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notesSlides/notesSlide3.xml" ContentType="application/vnd.openxmlformats-officedocument.presentationml.notesSlide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85" r:id="rId2"/>
    <p:sldId id="296" r:id="rId3"/>
    <p:sldId id="297" r:id="rId4"/>
    <p:sldId id="295" r:id="rId5"/>
    <p:sldId id="293" r:id="rId6"/>
    <p:sldId id="294" r:id="rId7"/>
    <p:sldId id="292" r:id="rId8"/>
    <p:sldId id="282" r:id="rId9"/>
    <p:sldId id="286" r:id="rId10"/>
    <p:sldId id="287" r:id="rId11"/>
    <p:sldId id="288" r:id="rId12"/>
    <p:sldId id="289" r:id="rId13"/>
    <p:sldId id="290" r:id="rId14"/>
    <p:sldId id="291" r:id="rId15"/>
    <p:sldId id="257" r:id="rId16"/>
    <p:sldId id="280" r:id="rId17"/>
    <p:sldId id="281" r:id="rId18"/>
    <p:sldId id="283" r:id="rId19"/>
    <p:sldId id="267" r:id="rId20"/>
    <p:sldId id="268" r:id="rId21"/>
    <p:sldId id="269" r:id="rId22"/>
    <p:sldId id="270" r:id="rId23"/>
    <p:sldId id="272" r:id="rId24"/>
    <p:sldId id="273" r:id="rId25"/>
    <p:sldId id="271" r:id="rId26"/>
    <p:sldId id="274" r:id="rId27"/>
    <p:sldId id="276" r:id="rId28"/>
    <p:sldId id="277" r:id="rId29"/>
    <p:sldId id="278" r:id="rId30"/>
    <p:sldId id="279" r:id="rId31"/>
    <p:sldId id="275" r:id="rId32"/>
    <p:sldId id="258" r:id="rId33"/>
    <p:sldId id="259" r:id="rId34"/>
    <p:sldId id="261" r:id="rId35"/>
    <p:sldId id="264" r:id="rId36"/>
    <p:sldId id="260" r:id="rId37"/>
    <p:sldId id="263" r:id="rId38"/>
    <p:sldId id="262" r:id="rId39"/>
    <p:sldId id="266" r:id="rId40"/>
    <p:sldId id="265" r:id="rId41"/>
    <p:sldId id="28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34" y="96"/>
      </p:cViewPr>
      <p:guideLst>
        <p:guide orient="horz" pos="9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5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13 3658 0 0,'-6'-3'12450'0'0,"-6"7"-5247"0"0,-22 15-3511 0 0,-7 15-6178 0 0,26-12 4676 0 0,3 5-1655 0 0,6-16-335 0 0,0 1 0 0 0,1 0 0 0 0,1 1 0 0 0,0-1 0 0 0,-3 21 0 0 0,6-31-190 0 0,1 0 1 0 0,0 1 0 0 0,0-1-1 0 0,0 0 1 0 0,0 1-1 0 0,0-1 1 0 0,1 0 0 0 0,-1 1-1 0 0,1-1 1 0 0,-1 0-1 0 0,1 0 1 0 0,0 1 0 0 0,0-1-1 0 0,0 0 1 0 0,0 0-1 0 0,1 0 1 0 0,-1 0 0 0 0,0 0-1 0 0,1 0 1 0 0,-1-1-1 0 0,1 1 1 0 0,0 0 0 0 0,0-1-1 0 0,-1 1 1 0 0,1-1-1 0 0,0 0 1 0 0,0 1 0 0 0,0-1-1 0 0,0 0 1 0 0,1 0-1 0 0,-1-1 1 0 0,0 1 0 0 0,0 0-1 0 0,1-1 1 0 0,-1 1-1 0 0,0-1 1 0 0,4 0 0 0 0,9 1-59 0 0,1-1 0 0 0,-1-1 1 0 0,0 0-1 0 0,0-1 0 0 0,-1-1 1 0 0,1 0-1 0 0,0-1 0 0 0,-1-1 1 0 0,0 0-1 0 0,0-1 0 0 0,0-1 1 0 0,-1 0-1 0 0,0 0 0 0 0,0-1 1 0 0,-1-1-1 0 0,0 0 0 0 0,-1-1 1 0 0,21-22-1 0 0,-30 29 53 0 0,1 0-1 0 0,-1 0 1 0 0,0 0-1 0 0,0 0 1 0 0,0 0-1 0 0,-1-1 1 0 0,1 1 0 0 0,-1-1-1 0 0,0 1 1 0 0,0-1-1 0 0,0 1 1 0 0,0-1-1 0 0,-1 0 1 0 0,1 1-1 0 0,-1-1 1 0 0,0 0 0 0 0,0 1-1 0 0,-1-1 1 0 0,1 0-1 0 0,-1 1 1 0 0,1-1-1 0 0,-1 1 1 0 0,0-1-1 0 0,-1 1 1 0 0,1-1-1 0 0,-4-6 1 0 0,2 6 38 0 0,-1 0 1 0 0,0 0-1 0 0,0 0 1 0 0,0 0-1 0 0,0 0 1 0 0,-1 1-1 0 0,1 0 1 0 0,-1 0-1 0 0,0 0 1 0 0,0 0-1 0 0,0 1 1 0 0,0 0-1 0 0,0 0 1 0 0,-1 0-1 0 0,1 1 1 0 0,-1-1-1 0 0,-7 0 1 0 0,-5 2-90 0 0,0-1-1 0 0,0 2 1 0 0,0 0 0 0 0,0 1 0 0 0,0 1-1 0 0,0 1 1 0 0,1 1 0 0 0,-22 8 0 0 0,37-13-1102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6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2202 0 0,'42'-42'24451'0'0,"-42"90"-22222"0"0,-2-25-1868 0 0,1 0-1 0 0,1 0 0 0 0,1 0 0 0 0,6 33 1 0 0,-5-46-438 0 0,0 0 0 0 0,1 0 1 0 0,0 0-1 0 0,0-1 0 0 0,1 1 0 0 0,1-1 1 0 0,0 0-1 0 0,0 0 0 0 0,0-1 0 0 0,1 0 1 0 0,1 0-1 0 0,10 11 0 0 0,-12-37-15847 0 0,-6 17 15655 0 0,0 0 0 0 0,1 0 0 0 0,-2 0 0 0 0,-10-8-4973 0 0,1 3-2180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6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76 3332 0 0,'0'-1'574'0'0,"-1"-1"-1"0"0,1 1 1 0 0,-1 0 0 0 0,1-1-1 0 0,0 1 1 0 0,0-1 0 0 0,-1 1-1 0 0,1-1 1 0 0,0 1 0 0 0,1-1-1 0 0,-1 1 1 0 0,0-1 0 0 0,0 1-1 0 0,1-1 1 0 0,-1 1 0 0 0,0-1-1 0 0,1 1 1 0 0,0-1 0 0 0,-1 1-1 0 0,1 0 1 0 0,0-1 0 0 0,0 1-1 0 0,1-2 1 0 0,0 1-113 0 0,1-1 0 0 0,0 0 1 0 0,0 1-1 0 0,0 0 0 0 0,0-1 0 0 0,1 1 1 0 0,-1 1-1 0 0,1-1 0 0 0,3-1 0 0 0,3-1-163 0 0,-1 1 0 0 0,1 1-1 0 0,0-1 1 0 0,-1 2 0 0 0,1-1-1 0 0,18 1 1 0 0,-21 1-135 0 0,0 1 0 0 0,-1 0 0 0 0,1 1-1 0 0,-1 0 1 0 0,1 0 0 0 0,-1 0 0 0 0,11 6 0 0 0,-12 30 779 0 0,-5-32-861 0 0,-1 0-1 0 0,0-1 1 0 0,-1 1 0 0 0,1-1-1 0 0,-1 0 1 0 0,0 1 0 0 0,0-1-1 0 0,-1 0 1 0 0,0 0 0 0 0,-5 7-1 0 0,-40 51 460 0 0,33-45-374 0 0,3-3-118 0 0,1 0 0 0 0,0 1-1 0 0,-12 25 1 0 0,22-39-63 0 0,17 3 9 0 0,-15-4 6 0 0,-1-1 1 0 0,1 1-1 0 0,0-1 0 0 0,0 1 1 0 0,0-1-1 0 0,0 1 0 0 0,0-1 1 0 0,0 0-1 0 0,0 0 0 0 0,0 1 1 0 0,0-1-1 0 0,0 0 0 0 0,0 0 1 0 0,0 0-1 0 0,0 0 0 0 0,0 0 1 0 0,1-1-1 0 0,41-10 4 0 0,79-35 1 0 0,-44 16-1946 0 0,-35 16-5260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7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16 292 4154 0 0,'0'0'5978'0'0,"-16"-17"-1280"0"0,21-12-1812 0 0,-6 26-2501 0 0,1-1 1 0 0,1 1-1 0 0,-1-1 0 0 0,0 1 1 0 0,1-1-1 0 0,0 1 0 0 0,0-1 1 0 0,0 1-1 0 0,0-1 0 0 0,1 1 0 0 0,-1 0 1 0 0,4-6-1 0 0,6-3-326 0 0,0 0-1 0 0,1 1 1 0 0,0 0 0 0 0,1 1 0 0 0,0 0-1 0 0,28-15 1 0 0,92-40 38 0 0,-121 60-104 0 0,73-29 309 0 0,-83 34 294 0 0,-3 2-236 0 0,-7 11-92 0 0,0 0 0 0 0,-1-1 0 0 0,0 0 0 0 0,-1-1 0 0 0,0 0-1 0 0,-18 14 1 0 0,13-10 88 0 0,0 0 0 0 0,-21 26-1 0 0,32-35-507 0 0,1-1 0 0 0,-1 0 0 0 0,0 0-1 0 0,-1-1 1 0 0,1 1 0 0 0,-1-1 0 0 0,0 0 0 0 0,0 0-1 0 0,0 0 1 0 0,-9 3 0 0 0,12-6 54 0 0,31-3-301 0 0,14 0 424 0 0,69-3 66 0 0,-100 6-42 0 0,1 0-1 0 0,-1 0 0 0 0,1 1 1 0 0,-1 1-1 0 0,0 0 1 0 0,20 8-1 0 0,-30-11-2 0 0,0 1 0 0 0,-1 0 1 0 0,1-1-1 0 0,0 1 0 0 0,-1 0 0 0 0,1 0 0 0 0,-1 0 1 0 0,1 0-1 0 0,-1 0 0 0 0,1 1 0 0 0,-1-1 0 0 0,0 0 0 0 0,1 1 1 0 0,-1-1-1 0 0,0 1 0 0 0,0-1 0 0 0,0 1 0 0 0,0 0 1 0 0,0-1-1 0 0,-1 1 0 0 0,1 0 0 0 0,0 0 0 0 0,-1-1 0 0 0,0 1 1 0 0,1 3-1 0 0,-1-2-5 0 0,-1 1 1 0 0,1-1 0 0 0,-1 0 0 0 0,0 0 0 0 0,0 0-1 0 0,0 0 1 0 0,-1 0 0 0 0,1 0 0 0 0,-1 0-1 0 0,1 0 1 0 0,-1-1 0 0 0,0 1 0 0 0,-3 3-1 0 0,-6 5 35 0 0,1 0-1 0 0,-1-1 0 0 0,-1-1 1 0 0,0 0-1 0 0,-20 11 0 0 0,20-13-50 0 0,0-1 0 0 0,0 0 1 0 0,-1-1-1 0 0,0 0 0 0 0,0-1 0 0 0,-26 4 0 0 0,33-7-209 0 0,1-1 0 0 0,-1 0 0 0 0,1 0 0 0 0,-1 0 0 0 0,1-1 0 0 0,-1 0 1 0 0,1 0-1 0 0,0 0 0 0 0,0 0 0 0 0,-1-1 0 0 0,1 0 0 0 0,0 0 0 0 0,0-1 0 0 0,1 1 0 0 0,-1-1 0 0 0,0 0 0 0 0,1 0 0 0 0,0-1 1 0 0,0 1-1 0 0,-6-7 0 0 0,4 3-524 0 0,0-1 0 0 0,0 0 1 0 0,1 0-1 0 0,0-1 0 0 0,0 1 1 0 0,1-1-1 0 0,0 0 0 0 0,-4-14 0 0 0,-11-77-8152 0 0,15 75 6092 0 0,-1-15-3477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8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3578 0 0,'7'4'2355'0'0,"18"14"13084"0"0,-15 16-13128 0 0,9 19-628 0 0,-18-50-1647 0 0,0-1 0 0 0,0 0 1 0 0,0 1-1 0 0,0-1 1 0 0,1 0-1 0 0,-1 1 0 0 0,1-1 1 0 0,0 0-1 0 0,-1 0 0 0 0,1 0 1 0 0,0-1-1 0 0,0 1 0 0 0,0 0 1 0 0,1-1-1 0 0,-1 1 0 0 0,0-1 1 0 0,0 0-1 0 0,1 0 0 0 0,-1 0 1 0 0,1 0-1 0 0,-1 0 0 0 0,1 0 1 0 0,-1-1-1 0 0,1 1 1 0 0,0-1-1 0 0,-1 0 0 0 0,1 1 1 0 0,0-1-1 0 0,-1-1 0 0 0,1 1 1 0 0,0 0-1 0 0,-1-1 0 0 0,1 1 1 0 0,-1-1-1 0 0,1 0 0 0 0,-1 1 1 0 0,1-1-1 0 0,-1-1 0 0 0,4-1 1 0 0,145-78-1706 0 0,-90 41-3384 0 0,-58 37 6496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8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8164 0 0,'-2'1'520'0'0,"0"0"0"0"0,1 1-1 0 0,-1-1 1 0 0,0 0-1 0 0,1 0 1 0 0,0 1 0 0 0,-1-1-1 0 0,1 0 1 0 0,0 1 0 0 0,0 0-1 0 0,-1-1 1 0 0,1 1 0 0 0,1 0-1 0 0,-2 2 1 0 0,-4 29 2980 0 0,7-18-2791 0 0,1 0 0 0 0,6 28 0 0 0,-5-29 137 0 0,11 39-329 0 0,1-2 0 0 0,34 77 0 0 0,-47-123-1210 0 0,1 1 1 0 0,0-1-1 0 0,0 1 0 0 0,1-1 0 0 0,-1 0 0 0 0,1 0 1 0 0,7 7-1 0 0,3-12-10173 0 0,-2-2 3317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9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21 5302 0 0,'0'0'1658'0'0,"-32"-8"9642"0"0,28 6-10646 0 0,-1 0 0 0 0,0 0 0 0 0,0 0 0 0 0,0 1 0 0 0,0-1 0 0 0,-1 2 0 0 0,1-1 0 0 0,0 0 0 0 0,-11 1 0 0 0,9 0-451 0 0,1 1-1 0 0,-1-1 1 0 0,0 1 0 0 0,0 0-1 0 0,1 1 1 0 0,-1 0-1 0 0,1 0 1 0 0,-1 0 0 0 0,1 1-1 0 0,0 0 1 0 0,0 0-1 0 0,-7 6 1 0 0,11-9-202 0 0,1 1 1 0 0,0 0 0 0 0,0 0-1 0 0,0 0 1 0 0,0 0-1 0 0,0 0 1 0 0,0 0 0 0 0,0 0-1 0 0,1 0 1 0 0,-1 0-1 0 0,0 0 1 0 0,1 0 0 0 0,-1 0-1 0 0,0 1 1 0 0,1-1-1 0 0,0 0 1 0 0,-1 0 0 0 0,1 1-1 0 0,0-1 1 0 0,-1 0-1 0 0,1 3 1 0 0,1-3-23 0 0,-1 0 0 0 0,0 0 0 0 0,1 0 0 0 0,-1 0 0 0 0,1 0 0 0 0,0 0 0 0 0,-1 0 0 0 0,1-1 0 0 0,0 1 0 0 0,-1 0 0 0 0,1 0 0 0 0,0 0 0 0 0,0-1 0 0 0,0 1 0 0 0,0 0 0 0 0,0-1 0 0 0,0 1 0 0 0,0-1 0 0 0,2 1 0 0 0,2 1-48 0 0,1 0 0 0 0,-1 0 0 0 0,1-1 0 0 0,0 0 0 0 0,-1 0 0 0 0,1-1 0 0 0,0 1 0 0 0,7-1 0 0 0,-10-1 52 0 0,23-2-46 0 0,0 1 0 0 0,31 2 0 0 0,-51 0 125 0 0,0 0 0 0 0,1 1 0 0 0,-1 0 0 0 0,0 1 0 0 0,0-1 0 0 0,0 1 0 0 0,0 0 0 0 0,0 0 0 0 0,-1 1 0 0 0,1 0 0 0 0,-1 0 0 0 0,1 0 0 0 0,-1 1 0 0 0,8 6 1 0 0,-10-7-48 0 0,-1 0 1 0 0,1 0-1 0 0,-1 0 1 0 0,0 0-1 0 0,0 0 1 0 0,-1 0-1 0 0,1 1 1 0 0,-1-1-1 0 0,1 0 1 0 0,-1 1-1 0 0,0-1 1 0 0,0 1-1 0 0,-1 0 1 0 0,1-1-1 0 0,-1 1 1 0 0,0 0-1 0 0,0-1 1 0 0,0 1 0 0 0,-1 7-1 0 0,0-4 30 0 0,-1 0 0 0 0,0 0 0 0 0,-1-1 1 0 0,0 1-1 0 0,0-1 0 0 0,0 1 0 0 0,0-1 0 0 0,-1 0 0 0 0,0 0 0 0 0,-6 6 0 0 0,3-4-300 0 0,1-1 0 0 0,-1 0 0 0 0,-1-1 0 0 0,1 0-1 0 0,-1 0 1 0 0,0 0 0 0 0,-13 6 0 0 0,16-10-267 0 0,1 0 0 0 0,-1 0 0 0 0,0 0 1 0 0,0 0-1 0 0,0-1 0 0 0,0 0 0 0 0,0 0 0 0 0,-1 0 1 0 0,1-1-1 0 0,0 0 0 0 0,0 0 0 0 0,0 0 1 0 0,-9-2-1 0 0,10 1-264 0 0,-1-1 0 0 0,1 0 0 0 0,-1-1 0 0 0,1 1 0 0 0,0-1 1 0 0,0 0-1 0 0,0 0 0 0 0,0 0 0 0 0,1 0 0 0 0,-1-1 0 0 0,1 0 0 0 0,0 1 0 0 0,0-1 0 0 0,0 0 1 0 0,0-1-1 0 0,-2-4 0 0 0,-1-10-4449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9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0 444 11882 0 0,'0'0'10124'0'0,"24"-15"-7962"0"0,4-3-1624 0 0,-9 8-837 0 0,-1-1 0 0 0,0-2 0 0 0,-1 0 0 0 0,-1 0 0 0 0,29-32 0 0 0,-22 17-1480 0 0,-1-1 0 0 0,19-35 0 0 0,-34 51 380 0 0,0-1 0 0 0,-1 0 0 0 0,-1 0 0 0 0,0 0 0 0 0,-1-1 0 0 0,0 0 0 0 0,3-27 0 0 0,-6-1-4966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4078 0 0,'0'0'7575'0'0,"-17"27"-3235"0"0,-6 27-762 0 0,16-40-3030 0 0,0 0 1 0 0,1 1-1 0 0,1 0 1 0 0,0 0-1 0 0,1 0 1 0 0,1 1 0 0 0,0-1-1 0 0,1 1 1 0 0,1 0-1 0 0,1 27 1 0 0,1-36-470 0 0,-1 0 1 0 0,2-1 0 0 0,-1 1-1 0 0,1-1 1 0 0,0 0-1 0 0,0 1 1 0 0,1-1 0 0 0,0 0-1 0 0,0 0 1 0 0,0-1-1 0 0,1 1 1 0 0,-1-1 0 0 0,1 1-1 0 0,5 4 1 0 0,-5-7-77 0 0,0 0 0 0 0,0-1 0 0 0,0 1 0 0 0,0 0 0 0 0,0-1 0 0 0,1 0 0 0 0,-1 0 0 0 0,1-1 0 0 0,-1 1 0 0 0,1-1 0 0 0,0 0 1 0 0,0 0-1 0 0,-1 0 0 0 0,1-1 0 0 0,0 0 0 0 0,0 0 0 0 0,0 0 0 0 0,0 0 0 0 0,-1-1 0 0 0,7-1 0 0 0,4-1-101 0 0,0-2 0 0 0,0 0 0 0 0,0 0-1 0 0,0-1 1 0 0,-1-1 0 0 0,0-1 0 0 0,0 0 0 0 0,-1-1 0 0 0,0 0-1 0 0,-1-1 1 0 0,0 0 0 0 0,-1-1 0 0 0,0 0 0 0 0,0-1-1 0 0,-1 0 1 0 0,17-27 0 0 0,-26 38 118 0 0,-1-1 0 0 0,1 1 0 0 0,0-1 0 0 0,0 1-1 0 0,-1-1 1 0 0,1 1 0 0 0,0-1 0 0 0,-1 1 0 0 0,0-1 0 0 0,1 0 0 0 0,-1 1-1 0 0,0-1 1 0 0,0 0 0 0 0,0 1 0 0 0,0-1 0 0 0,0 1 0 0 0,0-1 0 0 0,0 0 0 0 0,-1 1-1 0 0,1-1 1 0 0,-1 0 0 0 0,1 1 0 0 0,-1-1 0 0 0,1 1 0 0 0,-1-1 0 0 0,0 1-1 0 0,0 0 1 0 0,0-1 0 0 0,0 1 0 0 0,0 0 0 0 0,0-1 0 0 0,0 1 0 0 0,0 0 0 0 0,-1 0-1 0 0,1 0 1 0 0,0 0 0 0 0,-1 0 0 0 0,-1-1 0 0 0,-1 0 49 0 0,-1 0 1 0 0,1 0-1 0 0,-1 1 0 0 0,1-1 1 0 0,-1 1-1 0 0,0 0 1 0 0,1 0-1 0 0,-1 1 0 0 0,0-1 1 0 0,0 1-1 0 0,-7 1 0 0 0,-8 3-56 0 0,0 0 0 0 0,0 2 0 0 0,0 1 0 0 0,1 0 0 0 0,0 1 0 0 0,0 2 0 0 0,1 0 0 0 0,0 0-1 0 0,1 2 1 0 0,-18 14 0 0 0,32-24-439 0 0,0 1-1 0 0,1-1 0 0 0,-1 1 1 0 0,0 0-1 0 0,1 0 0 0 0,-1 0 1 0 0,1 0-1 0 0,0 0 0 0 0,0 0 1 0 0,0 1-1 0 0,0-1 1 0 0,1 1-1 0 0,0-1 0 0 0,-2 6 1 0 0,0 29-12881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06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34 4350 0 0,'-25'-5'11032'0'0,"1"6"-4524"0"0,20 0-6135 0 0,-1 0 1 0 0,1 0 0 0 0,0 0 0 0 0,1 1 0 0 0,-1 0 0 0 0,0 0-1 0 0,0 0 1 0 0,1 0 0 0 0,-4 3 0 0 0,2-1-552 0 0,0 0 1 0 0,1 1-1 0 0,0-1 1 0 0,0 1-1 0 0,0 0 0 0 0,0 0 1 0 0,1 1-1 0 0,-5 9 1 0 0,-2 12 2205 0 0,8-19-1895 0 0,0 0 0 0 0,0 0 0 0 0,1 0 0 0 0,0 0 0 0 0,1 0 0 0 0,0 0 0 0 0,0 0 0 0 0,0 1 0 0 0,1-1-1 0 0,1 0 1 0 0,3 12 0 0 0,-4-17-132 0 0,0 0-1 0 0,1 0 1 0 0,-1 0-1 0 0,1 0 0 0 0,0 0 1 0 0,0 0-1 0 0,0 0 1 0 0,1 0-1 0 0,-1-1 0 0 0,1 1 1 0 0,-1-1-1 0 0,1 0 0 0 0,0 0 1 0 0,0 0-1 0 0,0 0 1 0 0,0 0-1 0 0,0-1 0 0 0,0 1 1 0 0,1-1-1 0 0,-1 0 1 0 0,0 0-1 0 0,1 0 0 0 0,-1 0 1 0 0,1-1-1 0 0,-1 1 1 0 0,1-1-1 0 0,-1 0 0 0 0,1 0 1 0 0,0 0-1 0 0,3-1 1 0 0,5-1-62 0 0,0 0 0 0 0,0-1 1 0 0,0 0-1 0 0,0 0 1 0 0,-1-2-1 0 0,1 1 1 0 0,-1-2-1 0 0,0 1 1 0 0,19-15-1 0 0,-13 8-67 0 0,0-1-1 0 0,-1-1 0 0 0,0-1 1 0 0,26-32-1 0 0,-40 45 153 0 0,0 0 1 0 0,0 0-1 0 0,0 0 0 0 0,0-1 1 0 0,-1 1-1 0 0,1 0 0 0 0,-1-1 1 0 0,0 1-1 0 0,0-1 0 0 0,0 1 1 0 0,0-1-1 0 0,0 1 1 0 0,0-1-1 0 0,-1 0 0 0 0,1 0 1 0 0,-1 1-1 0 0,0-1 0 0 0,0 0 1 0 0,0 0-1 0 0,0 1 0 0 0,0-1 1 0 0,-1 0-1 0 0,1 0 0 0 0,-1 1 1 0 0,0-1-1 0 0,0 0 0 0 0,0 1 1 0 0,0-1-1 0 0,0 1 0 0 0,0-1 1 0 0,-1 1-1 0 0,1 0 0 0 0,-1-1 1 0 0,1 1-1 0 0,-1 0 0 0 0,0 0 1 0 0,0 0-1 0 0,0 0 0 0 0,0 1 1 0 0,-1-1-1 0 0,-3-2 0 0 0,-3-1 63 0 0,1 1 0 0 0,-1-1 0 0 0,0 2 0 0 0,0-1 0 0 0,0 1 0 0 0,0 1 0 0 0,-1 0 0 0 0,1 0 0 0 0,-1 1 0 0 0,-17-1 0 0 0,13 3-751 0 0,0 1 0 0 0,0 1 0 0 0,-21 6 0 0 0,19-4-1644 0 0,16-5 1934 0 0,-1 1 1 0 0,0-1-1 0 0,1 1 1 0 0,-1 0-1 0 0,0-1 1 0 0,1 1-1 0 0,-1 0 0 0 0,1 0 1 0 0,-1 0-1 0 0,1-1 1 0 0,-1 1-1 0 0,1 0 1 0 0,0 0-1 0 0,-1 0 1 0 0,1 0-1 0 0,0 0 0 0 0,0 0 1 0 0,0 0-1 0 0,0 0 1 0 0,0-1-1 0 0,0 1 1 0 0,0 0-1 0 0,0 0 0 0 0,0 0 1 0 0,0 0-1 0 0,0 1 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07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 5632 0 0,'-54'-1'19269'0'0,"50"16"-16837"0"0,5-5-1915 0 0,0-1 1 0 0,0 0-1 0 0,0 0 0 0 0,1 0 1 0 0,0-1-1 0 0,7 16 0 0 0,2 15 527 0 0,13 84-275 0 0,-23-120-969 0 0,-1 0 1 0 0,0-1-1 0 0,0 1 1 0 0,0 0-1 0 0,0 0 1 0 0,0-1-1 0 0,-1 1 1 0 0,1 0-1 0 0,-2 3 1 0 0,1-5-18 0 0,1 1-1 0 0,-1-1 1 0 0,1 1 0 0 0,-1-1 0 0 0,1 1 0 0 0,0-1 0 0 0,0 1 0 0 0,0-1 0 0 0,0 1 0 0 0,0-1 0 0 0,0 1-1 0 0,0-1 1 0 0,0 1 0 0 0,0-1 0 0 0,1 1 0 0 0,-1-1 0 0 0,1 1 0 0 0,-1-1 0 0 0,1 0 0 0 0,-1 1 0 0 0,2 1-1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08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51 4688 0 0,'-9'-3'9107'0'0,"9"2"-8880"0"0,0 1 1 0 0,0 0 0 0 0,-1-1-1 0 0,1 1 1 0 0,0 0 0 0 0,0 0-1 0 0,0-1 1 0 0,0 1 0 0 0,0 0-1 0 0,0-1 1 0 0,16-10 2044 0 0,33-6-2231 0 0,-38 14 162 0 0,61-8 599 0 0,-68 10-690 0 0,0 1 0 0 0,0 0 1 0 0,0 0-1 0 0,0 0 0 0 0,0 0 1 0 0,-1 1-1 0 0,1-1 1 0 0,0 1-1 0 0,0 0 0 0 0,-1 0 1 0 0,1 1-1 0 0,0-1 1 0 0,-1 1-1 0 0,1 0 0 0 0,4 3 1 0 0,-7-3-29 0 0,0 0 1 0 0,0 0 0 0 0,0 0 0 0 0,0 0 0 0 0,0 1 0 0 0,0-1-1 0 0,-1 0 1 0 0,1 1 0 0 0,-1-1 0 0 0,1 0 0 0 0,-1 1-1 0 0,0-1 1 0 0,0 1 0 0 0,0-1 0 0 0,0 0 0 0 0,-1 1 0 0 0,1-1-1 0 0,-1 1 1 0 0,1-1 0 0 0,-1 0 0 0 0,-1 3 0 0 0,-20 48 1055 0 0,3-19-535 0 0,12-25-306 0 0,1 1 1 0 0,1 1 0 0 0,0-1-1 0 0,0 1 1 0 0,-6 19-1 0 0,11-29-291 0 0,0-1 1 0 0,0 1-1 0 0,0 0 0 0 0,-1 0 0 0 0,1 0 0 0 0,0-1 1 0 0,0 1-1 0 0,0 0 0 0 0,0 0 0 0 0,0 0 0 0 0,0 0 1 0 0,1-1-1 0 0,-1 1 0 0 0,0 0 0 0 0,0 0 1 0 0,1-1-1 0 0,-1 1 0 0 0,0 0 0 0 0,1 0 0 0 0,-1-1 1 0 0,0 1-1 0 0,1 0 0 0 0,-1-1 0 0 0,1 1 0 0 0,-1 0 1 0 0,1-1-1 0 0,0 1 0 0 0,-1-1 0 0 0,2 2 1 0 0,0-2-22 0 0,0 1 0 0 0,0 0 1 0 0,0-1-1 0 0,0 0 1 0 0,0 1-1 0 0,0-1 1 0 0,1 0-1 0 0,-1 0 1 0 0,0 0-1 0 0,0 0 1 0 0,3-1-1 0 0,52-17-759 0 0,-40 10 150 0 0,76-33-3675 0 0,-31 21-4378 0 0,-54 19 4849 0 0,-1 3 2202 0 0,-3-1 176 0 0,9 1-4189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08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4046 0 0,'0'0'9364'0'0,"19"-8"-7244"0"0,13 1-1673 0 0,0 2 1 0 0,1 0-1 0 0,0 3 1 0 0,0 1-1 0 0,64 5 1 0 0,-96-4-434 0 0,0 0 0 0 0,0 0 0 0 0,0 0 0 0 0,0 0 0 0 0,0 0 0 0 0,1 0 0 0 0,-1 0 0 0 0,0 1 0 0 0,0-1 0 0 0,0 0 0 0 0,0 1 0 0 0,0-1 0 0 0,0 0 0 0 0,0 1 0 0 0,-1-1 0 0 0,1 1-1 0 0,0 0 1 0 0,0-1 0 0 0,0 1 0 0 0,0 0 0 0 0,-1-1 0 0 0,1 1 0 0 0,0 0 0 0 0,0 0 0 0 0,-1 0 0 0 0,1 0 0 0 0,-1-1 0 0 0,1 1 0 0 0,0 1 0 0 0,-1 0 24 0 0,-1 0 0 0 0,1-1 0 0 0,-1 1 1 0 0,1 0-1 0 0,-1-1 0 0 0,1 1 0 0 0,-1-1 0 0 0,0 1 0 0 0,0-1 0 0 0,1 1 0 0 0,-1-1 0 0 0,0 1 0 0 0,-1-1 0 0 0,1 0 1 0 0,-2 3-1 0 0,-8 5 303 0 0,1 0 0 0 0,-1-1 0 0 0,-17 11 1 0 0,23-16-227 0 0,-10 5 136 0 0,0 1 0 0 0,1 0 0 0 0,0 1 0 0 0,1 1 0 0 0,-18 16 0 0 0,30-26-454 0 0,1 0-95 0 0,0-1 289 0 0,0 1-1 0 0,-1-1 1 0 0,1 1-1 0 0,0-1 0 0 0,0 1 1 0 0,0 0-1 0 0,0-1 1 0 0,-1 1-1 0 0,1-1 0 0 0,0 1 1 0 0,0-1-1 0 0,0 1 0 0 0,0-1 1 0 0,0 1-1 0 0,0 0 1 0 0,1-1-1 0 0,-1 1 0 0 0,0-1 1 0 0,0 1-1 0 0,0-1 1 0 0,0 1-1 0 0,1-1 0 0 0,-1 1 1 0 0,0-1-1 0 0,1 1 1 0 0,-1-1-1 0 0,0 1 0 0 0,1-1 1 0 0,-1 1-1 0 0,0-1 1 0 0,1 0-1 0 0,-1 1 0 0 0,1-1 1 0 0,-1 0-1 0 0,1 1 0 0 0,-1-1 1 0 0,1 0-1 0 0,-1 1 1 0 0,1-1-1 0 0,-1 0 0 0 0,1 0 1 0 0,-1 0-1 0 0,1 0 1 0 0,-1 0-1 0 0,1 1 0 0 0,0-1 1 0 0,-1 0-1 0 0,1 0 1 0 0,-1 0-1 0 0,1 0 0 0 0,-1-1 1 0 0,1 1-1 0 0,-1 0 1 0 0,1 0-1 0 0,0 0 0 0 0,47-5 533 0 0,-29 2-427 0 0,-11 3 22 0 0,0 0-1 0 0,1 0 1 0 0,-1 0-1 0 0,0 1 1 0 0,0 1-1 0 0,0-1 1 0 0,0 1-1 0 0,0 1 1 0 0,0-1 0 0 0,13 8-1 0 0,-17-8-93 0 0,-1 0 1 0 0,1 0-1 0 0,-1 1 0 0 0,0 0 1 0 0,0-1-1 0 0,0 1 0 0 0,-1 0 1 0 0,1 0-1 0 0,-1 1 1 0 0,1-1-1 0 0,-1 0 0 0 0,0 1 1 0 0,-1 0-1 0 0,1-1 0 0 0,0 1 1 0 0,-1 0-1 0 0,0 0 0 0 0,0 0 1 0 0,0 0-1 0 0,0 0 0 0 0,-1 0 1 0 0,0 0-1 0 0,1 5 0 0 0,-2 1-752 0 0,0-1 0 0 0,0 1 0 0 0,-1-1-1 0 0,0 1 1 0 0,-1-1 0 0 0,0 0 0 0 0,0 0-1 0 0,-1 0 1 0 0,-9 16 0 0 0,-1 2-5852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09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6536 0 0,'0'0'10138'0'0,"-2"1"-9761"0"0,0 1 0 0 0,0-1 1 0 0,0 1-1 0 0,1 0 1 0 0,-1 0-1 0 0,0 0 1 0 0,1 0-1 0 0,-1 0 1 0 0,-1 3-1 0 0,3 2-179 0 0,0-1-1 0 0,1 1 0 0 0,0-1 0 0 0,0 1 1 0 0,0-1-1 0 0,1 0 0 0 0,0 0 0 0 0,0 0 0 0 0,0 0 1 0 0,1 0-1 0 0,0 0 0 0 0,0 0 0 0 0,0-1 1 0 0,1 1-1 0 0,0-1 0 0 0,6 6 0 0 0,-7-8-328 0 0,1 0 0 0 0,-1 0 0 0 0,1-1 0 0 0,0 1-1 0 0,0-1 1 0 0,0 0 0 0 0,0 0 0 0 0,0 0 0 0 0,1-1-1 0 0,-1 0 1 0 0,0 1 0 0 0,1-1 0 0 0,-1-1 0 0 0,1 1-1 0 0,-1-1 1 0 0,1 0 0 0 0,0 0 0 0 0,-1 0 0 0 0,1 0-1 0 0,-1-1 1 0 0,1 0 0 0 0,-1 0 0 0 0,7-3 0 0 0,11-3-1589 0 0,-2-1 1 0 0,1-1 0 0 0,37-23-1 0 0,-45 24-501 0 0,-1 0-1 0 0,-1-2 0 0 0,21-20 0 0 0,-19 13-2652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09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6430 0 0,'-16'6'3319'0'0,"15"-5"-3076"0"0,0-1 1 0 0,0 0 0 0 0,0 0-1 0 0,0 1 1 0 0,0-1 0 0 0,0 1-1 0 0,0-1 1 0 0,0 1 0 0 0,0-1-1 0 0,0 1 1 0 0,0 0 0 0 0,1-1-1 0 0,-1 1 1 0 0,0 0 0 0 0,0 0-1 0 0,1-1 1 0 0,-1 1 0 0 0,0 0-1 0 0,1 0 1 0 0,-1 0 0 0 0,1 0-1 0 0,-1 0 1 0 0,1 0 0 0 0,0 0-1 0 0,-1 0 1 0 0,1 0 0 0 0,0 0-1 0 0,0 0 1 0 0,0 0 0 0 0,-1 0-1 0 0,1 0 1 0 0,0 0 0 0 0,0 0-1 0 0,1 1 1 0 0,-1-1 0 0 0,0 1-1 0 0,1 50 3037 0 0,10 76 0 0 0,-4-77-2939 0 0,10 51-2199 0 0,-12-80-333 0 0,1 1 0 0 0,13 32 0 0 0,-1-7-6896 0 0,-8-28 966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10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8 3570 0 0,'-14'-3'2245'0'0,"-1"1"1"0"0,1 1-1 0 0,-1 0 0 0 0,1 1 0 0 0,-24 2 0 0 0,34-2-2016 0 0,0 0 0 0 0,0 1 0 0 0,0-1 0 0 0,0 1 0 0 0,0 0 0 0 0,1 0 0 0 0,-1 0 0 0 0,0 1 0 0 0,0-1 0 0 0,1 1 0 0 0,-1 0 1 0 0,0 0-1 0 0,1 0 0 0 0,0 1 0 0 0,0-1 0 0 0,0 1 0 0 0,0 0 0 0 0,0 0 0 0 0,0 0 0 0 0,1 0 0 0 0,-1 0 0 0 0,1 0 0 0 0,0 1 0 0 0,-3 6 0 0 0,4-8-218 0 0,1 0 1 0 0,0 0 0 0 0,0 0 0 0 0,-1-1 0 0 0,1 1-1 0 0,1 0 1 0 0,-1 0 0 0 0,0 0 0 0 0,0 0 0 0 0,1 0-1 0 0,-1 0 1 0 0,1 0 0 0 0,0-1 0 0 0,-1 1 0 0 0,1 0-1 0 0,0-1 1 0 0,0 1 0 0 0,0 0 0 0 0,0-1 0 0 0,0 1-1 0 0,1-1 1 0 0,-1 1 0 0 0,0-1 0 0 0,1 0-1 0 0,-1 1 1 0 0,1-1 0 0 0,-1 0 0 0 0,1 0 0 0 0,0 0-1 0 0,-1 0 1 0 0,1-1 0 0 0,0 1 0 0 0,0 0 0 0 0,0-1-1 0 0,3 1 1 0 0,9 4-21 0 0,0-2 0 0 0,0 0 0 0 0,23 2 0 0 0,-32-4 34 0 0,143 9 180 0 0,-168 26-670 0 0,8-23-280 0 0,-1-1-1 0 0,0-1 0 0 0,-1 0 0 0 0,-25 15 1 0 0,0 1-1382 0 0,-19 8-3039 0 0,54-33 4250 0 0,0-1 0 0 0,-1 1 0 0 0,1-1 1 0 0,-1 0-1 0 0,0 0 0 0 0,1 0 0 0 0,-9-1 0 0 0,-5-1-3642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10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1 195 6144 0 0,'0'0'4832'0'0,"11"-8"-3942"0"0,1 2 178 0 0,0-3-638 0 0,16-6 186 0 0,-2 3-558 0 0,2-1 80 0 0,2-3-532 0 0,12-1-18 0 0,1-2-912 0 0,8-2-544 0 0,-2 4-134 0 0,-2 2 352 0 0,0 0-1112 0 0,2 4-992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10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4222 0 0,'-11'6'2585'0'0,"-36"22"4652"0"0,41-23-6829 0 0,0 0 1 0 0,0 0-1 0 0,1 0 1 0 0,0 1-1 0 0,0-1 0 0 0,0 1 1 0 0,0 0-1 0 0,-6 13 1 0 0,5-7-27 0 0,0 0 1 0 0,1 0 0 0 0,1 1-1 0 0,0 0 1 0 0,1 0 0 0 0,0 0 0 0 0,1 0-1 0 0,0 1 1 0 0,1-1 0 0 0,0 0 0 0 0,1 1-1 0 0,4 24 1 0 0,-3-32-358 0 0,0 0 0 0 0,0 0 0 0 0,1 0 0 0 0,-1-1 0 0 0,1 1 0 0 0,1-1-1 0 0,-1 1 1 0 0,1-1 0 0 0,0 0 0 0 0,0 0 0 0 0,0 0 0 0 0,1 0 0 0 0,0-1 0 0 0,0 0 0 0 0,0 1 0 0 0,0-1-1 0 0,1-1 1 0 0,0 1 0 0 0,-1-1 0 0 0,1 1 0 0 0,0-1 0 0 0,1-1 0 0 0,-1 1 0 0 0,1-1 0 0 0,-1 0 0 0 0,1 0 0 0 0,-1-1-1 0 0,1 1 1 0 0,0-1 0 0 0,0 0 0 0 0,8-1 0 0 0,-2 0-316 0 0,1 0 0 0 0,0-1 0 0 0,-1 0 1 0 0,1-2-1 0 0,-1 1 0 0 0,1-1 0 0 0,-1-1 0 0 0,0 0 0 0 0,-1-1 0 0 0,1 0 0 0 0,-1-1 1 0 0,0 0-1 0 0,0-1 0 0 0,0 0 0 0 0,-1-1 0 0 0,-1 0 0 0 0,1 0 0 0 0,-1-1 0 0 0,16-20 1 0 0,-24 27 290 0 0,0 1 1 0 0,0-1-1 0 0,0 0 1 0 0,0 0-1 0 0,0 0 0 0 0,0 0 1 0 0,0 0-1 0 0,0 0 1 0 0,-1 0-1 0 0,1 0 1 0 0,-1 0-1 0 0,0 0 1 0 0,1 0-1 0 0,-1 0 1 0 0,0-1-1 0 0,0 1 1 0 0,0 0-1 0 0,-1-4 1 0 0,0 5 20 0 0,0 0 1 0 0,1 0-1 0 0,-1-1 0 0 0,0 1 1 0 0,0 0-1 0 0,0 0 0 0 0,0 0 1 0 0,0 0-1 0 0,0 0 1 0 0,0 0-1 0 0,-1 1 0 0 0,1-1 1 0 0,0 0-1 0 0,0 1 0 0 0,-1-1 1 0 0,1 0-1 0 0,0 1 1 0 0,-1 0-1 0 0,1-1 0 0 0,-3 1 1 0 0,-4-1 63 0 0,-1 0 1 0 0,1 1-1 0 0,-1 0 0 0 0,1 0 1 0 0,0 1-1 0 0,-1 0 1 0 0,-9 3-1 0 0,11-3-220 0 0,-1 2-1 0 0,1-1 1 0 0,0 1-1 0 0,0 0 0 0 0,0 0 1 0 0,0 1-1 0 0,0 0 1 0 0,1 0-1 0 0,0 1 1 0 0,0-1-1 0 0,0 2 1 0 0,-7 7-1 0 0,-7 16-3851 0 0,6 5-3849 0 0,8-23 2623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11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39 3854 0 0,'-21'-10'8637'0'0,"37"5"-6871"0"0,11 0-1536 0 0,-13 0-12 0 0,0 2 0 0 0,0-1 0 0 0,0 2 0 0 0,1 0 0 0 0,27 0 1 0 0,-38 2-172 0 0,0 0 0 0 0,0 1 1 0 0,0-1-1 0 0,-1 1 1 0 0,1 0-1 0 0,0 0 1 0 0,-1 1-1 0 0,1-1 1 0 0,-1 1-1 0 0,1-1 0 0 0,-1 1 1 0 0,1 0-1 0 0,-1 1 1 0 0,0-1-1 0 0,0 0 1 0 0,0 1-1 0 0,-1 0 0 0 0,1 0 1 0 0,-1 0-1 0 0,1 0 1 0 0,-1 0-1 0 0,0 0 1 0 0,0 0-1 0 0,0 1 1 0 0,0-1-1 0 0,-1 1 0 0 0,2 4 1 0 0,0 7 218 0 0,0-1 1 0 0,-2 1 0 0 0,1 0-1 0 0,-2 0 1 0 0,0 0 0 0 0,0 0-1 0 0,-4 19 1 0 0,0 29 638 0 0,1 6-232 0 0,1 12-497 0 0,8-25-2860 0 0,-6-55 2519 0 0,0 0 1 0 0,0 0-1 0 0,0-1 1 0 0,0 1-1 0 0,0 0 1 0 0,0 0-1 0 0,0-1 1 0 0,1 1-1 0 0,-1 0 1 0 0,0 0-1 0 0,1-1 1 0 0,-1 1-1 0 0,0 0 1 0 0,1-1-1 0 0,-1 1 1 0 0,1 0-1 0 0,-1-1 1 0 0,1 1-1 0 0,-1-1 1 0 0,1 1-1 0 0,-1-1 1 0 0,1 1-1 0 0,0-1 1 0 0,-1 1-1 0 0,1-1 1 0 0,0 0-1 0 0,-1 1 1 0 0,1-1-1 0 0,0 0 1 0 0,0 0-1 0 0,-1 1 1 0 0,1-1-1 0 0,1 0 1 0 0,0 0-240 0 0,-1 0 0 0 0,0-1 0 0 0,0 1 0 0 0,1-1 0 0 0,-1 1 1 0 0,0-1-1 0 0,0 1 0 0 0,1-1 0 0 0,-1 0 0 0 0,0 0 0 0 0,0 1 0 0 0,0-1 1 0 0,0 0-1 0 0,0 0 0 0 0,0 0 0 0 0,0 0 0 0 0,1-2 0 0 0,6-13-5042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11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1 185 5596 0 0,'16'0'6230'0'0,"3"-6"-5486"0"0,16-2 356 0 0,3 2-666 0 0,8-4 318 0 0,1-2-662 0 0,7-1 256 0 0,5-3-664 0 0,2 0-276 0 0,4-3-932 0 0,-6-1-890 0 0,2 2 346 0 0,-14-2-1386 0 0,7 0-1442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12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33 4422 0 0,'-13'12'2973'0'0,"11"-11"-2407"0"0,0 0 0 0 0,0 1-1 0 0,0-1 1 0 0,0 1-1 0 0,1-1 1 0 0,-1 1 0 0 0,1 0-1 0 0,-1 0 1 0 0,1 0-1 0 0,-2 3 1 0 0,3-3-489 0 0,-1-1 0 0 0,1 0 0 0 0,0 1 1 0 0,1-1-1 0 0,-1 0 0 0 0,0 1 0 0 0,0-1 0 0 0,1 0 0 0 0,-1 1 0 0 0,0-1 0 0 0,1 0 1 0 0,-1 0-1 0 0,1 0 0 0 0,0 1 0 0 0,-1-1 0 0 0,1 0 0 0 0,0 0 0 0 0,0 0 1 0 0,0 0-1 0 0,-1 0 0 0 0,1 0 0 0 0,0 0 0 0 0,0-1 0 0 0,1 1 0 0 0,1 1 0 0 0,21 16 345 0 0,1-1-1 0 0,1-1 0 0 0,1-2 1 0 0,48 20-1 0 0,-43-21-208 0 0,0 2 1 0 0,-2 1-1 0 0,35 24 0 0 0,-62-38-148 0 0,0 0-1 0 0,0 0 0 0 0,0 0 0 0 0,0 1 1 0 0,-1-1-1 0 0,1 1 0 0 0,-1-1 0 0 0,1 1 1 0 0,-1 0-1 0 0,0 0 0 0 0,0 0 1 0 0,-1 0-1 0 0,1 0 0 0 0,0 1 0 0 0,-1-1 1 0 0,0 0-1 0 0,0 1 0 0 0,0-1 1 0 0,0 1-1 0 0,-1-1 0 0 0,1 1 0 0 0,-1 0 1 0 0,0-1-1 0 0,0 6 0 0 0,-1-5-14 0 0,-1-1-1 0 0,1 1 1 0 0,-1 0-1 0 0,0-1 1 0 0,0 1-1 0 0,0-1 1 0 0,-1 1-1 0 0,1-1 1 0 0,-1 0-1 0 0,0 0 1 0 0,1 0-1 0 0,-2-1 0 0 0,1 1 1 0 0,0-1-1 0 0,0 1 1 0 0,-1-1-1 0 0,1 0 1 0 0,-1 0-1 0 0,0-1 1 0 0,-7 3-1 0 0,0 0-33 0 0,0-1 0 0 0,0 0 0 0 0,-1-1 0 0 0,1 0 0 0 0,-1-1 0 0 0,0 0-1 0 0,1-1 1 0 0,-1 0 0 0 0,-20-4 0 0 0,28 3-38 0 0,0 1 0 0 0,-1-2 0 0 0,1 1 0 0 0,0 0 0 0 0,0-1 0 0 0,1 0 0 0 0,-1 0 0 0 0,0 0 0 0 0,1 0 0 0 0,-1 0 0 0 0,1-1 0 0 0,-7-5 0 0 0,9 5-17 0 0,-1 1-1 0 0,0-1 0 0 0,1 1 1 0 0,-1-1-1 0 0,1 0 1 0 0,0 0-1 0 0,0 0 0 0 0,0 1 1 0 0,0-1-1 0 0,1 0 0 0 0,-1 0 1 0 0,1 0-1 0 0,-1 0 1 0 0,1 0-1 0 0,0 0 0 0 0,1 0 1 0 0,-1 0-1 0 0,0 0 1 0 0,1 0-1 0 0,0-4 0 0 0,5-14-143 0 0,0 0 0 0 0,2 0 0 0 0,0 0 1 0 0,1 1-1 0 0,1 0 0 0 0,1 1 0 0 0,15-20 0 0 0,-7 12-627 0 0,39-39 0 0 0,-1 12-3308 0 0,-66 47-4080 0 0,-3 1 3342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2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5762 0 0,'11'2'12262'0'0,"8"-4"-5011"0"0,36-10-3134 0 0,28-12-6514 0 0,-54 15 4033 0 0,2-4-2114 0 0,-3 1 2978 0 0,-9 5-4752 0 0,-4 3-4536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2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7394 0 0,'0'0'12436'0'0,"-15"11"-10051"0"0,7 20-1556 0 0,2 0 1 0 0,1 1-1 0 0,0 45 0 0 0,4-58-929 0 0,3 38-2397 0 0,7-23-3147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2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5056 0 0,'4'6'14478'0'0,"15"-9"-11778"0"0,26-13-3251 0 0,-21 5 218 0 0,32-13 1338 0 0,-19 12-9253 0 0,-45 21 2277 0 0,5-6 4340 0 0,-2 8-4856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3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39 5458 0 0,'0'0'140'0'0,"0"0"0"0"0,0 0 0 0 0,-1-1 0 0 0,1 1 0 0 0,0 0 0 0 0,0-1 1 0 0,0 1-1 0 0,-1 0 0 0 0,1-1 0 0 0,0 1 0 0 0,0 0 0 0 0,0-1 0 0 0,0 1 0 0 0,0 0 0 0 0,0-1 0 0 0,0 1 0 0 0,0 0 0 0 0,0-1 0 0 0,0 1 0 0 0,0-1 0 0 0,0 1 0 0 0,0 0 0 0 0,0-1 0 0 0,0 1 0 0 0,0 0 0 0 0,0-1 1 0 0,1 1-1 0 0,-1 0 0 0 0,0-1 0 0 0,0 1 0 0 0,0 0 0 0 0,0-1 0 0 0,1 1 0 0 0,-1 0 0 0 0,0 0 0 0 0,0-1 0 0 0,1 1 0 0 0,-1 0 0 0 0,0 0 0 0 0,1-1 0 0 0,-1 1 0 0 0,0 0 0 0 0,1 0 0 0 0,-1 0 0 0 0,1-1 0 0 0,27-8 2340 0 0,46-2-1692 0 0,-64 10-245 0 0,4-1-232 0 0,1 1 0 0 0,0 0-1 0 0,0 1 1 0 0,0 1 0 0 0,0 0-1 0 0,-1 1 1 0 0,28 7 0 0 0,-37 21 1894 0 0,-10-18-1735 0 0,-1 0 0 0 0,0-1 0 0 0,-1 0 1 0 0,0 0-1 0 0,-1 0 0 0 0,0-1 0 0 0,-1 0 0 0 0,-14 13 0 0 0,-14 18 787 0 0,29-31-982 0 0,0 0-1 0 0,1 0 1 0 0,1 1-1 0 0,-8 15 1 0 0,13-25-268 0 0,1 0 0 0 0,-1 0 0 0 0,0 0-1 0 0,1 0 1 0 0,-1 1 0 0 0,1-1 0 0 0,-1 0 0 0 0,1 0 0 0 0,0 1 0 0 0,-1-1 0 0 0,1 0 0 0 0,0 1 0 0 0,0-1 0 0 0,0 0 0 0 0,0 0 0 0 0,0 1 0 0 0,0-1 0 0 0,1 0 0 0 0,-1 1 0 0 0,0-1 0 0 0,0 0 0 0 0,1 0-1 0 0,-1 1 1 0 0,1-1 0 0 0,0 0 0 0 0,-1 0 0 0 0,1 0 0 0 0,0 0 0 0 0,-1 0 0 0 0,1 0 0 0 0,0 0 0 0 0,0 0 0 0 0,0 0 0 0 0,0 0 0 0 0,0 0 0 0 0,0 0 0 0 0,0-1 0 0 0,0 1 0 0 0,0 0 0 0 0,1-1 0 0 0,-1 1 0 0 0,0-1-1 0 0,0 0 1 0 0,0 1 0 0 0,1-1 0 0 0,-1 0 0 0 0,0 1 0 0 0,1-1 0 0 0,-1 0 0 0 0,0 0 0 0 0,0 0 0 0 0,1 0 0 0 0,-1 0 0 0 0,0-1 0 0 0,2 1 0 0 0,20-2-343 0 0,0-1 1 0 0,0-1-1 0 0,-1 0 1 0 0,40-15-1 0 0,-12 1-3266 0 0,-7 1-3460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3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1 157 6680 0 0,'0'0'1950'0'0,"6"-6"2354"0"0,13-12-2497 0 0,140-70 2080 0 0,-126 73-4689 0 0,45-14 0 0 0,-75 28 22 0 0,-3 10-6320 0 0,0-7 6444 0 0,0 0 1 0 0,0 0-1 0 0,-1 0 0 0 0,1-1 1 0 0,0 1-1 0 0,-2 3 0 0 0,-12 4-3884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4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5668 0 0,'0'0'4063'0'0,"25"-3"-1289"0"0,55-8-946 0 0,94 1-1 0 0,-174 10-1779 0 0,1 0 0 0 0,-1-1 0 0 0,1 1 0 0 0,-1 0 0 0 0,1 0 0 0 0,-1 0-1 0 0,1 0 1 0 0,0 0 0 0 0,-1 0 0 0 0,1 0 0 0 0,-1 0 0 0 0,1 0-1 0 0,-1 1 1 0 0,1-1 0 0 0,-1 0 0 0 0,1 0 0 0 0,-1 0 0 0 0,1 1-1 0 0,-1-1 1 0 0,1 0 0 0 0,-1 0 0 0 0,1 1 0 0 0,-1-1 0 0 0,0 0-1 0 0,1 1 1 0 0,-1-1 0 0 0,1 1 0 0 0,-1-1 0 0 0,0 0 0 0 0,1 1-1 0 0,-1-1 1 0 0,0 1 0 0 0,0-1 0 0 0,1 1 0 0 0,-1 0 0 0 0,-10 17 1746 0 0,-24 11 423 0 0,-50 17 476 0 0,83-45-2342 0 0,32 5-284 0 0,-17-11-59 0 0,1 1-1 0 0,0 0 0 0 0,0 1 0 0 0,0 0 0 0 0,0 2 0 0 0,30-1 0 0 0,-41 3-12 0 0,0-1 0 0 0,0 1 0 0 0,0-1 0 0 0,0 1 0 0 0,0 0 0 0 0,0 0 0 0 0,0 1 0 0 0,-1-1 0 0 0,1 1 0 0 0,0 0 0 0 0,-1 0-1 0 0,1 0 1 0 0,-1 1 0 0 0,0-1 0 0 0,0 1 0 0 0,0 0 0 0 0,0-1 0 0 0,0 1 0 0 0,-1 1 0 0 0,1-1 0 0 0,-1 0 0 0 0,0 1 0 0 0,0-1 0 0 0,0 1 0 0 0,0-1 0 0 0,-1 1-1 0 0,0 0 1 0 0,1 0 0 0 0,-1 0 0 0 0,0 0 0 0 0,0 5 0 0 0,-1-3-189 0 0,1 0 0 0 0,-1 0 0 0 0,0 0 0 0 0,-1 0 0 0 0,0 0 0 0 0,0 0 0 0 0,0-1 0 0 0,0 1 0 0 0,-4 7 0 0 0,-14 26-8614 0 0,18-38 8429 0 0,0 0 0 0 0,1 0 1 0 0,-1 0-1 0 0,0 0 0 0 0,0 0 1 0 0,0 0-1 0 0,-1-1 0 0 0,1 1 1 0 0,0 0-1 0 0,0-1 0 0 0,0 1 0 0 0,0 0 1 0 0,-1-1-1 0 0,1 0 0 0 0,0 1 1 0 0,-1-1-1 0 0,1 0 0 0 0,-2 1 1 0 0,2-1-89 0 0,-12 2-5998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18 170 5012 0 0,'-2'0'3641'0'0,"-13"-3"6412"0"0,140-53-7351 0 0,-1-8-4457 0 0,-108 56 581 0 0,12-8-1851 0 0,-13 1-6314 0 0,-8 8 3242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5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56 6542 0 0,'-19'4'2246'0'0,"18"-3"-1831"0"0,0-1 0 0 0,0 1-1 0 0,0-1 1 0 0,0 1 0 0 0,0-1 0 0 0,0 1 0 0 0,0 0-1 0 0,1 0 1 0 0,-1-1 0 0 0,0 1 0 0 0,0 0 0 0 0,1 0-1 0 0,-1 0 1 0 0,1 0 0 0 0,-1 0 0 0 0,1-1-1 0 0,-1 1 1 0 0,0 2 0 0 0,0 21 5979 0 0,6-2-6791 0 0,-4-21 453 0 0,-1 1 1 0 0,1 0 0 0 0,0 0-1 0 0,-1 0 1 0 0,1-1 0 0 0,0 1-1 0 0,0 0 1 0 0,0-1 0 0 0,0 1-1 0 0,1-1 1 0 0,-1 1 0 0 0,0-1-1 0 0,1 1 1 0 0,-1-1 0 0 0,1 0-1 0 0,-1 0 1 0 0,1 0 0 0 0,-1 0-1 0 0,1 0 1 0 0,0 0 0 0 0,3 1-1 0 0,-1-1-4 0 0,0 0-1 0 0,1-1 1 0 0,-1 1 0 0 0,0-1-1 0 0,1 0 1 0 0,-1 0-1 0 0,1 0 1 0 0,-1-1-1 0 0,7-1 1 0 0,8-3-221 0 0,1-1 1 0 0,0-1 0 0 0,22-13 0 0 0,-32 16-69 0 0,26-12-1593 0 0,61-31-2112 0 0,-35 7-7684 0 0,-50 31 5524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5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7212 0 0,'-16'13'2302'0'0,"9"-4"-60"0"0,7 5-102 0 0,-12 12-446 0 0,12-2-365 0 0,0 3-329 0 0,0 5-4 0 0,0 4-516 0 0,0 3-228 0 0,7 0-954 0 0,-2-1 20 0 0,-5 0-614 0 0,7-1-501 0 0,-7-3-589 0 0,0-1-206 0 0,0-3-1464 0 0,-7-2-2062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5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6 200 5002 0 0,'-2'-3'2655'0'0,"1"3"-2124"0"0,1-1 0 0 0,0 0 0 0 0,-1 1 0 0 0,1-1 0 0 0,0 0 0 0 0,0 1 0 0 0,-1-1 0 0 0,1 0 0 0 0,0 1 0 0 0,0-1 0 0 0,0 0 0 0 0,0 0 0 0 0,0 1 0 0 0,0-1 0 0 0,0 0 0 0 0,0 0 0 0 0,0 1 0 0 0,0-1 0 0 0,1-1 0 0 0,12-18 3004 0 0,29-17-5249 0 0,-34 31 2937 0 0,88-67-601 0 0,-33 29-4533 0 0,-61 43 2350 0 0,-13 22-14892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6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 2436 0 0,'0'0'6048'0'0,"-31"6"-2761"0"0,26-4-2794 0 0,-1 1 0 0 0,1 1 0 0 0,-1-1-1 0 0,1 1 1 0 0,0 0 0 0 0,0 0 0 0 0,0 0 0 0 0,1 1 0 0 0,0-1-1 0 0,-6 9 1 0 0,7-10-319 0 0,1 1 0 0 0,0-1 1 0 0,-1 1-1 0 0,1 0 0 0 0,1 0 0 0 0,-1-1 0 0 0,1 1 0 0 0,-1 0 0 0 0,1 1 1 0 0,0-1-1 0 0,1 0 0 0 0,-1 0 0 0 0,1 0 0 0 0,-1 0 0 0 0,1 1 0 0 0,1 5 1 0 0,0-7-134 0 0,1 0-1 0 0,-1-1 1 0 0,0 1 0 0 0,1-1 0 0 0,0 1 0 0 0,0-1 0 0 0,0 0 0 0 0,0 0 0 0 0,0 0 0 0 0,0 0-1 0 0,0 0 1 0 0,0 0 0 0 0,1 0 0 0 0,-1-1 0 0 0,1 1 0 0 0,0-1 0 0 0,-1 0 0 0 0,1 0 0 0 0,0 0 0 0 0,0 0-1 0 0,5 1 1 0 0,63 10 371 0 0,-49-10-287 0 0,41 5 50 0 0,-59-6-118 0 0,0-1-1 0 0,-1 1 0 0 0,1 0 1 0 0,0 1-1 0 0,0-1 1 0 0,-1 1-1 0 0,1-1 1 0 0,-1 1-1 0 0,1 0 0 0 0,-1 0 1 0 0,0 1-1 0 0,4 2 1 0 0,-6-3-33 0 0,0 0 0 0 0,-1 0 0 0 0,1-1 0 0 0,0 1 1 0 0,-1 0-1 0 0,1 0 0 0 0,-1 0 0 0 0,1 0 0 0 0,-1 0 1 0 0,0 0-1 0 0,0 0 0 0 0,0 0 0 0 0,0 1 0 0 0,0-1 0 0 0,-1 0 1 0 0,1 0-1 0 0,0 0 0 0 0,-1-1 0 0 0,0 1 0 0 0,1 0 1 0 0,-1 0-1 0 0,0 0 0 0 0,0 0 0 0 0,0 0 0 0 0,0-1 0 0 0,-2 3 1 0 0,-37 48-1260 0 0,38-50 1003 0 0,-6 8-882 0 0,0-1 0 0 0,-1-1 1 0 0,0 1-1 0 0,-17 11 1 0 0,21-17-187 0 0,0 0 0 0 0,-1-1 0 0 0,1 1 0 0 0,-1-1 0 0 0,1 0 0 0 0,-1-1 0 0 0,-8 2 0 0 0,-5 0-4398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6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0 195 6898 0 0,'0'0'2324'0'0,"0"-12"-756"0"0,0 0 336 0 0,12 3-1064 0 0,7-6 334 0 0,-7 3-740 0 0,4-3-136 0 0,7 0-50 0 0,3-1 204 0 0,2-1-728 0 0,-4 0-252 0 0,2 3-410 0 0,-3-1-1132 0 0,-18 7-472 0 0,2 0-1348 0 0,-3-1-1988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7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22 206 5834 0 0,'-1'0'295'0'0,"1"0"0"0"0,-1 1 1 0 0,0-1-1 0 0,1 0 0 0 0,-1 0 0 0 0,0 0 0 0 0,0 0 0 0 0,1 0 0 0 0,-1 0 1 0 0,0 0-1 0 0,0 0 0 0 0,1 0 0 0 0,-1 0 0 0 0,0-1 0 0 0,0 1 0 0 0,1 0 0 0 0,-1 0 1 0 0,0-1-1 0 0,1 1 0 0 0,-1 0 0 0 0,0-1 0 0 0,1 1 0 0 0,-1-1 0 0 0,1 1 1 0 0,-1-1-1 0 0,1 1 0 0 0,-1-1 0 0 0,1 1 0 0 0,-1-1 0 0 0,1 1 0 0 0,-1-1 0 0 0,0-1 1 0 0,2 1-115 0 0,0 0 1 0 0,0-1 0 0 0,0 1 0 0 0,0 0 0 0 0,0-1 0 0 0,1 1-1 0 0,-1 0 1 0 0,0 0 0 0 0,0 0 0 0 0,1 0 0 0 0,-1 0 0 0 0,1 0-1 0 0,1-1 1 0 0,70-33-1081 0 0,-65 31 1644 0 0,39-18-94 0 0,78-48 1 0 0,-60 21-4187 0 0,-77 56-6764 0 0,-10 4 4883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7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4180 0 0,'-28'29'4551'0'0,"23"-25"-3675"0"0,0 1-1 0 0,0-1 0 0 0,1 1 1 0 0,0-1-1 0 0,0 1 1 0 0,0 1-1 0 0,0-1 0 0 0,-4 9 1 0 0,7-10-696 0 0,-1-1 0 0 0,0 1 0 0 0,1 0 1 0 0,0 0-1 0 0,0 1 0 0 0,0-1 0 0 0,0 0 1 0 0,0 0-1 0 0,1 0 0 0 0,0 1 0 0 0,0-1 0 0 0,0 0 1 0 0,1 0-1 0 0,-1 1 0 0 0,1-1 0 0 0,0 0 0 0 0,0 0 1 0 0,1 0-1 0 0,-1 0 0 0 0,1 0 0 0 0,0 0 0 0 0,0-1 1 0 0,0 1-1 0 0,0 0 0 0 0,0-1 0 0 0,1 0 1 0 0,0 1-1 0 0,0-1 0 0 0,5 5 0 0 0,-2-4-121 0 0,1 0 1 0 0,-1 0-1 0 0,0 0 0 0 0,1 0 0 0 0,0-1 1 0 0,0 0-1 0 0,0-1 0 0 0,0 0 0 0 0,0 0 0 0 0,1 0 1 0 0,-1-1-1 0 0,0 0 0 0 0,1 0 0 0 0,-1-1 1 0 0,1 0-1 0 0,10-1 0 0 0,0-2-62 0 0,0 0 0 0 0,0-2 0 0 0,-1 1 1 0 0,25-12-1 0 0,-34 13-215 0 0,0-1 0 0 0,-1 0 0 0 0,0 0 0 0 0,0 0 0 0 0,0-1 0 0 0,-1 0 0 0 0,1 0 0 0 0,-1-1 0 0 0,0 0 0 0 0,-1 0 1 0 0,9-12-1 0 0,-14 17 207 0 0,0 0 1 0 0,0 0 0 0 0,0 0 0 0 0,0-1 0 0 0,0 1-1 0 0,0 0 1 0 0,0 0 0 0 0,0 0 0 0 0,-1 0 0 0 0,1 0-1 0 0,0 0 1 0 0,-1 0 0 0 0,1 0 0 0 0,-1 0 0 0 0,1 0-1 0 0,-1 0 1 0 0,0 0 0 0 0,1 0 0 0 0,-1 0-1 0 0,0 0 1 0 0,0 0 0 0 0,0 1 0 0 0,1-1 0 0 0,-1 0-1 0 0,0 1 1 0 0,0-1 0 0 0,0 1 0 0 0,0-1 0 0 0,0 1-1 0 0,0-1 1 0 0,-1 0 0 0 0,-7 1-25 0 0,0 1 1 0 0,0-1 0 0 0,1 1-1 0 0,-1 1 1 0 0,0 0-1 0 0,1 0 1 0 0,-1 0-1 0 0,1 1 1 0 0,0 1-1 0 0,0-1 1 0 0,0 1-1 0 0,0 0 1 0 0,1 1-1 0 0,-10 8 1 0 0,-41 36-2558 0 0,7 4-4339 0 0,34-35 2972 0 0,-2 0-2091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8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18 116 4472 0 0,'-3'1'3174'0'0,"-11"3"7828"0"0,64-13-9980 0 0,93-31 1 0 0,-18-5-7009 0 0,-87 27-3295 0 0,-26 10 3873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4300 0 0,'0'0'4203'0'0,"18"-6"-2575"0"0,24-10-399 0 0,53-12 0 0 0,-82 25-1104 0 0,0 0 0 0 0,0 1 0 0 0,0 1 0 0 0,0 0 1 0 0,0 1-1 0 0,0 0 0 0 0,0 1 0 0 0,26 5 0 0 0,-36-5-28 0 0,0 0-1 0 0,0 0 1 0 0,0 0 0 0 0,-1 0-1 0 0,1 1 1 0 0,0-1-1 0 0,0 1 1 0 0,-1 0-1 0 0,1 0 1 0 0,-1 0-1 0 0,0 0 1 0 0,1 0-1 0 0,-1 0 1 0 0,0 1-1 0 0,0-1 1 0 0,0 1-1 0 0,-1 0 1 0 0,1-1-1 0 0,-1 1 1 0 0,1 0 0 0 0,-1 0-1 0 0,0 0 1 0 0,0 0-1 0 0,0 0 1 0 0,-1 0-1 0 0,1 0 1 0 0,-1 0-1 0 0,1 0 1 0 0,-1 1-1 0 0,0 3 1 0 0,-1 12 687 0 0,-1 0 1 0 0,0 0-1 0 0,-2 0 1 0 0,-6 21-1 0 0,-2 15 704 0 0,11-44-1244 0 0,0 1 1 0 0,1-1-1 0 0,0 1 0 0 0,1-1 1 0 0,0 1-1 0 0,1-1 0 0 0,3 16 1 0 0,-4-25-292 0 0,0 0-1 0 0,-1 0 1 0 0,1 0 0 0 0,0 0 0 0 0,0 0 0 0 0,0 0 0 0 0,0 0 0 0 0,1-1-1 0 0,-1 1 1 0 0,0 0 0 0 0,1-1 0 0 0,-1 1 0 0 0,1-1 0 0 0,0 1 0 0 0,0-1-1 0 0,-1 0 1 0 0,1 1 0 0 0,3 0 0 0 0,-2-1-170 0 0,-1-1 1 0 0,1 0-1 0 0,-1 0 0 0 0,1 0 1 0 0,0 0-1 0 0,-1 0 0 0 0,1 0 1 0 0,-1-1-1 0 0,1 1 0 0 0,-1-1 1 0 0,1 0-1 0 0,-1 0 0 0 0,1 0 1 0 0,-1 0-1 0 0,0 0 1 0 0,1 0-1 0 0,-1-1 0 0 0,0 1 1 0 0,0-1-1 0 0,2-1 0 0 0,21-20-4651 0 0,-14 6-2250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2204 0 0,'0'0'670'0'0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9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13 130 2880 0 0,'-12'9'12837'0'0,"27"-14"-10097"0"0,28-14-2936 0 0,-8-3 1083 0 0,5-1 28 0 0,58-46 0 0 0,-97 68-1418 0 0,-14 27-6851 0 0,-17 13-966 0 0,19-26 3533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0:44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144 268 290 0 0,'0'0'1134'0'0,"3"-38"-1220"0"0,-17 31-1478 0 0,13 7 1989 0 0,0-1 2 0 0,-1 0-1 0 0,1 0 1 0 0,-1 0-1 0 0,1 1 1 0 0,-1-1-1 0 0,1 1 1 0 0,-1-1 0 0 0,1 1-1 0 0,-1 0 1 0 0,1-1-1 0 0,-1 1 1 0 0,1 0-1 0 0,-1 0 1 0 0,0 0-1 0 0,1 0 1 0 0,-1 0 0 0 0,1 1-1 0 0,-1-1 1 0 0,1 0-1 0 0,-1 1 1 0 0,-1 0-1 0 0,1 0 527 0 0,12 12-596 0 0,-10-12-359 0 0,0 0 0 0 0,1-1-1 0 0,-1 1 1 0 0,1-1 0 0 0,-1 1-1 0 0,1 0 1 0 0,-1-1 0 0 0,1 1 0 0 0,0-1-1 0 0,-1 1 1 0 0,1-1 0 0 0,-1 1-1 0 0,1-1 1 0 0,0 0 0 0 0,0 1-1 0 0,-1-1 1 0 0,1 0 0 0 0,0 1-1 0 0,0-1 1 0 0,-1 0 0 0 0,1 0 0 0 0,0 0-1 0 0,0 0 1 0 0,-1 0 0 0 0,1 0-1 0 0,1 0 1 0 0,0 0 93 0 0,7-7 215 0 0,-8 7-209 0 0,1-1 1 0 0,-1 0-1 0 0,1 0 0 0 0,-1 0 1 0 0,1 0-1 0 0,-1 0 1 0 0,0 0-1 0 0,1 0 0 0 0,-1-1 1 0 0,0 1-1 0 0,0 0 1 0 0,0-1-1 0 0,0 1 0 0 0,0 0 1 0 0,0-1-1 0 0,-1 1 1 0 0,2-3-1 0 0,-2 3-75 0 0,0 0 1 0 0,0 0-1 0 0,0 0 0 0 0,0 0 0 0 0,0-1 1 0 0,0 1-1 0 0,0 0 0 0 0,-1 0 0 0 0,1 0 0 0 0,0 0 1 0 0,-1 0-1 0 0,1 0 0 0 0,0-1 0 0 0,-1 1 1 0 0,0 0-1 0 0,1 0 0 0 0,-1 0 0 0 0,1 1 1 0 0,-1-1-1 0 0,0 0 0 0 0,0 0 0 0 0,0 0 1 0 0,1 0-1 0 0,-1 1 0 0 0,0-1 0 0 0,0 0 1 0 0,-2 0-1 0 0,1 0 64 0 0,0 1 0 0 0,0 0 1 0 0,0 0-1 0 0,0-1 0 0 0,0 1 1 0 0,0 1-1 0 0,-1-1 0 0 0,1 0 1 0 0,0 0-1 0 0,0 1 0 0 0,0-1 1 0 0,0 1-1 0 0,-3 1 0 0 0,-2 1 151 0 0,0 0 0 0 0,0 1 1 0 0,1 0-1 0 0,0 0 0 0 0,0 0 0 0 0,0 1 0 0 0,-9 9 0 0 0,14-13-2 0 0,-4 17-188 0 0,5-18-46 0 0,0 1 1 0 0,0-1-1 0 0,-1 0 1 0 0,1 1-1 0 0,0-1 1 0 0,0 1-1 0 0,0-1 1 0 0,0 0-1 0 0,0 1 1 0 0,0-1-1 0 0,0 1 1 0 0,0-1-1 0 0,0 1 1 0 0,0-1-1 0 0,0 0 1 0 0,0 1-1 0 0,0-1 1 0 0,0 1-1 0 0,0-1 1 0 0,1 0-1 0 0,-1 1 1 0 0,0-1-1 0 0,0 1 1 0 0,0-1-1 0 0,1 0 1 0 0,-1 1 0 0 0,0-1-1 0 0,1 0 1 0 0,-1 1-1 0 0,0-1 1 0 0,0 0-1 0 0,1 0 1 0 0,-1 1-1 0 0,0-1 1 0 0,1 0-1 0 0,-1 0 1 0 0,1 0-1 0 0,-1 1 1 0 0,0-1-1 0 0,1 0 1 0 0,-1 0-1 0 0,1 0 1 0 0,-1 0-1 0 0,0 0 1 0 0,1 0-1 0 0,-1 0 1 0 0,1 0-1 0 0,-1 0 1 0 0,1 0-1 0 0,-1 0 1 0 0,0 0-1 0 0,1 0 1 0 0,0 0-1 0 0,3-2 13 0 0,0 1 0 0 0,0-1 0 0 0,0 0-1 0 0,0 0 1 0 0,0-1 0 0 0,-1 1 0 0 0,1-1-1 0 0,-1 0 1 0 0,1 0 0 0 0,-1 0 0 0 0,0 0 0 0 0,0 0-1 0 0,0-1 1 0 0,-1 0 0 0 0,1 1 0 0 0,2-8 0 0 0,16-18-202 0 0,-14 4 411 0 0,-7 25-220 0 0,1-1 0 0 0,-1 0 0 0 0,1 1 0 0 0,0-1 1 0 0,-1 1-1 0 0,1-1 0 0 0,-1 0 0 0 0,0 1 0 0 0,1-1 0 0 0,-1 0 0 0 0,0 0 0 0 0,1 1 0 0 0,-1-1 0 0 0,0 0 0 0 0,0 0 0 0 0,0 0 0 0 0,1 1 0 0 0,-1-1 0 0 0,0 0 1 0 0,0 0-1 0 0,0 0 0 0 0,-1 0 0 0 0,1 1 0 0 0,0-1 0 0 0,0 0 0 0 0,0 0 0 0 0,0 1 0 0 0,-1-1 0 0 0,1 0 0 0 0,0 0 0 0 0,-1 1 0 0 0,1-1 0 0 0,-1 0 0 0 0,1 0 1 0 0,-1 1-1 0 0,1-1 0 0 0,-1 1 0 0 0,1-1 0 0 0,-1 1 0 0 0,1-1 0 0 0,-1 0 0 0 0,0 1 0 0 0,1 0 0 0 0,-1-1 0 0 0,0 1 0 0 0,0-1 0 0 0,1 1 0 0 0,-1 0 0 0 0,0 0 1 0 0,-1-1-1 0 0,-1 1 24 0 0,0-1 0 0 0,0 1 0 0 0,0 0 0 0 0,0 0 0 0 0,0 0 1 0 0,0 1-1 0 0,0-1 0 0 0,1 1 0 0 0,-1 0 0 0 0,0-1 0 0 0,-4 3 1 0 0,-2 2 221 0 0,1 0 1 0 0,0 0-1 0 0,1 1 1 0 0,-1 0-1 0 0,1 0 1 0 0,0 1 0 0 0,1 0-1 0 0,-1 0 1 0 0,1 1-1 0 0,1 0 1 0 0,0 0-1 0 0,-5 10 1 0 0,9-17-1 0 0,1 0-243 0 0,0 0 1 0 0,0 0-1 0 0,-1 0 0 0 0,2 0 1 0 0,-1 0-1 0 0,0 0 1 0 0,0 0-1 0 0,0 0 0 0 0,0 0 1 0 0,0 0-1 0 0,1 0 0 0 0,-1 0 1 0 0,1 0-1 0 0,-1 0 0 0 0,0 0 1 0 0,1 0-1 0 0,-1 0 1 0 0,1-1-1 0 0,0 1 0 0 0,-1 0 1 0 0,1 0-1 0 0,0-1 0 0 0,0 1 1 0 0,-1 0-1 0 0,1-1 0 0 0,0 1 1 0 0,0-1-1 0 0,1 2 1 0 0,0-2 3 0 0,0 0 1 0 0,0 1-1 0 0,0-1 0 0 0,1 0 1 0 0,-1 0-1 0 0,0-1 1 0 0,0 1-1 0 0,0 0 1 0 0,0-1-1 0 0,0 1 1 0 0,0-1-1 0 0,0 0 1 0 0,2 0-1 0 0,5-4 3 0 0,0 1 0 0 0,-1-1 0 0 0,1 0 0 0 0,12-12 0 0 0,-3-1 49 0 0,0-2-1 0 0,19-30 0 0 0,-33 46-43 0 0,-3 1 21 0 0,1 1-1 0 0,-1 0 1 0 0,0 0-1 0 0,0-1 1 0 0,0 1-1 0 0,0-1 1 0 0,-1 1-1 0 0,1-1 1 0 0,-1 1-1 0 0,1-1 1 0 0,-1 0 0 0 0,0 1-1 0 0,0-1 1 0 0,0 1-1 0 0,0-1 1 0 0,-1 0-1 0 0,1 1 1 0 0,-1-1-1 0 0,1 1 1 0 0,-1-1-1 0 0,0 1 1 0 0,0-1-1 0 0,0 1 1 0 0,0 0 0 0 0,0-1-1 0 0,-1 1 1 0 0,1 0-1 0 0,-3-2 1 0 0,3 3-35 0 0,0 0 1 0 0,0 0 0 0 0,0 1-1 0 0,-1-1 1 0 0,1 1 0 0 0,0-1-1 0 0,0 1 1 0 0,-1-1 0 0 0,1 1-1 0 0,0 0 1 0 0,-1-1 0 0 0,1 1-1 0 0,-1 0 1 0 0,1 0 0 0 0,0 0-1 0 0,-1 0 1 0 0,1 0 0 0 0,0 1-1 0 0,-1-1 1 0 0,1 0 0 0 0,0 0-1 0 0,-1 1 1 0 0,-1 0 0 0 0,-31 13 52 0 0,30-12-38 0 0,-4 2 27 0 0,1-1 1 0 0,-1 2 0 0 0,1-1 0 0 0,0 1-1 0 0,0 0 1 0 0,1 1 0 0 0,0-1-1 0 0,-10 12 1 0 0,15-15-42 0 0,1-1-1 0 0,-1 1 1 0 0,0-1-1 0 0,1 1 1 0 0,-1 0-1 0 0,1-1 1 0 0,0 1-1 0 0,0 0 1 0 0,-1-1-1 0 0,1 1 1 0 0,0 0-1 0 0,0-1 1 0 0,0 1-1 0 0,1 0 1 0 0,-1-1-1 0 0,0 1 1 0 0,1 0-1 0 0,-1-1 1 0 0,1 1-1 0 0,-1-1 1 0 0,1 1-1 0 0,0 0 1 0 0,0-1-1 0 0,0 0 1 0 0,0 1-1 0 0,0-1 1 0 0,0 1-1 0 0,0-1 1 0 0,0 0-1 0 0,0 0 1 0 0,1 0-1 0 0,-1 0 1 0 0,0 0 0 0 0,4 2-1 0 0,-4-2 13 0 0,27-8 62 0 0,-19 2-86 0 0,1 0 1 0 0,-1 0 0 0 0,0-1-1 0 0,-1 0 1 0 0,1-1 0 0 0,-1 0-1 0 0,-1 0 1 0 0,1-1 0 0 0,-1 0-1 0 0,-1 0 1 0 0,1 0-1 0 0,-1-1 1 0 0,5-10 0 0 0,-10 17 37 0 0,-8-12 50 0 0,7 13-77 0 0,0 0 0 0 0,0 0 0 0 0,-1-1 0 0 0,1 1-1 0 0,0 0 1 0 0,-1 0 0 0 0,1 0 0 0 0,0-1 0 0 0,-1 1 0 0 0,0 0 0 0 0,1 0 0 0 0,-1 0 0 0 0,0 0 0 0 0,1 0 0 0 0,-1 0 0 0 0,0 0-1 0 0,0 0 1 0 0,0 0 0 0 0,0 0 0 0 0,0 1 0 0 0,-1-2 0 0 0,-3 0 13 0 0,0 0 1 0 0,0 1-1 0 0,0 0 0 0 0,0 0 0 0 0,-1 0 1 0 0,1 0-1 0 0,0 1 0 0 0,-1 0 0 0 0,1 0 1 0 0,0 0-1 0 0,-1 1 0 0 0,1-1 0 0 0,0 1 1 0 0,0 1-1 0 0,0-1 0 0 0,-1 1 0 0 0,1 0 1 0 0,1 0-1 0 0,-1 0 0 0 0,0 1 1 0 0,1 0-1 0 0,-1 0 0 0 0,1 0 0 0 0,0 0 1 0 0,0 1-1 0 0,0-1 0 0 0,0 1 0 0 0,1 0 1 0 0,-1 0-1 0 0,-4 9 0 0 0,6-11-7 0 0,0 0 0 0 0,1 1 1 0 0,0-1-1 0 0,-1 1 0 0 0,1-1 0 0 0,0 1 1 0 0,0-1-1 0 0,0 1 0 0 0,1 0 0 0 0,-1 0 0 0 0,1-1 1 0 0,-1 1-1 0 0,1 0 0 0 0,0 0 0 0 0,0 0 0 0 0,0-1 1 0 0,1 1-1 0 0,-1 0 0 0 0,1 0 0 0 0,-1-1 0 0 0,1 1 1 0 0,0 0-1 0 0,0-1 0 0 0,0 1 0 0 0,0 0 0 0 0,1-1 1 0 0,-1 0-1 0 0,1 1 0 0 0,-1-1 0 0 0,1 0 0 0 0,0 0 1 0 0,0 0-1 0 0,0 0 0 0 0,0 0 0 0 0,0 0 0 0 0,0 0 1 0 0,1-1-1 0 0,-1 1 0 0 0,0-1 0 0 0,1 0 0 0 0,0 1 1 0 0,-1-1-1 0 0,1-1 0 0 0,-1 1 0 0 0,1 0 0 0 0,0 0 1 0 0,0-1-1 0 0,0 0 0 0 0,-1 1 0 0 0,1-1 0 0 0,0 0 1 0 0,0-1-1 0 0,0 1 0 0 0,-1 0 0 0 0,1-1 0 0 0,0 1 1 0 0,0-1-1 0 0,-1 0 0 0 0,1 0 0 0 0,-1 0 0 0 0,1 0 1 0 0,-1-1-1 0 0,4-2 0 0 0,7-4-63 0 0,-1-1 0 0 0,0 0 1 0 0,-1-1-1 0 0,0-1 0 0 0,14-15 0 0 0,-24 25 86 0 0,-1 0-24 0 0,1 0 1 0 0,-1-1-1 0 0,0 1 1 0 0,1 0-1 0 0,-1 0 0 0 0,0 0 1 0 0,0 0-1 0 0,0 0 0 0 0,0 0 1 0 0,0 0-1 0 0,0 0 0 0 0,0 0 1 0 0,0 0-1 0 0,0-1 1 0 0,-1 1-1 0 0,1 0 0 0 0,0 0 1 0 0,-1 0-1 0 0,1 0 0 0 0,-1 0 1 0 0,1 0-1 0 0,-1 0 0 0 0,1 0 1 0 0,-1 0-1 0 0,0 1 1 0 0,1-1-1 0 0,-1 0 0 0 0,-1-1 1 0 0,0 1 6 0 0,0 0 1 0 0,0 1 0 0 0,-1-1 0 0 0,1 1 0 0 0,0-1 0 0 0,0 1-1 0 0,0 0 1 0 0,0-1 0 0 0,-1 1 0 0 0,1 1 0 0 0,0-1-1 0 0,0 0 1 0 0,-3 1 0 0 0,-8 2 101 0 0,1 0 0 0 0,1 1 0 0 0,-22 9 0 0 0,31-12-130 0 0,0 0 0 0 0,1 0 0 0 0,-1 0 0 0 0,0 1 0 0 0,1-1 0 0 0,-1 0 0 0 0,1 1 0 0 0,-1-1 0 0 0,1 1 0 0 0,-1-1 0 0 0,1 1 0 0 0,0 0 0 0 0,0-1 0 0 0,0 1 0 0 0,0 0 0 0 0,0 0 0 0 0,0 0 0 0 0,0 0 0 0 0,1 0 0 0 0,-1 0 0 0 0,1 0 0 0 0,0 0 0 0 0,-1 0 0 0 0,1 0 0 0 0,0 0 0 0 0,0 0 0 0 0,0 0 0 0 0,0 0 0 0 0,1 0 0 0 0,-1 0 0 0 0,0 0 0 0 0,1 0 0 0 0,0 0 0 0 0,-1 0 0 0 0,1 0 0 0 0,0 0 0 0 0,0 0 0 0 0,0-1 0 0 0,0 1 0 0 0,0 0 0 0 0,0-1 0 0 0,1 1 0 0 0,-1-1 0 0 0,1 1 0 0 0,-1-1 0 0 0,1 1 0 0 0,-1-1 0 0 0,1 0 0 0 0,0 0 0 0 0,2 1 0 0 0,-2-1-21 0 0,0 0-1 0 0,0 0 0 0 0,0-1 1 0 0,1 1-1 0 0,-1-1 1 0 0,0 1-1 0 0,0-1 1 0 0,0 0-1 0 0,1 0 1 0 0,-1 0-1 0 0,0 0 1 0 0,0-1-1 0 0,1 1 1 0 0,-1 0-1 0 0,0-1 0 0 0,0 0 1 0 0,0 1-1 0 0,0-1 1 0 0,3-2-1 0 0,35-19-383 0 0,-38 20 450 0 0,1 1 0 0 0,-1 0-1 0 0,-1 0 1 0 0,1-1 0 0 0,0 1-1 0 0,0-1 1 0 0,0 0 0 0 0,-1 1 0 0 0,1-1-1 0 0,-1 0 1 0 0,1 0 0 0 0,-1 0 0 0 0,0 0-1 0 0,0 0 1 0 0,0 0 0 0 0,0 0 0 0 0,0-1-1 0 0,0 1 1 0 0,0 0 0 0 0,-1-1-1 0 0,0 1 1 0 0,1 0 0 0 0,-1-1 0 0 0,0 1-1 0 0,0 0 1 0 0,0-1 0 0 0,0 1 0 0 0,0-1-1 0 0,-1 1 1 0 0,1 0 0 0 0,-1-1-1 0 0,0 1 1 0 0,1 0 0 0 0,-1 0 0 0 0,-1-3-1 0 0,1 4 88 0 0,-12 2-153 0 0,12-2 22 0 0,0 1 1 0 0,0 0-1 0 0,0 0 1 0 0,0 0-1 0 0,0 0 1 0 0,0 0-1 0 0,1 0 1 0 0,-1 0-1 0 0,0 0 1 0 0,0 0-1 0 0,0 0 1 0 0,0 0-1 0 0,0 0 1 0 0,0 1-1 0 0,0-1 1 0 0,1 0-1 0 0,-1 1 1 0 0,-2 0-1 0 0,1 2-884 0 0,-2 3 3220 0 0,2-2-4190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1:0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86 3878 0 0,'0'0'5008'0'0,"20"-17"-2149"0"0,-20 17-2638 0 0,1-1 0 0 0,0 0 0 0 0,-1 0 0 0 0,1 0 0 0 0,-1 0-1 0 0,1 0 1 0 0,-1-1 0 0 0,0 1 0 0 0,1 0 0 0 0,-1 0 0 0 0,0 0 0 0 0,0 0 0 0 0,0 0 0 0 0,0 0 0 0 0,0-1 0 0 0,0 1 0 0 0,0 0 0 0 0,0 0 0 0 0,0-1 0 0 0,-2-10 393 0 0,2 10 1039 0 0,-20 1 944 0 0,18 0-2408 0 0,-1 1 0 0 0,0-1 0 0 0,0 1-1 0 0,0 0 1 0 0,0 0 0 0 0,0 0 0 0 0,0 0-1 0 0,0 0 1 0 0,1 1 0 0 0,-1-1 0 0 0,0 1-1 0 0,0 0 1 0 0,0 0 0 0 0,1 0 0 0 0,-1 0-1 0 0,0 0 1 0 0,1 0 0 0 0,-1 1 0 0 0,1 0 0 0 0,0-1-1 0 0,-3 3 1 0 0,-3 6 242 0 0,0 0 1 0 0,0 1-1 0 0,1 0 0 0 0,0 0 1 0 0,-5 14-1 0 0,10-22-437 0 0,0 0 0 0 0,1 0 1 0 0,-1 0-1 0 0,1 0 0 0 0,0 1 1 0 0,0-1-1 0 0,0 0 0 0 0,1 0 0 0 0,-1 1 1 0 0,1-1-1 0 0,0 1 0 0 0,0-1 1 0 0,0 0-1 0 0,0 1 0 0 0,0-1 1 0 0,1 0-1 0 0,-1 1 0 0 0,1-1 0 0 0,0 0 1 0 0,0 0-1 0 0,0 0 0 0 0,1 1 1 0 0,-1-1-1 0 0,4 5 0 0 0,-2-8-44 0 0,-1 0-1 0 0,0 0 1 0 0,1 0-1 0 0,-1 0 1 0 0,1-1-1 0 0,-1 1 1 0 0,0-1-1 0 0,1 1 1 0 0,-1-1-1 0 0,0 0 1 0 0,0 0-1 0 0,0 0 1 0 0,1 0-1 0 0,-1 0 1 0 0,0 0-1 0 0,0-1 1 0 0,-1 1-1 0 0,3-3 1 0 0,5-5-70 0 0,-1-1 0 0 0,-1 0 1 0 0,0 0-1 0 0,0-1 0 0 0,-1 0 0 0 0,0 0 1 0 0,-1-1-1 0 0,0 1 0 0 0,5-22 0 0 0,-9 30 160 0 0,-1-1 1 0 0,1 1-1 0 0,-1 0 0 0 0,0-1 0 0 0,0 1 0 0 0,0 0 0 0 0,0-1 0 0 0,-1 1 0 0 0,1 0 0 0 0,-1-1 0 0 0,0 1 0 0 0,0 0 0 0 0,0 0 0 0 0,0 0 0 0 0,-1 0 0 0 0,1 0 0 0 0,-4-4 0 0 0,4 5 283 0 0,-1 1-266 0 0,-1 1 0 0 0,1-1-1 0 0,-1 1 1 0 0,1-1 0 0 0,-1 1 0 0 0,0 0 0 0 0,1 0 0 0 0,-1 0 0 0 0,1 0 0 0 0,-1 1 0 0 0,1-1 0 0 0,-1 1-1 0 0,1 0 1 0 0,-4 1 0 0 0,-6 4 3 0 0,1 0 0 0 0,0 1 0 0 0,0 0 0 0 0,1 1 0 0 0,0 0 0 0 0,0 1 0 0 0,1 0 0 0 0,0 1 0 0 0,1 0 0 0 0,0 0 0 0 0,0 0 0 0 0,1 1 0 0 0,1 0-1 0 0,0 1 1 0 0,0 0 0 0 0,1 0 0 0 0,1 0 0 0 0,-4 15 0 0 0,7-26-66 0 0,0 1 1 0 0,1 0-1 0 0,-1-1 0 0 0,1 1 0 0 0,0 0 0 0 0,-1-1 1 0 0,1 1-1 0 0,0 0 0 0 0,0 0 0 0 0,0-1 0 0 0,0 1 1 0 0,0 0-1 0 0,1-1 0 0 0,-1 1 0 0 0,0 0 0 0 0,1-1 1 0 0,-1 1-1 0 0,1 0 0 0 0,0-1 0 0 0,0 1 0 0 0,-1-1 1 0 0,1 1-1 0 0,0-1 0 0 0,0 1 0 0 0,0-1 0 0 0,0 0 1 0 0,1 0-1 0 0,-1 1 0 0 0,0-1 0 0 0,1 0 0 0 0,-1 0 1 0 0,0 0-1 0 0,1 0 0 0 0,-1-1 0 0 0,1 1 0 0 0,0 0 1 0 0,-1 0-1 0 0,1-1 0 0 0,-1 1 0 0 0,1-1 0 0 0,0 0 1 0 0,-1 1-1 0 0,1-1 0 0 0,0 0 0 0 0,2 0 0 0 0,3 0-17 0 0,1 0-1 0 0,-1-1 0 0 0,1 1 0 0 0,-1-1 0 0 0,1-1 0 0 0,-1 0 0 0 0,0 0 0 0 0,12-4 1 0 0,-8 0 4 0 0,-1 0 0 0 0,0-1 1 0 0,1 0-1 0 0,-2-1 1 0 0,18-16-1 0 0,-22 19 0 0 0,0-1-1 0 0,0 1 0 0 0,-1-1 0 0 0,0 0 0 0 0,0 0 0 0 0,0 0 0 0 0,0-1 0 0 0,-1 1 0 0 0,0-1 0 0 0,3-13 0 0 0,-5 19 27 0 0,-1 0 0 0 0,1-1-1 0 0,-1 1 1 0 0,0 0 0 0 0,0 0-1 0 0,1 0 1 0 0,-1 0 0 0 0,0 0-1 0 0,0-1 1 0 0,0 1 0 0 0,0 0-1 0 0,-1 0 1 0 0,1 0 0 0 0,0-1-1 0 0,0 1 1 0 0,-1 0 0 0 0,1 0-1 0 0,-1 0 1 0 0,1 0 0 0 0,-1 0 0 0 0,1 0-1 0 0,-1 0 1 0 0,1 0 0 0 0,-1 0-1 0 0,0 0 1 0 0,0 0 0 0 0,0 0-1 0 0,1 1 1 0 0,-1-1 0 0 0,-2-1-1 0 0,1 2 2 0 0,0-1 0 0 0,0 1-1 0 0,-1 0 1 0 0,1 0-1 0 0,0 0 1 0 0,-1 0 0 0 0,1 0-1 0 0,0 0 1 0 0,-1 1 0 0 0,1-1-1 0 0,0 1 1 0 0,0-1-1 0 0,0 1 1 0 0,-3 1 0 0 0,-7 4 49 0 0,0-1 1 0 0,1 2 0 0 0,-1 0 0 0 0,-12 10 0 0 0,16-10-16 0 0,-3 2 14 0 0,1 0 0 0 0,0 1 1 0 0,-14 17-1 0 0,22-25-57 0 0,0 1-1 0 0,0 0 1 0 0,0 0-1 0 0,1 0 0 0 0,-1 0 1 0 0,1 0-1 0 0,0 0 1 0 0,0 0-1 0 0,0 1 1 0 0,0-1-1 0 0,0 0 0 0 0,1 1 1 0 0,0-1-1 0 0,-1 0 1 0 0,1 1-1 0 0,1-1 1 0 0,-1 0-1 0 0,0 1 0 0 0,1-1 1 0 0,1 4-1 0 0,-2-5-7 0 0,1-1 1 0 0,0 1-1 0 0,0-1 0 0 0,0 1 1 0 0,0-1-1 0 0,0 1 0 0 0,0-1 0 0 0,0 0 1 0 0,1 0-1 0 0,-1 0 0 0 0,0 1 1 0 0,1-1-1 0 0,-1 0 0 0 0,1-1 0 0 0,-1 1 1 0 0,1 0-1 0 0,0 0 0 0 0,-1-1 0 0 0,1 1 1 0 0,0-1-1 0 0,-1 1 0 0 0,1-1 1 0 0,0 0-1 0 0,-1 1 0 0 0,1-1 0 0 0,0 0 1 0 0,0 0-1 0 0,-1 0 0 0 0,1-1 0 0 0,0 1 1 0 0,0 0-1 0 0,-1-1 0 0 0,1 1 1 0 0,0-1-1 0 0,-1 1 0 0 0,3-2 0 0 0,6-1-4 0 0,-1-1-1 0 0,1 0 1 0 0,-1 0-1 0 0,16-11 1 0 0,-16 8 8 0 0,-1 1 1 0 0,0-1-1 0 0,-1 0 1 0 0,1-1-1 0 0,-1 0 1 0 0,-1 0-1 0 0,1 0 1 0 0,-1-1 0 0 0,-1 0-1 0 0,0 0 1 0 0,6-14-1 0 0,-10 22 16 0 0,-1 0 0 0 0,0 0 0 0 0,1 0 0 0 0,-1 0 0 0 0,0 0 0 0 0,0-1 0 0 0,0 1 0 0 0,1 0-1 0 0,-1 0 1 0 0,0 0 0 0 0,0 0 0 0 0,-1 0 0 0 0,1 0 0 0 0,0 0 0 0 0,0 0 0 0 0,0 0 0 0 0,-1 0 0 0 0,1 0 0 0 0,-1 0 0 0 0,1 0 0 0 0,-1 0-1 0 0,1 0 1 0 0,-1 0 0 0 0,1 0 0 0 0,-1 0 0 0 0,0 1 0 0 0,1-1 0 0 0,-1 0 0 0 0,0 0 0 0 0,0 1 0 0 0,0-1 0 0 0,0 0 0 0 0,1 1 0 0 0,-1-1-1 0 0,0 1 1 0 0,0-1 0 0 0,0 1 0 0 0,0 0 0 0 0,0-1 0 0 0,0 1 0 0 0,-2 0 0 0 0,0-1 38 0 0,-1 0 0 0 0,0 0 0 0 0,1 1 0 0 0,-1-1 0 0 0,0 1 0 0 0,0 0-1 0 0,1 0 1 0 0,-1 0 0 0 0,0 1 0 0 0,-7 1 0 0 0,2 2 38 0 0,0 0 1 0 0,-1 1-1 0 0,2 1 0 0 0,-1-1 0 0 0,1 1 1 0 0,-1 0-1 0 0,2 1 0 0 0,-1 0 0 0 0,1 1 1 0 0,0-1-1 0 0,0 1 0 0 0,1 0 0 0 0,0 1 0 0 0,1 0 1 0 0,-7 14-1 0 0,10-20-113 0 0,0 2-1 0 0,0-1 1 0 0,0 0 0 0 0,1 0 0 0 0,0 0 0 0 0,0 1-1 0 0,0-1 1 0 0,0 1 0 0 0,1-1 0 0 0,-1 1-1 0 0,1-1 1 0 0,0 1 0 0 0,0-1 0 0 0,1 1 0 0 0,0-1-1 0 0,0 1 1 0 0,0-1 0 0 0,0 0 0 0 0,0 1-1 0 0,1-1 1 0 0,0 0 0 0 0,0 0 0 0 0,4 6 0 0 0,-4-9-14 0 0,0-1 1 0 0,0 0-1 0 0,0-1 0 0 0,0 1 1 0 0,0 0-1 0 0,0-1 1 0 0,0 1-1 0 0,0-1 1 0 0,0 1-1 0 0,0-1 1 0 0,0 0-1 0 0,0 0 1 0 0,0 0-1 0 0,0 0 1 0 0,-1 0-1 0 0,1 0 1 0 0,2-3-1 0 0,6-4-38 0 0,0 0 0 0 0,-1 0 0 0 0,0-1 0 0 0,-1-1-1 0 0,0 1 1 0 0,0-1 0 0 0,-1-1 0 0 0,0 1 0 0 0,-1-1 0 0 0,7-17 0 0 0,-12 26 79 0 0,0 1 0 0 0,-1-1 0 0 0,1 1 1 0 0,0-1-1 0 0,-1 0 0 0 0,1 0 0 0 0,-1 1 1 0 0,0-1-1 0 0,1 0 0 0 0,-1 0 1 0 0,0 1-1 0 0,0-1 0 0 0,0 0 0 0 0,0 0 1 0 0,-1 0-1 0 0,1 1 0 0 0,0-1 1 0 0,-1 0-1 0 0,1 0 0 0 0,-2-2 0 0 0,0-1 26 0 0,2 4-17 0 0,0 0-1 0 0,0 1 1 0 0,0-1 0 0 0,0 0 0 0 0,0 0-1 0 0,-1 0 1 0 0,1 0 0 0 0,0 0-1 0 0,0 1 1 0 0,-1-1 0 0 0,1 0 0 0 0,-1 0-1 0 0,1 0 1 0 0,-1 1 0 0 0,1-1 0 0 0,-1 0-1 0 0,1 1 1 0 0,-1-1 0 0 0,0 0-1 0 0,1 1 1 0 0,-1-1 0 0 0,0 1 0 0 0,0-1-1 0 0,1 1 1 0 0,-1-1 0 0 0,0 1 0 0 0,0 0-1 0 0,0-1 1 0 0,0 1 0 0 0,0 0-1 0 0,1 0 1 0 0,-1 0 0 0 0,0-1 0 0 0,0 1-1 0 0,0 0 1 0 0,0 0 0 0 0,0 0 0 0 0,0 0-1 0 0,0 1 1 0 0,1-1 0 0 0,-1 0-1 0 0,-1 1 1 0 0,-3-1 15 0 0,1 1 0 0 0,0 0 1 0 0,0 0-1 0 0,0 0 0 0 0,0 1 0 0 0,0 0 0 0 0,-5 2 0 0 0,-3 4 14 0 0,0 1-1 0 0,0 0 1 0 0,1 1-1 0 0,1 0 1 0 0,-16 20-1 0 0,24-27-68 0 0,1 0-1 0 0,0 0 1 0 0,0 0-1 0 0,1 0 1 0 0,-1 1-1 0 0,1-1 1 0 0,0 0 0 0 0,0 0-1 0 0,0 1 1 0 0,0-1-1 0 0,0 0 1 0 0,2 6-1 0 0,4-9-47 0 0,0-1 0 0 0,1 1 0 0 0,-1-1 0 0 0,0-1 0 0 0,1 1-1 0 0,-1-1 1 0 0,0 0 0 0 0,0 0 0 0 0,0-1 0 0 0,0 1 0 0 0,10-8 0 0 0,-7 4 33 0 0,0-1-1 0 0,0 1 1 0 0,0-2 0 0 0,-1 1 0 0 0,0-1 0 0 0,7-9 0 0 0,-14 15 191 0 0,0 2-128 0 0,-1-1-1 0 0,0 0 0 0 0,0 1 1 0 0,0-1-1 0 0,0 1 0 0 0,0-1 1 0 0,0 1-1 0 0,0-1 1 0 0,0 0-1 0 0,0 1 0 0 0,0-1 1 0 0,0 1-1 0 0,0-1 1 0 0,0 1-1 0 0,0-1 0 0 0,-1 0 1 0 0,1 1-1 0 0,0-1 0 0 0,0 1 1 0 0,-1-1-1 0 0,1 1 1 0 0,0-1-1 0 0,-1 1 0 0 0,1-1 1 0 0,0 1-1 0 0,-1 0 1 0 0,1-1-1 0 0,-1 1 0 0 0,1-1 1 0 0,-1 1-1 0 0,1 0 0 0 0,-1-1 1 0 0,1 1-1 0 0,-1 0 1 0 0,1 0-1 0 0,-1 0 0 0 0,0-1 1 0 0,-27 7 249 0 0,-24 24-120 0 0,51-29-1128 0 0,-25 19 970 0 0,19-14-5911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1:22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34 104 3068 0 0,'0'0'20799'0'0,"0"-19"-20180"0"0,0 16 2139 0 0,-5 22-2393 0 0,4-17-336 0 0,0 0 0 0 0,1 0-1 0 0,-1 0 1 0 0,1 0 0 0 0,-1 0 0 0 0,1 0 0 0 0,0 0-1 0 0,0 0 1 0 0,-1 1 0 0 0,2-1 0 0 0,-1 0 0 0 0,0 0-1 0 0,1 3 1 0 0,-1-4-26 0 0,0 0-1 0 0,0 0 0 0 0,1 0 1 0 0,-1 0-1 0 0,0 0 0 0 0,1 0 1 0 0,-1 0-1 0 0,1-1 0 0 0,-1 1 1 0 0,1 0-1 0 0,-1 0 1 0 0,1 0-1 0 0,0 0 0 0 0,-1-1 1 0 0,1 1-1 0 0,0 0 0 0 0,0-1 1 0 0,-1 1-1 0 0,1 0 0 0 0,0-1 1 0 0,0 1-1 0 0,0-1 0 0 0,0 0 1 0 0,0 1-1 0 0,2 0 1 0 0,-1-1-4 0 0,0 0 1 0 0,1 0 0 0 0,-1 0-1 0 0,1 0 1 0 0,-1 0 0 0 0,0-1-1 0 0,1 1 1 0 0,-1-1 0 0 0,0 0-1 0 0,5-1 1 0 0,2-2-9 0 0,0-1-1 0 0,0 0 1 0 0,-1-1-1 0 0,10-7 1 0 0,-8 5-6 0 0,-6 6 19 0 0,-1 0 0 0 0,1 0 0 0 0,-1-1 0 0 0,0 1 1 0 0,0-1-1 0 0,0 0 0 0 0,0 0 0 0 0,0 0 1 0 0,-1 0-1 0 0,1-1 0 0 0,-1 1 0 0 0,0-1 0 0 0,0 1 1 0 0,2-6-1 0 0,-4 7 45 0 0,1 1-1 0 0,-1 0 1 0 0,0-1 0 0 0,0 1 0 0 0,0 0-1 0 0,-1-1 1 0 0,1 1 0 0 0,0 0 0 0 0,0 0 0 0 0,-1-1-1 0 0,1 1 1 0 0,-1 0 0 0 0,1 0 0 0 0,-1-1-1 0 0,1 1 1 0 0,-1 0 0 0 0,0 0 0 0 0,0 0-1 0 0,1 0 1 0 0,-1 0 0 0 0,0 0 0 0 0,0 0 0 0 0,0 0-1 0 0,0 0 1 0 0,0 1 0 0 0,0-1 0 0 0,0 0-1 0 0,-1 1 1 0 0,1-1 0 0 0,0 1 0 0 0,-2-2 0 0 0,-1 2 29 0 0,1 0 1 0 0,-1 0-1 0 0,1 0 1 0 0,-1 0 0 0 0,1 0-1 0 0,-1 1 1 0 0,0-1-1 0 0,1 1 1 0 0,-1 0 0 0 0,1 0-1 0 0,-6 3 1 0 0,1 0 41 0 0,-1 0 0 0 0,1 0 0 0 0,0 1 0 0 0,0 0 0 0 0,1 0 0 0 0,0 1 0 0 0,0 0 0 0 0,0 0 0 0 0,-8 10 0 0 0,11-9-86 0 0,0 0-1 0 0,0 0 1 0 0,1 1-1 0 0,0-1 1 0 0,1 1-1 0 0,0-1 1 0 0,0 1-1 0 0,-2 15 1 0 0,4-22-55 0 0,0 1-1 0 0,0-1 1 0 0,0 1 0 0 0,1 0-1 0 0,-1-1 1 0 0,0 1-1 0 0,1-1 1 0 0,-1 1 0 0 0,1-1-1 0 0,-1 1 1 0 0,1-1 0 0 0,0 1-1 0 0,-1-1 1 0 0,1 1 0 0 0,0-1-1 0 0,0 0 1 0 0,0 1 0 0 0,0-1-1 0 0,0 0 1 0 0,2 1 0 0 0,-1 0-33 0 0,1-1 0 0 0,-1 0 0 0 0,1 0 1 0 0,0 0-1 0 0,-1-1 0 0 0,1 1 0 0 0,0 0 1 0 0,-1-1-1 0 0,1 0 0 0 0,0 0 1 0 0,0 0-1 0 0,-1 0 0 0 0,1 0 0 0 0,0 0 1 0 0,0-1-1 0 0,3 0 0 0 0,5-2-77 0 0,1 0 1 0 0,-1-1-1 0 0,0 0 0 0 0,0-1 0 0 0,0 0 0 0 0,-1-1 0 0 0,0 0 0 0 0,0-1 1 0 0,0 0-1 0 0,14-14 0 0 0,-20 18 55 0 0,-3 2 87 0 0,0 1-1 0 0,0-1 1 0 0,0 0 0 0 0,-1 1 0 0 0,1-1-1 0 0,0 1 1 0 0,0-1 0 0 0,-1 0-1 0 0,1 0 1 0 0,0 1 0 0 0,-1-1-1 0 0,1 0 1 0 0,-1 0 0 0 0,1 0-1 0 0,-1 0 1 0 0,1 0 0 0 0,-1 0 0 0 0,0 0-1 0 0,1 0 1 0 0,-1 0 0 0 0,0 0-1 0 0,0 0 1 0 0,0 0 0 0 0,1 0-1 0 0,-1 0 1 0 0,0 0 0 0 0,-1 0 0 0 0,1 0-1 0 0,0 0 1 0 0,0 0 0 0 0,0 0-1 0 0,-1 0 1 0 0,1 0 0 0 0,0 0-1 0 0,-1 0 1 0 0,1 0 0 0 0,-1 1 0 0 0,1-1-1 0 0,-1 0 1 0 0,0-1 0 0 0,0 1 107 0 0,-40-2 353 0 0,35 4-450 0 0,1 1 0 0 0,-1-1 0 0 0,0 1 0 0 0,0 0 0 0 0,1 1 0 0 0,-1-1 0 0 0,1 1 0 0 0,0 0-1 0 0,0 0 1 0 0,-7 6 0 0 0,11-8-51 0 0,-1 0 0 0 0,1 0 0 0 0,-1 0 0 0 0,1 0 0 0 0,-1 0 0 0 0,1 1 0 0 0,-1-1 0 0 0,1 0 0 0 0,0 1-1 0 0,0-1 1 0 0,0 1 0 0 0,0-1 0 0 0,0 1 0 0 0,0 0 0 0 0,0-1 0 0 0,1 1 0 0 0,-1 0 0 0 0,0 0 0 0 0,1 0 0 0 0,-1-1 0 0 0,1 1-1 0 0,0 0 1 0 0,0 0 0 0 0,0 0 0 0 0,0 0 0 0 0,0 0 0 0 0,0-1 0 0 0,0 1 0 0 0,1 0 0 0 0,-1 0 0 0 0,0 0 0 0 0,1-1 0 0 0,0 1-1 0 0,-1 0 1 0 0,2 2 0 0 0,2-5 0 0 0,-1 0 0 0 0,0 0 0 0 0,0 0 0 0 0,1 0 0 0 0,-1 0 0 0 0,0-1 0 0 0,0 1-1 0 0,0-1 1 0 0,5-3 0 0 0,-8 5 27 0 0,7-6-29 0 0,-1 0 0 0 0,1 0-1 0 0,-1-1 1 0 0,0 1 0 0 0,0-1-1 0 0,-1-1 1 0 0,9-15 0 0 0,-11 20 69 0 0,-1-1 0 0 0,0 0 1 0 0,0 0-1 0 0,0 0 1 0 0,0 0-1 0 0,-1 0 0 0 0,1 0 1 0 0,-1-1-1 0 0,-1 1 0 0 0,1 0 1 0 0,0-1-1 0 0,-1 1 0 0 0,0-1 1 0 0,0 1-1 0 0,0-1 1 0 0,-1 1-1 0 0,-1-8 0 0 0,2 11 9 0 0,-1 0 0 0 0,1 0 0 0 0,-1 0 0 0 0,0 0 0 0 0,1 0 0 0 0,-1 0 0 0 0,0 0 0 0 0,0 0 0 0 0,0 0 0 0 0,0 0 0 0 0,1 0 0 0 0,-1 0 0 0 0,0 1 0 0 0,0-1 1 0 0,-1 0-1 0 0,1 1 0 0 0,0-1 0 0 0,0 1 0 0 0,0-1 0 0 0,0 1 0 0 0,0 0 0 0 0,-1-1 0 0 0,1 1 0 0 0,-2 0 0 0 0,0 0-8 0 0,0 0 1 0 0,0 1 0 0 0,0-1 0 0 0,0 1-1 0 0,0-1 1 0 0,1 1 0 0 0,-1 0 0 0 0,0 0 0 0 0,0 0-1 0 0,-2 2 1 0 0,-4 3 64 0 0,0-1 0 0 0,0 2 0 0 0,1-1 0 0 0,-14 15 0 0 0,18-17-85 0 0,-38 45 187 0 0,39-46-292 0 0,0 1-1 0 0,1 0 1 0 0,-1 0-1 0 0,1 0 0 0 0,0 0 1 0 0,0 0-1 0 0,1 0 0 0 0,-1 0 1 0 0,1 1-1 0 0,0-1 1 0 0,-1 7-1 0 0,2-9-356 0 0,23-15-9717 0 0,-22 12 9680 0 0,1-1 1 0 0,-1 0-1 0 0,1 0 1 0 0,-1 0 0 0 0,0 1-1 0 0,0-1 1 0 0,0-1-1 0 0,0 1 1 0 0,0 0 0 0 0,0 0-1 0 0,-1 0 1 0 0,1 0-1 0 0,0-4 1 0 0,-3-9-4813 0 0,1-2-2806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11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82 4872 0 0,'-14'-11'24784'0'0,"20"14"-24658"0"0,0-1 0 0 0,0 0 0 0 0,1 0 0 0 0,-1 0 0 0 0,1-1 0 0 0,-1 0 0 0 0,1 0-1 0 0,-1 0 1 0 0,1-1 0 0 0,0 0 0 0 0,-1 0 0 0 0,1-1 0 0 0,-1 0 0 0 0,1 0 0 0 0,-1-1 0 0 0,8-2 0 0 0,4-1-120 0 0,0-2 1 0 0,0 0-1 0 0,-1-1 1 0 0,24-15-1 0 0,-7 8 275 0 0,-34 15-271 0 0,1-1 0 0 0,-1 1-1 0 0,0 0 1 0 0,1 0-1 0 0,-1 0 1 0 0,1 0 0 0 0,-1 0-1 0 0,0 0 1 0 0,1 0-1 0 0,-1 1 1 0 0,1-1 0 0 0,-1 0-1 0 0,0 0 1 0 0,1 0-1 0 0,-1 0 1 0 0,1 0 0 0 0,-1 1-1 0 0,0-1 1 0 0,1 0-1 0 0,-1 0 1 0 0,0 1 0 0 0,1-1-1 0 0,-1 0 1 0 0,0 0-1 0 0,0 1 1 0 0,1-1 0 0 0,-1 0-1 0 0,0 1 1 0 0,1 0-1 0 0,-4 21-105 0 0,3-22-57 0 0,-1 1-1 0 0,1-1 0 0 0,0 1 1 0 0,-1 0-1 0 0,1-1 1 0 0,0 1-1 0 0,0-1 0 0 0,0 1 1 0 0,-1-1-1 0 0,1 1 1 0 0,0 0-1 0 0,0-1 0 0 0,0 1 1 0 0,0-1-1 0 0,0 1 0 0 0,0 0 1 0 0,0-1-1 0 0,0 1 1 0 0,0 0-1 0 0,0-1 0 0 0,1 1 1 0 0,-1-1-1 0 0,0 1 0 0 0,0-1 1 0 0,1 1-1 0 0,-1 0 1 0 0,0-1-1 0 0,0 1 0 0 0,1-1 1 0 0,-1 1-1 0 0,1-1 1 0 0,-1 0-1 0 0,1 1 0 0 0,20-5-4549 0 0,-16 1 3328 0 0,1 0 0 0 0,-1-1 0 0 0,0 1 0 0 0,1-1 0 0 0,-2 0 0 0 0,9-8 0 0 0,-8 2-3890 0 0,2-1-2199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11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97 4258 0 0,'0'0'4918'0'0,"-11"-14"3818"0"0,19 5-7543 0 0,-6 6-867 0 0,1 0 0 0 0,0-1 0 0 0,0 1 1 0 0,0 1-1 0 0,1-1 0 0 0,-1 0 1 0 0,1 1-1 0 0,4-3 0 0 0,9-3 1 0 0,0 1-1 0 0,0 0 1 0 0,1 1-1 0 0,0 1 0 0 0,0 1 1 0 0,23-3-1 0 0,-36 6-252 0 0,-1 1-1 0 0,1 0 0 0 0,0 0 0 0 0,-1 0 0 0 0,1 1 0 0 0,0 0 1 0 0,-1-1-1 0 0,1 2 0 0 0,-1-1 0 0 0,1 0 0 0 0,-1 1 1 0 0,0 0-1 0 0,5 3 0 0 0,-7-3 6 0 0,1 0 1 0 0,-1 0-1 0 0,0 0 1 0 0,1 1 0 0 0,-1-1-1 0 0,-1 1 1 0 0,1 0-1 0 0,0-1 1 0 0,-1 1-1 0 0,1 0 1 0 0,-1 0-1 0 0,0 0 1 0 0,0 0-1 0 0,0 0 1 0 0,0 1-1 0 0,0-1 1 0 0,-1 0-1 0 0,1 0 1 0 0,-1 0-1 0 0,0 1 1 0 0,-1 3 0 0 0,1 5 75 0 0,-2 1 0 0 0,1-1 1 0 0,-2 0-1 0 0,1 0 1 0 0,-2 0-1 0 0,0 0 1 0 0,0 0-1 0 0,-7 11 0 0 0,-51 85 527 0 0,52-94-591 0 0,-5 7-76 0 0,5-5-144 0 0,12-16 128 0 0,-1 1 0 0 0,0-1 1 0 0,0 0-1 0 0,0 1 0 0 0,0-1 1 0 0,0 0-1 0 0,0 0 0 0 0,0 0 1 0 0,1 0-1 0 0,-1 0 0 0 0,0 0 1 0 0,0 0-1 0 0,0 0 0 0 0,0 0 1 0 0,0-1-1 0 0,0 1 0 0 0,0 0 1 0 0,2-2-1 0 0,54-13 250 0 0,-42 10-227 0 0,0 1 0 0 0,1 1 1 0 0,-1 0-1 0 0,1 1 1 0 0,29-1-1 0 0,19 9-657 0 0,-62-5 517 0 0,4 3 934 0 0,7-4-3756 0 0,1-2-4700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12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4648 0 0,'2'3'13961'0'0,"14"12"-11861"0"0,-4-8-1239 0 0,-1 2 0 0 0,1-1 1 0 0,-2 2-1 0 0,1-1 1 0 0,-1 1-1 0 0,12 17 1 0 0,-15-17-699 0 0,0 0 0 0 0,-1 0 0 0 0,-1 0 0 0 0,1 1 0 0 0,-2 0 0 0 0,1 0 0 0 0,-2 0 0 0 0,1 1 0 0 0,-2-1 0 0 0,1 1 0 0 0,-2 0 0 0 0,2 21 1 0 0,-21 14 156 0 0,17-45-278 0 0,1-4-1660 0 0,1 2 1565 0 0,-1-1-1 0 0,0 1 1 0 0,0 0 0 0 0,0-1-1 0 0,0 1 1 0 0,1 0 0 0 0,-1 0 0 0 0,0-1-1 0 0,0 1 1 0 0,1 0 0 0 0,-1 0-1 0 0,0 0 1 0 0,1-1 0 0 0,-1 1-1 0 0,0 0 1 0 0,0 0 0 0 0,1 0 0 0 0,-1 0-1 0 0,0 0 1 0 0,1-1 0 0 0,-1 1-1 0 0,0 0 1 0 0,1 0 0 0 0,-1 0-1 0 0,1 0 1 0 0,-1 0 0 0 0,1 0-51 0 0,-1 0 0 0 0,1 0 1 0 0,-1 0-1 0 0,0 0 0 0 0,1 0 1 0 0,-1 0-1 0 0,1 0 1 0 0,-1 0-1 0 0,0 0 0 0 0,1 0 1 0 0,-1 0-1 0 0,0 0 0 0 0,1-1 1 0 0,-1 1-1 0 0,0 0 0 0 0,1 0 1 0 0,-1-1-1 0 0,0 1 0 0 0,1 0 1 0 0,-1 0-1 0 0,0-1 0 0 0,0 1 1 0 0,1 0-1 0 0,-1 0 0 0 0,0-1 1 0 0,0 1-1 0 0,0 0 0 0 0,1-1 1 0 0,-1 1-1 0 0,0-1 0 0 0,0 1 1 0 0,0 0-1 0 0,0-1 0 0 0,0 1 1 0 0,0 0-1 0 0,0-1 0 0 0,0 1 1 0 0,0-1-1 0 0,0 1 0 0 0,0 0 1 0 0,0-1-1 0 0,0 1 0 0 0,0-1 1 0 0,0 1-1 0 0,0 0 0 0 0,0-1 1 0 0,0 1-1 0 0,-1-1 0 0 0,0-7-1568 0 0,2-2-6182 0 0,1-1 5187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14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3962 0 0,'16'-29'24077'0'0,"-10"45"-22706"0"0,-4-3-879 0 0,-1 1 0 0 0,0-1 0 0 0,-2 19 1 0 0,1-22-366 0 0,-1-1-1 0 0,1 1 1 0 0,1 0 0 0 0,0 0 0 0 0,0-1 0 0 0,1 1 0 0 0,4 14 0 0 0,5 14 38 0 0,-11-34-178 0 0,1 1 1 0 0,0-1-1 0 0,0 0 0 0 0,0 1 0 0 0,1-1 1 0 0,-1 0-1 0 0,1 1 0 0 0,0-1 0 0 0,0 0 1 0 0,0 0-1 0 0,1-1 0 0 0,-1 1 0 0 0,1 0 1 0 0,0-1-1 0 0,0 0 0 0 0,0 1 0 0 0,6 3 1 0 0,-6-6-529 0 0,0 1 1 0 0,0-1 0 0 0,1 1-1 0 0,-1-1 1 0 0,1 0 0 0 0,-1 0 0 0 0,1 0-1 0 0,-1-1 1 0 0,7 1 0 0 0,7-6-5887 0 0,-3-11-6397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15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6102 0 0,'0'0'15641'0'0,"2"25"-11734"0"0,36 29-1122 0 0,-36-52-2847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15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9 2318 0 0,'0'0'8887'0'0,"-20"-8"-694"0"0,19 8-8032 0 0,0 0-1 0 0,0 0 1 0 0,1 0-1 0 0,-1-1 1 0 0,0 1-1 0 0,0 0 1 0 0,1 1-1 0 0,-1-1 1 0 0,0 0-1 0 0,0 0 1 0 0,1 0-1 0 0,-1 0 1 0 0,0 0 0 0 0,1 1-1 0 0,-1-1 1 0 0,0 0-1 0 0,1 1 1 0 0,-1-1-1 0 0,0 0 1 0 0,1 1-1 0 0,-1-1 1 0 0,1 1-1 0 0,-1-1 1 0 0,1 1-1 0 0,-1-1 1 0 0,1 1-1 0 0,-1 0 1 0 0,1-1-1 0 0,-1 1 1 0 0,1-1-1 0 0,0 1 1 0 0,-1 0-1 0 0,1-1 1 0 0,0 1-1 0 0,0 0 1 0 0,-1 0-1 0 0,1-1 1 0 0,0 1-1 0 0,0 1 1 0 0,10 17 3087 0 0,6-4-4071 0 0,-4-6 974 0 0,-1-1 0 0 0,27 14-1 0 0,-28-18-72 0 0,0 2 1 0 0,-1-1-1 0 0,1 1 0 0 0,-1 1 0 0 0,0 0 0 0 0,13 13 0 0 0,-21-19-40 0 0,-1-1-34 0 0,0 0 1 0 0,1 1 0 0 0,-1-1-1 0 0,1 0 1 0 0,-1 0-1 0 0,1 1 1 0 0,-1-1 0 0 0,0 0-1 0 0,1 1 1 0 0,-1-1 0 0 0,0 1-1 0 0,1-1 1 0 0,-1 0 0 0 0,0 1-1 0 0,1-1 1 0 0,-1 1 0 0 0,0-1-1 0 0,0 1 1 0 0,0-1 0 0 0,1 1-1 0 0,-1-1 1 0 0,0 1 0 0 0,0-1-1 0 0,0 1 1 0 0,0-1 0 0 0,0 1-1 0 0,0-1 1 0 0,0 1-1 0 0,0-1 1 0 0,0 1 0 0 0,0-1-1 0 0,0 1 1 0 0,0-1 0 0 0,-1 1-1 0 0,1-1 1 0 0,0 1 0 0 0,-1 0-1 0 0,-4 19 45 0 0,3-17-141 0 0,-1 1 1 0 0,0 0-1 0 0,0-1 1 0 0,0 0-1 0 0,0 1 1 0 0,0-1-1 0 0,0 0 1 0 0,-1-1-1 0 0,0 1 1 0 0,1-1-1 0 0,-1 1 1 0 0,0-1-1 0 0,0 0 1 0 0,0-1-1 0 0,-1 1 0 0 0,1-1 1 0 0,0 1-1 0 0,-1-1 1 0 0,1-1-1 0 0,-1 1 1 0 0,1-1-1 0 0,-5 1 1 0 0,6-1-241 0 0,1 0 1 0 0,-1-1-1 0 0,0 1 1 0 0,1 0 0 0 0,-1-1-1 0 0,0 0 1 0 0,1 1-1 0 0,-1-1 1 0 0,1 0-1 0 0,-1 0 1 0 0,1-1 0 0 0,0 1-1 0 0,-1 0 1 0 0,1-1-1 0 0,-4-3 1 0 0,4 3-140 0 0,1 0 0 0 0,-1 0-1 0 0,1 0 1 0 0,0-1 0 0 0,-1 1 0 0 0,1 0 0 0 0,0-1 0 0 0,0 1 0 0 0,1-1 0 0 0,-1 1-1 0 0,0-1 1 0 0,1 1 0 0 0,0-1 0 0 0,-1 1 0 0 0,1-1 0 0 0,0 0 0 0 0,0 1 0 0 0,1-1-1 0 0,0-3 1 0 0,4-33-6498 0 0,1 12 1281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15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4776 0 0,'3'-9'9936'0'0,"11"2"-5722"0"0,27-1-3210 0 0,-24 5 705 0 0,25-8-1184 0 0,0-1 0 0 0,56-25 1 0 0,-41 9-5538 0 0,-2-2-6748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1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72 4214 0 0,'0'0'11749'0'0,"-22"-5"111"0"0,27 0-11777 0 0,1 0 0 0 0,-1 0 1 0 0,1 1-1 0 0,0 0 0 0 0,1 0 1 0 0,-1 1-1 0 0,0-1 0 0 0,1 1 1 0 0,9-2-1 0 0,66-19 123 0 0,-80 24-158 0 0,-1 0 1 0 0,1 0 0 0 0,-1 0-1 0 0,1 0 1 0 0,0 1 0 0 0,-1-1 0 0 0,1 0-1 0 0,-1 1 1 0 0,1-1 0 0 0,-1 1 0 0 0,1 0-1 0 0,-1 0 1 0 0,0-1 0 0 0,2 2 0 0 0,-9 12 162 0 0,-1 0 0 0 0,0 0 1 0 0,-1-1-1 0 0,-1-1 0 0 0,0 1 1 0 0,0-1-1 0 0,-1-1 0 0 0,-14 13 1 0 0,-18 23 100 0 0,39-45-322 0 0,1 1-1 0 0,0 0 0 0 0,0 0 1 0 0,0 0-1 0 0,0 0 0 0 0,0 0 0 0 0,0 0 1 0 0,1 1-1 0 0,0-1 0 0 0,-1 1 1 0 0,1-1-1 0 0,1 1 0 0 0,-1-1 1 0 0,0 1-1 0 0,1-1 0 0 0,0 1 0 0 0,0 0 1 0 0,0-1-1 0 0,1 5 0 0 0,0-7-9 0 0,1 0 0 0 0,-1 0 0 0 0,1 0 0 0 0,0 0 0 0 0,0-1 0 0 0,0 1 0 0 0,-1-1 0 0 0,1 1 0 0 0,0-1 0 0 0,0 0 0 0 0,0 1 0 0 0,0-1 0 0 0,0 0 0 0 0,0 0 0 0 0,2-1 0 0 0,-4 1 16 0 0,19-3-133 0 0,0-2 0 0 0,0 0 0 0 0,0-1 0 0 0,0-1 0 0 0,-1 0 0 0 0,26-15 0 0 0,-6 4-249 0 0,-36 17 228 0 0,1-4 793 0 0,-2 5-906 0 0,-1 0 1 0 0,0 0-1 0 0,1-1 1 0 0,-1 1-1 0 0,0 0 1 0 0,1 0 0 0 0,-1 0-1 0 0,1 0 1 0 0,-1 0-1 0 0,0 0 1 0 0,1 0-1 0 0,-1 0 1 0 0,1 0 0 0 0,-1 0-1 0 0,0 0 1 0 0,1 1-1 0 0,-1-1 1 0 0,0 0-1 0 0,1 0 1 0 0,-1 0 0 0 0,1 0-1 0 0,-1 1 1 0 0,0-1-1 0 0,1 0 1 0 0,2 4-3246 0 0,-3-4 3246 0 0,0 1-1 0 0,0-1 1 0 0,0 1 0 0 0,0-1-1 0 0,0 0 1 0 0,0 1-1 0 0,0 0 1 0 0,0 7-731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18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4436 0 0,'0'0'13806'0'0,"17"32"-8626"0"0,-15-24-4758 0 0,0 0 0 0 0,-1 0 0 0 0,0 1-1 0 0,0-1 1 0 0,-1 0 0 0 0,0 1 0 0 0,0-1-1 0 0,-1 0 1 0 0,0 1 0 0 0,-1-1 0 0 0,0 0 0 0 0,0 0-1 0 0,-6 15 1 0 0,-4 18 290 0 0,7-28 534 0 0,-3-9-4366 0 0,-5-16-4468 0 0,13 12 7566 0 0,14-37-12054 0 0,-11 29 8485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19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4770 0 0,'0'0'13047'0'0,"3"-1"-12708"0"0,49-9 528 0 0,1 2 0 0 0,0 3 0 0 0,-1 2-1 0 0,89 6 1 0 0,-140-3-774 0 0,-1 0 1 0 0,1 0-1 0 0,-1 0 1 0 0,1-1-1 0 0,0 1 1 0 0,-1 0-1 0 0,1 0 1 0 0,-1 0-1 0 0,1 0 1 0 0,-1 0-1 0 0,1 0 1 0 0,-1 0-1 0 0,1 1 0 0 0,-1-1 1 0 0,1 0-1 0 0,-1 0 1 0 0,1 0-1 0 0,-1 0 1 0 0,1 1-1 0 0,-1-1 1 0 0,1 0-1 0 0,-1 0 1 0 0,0 1-1 0 0,1-1 1 0 0,-1 0-1 0 0,1 1 0 0 0,-1-1 1 0 0,0 1-1 0 0,1-1 1 0 0,-1 0-1 0 0,0 1 1 0 0,1-1-1 0 0,-1 1 1 0 0,0-1-1 0 0,0 1 1 0 0,0-1-1 0 0,1 2 1 0 0,-18 13 1358 0 0,-31 8-147 0 0,-54 15 488 0 0,100-37-1813 0 0,2-1 13 0 0,0 0 1 0 0,0 1 0 0 0,-1-1-1 0 0,1 1 1 0 0,0-1-1 0 0,0 0 1 0 0,0 1-1 0 0,0-1 1 0 0,0 0-1 0 0,-1 1 1 0 0,1-1-1 0 0,0 0 1 0 0,0 1-1 0 0,-1-1 1 0 0,1 0-1 0 0,0 0 1 0 0,0 1 0 0 0,-1-1-1 0 0,1 0 1 0 0,0 0-1 0 0,-1 1 1 0 0,1-1-1 0 0,0 0 1 0 0,-1 0-1 0 0,1 0 1 0 0,0 0-1 0 0,-1 1 1 0 0,1-1-1 0 0,0 0 1 0 0,-1 0-1 0 0,1 0 1 0 0,-1 0 0 0 0,1 0-1 0 0,-1 0 1 0 0,-2 1-191 0 0,10 5 114 0 0,2-1 46 0 0,0-1 0 0 0,0 0 0 0 0,1-1 0 0 0,-1 0 0 0 0,1-1 0 0 0,0 0 0 0 0,0 0 0 0 0,15 0 0 0 0,36 7 5 0 0,-47-5 40 0 0,8 2-46 0 0,-1 0-1 0 0,22 10 1 0 0,-42-15 45 0 0,0 0 0 0 0,0-1 0 0 0,-1 1 0 0 0,1 0 0 0 0,0 0 0 0 0,0 0 0 0 0,0 0 0 0 0,-1 0 0 0 0,1 0 0 0 0,0 0 0 0 0,-1 0 1 0 0,1 0-1 0 0,-1 1 0 0 0,1-1 0 0 0,-1 0 0 0 0,0 0 0 0 0,0 0 0 0 0,1 1 0 0 0,-1-1 0 0 0,0 0 0 0 0,0 0 0 0 0,0 0 0 0 0,0 1 0 0 0,0-1 0 0 0,0 0 0 0 0,-1 0 0 0 0,1 1 0 0 0,0-1 0 0 0,-1 0 1 0 0,1 0-1 0 0,-1 0 0 0 0,1 0 0 0 0,-2 2 0 0 0,1 1 29 0 0,-1 0 1 0 0,0 0-1 0 0,0 0 1 0 0,0 0-1 0 0,-1-1 1 0 0,0 1-1 0 0,1-1 0 0 0,-7 6 1 0 0,-84 67 49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21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1 450 0 0,'-12'8'762'0'0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22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48 404 0 0,'7'-1'2035'0'0,"-15"0"-1476"0"0,-7 1 2566 0 0,0 1 6606 0 0,8 0-4474 0 0,11-4-2216 0 0,30-10-1497 0 0,57-12-1817 0 0,-82 23 241 0 0,-1 0 113 0 0,0 1 0 0 0,1 0 0 0 0,-1 0 0 0 0,15 1 1 0 0,-22 0-52 0 0,0 0 0 0 0,0 0 1 0 0,1 0-1 0 0,-1 1 0 0 0,0-1 1 0 0,0 0-1 0 0,0 1 1 0 0,1-1-1 0 0,-1 1 0 0 0,0-1 1 0 0,0 1-1 0 0,0-1 1 0 0,0 1-1 0 0,0 0 0 0 0,0-1 1 0 0,0 1-1 0 0,0 0 1 0 0,0 0-1 0 0,0 0 0 0 0,-1 0 1 0 0,1 0-1 0 0,0 0 0 0 0,-1 0 1 0 0,1 0-1 0 0,0 0 1 0 0,-1 0-1 0 0,1 0 0 0 0,-1 0 1 0 0,0 0-1 0 0,1 1 1 0 0,-1-1-1 0 0,0 0 0 0 0,0 0 1 0 0,0 0-1 0 0,0 1 1 0 0,0-1-1 0 0,0 0 0 0 0,0 0 1 0 0,0 1-1 0 0,0 0 0 0 0,-4 14 146 0 0,0-1 0 0 0,-1 0 0 0 0,0 0 0 0 0,-1-1 0 0 0,0 0 0 0 0,-2 0 0 0 0,1 0 0 0 0,-2-1 0 0 0,0 0 0 0 0,-18 20 0 0 0,-2-2 92 0 0,-1-1 0 0 0,-57 45 0 0 0,-7 4-590 0 0,92-77 63 0 0,32-22-779 0 0,-13 10 1215 0 0,1 1 1 0 0,-1 0-1 0 0,1 1 1 0 0,24-7-1 0 0,-31 12-23 0 0,0 0 0 0 0,0 2-1 0 0,0-1 1 0 0,0 1 0 0 0,0 1 0 0 0,1 0 0 0 0,-1 0-1 0 0,0 1 1 0 0,15 4 0 0 0,25 11 19 0 0,-49-16-215 0 0,28-17-14949 0 0,-28 13 14118 0 0,-1 0-868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22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5844 0 0,'1'23'10854'0'0,"2"-1"-4285"0"0,8 23-2352 0 0,2 19-5483 0 0,-11-35 3070 0 0,-6-1-2795 0 0,-2-24-2382 0 0,-1-17 403 0 0,6 8 1998 0 0,1 0 0 0 0,-1 0 1 0 0,1 1-1 0 0,1-1 0 0 0,-1 0 0 0 0,1 0 1 0 0,0 0-1 0 0,0 0 0 0 0,0 1 1 0 0,1-1-1 0 0,3-8 0 0 0,1-3-3474 0 0,-5 4-121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23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9 3802 0 0,'0'-8'7559'0'0,"0"8"-7417"0"0,0 0 1 0 0,-1 0-1 0 0,1 0 1 0 0,0 0 0 0 0,-17 3 3381 0 0,13-2-3053 0 0,-1 1 1 0 0,1 0-1 0 0,0 0 0 0 0,-1 1 0 0 0,1-1 0 0 0,-7 6 0 0 0,0 4 529 0 0,0 1-1 0 0,1 0 1 0 0,1 1 0 0 0,0-1 0 0 0,-10 24-1 0 0,15-29-769 0 0,1 1-1 0 0,0 0 0 0 0,0 0 1 0 0,1 0-1 0 0,0 0 0 0 0,1 0 0 0 0,0 0 1 0 0,0 0-1 0 0,1 1 0 0 0,0-1 1 0 0,2 13-1 0 0,-1-18-204 0 0,0-1 1 0 0,0 1-1 0 0,0 0 1 0 0,1-1-1 0 0,-1 1 1 0 0,1-1-1 0 0,0 1 0 0 0,0-1 1 0 0,1 0-1 0 0,-1 0 1 0 0,0 0-1 0 0,1 0 1 0 0,0 0-1 0 0,0-1 1 0 0,0 1-1 0 0,0-1 0 0 0,0 0 1 0 0,0 0-1 0 0,0 0 1 0 0,1 0-1 0 0,-1 0 1 0 0,1-1-1 0 0,0 0 1 0 0,-1 1-1 0 0,1-1 1 0 0,0-1-1 0 0,0 1 0 0 0,0 0 1 0 0,4-1-1 0 0,7 1-39 0 0,1 0 0 0 0,0-1 0 0 0,0 0 0 0 0,-1-2 0 0 0,28-5 1 0 0,-19 2-156 0 0,0-2 0 0 0,0 0 1 0 0,-1-2-1 0 0,43-22 1 0 0,-56 26 111 0 0,-1-1 0 0 0,0 0 1 0 0,-1 0-1 0 0,1-1 0 0 0,-1 0 1 0 0,0 0-1 0 0,-1-1 0 0 0,0 0 1 0 0,0 0-1 0 0,-1-1 0 0 0,1 0 1 0 0,-2 0-1 0 0,8-17 0 0 0,-12 24 111 0 0,0-1 0 0 0,0 0 0 0 0,0 0 0 0 0,0 1 0 0 0,0-1 0 0 0,-1 0 0 0 0,0 0 0 0 0,1 0 0 0 0,-1 0 0 0 0,0 1 0 0 0,-1-1 0 0 0,1 0 0 0 0,0 0 0 0 0,-1 0 0 0 0,1 0 0 0 0,-1 1 0 0 0,0-1 0 0 0,0 0 0 0 0,-3-4 0 0 0,2 3-2 0 0,-1 1 1 0 0,0 0 0 0 0,1 0-1 0 0,-1 0 1 0 0,0 1 0 0 0,-1-1 0 0 0,1 1-1 0 0,0 0 1 0 0,-1 0 0 0 0,1 0 0 0 0,-1 0-1 0 0,-5-2 1 0 0,-9-1 2 0 0,0 0 1 0 0,0 1-1 0 0,-1 1 0 0 0,-33-1 1 0 0,-22 4-2673 0 0,38 0-3594 0 0,30 1 905 0 0,1 2 2692 0 0,2-1 217 0 0,-9 3-7159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0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46 6412 0 0,'-18'5'12387'0'0,"24"10"-2456"0"0,1-2-8128 0 0,-2-4-4320 0 0,43 101 5591 0 0,4-37-2169 0 0,-51-72-689 0 0,3-2-206 0 0,-1 0 0 0 0,1 0 0 0 0,-1 0-1 0 0,1-1 1 0 0,-1 1 0 0 0,0-1 0 0 0,1 0 0 0 0,-1 0-1 0 0,0 0 1 0 0,0 0 0 0 0,0-1 0 0 0,-1 1 0 0 0,1-1-1 0 0,-1 0 1 0 0,1 1 0 0 0,-1-1 0 0 0,0 0 0 0 0,0-1-1 0 0,0 1 1 0 0,0 0 0 0 0,2-7 0 0 0,5-9-16 0 0,-2 0 0 0 0,9-28 0 0 0,-13 35 35 0 0,2-4-33 0 0,0 0 0 0 0,-2-1-1 0 0,0 1 1 0 0,2-30 0 0 0,-4 39 2307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1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3430 0 0,'-1'3'715'0'0,"0"-1"-1"0"0,0 1 0 0 0,0 0 1 0 0,0-1-1 0 0,-1 1 1 0 0,1-1-1 0 0,-1 1 1 0 0,1-1-1 0 0,-1 0 1 0 0,0 0-1 0 0,0 0 0 0 0,0 0 1 0 0,0 0-1 0 0,-4 2 1 0 0,-17 22 3271 0 0,3 9-1871 0 0,1 1 0 0 0,2 2 0 0 0,-18 55 0 0 0,15-36-1182 0 0,14-23-545 0 0,6-31-392 0 0,0-1-180 0 0,-5 20-3977 0 0,8-31 3059 0 0,1 0 1 0 0,-1-1-1 0 0,0 1 0 0 0,-1-1 1 0 0,0 1-1 0 0,-1-1 1 0 0,1-11-1 0 0,6-32-3995 0 0,-7 45 4792 0 0,0 1 1 0 0,-1 0 0 0 0,0 0 0 0 0,0 0 0 0 0,0-1-1 0 0,-1 1 1 0 0,0 0 0 0 0,-1 0 0 0 0,1 0-1 0 0,-6-13 1 0 0,-3 3 5968 0 0,-3 18-364 0 0,7 1-5617 0 0,4-1 1770 0 0,13 25 2540 0 0,31 30 507 0 0,-33-47-4287 0 0,0-1 0 0 0,1 0 1 0 0,-1 0-1 0 0,1-1 0 0 0,1 0 1 0 0,13 6-1 0 0,-23-12-532 0 0,0 0 0 0 0,1-1 0 0 0,-1 1 1 0 0,0 0-1 0 0,1-1 0 0 0,-1 1 0 0 0,1-1 0 0 0,-1 0 0 0 0,1 1 0 0 0,-1-1 0 0 0,1 0 0 0 0,-1 0 0 0 0,1 0 0 0 0,-1 0 1 0 0,1 0-1 0 0,-1 0 0 0 0,1 0 0 0 0,-1-1 0 0 0,1 1 0 0 0,-1 0 0 0 0,0-1 0 0 0,1 1 0 0 0,-1-1 0 0 0,3-1 1 0 0,-2 0-1159 0 0,1-1 0 0 0,-1 0 0 0 0,1 0 0 0 0,-1 0 1 0 0,0 0-1 0 0,0 0 0 0 0,3-7 0 0 0,-3 6-161 0 0,3-7-5309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1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45 7774 0 0,'-19'0'15311'0'0,"52"-1"-12627"0"0,-7 0-2412 0 0,0-1 0 0 0,0-2-1 0 0,33-8 1 0 0,0-3-8796 0 0,-21 5-4300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1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63 4166 0 0,'-5'6'3010'0'0,"-5"9"8270"0"0,13-10-7784 0 0,10-5-4488 0 0,24-6 1724 0 0,-1-3 0 0 0,60-22-1 0 0,11-11-8461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2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6836 0 0,'0'0'16459'0'0,"18"-12"-14436"0"0,57-9 135 0 0,-44 13-2011 0 0,1-2 1 0 0,45-20 0 0 0,-73 28-2211 0 0,2-2 3777 0 0,1 0 738 0 0,-3 2-5338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2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5550 0 0,'0'0'9449'0'0,"0"36"-3428"0"0,1-27-5495 0 0,1 0-1 0 0,0 0 1 0 0,0 0-1 0 0,1 0 0 0 0,0 0 1 0 0,1 0-1 0 0,0-1 1 0 0,7 13-1 0 0,-5-11-198 0 0,-1 2 0 0 0,0-1 0 0 0,0 0 0 0 0,3 15 1 0 0,14 65 609 0 0,-6-25 1149 0 0,-7-22-4366 0 0,-4-6-3794 0 0,-3-1-5197 0 0,-16-41 506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3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98 4036 0 0,'-2'0'770'0'0,"1"-1"-1"0"0,0 0 1 0 0,0 1 0 0 0,-1-1-1 0 0,1 1 1 0 0,0 0-1 0 0,-1-1 1 0 0,1 1 0 0 0,-1 0-1 0 0,1 0 1 0 0,0 0 0 0 0,-1 0-1 0 0,1 0 1 0 0,-1 0-1 0 0,1 0 1 0 0,0 0 0 0 0,-1 0-1 0 0,-2 1 1 0 0,4 0-476 0 0,-1 0 1 0 0,0-1-1 0 0,1 1 1 0 0,-1 0-1 0 0,1-1 0 0 0,-1 1 1 0 0,1 0-1 0 0,-1 0 0 0 0,1-1 1 0 0,0 1-1 0 0,-1 0 1 0 0,1 0-1 0 0,0 0 0 0 0,-1 0 1 0 0,1 0-1 0 0,0-1 1 0 0,0 1-1 0 0,0 0 0 0 0,0 0 1 0 0,0 0-1 0 0,0 0 1 0 0,0 1-1 0 0,2 9 168 0 0,0 0 0 0 0,0-1 1 0 0,1 1-1 0 0,5 11 0 0 0,-1-1 696 0 0,-3-10-1008 0 0,0 0 1 0 0,0 0-1 0 0,1-1 1 0 0,1 1-1 0 0,0-1 1 0 0,0 0-1 0 0,10 11 0 0 0,-12-16-122 0 0,0 0 0 0 0,1 0 0 0 0,0 0-1 0 0,0 0 1 0 0,0-1 0 0 0,1 0-1 0 0,0 0 1 0 0,-1-1 0 0 0,1 1-1 0 0,0-1 1 0 0,1 0 0 0 0,-1-1 0 0 0,9 3-1 0 0,-12-5-12 0 0,-1 1-1 0 0,0-1 0 0 0,1 0 0 0 0,-1-1 0 0 0,0 1 1 0 0,1 0-1 0 0,-1-1 0 0 0,0 1 0 0 0,0-1 1 0 0,1 1-1 0 0,-1-1 0 0 0,0 0 0 0 0,0 0 1 0 0,0 0-1 0 0,0-1 0 0 0,0 1 0 0 0,0 0 1 0 0,0-1-1 0 0,0 1 0 0 0,-1-1 0 0 0,1 0 0 0 0,-1 1 1 0 0,1-1-1 0 0,-1 0 0 0 0,1 0 0 0 0,1-4 1 0 0,3-5-3 0 0,0-1 1 0 0,-1 0-1 0 0,7-19 0 0 0,-7 16-12 0 0,4-10-16 0 0,-2-1 0 0 0,6-44 0 0 0,7-25 11 0 0,-14 69-1315 0 0,-23 35-4987 0 0,12 32-4916 0 0,4-30 6241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4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4228 0 0,'7'34'11300'0'0,"-5"-28"-10620"0"0,0-1 0 0 0,0 1-1 0 0,1-1 1 0 0,0 1 0 0 0,0-1 0 0 0,0 0 0 0 0,0 0 0 0 0,1 0-1 0 0,0 0 1 0 0,8 7 0 0 0,-12-12-678 0 0,1 1 377 0 0,39-4 513 0 0,-36 1-865 0 0,0 1 0 0 0,0-1 0 0 0,1 0 1 0 0,-1 0-1 0 0,0 0 0 0 0,-1 0 0 0 0,1-1 0 0 0,0 0 0 0 0,-1 1 0 0 0,1-1 0 0 0,-1-1 0 0 0,0 1 1 0 0,0 0-1 0 0,0-1 0 0 0,-1 1 0 0 0,1-1 0 0 0,-1 0 0 0 0,0 0 0 0 0,0 0 0 0 0,0 0 1 0 0,0 0-1 0 0,-1-1 0 0 0,0 1 0 0 0,1-1 0 0 0,-2 1 0 0 0,1 0 0 0 0,0-1 0 0 0,-1 1 1 0 0,0-1-1 0 0,0 1 0 0 0,-1-1 0 0 0,1 0 0 0 0,-2-4 0 0 0,-3-8 125 0 0,3 6 1093 0 0,20 17-514 0 0,-12-2-668 0 0,1 0 0 0 0,-1 0-1 0 0,0 1 1 0 0,-1 0 0 0 0,1 0 0 0 0,-1 1 0 0 0,0-1 0 0 0,6 10 0 0 0,33 53 582 0 0,-15 15-140 0 0,-41-42-55 0 0,11-38-466 0 0,-1 0 0 0 0,0 0 1 0 0,0 0-1 0 0,-1-1 1 0 0,1 1-1 0 0,0-1 1 0 0,-1 1-1 0 0,1-1 1 0 0,-1 0-1 0 0,0 0 1 0 0,0 0-1 0 0,0 0 0 0 0,0-1 1 0 0,0 1-1 0 0,0-1 1 0 0,-1 0-1 0 0,1 0 1 0 0,0 0-1 0 0,-4 1 1 0 0,5-2-225 0 0,1-4-2203 0 0,1-1 1445 0 0,1 0 1 0 0,-1 0 0 0 0,1 1 0 0 0,0-1-1 0 0,0 1 1 0 0,0-1 0 0 0,0 1 0 0 0,1-1-1 0 0,3-6 1 0 0,5-8-1756 0 0,4-10-4636 0 0,-1 5 1021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4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98 5384 0 0,'-1'-2'1802'0'0,"1"2"-1201"0"0,0-1-1 0 0,-1 0 1 0 0,1 0-1 0 0,0 1 1 0 0,0-1 0 0 0,0 0-1 0 0,0 1 1 0 0,0-1-1 0 0,0 0 1 0 0,0 0 0 0 0,0 1-1 0 0,2-5 3604 0 0,-1 3-3603 0 0,15-10 4957 0 0,33-1-5188 0 0,-30 8 1346 0 0,102-36-1236 0 0,-112 36-761 0 0,-2 1-4294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4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5708 0 0,'0'0'8674'0'0,"29"4"-3895"0"0,-13-3-4197 0 0,1-2 0 0 0,-1 1-1 0 0,0-2 1 0 0,0 0 0 0 0,17-5 0 0 0,40-17-2067 0 0,-16-5-3646 0 0,-4-5-4678 0 0,-39 27 3600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4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7530 0 0,'0'0'8423'0'0,"-24"20"-3386"0"0,21-15-4758 0 0,0 0 0 0 0,1 0 0 0 0,0 1 0 0 0,0-1 0 0 0,0 1 0 0 0,0-1 0 0 0,1 1 0 0 0,0-1 0 0 0,0 1 0 0 0,1 0 0 0 0,-1-1 0 0 0,1 1 0 0 0,0 0 0 0 0,1 0 0 0 0,1 6 0 0 0,-2-9-281 0 0,1 0 1 0 0,0 1-1 0 0,0-1 1 0 0,0 0-1 0 0,0 0 1 0 0,1 0-1 0 0,-1 0 1 0 0,1 0-1 0 0,0-1 1 0 0,0 1-1 0 0,0 0 1 0 0,0-1-1 0 0,0 1 0 0 0,1-1 1 0 0,-1 0-1 0 0,1 0 1 0 0,-1 0-1 0 0,1 0 1 0 0,0 0-1 0 0,0 0 1 0 0,0-1-1 0 0,0 0 1 0 0,0 1-1 0 0,0-1 1 0 0,0 0-1 0 0,7 1 0 0 0,3 0-192 0 0,0-1 0 0 0,0-1 0 0 0,1 0-1 0 0,-1-1 1 0 0,0 0 0 0 0,0-1-1 0 0,0 0 1 0 0,0-1 0 0 0,0 0-1 0 0,0-1 1 0 0,-1-1 0 0 0,1 0 0 0 0,-1-1-1 0 0,-1 0 1 0 0,15-10 0 0 0,-24 15 171 0 0,-1 0 0 0 0,1 0-1 0 0,-1 0 1 0 0,0 0 0 0 0,1 0 0 0 0,-1 0 0 0 0,0-1 0 0 0,0 1 0 0 0,0 0 0 0 0,0-1 0 0 0,0 1 0 0 0,0-1 0 0 0,0 1 0 0 0,0-1 0 0 0,-1 1 0 0 0,1-1 0 0 0,0 0-1 0 0,0-2 1 0 0,-1 2-5 0 0,-1 1 0 0 0,1 0 0 0 0,0 0 0 0 0,-1 0 0 0 0,1 0 0 0 0,0 0-1 0 0,-1 0 1 0 0,1 0 0 0 0,-1 0 0 0 0,1 0 0 0 0,-1 0 0 0 0,0 0 0 0 0,0 0-1 0 0,1 1 1 0 0,-1-1 0 0 0,0 0 0 0 0,0 0 0 0 0,0 1 0 0 0,0-1 0 0 0,1 0 0 0 0,-3 0-1 0 0,-2-2-276 0 0,-1 1-1 0 0,0-1 1 0 0,0 1-1 0 0,0 0 1 0 0,0 1-1 0 0,0 0 1 0 0,0 0-1 0 0,-10-1 1 0 0,-50 10-4251 0 0,2 11-3659 0 0,38-9 2507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5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4054 0 0,'-3'0'12661'0'0,"5"16"-9009"0"0,6 21-1281 0 0,15 55 1633 0 0,-15-56-2560 0 0,16 45 0 0 0,-21-74-1325 0 0,24 55 554 0 0,-25-59-649 0 0,-1 0 0 0 0,1 0 1 0 0,0 0-1 0 0,0 0 1 0 0,0-1-1 0 0,0 1 1 0 0,1-1-1 0 0,-1 1 0 0 0,1-1 1 0 0,0 0-1 0 0,-1 0 1 0 0,1 0-1 0 0,0 0 1 0 0,0 0-1 0 0,0-1 1 0 0,6 2-1 0 0,-7-2-29 0 0,1-2-1 0 0,0 1 1 0 0,0 0 0 0 0,0 0-1 0 0,0-1 1 0 0,0 0 0 0 0,0 1-1 0 0,-1-1 1 0 0,1 0 0 0 0,0-1-1 0 0,-1 1 1 0 0,1 0 0 0 0,-1-1 0 0 0,1 1-1 0 0,-1-1 1 0 0,1 0 0 0 0,1-2-1 0 0,34-36-131 0 0,-29 27 78 0 0,-1 0 0 0 0,-1-1-1 0 0,0 0 1 0 0,-1-1 0 0 0,0 1 0 0 0,-1-1-1 0 0,-1 0 1 0 0,4-21 0 0 0,-3-4-390 0 0,-1 0 1 0 0,-2-43 0 0 0,-3 96-1988 0 0,1-11 2048 0 0,0-1 0 0 0,0 0 0 0 0,0 1 0 0 0,0-1 0 0 0,0 0 0 0 0,0 1 0 0 0,0-1 0 0 0,0 0 0 0 0,0 1 0 0 0,1-1 0 0 0,-1 0 0 0 0,0 0 0 0 0,1 1 1 0 0,-1-1-1 0 0,1 0 0 0 0,0 0 0 0 0,-1 0 0 0 0,1 0 0 0 0,0 0 0 0 0,-1 1 0 0 0,1-1 0 0 0,0 0 0 0 0,0-1 0 0 0,0 1 0 0 0,0 0 0 0 0,0 0 0 0 0,0 0 0 0 0,1-1 1 0 0,-1 1-1 0 0,0 0 0 0 0,2 0 0 0 0,0 1-562 0 0,2 0-229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6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1 722 0 0,'0'0'940'0'0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6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12 3838 0 0,'3'-12'12424'0'0,"-11"13"-7939"0"0,-16 16-473 0 0,9 0-3048 0 0,0 0 0 0 0,2 1 1 0 0,0 0-1 0 0,-18 38 0 0 0,13-30-766 0 0,16-24-313 0 0,0 0 0 0 0,0 1 0 0 0,0-1-1 0 0,0 1 1 0 0,1-1 0 0 0,-1 1 0 0 0,1-1 0 0 0,-1 1 0 0 0,1 0-1 0 0,0 0 1 0 0,0-1 0 0 0,1 1 0 0 0,-2 4 0 0 0,30-51-20482 0 0,-26 40 19862 0 0,5-14-2217 0 0,-2 7-920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6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7166 0 0,'-4'1'16478'0'0,"4"8"-13360"0"0,3 8-5326 0 0,0-12 3916 0 0,5 5-1497 0 0,1-1 1 0 0,0 0-1 0 0,1 0 0 0 0,0-1 0 0 0,0 0 1 0 0,18 9-1 0 0,36 15-2636 0 0,-60-31 1846 0 0,-1 0-1 0 0,0 0 1 0 0,1 0-1 0 0,-1 0 1 0 0,0-1-1 0 0,1 0 1 0 0,-1 1-1 0 0,1-1 1 0 0,-1-1 0 0 0,0 1-1 0 0,1 0 1 0 0,-1-1-1 0 0,0 0 1 0 0,1 1-1 0 0,-1-1 1 0 0,6-3-1 0 0,-6 2-424 0 0,1 1 0 0 0,-1-1-1 0 0,0-1 1 0 0,0 1-1 0 0,0 0 1 0 0,0-1 0 0 0,0 0-1 0 0,0 0 1 0 0,3-3 0 0 0,10-13-4400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6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67 5106 0 0,'-18'-2'7323'0'0,"32"2"2367"0"0,17-1-2883 0 0,-16 0-9189 0 0,-2-2 1942 0 0,1-1 0 0 0,-1-1 0 0 0,17-8 0 0 0,14-9-6960 0 0,-14 7-4874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7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85 5494 0 0,'-12'8'1278'0'0,"-5"5"9851"0"0,16-6-6857 0 0,10 1-4411 0 0,-7-7 816 0 0,27-1 624 0 0,-15-3-1298 0 0,1-2-1 0 0,-1 0 0 0 0,0-1 1 0 0,0 0-1 0 0,19-12 1 0 0,12-5-1951 0 0,-20 13 83 0 0,31-15-3866 0 0,-30 4-3601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7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47 5196 0 0,'-21'5'7053'0'0,"6"-1"4161"0"0,21 4-9515 0 0,-6-8-1656 0 0,0 1 1 0 0,1-1-1 0 0,-1 1 1 0 0,0-1 0 0 0,0 1-1 0 0,0-1 1 0 0,1 1-1 0 0,-1-1 1 0 0,0 1 0 0 0,0-1-1 0 0,1 1 1 0 0,-1-1-1 0 0,1 0 1 0 0,-1 1 0 0 0,0-1-1 0 0,1 1 1 0 0,-1-1-1 0 0,1 0 1 0 0,-1 1 0 0 0,1-1-1 0 0,-1 0 1 0 0,1 0-1 0 0,-1 1 1 0 0,1-1-1 0 0,17 1 144 0 0,0-1 0 0 0,0-1-1 0 0,0-1 1 0 0,0 0-1 0 0,0-2 1 0 0,0 0-1 0 0,-1-1 1 0 0,0 0 0 0 0,23-11-1 0 0,41-12-510 0 0,-79 28 250 0 0,-10-5-3328 0 0,3 3 2979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47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 4666 0 0,'-18'4'5138'0'0,"10"-1"221"0"0,4 3-4622 0 0,0 1 0 0 0,0-1 0 0 0,0 0 0 0 0,1 1 0 0 0,-1 0 0 0 0,2 0-1 0 0,-1 0 1 0 0,1 0 0 0 0,0 0 0 0 0,-1 15 0 0 0,1-8 16 0 0,1 1 1 0 0,1 0-1 0 0,0 0 0 0 0,4 25 1 0 0,0 2 17 0 0,-5-35-839 0 0,1 0-1 0 0,1-1 0 0 0,-1 1 1 0 0,1 0-1 0 0,0 0 0 0 0,1-1 1 0 0,0 1-1 0 0,0-1 0 0 0,0 1 1 0 0,1-1-1 0 0,0 0 0 0 0,0 0 1 0 0,0 0-1 0 0,6 8 0 0 0,-3-8-210 0 0,29 26-10884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50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5880 0 0,'0'0'8571'0'0,"-2"3"-7939"0"0,1 0 0 0 0,-1-1 0 0 0,1 1 0 0 0,0 0-1 0 0,0 0 1 0 0,0-1 0 0 0,1 1 0 0 0,-1 0 0 0 0,0 5-1 0 0,5 6 90 0 0,0 1 0 0 0,1-1 0 0 0,1 0 0 0 0,0-1 0 0 0,1 1 0 0 0,1-1 0 0 0,12 17 0 0 0,7 14 299 0 0,-20-32-707 0 0,8 16 442 0 0,27 36 0 0 0,-37-58-679 0 0,-1 0-1 0 0,1 0 1 0 0,1 0-1 0 0,-1-1 1 0 0,1 0-1 0 0,0 0 1 0 0,0 0 0 0 0,0-1-1 0 0,1 0 1 0 0,-1 0-1 0 0,12 4 1 0 0,-15-8-67 0 0,-1 1 0 0 0,1-1 0 0 0,-1 0 0 0 0,1 0 1 0 0,0 0-1 0 0,-1 0 0 0 0,1-1 0 0 0,-1 1 0 0 0,1-1 1 0 0,-1 1-1 0 0,1-1 0 0 0,-1 0 0 0 0,1 0 0 0 0,-1 0 1 0 0,0 0-1 0 0,1-1 0 0 0,-1 1 0 0 0,0 0 0 0 0,0-1 1 0 0,0 0-1 0 0,0 1 0 0 0,0-1 0 0 0,-1 0 0 0 0,1 0 1 0 0,0 0-1 0 0,2-4 0 0 0,5-8-2 0 0,-1 1 0 0 0,0-1-1 0 0,7-15 1 0 0,-13 24 0 0 0,5-8 32 0 0,-1 0 0 0 0,0 0 1 0 0,-1-1-1 0 0,-1 0 0 0 0,0 0 0 0 0,-1-1 0 0 0,0 1 0 0 0,1-19 0 0 0,3-16 437 0 0,-7 47-387 0 0,14 20-15236 0 0,7 9 4977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50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5176 0 0,'-20'16'3542'0'0,"18"-14"-2865"0"0,-1 0 0 0 0,0 0 0 0 0,1 0 0 0 0,0 0 0 0 0,-1 0 0 0 0,1 0 0 0 0,0 1 0 0 0,0-1 0 0 0,0 1 0 0 0,0-1 0 0 0,1 1 0 0 0,-1 0 0 0 0,1 0 0 0 0,-2 6 0 0 0,1-5-248 0 0,1 1 1 0 0,0-1 0 0 0,1 1-1 0 0,-1-1 1 0 0,1 1-1 0 0,0 0 1 0 0,0-1-1 0 0,0 1 1 0 0,1 0 0 0 0,0-1-1 0 0,-1 1 1 0 0,2 0-1 0 0,-1-1 1 0 0,0 0-1 0 0,1 1 1 0 0,4 7 0 0 0,-4-10-369 0 0,-1 1 1 0 0,1-1 0 0 0,-1 0-1 0 0,1 0 1 0 0,0 0 0 0 0,0 0 0 0 0,0 0-1 0 0,0 0 1 0 0,1 0 0 0 0,-1 0-1 0 0,0-1 1 0 0,1 1 0 0 0,-1-1 0 0 0,1 0-1 0 0,-1 0 1 0 0,1 0 0 0 0,0 0-1 0 0,-1 0 1 0 0,1-1 0 0 0,0 1 0 0 0,0-1-1 0 0,0 1 1 0 0,-1-1 0 0 0,1 0-1 0 0,0 0 1 0 0,0-1 0 0 0,0 1-1 0 0,4-1 1 0 0,1-1-67 0 0,-1 0 1 0 0,1 0-1 0 0,0 0 0 0 0,-1-1 1 0 0,1 0-1 0 0,-1-1 0 0 0,0 1 0 0 0,0-1 1 0 0,-1-1-1 0 0,1 1 0 0 0,-1-1 1 0 0,0-1-1 0 0,0 1 0 0 0,0-1 0 0 0,-1 0 1 0 0,0 0-1 0 0,0 0 0 0 0,0-1 1 0 0,6-13-1 0 0,-10 18 154 0 0,-14-15 1019 0 0,11 19-1151 0 0,1 1 1 0 0,-1-1-1 0 0,1 0 0 0 0,-1 1 0 0 0,1-1 0 0 0,0 1 1 0 0,0-1-1 0 0,0 1 0 0 0,0 0 0 0 0,0-1 0 0 0,1 1 0 0 0,-1 0 1 0 0,1 0-1 0 0,0-1 0 0 0,0 1 0 0 0,0 0 0 0 0,0 0 1 0 0,0-1-1 0 0,0 1 0 0 0,1 0 0 0 0,0 0 0 0 0,-1-1 1 0 0,1 1-1 0 0,1 2 0 0 0,7 14 96 0 0,0 0 0 0 0,1-1 0 0 0,22 30 1 0 0,4 6 84 0 0,-10-18-93 0 0,-22-32-99 0 0,0 1 0 0 0,-1 0-1 0 0,1 0 1 0 0,-1 0 0 0 0,0 0-1 0 0,0 0 1 0 0,0 1 0 0 0,-1 0-1 0 0,1-1 1 0 0,-2 1 0 0 0,1 0 0 0 0,-1 0-1 0 0,2 10 1 0 0,-3-15-15 0 0,-1 1 1 0 0,1-1-1 0 0,0 0 1 0 0,-1 1-1 0 0,1-1 1 0 0,-1 0-1 0 0,1 0 1 0 0,-1 0-1 0 0,0 1 1 0 0,1-1-1 0 0,-1 0 1 0 0,0 0-1 0 0,0 0 1 0 0,0 0-1 0 0,0 0 1 0 0,0 0-1 0 0,0-1 1 0 0,0 1-1 0 0,0 0 1 0 0,0 0-1 0 0,0-1 1 0 0,-1 1-1 0 0,1-1 1 0 0,0 1-1 0 0,0-1 1 0 0,-1 1-1 0 0,1-1 1 0 0,0 0-1 0 0,-1 0 1 0 0,-1 1-1 0 0,-39 1-240 0 0,38-3 112 0 0,1 1 1 0 0,-1 0 0 0 0,1-1-1 0 0,-1 0 1 0 0,1 0-1 0 0,0 0 1 0 0,-1 0 0 0 0,1 0-1 0 0,0-1 1 0 0,0 1 0 0 0,0-1-1 0 0,0 0 1 0 0,0 0 0 0 0,0 0-1 0 0,1 0 1 0 0,-1-1 0 0 0,1 1-1 0 0,-1-1 1 0 0,1 1 0 0 0,0-1-1 0 0,0 0 1 0 0,0 0 0 0 0,0 0-1 0 0,1 0 1 0 0,-1 0-1 0 0,1 0 1 0 0,0-1 0 0 0,0 1-1 0 0,0 0 1 0 0,0-1 0 0 0,0 1-1 0 0,0-6 1 0 0,1 1-656 0 0,1 1-1 0 0,-1-1 1 0 0,1 1-1 0 0,0-1 1 0 0,1 1 0 0 0,0 0-1 0 0,0-1 1 0 0,0 1-1 0 0,1 0 1 0 0,0 1-1 0 0,1-1 1 0 0,-1 0 0 0 0,1 1-1 0 0,6-8 1 0 0,14-18-6594 0 0,-12 16 1235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50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4570 0 0,'0'0'13883'0'0,"25"-23"-9912"0"0,68-15-2257 0 0,-30 18-5095 0 0,-61 19 2205 0 0,4 20-8065 0 0,-8-17 8825 0 0,0 1 0 0 0,0 0 0 0 0,0-1 0 0 0,0 1 0 0 0,-1-1 0 0 0,1 0 0 0 0,-1 0 0 0 0,1 0 1 0 0,-1 0-1 0 0,0 0 0 0 0,-3 2 0 0 0,-1 0-1195 0 0,0 2-2117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50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6022 0 0,'11'-3'14413'0'0,"11"-3"-9604"0"0,54-16-5326 0 0,-26 3-374 0 0,52-20-5057 0 0,-37 8-6063 0 0,-58 26 6152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51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116 102 3636 0 0,'0'0'11404'0'0,"-26"-6"-1338"0"0,-2 42-5573 0 0,26-32-4382 0 0,-1-1 0 0 0,1 1 0 0 0,0 0 0 0 0,1 0-1 0 0,-1 0 1 0 0,1 0 0 0 0,-1 0 0 0 0,1 0 0 0 0,1 1 0 0 0,-1-1-1 0 0,0 0 1 0 0,1 0 0 0 0,0 9 0 0 0,1-11-119 0 0,1 0 0 0 0,-1 0-1 0 0,0 0 1 0 0,1 0 0 0 0,-1 0 0 0 0,1-1 0 0 0,-1 1 0 0 0,1 0 0 0 0,0-1-1 0 0,0 1 1 0 0,0-1 0 0 0,0 0 0 0 0,0 0 0 0 0,0 0 0 0 0,0 0-1 0 0,0 0 1 0 0,0 0 0 0 0,1 0 0 0 0,-1-1 0 0 0,0 1 0 0 0,1-1-1 0 0,-1 1 1 0 0,0-1 0 0 0,1 0 0 0 0,-1 0 0 0 0,0 0 0 0 0,1 0 0 0 0,-1-1-1 0 0,5 0 1 0 0,5-1-29 0 0,-1 0-1 0 0,1 0 1 0 0,0-2 0 0 0,13-4-1 0 0,-16 4 4 0 0,0 0-1 0 0,-1-1 0 0 0,1 0 1 0 0,-1-1-1 0 0,0 0 0 0 0,-1 0 1 0 0,11-11-1 0 0,-16 16 50 0 0,-1-1 1 0 0,1 1-1 0 0,0-1 0 0 0,-1 1 0 0 0,1-1 1 0 0,-1 0-1 0 0,0 0 0 0 0,0 0 1 0 0,1 0-1 0 0,-1 0 0 0 0,0 0 1 0 0,-1 0-1 0 0,1 0 0 0 0,0-1 1 0 0,-1 1-1 0 0,1 0 0 0 0,-1 0 1 0 0,0-1-1 0 0,1 1 0 0 0,-1 0 1 0 0,0 0-1 0 0,0-1 0 0 0,-1 1 0 0 0,1 0 1 0 0,0-1-1 0 0,-1 1 0 0 0,0 0 1 0 0,1 0-1 0 0,-1 0 0 0 0,0 0 1 0 0,0-1-1 0 0,0 1 0 0 0,0 0 1 0 0,-1 1-1 0 0,1-1 0 0 0,-3-3 1 0 0,-2-1-42 0 0,-1 1 1 0 0,1-1 0 0 0,-2 1 0 0 0,1 1 0 0 0,0-1 0 0 0,-1 1 0 0 0,0 0-1 0 0,0 1 1 0 0,0 0 0 0 0,-11-3 0 0 0,-34-4-1931 0 0,0 4-5148 0 0,3 0-7200 0 0,37 4 6958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52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3580 0 0,'0'0'24048'0'0,"4"26"-22324"0"0,4 13-817 0 0,19 63 0 0 0,-22-86-856 0 0,1 0 1 0 0,1-1 0 0 0,0 0-1 0 0,1 0 1 0 0,0-1 0 0 0,17 21-1 0 0,-24-34-47 0 0,-1 0 0 0 0,1 0 0 0 0,0 0 0 0 0,0 0 0 0 0,-1 0 0 0 0,1 0 0 0 0,0-1 0 0 0,0 1 0 0 0,0 0 0 0 0,0 0 0 0 0,0-1 0 0 0,0 1 0 0 0,0-1 0 0 0,1 1 0 0 0,-1-1 0 0 0,0 1 0 0 0,0-1 0 0 0,0 0 0 0 0,1 1 0 0 0,-1-1 0 0 0,0 0 0 0 0,0 0-1 0 0,0 0 1 0 0,1 0 0 0 0,-1 0 0 0 0,0 0 0 0 0,3-1 0 0 0,-2 0 3 0 0,0 0 0 0 0,-1 0-1 0 0,1-1 1 0 0,0 1 0 0 0,0-1 0 0 0,-1 1-1 0 0,1-1 1 0 0,-1 0 0 0 0,0 0-1 0 0,1 0 1 0 0,-1 1 0 0 0,0-1-1 0 0,0 0 1 0 0,1-3 0 0 0,4-10 46 0 0,-1 0 0 0 0,0-1 0 0 0,2-19 0 0 0,-6 34-47 0 0,30-250 192 0 0,-29 241-209 0 0,5-34 625 0 0,-4 29-3921 0 0,2 22 1 0 0,-2 12-12519 0 0,-5-11 13472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53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 5032 0 0,'-35'0'13635'0'0,"13"8"-7869"0"0,18-4-5306 0 0,0 1 1 0 0,0-1-1 0 0,0 1 1 0 0,0 0-1 0 0,1 0 1 0 0,0 0-1 0 0,-5 12 1 0 0,-10 17 683 0 0,6-12-612 0 0,0 0 0 0 0,1 1 0 0 0,2 1 0 0 0,-10 33 0 0 0,13-32-428 0 0,4-20-205 0 0,0-1 1 0 0,1 1-1 0 0,0-1 1 0 0,0 1-1 0 0,0 0 0 0 0,1-1 1 0 0,-1 1-1 0 0,1 0 1 0 0,0 0-1 0 0,0-1 1 0 0,1 1-1 0 0,0 0 1 0 0,-1-1-1 0 0,2 1 0 0 0,2 8 1 0 0,-3-11-714 0 0,0-4 454 0 0,1 1-1 0 0,0-1 1 0 0,0 1 0 0 0,0-1-1 0 0,-1 1 1 0 0,2 0-1 0 0,-1 0 1 0 0,0 0 0 0 0,0 0-1 0 0,3-1 1 0 0,6-4-586 0 0,-6 1 245 0 0,1-1 1 0 0,-1 0-1 0 0,0 0 1 0 0,-1 0-1 0 0,1-1 1 0 0,-1 1-1 0 0,-1-1 1 0 0,1 0-1 0 0,-1 0 1 0 0,0-1 0 0 0,-1 1-1 0 0,0-1 1 0 0,1-7-1 0 0,2-8-553 0 0,-2 0-1 0 0,0-47 0 0 0,-3 69 1485 0 0,0-1 0 0 0,0 0-1 0 0,0 1 1 0 0,0-1-1 0 0,-1 0 1 0 0,1 1 0 0 0,-1-1-1 0 0,1 1 1 0 0,-1-1-1 0 0,0 0 1 0 0,1 1 0 0 0,-1 0-1 0 0,0-1 1 0 0,0 1 0 0 0,0-1-1 0 0,0 1 1 0 0,0 0-1 0 0,-1 0 1 0 0,1 0 0 0 0,0 0-1 0 0,0 0 1 0 0,-1 0-1 0 0,1 0 1 0 0,-1 0 0 0 0,1 0-1 0 0,-1 0 1 0 0,1 1-1 0 0,-1-1 1 0 0,0 1 0 0 0,1-1-1 0 0,-3 1 1 0 0,4 0-107 0 0,-1 0-1 0 0,1 0 1 0 0,-1 0 0 0 0,1 0 0 0 0,-1 0 0 0 0,1 0-1 0 0,-1 0 1 0 0,1 0 0 0 0,-1 0 0 0 0,1 0 0 0 0,-1 1-1 0 0,1-1 1 0 0,-1 0 0 0 0,1 0 0 0 0,-1 1 0 0 0,1-1-1 0 0,0 0 1 0 0,-1 1 0 0 0,1-1 0 0 0,-1 1 0 0 0,1-1-1 0 0,0 0 1 0 0,-1 1 0 0 0,1-1 0 0 0,0 1 0 0 0,0-1-1 0 0,-1 1 1 0 0,1-1 0 0 0,0 1 0 0 0,0-1 0 0 0,0 1-1 0 0,0-1 1 0 0,-1 1 0 0 0,1-1 0 0 0,0 1 0 0 0,0-1-1 0 0,0 1 1 0 0,0-1 0 0 0,0 1 0 0 0,0-1-1 0 0,1 2 1 0 0,-1 20 1442 0 0,2-16-1361 0 0,0-1-1 0 0,1 1 1 0 0,0-1 0 0 0,0 0-1 0 0,1 0 1 0 0,-1 0 0 0 0,1 0-1 0 0,0 0 1 0 0,0-1 0 0 0,1 0-1 0 0,-1 0 1 0 0,1 0 0 0 0,0 0-1 0 0,0-1 1 0 0,0 0 0 0 0,11 5-1 0 0,-3-2-385 0 0,-1-1-1 0 0,1 0 1 0 0,0-1 0 0 0,0-1-1 0 0,1 0 1 0 0,18 2-1 0 0,-31-5-1230 0 0,2-5-2703 0 0,-3 4 3515 0 0,1-1 0 0 0,-1 1 0 0 0,0-1 0 0 0,0 1 0 0 0,1 0 0 0 0,-1-1 0 0 0,0 1 0 0 0,0 0 0 0 0,0-1 0 0 0,-1 1 0 0 0,1-1 0 0 0,0 1 0 0 0,0 0 0 0 0,-1-1 0 0 0,1 1 0 0 0,-1 0 0 0 0,1 0 0 0 0,-1-1 0 0 0,0 1 0 0 0,1 0 0 0 0,-1 0 0 0 0,0 0 0 0 0,0 0 0 0 0,-1-2 0 0 0,-4-5-6199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53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10 130 3650 0 0,'0'0'10860'0'0,"0"0"-10518"0"0,-1-1 0 0 0,0 1 0 0 0,0-1-1 0 0,1 0 1 0 0,-1 1 0 0 0,0-1 0 0 0,1 0-1 0 0,-1 1 1 0 0,1-1 0 0 0,-1 0 0 0 0,1 0-1 0 0,-1 0 1 0 0,1 1 0 0 0,0-1-1 0 0,-1 0 1 0 0,1-2 0 0 0,36-21 2240 0 0,1-1-2002 0 0,1 2-1 0 0,43-20 0 0 0,-78 42-1325 0 0,-21 34-8330 0 0,0-3 5822 0 0,-2-1 0 0 0,-24 28-1 0 0,-12 16 4459 0 0,27-33 2917 0 0,28-38-3312 0 0,2-1-655 0 0,0 0 0 0 0,-1 0 0 0 0,1 0 0 0 0,0 0 0 0 0,0 0 0 0 0,-1 0 0 0 0,1 0 0 0 0,0 0 0 0 0,0 0 0 0 0,0-1 1 0 0,0 1-1 0 0,0 0 0 0 0,0-1 0 0 0,2 2 0 0 0,10-5 275 0 0,-1 0-1 0 0,0-1 1 0 0,0 0 0 0 0,0-1 0 0 0,0-1 0 0 0,-1 1 0 0 0,0-2 0 0 0,19-13 0 0 0,80-72 218 0 0,-104 87-644 0 0,51-44-2813 0 0,-51 30 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54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13 5476 0 0,'-2'-13'24070'0'0,"10"18"-26594"0"0,-6-2 2764 0 0,-1-1 0 0 0,1 1 0 0 0,-1 0 0 0 0,0 0-1 0 0,0 0 1 0 0,0 0 0 0 0,0 0 0 0 0,0 0 0 0 0,-1 0 0 0 0,0 0-1 0 0,1 1 1 0 0,-1-1 0 0 0,-1 6 0 0 0,2 4 373 0 0,4 20-259 0 0,1-1 1 0 0,2 0 0 0 0,1 0 0 0 0,17 41 0 0 0,-3-32 2499 0 0,-21-40-3059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5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20 243 5528 0 0,'-14'5'12913'0'0,"8"6"-5110"0"0,10 23-2785 0 0,17 17-6329 0 0,-14-37 3456 0 0,-2-5-2048 0 0,-1-1-40 0 0,-1-1 1 0 0,1 0-1 0 0,1 0 0 0 0,-1-1 1 0 0,1 1-1 0 0,0-1 1 0 0,1 0-1 0 0,0 0 1 0 0,8 6-1 0 0,-13-11-57 0 0,0 0 0 0 0,1-1 0 0 0,-1 1 0 0 0,0-1 0 0 0,1 0 0 0 0,-1 1 0 0 0,0-1 0 0 0,1 0 0 0 0,-1 0 0 0 0,0 0 0 0 0,1 0 0 0 0,-1 0 0 0 0,1 0 0 0 0,-1 0 0 0 0,0 0 0 0 0,1 0 0 0 0,-1-1 0 0 0,0 1 0 0 0,1-1 0 0 0,-1 1 0 0 0,0-1 0 0 0,0 1 0 0 0,1-1 0 0 0,-1 0 0 0 0,0 0 0 0 0,0 1 0 0 0,0-1 0 0 0,2-2 0 0 0,-3 3 0 0 0,7-7 0 0 0,0 0 0 0 0,-1-1 0 0 0,1 0 0 0 0,-2 0 0 0 0,1 0 0 0 0,-1-1 0 0 0,0 0 0 0 0,3-10 0 0 0,27-82 0 0 0,-23 62 0 0 0,-2 3 0 0 0,8-56 0 0 0,-3 11 0 0 0,-15 101-3008 0 0,2 41-8251 0 0,0 21-933 0 0,-2-61 5902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55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29 2902 0 0,'0'0'4525'0'0,"3"-4"-3145"0"0,0-20 17542 0 0,-8 33-17315 0 0,-1 18-1795 0 0,6-10 402 0 0,1-1 0 0 0,0 1 0 0 0,5 19 0 0 0,-5-31-203 0 0,0 0 0 0 0,1 0 1 0 0,-1-1-1 0 0,1 1 0 0 0,0-1 0 0 0,0 1 1 0 0,0-1-1 0 0,1 0 0 0 0,0 0 0 0 0,0 0 0 0 0,0 0 1 0 0,0 0-1 0 0,0 0 0 0 0,1-1 0 0 0,5 5 1 0 0,-6-7-21 0 0,-1 0 0 0 0,1 0 0 0 0,0 0 0 0 0,0 0 0 0 0,0 0 0 0 0,0-1 0 0 0,1 1 0 0 0,-1-1 0 0 0,0 0 0 0 0,0 0 0 0 0,0 0 0 0 0,0 0 0 0 0,0-1 0 0 0,0 1 0 0 0,0-1 0 0 0,0 0 0 0 0,0 0 0 0 0,0 0 0 0 0,0 0 0 0 0,0 0 0 0 0,5-4 0 0 0,7-3-42 0 0,-1-1 1 0 0,23-19-1 0 0,-31 24 9 0 0,22-32-48 0 0,-20 18 943 0 0,-10 22-842 0 0,0 0 0 0 0,0 0 0 0 0,0 0 1 0 0,1 1-1 0 0,-1-1 0 0 0,1 0 0 0 0,0 1 1 0 0,0-1-1 0 0,1 1 0 0 0,-1-1 1 0 0,1 1-1 0 0,0-1 0 0 0,1 7 0 0 0,8 64 289 0 0,31 87 457 0 0,-39-159-726 0 0,-1 1 0 0 0,1 0 0 0 0,-1 0 0 0 0,0 0 1 0 0,0 0-1 0 0,-1-1 0 0 0,1 1 0 0 0,-1 0 0 0 0,0 0 0 0 0,0-1 0 0 0,0 1 0 0 0,0 0 0 0 0,-1-1 1 0 0,1 1-1 0 0,-1-1 0 0 0,0 1 0 0 0,0-1 0 0 0,0 0 0 0 0,-1 0 0 0 0,1 0 0 0 0,-1 0 0 0 0,1 0 1 0 0,-1-1-1 0 0,0 1 0 0 0,0-1 0 0 0,0 0 0 0 0,-1 0 0 0 0,1 0 0 0 0,-7 3 0 0 0,5-3-39 0 0,0 0-1 0 0,0 0 0 0 0,-1-1 0 0 0,1 1 0 0 0,-1-1 0 0 0,1-1 0 0 0,-1 1 1 0 0,1-1-1 0 0,-1 0 0 0 0,1 0 0 0 0,-1 0 0 0 0,1-1 0 0 0,-1 0 1 0 0,1 0-1 0 0,-1 0 0 0 0,1-1 0 0 0,0 0 0 0 0,0 0 0 0 0,0 0 1 0 0,-6-4-1 0 0,8 4-205 0 0,1 0 0 0 0,-1-1 0 0 0,1 1 1 0 0,-1-1-1 0 0,1 1 0 0 0,0-1 0 0 0,0 0 1 0 0,0 0-1 0 0,1 0 0 0 0,-1 0 0 0 0,1 0 1 0 0,0-1-1 0 0,-1 1 0 0 0,1 0 0 0 0,1-1 1 0 0,-1 1-1 0 0,0 0 0 0 0,1-1 0 0 0,0 1 1 0 0,0-1-1 0 0,0 1 0 0 0,0-1 0 0 0,0 1 1 0 0,1-1-1 0 0,0 1 0 0 0,-1 0 0 0 0,1-1 0 0 0,0 1 1 0 0,1 0-1 0 0,1-4 0 0 0,1-3-1678 0 0,0 0-1 0 0,1 0 0 0 0,11-16 1 0 0,20-17-10300 0 0,-25 35 6082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56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8850 0 0,'3'-8'12846'0'0,"15"-3"-7801"0"0,37-16-5418 0 0,-30 15 1767 0 0,27-17-1111 0 0,-9 6-1536 0 0,-14 9-2390 0 0,-24 14-670 0 0,-4 1 4091 0 0,-1-1 0 0 0,1 1 1 0 0,0 0-1 0 0,-1-1 1 0 0,1 1-1 0 0,0-1 0 0 0,-1 1 1 0 0,1 0-1 0 0,-1 0 1 0 0,1-1-1 0 0,-1 1 0 0 0,1 0 1 0 0,-1 0-1 0 0,0 0 1 0 0,0-1-1 0 0,1 1 1 0 0,-1 0-1 0 0,0 0 0 0 0,0 0 1 0 0,0 0-1 0 0,0 0 1 0 0,0-1-1 0 0,0 1 0 0 0,0 0 1 0 0,0 1-1 0 0,-15 30-2080 0 0,-39 26 2678 0 0,50-54-463 0 0,-96 99 6649 0 0,99-102-5870 0 0,1-1-631 0 0,-1 1 0 0 0,1-1 0 0 0,-1 0 0 0 0,1 1 1 0 0,-1-1-1 0 0,1 1 0 0 0,-1-1 0 0 0,1 1 0 0 0,-1-1 0 0 0,1 1 1 0 0,0-1-1 0 0,-1 1 0 0 0,1-1 0 0 0,0 1 0 0 0,-1-1 1 0 0,1 1-1 0 0,0 0 0 0 0,0-1 0 0 0,0 1 0 0 0,-1 0 1 0 0,1-1-1 0 0,0 1 0 0 0,0-1 0 0 0,0 1 0 0 0,0 0 1 0 0,0-1-1 0 0,0 1 0 0 0,0 0 0 0 0,1 0 0 0 0,16 4 1526 0 0,-12-5-1419 0 0,0 0 0 0 0,0-1 0 0 0,0 0 0 0 0,0 0 0 0 0,0 0 0 0 0,9-4 0 0 0,26-17-390 0 0,83-52-4231 0 0,-105 61 2044 0 0,-1 0-1 0 0,0-1 1 0 0,-1 0 0 0 0,21-26-1 0 0,-27 28-268 0 0,-2-2-825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9:56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108 103 3646 0 0,'0'0'1071'0'0,"-2"-2"-680"0"0,-13-14 11106 0 0,9 12-9169 0 0,6 4-2113 0 0,-1 0 1 0 0,0 0-1 0 0,1 0 0 0 0,-1 0 0 0 0,0 0 0 0 0,1 0 1 0 0,-1 0-1 0 0,1 0 0 0 0,-1 0 0 0 0,0 0 0 0 0,1 0 1 0 0,-1 0-1 0 0,0 1 0 0 0,1-1 0 0 0,-1 0 0 0 0,1 0 1 0 0,-1 1-1 0 0,1-1 0 0 0,-1 0 0 0 0,1 1 0 0 0,-1-1 1 0 0,1 1-1 0 0,-1-1 0 0 0,1 1 0 0 0,-1-1 0 0 0,0 2 1 0 0,-12 22 2292 0 0,-1 26-486 0 0,13-46-1936 0 0,0 1 1 0 0,0-1 0 0 0,1 0-1 0 0,0 1 1 0 0,0-1-1 0 0,0 1 1 0 0,1-1 0 0 0,0 1-1 0 0,-1-1 1 0 0,1 1-1 0 0,1-1 1 0 0,-1 0 0 0 0,1 0-1 0 0,0 0 1 0 0,0 0-1 0 0,0 0 1 0 0,5 7 0 0 0,-5-8-88 0 0,1-1-1 0 0,-1-1 1 0 0,1 1 0 0 0,-1 0 0 0 0,1-1 0 0 0,0 1 0 0 0,0-1 0 0 0,0 0 0 0 0,0 0 0 0 0,0 0 0 0 0,0 0 0 0 0,0 0 0 0 0,0-1-1 0 0,0 0 1 0 0,0 1 0 0 0,0-1 0 0 0,0 0 0 0 0,0 0 0 0 0,0-1 0 0 0,0 1 0 0 0,1-1 0 0 0,-1 0 0 0 0,0 1 0 0 0,0-1 0 0 0,-1 0-1 0 0,1-1 1 0 0,4-1 0 0 0,8-4-32 0 0,-1 0 0 0 0,0-1-1 0 0,-1 0 1 0 0,1-1-1 0 0,19-17 1 0 0,-29 22 83 0 0,0 0 0 0 0,0 1-1 0 0,0-1 1 0 0,0 0 0 0 0,-1-1-1 0 0,0 1 1 0 0,1-1 0 0 0,-2 1-1 0 0,1-1 1 0 0,-1 0 0 0 0,1 0 0 0 0,-1 0-1 0 0,-1 0 1 0 0,1-1 0 0 0,-1 1-1 0 0,0 0 1 0 0,0-1 0 0 0,0 1 0 0 0,-1-1-1 0 0,0-7 1 0 0,-1 9-13 0 0,0 0 0 0 0,0 0 0 0 0,-1 0 0 0 0,0 1 0 0 0,1-1-1 0 0,-1 0 1 0 0,-1 1 0 0 0,1-1 0 0 0,0 1 0 0 0,-1 0 0 0 0,0 0 0 0 0,1 0 0 0 0,-1 0 0 0 0,-1 0 0 0 0,1 1 0 0 0,0-1 0 0 0,-1 1 0 0 0,-6-4-1 0 0,4 3-195 0 0,1 1 0 0 0,-1 0 0 0 0,1-1 0 0 0,-1 2 0 0 0,0-1 0 0 0,0 1 0 0 0,1 0 0 0 0,-1 0 0 0 0,0 0 0 0 0,0 1-1 0 0,0 0 1 0 0,-10 1 0 0 0,6 1-950 0 0,0 1 0 0 0,1-1-1 0 0,-1 2 1 0 0,1 0 0 0 0,0 0-1 0 0,-12 7 1 0 0,-26 19-8598 0 0,31-19 5429 0 0,-3 1-4221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25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22 116 7274 0 0,'-2'-1'6049'0'0,"-17"-3"3474"0"0,58-10-6759 0 0,41-21 0 0 0,-51 21-2783 0 0,0 1 0 0 0,0 2-1 0 0,47-12 1 0 0,-74 22 5 0 0,6 4 44 0 0,-7-3-26 0 0,0 0-1 0 0,-1 0 0 0 0,1 0 0 0 0,0 0 0 0 0,-1 0 0 0 0,1 0 0 0 0,0 0 1 0 0,-1 0-1 0 0,1 0 0 0 0,-1 1 0 0 0,1-1 0 0 0,0 0 0 0 0,-1 0 1 0 0,1 1-1 0 0,-1-1 0 0 0,1 0 0 0 0,0 1 0 0 0,-1-1 0 0 0,1 1 0 0 0,-1-1 1 0 0,1 0-1 0 0,-1 1 0 0 0,0-1 0 0 0,1 2 0 0 0,-4 61 487 0 0,-4 0 0 0 0,-2-1 0 0 0,-25 86 0 0 0,28-124-370 0 0,1 0 0 0 0,1 1 0 0 0,-2 45 0 0 0,6-60-204 0 0,0-1-1 0 0,1 0 0 0 0,0 0 0 0 0,1 0 0 0 0,0 0 0 0 0,0 0 0 0 0,1-1 0 0 0,0 1 0 0 0,1-1 0 0 0,0 1 1 0 0,0-1-1 0 0,0 0 0 0 0,9 10 0 0 0,-12-17-162 0 0,31-2-729 0 0,-31 1 937 0 0,0-1 1 0 0,0 1 0 0 0,-1-1-1 0 0,1 1 1 0 0,0-1-1 0 0,-1 0 1 0 0,1 1-1 0 0,-1-1 1 0 0,1 0 0 0 0,0 1-1 0 0,-1-1 1 0 0,0 0-1 0 0,1 1 1 0 0,-1-1 0 0 0,1 0-1 0 0,-1 0 1 0 0,0 0-1 0 0,1 1 1 0 0,-1-1-1 0 0,0-2 1 0 0,0-5-3504 0 0,-1-4-6750 0 0,-5 13 5699 0 0,-15 2 369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25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70 7188 0 0,'-12'2'19028'0'0,"32"-1"-15502"0"0,19-1-6395 0 0,-29 0 4600 0 0,27-5-1715 0 0,0-2-1 0 0,0-2 1 0 0,-1-1 0 0 0,-1-1-1 0 0,40-19 1 0 0,-73 29-60 0 0,15 3 27 0 0,-17-2 4 0 0,-24 11-1098 0 0,5-1-1228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26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38 2252 0 0,'-5'-12'4162'0'0,"10"5"-5630"0"0,2 0 828 0 0,0 2-2134 0 0,4-1 1248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40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0 4154 0 0,'0'0'10512'0'0,"-25"16"-4480"0"0,16-7-5527 0 0,1 0 0 0 0,1 0 0 0 0,-1 1 0 0 0,1 0 0 0 0,1 0 0 0 0,0 0-1 0 0,-5 14 1 0 0,2-6-292 0 0,-14 29 612 0 0,-24 70-1 0 0,51-151-10659 0 0,15-112-2760 0 0,-19 120 8440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40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4648 0 0,'0'-10'2356'0'0,"2"15"2076"0"0,4 13 390 0 0,2-6-4748 0 0,40 49 4013 0 0,-35-42-3687 0 0,2-1 1 0 0,0 0-1 0 0,1 0 0 0 0,0-2 0 0 0,2 0 1 0 0,0-1-1 0 0,20 14 0 0 0,-35-28-672 0 0,0 1 1 0 0,1-1-1 0 0,-1 0 0 0 0,0 0 0 0 0,0 0 0 0 0,1 0 1 0 0,-1-1-1 0 0,0 1 0 0 0,1-1 0 0 0,3 0 1 0 0,-2 0-687 0 0,0 0 0 0 0,-1-1 1 0 0,1 0-1 0 0,-1 0 0 0 0,1 0 0 0 0,-1 0 1 0 0,0-1-1 0 0,0 0 0 0 0,1 0 1 0 0,4-4-1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43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14 408 0 0,'0'0'923'0'0,"16"-9"13022"0"0,-18 8-13715 0 0,1 0-1 0 0,-1 1 1 0 0,0-1-1 0 0,0 1 0 0 0,0-1 1 0 0,0 1-1 0 0,0 0 0 0 0,0 0 1 0 0,0 0-1 0 0,0 0 0 0 0,0 0 1 0 0,0 1-1 0 0,0-1 0 0 0,0 0 1 0 0,1 1-1 0 0,-1 0 0 0 0,0-1 1 0 0,0 1-1 0 0,0 0 0 0 0,1 0 1 0 0,-1 0-1 0 0,0 0 0 0 0,1 0 1 0 0,-1 0-1 0 0,1 1 0 0 0,-1-1 1 0 0,1 0-1 0 0,-2 3 0 0 0,-6 11-955 0 0,8-13 1128 0 0,4 4-367 0 0,-3-5-25 0 0,0 0 0 0 0,1 0 0 0 0,-1 1 0 0 0,1-1-1 0 0,-1 0 1 0 0,1 0 0 0 0,-1 0 0 0 0,1 0 0 0 0,0 0 0 0 0,-1 0 0 0 0,1 0-1 0 0,0 0 1 0 0,0 0 0 0 0,0 0 0 0 0,0 0 0 0 0,0 0 0 0 0,0 0-1 0 0,1 0 1 0 0,56 17 1782 0 0,-60-14-1704 0 0,0-1-1 0 0,0 1 0 0 0,-1-1 1 0 0,1 0-1 0 0,-1 0 1 0 0,0 0-1 0 0,-6 4 1 0 0,6-4-31 0 0,-5 4-9 0 0,0-1 1 0 0,-1 0-1 0 0,0-1 1 0 0,0 0-1 0 0,0 0 0 0 0,0-1 1 0 0,0 0-1 0 0,-14 3 1 0 0,21-6-69 0 0,-21-7-1757 0 0,54-28-1819 0 0,20-8-6711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44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2 6152 0 0,'-2'0'689'0'0,"-1"-1"0"0"0,1 1 0 0 0,-1 0 1 0 0,1 0-1 0 0,0 0 0 0 0,-1 0 0 0 0,1 1 0 0 0,0-1 0 0 0,-1 0 0 0 0,1 1 0 0 0,0 0 0 0 0,0 0 0 0 0,-1 0 0 0 0,1 0 1 0 0,-2 1-1 0 0,0 1-150 0 0,0 0 0 0 0,0 0 0 0 0,0 0 0 0 0,1 0 0 0 0,0 0 0 0 0,0 1 0 0 0,-4 5 0 0 0,-4 8-549 0 0,1 1 0 0 0,-14 36 0 0 0,9-20 1122 0 0,0-5-981 0 0,-10 22-460 0 0,7-20-2624 0 0,17-30 2077 0 0,-1-12-6016 0 0,1 0 5136 0 0,0 0 0 0 0,0-21 0 0 0,1 27 1106 0 0,5-14-629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44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2504 0 0,'0'0'3245'0'0,"-18"24"4162"0"0,17-19-7036 0 0,-1 0 0 0 0,1 0 0 0 0,0 1 0 0 0,0-1 0 0 0,1 0 0 0 0,-1 0 0 0 0,1 0 0 0 0,1 0 0 0 0,-1 1 0 0 0,1-1 0 0 0,-1 0 0 0 0,1 0 0 0 0,1 0 0 0 0,-1 0 0 0 0,1 0 0 0 0,0 0 0 0 0,4 6-1 0 0,-3-4-326 0 0,0-1 0 0 0,1 0 0 0 0,0 0 0 0 0,0 0 0 0 0,1 0 0 0 0,-1-1 0 0 0,1 0 0 0 0,1 0 0 0 0,-1 0 0 0 0,1 0 0 0 0,-1-1 0 0 0,9 5 0 0 0,-7-6-510 0 0,-1 0 0 0 0,1 0 1 0 0,-1 0-1 0 0,1-1 0 0 0,9 2 1 0 0,-14-4 63 0 0,0 0 1 0 0,0 0 0 0 0,0 0 0 0 0,0 0-1 0 0,0 0 1 0 0,0 0 0 0 0,0 0-1 0 0,0-1 1 0 0,0 1 0 0 0,0-1 0 0 0,0 1-1 0 0,0-1 1 0 0,0 0 0 0 0,0 0-1 0 0,-1 0 1 0 0,1 0 0 0 0,0 0 0 0 0,-1 0-1 0 0,1 0 1 0 0,-1-1 0 0 0,1 1-1 0 0,-1-1 1 0 0,3-2 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45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32 116 3400 0 0,'0'0'12013'0'0,"31"6"-11333"0"0,-22-9-732 0 0,0-1 1 0 0,0-1-1 0 0,-1 1 0 0 0,1-2 1 0 0,-1 1-1 0 0,0-1 0 0 0,0 0 1 0 0,-1-1-1 0 0,0 0 0 0 0,0 0 1 0 0,9-12-1 0 0,-3 5-286 0 0,-12 13 152 0 0,-3-25-76 0 0,-1 26 326 0 0,-1-1 0 0 0,1 1-1 0 0,-1 0 1 0 0,1 0 0 0 0,-1 0 0 0 0,1 0 0 0 0,-1 0 0 0 0,1 1 0 0 0,-1 0 0 0 0,1 0 0 0 0,0 0-1 0 0,-1 0 1 0 0,1 0 0 0 0,0 1 0 0 0,0-1 0 0 0,0 1 0 0 0,-5 3 0 0 0,-49 44 1939 0 0,33-27-913 0 0,21-20-949 0 0,1 1 0 0 0,-1 0 1 0 0,0 0-1 0 0,1 0 0 0 0,-1 0 1 0 0,1 0-1 0 0,0 0 0 0 0,0 0 1 0 0,0 1-1 0 0,0-1 0 0 0,1 1 1 0 0,0 0-1 0 0,-1-1 0 0 0,1 1 1 0 0,1 0-1 0 0,-1 0 0 0 0,0 0 1 0 0,1 0-1 0 0,0 6 0 0 0,0-9-141 0 0,0 0 0 0 0,1 1 0 0 0,-1-1 0 0 0,0 0 0 0 0,1 1 1 0 0,-1-1-1 0 0,1 0 0 0 0,0 1 0 0 0,-1-1 0 0 0,1 0 0 0 0,0 0 0 0 0,0 0 0 0 0,0 0 0 0 0,-1 0 0 0 0,1 0 0 0 0,0 0 0 0 0,1 0 0 0 0,-1 0 0 0 0,0 0 0 0 0,0 0 0 0 0,2 0 0 0 0,-1 0-58 0 0,1 0-1 0 0,0 0 0 0 0,0-1 0 0 0,-1 1 0 0 0,1-1 0 0 0,0 0 0 0 0,0 0 1 0 0,0 0-1 0 0,0 0 0 0 0,0 0 0 0 0,-1-1 0 0 0,1 1 0 0 0,0-1 0 0 0,3-1 1 0 0,24-9-683 0 0,-1-1 0 0 0,0-1 0 0 0,28-18 1 0 0,4-2-817 0 0,-89 73-6739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45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58 4236 0 0,'0'0'3324'0'0,"-12"16"2751"0"0,0 2-4138 0 0,12-15-1915 0 0,0-1 0 0 0,0 1 0 0 0,0 0 0 0 0,0-1-1 0 0,0 1 1 0 0,0-1 0 0 0,1 1 0 0 0,-1 0 0 0 0,1-1 0 0 0,0 1-1 0 0,0-1 1 0 0,0 0 0 0 0,0 1 0 0 0,0-1 0 0 0,1 0 0 0 0,-1 1 0 0 0,0-1-1 0 0,1 0 1 0 0,0 0 0 0 0,0 0 0 0 0,-1-1 0 0 0,1 1 0 0 0,0 0-1 0 0,0-1 1 0 0,1 1 0 0 0,-1-1 0 0 0,0 1 0 0 0,0-1 0 0 0,1 0-1 0 0,-1 0 1 0 0,1 0 0 0 0,-1 0 0 0 0,1-1 0 0 0,-1 1 0 0 0,1-1 0 0 0,-1 1-1 0 0,1-1 1 0 0,0 0 0 0 0,-1 0 0 0 0,1 0 0 0 0,0-1 0 0 0,4 0-1 0 0,8-1-130 0 0,0-1 0 0 0,0-1-1 0 0,-1-1 1 0 0,0 0-1 0 0,0 0 1 0 0,15-9-1 0 0,-15 8-65 0 0,0-1-1 0 0,-1-1 0 0 0,0 0 0 0 0,0-1 0 0 0,-1 0 0 0 0,0-1 0 0 0,-1 0 1 0 0,12-14-1 0 0,-22 23 194 0 0,0 1-1 0 0,-1-1 1 0 0,1 1 0 0 0,-1 0 0 0 0,1-1 0 0 0,-1 1-1 0 0,1-1 1 0 0,-1 0 0 0 0,0 1 0 0 0,1-1 0 0 0,-1 1 0 0 0,1-1-1 0 0,-1 1 1 0 0,0-1 0 0 0,0 0 0 0 0,1 1 0 0 0,-1-1-1 0 0,0 0 1 0 0,0 1 0 0 0,0-1 0 0 0,0 0 0 0 0,0 0-1 0 0,0 1 1 0 0,0-1 0 0 0,0 0 0 0 0,0 1 0 0 0,0-1 0 0 0,0 0-1 0 0,0 1 1 0 0,-1-1 0 0 0,1 0 0 0 0,0 1 0 0 0,0-1-1 0 0,-1 0 1 0 0,1 1 0 0 0,0-1 0 0 0,-1 1 0 0 0,1-1-1 0 0,-1 1 1 0 0,1-1 0 0 0,-1 1 0 0 0,1-1 0 0 0,-1 1 0 0 0,1-1-1 0 0,-1 1 1 0 0,1 0 0 0 0,-1-1 0 0 0,0 1 0 0 0,1 0-1 0 0,-1-1 1 0 0,0 1 0 0 0,1 0 0 0 0,-1 0 0 0 0,0 0-1 0 0,1-1 1 0 0,-1 1 0 0 0,0 0 0 0 0,1 0 0 0 0,-1 0 0 0 0,-1 0-1 0 0,0 0 63 0 0,-1 0 0 0 0,0 0 0 0 0,0 0 0 0 0,0 1 0 0 0,0-1 0 0 0,0 1 0 0 0,1 0 0 0 0,-1 0 0 0 0,0-1 0 0 0,1 2 0 0 0,-1-1 0 0 0,0 0 0 0 0,1 1 0 0 0,-3 1 0 0 0,2-1-46 0 0,1 0-1 0 0,-1 0 1 0 0,1 1-1 0 0,0-1 1 0 0,0 0-1 0 0,0 1 1 0 0,0 0 0 0 0,1-1-1 0 0,-1 1 1 0 0,1 0-1 0 0,-1 0 1 0 0,1 0-1 0 0,0 0 1 0 0,0 0-1 0 0,0 0 1 0 0,1 0 0 0 0,-1 0-1 0 0,1 1 1 0 0,0-1-1 0 0,0 0 1 0 0,0 0-1 0 0,0 0 1 0 0,0 0-1 0 0,1 1 1 0 0,-1-1 0 0 0,1 0-1 0 0,0 0 1 0 0,0 0-1 0 0,0 0 1 0 0,0 0-1 0 0,1 0 1 0 0,-1 0-1 0 0,1-1 1 0 0,3 5 0 0 0,6 8-12 0 0,1-1 0 0 0,1-1 1 0 0,0 0-1 0 0,30 22 1 0 0,-8-7 208 0 0,-14-10-34 0 0,-14-13-144 0 0,0 0 1 0 0,-1 1 0 0 0,0-1 0 0 0,0 1 0 0 0,-1 1 0 0 0,1-1 0 0 0,6 12 0 0 0,-14-15-28 0 0,1 0 1 0 0,-1 0 0 0 0,1-1-1 0 0,-1 1 1 0 0,0 0-1 0 0,0-1 1 0 0,0 0-1 0 0,-1 1 1 0 0,-4 2 0 0 0,3-3-21 0 0,-1-1 0 0 0,0 0 0 0 0,1 0 0 0 0,-1-1 0 0 0,0 1 0 0 0,0-1 0 0 0,0 0 0 0 0,1-1 1 0 0,-1 1-1 0 0,0-1 0 0 0,0 0 0 0 0,1 0 0 0 0,-1 0 0 0 0,0-1 0 0 0,1 1 0 0 0,-1-1 1 0 0,-4-3-1 0 0,3 1-102 0 0,0 0 1 0 0,0 0 0 0 0,0 0 0 0 0,1 0 0 0 0,0-1 0 0 0,0 0-1 0 0,0 0 1 0 0,1 0 0 0 0,0-1 0 0 0,0 0 0 0 0,-5-8 0 0 0,8 12-107 0 0,0 0 0 0 0,0 0 0 0 0,0-1 1 0 0,0 1-1 0 0,0 0 0 0 0,1 0 0 0 0,-1-1 1 0 0,1 1-1 0 0,-1-1 0 0 0,1 1 1 0 0,0 0-1 0 0,0-1 0 0 0,0 1 0 0 0,0-1 1 0 0,1 1-1 0 0,-1 0 0 0 0,1-1 1 0 0,-1 1-1 0 0,1 0 0 0 0,0-1 0 0 0,0 1 1 0 0,0 0-1 0 0,0 0 0 0 0,0 0 0 0 0,0 0 1 0 0,1 0-1 0 0,1-3 0 0 0,0 3-328 0 0,-1 0-1 0 0,1-1 1 0 0,0 1-1 0 0,-1 1 1 0 0,1-1-1 0 0,0 0 1 0 0,0 1-1 0 0,0-1 1 0 0,0 1-1 0 0,0 0 1 0 0,1 0-1 0 0,-1 0 1 0 0,0 0-1 0 0,0 1 1 0 0,1-1-1 0 0,-1 1 1 0 0,0 0-1 0 0,6 0 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4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 1884 0 0,'0'0'13024'0'0,"-1"3"-12810"0"0,0-1 1 0 0,0 1 0 0 0,0 0-1 0 0,0 0 1 0 0,-1-1 0 0 0,1 1-1 0 0,-1-1 1 0 0,0 0 0 0 0,-3 4-1 0 0,-43 18 6078 0 0,49-22-6382 0 0,1 1 62 0 0,0-1 0 0 0,0 0 1 0 0,-1-1-1 0 0,1 1 0 0 0,1 0 0 0 0,-1 0 1 0 0,0-1-1 0 0,0 0 0 0 0,3 2 1 0 0,36 2-177 0 0,-10-1 43 0 0,44 10 0 0 0,-73-13-37 0 0,-3 2 13 0 0,0 0 167 0 0,0 0-1 0 0,0-1 1 0 0,-1 1 0 0 0,1 0-1 0 0,-1 0 1 0 0,1-1 0 0 0,-1 1-1 0 0,0-1 1 0 0,0 1 0 0 0,-5 3-1 0 0,1-2-231 0 0,-1-1 0 0 0,0 1 0 0 0,0-1 0 0 0,0 0 0 0 0,0-1 0 0 0,-1 0 0 0 0,1 0 0 0 0,-1 0 0 0 0,-11 0 0 0 0,17-2-389 0 0,3-4-1017 0 0,-1 0 904 0 0,1 1 0 0 0,-1-1 0 0 0,1 0 0 0 0,1 0 0 0 0,-1 0 0 0 0,0 1 0 0 0,1-1 0 0 0,0 1 1 0 0,0-1-1 0 0,0 1 0 0 0,0-1 0 0 0,0 1 0 0 0,1 0 0 0 0,0 0 0 0 0,-1 0 0 0 0,1 1 0 0 0,4-4 0 0 0,6-3-2776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47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26 4870 0 0,'0'0'7831'0'0,"-6"27"-5349"0"0,7-23-2437 0 0,0-1-1 0 0,1 1 1 0 0,-1-1-1 0 0,1 0 1 0 0,0 1-1 0 0,-1-1 0 0 0,2 0 1 0 0,-1 0-1 0 0,0 0 1 0 0,1-1-1 0 0,-1 1 1 0 0,1 0-1 0 0,0-1 1 0 0,-1 0-1 0 0,1 1 1 0 0,1-1-1 0 0,-1 0 1 0 0,0-1-1 0 0,4 3 1 0 0,-1-3-70 0 0,0 1 0 0 0,0-1 0 0 0,0 0 0 0 0,0 0 0 0 0,0 0 0 0 0,0-1 0 0 0,0 0 0 0 0,0 0 0 0 0,1-1 0 0 0,9-2 0 0 0,-1 0-155 0 0,-1-1 0 0 0,-1 0 1 0 0,1-2-1 0 0,-1 1 0 0 0,1-2 0 0 0,-2 0 0 0 0,1 0 1 0 0,-1-1-1 0 0,14-12 0 0 0,-15 12 103 0 0,-9 7 202 0 0,1 0 0 0 0,-1-1 0 0 0,0 0 1 0 0,1 1-1 0 0,-1-1 0 0 0,0 0 0 0 0,0 0 1 0 0,0 0-1 0 0,-1 0 0 0 0,1 0 0 0 0,0 0 1 0 0,-1-1-1 0 0,1 1 0 0 0,1-6 0 0 0,-34 23 639 0 0,28-11-721 0 0,0-1 0 0 0,0 1 0 0 0,1 0 0 0 0,-1 0-1 0 0,1 1 1 0 0,0-1 0 0 0,0 0 0 0 0,1 1 0 0 0,-1-1 0 0 0,1 1 0 0 0,0 0 0 0 0,0-1 0 0 0,1 1 0 0 0,-1 0 0 0 0,1 0 0 0 0,0-1-1 0 0,0 1 1 0 0,2 8 0 0 0,0 2 84 0 0,0-1-1 0 0,1 0 1 0 0,1-1-1 0 0,0 1 1 0 0,8 16-1 0 0,2-6-1 0 0,-12-22-80 0 0,0 0 0 0 0,-1 0 0 0 0,1 0 0 0 0,0 0 0 0 0,-1 1 0 0 0,0-1 0 0 0,0 0 0 0 0,1 1 0 0 0,-1-1 0 0 0,-1 1 0 0 0,1 0 0 0 0,0-1 0 0 0,-1 1 0 0 0,1 0 0 0 0,-1-1 0 0 0,0 1 0 0 0,0 0 0 0 0,0-1 0 0 0,0 1 0 0 0,0 0 0 0 0,-2 4 0 0 0,1-4 23 0 0,0-1-1 0 0,-1 0 1 0 0,0 0 0 0 0,1 0 0 0 0,-1 0 0 0 0,0 0 0 0 0,0 0 0 0 0,0 0 0 0 0,0-1 0 0 0,-1 1 0 0 0,1-1 0 0 0,0 1 0 0 0,-1-1 0 0 0,1 0 0 0 0,-1 0 0 0 0,1 0 0 0 0,-1 0 0 0 0,1 0 0 0 0,-1-1-1 0 0,0 1 1 0 0,0-1 0 0 0,1 0 0 0 0,-1 0 0 0 0,0 0 0 0 0,1 0 0 0 0,-1 0 0 0 0,0 0 0 0 0,1-1 0 0 0,-5 0 0 0 0,4 0-105 0 0,0 1 0 0 0,0-1 0 0 0,0 0 0 0 0,0 0 0 0 0,0 0 0 0 0,0 0 0 0 0,0 0 0 0 0,0-1 0 0 0,0 0 0 0 0,0 1 0 0 0,0-1 0 0 0,1 0 0 0 0,-1 0 0 0 0,1 0 0 0 0,0-1 0 0 0,-1 1 0 0 0,1-1 0 0 0,0 1 0 0 0,0-1 0 0 0,1 0 0 0 0,-1 1 0 0 0,1-1 0 0 0,-1 0 0 0 0,-1-5 0 0 0,2 2-315 0 0,0 0 0 0 0,0 1 0 0 0,1-1 1 0 0,-1 0-1 0 0,2 1 0 0 0,-1-1 0 0 0,0 0 0 0 0,1 1 0 0 0,0-1 0 0 0,2-6 0 0 0,-2 9-26 0 0,1 1 0 0 0,-1-1 0 0 0,1 0 0 0 0,-1 1 0 0 0,1 0 0 0 0,0-1 0 0 0,0 1 0 0 0,0 0 0 0 0,0 0 0 0 0,1 0 0 0 0,-1 0 0 0 0,0 0 0 0 0,1 0 0 0 0,-1 1 0 0 0,1-1 0 0 0,0 1 0 0 0,0 0 0 0 0,-1 0 0 0 0,1 0 1 0 0,0 0-1 0 0,0 0 0 0 0,4 0 0 0 0,-4 0-153 0 0,8 0-3293 0 0,-2 1 386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47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1228 0 0,'0'0'3817'0'0,"1"32"2220"0"0,0-28-5773 0 0,1-1-1 0 0,-1 1 0 0 0,1-1 1 0 0,0 1-1 0 0,0-1 0 0 0,0 0 1 0 0,1 0-1 0 0,-1 0 0 0 0,1 0 1 0 0,-1-1-1 0 0,6 4 0 0 0,-7-5-241 0 0,0 0-1 0 0,1 0 1 0 0,-1 0 0 0 0,1 0-1 0 0,0-1 1 0 0,-1 1-1 0 0,1 0 1 0 0,0-1 0 0 0,-1 0-1 0 0,1 1 1 0 0,0-1-1 0 0,-1 0 1 0 0,1 0 0 0 0,0 0-1 0 0,0 0 1 0 0,-1 0-1 0 0,1 0 1 0 0,0 0 0 0 0,0-1-1 0 0,-1 1 1 0 0,1-1-1 0 0,0 1 1 0 0,-1-1 0 0 0,1 0-1 0 0,-1 1 1 0 0,1-1 0 0 0,1-2-1 0 0,1 1-76 0 0,-1 0 0 0 0,0 0 1 0 0,0 0-1 0 0,0-1 0 0 0,0 1 0 0 0,0-1 0 0 0,0 0 0 0 0,-1 0 0 0 0,0 0 1 0 0,1 0-1 0 0,-1 0 0 0 0,0 0 0 0 0,0-1 0 0 0,-1 1 0 0 0,1-1 1 0 0,-1 0-1 0 0,0 1 0 0 0,0-1 0 0 0,0 0 0 0 0,0 0 0 0 0,-1 1 0 0 0,1-1 1 0 0,-1 0-1 0 0,0 0 0 0 0,-1-7 0 0 0,1 10 50 0 0,1-1 0 0 0,-1 0 0 0 0,0 1 0 0 0,0-1 0 0 0,0 1 0 0 0,-1-1 0 0 0,1 0 0 0 0,0 1 0 0 0,-1-1 0 0 0,1 1 0 0 0,-1-1-1 0 0,1 1 1 0 0,-1-1 0 0 0,0 1 0 0 0,1-1 0 0 0,-1 1 0 0 0,0 0 0 0 0,0 0 0 0 0,0-1 0 0 0,0 1 0 0 0,-2-1 0 0 0,2 1 41 0 0,0 1 0 0 0,0-1 0 0 0,0 1-1 0 0,-1 0 1 0 0,1 0 0 0 0,0-1 0 0 0,-1 1 0 0 0,1 0 0 0 0,0 0 0 0 0,0 0 0 0 0,-1 0-1 0 0,1 1 1 0 0,0-1 0 0 0,-1 0 0 0 0,1 1 0 0 0,0-1 0 0 0,0 0 0 0 0,0 1 0 0 0,-1-1-1 0 0,0 2 1 0 0,-4 1 207 0 0,-1 1 0 0 0,1 1-1 0 0,0-1 1 0 0,1 1-1 0 0,-1 0 1 0 0,1 0 0 0 0,-8 10-1 0 0,11-13-190 0 0,0 1 1 0 0,0 0-1 0 0,0-1 0 0 0,1 1 0 0 0,-1 0 1 0 0,1 0-1 0 0,0 0 0 0 0,-1 0 0 0 0,1 0 1 0 0,1 0-1 0 0,-1 1 0 0 0,0-1 0 0 0,1 0 1 0 0,0 0-1 0 0,-1 1 0 0 0,1-1 1 0 0,1 5-1 0 0,0-6-71 0 0,-1 1 0 0 0,1-1 0 0 0,0 0 0 0 0,0 0 1 0 0,0 1-1 0 0,1-1 0 0 0,-1 0 0 0 0,0 0 0 0 0,1 0 0 0 0,0 0 1 0 0,-1-1-1 0 0,1 1 0 0 0,0 0 0 0 0,0-1 0 0 0,0 1 0 0 0,0-1 1 0 0,0 0-1 0 0,3 2 0 0 0,1 0-265 0 0,-1-1 1 0 0,1 0-1 0 0,0-1 1 0 0,0 1-1 0 0,0-1 0 0 0,0 0 1 0 0,0 0-1 0 0,0-1 1 0 0,0 0-1 0 0,0 0 1 0 0,0 0-1 0 0,0-1 0 0 0,0 0 1 0 0,0 0-1 0 0,0-1 1 0 0,0 1-1 0 0,-1-1 1 0 0,7-3-1 0 0,29-22-3111 0 0,-16 3-1604 0 0,-14 14 2200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48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29 283 2844 0 0,'0'0'3607'0'0,"-16"28"1795"0"0,14-24-5092 0 0,0 0-1 0 0,0 0 1 0 0,1 0 0 0 0,-1 0-1 0 0,1 0 1 0 0,0 0-1 0 0,0 0 1 0 0,1 1-1 0 0,-1-1 1 0 0,1 0 0 0 0,0 1-1 0 0,0-1 1 0 0,1 0-1 0 0,-1 0 1 0 0,2 7-1 0 0,1-1-72 0 0,-1 0-1 0 0,1 0 0 0 0,1 0 0 0 0,-1-1 0 0 0,8 12 0 0 0,-11-19-88 0 0,3-2-219 0 0,-1 1-1 0 0,0-1 0 0 0,1 0 1 0 0,-1 0-1 0 0,0 0 1 0 0,1 0-1 0 0,-1 0 0 0 0,0 0 1 0 0,1-1-1 0 0,-1 1 0 0 0,0-1 1 0 0,0 1-1 0 0,4-3 1 0 0,4-5-170 0 0,0 0 0 0 0,-1 0 1 0 0,-1-1-1 0 0,1-1 1 0 0,-1 1-1 0 0,-1-1 1 0 0,0-1-1 0 0,0 1 0 0 0,-1-1 1 0 0,-1-1-1 0 0,0 1 1 0 0,7-23-1 0 0,-7 16 64 0 0,-4 17 218 0 0,-1 0 0 0 0,1-1 0 0 0,-1 1 0 0 0,1 0 1 0 0,-1-1-1 0 0,0 1 0 0 0,0-1 0 0 0,1 1 0 0 0,-1-1 0 0 0,0 1 0 0 0,0-1 0 0 0,-1 1 0 0 0,1-1 0 0 0,0 1 0 0 0,0-1 0 0 0,-1 1 0 0 0,1 0 0 0 0,-1-2 0 0 0,1 2-25 0 0,0 1 0 0 0,0 0 0 0 0,-1 0 0 0 0,1 0 0 0 0,0-1-1 0 0,0 1 1 0 0,0 0 0 0 0,0 0 0 0 0,0 0 0 0 0,0 0 0 0 0,0-1-1 0 0,0 1 1 0 0,0 0 0 0 0,0 0 0 0 0,0 0 0 0 0,0 0 0 0 0,-1 0-1 0 0,1-1 1 0 0,0 1 0 0 0,0 0 0 0 0,0 0 0 0 0,0 0 0 0 0,0 0-1 0 0,-1 0 1 0 0,1 0 0 0 0,0 0 0 0 0,0-1 0 0 0,0 1 0 0 0,0 0-1 0 0,-1 0 1 0 0,1 0 0 0 0,0 0 0 0 0,0 0 0 0 0,0 0 0 0 0,-1 0-1 0 0,1 0 1 0 0,0 0 0 0 0,0 0 0 0 0,0 0 0 0 0,-1 0 0 0 0,1 0-1 0 0,0 0 1 0 0,0 0 0 0 0,0 0 0 0 0,0 0 0 0 0,-1 1-1 0 0,1-1 1 0 0,0 0 0 0 0,0 0 0 0 0,0 0 0 0 0,0 0 0 0 0,-1 0-1 0 0,1 0 1 0 0,-9 15 655 0 0,8-12-594 0 0,-1 0 0 0 0,1 0 0 0 0,0 1 0 0 0,1-1-1 0 0,-1 0 1 0 0,0 1 0 0 0,1-1 0 0 0,0 0 0 0 0,0 1 0 0 0,0 5 0 0 0,3-3-45 0 0,0 1-1 0 0,0-1 1 0 0,0 0 0 0 0,1 0 0 0 0,0 0 0 0 0,0-1-1 0 0,0 1 1 0 0,1-1 0 0 0,0 0 0 0 0,0 0 0 0 0,0-1 0 0 0,1 1-1 0 0,-1-1 1 0 0,1-1 0 0 0,0 1 0 0 0,0-1 0 0 0,1 0-1 0 0,-1 0 1 0 0,14 3 0 0 0,-8-1-348 0 0,1-1 0 0 0,0-1 1 0 0,0-1-1 0 0,0 0 0 0 0,1 0 0 0 0,-1-1 1 0 0,0-1-1 0 0,1 0 0 0 0,19-3 0 0 0,-29 2 49 0 0,0 0 0 0 0,0 0 0 0 0,0 0-1 0 0,0 0 1 0 0,0-1 0 0 0,0 1-1 0 0,-1-1 1 0 0,1 0 0 0 0,-1 0 0 0 0,1-1-1 0 0,-1 1 1 0 0,0-1 0 0 0,0 1-1 0 0,0-1 1 0 0,0 0 0 0 0,3-5 0 0 0,-1-1-510 0 0,0 0 1 0 0,-1 0 0 0 0,0 0 0 0 0,-1 0 0 0 0,3-14-1 0 0,-5 21 710 0 0,-1 2 63 0 0,5-28-600 0 0,-5 27 705 0 0,1 0-1 0 0,-1 1 0 0 0,0-1 1 0 0,0 0-1 0 0,0 1 0 0 0,0-1 1 0 0,0 0-1 0 0,0 1 0 0 0,0-1 1 0 0,0 0-1 0 0,0 1 0 0 0,0-1 1 0 0,0 1-1 0 0,-1-1 0 0 0,1 0 1 0 0,0 1-1 0 0,0-1 0 0 0,-1 0 1 0 0,1 1-1 0 0,0-1 0 0 0,-1 1 1 0 0,1-1-1 0 0,-1 1 0 0 0,1-1 1 0 0,0 1-1 0 0,-1-1 0 0 0,1 1 1 0 0,-1 0-1 0 0,1-1 0 0 0,-1 1 1 0 0,0-1-1 0 0,1 1 1 0 0,-1 0-1 0 0,1 0 0 0 0,-1-1 1 0 0,0 1-1 0 0,1 0 0 0 0,-1 0 1 0 0,1 0-1 0 0,-1 0 0 0 0,-1-1 1 0 0,2 2-21 0 0,-1-1 0 0 0,0 1-1 0 0,0-1 1 0 0,0 1 0 0 0,1-1 0 0 0,-1 1 0 0 0,0 0 0 0 0,1-1 0 0 0,-1 1 0 0 0,1 0 0 0 0,-1 0 0 0 0,0-1 0 0 0,1 1 0 0 0,0 0 0 0 0,-1 0 0 0 0,1 0 0 0 0,-1 0 0 0 0,1-1 0 0 0,0 1 0 0 0,0 0 0 0 0,-1 0 0 0 0,1 0 0 0 0,0 0 0 0 0,0 0 0 0 0,0 0 0 0 0,0 0 0 0 0,0 1 0 0 0,0 32 1250 0 0,1-29-1671 0 0,-1-3 305 0 0,0-1 42 0 0,0 0-1 0 0,0 0 1 0 0,0 0 0 0 0,0 0-1 0 0,0-1 1 0 0,0 1 0 0 0,0 0-1 0 0,0 0 1 0 0,0 0 0 0 0,1 0 0 0 0,-1 0-1 0 0,0 0 1 0 0,1-1 0 0 0,-1 1-1 0 0,1 0 1 0 0,-1 0 0 0 0,1-1-1 0 0,-1 1 1 0 0,1 0 0 0 0,-1 0-1 0 0,1-1 1 0 0,0 1 0 0 0,1 0-1 0 0,3-4-156 0 0,1 0 0 0 0,-1-1 0 0 0,0 1 0 0 0,0-1 0 0 0,0-1-1 0 0,0 1 1 0 0,-1-1 0 0 0,0 0 0 0 0,0 0 0 0 0,0 0 0 0 0,0 0-1 0 0,-1-1 1 0 0,0 1 0 0 0,0-1 0 0 0,3-10 0 0 0,-1 4-217 0 0,0-1 0 0 0,-1 0 0 0 0,-1 0 0 0 0,0-1 0 0 0,0 1 0 0 0,0-23 0 0 0,-3 36 358 0 0,1-12-3 0 0,-1 1 0 0 0,0-1 1 0 0,0 1-1 0 0,-2-1 0 0 0,1 1 0 0 0,-1 0 0 0 0,-1 0 1 0 0,0 0-1 0 0,0 0 0 0 0,-1 0 0 0 0,-7-12 1 0 0,11 23 88 0 0,-1-1 0 0 0,0 1 0 0 0,1 0 0 0 0,-1-1 0 0 0,0 1 0 0 0,0 0 0 0 0,1-1 0 0 0,-1 1 0 0 0,0 0-1 0 0,0 0 1 0 0,1-1 0 0 0,-1 1 0 0 0,0 0 0 0 0,0 0 0 0 0,0 0 0 0 0,1 0 0 0 0,-1 0 0 0 0,0 0 0 0 0,0 0 0 0 0,0 1 0 0 0,1-1 0 0 0,-1 0 0 0 0,0 0 0 0 0,0 1 0 0 0,1-1 0 0 0,-1 0 0 0 0,0 1 0 0 0,-21 11 1082 0 0,14-4-825 0 0,0 0-1 0 0,0 0 0 0 0,1 0 1 0 0,0 1-1 0 0,0 0 1 0 0,1 1-1 0 0,0 0 0 0 0,1-1 1 0 0,0 2-1 0 0,1-1 0 0 0,0 1 1 0 0,0-1-1 0 0,-3 20 1 0 0,6-23-280 0 0,-1 0 1 0 0,1 0-1 0 0,1-1 1 0 0,-1 1-1 0 0,1 0 1 0 0,0 0-1 0 0,1 0 1 0 0,0 0-1 0 0,0 0 1 0 0,0 0-1 0 0,1 0 1 0 0,0-1-1 0 0,0 1 1 0 0,0-1-1 0 0,1 1 1 0 0,0-1-1 0 0,1 0 1 0 0,-1 0 0 0 0,1-1-1 0 0,0 1 1 0 0,1-1-1 0 0,-1 1 1 0 0,8 5-1 0 0,-8-8-152 0 0,0 0 0 0 0,0-1 0 0 0,0 1 0 0 0,0-1 0 0 0,0 0 0 0 0,1 0 0 0 0,-1-1 0 0 0,1 1-1 0 0,-1-1 1 0 0,1 0 0 0 0,0 0 0 0 0,-1 0 0 0 0,1-1 0 0 0,5 0 0 0 0,-6 0-400 0 0,1 0-1 0 0,-1-1 1 0 0,1 0-1 0 0,-1 0 1 0 0,0 0-1 0 0,1 0 1 0 0,-1-1-1 0 0,5-2 1 0 0,-9 3 227 0 0,1 0 1 0 0,-1 0 0 0 0,0 0 0 0 0,1-1 0 0 0,-1 1-1 0 0,0 0 1 0 0,0 0 0 0 0,0 0 0 0 0,0-1 0 0 0,0 1 0 0 0,0 0-1 0 0,0 0 1 0 0,0 0 0 0 0,0-1 0 0 0,-1 1 0 0 0,1 0-1 0 0,0 0 1 0 0,-1 0 0 0 0,1 0 0 0 0,-1-1 0 0 0,0 1-1 0 0,1 0 1 0 0,-1 0 0 0 0,0 0 0 0 0,1 0 0 0 0,-2-1-1 0 0,-9-6-2845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55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7790 0 0,'23'-1'14681'0'0,"31"-2"-9248"0"0,154-9-4905 0 0,-186 14-114 0 0,-16 6-265 0 0,-6-6-163 0 0,-1 0 0 0 0,-1 0 1 0 0,1 0-1 0 0,0 0 0 0 0,0 0 1 0 0,-1-1-1 0 0,1 1 0 0 0,-1 0 1 0 0,1-1-1 0 0,-1 1 0 0 0,0-1 1 0 0,0 0-1 0 0,-2 2 0 0 0,3-2-204 0 0,-8 7 914 0 0,5-4-2511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55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5304 0 0,'0'0'6735'0'0,"21"8"-4658"0"0,26 13-528 0 0,64 37 0 0 0,-107-55-1408 0 0,-1-1-1 0 0,1 1 1 0 0,-1-1-1 0 0,0 1 1 0 0,0 0 0 0 0,-1 0-1 0 0,1 0 1 0 0,0 0 0 0 0,-1 1-1 0 0,0-1 1 0 0,0 1 0 0 0,0 0-1 0 0,0-1 1 0 0,-1 1 0 0 0,1 0-1 0 0,-1 0 1 0 0,0 0 0 0 0,0 0-1 0 0,0 0 1 0 0,-1 0-1 0 0,1 0 1 0 0,-1 0 0 0 0,-1 7-1 0 0,0 7 905 0 0,-1 1-1 0 0,-1-1 1 0 0,-11 35-1 0 0,7-29-418 0 0,-14 30 759 0 0,18-49-1298 0 0,-1 1-1 0 0,1 0 0 0 0,1 0 1 0 0,-1 0-1 0 0,1 0 0 0 0,0 0 0 0 0,1 0 1 0 0,-1 1-1 0 0,1-1 0 0 0,0 1 1 0 0,1-1-1 0 0,0 1 0 0 0,0-1 1 0 0,0 1-1 0 0,2 7 0 0 0,-1-11-103 0 0,4 4 181 0 0,0 2-813 0 0,-1-8-2665 0 0,20-10-3561 0 0,-24 8 6379 0 0,1 1 0 0 0,0-1 0 0 0,-1 0-1 0 0,1 0 1 0 0,-1 1 0 0 0,1-1 0 0 0,-1 0 0 0 0,1 0 0 0 0,-1 0 0 0 0,0 0 0 0 0,1 0 0 0 0,-1 0 0 0 0,0 0 0 0 0,0 0 0 0 0,1 0 0 0 0,-1 0-1 0 0,0 1 1 0 0,0-1 0 0 0,0 0 0 0 0,0 0 0 0 0,0 0 0 0 0,-1 0 0 0 0,1 0 0 0 0,0 0 0 0 0,-1-2 0 0 0,0-10-4060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55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6538 0 0,'0'0'9356'0'0,"3"0"-7843"0"0,132 4 5196 0 0,-95-5-6141 0 0,1-1 0 0 0,78-16 0 0 0,-95 15-175 0 0,-23 3-395 0 0,-1 0-1 0 0,0 1 1 0 0,0-1 0 0 0,0 1-1 0 0,1-1 1 0 0,-1 0-1 0 0,0 1 1 0 0,0-1-1 0 0,0 0 1 0 0,0 1-1 0 0,0-1 1 0 0,0 1-1 0 0,0-1 1 0 0,0 0-1 0 0,0 1 1 0 0,0-1-1 0 0,0 1 1 0 0,0-1-1 0 0,0 0 1 0 0,0 1 0 0 0,0-1-1 0 0,0 1 1 0 0,0-1-1 0 0,-1 0 1 0 0,1 1-1 0 0,0-1 1 0 0,0 0-1 0 0,0 1 1 0 0,-1-1-1 0 0,1 0 1 0 0,0 1-1 0 0,0-1 1 0 0,-1 0-1 0 0,1 0 1 0 0,0 1-1 0 0,-1-1 1 0 0,0 0-1 0 0,1 2-444 0 0,-7 4 788 0 0,5-4-2112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2:56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19 5202 0 0,'-25'-18'19672'0'0,"27"36"-18823"0"0,1-6-703 0 0,-2-1 0 0 0,1 0 0 0 0,-2 1 0 0 0,0-1 0 0 0,0 1 0 0 0,-1-1 0 0 0,-3 21 0 0 0,-4-1 83 0 0,-16 42 0 0 0,-4 11-2105 0 0,39-99-9204 0 0,-7 8 9693 0 0,0 0-1 0 0,-1 0 0 0 0,0 0 1 0 0,0 0-1 0 0,3-10 0 0 0,-5-7-4661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3:02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39 5258 0 0,'-28'-10'13531'0'0,"51"-10"-7410"0"0,11 13-1726 0 0,23 6-4425 0 0,-20 1 92 0 0,-33-1-85 0 0,43 4 82 0 0,-44-3-58 0 0,1 0 0 0 0,-1 1 0 0 0,0-1 0 0 0,0 1 0 0 0,0 0 0 0 0,0 0 0 0 0,1 0 0 0 0,-1 0 0 0 0,0 0 0 0 0,-1 1 0 0 0,1-1 0 0 0,0 1 0 0 0,0 0 0 0 0,-1 0 0 0 0,1 0 0 0 0,-1 0 0 0 0,0 0 0 0 0,5 6 0 0 0,-5-4 15 0 0,0 0-1 0 0,-1 1 1 0 0,1-1 0 0 0,-1 1 0 0 0,0-1-1 0 0,0 1 1 0 0,0 0 0 0 0,-1-1 0 0 0,1 1-1 0 0,-1 0 1 0 0,0 0 0 0 0,-1-1-1 0 0,0 6 1 0 0,-21 161 789 0 0,16-126-493 0 0,1 0 0 0 0,3 67 0 0 0,3-80-254 0 0,0-1-165 0 0,-4-22 2591 0 0,0-1-4798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3:02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40 5668 0 0,'-1'-7'13788'0'0,"15"4"-8272"0"0,35 3-5785 0 0,-25 0 1892 0 0,192-18 78 0 0,-96 6-1974 0 0,-118 12 202 0 0,-34 22-1921 0 0,30-20 422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3:03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2944 0 0,'19'10'21701'0'0,"-9"15"-19738"0"0,-9-20-1828 0 0,0 1 0 0 0,-1 0 0 0 0,0 0-1 0 0,0 0 1 0 0,0 0 0 0 0,-1 0 0 0 0,0 0 0 0 0,0-1 0 0 0,-3 9-1 0 0,-21 55 409 0 0,15-46-278 0 0,-25 63-197 0 0,34-84-526 0 0,2 7-2301 0 0,-1-9 2657 0 0,0 0-1 0 0,1 0 0 0 0,-1 0 1 0 0,0-1-1 0 0,0 1 1 0 0,1 0-1 0 0,-1 0 0 0 0,0 0 1 0 0,1 0-1 0 0,-1 0 0 0 0,0 0 1 0 0,0 0-1 0 0,1 0 1 0 0,-1 0-1 0 0,0 0 0 0 0,1 0 1 0 0,-1 0-1 0 0,0 0 0 0 0,1 0 1 0 0,-1 0-1 0 0,0 0 0 0 0,1 0 1 0 0,-1 0-1 0 0,0 0 1 0 0,0 0-1 0 0,1 1 0 0 0,-1-1 1 0 0,0 0-1 0 0,0 0 0 0 0,1 0 1 0 0,-1 0-1 0 0,0 1 1 0 0,0-1-1 0 0,1 0 0 0 0,-1 0 1 0 0,0 1-1 0 0,0-1 0 0 0,0 0 1 0 0,1 0-1 0 0,-1 1 1 0 0,0-1-1 0 0,0 0 0 0 0,0 0 1 0 0,0 1-1 0 0,0-1 0 0 0,0 0 1 0 0,0 1-1 0 0,0-1 0 0 0,0 0 1 0 0,0 1-1 0 0,0-1 1 0 0,0 0-1 0 0,0 1 0 0 0,0-1 1 0 0,0 0-1 0 0,0 0 0 0 0,0 1 1 0 0,0-1-1 0 0,0 1 1 0 0,28-28-8974 0 0,-22 20 6479 0 0,7-9-5162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3:05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45 6854 0 0,'-7'-11'13804'0'0,"26"6"-4173"0"0,-6 2-7153 0 0,122-6-2473 0 0,66-7-68 0 0,-199 15-153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3:07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48 4184 0 0,'0'0'7077'0'0,"-8"-24"-4477"0"0,4 15 2553 0 0,1 7-4842 0 0,1 1 0 0 0,-1-1-1 0 0,1 1 1 0 0,-1-1 0 0 0,0 1-1 0 0,1 0 1 0 0,-1 0 0 0 0,0 0-1 0 0,0 1 1 0 0,0-1 0 0 0,0 0-1 0 0,0 1 1 0 0,0 0 0 0 0,0 0 0 0 0,0 0-1 0 0,1 0 1 0 0,-1 0 0 0 0,0 1-1 0 0,0-1 1 0 0,0 1 0 0 0,-5 1-1 0 0,-67 23 1745 0 0,66-21-1671 0 0,-42 20 603 0 0,49-23-919 0 0,2 1-69 0 0,0 0 0 0 0,-1 0 0 0 0,1 0-1 0 0,0 0 1 0 0,1 0 0 0 0,-1 0 0 0 0,0 0 0 0 0,0-1 0 0 0,1 1 0 0 0,-1 0 0 0 0,1 0 0 0 0,0 0 0 0 0,-1-1-1 0 0,1 1 1 0 0,0 0 0 0 0,0-1 0 0 0,0 1 0 0 0,0 0 0 0 0,1-1 0 0 0,-1 1 0 0 0,0-1 0 0 0,1 0 0 0 0,-1 0-1 0 0,0 1 1 0 0,1-1 0 0 0,0 0 0 0 0,-1 0 0 0 0,1 0 0 0 0,2 0 0 0 0,0 2-4 0 0,9 5-9 0 0,0-2 1 0 0,1 0-1 0 0,0 0 1 0 0,0-2 0 0 0,1 1-1 0 0,-1-2 1 0 0,27 3-1 0 0,28 9-44 0 0,-60-12 89 0 0,0 0 0 0 0,0 0 1 0 0,0 1-1 0 0,-1 0 0 0 0,1 1 0 0 0,12 8 1 0 0,-20-12-22 0 0,0 0 0 0 0,1 1 1 0 0,-1-1-1 0 0,0 0 0 0 0,0 0 0 0 0,0 0 1 0 0,0 1-1 0 0,0-1 0 0 0,0 1 1 0 0,0-1-1 0 0,0 1 0 0 0,0-1 1 0 0,-1 1-1 0 0,1-1 0 0 0,0 1 1 0 0,-1-1-1 0 0,0 1 0 0 0,1 0 1 0 0,-1 0-1 0 0,0-1 0 0 0,0 1 1 0 0,0 0-1 0 0,0-1 0 0 0,0 1 1 0 0,0 0-1 0 0,-1-1 0 0 0,1 1 1 0 0,0 0-1 0 0,-1-1 0 0 0,1 1 1 0 0,-1-1-1 0 0,0 1 0 0 0,0 0 1 0 0,1-1-1 0 0,-1 0 0 0 0,0 1 1 0 0,0-1-1 0 0,0 0 0 0 0,-1 1 1 0 0,1-1-1 0 0,0 0 0 0 0,0 0 1 0 0,-1 0-1 0 0,-1 2 0 0 0,-7 5 8 0 0,1-1 0 0 0,-1 0 0 0 0,-1 0 0 0 0,1-1 0 0 0,-1 0 0 0 0,0-1 0 0 0,-1 0 0 0 0,1-1 0 0 0,-1 0 0 0 0,-18 3 0 0 0,23-6-220 0 0,-1 0-1 0 0,1-1 0 0 0,-1 1 1 0 0,1-1-1 0 0,0-1 0 0 0,-1 1 0 0 0,1-1 1 0 0,-9-3-1 0 0,11 3-279 0 0,1-1-1 0 0,-1 1 1 0 0,1-1 0 0 0,0 0 0 0 0,0-1-1 0 0,0 1 1 0 0,0-1 0 0 0,0 0 0 0 0,1 0-1 0 0,-1 0 1 0 0,1 0 0 0 0,-1 0 0 0 0,-4-7-1 0 0,4 5-3312 0 0,4 4 3650 0 0,0 1 0 0 0,-1-1 0 0 0,1 0 0 0 0,0 1 0 0 0,-1-1 0 0 0,1 0 0 0 0,0 0 0 0 0,0 0 1 0 0,0 1-1 0 0,-1-1 0 0 0,1 0 0 0 0,0 0 0 0 0,0 1 0 0 0,0-1 0 0 0,0 0 0 0 0,1 0 0 0 0,-1 0 0 0 0,-1-5-2897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3:08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5830 0 0,'0'0'10439'0'0,"18"-14"-5585"0"0,2 6-4100 0 0,1 2 1 0 0,-1 0 0 0 0,1 2 0 0 0,0 0 0 0 0,26-1 0 0 0,3-2-35 0 0,31-5-979 0 0,-78 12-123 0 0,12-3-851 0 0,-25 21-6181 0 0,-13 11-3433 0 0,13-21 4628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3:09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9 4282 0 0,'7'-7'9111'0'0,"-15"5"-4033"0"0,1 3-2175 0 0,17 4-320 0 0,-8-5-1435 0 0,2 25 773 0 0,-3-22-1809 0 0,0 1 1 0 0,-1 0-1 0 0,1 0 0 0 0,-1-1 0 0 0,0 1 0 0 0,0 0 0 0 0,-1 7 1 0 0,-2 5-19 0 0,-1-1 1 0 0,0 1 0 0 0,-1-1 0 0 0,-1 1 0 0 0,0-1 0 0 0,-1-1 0 0 0,-1 0 0 0 0,0 0 0 0 0,-11 14 0 0 0,18-26-402 0 0,-18 5-1760 0 0,20-47-10282 0 0,12 14 4080 0 0,-8 16 2406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15:33:11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30 4290 0 0,'0'0'1662'0'0,"-24"-18"6392"0"0,22 17-7741 0 0,0-1 0 0 0,-1 1-1 0 0,1 0 1 0 0,-1 0-1 0 0,1 0 1 0 0,-1 0 0 0 0,0 0-1 0 0,1 0 1 0 0,-1 1-1 0 0,0-1 1 0 0,0 1-1 0 0,1 0 1 0 0,-1 0 0 0 0,0 0-1 0 0,0 0 1 0 0,0 0-1 0 0,1 1 1 0 0,-1-1 0 0 0,0 1-1 0 0,1 0 1 0 0,-1 0-1 0 0,0 0 1 0 0,1 0-1 0 0,-1 0 1 0 0,1 0 0 0 0,-4 3-1 0 0,-8 3 658 0 0,0 1 0 0 0,1 1 0 0 0,-14 10 0 0 0,19-11-721 0 0,0 0-1 0 0,0 0 1 0 0,1 1-1 0 0,0-1 0 0 0,1 2 1 0 0,0-1-1 0 0,0 1 0 0 0,1 0 1 0 0,0 0-1 0 0,0 0 0 0 0,1 0 1 0 0,1 1-1 0 0,0 0 0 0 0,0 0 1 0 0,-1 14-1 0 0,4-20-268 0 0,-1 0-1 0 0,1 0 1 0 0,0 0-1 0 0,0 0 1 0 0,0 0-1 0 0,1 0 1 0 0,-1 0-1 0 0,1 0 1 0 0,0 0-1 0 0,1 0 1 0 0,-1-1-1 0 0,1 1 1 0 0,0 0-1 0 0,0-1 1 0 0,1 1-1 0 0,-1-1 1 0 0,1 0-1 0 0,0 0 0 0 0,0 0 1 0 0,1 0-1 0 0,-1 0 1 0 0,1-1-1 0 0,-1 1 1 0 0,1-1-1 0 0,0 0 1 0 0,1 0-1 0 0,-1-1 1 0 0,0 1-1 0 0,1-1 1 0 0,-1 0-1 0 0,1 0 1 0 0,0-1-1 0 0,0 1 1 0 0,0-1-1 0 0,6 1 1 0 0,8 0-170 0 0,-1 0 0 0 0,0-2 1 0 0,1 0-1 0 0,-1-1 0 0 0,1-1 0 0 0,-1 0 1 0 0,0-2-1 0 0,0 0 0 0 0,0-1 0 0 0,0-1 1 0 0,-1 0-1 0 0,0-1 0 0 0,0-1 0 0 0,-1-1 1 0 0,0-1-1 0 0,-1 0 0 0 0,23-19 0 0 0,-37 28 218 0 0,1 0-1 0 0,-1-1 0 0 0,1 1 0 0 0,-1 0 0 0 0,1-1 0 0 0,-1 0 0 0 0,0 1 0 0 0,0-1 0 0 0,0 0 0 0 0,0 1 0 0 0,0-1 0 0 0,0 0 0 0 0,-1 0 0 0 0,1 0 0 0 0,-1 0 0 0 0,1 0 0 0 0,-1 0 0 0 0,0 0 0 0 0,1 0 0 0 0,-1-2 0 0 0,-1 3 5 0 0,1-1-1 0 0,-1 1 0 0 0,0 0 1 0 0,1-1-1 0 0,-1 1 0 0 0,0 0 1 0 0,0 0-1 0 0,0-1 0 0 0,0 1 1 0 0,0 0-1 0 0,0 0 0 0 0,0 0 1 0 0,0 0-1 0 0,0 0 0 0 0,-1 0 1 0 0,1 1-1 0 0,0-1 0 0 0,-1 0 1 0 0,-2-1-1 0 0,-3 0 37 0 0,-1-1 1 0 0,0 1-1 0 0,0 0 0 0 0,0 1 0 0 0,0 0 0 0 0,-1 0 1 0 0,-12 1-1 0 0,5 2-62 0 0,0 0 0 0 0,1 1 0 0 0,-1 0 0 0 0,1 1 0 0 0,0 1 0 0 0,0 1 0 0 0,-24 12 0 0 0,30-12-541 0 0,0-1 1 0 0,0 2-1 0 0,0-1 1 0 0,1 1-1 0 0,-9 9 1 0 0,12-11-486 0 0,1 0 0 0 0,0 1 0 0 0,0-1 0 0 0,0 1 0 0 0,0 0 0 0 0,1 0 1 0 0,0 1-1 0 0,-3 9 0 0 0,-1 2-5288 0 0,2-7-2903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5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13 3658 0 0,'-6'-3'12450'0'0,"-6"7"-5247"0"0,-22 15-3511 0 0,-7 15-6178 0 0,26-12 4676 0 0,3 5-1655 0 0,6-16-335 0 0,0 1 0 0 0,1 0 0 0 0,1 1 0 0 0,0-1 0 0 0,-3 21 0 0 0,6-31-190 0 0,1 0 1 0 0,0 1 0 0 0,0-1-1 0 0,0 0 1 0 0,0 1-1 0 0,0-1 1 0 0,1 0 0 0 0,-1 1-1 0 0,1-1 1 0 0,-1 0-1 0 0,1 0 1 0 0,0 1 0 0 0,0-1-1 0 0,0 0 1 0 0,0 0-1 0 0,1 0 1 0 0,-1 0 0 0 0,0 0-1 0 0,1 0 1 0 0,-1-1-1 0 0,1 1 1 0 0,0 0 0 0 0,0-1-1 0 0,-1 1 1 0 0,1-1-1 0 0,0 0 1 0 0,0 1 0 0 0,0-1-1 0 0,0 0 1 0 0,1 0-1 0 0,-1-1 1 0 0,0 1 0 0 0,0 0-1 0 0,1-1 1 0 0,-1 1-1 0 0,0-1 1 0 0,4 0 0 0 0,9 1-59 0 0,1-1 0 0 0,-1-1 1 0 0,0 0-1 0 0,0-1 0 0 0,-1-1 1 0 0,1 0-1 0 0,0-1 0 0 0,-1-1 1 0 0,0 0-1 0 0,0-1 0 0 0,0-1 1 0 0,-1 0-1 0 0,0 0 0 0 0,0-1 1 0 0,-1-1-1 0 0,0 0 0 0 0,-1-1 1 0 0,21-22-1 0 0,-30 29 53 0 0,1 0-1 0 0,-1 0 1 0 0,0 0-1 0 0,0 0 1 0 0,0 0-1 0 0,-1-1 1 0 0,1 1 0 0 0,-1-1-1 0 0,0 1 1 0 0,0-1-1 0 0,0 1 1 0 0,0-1-1 0 0,-1 0 1 0 0,1 1-1 0 0,-1-1 1 0 0,0 0 0 0 0,0 1-1 0 0,-1-1 1 0 0,1 0-1 0 0,-1 1 1 0 0,1-1-1 0 0,-1 1 1 0 0,0-1-1 0 0,-1 1 1 0 0,1-1-1 0 0,-4-6 1 0 0,2 6 38 0 0,-1 0 1 0 0,0 0-1 0 0,0 0 1 0 0,0 0-1 0 0,0 0 1 0 0,-1 1-1 0 0,1 0 1 0 0,-1 0-1 0 0,0 0 1 0 0,0 0-1 0 0,0 1 1 0 0,0 0-1 0 0,0 0 1 0 0,-1 0-1 0 0,1 1 1 0 0,-1-1-1 0 0,-7 0 1 0 0,-5 2-90 0 0,0-1-1 0 0,0 2 1 0 0,0 0 0 0 0,0 1 0 0 0,0 1-1 0 0,0 1 1 0 0,1 1 0 0 0,-22 8 0 0 0,37-13-1102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6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2202 0 0,'42'-42'24451'0'0,"-42"90"-22222"0"0,-2-25-1868 0 0,1 0-1 0 0,1 0 0 0 0,1 0 0 0 0,6 33 1 0 0,-5-46-438 0 0,0 0 0 0 0,1 0 1 0 0,0 0-1 0 0,0-1 0 0 0,1 1 0 0 0,1-1 1 0 0,0 0-1 0 0,0 0 0 0 0,0-1 0 0 0,1 0 1 0 0,1 0-1 0 0,10 11 0 0 0,-12-37-15847 0 0,-6 17 15655 0 0,0 0 0 0 0,1 0 0 0 0,-2 0 0 0 0,-10-8-4973 0 0,1 3-2180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6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76 3332 0 0,'0'-1'574'0'0,"-1"-1"-1"0"0,1 1 1 0 0,-1 0 0 0 0,1-1-1 0 0,0 1 1 0 0,0-1 0 0 0,-1 1-1 0 0,1-1 1 0 0,0 1 0 0 0,1-1-1 0 0,-1 1 1 0 0,0-1 0 0 0,0 1-1 0 0,1-1 1 0 0,-1 1 0 0 0,0-1-1 0 0,1 1 1 0 0,0-1 0 0 0,-1 1-1 0 0,1 0 1 0 0,0-1 0 0 0,0 1-1 0 0,1-2 1 0 0,0 1-113 0 0,1-1 0 0 0,0 0 1 0 0,0 1-1 0 0,0 0 0 0 0,0-1 0 0 0,1 1 1 0 0,-1 1-1 0 0,1-1 0 0 0,3-1 0 0 0,3-1-163 0 0,-1 1 0 0 0,1 1-1 0 0,0-1 1 0 0,-1 2 0 0 0,1-1-1 0 0,18 1 1 0 0,-21 1-135 0 0,0 1 0 0 0,-1 0 0 0 0,1 1-1 0 0,-1 0 1 0 0,1 0 0 0 0,-1 0 0 0 0,11 6 0 0 0,-12 30 779 0 0,-5-32-861 0 0,-1 0-1 0 0,0-1 1 0 0,-1 1 0 0 0,1-1-1 0 0,-1 0 1 0 0,0 1 0 0 0,0-1-1 0 0,-1 0 1 0 0,0 0 0 0 0,-5 7-1 0 0,-40 51 460 0 0,33-45-374 0 0,3-3-118 0 0,1 0 0 0 0,0 1-1 0 0,-12 25 1 0 0,22-39-63 0 0,17 3 9 0 0,-15-4 6 0 0,-1-1 1 0 0,1 1-1 0 0,0-1 0 0 0,0 1 1 0 0,0-1-1 0 0,0 1 0 0 0,0-1 1 0 0,0 0-1 0 0,0 0 0 0 0,0 1 1 0 0,0-1-1 0 0,0 0 0 0 0,0 0 1 0 0,0 0-1 0 0,0 0 0 0 0,0 0 1 0 0,1-1-1 0 0,41-10 4 0 0,79-35 1 0 0,-44 16-1946 0 0,-35 16-5260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7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16 292 4154 0 0,'0'0'5978'0'0,"-16"-17"-1280"0"0,21-12-1812 0 0,-6 26-2501 0 0,1-1 1 0 0,1 1-1 0 0,-1-1 0 0 0,0 1 1 0 0,1-1-1 0 0,0 1 0 0 0,0-1 1 0 0,0 1-1 0 0,0-1 0 0 0,1 1 0 0 0,-1 0 1 0 0,4-6-1 0 0,6-3-326 0 0,0 0-1 0 0,1 1 1 0 0,0 0 0 0 0,1 1 0 0 0,0 0-1 0 0,28-15 1 0 0,92-40 38 0 0,-121 60-104 0 0,73-29 309 0 0,-83 34 294 0 0,-3 2-236 0 0,-7 11-92 0 0,0 0 0 0 0,-1-1 0 0 0,0 0 0 0 0,-1-1 0 0 0,0 0-1 0 0,-18 14 1 0 0,13-10 88 0 0,0 0 0 0 0,-21 26-1 0 0,32-35-507 0 0,1-1 0 0 0,-1 0 0 0 0,0 0-1 0 0,-1-1 1 0 0,1 1 0 0 0,-1-1 0 0 0,0 0 0 0 0,0 0-1 0 0,0 0 1 0 0,-9 3 0 0 0,12-6 54 0 0,31-3-301 0 0,14 0 424 0 0,69-3 66 0 0,-100 6-42 0 0,1 0-1 0 0,-1 0 0 0 0,1 1 1 0 0,-1 1-1 0 0,0 0 1 0 0,20 8-1 0 0,-30-11-2 0 0,0 1 0 0 0,-1 0 1 0 0,1-1-1 0 0,0 1 0 0 0,-1 0 0 0 0,1 0 0 0 0,-1 0 1 0 0,1 0-1 0 0,-1 0 0 0 0,1 1 0 0 0,-1-1 0 0 0,0 0 0 0 0,1 1 1 0 0,-1-1-1 0 0,0 1 0 0 0,0-1 0 0 0,0 1 0 0 0,0 0 1 0 0,0-1-1 0 0,-1 1 0 0 0,1 0 0 0 0,0 0 0 0 0,-1-1 0 0 0,0 1 1 0 0,1 3-1 0 0,-1-2-5 0 0,-1 1 1 0 0,1-1 0 0 0,-1 0 0 0 0,0 0 0 0 0,0 0-1 0 0,0 0 1 0 0,-1 0 0 0 0,1 0 0 0 0,-1 0-1 0 0,1 0 1 0 0,-1-1 0 0 0,0 1 0 0 0,-3 3-1 0 0,-6 5 35 0 0,1 0-1 0 0,-1-1 0 0 0,-1-1 1 0 0,0 0-1 0 0,-20 11 0 0 0,20-13-50 0 0,0-1 0 0 0,0 0 1 0 0,-1-1-1 0 0,0 0 0 0 0,0-1 0 0 0,-26 4 0 0 0,33-7-209 0 0,1-1 0 0 0,-1 0 0 0 0,1 0 0 0 0,-1 0 0 0 0,1-1 0 0 0,-1 0 1 0 0,1 0-1 0 0,0 0 0 0 0,0 0 0 0 0,-1-1 0 0 0,1 0 0 0 0,0 0 0 0 0,0-1 0 0 0,1 1 0 0 0,-1-1 0 0 0,0 0 0 0 0,1 0 0 0 0,0-1 1 0 0,0 1-1 0 0,-6-7 0 0 0,4 3-524 0 0,0-1 0 0 0,0 0 1 0 0,1 0-1 0 0,0-1 0 0 0,0 1 1 0 0,1-1-1 0 0,0 0 0 0 0,-4-14 0 0 0,-11-77-8152 0 0,15 75 6092 0 0,-1-15-3477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8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3578 0 0,'7'4'2355'0'0,"18"14"13084"0"0,-15 16-13128 0 0,9 19-628 0 0,-18-50-1647 0 0,0-1 0 0 0,0 0 1 0 0,0 1-1 0 0,0-1 1 0 0,1 0-1 0 0,-1 1 0 0 0,1-1 1 0 0,0 0-1 0 0,-1 0 0 0 0,1 0 1 0 0,0-1-1 0 0,0 1 0 0 0,0 0 1 0 0,1-1-1 0 0,-1 1 0 0 0,0-1 1 0 0,0 0-1 0 0,1 0 0 0 0,-1 0 1 0 0,1 0-1 0 0,-1 0 0 0 0,1 0 1 0 0,-1-1-1 0 0,1 1 1 0 0,0-1-1 0 0,-1 0 0 0 0,1 1 1 0 0,0-1-1 0 0,-1-1 0 0 0,1 1 1 0 0,0 0-1 0 0,-1-1 0 0 0,1 1 1 0 0,-1-1-1 0 0,1 0 0 0 0,-1 1 1 0 0,1-1-1 0 0,-1-1 0 0 0,4-1 1 0 0,145-78-1706 0 0,-90 41-3384 0 0,-58 37 6496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8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8164 0 0,'-2'1'520'0'0,"0"0"0"0"0,1 1-1 0 0,-1-1 1 0 0,0 0-1 0 0,1 0 1 0 0,0 1 0 0 0,-1-1-1 0 0,1 0 1 0 0,0 1 0 0 0,0 0-1 0 0,-1-1 1 0 0,1 1 0 0 0,1 0-1 0 0,-2 2 1 0 0,-4 29 2980 0 0,7-18-2791 0 0,1 0 0 0 0,6 28 0 0 0,-5-29 137 0 0,11 39-329 0 0,1-2 0 0 0,34 77 0 0 0,-47-123-1210 0 0,1 1 1 0 0,0-1-1 0 0,0 1 0 0 0,1-1 0 0 0,-1 0 0 0 0,1 0 1 0 0,7 7-1 0 0,3-12-10173 0 0,-2-2 3317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9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21 5302 0 0,'0'0'1658'0'0,"-32"-8"9642"0"0,28 6-10646 0 0,-1 0 0 0 0,0 0 0 0 0,0 0 0 0 0,0 1 0 0 0,0-1 0 0 0,-1 2 0 0 0,1-1 0 0 0,0 0 0 0 0,-11 1 0 0 0,9 0-451 0 0,1 1-1 0 0,-1-1 1 0 0,0 1 0 0 0,0 0-1 0 0,1 1 1 0 0,-1 0-1 0 0,1 0 1 0 0,-1 0 0 0 0,1 1-1 0 0,0 0 1 0 0,0 0-1 0 0,-7 6 1 0 0,11-9-202 0 0,1 1 1 0 0,0 0 0 0 0,0 0-1 0 0,0 0 1 0 0,0 0-1 0 0,0 0 1 0 0,0 0 0 0 0,0 0-1 0 0,1 0 1 0 0,-1 0-1 0 0,0 0 1 0 0,1 0 0 0 0,-1 0-1 0 0,0 1 1 0 0,1-1-1 0 0,0 0 1 0 0,-1 0 0 0 0,1 1-1 0 0,0-1 1 0 0,-1 0-1 0 0,1 3 1 0 0,1-3-23 0 0,-1 0 0 0 0,0 0 0 0 0,1 0 0 0 0,-1 0 0 0 0,1 0 0 0 0,0 0 0 0 0,-1 0 0 0 0,1-1 0 0 0,0 1 0 0 0,-1 0 0 0 0,1 0 0 0 0,0 0 0 0 0,0-1 0 0 0,0 1 0 0 0,0 0 0 0 0,0-1 0 0 0,0 1 0 0 0,0-1 0 0 0,2 1 0 0 0,2 1-48 0 0,1 0 0 0 0,-1 0 0 0 0,1-1 0 0 0,0 0 0 0 0,-1 0 0 0 0,1-1 0 0 0,0 1 0 0 0,7-1 0 0 0,-10-1 52 0 0,23-2-46 0 0,0 1 0 0 0,31 2 0 0 0,-51 0 125 0 0,0 0 0 0 0,1 1 0 0 0,-1 0 0 0 0,0 1 0 0 0,0-1 0 0 0,0 1 0 0 0,0 0 0 0 0,0 0 0 0 0,-1 1 0 0 0,1 0 0 0 0,-1 0 0 0 0,1 0 0 0 0,-1 1 0 0 0,8 6 1 0 0,-10-7-48 0 0,-1 0 1 0 0,1 0-1 0 0,-1 0 1 0 0,0 0-1 0 0,0 0 1 0 0,-1 0-1 0 0,1 1 1 0 0,-1-1-1 0 0,1 0 1 0 0,-1 1-1 0 0,0-1 1 0 0,0 1-1 0 0,-1 0 1 0 0,1-1-1 0 0,-1 1 1 0 0,0 0-1 0 0,0-1 1 0 0,0 1 0 0 0,-1 7-1 0 0,0-4 30 0 0,-1 0 0 0 0,0 0 0 0 0,-1-1 1 0 0,0 1-1 0 0,0-1 0 0 0,0 1 0 0 0,0-1 0 0 0,-1 0 0 0 0,0 0 0 0 0,-6 6 0 0 0,3-4-300 0 0,1-1 0 0 0,-1 0 0 0 0,-1-1 0 0 0,1 0-1 0 0,-1 0 1 0 0,0 0 0 0 0,-13 6 0 0 0,16-10-267 0 0,1 0 0 0 0,-1 0 0 0 0,0 0 1 0 0,0 0-1 0 0,0-1 0 0 0,0 0 0 0 0,0 0 0 0 0,-1 0 1 0 0,1-1-1 0 0,0 0 0 0 0,0 0 0 0 0,0 0 1 0 0,-9-2-1 0 0,10 1-264 0 0,-1-1 0 0 0,1 0 0 0 0,-1-1 0 0 0,1 1 0 0 0,0-1 1 0 0,0 0-1 0 0,0 0 0 0 0,0 0 0 0 0,1 0 0 0 0,-1-1 0 0 0,1 0 0 0 0,0 1 0 0 0,0-1 0 0 0,0 0 1 0 0,0-1-1 0 0,-2-4 0 0 0,-1-10-4449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9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0 444 11882 0 0,'0'0'10124'0'0,"24"-15"-7962"0"0,4-3-1624 0 0,-9 8-837 0 0,-1-1 0 0 0,0-2 0 0 0,-1 0 0 0 0,-1 0 0 0 0,29-32 0 0 0,-22 17-1480 0 0,-1-1 0 0 0,19-35 0 0 0,-34 51 380 0 0,0-1 0 0 0,-1 0 0 0 0,-1 0 0 0 0,0 0 0 0 0,-1-1 0 0 0,0 0 0 0 0,3-27 0 0 0,-6-1-4966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7:1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4078 0 0,'0'0'7575'0'0,"-17"27"-3235"0"0,-6 27-762 0 0,16-40-3030 0 0,0 0 1 0 0,1 1-1 0 0,1 0 1 0 0,0 0-1 0 0,1 0 1 0 0,1 1 0 0 0,0-1-1 0 0,1 1 1 0 0,1 0-1 0 0,1 27 1 0 0,1-36-470 0 0,-1 0 1 0 0,2-1 0 0 0,-1 1-1 0 0,1-1 1 0 0,0 0-1 0 0,0 1 1 0 0,1-1 0 0 0,0 0-1 0 0,0 0 1 0 0,0-1-1 0 0,1 1 1 0 0,-1-1 0 0 0,1 1-1 0 0,5 4 1 0 0,-5-7-77 0 0,0 0 0 0 0,0-1 0 0 0,0 1 0 0 0,0 0 0 0 0,0-1 0 0 0,1 0 0 0 0,-1 0 0 0 0,1-1 0 0 0,-1 1 0 0 0,1-1 0 0 0,0 0 1 0 0,0 0-1 0 0,-1 0 0 0 0,1-1 0 0 0,0 0 0 0 0,0 0 0 0 0,0 0 0 0 0,0 0 0 0 0,-1-1 0 0 0,7-1 0 0 0,4-1-101 0 0,0-2 0 0 0,0 0 0 0 0,0 0-1 0 0,0-1 1 0 0,-1-1 0 0 0,0-1 0 0 0,0 0 0 0 0,-1-1 0 0 0,0 0-1 0 0,-1-1 1 0 0,0 0 0 0 0,-1-1 0 0 0,0 0 0 0 0,0-1-1 0 0,-1 0 1 0 0,17-27 0 0 0,-26 38 118 0 0,-1-1 0 0 0,1 1 0 0 0,0-1 0 0 0,0 1-1 0 0,-1-1 1 0 0,1 1 0 0 0,0-1 0 0 0,-1 1 0 0 0,0-1 0 0 0,1 0 0 0 0,-1 1-1 0 0,0-1 1 0 0,0 0 0 0 0,0 1 0 0 0,0-1 0 0 0,0 1 0 0 0,0-1 0 0 0,0 0 0 0 0,-1 1-1 0 0,1-1 1 0 0,-1 0 0 0 0,1 1 0 0 0,-1-1 0 0 0,1 1 0 0 0,-1-1 0 0 0,0 1-1 0 0,0 0 1 0 0,0-1 0 0 0,0 1 0 0 0,0 0 0 0 0,0-1 0 0 0,0 1 0 0 0,0 0 0 0 0,-1 0-1 0 0,1 0 1 0 0,0 0 0 0 0,-1 0 0 0 0,-1-1 0 0 0,-1 0 49 0 0,-1 0 1 0 0,1 0-1 0 0,-1 1 0 0 0,1-1 1 0 0,-1 1-1 0 0,0 0 1 0 0,1 0-1 0 0,-1 1 0 0 0,0-1 1 0 0,0 1-1 0 0,-7 1 0 0 0,-8 3-56 0 0,0 0 0 0 0,0 2 0 0 0,0 1 0 0 0,1 0 0 0 0,0 1 0 0 0,0 2 0 0 0,1 0 0 0 0,0 0-1 0 0,1 2 1 0 0,-18 14 0 0 0,32-24-439 0 0,0 1-1 0 0,1-1 0 0 0,-1 1 1 0 0,0 0-1 0 0,1 0 0 0 0,-1 0 1 0 0,1 0-1 0 0,0 0 0 0 0,0 0 1 0 0,0 1-1 0 0,0-1 1 0 0,1 1-1 0 0,0-1 0 0 0,-2 6 1 0 0,0 29-12881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06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34 4350 0 0,'-25'-5'11032'0'0,"1"6"-4524"0"0,20 0-6135 0 0,-1 0 1 0 0,1 0 0 0 0,0 0 0 0 0,1 1 0 0 0,-1 0 0 0 0,0 0-1 0 0,0 0 1 0 0,1 0 0 0 0,-4 3 0 0 0,2-1-552 0 0,0 0 1 0 0,1 1-1 0 0,0-1 1 0 0,0 1-1 0 0,0 0 0 0 0,0 0 1 0 0,1 1-1 0 0,-5 9 1 0 0,-2 12 2205 0 0,8-19-1895 0 0,0 0 0 0 0,0 0 0 0 0,1 0 0 0 0,0 0 0 0 0,1 0 0 0 0,0 0 0 0 0,0 0 0 0 0,0 1 0 0 0,1-1-1 0 0,1 0 1 0 0,3 12 0 0 0,-4-17-132 0 0,0 0-1 0 0,1 0 1 0 0,-1 0-1 0 0,1 0 0 0 0,0 0 1 0 0,0 0-1 0 0,0 0 1 0 0,1 0-1 0 0,-1-1 0 0 0,1 1 1 0 0,-1-1-1 0 0,1 0 0 0 0,0 0 1 0 0,0 0-1 0 0,0 0 1 0 0,0 0-1 0 0,0-1 0 0 0,0 1 1 0 0,1-1-1 0 0,-1 0 1 0 0,0 0-1 0 0,1 0 0 0 0,-1 0 1 0 0,1-1-1 0 0,-1 1 1 0 0,1-1-1 0 0,-1 0 0 0 0,1 0 1 0 0,0 0-1 0 0,3-1 1 0 0,5-1-62 0 0,0 0 0 0 0,0-1 1 0 0,0 0-1 0 0,0 0 1 0 0,-1-2-1 0 0,1 1 1 0 0,-1-2-1 0 0,0 1 1 0 0,19-15-1 0 0,-13 8-67 0 0,0-1-1 0 0,-1-1 0 0 0,0-1 1 0 0,26-32-1 0 0,-40 45 153 0 0,0 0 1 0 0,0 0-1 0 0,0 0 0 0 0,0-1 1 0 0,-1 1-1 0 0,1 0 0 0 0,-1-1 1 0 0,0 1-1 0 0,0-1 0 0 0,0 1 1 0 0,0-1-1 0 0,0 1 1 0 0,0-1-1 0 0,-1 0 0 0 0,1 0 1 0 0,-1 1-1 0 0,0-1 0 0 0,0 0 1 0 0,0 0-1 0 0,0 1 0 0 0,0-1 1 0 0,-1 0-1 0 0,1 0 0 0 0,-1 1 1 0 0,0-1-1 0 0,0 0 0 0 0,0 1 1 0 0,0-1-1 0 0,0 1 0 0 0,0-1 1 0 0,-1 1-1 0 0,1 0 0 0 0,-1-1 1 0 0,1 1-1 0 0,-1 0 0 0 0,0 0 1 0 0,0 0-1 0 0,0 0 0 0 0,0 1 1 0 0,-1-1-1 0 0,-3-2 0 0 0,-3-1 63 0 0,1 1 0 0 0,-1-1 0 0 0,0 2 0 0 0,0-1 0 0 0,0 1 0 0 0,0 1 0 0 0,-1 0 0 0 0,1 0 0 0 0,-1 1 0 0 0,-17-1 0 0 0,13 3-751 0 0,0 1 0 0 0,0 1 0 0 0,-21 6 0 0 0,19-4-1644 0 0,16-5 1934 0 0,-1 1 1 0 0,0-1-1 0 0,1 1 1 0 0,-1 0-1 0 0,0-1 1 0 0,1 1-1 0 0,-1 0 0 0 0,1 0 1 0 0,-1 0-1 0 0,1-1 1 0 0,-1 1-1 0 0,1 0 1 0 0,0 0-1 0 0,-1 0 1 0 0,1 0-1 0 0,0 0 0 0 0,0 0 1 0 0,0 0-1 0 0,0 0 1 0 0,0-1-1 0 0,0 1 1 0 0,0 0-1 0 0,0 0 0 0 0,0 0 1 0 0,0 0-1 0 0,0 1 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07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 5632 0 0,'-54'-1'19269'0'0,"50"16"-16837"0"0,5-5-1915 0 0,0-1 1 0 0,0 0-1 0 0,0 0 0 0 0,1 0 1 0 0,0-1-1 0 0,7 16 0 0 0,2 15 527 0 0,13 84-275 0 0,-23-120-969 0 0,-1 0 1 0 0,0-1-1 0 0,0 1 1 0 0,0 0-1 0 0,0 0 1 0 0,0-1-1 0 0,-1 1 1 0 0,1 0-1 0 0,-2 3 1 0 0,1-5-18 0 0,1 1-1 0 0,-1-1 1 0 0,1 1 0 0 0,-1-1 0 0 0,1 1 0 0 0,0-1 0 0 0,0 1 0 0 0,0-1 0 0 0,0 1 0 0 0,0-1 0 0 0,0 1-1 0 0,0-1 1 0 0,0 1 0 0 0,0-1 0 0 0,1 1 0 0 0,-1-1 0 0 0,1 1 0 0 0,-1-1 0 0 0,1 0 0 0 0,-1 1 0 0 0,2 1-1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08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51 4688 0 0,'-9'-3'9107'0'0,"9"2"-8880"0"0,0 1 1 0 0,0 0 0 0 0,-1-1-1 0 0,1 1 1 0 0,0 0 0 0 0,0 0-1 0 0,0-1 1 0 0,0 1 0 0 0,0 0-1 0 0,0-1 1 0 0,16-10 2044 0 0,33-6-2231 0 0,-38 14 162 0 0,61-8 599 0 0,-68 10-690 0 0,0 1 0 0 0,0 0 1 0 0,0 0-1 0 0,0 0 0 0 0,0 0 1 0 0,-1 1-1 0 0,1-1 1 0 0,0 1-1 0 0,0 0 0 0 0,-1 0 1 0 0,1 1-1 0 0,0-1 1 0 0,-1 1-1 0 0,1 0 0 0 0,4 3 1 0 0,-7-3-29 0 0,0 0 1 0 0,0 0 0 0 0,0 0 0 0 0,0 0 0 0 0,0 1 0 0 0,0-1-1 0 0,-1 0 1 0 0,1 1 0 0 0,-1-1 0 0 0,1 0 0 0 0,-1 1-1 0 0,0-1 1 0 0,0 1 0 0 0,0-1 0 0 0,0 0 0 0 0,-1 1 0 0 0,1-1-1 0 0,-1 1 1 0 0,1-1 0 0 0,-1 0 0 0 0,-1 3 0 0 0,-20 48 1055 0 0,3-19-535 0 0,12-25-306 0 0,1 1 1 0 0,1 1 0 0 0,0-1-1 0 0,0 1 1 0 0,-6 19-1 0 0,11-29-291 0 0,0-1 1 0 0,0 1-1 0 0,0 0 0 0 0,-1 0 0 0 0,1 0 0 0 0,0-1 1 0 0,0 1-1 0 0,0 0 0 0 0,0 0 0 0 0,0 0 0 0 0,0 0 1 0 0,1-1-1 0 0,-1 1 0 0 0,0 0 0 0 0,0 0 1 0 0,1-1-1 0 0,-1 1 0 0 0,0 0 0 0 0,1 0 0 0 0,-1-1 1 0 0,0 1-1 0 0,1 0 0 0 0,-1-1 0 0 0,1 1 0 0 0,-1 0 1 0 0,1-1-1 0 0,0 1 0 0 0,-1-1 0 0 0,2 2 1 0 0,0-2-22 0 0,0 1 0 0 0,0 0 1 0 0,0-1-1 0 0,0 0 1 0 0,0 1-1 0 0,0-1 1 0 0,1 0-1 0 0,-1 0 1 0 0,0 0-1 0 0,0 0 1 0 0,3-1-1 0 0,52-17-759 0 0,-40 10 150 0 0,76-33-3675 0 0,-31 21-4378 0 0,-54 19 4849 0 0,-1 3 2202 0 0,-3-1 176 0 0,9 1-4189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08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4046 0 0,'0'0'9364'0'0,"19"-8"-7244"0"0,13 1-1673 0 0,0 2 1 0 0,1 0-1 0 0,0 3 1 0 0,0 1-1 0 0,64 5 1 0 0,-96-4-434 0 0,0 0 0 0 0,0 0 0 0 0,0 0 0 0 0,0 0 0 0 0,0 0 0 0 0,1 0 0 0 0,-1 0 0 0 0,0 1 0 0 0,0-1 0 0 0,0 0 0 0 0,0 1 0 0 0,0-1 0 0 0,0 0 0 0 0,0 1 0 0 0,-1-1 0 0 0,1 1-1 0 0,0 0 1 0 0,0-1 0 0 0,0 1 0 0 0,0 0 0 0 0,-1-1 0 0 0,1 1 0 0 0,0 0 0 0 0,0 0 0 0 0,-1 0 0 0 0,1 0 0 0 0,-1-1 0 0 0,1 1 0 0 0,0 1 0 0 0,-1 0 24 0 0,-1 0 0 0 0,1-1 0 0 0,-1 1 1 0 0,1 0-1 0 0,-1-1 0 0 0,1 1 0 0 0,-1-1 0 0 0,0 1 0 0 0,0-1 0 0 0,1 1 0 0 0,-1-1 0 0 0,0 1 0 0 0,-1-1 0 0 0,1 0 1 0 0,-2 3-1 0 0,-8 5 303 0 0,1 0 0 0 0,-1-1 0 0 0,-17 11 1 0 0,23-16-227 0 0,-10 5 136 0 0,0 1 0 0 0,1 0 0 0 0,0 1 0 0 0,1 1 0 0 0,-18 16 0 0 0,30-26-454 0 0,1 0-95 0 0,0-1 289 0 0,0 1-1 0 0,-1-1 1 0 0,1 1-1 0 0,0-1 0 0 0,0 1 1 0 0,0 0-1 0 0,0-1 1 0 0,-1 1-1 0 0,1-1 0 0 0,0 1 1 0 0,0-1-1 0 0,0 1 0 0 0,0-1 1 0 0,0 1-1 0 0,0 0 1 0 0,1-1-1 0 0,-1 1 0 0 0,0-1 1 0 0,0 1-1 0 0,0-1 1 0 0,0 1-1 0 0,1-1 0 0 0,-1 1 1 0 0,0-1-1 0 0,1 1 1 0 0,-1-1-1 0 0,0 1 0 0 0,1-1 1 0 0,-1 1-1 0 0,0-1 1 0 0,1 0-1 0 0,-1 1 0 0 0,1-1 1 0 0,-1 0-1 0 0,1 1 0 0 0,-1-1 1 0 0,1 0-1 0 0,-1 1 1 0 0,1-1-1 0 0,-1 0 0 0 0,1 0 1 0 0,-1 0-1 0 0,1 0 1 0 0,-1 0-1 0 0,1 1 0 0 0,0-1 1 0 0,-1 0-1 0 0,1 0 1 0 0,-1 0-1 0 0,1 0 0 0 0,-1-1 1 0 0,1 1-1 0 0,-1 0 1 0 0,1 0-1 0 0,0 0 0 0 0,47-5 533 0 0,-29 2-427 0 0,-11 3 22 0 0,0 0-1 0 0,1 0 1 0 0,-1 0-1 0 0,0 1 1 0 0,0 1-1 0 0,0-1 1 0 0,0 1-1 0 0,0 1 1 0 0,0-1 0 0 0,13 8-1 0 0,-17-8-93 0 0,-1 0 1 0 0,1 0-1 0 0,-1 1 0 0 0,0 0 1 0 0,0-1-1 0 0,0 1 0 0 0,-1 0 1 0 0,1 0-1 0 0,-1 1 1 0 0,1-1-1 0 0,-1 0 0 0 0,0 1 1 0 0,-1 0-1 0 0,1-1 0 0 0,0 1 1 0 0,-1 0-1 0 0,0 0 0 0 0,0 0 1 0 0,0 0-1 0 0,0 0 0 0 0,-1 0 1 0 0,0 0-1 0 0,1 5 0 0 0,-2 1-752 0 0,0-1 0 0 0,0 1 0 0 0,-1-1-1 0 0,0 1 1 0 0,-1-1 0 0 0,0 0 0 0 0,0 0-1 0 0,-1 0 1 0 0,-9 16 0 0 0,-1 2-5852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09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6536 0 0,'0'0'10138'0'0,"-2"1"-9761"0"0,0 1 0 0 0,0-1 1 0 0,0 1-1 0 0,1 0 1 0 0,-1 0-1 0 0,0 0 1 0 0,1 0-1 0 0,-1 0 1 0 0,-1 3-1 0 0,3 2-179 0 0,0-1-1 0 0,1 1 0 0 0,0-1 0 0 0,0 1 1 0 0,0-1-1 0 0,1 0 0 0 0,0 0 0 0 0,0 0 0 0 0,0 0 1 0 0,1 0-1 0 0,0 0 0 0 0,0 0 0 0 0,0-1 1 0 0,1 1-1 0 0,0-1 0 0 0,6 6 0 0 0,-7-8-328 0 0,1 0 0 0 0,-1 0 0 0 0,1-1 0 0 0,0 1-1 0 0,0-1 1 0 0,0 0 0 0 0,0 0 0 0 0,0 0 0 0 0,1-1-1 0 0,-1 0 1 0 0,0 1 0 0 0,1-1 0 0 0,-1-1 0 0 0,1 1-1 0 0,-1-1 1 0 0,1 0 0 0 0,0 0 0 0 0,-1 0 0 0 0,1 0-1 0 0,-1-1 1 0 0,1 0 0 0 0,-1 0 0 0 0,7-3 0 0 0,11-3-1589 0 0,-2-1 1 0 0,1-1 0 0 0,37-23-1 0 0,-45 24-501 0 0,-1 0-1 0 0,-1-2 0 0 0,21-20 0 0 0,-19 13-2652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09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6430 0 0,'-16'6'3319'0'0,"15"-5"-3076"0"0,0-1 1 0 0,0 0 0 0 0,0 0-1 0 0,0 1 1 0 0,0-1 0 0 0,0 1-1 0 0,0-1 1 0 0,0 1 0 0 0,0-1-1 0 0,0 1 1 0 0,0 0 0 0 0,1-1-1 0 0,-1 1 1 0 0,0 0 0 0 0,0 0-1 0 0,1-1 1 0 0,-1 1 0 0 0,0 0-1 0 0,1 0 1 0 0,-1 0 0 0 0,1 0-1 0 0,-1 0 1 0 0,1 0 0 0 0,0 0-1 0 0,-1 0 1 0 0,1 0 0 0 0,0 0-1 0 0,0 0 1 0 0,0 0 0 0 0,-1 0-1 0 0,1 0 1 0 0,0 0 0 0 0,0 0-1 0 0,1 1 1 0 0,-1-1 0 0 0,0 1-1 0 0,1 50 3037 0 0,10 76 0 0 0,-4-77-2939 0 0,10 51-2199 0 0,-12-80-333 0 0,1 1 0 0 0,13 32 0 0 0,-1-7-6896 0 0,-8-28 966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10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8 3570 0 0,'-14'-3'2245'0'0,"-1"1"1"0"0,1 1-1 0 0,-1 0 0 0 0,1 1 0 0 0,-24 2 0 0 0,34-2-2016 0 0,0 0 0 0 0,0 1 0 0 0,0-1 0 0 0,0 1 0 0 0,0 0 0 0 0,1 0 0 0 0,-1 0 0 0 0,0 1 0 0 0,0-1 0 0 0,1 1 0 0 0,-1 0 1 0 0,0 0-1 0 0,1 0 0 0 0,0 1 0 0 0,0-1 0 0 0,0 1 0 0 0,0 0 0 0 0,0 0 0 0 0,0 0 0 0 0,1 0 0 0 0,-1 0 0 0 0,1 0 0 0 0,0 1 0 0 0,-3 6 0 0 0,4-8-218 0 0,1 0 1 0 0,0 0 0 0 0,0 0 0 0 0,-1-1 0 0 0,1 1-1 0 0,1 0 1 0 0,-1 0 0 0 0,0 0 0 0 0,0 0 0 0 0,1 0-1 0 0,-1 0 1 0 0,1 0 0 0 0,0-1 0 0 0,-1 1 0 0 0,1 0-1 0 0,0-1 1 0 0,0 1 0 0 0,0 0 0 0 0,0-1 0 0 0,0 1-1 0 0,1-1 1 0 0,-1 1 0 0 0,0-1 0 0 0,1 0-1 0 0,-1 1 1 0 0,1-1 0 0 0,-1 0 0 0 0,1 0 0 0 0,0 0-1 0 0,-1 0 1 0 0,1-1 0 0 0,0 1 0 0 0,0 0 0 0 0,0-1-1 0 0,3 1 1 0 0,9 4-21 0 0,0-2 0 0 0,0 0 0 0 0,23 2 0 0 0,-32-4 34 0 0,143 9 180 0 0,-168 26-670 0 0,8-23-280 0 0,-1-1-1 0 0,0-1 0 0 0,-1 0 0 0 0,-25 15 1 0 0,0 1-1382 0 0,-19 8-3039 0 0,54-33 4250 0 0,0-1 0 0 0,-1 1 0 0 0,1-1 1 0 0,-1 0-1 0 0,0 0 0 0 0,1 0 0 0 0,-9-1 0 0 0,-5-1-3642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10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1 195 6144 0 0,'0'0'4832'0'0,"11"-8"-3942"0"0,1 2 178 0 0,0-3-638 0 0,16-6 186 0 0,-2 3-558 0 0,2-1 80 0 0,2-3-532 0 0,12-1-18 0 0,1-2-912 0 0,8-2-544 0 0,-2 4-134 0 0,-2 2 352 0 0,0 0-1112 0 0,2 4-992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10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4222 0 0,'-11'6'2585'0'0,"-36"22"4652"0"0,41-23-6829 0 0,0 0 1 0 0,0 0-1 0 0,1 0 1 0 0,0 1-1 0 0,0-1 0 0 0,0 1 1 0 0,0 0-1 0 0,-6 13 1 0 0,5-7-27 0 0,0 0 1 0 0,1 0 0 0 0,1 1-1 0 0,0 0 1 0 0,1 0 0 0 0,0 0 0 0 0,1 0-1 0 0,0 1 1 0 0,1-1 0 0 0,0 0 0 0 0,1 1-1 0 0,4 24 1 0 0,-3-32-358 0 0,0 0 0 0 0,0 0 0 0 0,1 0 0 0 0,-1-1 0 0 0,1 1 0 0 0,1-1-1 0 0,-1 1 1 0 0,1-1 0 0 0,0 0 0 0 0,0 0 0 0 0,0 0 0 0 0,1 0 0 0 0,0-1 0 0 0,0 0 0 0 0,0 1 0 0 0,0-1-1 0 0,1-1 1 0 0,0 1 0 0 0,-1-1 0 0 0,1 1 0 0 0,0-1 0 0 0,1-1 0 0 0,-1 1 0 0 0,1-1 0 0 0,-1 0 0 0 0,1 0 0 0 0,-1-1-1 0 0,1 1 1 0 0,0-1 0 0 0,0 0 0 0 0,8-1 0 0 0,-2 0-316 0 0,1 0 0 0 0,0-1 0 0 0,-1 0 1 0 0,1-2-1 0 0,-1 1 0 0 0,1-1 0 0 0,-1-1 0 0 0,0 0 0 0 0,-1-1 0 0 0,1 0 0 0 0,-1-1 1 0 0,0 0-1 0 0,0-1 0 0 0,0 0 0 0 0,-1-1 0 0 0,-1 0 0 0 0,1 0 0 0 0,-1-1 0 0 0,16-20 1 0 0,-24 27 290 0 0,0 1 1 0 0,0-1-1 0 0,0 0 1 0 0,0 0-1 0 0,0 0 0 0 0,0 0 1 0 0,0 0-1 0 0,0 0 1 0 0,-1 0-1 0 0,1 0 1 0 0,-1 0-1 0 0,0 0 1 0 0,1 0-1 0 0,-1 0 1 0 0,0-1-1 0 0,0 1 1 0 0,0 0-1 0 0,-1-4 1 0 0,0 5 20 0 0,0 0 1 0 0,1 0-1 0 0,-1-1 0 0 0,0 1 1 0 0,0 0-1 0 0,0 0 0 0 0,0 0 1 0 0,0 0-1 0 0,0 0 1 0 0,0 0-1 0 0,-1 1 0 0 0,1-1 1 0 0,0 0-1 0 0,0 1 0 0 0,-1-1 1 0 0,1 0-1 0 0,0 1 1 0 0,-1 0-1 0 0,1-1 0 0 0,-3 1 1 0 0,-4-1 63 0 0,-1 0 1 0 0,1 1-1 0 0,-1 0 0 0 0,1 0 1 0 0,0 1-1 0 0,-1 0 1 0 0,-9 3-1 0 0,11-3-220 0 0,-1 2-1 0 0,1-1 1 0 0,0 1-1 0 0,0 0 0 0 0,0 0 1 0 0,0 1-1 0 0,0 0 1 0 0,1 0-1 0 0,0 1 1 0 0,0-1-1 0 0,0 2 1 0 0,-7 7-1 0 0,-7 16-3851 0 0,6 5-3849 0 0,8-23 2623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11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39 3854 0 0,'-21'-10'8637'0'0,"37"5"-6871"0"0,11 0-1536 0 0,-13 0-12 0 0,0 2 0 0 0,0-1 0 0 0,0 2 0 0 0,1 0 0 0 0,27 0 1 0 0,-38 2-172 0 0,0 0 0 0 0,0 1 1 0 0,0-1-1 0 0,-1 1 1 0 0,1 0-1 0 0,0 0 1 0 0,-1 1-1 0 0,1-1 1 0 0,-1 1-1 0 0,1-1 0 0 0,-1 1 1 0 0,1 0-1 0 0,-1 1 1 0 0,0-1-1 0 0,0 0 1 0 0,0 1-1 0 0,-1 0 0 0 0,1 0 1 0 0,-1 0-1 0 0,1 0 1 0 0,-1 0-1 0 0,0 0 1 0 0,0 0-1 0 0,0 1 1 0 0,0-1-1 0 0,-1 1 0 0 0,2 4 1 0 0,0 7 218 0 0,0-1 1 0 0,-2 1 0 0 0,1 0-1 0 0,-2 0 1 0 0,0 0 0 0 0,0 0-1 0 0,-4 19 1 0 0,0 29 638 0 0,1 6-232 0 0,1 12-497 0 0,8-25-2860 0 0,-6-55 2519 0 0,0 0 1 0 0,0 0-1 0 0,0-1 1 0 0,0 1-1 0 0,0 0 1 0 0,0 0-1 0 0,0-1 1 0 0,1 1-1 0 0,-1 0 1 0 0,0 0-1 0 0,1-1 1 0 0,-1 1-1 0 0,0 0 1 0 0,1-1-1 0 0,-1 1 1 0 0,1 0-1 0 0,-1-1 1 0 0,1 1-1 0 0,-1-1 1 0 0,1 1-1 0 0,-1-1 1 0 0,1 1-1 0 0,0-1 1 0 0,-1 1-1 0 0,1-1 1 0 0,0 0-1 0 0,-1 1 1 0 0,1-1-1 0 0,0 0 1 0 0,0 0-1 0 0,-1 1 1 0 0,1-1-1 0 0,1 0 1 0 0,0 0-240 0 0,-1 0 0 0 0,0-1 0 0 0,0 1 0 0 0,1-1 0 0 0,-1 1 1 0 0,0-1-1 0 0,0 1 0 0 0,1-1 0 0 0,-1 0 0 0 0,0 0 0 0 0,0 1 0 0 0,0-1 1 0 0,0 0-1 0 0,0 0 0 0 0,0 0 0 0 0,0 0 0 0 0,1-2 0 0 0,6-13-5042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11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1 185 5596 0 0,'16'0'6230'0'0,"3"-6"-5486"0"0,16-2 356 0 0,3 2-666 0 0,8-4 318 0 0,1-2-662 0 0,7-1 256 0 0,5-3-664 0 0,2 0-276 0 0,4-3-932 0 0,-6-1-890 0 0,2 2 346 0 0,-14-2-1386 0 0,7 0-1442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12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33 4422 0 0,'-13'12'2973'0'0,"11"-11"-2407"0"0,0 0 0 0 0,0 1-1 0 0,0-1 1 0 0,0 1-1 0 0,1-1 1 0 0,-1 1 0 0 0,1 0-1 0 0,-1 0 1 0 0,1 0-1 0 0,-2 3 1 0 0,3-3-489 0 0,-1-1 0 0 0,1 0 0 0 0,0 1 1 0 0,1-1-1 0 0,-1 0 0 0 0,0 1 0 0 0,0-1 0 0 0,1 0 0 0 0,-1 1 0 0 0,0-1 0 0 0,1 0 1 0 0,-1 0-1 0 0,1 0 0 0 0,0 1 0 0 0,-1-1 0 0 0,1 0 0 0 0,0 0 0 0 0,0 0 1 0 0,0 0-1 0 0,-1 0 0 0 0,1 0 0 0 0,0 0 0 0 0,0-1 0 0 0,1 1 0 0 0,1 1 0 0 0,21 16 345 0 0,1-1-1 0 0,1-1 0 0 0,1-2 1 0 0,48 20-1 0 0,-43-21-208 0 0,0 2 1 0 0,-2 1-1 0 0,35 24 0 0 0,-62-38-148 0 0,0 0-1 0 0,0 0 0 0 0,0 0 0 0 0,0 1 1 0 0,-1-1-1 0 0,1 1 0 0 0,-1-1 0 0 0,1 1 1 0 0,-1 0-1 0 0,0 0 0 0 0,0 0 1 0 0,-1 0-1 0 0,1 0 0 0 0,0 1 0 0 0,-1-1 1 0 0,0 0-1 0 0,0 1 0 0 0,0-1 1 0 0,0 1-1 0 0,-1-1 0 0 0,1 1 0 0 0,-1 0 1 0 0,0-1-1 0 0,0 6 0 0 0,-1-5-14 0 0,-1-1-1 0 0,1 1 1 0 0,-1 0-1 0 0,0-1 1 0 0,0 1-1 0 0,0-1 1 0 0,-1 1-1 0 0,1-1 1 0 0,-1 0-1 0 0,0 0 1 0 0,1 0-1 0 0,-2-1 0 0 0,1 1 1 0 0,0-1-1 0 0,0 1 1 0 0,-1-1-1 0 0,1 0 1 0 0,-1 0-1 0 0,0-1 1 0 0,-7 3-1 0 0,0 0-33 0 0,0-1 0 0 0,0 0 0 0 0,-1-1 0 0 0,1 0 0 0 0,-1-1 0 0 0,0 0-1 0 0,1-1 1 0 0,-1 0 0 0 0,-20-4 0 0 0,28 3-38 0 0,0 1 0 0 0,-1-2 0 0 0,1 1 0 0 0,0 0 0 0 0,0-1 0 0 0,1 0 0 0 0,-1 0 0 0 0,0 0 0 0 0,1 0 0 0 0,-1 0 0 0 0,1-1 0 0 0,-7-5 0 0 0,9 5-17 0 0,-1 1-1 0 0,0-1 0 0 0,1 1 1 0 0,-1-1-1 0 0,1 0 1 0 0,0 0-1 0 0,0 0 0 0 0,0 1 1 0 0,0-1-1 0 0,1 0 0 0 0,-1 0 1 0 0,1 0-1 0 0,-1 0 1 0 0,1 0-1 0 0,0 0 0 0 0,1 0 1 0 0,-1 0-1 0 0,0 0 1 0 0,1 0-1 0 0,0-4 0 0 0,5-14-143 0 0,0 0 0 0 0,2 0 0 0 0,0 0 1 0 0,1 1-1 0 0,1 0 0 0 0,1 1 0 0 0,15-20 0 0 0,-7 12-627 0 0,39-39 0 0 0,-1 12-3308 0 0,-66 47-4080 0 0,-3 1 3342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2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5762 0 0,'11'2'12262'0'0,"8"-4"-5011"0"0,36-10-3134 0 0,28-12-6514 0 0,-54 15 4033 0 0,2-4-2114 0 0,-3 1 2978 0 0,-9 5-4752 0 0,-4 3-4536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2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7394 0 0,'0'0'12436'0'0,"-15"11"-10051"0"0,7 20-1556 0 0,2 0 1 0 0,1 1-1 0 0,0 45 0 0 0,4-58-929 0 0,3 38-2397 0 0,7-23-3147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2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5056 0 0,'4'6'14478'0'0,"15"-9"-11778"0"0,26-13-3251 0 0,-21 5 218 0 0,32-13 1338 0 0,-19 12-9253 0 0,-45 21 2277 0 0,5-6 4340 0 0,-2 8-4856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3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39 5458 0 0,'0'0'140'0'0,"0"0"0"0"0,0 0 0 0 0,-1-1 0 0 0,1 1 0 0 0,0 0 0 0 0,0-1 1 0 0,0 1-1 0 0,-1 0 0 0 0,1-1 0 0 0,0 1 0 0 0,0 0 0 0 0,0-1 0 0 0,0 1 0 0 0,0 0 0 0 0,0-1 0 0 0,0 1 0 0 0,0 0 0 0 0,0-1 0 0 0,0 1 0 0 0,0-1 0 0 0,0 1 0 0 0,0 0 0 0 0,0-1 0 0 0,0 1 0 0 0,0 0 0 0 0,0-1 1 0 0,1 1-1 0 0,-1 0 0 0 0,0-1 0 0 0,0 1 0 0 0,0 0 0 0 0,0-1 0 0 0,1 1 0 0 0,-1 0 0 0 0,0 0 0 0 0,0-1 0 0 0,1 1 0 0 0,-1 0 0 0 0,0 0 0 0 0,1-1 0 0 0,-1 1 0 0 0,0 0 0 0 0,1 0 0 0 0,-1 0 0 0 0,1-1 0 0 0,27-8 2340 0 0,46-2-1692 0 0,-64 10-245 0 0,4-1-232 0 0,1 1 0 0 0,0 0-1 0 0,0 1 1 0 0,0 1 0 0 0,0 0-1 0 0,-1 1 1 0 0,28 7 0 0 0,-37 21 1894 0 0,-10-18-1735 0 0,-1 0 0 0 0,0-1 0 0 0,-1 0 1 0 0,0 0-1 0 0,-1 0 0 0 0,0-1 0 0 0,-1 0 0 0 0,-14 13 0 0 0,-14 18 787 0 0,29-31-982 0 0,0 0-1 0 0,1 0 1 0 0,1 1-1 0 0,-8 15 1 0 0,13-25-268 0 0,1 0 0 0 0,-1 0 0 0 0,0 0-1 0 0,1 0 1 0 0,-1 1 0 0 0,1-1 0 0 0,-1 0 0 0 0,1 0 0 0 0,0 1 0 0 0,-1-1 0 0 0,1 0 0 0 0,0 1 0 0 0,0-1 0 0 0,0 0 0 0 0,0 0 0 0 0,0 1 0 0 0,0-1 0 0 0,1 0 0 0 0,-1 1 0 0 0,0-1 0 0 0,0 0 0 0 0,1 0-1 0 0,-1 1 1 0 0,1-1 0 0 0,0 0 0 0 0,-1 0 0 0 0,1 0 0 0 0,0 0 0 0 0,-1 0 0 0 0,1 0 0 0 0,0 0 0 0 0,0 0 0 0 0,0 0 0 0 0,0 0 0 0 0,0 0 0 0 0,0 0 0 0 0,0-1 0 0 0,0 1 0 0 0,0 0 0 0 0,1-1 0 0 0,-1 1 0 0 0,0-1-1 0 0,0 0 1 0 0,0 1 0 0 0,1-1 0 0 0,-1 0 0 0 0,0 1 0 0 0,1-1 0 0 0,-1 0 0 0 0,0 0 0 0 0,0 0 0 0 0,1 0 0 0 0,-1 0 0 0 0,0-1 0 0 0,2 1 0 0 0,20-2-343 0 0,0-1 1 0 0,0-1-1 0 0,-1 0 1 0 0,40-15-1 0 0,-12 1-3266 0 0,-7 1-3460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3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1 157 6680 0 0,'0'0'1950'0'0,"6"-6"2354"0"0,13-12-2497 0 0,140-70 2080 0 0,-126 73-4689 0 0,45-14 0 0 0,-75 28 22 0 0,-3 10-6320 0 0,0-7 6444 0 0,0 0 1 0 0,0 0-1 0 0,-1 0 0 0 0,1-1 1 0 0,0 1-1 0 0,-2 3 0 0 0,-12 4-3884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4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5668 0 0,'0'0'4063'0'0,"25"-3"-1289"0"0,55-8-946 0 0,94 1-1 0 0,-174 10-1779 0 0,1 0 0 0 0,-1-1 0 0 0,1 1 0 0 0,-1 0 0 0 0,1 0 0 0 0,-1 0-1 0 0,1 0 1 0 0,0 0 0 0 0,-1 0 0 0 0,1 0 0 0 0,-1 0 0 0 0,1 0-1 0 0,-1 1 1 0 0,1-1 0 0 0,-1 0 0 0 0,1 0 0 0 0,-1 0 0 0 0,1 1-1 0 0,-1-1 1 0 0,1 0 0 0 0,-1 0 0 0 0,1 1 0 0 0,-1-1 0 0 0,0 0-1 0 0,1 1 1 0 0,-1-1 0 0 0,1 1 0 0 0,-1-1 0 0 0,0 0 0 0 0,1 1-1 0 0,-1-1 1 0 0,0 1 0 0 0,0-1 0 0 0,1 1 0 0 0,-1 0 0 0 0,-10 17 1746 0 0,-24 11 423 0 0,-50 17 476 0 0,83-45-2342 0 0,32 5-284 0 0,-17-11-59 0 0,1 1-1 0 0,0 0 0 0 0,0 1 0 0 0,0 0 0 0 0,0 2 0 0 0,30-1 0 0 0,-41 3-12 0 0,0-1 0 0 0,0 1 0 0 0,0-1 0 0 0,0 1 0 0 0,0 0 0 0 0,0 0 0 0 0,0 1 0 0 0,-1-1 0 0 0,1 1 0 0 0,0 0 0 0 0,-1 0-1 0 0,1 0 1 0 0,-1 1 0 0 0,0-1 0 0 0,0 1 0 0 0,0 0 0 0 0,0-1 0 0 0,0 1 0 0 0,-1 1 0 0 0,1-1 0 0 0,-1 0 0 0 0,0 1 0 0 0,0-1 0 0 0,0 1 0 0 0,0-1 0 0 0,-1 1-1 0 0,0 0 1 0 0,1 0 0 0 0,-1 0 0 0 0,0 0 0 0 0,0 5 0 0 0,-1-3-189 0 0,1 0 0 0 0,-1 0 0 0 0,0 0 0 0 0,-1 0 0 0 0,0 0 0 0 0,0 0 0 0 0,0-1 0 0 0,0 1 0 0 0,-4 7 0 0 0,-14 26-8614 0 0,18-38 8429 0 0,0 0 0 0 0,1 0 1 0 0,-1 0-1 0 0,0 0 0 0 0,0 0 1 0 0,0 0-1 0 0,-1-1 0 0 0,1 1 1 0 0,0 0-1 0 0,0-1 0 0 0,0 1 0 0 0,0 0 1 0 0,-1-1-1 0 0,1 0 0 0 0,0 1 1 0 0,-1-1-1 0 0,1 0 0 0 0,-2 1 1 0 0,2-1-89 0 0,-12 2-5998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18 170 5012 0 0,'-2'0'3641'0'0,"-13"-3"6412"0"0,140-53-7351 0 0,-1-8-4457 0 0,-108 56 581 0 0,12-8-1851 0 0,-13 1-6314 0 0,-8 8 3242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5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56 6542 0 0,'-19'4'2246'0'0,"18"-3"-1831"0"0,0-1 0 0 0,0 1-1 0 0,0-1 1 0 0,0 1 0 0 0,0-1 0 0 0,0 1 0 0 0,0 0-1 0 0,1 0 1 0 0,-1-1 0 0 0,0 1 0 0 0,0 0 0 0 0,1 0-1 0 0,-1 0 1 0 0,1 0 0 0 0,-1 0 0 0 0,1-1-1 0 0,-1 1 1 0 0,0 2 0 0 0,0 21 5979 0 0,6-2-6791 0 0,-4-21 453 0 0,-1 1 1 0 0,1 0 0 0 0,0 0-1 0 0,-1 0 1 0 0,1-1 0 0 0,0 1-1 0 0,0 0 1 0 0,0-1 0 0 0,0 1-1 0 0,1-1 1 0 0,-1 1 0 0 0,0-1-1 0 0,1 1 1 0 0,-1-1 0 0 0,1 0-1 0 0,-1 0 1 0 0,1 0 0 0 0,-1 0-1 0 0,1 0 1 0 0,0 0 0 0 0,3 1-1 0 0,-1-1-4 0 0,0 0-1 0 0,1-1 1 0 0,-1 1 0 0 0,0-1-1 0 0,1 0 1 0 0,-1 0-1 0 0,1 0 1 0 0,-1-1-1 0 0,7-1 1 0 0,8-3-221 0 0,1-1 1 0 0,0-1 0 0 0,22-13 0 0 0,-32 16-69 0 0,26-12-1593 0 0,61-31-2112 0 0,-35 7-7684 0 0,-50 31 5524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5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7212 0 0,'-16'13'2302'0'0,"9"-4"-60"0"0,7 5-102 0 0,-12 12-446 0 0,12-2-365 0 0,0 3-329 0 0,0 5-4 0 0,0 4-516 0 0,0 3-228 0 0,7 0-954 0 0,-2-1 20 0 0,-5 0-614 0 0,7-1-501 0 0,-7-3-589 0 0,0-1-206 0 0,0-3-1464 0 0,-7-2-2062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5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6 200 5002 0 0,'-2'-3'2655'0'0,"1"3"-2124"0"0,1-1 0 0 0,0 0 0 0 0,-1 1 0 0 0,1-1 0 0 0,0 0 0 0 0,0 1 0 0 0,-1-1 0 0 0,1 0 0 0 0,0 1 0 0 0,0-1 0 0 0,0 0 0 0 0,0 0 0 0 0,0 1 0 0 0,0-1 0 0 0,0 0 0 0 0,0 0 0 0 0,0 1 0 0 0,0-1 0 0 0,1-1 0 0 0,12-18 3004 0 0,29-17-5249 0 0,-34 31 2937 0 0,88-67-601 0 0,-33 29-4533 0 0,-61 43 2350 0 0,-13 22-14892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6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 2436 0 0,'0'0'6048'0'0,"-31"6"-2761"0"0,26-4-2794 0 0,-1 1 0 0 0,1 1 0 0 0,-1-1-1 0 0,1 1 1 0 0,0 0 0 0 0,0 0 0 0 0,0 0 0 0 0,1 1 0 0 0,0-1-1 0 0,-6 9 1 0 0,7-10-319 0 0,1 1 0 0 0,0-1 1 0 0,-1 1-1 0 0,1 0 0 0 0,1 0 0 0 0,-1-1 0 0 0,1 1 0 0 0,-1 0 0 0 0,1 1 1 0 0,0-1-1 0 0,1 0 0 0 0,-1 0 0 0 0,1 0 0 0 0,-1 0 0 0 0,1 1 0 0 0,1 5 1 0 0,0-7-134 0 0,1 0-1 0 0,-1-1 1 0 0,0 1 0 0 0,1-1 0 0 0,0 1 0 0 0,0-1 0 0 0,0 0 0 0 0,0 0 0 0 0,0 0 0 0 0,0 0-1 0 0,0 0 1 0 0,0 0 0 0 0,1 0 0 0 0,-1-1 0 0 0,1 1 0 0 0,0-1 0 0 0,-1 0 0 0 0,1 0 0 0 0,0 0 0 0 0,0 0-1 0 0,5 1 1 0 0,63 10 371 0 0,-49-10-287 0 0,41 5 50 0 0,-59-6-118 0 0,0-1-1 0 0,-1 1 0 0 0,1 0 1 0 0,0 1-1 0 0,0-1 1 0 0,-1 1-1 0 0,1-1 1 0 0,-1 1-1 0 0,1 0 0 0 0,-1 0 1 0 0,0 1-1 0 0,4 2 1 0 0,-6-3-33 0 0,0 0 0 0 0,-1 0 0 0 0,1-1 0 0 0,0 1 1 0 0,-1 0-1 0 0,1 0 0 0 0,-1 0 0 0 0,1 0 0 0 0,-1 0 1 0 0,0 0-1 0 0,0 0 0 0 0,0 0 0 0 0,0 1 0 0 0,0-1 0 0 0,-1 0 1 0 0,1 0-1 0 0,0 0 0 0 0,-1-1 0 0 0,0 1 0 0 0,1 0 1 0 0,-1 0-1 0 0,0 0 0 0 0,0 0 0 0 0,0 0 0 0 0,0-1 0 0 0,-2 3 1 0 0,-37 48-1260 0 0,38-50 1003 0 0,-6 8-882 0 0,0-1 0 0 0,-1-1 1 0 0,0 1-1 0 0,-17 11 1 0 0,21-17-187 0 0,0 0 0 0 0,-1-1 0 0 0,1 1 0 0 0,-1-1 0 0 0,1 0 0 0 0,-1-1 0 0 0,-8 2 0 0 0,-5 0-4398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6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0 195 6898 0 0,'0'0'2324'0'0,"0"-12"-756"0"0,0 0 336 0 0,12 3-1064 0 0,7-6 334 0 0,-7 3-740 0 0,4-3-136 0 0,7 0-50 0 0,3-1 204 0 0,2-1-728 0 0,-4 0-252 0 0,2 3-410 0 0,-3-1-1132 0 0,-18 7-472 0 0,2 0-1348 0 0,-3-1-1988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7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22 206 5834 0 0,'-1'0'295'0'0,"1"0"0"0"0,-1 1 1 0 0,0-1-1 0 0,1 0 0 0 0,-1 0 0 0 0,0 0 0 0 0,0 0 0 0 0,1 0 0 0 0,-1 0 1 0 0,0 0-1 0 0,0 0 0 0 0,1 0 0 0 0,-1 0 0 0 0,0-1 0 0 0,0 1 0 0 0,1 0 0 0 0,-1 0 1 0 0,0-1-1 0 0,1 1 0 0 0,-1 0 0 0 0,0-1 0 0 0,1 1 0 0 0,-1-1 0 0 0,1 1 1 0 0,-1-1-1 0 0,1 1 0 0 0,-1-1 0 0 0,1 1 0 0 0,-1-1 0 0 0,1 1 0 0 0,-1-1 0 0 0,0-1 1 0 0,2 1-115 0 0,0 0 1 0 0,0-1 0 0 0,0 1 0 0 0,0 0 0 0 0,0-1 0 0 0,1 1-1 0 0,-1 0 1 0 0,0 0 0 0 0,0 0 0 0 0,1 0 0 0 0,-1 0 0 0 0,1 0-1 0 0,1-1 1 0 0,70-33-1081 0 0,-65 31 1644 0 0,39-18-94 0 0,78-48 1 0 0,-60 21-4187 0 0,-77 56-6764 0 0,-10 4 4883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7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4180 0 0,'-28'29'4551'0'0,"23"-25"-3675"0"0,0 1-1 0 0,0-1 0 0 0,1 1 1 0 0,0-1-1 0 0,0 1 1 0 0,0 1-1 0 0,0-1 0 0 0,-4 9 1 0 0,7-10-696 0 0,-1-1 0 0 0,0 1 0 0 0,1 0 1 0 0,0 0-1 0 0,0 1 0 0 0,0-1 0 0 0,0 0 1 0 0,0 0-1 0 0,1 0 0 0 0,0 1 0 0 0,0-1 0 0 0,0 0 1 0 0,1 0-1 0 0,-1 1 0 0 0,1-1 0 0 0,0 0 0 0 0,0 0 1 0 0,1 0-1 0 0,-1 0 0 0 0,1 0 0 0 0,0 0 0 0 0,0-1 1 0 0,0 1-1 0 0,0 0 0 0 0,0-1 0 0 0,1 0 1 0 0,0 1-1 0 0,0-1 0 0 0,5 5 0 0 0,-2-4-121 0 0,1 0 1 0 0,-1 0-1 0 0,0 0 0 0 0,1 0 0 0 0,0-1 1 0 0,0 0-1 0 0,0-1 0 0 0,0 0 0 0 0,0 0 0 0 0,1 0 1 0 0,-1-1-1 0 0,0 0 0 0 0,1 0 0 0 0,-1-1 1 0 0,1 0-1 0 0,10-1 0 0 0,0-2-62 0 0,0 0 0 0 0,0-2 0 0 0,-1 1 1 0 0,25-12-1 0 0,-34 13-215 0 0,0-1 0 0 0,-1 0 0 0 0,0 0 0 0 0,0 0 0 0 0,0-1 0 0 0,-1 0 0 0 0,1 0 0 0 0,-1-1 0 0 0,0 0 0 0 0,-1 0 1 0 0,9-12-1 0 0,-14 17 207 0 0,0 0 1 0 0,0 0 0 0 0,0 0 0 0 0,0-1 0 0 0,0 1-1 0 0,0 0 1 0 0,0 0 0 0 0,0 0 0 0 0,-1 0 0 0 0,1 0-1 0 0,0 0 1 0 0,-1 0 0 0 0,1 0 0 0 0,-1 0 0 0 0,1 0-1 0 0,-1 0 1 0 0,0 0 0 0 0,1 0 0 0 0,-1 0-1 0 0,0 0 1 0 0,0 0 0 0 0,0 1 0 0 0,1-1 0 0 0,-1 0-1 0 0,0 1 1 0 0,0-1 0 0 0,0 1 0 0 0,0-1 0 0 0,0 1-1 0 0,0-1 1 0 0,-1 0 0 0 0,-7 1-25 0 0,0 1 1 0 0,0-1 0 0 0,1 1-1 0 0,-1 1 1 0 0,0 0-1 0 0,1 0 1 0 0,-1 0-1 0 0,1 1 1 0 0,0 1-1 0 0,0-1 1 0 0,0 1-1 0 0,0 0 1 0 0,1 1-1 0 0,-10 8 1 0 0,-41 36-2558 0 0,7 4-4339 0 0,34-35 2972 0 0,-2 0-2091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8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18 116 4472 0 0,'-3'1'3174'0'0,"-11"3"7828"0"0,64-13-9980 0 0,93-31 1 0 0,-18-5-7009 0 0,-87 27-3295 0 0,-26 10 3873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4300 0 0,'0'0'4203'0'0,"18"-6"-2575"0"0,24-10-399 0 0,53-12 0 0 0,-82 25-1104 0 0,0 0 0 0 0,0 1 0 0 0,0 1 0 0 0,0 0 1 0 0,0 1-1 0 0,0 0 0 0 0,0 1 0 0 0,26 5 0 0 0,-36-5-28 0 0,0 0-1 0 0,0 0 1 0 0,0 0 0 0 0,-1 0-1 0 0,1 1 1 0 0,0-1-1 0 0,0 1 1 0 0,-1 0-1 0 0,1 0 1 0 0,-1 0-1 0 0,0 0 1 0 0,1 0-1 0 0,-1 0 1 0 0,0 1-1 0 0,0-1 1 0 0,0 1-1 0 0,-1 0 1 0 0,1-1-1 0 0,-1 1 1 0 0,1 0 0 0 0,-1 0-1 0 0,0 0 1 0 0,0 0-1 0 0,0 0 1 0 0,-1 0-1 0 0,1 0 1 0 0,-1 0-1 0 0,1 0 1 0 0,-1 1-1 0 0,0 3 1 0 0,-1 12 687 0 0,-1 0 1 0 0,0 0-1 0 0,-2 0 1 0 0,-6 21-1 0 0,-2 15 704 0 0,11-44-1244 0 0,0 1 1 0 0,1-1-1 0 0,0 1 0 0 0,1-1 1 0 0,0 1-1 0 0,1-1 0 0 0,3 16 1 0 0,-4-25-292 0 0,0 0-1 0 0,-1 0 1 0 0,1 0 0 0 0,0 0 0 0 0,0 0 0 0 0,0 0 0 0 0,0 0 0 0 0,1-1-1 0 0,-1 1 1 0 0,0 0 0 0 0,1-1 0 0 0,-1 1 0 0 0,1-1 0 0 0,0 1 0 0 0,0-1-1 0 0,-1 0 1 0 0,1 1 0 0 0,3 0 0 0 0,-2-1-170 0 0,-1-1 1 0 0,1 0-1 0 0,-1 0 0 0 0,1 0 1 0 0,0 0-1 0 0,-1 0 0 0 0,1 0 1 0 0,-1-1-1 0 0,1 1 0 0 0,-1-1 1 0 0,1 0-1 0 0,-1 0 0 0 0,1 0 1 0 0,-1 0-1 0 0,0 0 1 0 0,1 0-1 0 0,-1-1 0 0 0,0 1 1 0 0,0-1-1 0 0,2-1 0 0 0,21-20-4651 0 0,-14 6-2250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2204 0 0,'0'0'670'0'0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18:39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13 130 2880 0 0,'-12'9'12837'0'0,"27"-14"-10097"0"0,28-14-2936 0 0,-8-3 1083 0 0,5-1 28 0 0,58-46 0 0 0,-97 68-1418 0 0,-14 27-6851 0 0,-17 13-966 0 0,19-26 3533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0:44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144 268 290 0 0,'0'0'1134'0'0,"3"-38"-1220"0"0,-17 31-1478 0 0,13 7 1989 0 0,0-1 2 0 0,-1 0-1 0 0,1 0 1 0 0,-1 0-1 0 0,1 1 1 0 0,-1-1-1 0 0,1 1 1 0 0,-1-1 0 0 0,1 1-1 0 0,-1 0 1 0 0,1-1-1 0 0,-1 1 1 0 0,1 0-1 0 0,-1 0 1 0 0,0 0-1 0 0,1 0 1 0 0,-1 0 0 0 0,1 1-1 0 0,-1-1 1 0 0,1 0-1 0 0,-1 1 1 0 0,-1 0-1 0 0,1 0 527 0 0,12 12-596 0 0,-10-12-359 0 0,0 0 0 0 0,1-1-1 0 0,-1 1 1 0 0,1-1 0 0 0,-1 1-1 0 0,1 0 1 0 0,-1-1 0 0 0,1 1 0 0 0,0-1-1 0 0,-1 1 1 0 0,1-1 0 0 0,-1 1-1 0 0,1-1 1 0 0,0 0 0 0 0,0 1-1 0 0,-1-1 1 0 0,1 0 0 0 0,0 1-1 0 0,0-1 1 0 0,-1 0 0 0 0,1 0 0 0 0,0 0-1 0 0,0 0 1 0 0,-1 0 0 0 0,1 0-1 0 0,1 0 1 0 0,0 0 93 0 0,7-7 215 0 0,-8 7-209 0 0,1-1 1 0 0,-1 0-1 0 0,1 0 0 0 0,-1 0 1 0 0,1 0-1 0 0,-1 0 1 0 0,0 0-1 0 0,1 0 0 0 0,-1-1 1 0 0,0 1-1 0 0,0 0 1 0 0,0-1-1 0 0,0 1 0 0 0,0 0 1 0 0,0-1-1 0 0,-1 1 1 0 0,2-3-1 0 0,-2 3-75 0 0,0 0 1 0 0,0 0-1 0 0,0 0 0 0 0,0 0 0 0 0,0-1 1 0 0,0 1-1 0 0,0 0 0 0 0,-1 0 0 0 0,1 0 0 0 0,0 0 1 0 0,-1 0-1 0 0,1 0 0 0 0,0-1 0 0 0,-1 1 1 0 0,0 0-1 0 0,1 0 0 0 0,-1 0 0 0 0,1 1 1 0 0,-1-1-1 0 0,0 0 0 0 0,0 0 0 0 0,0 0 1 0 0,1 0-1 0 0,-1 1 0 0 0,0-1 0 0 0,0 0 1 0 0,-2 0-1 0 0,1 0 64 0 0,0 1 0 0 0,0 0 1 0 0,0 0-1 0 0,0-1 0 0 0,0 1 1 0 0,0 1-1 0 0,-1-1 0 0 0,1 0 1 0 0,0 0-1 0 0,0 1 0 0 0,0-1 1 0 0,0 1-1 0 0,-3 1 0 0 0,-2 1 151 0 0,0 0 0 0 0,0 1 1 0 0,1 0-1 0 0,0 0 0 0 0,0 0 0 0 0,0 1 0 0 0,-9 9 0 0 0,14-13-2 0 0,-4 17-188 0 0,5-18-46 0 0,0 1 1 0 0,0-1-1 0 0,-1 0 1 0 0,1 1-1 0 0,0-1 1 0 0,0 1-1 0 0,0-1 1 0 0,0 0-1 0 0,0 1 1 0 0,0-1-1 0 0,0 1 1 0 0,0-1-1 0 0,0 1 1 0 0,0-1-1 0 0,0 0 1 0 0,0 1-1 0 0,0-1 1 0 0,0 1-1 0 0,0-1 1 0 0,1 0-1 0 0,-1 1 1 0 0,0-1-1 0 0,0 1 1 0 0,0-1-1 0 0,1 0 1 0 0,-1 1 0 0 0,0-1-1 0 0,1 0 1 0 0,-1 1-1 0 0,0-1 1 0 0,0 0-1 0 0,1 0 1 0 0,-1 1-1 0 0,0-1 1 0 0,1 0-1 0 0,-1 0 1 0 0,1 0-1 0 0,-1 1 1 0 0,0-1-1 0 0,1 0 1 0 0,-1 0-1 0 0,1 0 1 0 0,-1 0-1 0 0,0 0 1 0 0,1 0-1 0 0,-1 0 1 0 0,1 0-1 0 0,-1 0 1 0 0,1 0-1 0 0,-1 0 1 0 0,0 0-1 0 0,1 0 1 0 0,0 0-1 0 0,3-2 13 0 0,0 1 0 0 0,0-1 0 0 0,0 0-1 0 0,0 0 1 0 0,0-1 0 0 0,-1 1 0 0 0,1-1-1 0 0,-1 0 1 0 0,1 0 0 0 0,-1 0 0 0 0,0 0 0 0 0,0 0-1 0 0,0-1 1 0 0,-1 0 0 0 0,1 1 0 0 0,2-8 0 0 0,16-18-202 0 0,-14 4 411 0 0,-7 25-220 0 0,1-1 0 0 0,-1 0 0 0 0,1 1 0 0 0,0-1 1 0 0,-1 1-1 0 0,1-1 0 0 0,-1 0 0 0 0,0 1 0 0 0,1-1 0 0 0,-1 0 0 0 0,0 0 0 0 0,1 1 0 0 0,-1-1 0 0 0,0 0 0 0 0,0 0 0 0 0,0 0 0 0 0,1 1 0 0 0,-1-1 0 0 0,0 0 1 0 0,0 0-1 0 0,0 0 0 0 0,-1 0 0 0 0,1 1 0 0 0,0-1 0 0 0,0 0 0 0 0,0 0 0 0 0,0 1 0 0 0,-1-1 0 0 0,1 0 0 0 0,0 0 0 0 0,-1 1 0 0 0,1-1 0 0 0,-1 0 0 0 0,1 0 1 0 0,-1 1-1 0 0,1-1 0 0 0,-1 1 0 0 0,1-1 0 0 0,-1 1 0 0 0,1-1 0 0 0,-1 0 0 0 0,0 1 0 0 0,1 0 0 0 0,-1-1 0 0 0,0 1 0 0 0,0-1 0 0 0,1 1 0 0 0,-1 0 0 0 0,0 0 1 0 0,-1-1-1 0 0,-1 1 24 0 0,0-1 0 0 0,0 1 0 0 0,0 0 0 0 0,0 0 0 0 0,0 0 1 0 0,0 1-1 0 0,0-1 0 0 0,1 1 0 0 0,-1 0 0 0 0,0-1 0 0 0,-4 3 1 0 0,-2 2 221 0 0,1 0 1 0 0,0 0-1 0 0,1 1 1 0 0,-1 0-1 0 0,1 0 1 0 0,0 1 0 0 0,1 0-1 0 0,-1 0 1 0 0,1 1-1 0 0,1 0 1 0 0,0 0-1 0 0,-5 10 1 0 0,9-17-1 0 0,1 0-243 0 0,0 0 1 0 0,0 0-1 0 0,-1 0 0 0 0,2 0 1 0 0,-1 0-1 0 0,0 0 1 0 0,0 0-1 0 0,0 0 0 0 0,0 0 1 0 0,0 0-1 0 0,1 0 0 0 0,-1 0 1 0 0,1 0-1 0 0,-1 0 0 0 0,0 0 1 0 0,1 0-1 0 0,-1 0 1 0 0,1-1-1 0 0,0 1 0 0 0,-1 0 1 0 0,1 0-1 0 0,0-1 0 0 0,0 1 1 0 0,-1 0-1 0 0,1-1 0 0 0,0 1 1 0 0,0-1-1 0 0,1 2 1 0 0,0-2 3 0 0,0 0 1 0 0,0 1-1 0 0,0-1 0 0 0,1 0 1 0 0,-1 0-1 0 0,0-1 1 0 0,0 1-1 0 0,0 0 1 0 0,0-1-1 0 0,0 1 1 0 0,0-1-1 0 0,0 0 1 0 0,2 0-1 0 0,5-4 3 0 0,0 1 0 0 0,-1-1 0 0 0,1 0 0 0 0,12-12 0 0 0,-3-1 49 0 0,0-2-1 0 0,19-30 0 0 0,-33 46-43 0 0,-3 1 21 0 0,1 1-1 0 0,-1 0 1 0 0,0 0-1 0 0,0-1 1 0 0,0 1-1 0 0,0-1 1 0 0,-1 1-1 0 0,1-1 1 0 0,-1 1-1 0 0,1-1 1 0 0,-1 0 0 0 0,0 1-1 0 0,0-1 1 0 0,0 1-1 0 0,0-1 1 0 0,-1 0-1 0 0,1 1 1 0 0,-1-1-1 0 0,1 1 1 0 0,-1-1-1 0 0,0 1 1 0 0,0-1-1 0 0,0 1 1 0 0,0 0 0 0 0,0-1-1 0 0,-1 1 1 0 0,1 0-1 0 0,-3-2 1 0 0,3 3-35 0 0,0 0 1 0 0,0 0 0 0 0,0 1-1 0 0,-1-1 1 0 0,1 1 0 0 0,0-1-1 0 0,0 1 1 0 0,-1-1 0 0 0,1 1-1 0 0,0 0 1 0 0,-1-1 0 0 0,1 1-1 0 0,-1 0 1 0 0,1 0 0 0 0,0 0-1 0 0,-1 0 1 0 0,1 0 0 0 0,0 1-1 0 0,-1-1 1 0 0,1 0 0 0 0,0 0-1 0 0,-1 1 1 0 0,-1 0 0 0 0,-31 13 52 0 0,30-12-38 0 0,-4 2 27 0 0,1-1 1 0 0,-1 2 0 0 0,1-1 0 0 0,0 1-1 0 0,0 0 1 0 0,1 1 0 0 0,0-1-1 0 0,-10 12 1 0 0,15-15-42 0 0,1-1-1 0 0,-1 1 1 0 0,0-1-1 0 0,1 1 1 0 0,-1 0-1 0 0,1-1 1 0 0,0 1-1 0 0,0 0 1 0 0,-1-1-1 0 0,1 1 1 0 0,0 0-1 0 0,0-1 1 0 0,0 1-1 0 0,1 0 1 0 0,-1-1-1 0 0,0 1 1 0 0,1 0-1 0 0,-1-1 1 0 0,1 1-1 0 0,-1-1 1 0 0,1 1-1 0 0,0 0 1 0 0,0-1-1 0 0,0 0 1 0 0,0 1-1 0 0,0-1 1 0 0,0 1-1 0 0,0-1 1 0 0,0 0-1 0 0,0 0 1 0 0,1 0-1 0 0,-1 0 1 0 0,0 0 0 0 0,4 2-1 0 0,-4-2 13 0 0,27-8 62 0 0,-19 2-86 0 0,1 0 1 0 0,-1 0 0 0 0,0-1-1 0 0,-1 0 1 0 0,1-1 0 0 0,-1 0-1 0 0,-1 0 1 0 0,1-1 0 0 0,-1 0-1 0 0,-1 0 1 0 0,1 0-1 0 0,-1-1 1 0 0,5-10 0 0 0,-10 17 37 0 0,-8-12 50 0 0,7 13-77 0 0,0 0 0 0 0,0 0 0 0 0,-1-1 0 0 0,1 1-1 0 0,0 0 1 0 0,-1 0 0 0 0,1 0 0 0 0,0-1 0 0 0,-1 1 0 0 0,0 0 0 0 0,1 0 0 0 0,-1 0 0 0 0,0 0 0 0 0,1 0 0 0 0,-1 0 0 0 0,0 0-1 0 0,0 0 1 0 0,0 0 0 0 0,0 0 0 0 0,0 1 0 0 0,-1-2 0 0 0,-3 0 13 0 0,0 0 1 0 0,0 1-1 0 0,0 0 0 0 0,0 0 0 0 0,-1 0 1 0 0,1 0-1 0 0,0 1 0 0 0,-1 0 0 0 0,1 0 1 0 0,0 0-1 0 0,-1 1 0 0 0,1-1 0 0 0,0 1 1 0 0,0 1-1 0 0,0-1 0 0 0,-1 1 0 0 0,1 0 1 0 0,1 0-1 0 0,-1 0 0 0 0,0 1 1 0 0,1 0-1 0 0,-1 0 0 0 0,1 0 0 0 0,0 0 1 0 0,0 1-1 0 0,0-1 0 0 0,0 1 0 0 0,1 0 1 0 0,-1 0-1 0 0,-4 9 0 0 0,6-11-7 0 0,0 0 0 0 0,1 1 1 0 0,0-1-1 0 0,-1 1 0 0 0,1-1 0 0 0,0 1 1 0 0,0-1-1 0 0,0 1 0 0 0,1 0 0 0 0,-1 0 0 0 0,1-1 1 0 0,-1 1-1 0 0,1 0 0 0 0,0 0 0 0 0,0 0 0 0 0,0-1 1 0 0,1 1-1 0 0,-1 0 0 0 0,1 0 0 0 0,-1-1 0 0 0,1 1 1 0 0,0 0-1 0 0,0-1 0 0 0,0 1 0 0 0,0 0 0 0 0,1-1 1 0 0,-1 0-1 0 0,1 1 0 0 0,-1-1 0 0 0,1 0 0 0 0,0 0 1 0 0,0 0-1 0 0,0 0 0 0 0,0 0 0 0 0,0 0 0 0 0,0 0 1 0 0,1-1-1 0 0,-1 1 0 0 0,0-1 0 0 0,1 0 0 0 0,0 1 1 0 0,-1-1-1 0 0,1-1 0 0 0,-1 1 0 0 0,1 0 0 0 0,0 0 1 0 0,0-1-1 0 0,0 0 0 0 0,-1 1 0 0 0,1-1 0 0 0,0 0 1 0 0,0-1-1 0 0,0 1 0 0 0,-1 0 0 0 0,1-1 0 0 0,0 1 1 0 0,0-1-1 0 0,-1 0 0 0 0,1 0 0 0 0,-1 0 0 0 0,1 0 1 0 0,-1-1-1 0 0,4-2 0 0 0,7-4-63 0 0,-1-1 0 0 0,0 0 1 0 0,-1-1-1 0 0,0-1 0 0 0,14-15 0 0 0,-24 25 86 0 0,-1 0-24 0 0,1 0 1 0 0,-1-1-1 0 0,0 1 1 0 0,1 0-1 0 0,-1 0 0 0 0,0 0 1 0 0,0 0-1 0 0,0 0 0 0 0,0 0 1 0 0,0 0-1 0 0,0 0 0 0 0,0 0 1 0 0,0 0-1 0 0,0-1 1 0 0,-1 1-1 0 0,1 0 0 0 0,0 0 1 0 0,-1 0-1 0 0,1 0 0 0 0,-1 0 1 0 0,1 0-1 0 0,-1 0 0 0 0,1 0 1 0 0,-1 0-1 0 0,0 1 1 0 0,1-1-1 0 0,-1 0 0 0 0,-1-1 1 0 0,0 1 6 0 0,0 0 1 0 0,0 1 0 0 0,-1-1 0 0 0,1 1 0 0 0,0-1 0 0 0,0 1-1 0 0,0 0 1 0 0,0-1 0 0 0,-1 1 0 0 0,1 1 0 0 0,0-1-1 0 0,0 0 1 0 0,-3 1 0 0 0,-8 2 101 0 0,1 0 0 0 0,1 1 0 0 0,-22 9 0 0 0,31-12-130 0 0,0 0 0 0 0,1 0 0 0 0,-1 0 0 0 0,0 1 0 0 0,1-1 0 0 0,-1 0 0 0 0,1 1 0 0 0,-1-1 0 0 0,1 1 0 0 0,-1-1 0 0 0,1 1 0 0 0,0 0 0 0 0,0-1 0 0 0,0 1 0 0 0,0 0 0 0 0,0 0 0 0 0,0 0 0 0 0,0 0 0 0 0,1 0 0 0 0,-1 0 0 0 0,1 0 0 0 0,0 0 0 0 0,-1 0 0 0 0,1 0 0 0 0,0 0 0 0 0,0 0 0 0 0,0 0 0 0 0,0 0 0 0 0,1 0 0 0 0,-1 0 0 0 0,0 0 0 0 0,1 0 0 0 0,0 0 0 0 0,-1 0 0 0 0,1 0 0 0 0,0 0 0 0 0,0 0 0 0 0,0-1 0 0 0,0 1 0 0 0,0 0 0 0 0,0-1 0 0 0,1 1 0 0 0,-1-1 0 0 0,1 1 0 0 0,-1-1 0 0 0,1 1 0 0 0,-1-1 0 0 0,1 0 0 0 0,0 0 0 0 0,2 1 0 0 0,-2-1-21 0 0,0 0-1 0 0,0 0 0 0 0,0-1 1 0 0,1 1-1 0 0,-1-1 1 0 0,0 1-1 0 0,0-1 1 0 0,0 0-1 0 0,1 0 1 0 0,-1 0-1 0 0,0 0 1 0 0,0-1-1 0 0,1 1 1 0 0,-1 0-1 0 0,0-1 0 0 0,0 0 1 0 0,0 1-1 0 0,0-1 1 0 0,3-2-1 0 0,35-19-383 0 0,-38 20 450 0 0,1 1 0 0 0,-1 0-1 0 0,-1 0 1 0 0,1-1 0 0 0,0 1-1 0 0,0-1 1 0 0,0 0 0 0 0,-1 1 0 0 0,1-1-1 0 0,-1 0 1 0 0,1 0 0 0 0,-1 0 0 0 0,0 0-1 0 0,0 0 1 0 0,0 0 0 0 0,0 0 0 0 0,0-1-1 0 0,0 1 1 0 0,0 0 0 0 0,-1-1-1 0 0,0 1 1 0 0,1 0 0 0 0,-1-1 0 0 0,0 1-1 0 0,0 0 1 0 0,0-1 0 0 0,0 1 0 0 0,0-1-1 0 0,-1 1 1 0 0,1 0 0 0 0,-1-1-1 0 0,0 1 1 0 0,1 0 0 0 0,-1 0 0 0 0,-1-3-1 0 0,1 4 88 0 0,-12 2-153 0 0,12-2 22 0 0,0 1 1 0 0,0 0-1 0 0,0 0 1 0 0,0 0-1 0 0,0 0 1 0 0,0 0-1 0 0,1 0 1 0 0,-1 0-1 0 0,0 0 1 0 0,0 0-1 0 0,0 0 1 0 0,0 0-1 0 0,0 0 1 0 0,0 1-1 0 0,0-1 1 0 0,1 0-1 0 0,-1 1 1 0 0,-2 0-1 0 0,1 2-884 0 0,-2 3 3220 0 0,2-2-4190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21:0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86 3878 0 0,'0'0'5008'0'0,"20"-17"-2149"0"0,-20 17-2638 0 0,1-1 0 0 0,0 0 0 0 0,-1 0 0 0 0,1 0 0 0 0,-1 0-1 0 0,1 0 1 0 0,-1-1 0 0 0,0 1 0 0 0,1 0 0 0 0,-1 0 0 0 0,0 0 0 0 0,0 0 0 0 0,0 0 0 0 0,0 0 0 0 0,0-1 0 0 0,0 1 0 0 0,0 0 0 0 0,0 0 0 0 0,0-1 0 0 0,-2-10 393 0 0,2 10 1039 0 0,-20 1 944 0 0,18 0-2408 0 0,-1 1 0 0 0,0-1 0 0 0,0 1-1 0 0,0 0 1 0 0,0 0 0 0 0,0 0 0 0 0,0 0-1 0 0,0 0 1 0 0,1 1 0 0 0,-1-1 0 0 0,0 1-1 0 0,0 0 1 0 0,0 0 0 0 0,1 0 0 0 0,-1 0-1 0 0,0 0 1 0 0,1 0 0 0 0,-1 1 0 0 0,1 0 0 0 0,0-1-1 0 0,-3 3 1 0 0,-3 6 242 0 0,0 0 1 0 0,0 1-1 0 0,1 0 0 0 0,0 0 1 0 0,-5 14-1 0 0,10-22-437 0 0,0 0 0 0 0,1 0 1 0 0,-1 0-1 0 0,1 0 0 0 0,0 1 1 0 0,0-1-1 0 0,0 0 0 0 0,1 0 0 0 0,-1 1 1 0 0,1-1-1 0 0,0 1 0 0 0,0-1 1 0 0,0 0-1 0 0,0 1 0 0 0,0-1 1 0 0,1 0-1 0 0,-1 1 0 0 0,1-1 0 0 0,0 0 1 0 0,0 0-1 0 0,0 0 0 0 0,1 1 1 0 0,-1-1-1 0 0,4 5 0 0 0,-2-8-44 0 0,-1 0-1 0 0,0 0 1 0 0,1 0-1 0 0,-1 0 1 0 0,1-1-1 0 0,-1 1 1 0 0,0-1-1 0 0,1 1 1 0 0,-1-1-1 0 0,0 0 1 0 0,0 0-1 0 0,0 0 1 0 0,1 0-1 0 0,-1 0 1 0 0,0 0-1 0 0,0-1 1 0 0,-1 1-1 0 0,3-3 1 0 0,5-5-70 0 0,-1-1 0 0 0,-1 0 1 0 0,0 0-1 0 0,0-1 0 0 0,-1 0 0 0 0,0 0 1 0 0,-1-1-1 0 0,0 1 0 0 0,5-22 0 0 0,-9 30 160 0 0,-1-1 1 0 0,1 1-1 0 0,-1 0 0 0 0,0-1 0 0 0,0 1 0 0 0,0 0 0 0 0,0-1 0 0 0,-1 1 0 0 0,1 0 0 0 0,-1-1 0 0 0,0 1 0 0 0,0 0 0 0 0,0 0 0 0 0,0 0 0 0 0,-1 0 0 0 0,1 0 0 0 0,-4-4 0 0 0,4 5 283 0 0,-1 1-266 0 0,-1 1 0 0 0,1-1-1 0 0,-1 1 1 0 0,1-1 0 0 0,-1 1 0 0 0,0 0 0 0 0,1 0 0 0 0,-1 0 0 0 0,1 0 0 0 0,-1 1 0 0 0,1-1 0 0 0,-1 1-1 0 0,1 0 1 0 0,-4 1 0 0 0,-6 4 3 0 0,1 0 0 0 0,0 1 0 0 0,0 0 0 0 0,1 1 0 0 0,0 0 0 0 0,0 1 0 0 0,1 0 0 0 0,0 1 0 0 0,1 0 0 0 0,0 0 0 0 0,0 0 0 0 0,1 1 0 0 0,1 0-1 0 0,0 1 1 0 0,0 0 0 0 0,1 0 0 0 0,1 0 0 0 0,-4 15 0 0 0,7-26-66 0 0,0 1 1 0 0,1 0-1 0 0,-1-1 0 0 0,1 1 0 0 0,0 0 0 0 0,-1-1 1 0 0,1 1-1 0 0,0 0 0 0 0,0 0 0 0 0,0-1 0 0 0,0 1 1 0 0,0 0-1 0 0,1-1 0 0 0,-1 1 0 0 0,0 0 0 0 0,1-1 1 0 0,-1 1-1 0 0,1 0 0 0 0,0-1 0 0 0,0 1 0 0 0,-1-1 1 0 0,1 1-1 0 0,0-1 0 0 0,0 1 0 0 0,0-1 0 0 0,0 0 1 0 0,1 0-1 0 0,-1 1 0 0 0,0-1 0 0 0,1 0 0 0 0,-1 0 1 0 0,0 0-1 0 0,1 0 0 0 0,-1-1 0 0 0,1 1 0 0 0,0 0 1 0 0,-1 0-1 0 0,1-1 0 0 0,-1 1 0 0 0,1-1 0 0 0,0 0 1 0 0,-1 1-1 0 0,1-1 0 0 0,0 0 0 0 0,2 0 0 0 0,3 0-17 0 0,1 0-1 0 0,-1-1 0 0 0,1 1 0 0 0,-1-1 0 0 0,1-1 0 0 0,-1 0 0 0 0,0 0 0 0 0,12-4 1 0 0,-8 0 4 0 0,-1 0 0 0 0,0-1 1 0 0,1 0-1 0 0,-2-1 1 0 0,18-16-1 0 0,-22 19 0 0 0,0-1-1 0 0,0 1 0 0 0,-1-1 0 0 0,0 0 0 0 0,0 0 0 0 0,0 0 0 0 0,0-1 0 0 0,-1 1 0 0 0,0-1 0 0 0,3-13 0 0 0,-5 19 27 0 0,-1 0 0 0 0,1-1-1 0 0,-1 1 1 0 0,0 0 0 0 0,0 0-1 0 0,1 0 1 0 0,-1 0 0 0 0,0 0-1 0 0,0-1 1 0 0,0 1 0 0 0,0 0-1 0 0,-1 0 1 0 0,1 0 0 0 0,0-1-1 0 0,0 1 1 0 0,-1 0 0 0 0,1 0-1 0 0,-1 0 1 0 0,1 0 0 0 0,-1 0 0 0 0,1 0-1 0 0,-1 0 1 0 0,1 0 0 0 0,-1 0-1 0 0,0 0 1 0 0,0 0 0 0 0,0 0-1 0 0,1 1 1 0 0,-1-1 0 0 0,-2-1-1 0 0,1 2 2 0 0,0-1 0 0 0,0 1-1 0 0,-1 0 1 0 0,1 0-1 0 0,0 0 1 0 0,-1 0 0 0 0,1 0-1 0 0,0 0 1 0 0,-1 1 0 0 0,1-1-1 0 0,0 1 1 0 0,0-1-1 0 0,0 1 1 0 0,-3 1 0 0 0,-7 4 49 0 0,0-1 1 0 0,1 2 0 0 0,-1 0 0 0 0,-12 10 0 0 0,16-10-16 0 0,-3 2 14 0 0,1 0 0 0 0,0 1 1 0 0,-14 17-1 0 0,22-25-57 0 0,0 1-1 0 0,0 0 1 0 0,0 0-1 0 0,1 0 0 0 0,-1 0 1 0 0,1 0-1 0 0,0 0 1 0 0,0 0-1 0 0,0 1 1 0 0,0-1-1 0 0,0 0 0 0 0,1 1 1 0 0,0-1-1 0 0,-1 0 1 0 0,1 1-1 0 0,1-1 1 0 0,-1 0-1 0 0,0 1 0 0 0,1-1 1 0 0,1 4-1 0 0,-2-5-7 0 0,1-1 1 0 0,0 1-1 0 0,0-1 0 0 0,0 1 1 0 0,0-1-1 0 0,0 1 0 0 0,0-1 0 0 0,0 0 1 0 0,1 0-1 0 0,-1 0 0 0 0,0 1 1 0 0,1-1-1 0 0,-1 0 0 0 0,1-1 0 0 0,-1 1 1 0 0,1 0-1 0 0,0 0 0 0 0,-1-1 0 0 0,1 1 1 0 0,0-1-1 0 0,-1 1 0 0 0,1-1 1 0 0,0 0-1 0 0,-1 1 0 0 0,1-1 0 0 0,0 0 1 0 0,0 0-1 0 0,-1 0 0 0 0,1-1 0 0 0,0 1 1 0 0,0 0-1 0 0,-1-1 0 0 0,1 1 1 0 0,0-1-1 0 0,-1 1 0 0 0,3-2 0 0 0,6-1-4 0 0,-1-1-1 0 0,1 0 1 0 0,-1 0-1 0 0,16-11 1 0 0,-16 8 8 0 0,-1 1 1 0 0,0-1-1 0 0,-1 0 1 0 0,1-1-1 0 0,-1 0 1 0 0,-1 0-1 0 0,1 0 1 0 0,-1-1 0 0 0,-1 0-1 0 0,0 0 1 0 0,6-14-1 0 0,-10 22 16 0 0,-1 0 0 0 0,0 0 0 0 0,1 0 0 0 0,-1 0 0 0 0,0 0 0 0 0,0-1 0 0 0,0 1 0 0 0,1 0-1 0 0,-1 0 1 0 0,0 0 0 0 0,0 0 0 0 0,-1 0 0 0 0,1 0 0 0 0,0 0 0 0 0,0 0 0 0 0,0 0 0 0 0,-1 0 0 0 0,1 0 0 0 0,-1 0 0 0 0,1 0 0 0 0,-1 0-1 0 0,1 0 1 0 0,-1 0 0 0 0,1 0 0 0 0,-1 0 0 0 0,0 1 0 0 0,1-1 0 0 0,-1 0 0 0 0,0 0 0 0 0,0 1 0 0 0,0-1 0 0 0,0 0 0 0 0,1 1 0 0 0,-1-1-1 0 0,0 1 1 0 0,0-1 0 0 0,0 1 0 0 0,0 0 0 0 0,0-1 0 0 0,0 1 0 0 0,-2 0 0 0 0,0-1 38 0 0,-1 0 0 0 0,0 0 0 0 0,1 1 0 0 0,-1-1 0 0 0,0 1 0 0 0,0 0-1 0 0,1 0 1 0 0,-1 0 0 0 0,0 1 0 0 0,-7 1 0 0 0,2 2 38 0 0,0 0 1 0 0,-1 1-1 0 0,2 1 0 0 0,-1-1 0 0 0,1 1 1 0 0,-1 0-1 0 0,2 1 0 0 0,-1 0 0 0 0,1 1 1 0 0,0-1-1 0 0,0 1 0 0 0,1 0 0 0 0,0 1 0 0 0,1 0 1 0 0,-7 14-1 0 0,10-20-113 0 0,0 2-1 0 0,0-1 1 0 0,0 0 0 0 0,1 0 0 0 0,0 0 0 0 0,0 1-1 0 0,0-1 1 0 0,0 1 0 0 0,1-1 0 0 0,-1 1-1 0 0,1-1 1 0 0,0 1 0 0 0,0-1 0 0 0,1 1 0 0 0,0-1-1 0 0,0 1 1 0 0,0-1 0 0 0,0 0 0 0 0,0 1-1 0 0,1-1 1 0 0,0 0 0 0 0,0 0 0 0 0,4 6 0 0 0,-4-9-14 0 0,0-1 1 0 0,0 0-1 0 0,0-1 0 0 0,0 1 1 0 0,0 0-1 0 0,0-1 1 0 0,0 1-1 0 0,0-1 1 0 0,0 1-1 0 0,0-1 1 0 0,0 0-1 0 0,0 0 1 0 0,0 0-1 0 0,0 0 1 0 0,-1 0-1 0 0,1 0 1 0 0,2-3-1 0 0,6-4-38 0 0,0 0 0 0 0,-1 0 0 0 0,0-1 0 0 0,-1-1-1 0 0,0 1 1 0 0,0-1 0 0 0,-1-1 0 0 0,0 1 0 0 0,-1-1 0 0 0,7-17 0 0 0,-12 26 79 0 0,0 1 0 0 0,-1-1 0 0 0,1 1 1 0 0,0-1-1 0 0,-1 0 0 0 0,1 0 0 0 0,-1 1 1 0 0,0-1-1 0 0,1 0 0 0 0,-1 0 1 0 0,0 1-1 0 0,0-1 0 0 0,0 0 0 0 0,0 0 1 0 0,-1 0-1 0 0,1 1 0 0 0,0-1 1 0 0,-1 0-1 0 0,1 0 0 0 0,-2-2 0 0 0,0-1 26 0 0,2 4-17 0 0,0 0-1 0 0,0 1 1 0 0,0-1 0 0 0,0 0 0 0 0,0 0-1 0 0,-1 0 1 0 0,1 0 0 0 0,0 0-1 0 0,0 1 1 0 0,-1-1 0 0 0,1 0 0 0 0,-1 0-1 0 0,1 0 1 0 0,-1 1 0 0 0,1-1 0 0 0,-1 0-1 0 0,1 1 1 0 0,-1-1 0 0 0,0 0-1 0 0,1 1 1 0 0,-1-1 0 0 0,0 1 0 0 0,0-1-1 0 0,1 1 1 0 0,-1-1 0 0 0,0 1 0 0 0,0 0-1 0 0,0-1 1 0 0,0 1 0 0 0,0 0-1 0 0,1 0 1 0 0,-1 0 0 0 0,0-1 0 0 0,0 1-1 0 0,0 0 1 0 0,0 0 0 0 0,0 0 0 0 0,0 0-1 0 0,0 1 1 0 0,1-1 0 0 0,-1 0-1 0 0,-1 1 1 0 0,-3-1 15 0 0,1 1 0 0 0,0 0 1 0 0,0 0-1 0 0,0 0 0 0 0,0 1 0 0 0,0 0 0 0 0,-5 2 0 0 0,-3 4 14 0 0,0 1-1 0 0,0 0 1 0 0,1 1-1 0 0,1 0 1 0 0,-16 20-1 0 0,24-27-68 0 0,1 0-1 0 0,0 0 1 0 0,0 0-1 0 0,1 0 1 0 0,-1 1-1 0 0,1-1 1 0 0,0 0 0 0 0,0 0-1 0 0,0 1 1 0 0,0-1-1 0 0,0 0 1 0 0,2 6-1 0 0,4-9-47 0 0,0-1 0 0 0,1 1 0 0 0,-1-1 0 0 0,0-1 0 0 0,1 1-1 0 0,-1-1 1 0 0,0 0 0 0 0,0 0 0 0 0,0-1 0 0 0,0 1 0 0 0,10-8 0 0 0,-7 4 33 0 0,0-1-1 0 0,0 1 1 0 0,0-2 0 0 0,-1 1 0 0 0,0-1 0 0 0,7-9 0 0 0,-14 15 191 0 0,0 2-128 0 0,-1-1-1 0 0,0 0 0 0 0,0 1 1 0 0,0-1-1 0 0,0 1 0 0 0,0-1 1 0 0,0 1-1 0 0,0-1 1 0 0,0 0-1 0 0,0 1 0 0 0,0-1 1 0 0,0 1-1 0 0,0-1 1 0 0,0 1-1 0 0,0-1 0 0 0,-1 0 1 0 0,1 1-1 0 0,0-1 0 0 0,0 1 1 0 0,-1-1-1 0 0,1 1 1 0 0,0-1-1 0 0,-1 1 0 0 0,1-1 1 0 0,0 1-1 0 0,-1 0 1 0 0,1-1-1 0 0,-1 1 0 0 0,1-1 1 0 0,-1 1-1 0 0,1 0 0 0 0,-1-1 1 0 0,1 1-1 0 0,-1 0 1 0 0,1 0-1 0 0,-1 0 0 0 0,0-1 1 0 0,-27 7 249 0 0,-24 24-120 0 0,51-29-1128 0 0,-25 19 970 0 0,19-14-5911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33:2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22 3248 0 0,'20'-7'10434'0'0,"-18"7"-9517"0"0,-1 0 0 0 0,1 0 0 0 0,0-1 0 0 0,-1 1 0 0 0,1-1 0 0 0,-1 0 0 0 0,1 1 0 0 0,-1-1 0 0 0,1 0 0 0 0,-1 0 0 0 0,1 0 0 0 0,-1 0-1 0 0,0 0 1 0 0,1 0 0 0 0,1-3 0 0 0,-12 19-583 0 0,-1 0 1 0 0,0-1-1 0 0,-1 0 0 0 0,-15 15 0 0 0,15-18-133 0 0,1 0 0 0 0,0 1 0 0 0,0 0-1 0 0,1 1 1 0 0,1 0 0 0 0,0 0 0 0 0,-8 20-1 0 0,15-29-163 0 0,-1 0-1 0 0,1 0 1 0 0,0 0 0 0 0,0 0-1 0 0,0 0 1 0 0,1 0-1 0 0,-1 1 1 0 0,1-1 0 0 0,0 0-1 0 0,1 0 1 0 0,-1 0-1 0 0,0 0 1 0 0,1 0 0 0 0,0 0-1 0 0,0 0 1 0 0,0 0-1 0 0,1 0 1 0 0,-1 0 0 0 0,1 0-1 0 0,0-1 1 0 0,0 1-1 0 0,4 4 1 0 0,-3-5-36 0 0,0 0 0 0 0,0 0-1 0 0,1-1 1 0 0,-1 0 0 0 0,1 1 0 0 0,-1-1 0 0 0,1-1 0 0 0,0 1-1 0 0,0 0 1 0 0,0-1 0 0 0,0 0 0 0 0,0 0 0 0 0,0 0 0 0 0,0-1-1 0 0,0 1 1 0 0,0-1 0 0 0,0 0 0 0 0,1 0 0 0 0,-1 0-1 0 0,0-1 1 0 0,0 1 0 0 0,7-3 0 0 0,24-6-132 0 0,-1-2 0 0 0,0-1-1 0 0,-1-2 1 0 0,-1-1 0 0 0,0-1 0 0 0,-1-2 0 0 0,0-1-1 0 0,-2-2 1 0 0,42-36 0 0 0,-63 49 145 0 0,-1 0 0 0 0,1 0 0 0 0,-1 0 0 0 0,-1-1 0 0 0,6-10 0 0 0,-11 18 6 0 0,0 0-1 0 0,0-1 1 0 0,0 1-1 0 0,0-1 1 0 0,0 1-1 0 0,-1-1 0 0 0,1 1 1 0 0,-1-1-1 0 0,1 1 1 0 0,-1-1-1 0 0,1 1 1 0 0,-1-1-1 0 0,0 0 0 0 0,0 1 1 0 0,0-1-1 0 0,0 0 1 0 0,0 1-1 0 0,0-1 1 0 0,0 0-1 0 0,0 1 1 0 0,-1-1-1 0 0,1 1 0 0 0,-1-1 1 0 0,1 0-1 0 0,-1 1 1 0 0,0-1-1 0 0,1 1 1 0 0,-1 0-1 0 0,0-1 0 0 0,0 1 1 0 0,0-1-1 0 0,0 1 1 0 0,0 0-1 0 0,0 0 1 0 0,-1 0-1 0 0,1 0 1 0 0,0 0-1 0 0,-1 0 0 0 0,1 0 1 0 0,-3-1-1 0 0,-4-1 13 0 0,-1 0 1 0 0,0 1-1 0 0,0 0 0 0 0,0 0 0 0 0,0 1 0 0 0,-1 0 0 0 0,1 1 0 0 0,0 0 1 0 0,0 0-1 0 0,-1 1 0 0 0,1 0 0 0 0,-9 3 0 0 0,-9 2 64 0 0,0 2 1 0 0,-44 18-1 0 0,50-14-96 0 0,20-11-16 0 0,1-1-1 0 0,-1 0 1 0 0,1 1 0 0 0,-1 0 0 0 0,0-1-1 0 0,1 1 1 0 0,-1-1 0 0 0,1 1 0 0 0,0 0-1 0 0,-1-1 1 0 0,1 1 0 0 0,-1 0 0 0 0,1 0-1 0 0,0-1 1 0 0,0 1 0 0 0,-1 0-1 0 0,1 0 1 0 0,0-1 0 0 0,0 1 0 0 0,0 0-1 0 0,0 0 1 0 0,0 0 0 0 0,0-1 0 0 0,0 1-1 0 0,0 0 1 0 0,0 0 0 0 0,0 0 0 0 0,0-1-1 0 0,1 1 1 0 0,-1 0 0 0 0,0 0-1 0 0,1-1 1 0 0,-1 1 0 0 0,0 0 0 0 0,1-1-1 0 0,-1 1 1 0 0,1 0 0 0 0,-1-1 0 0 0,1 1-1 0 0,-1-1 1 0 0,1 1 0 0 0,-1-1 0 0 0,1 1-1 0 0,0-1 1 0 0,-1 1 0 0 0,1-1-1 0 0,0 1 1 0 0,0-1 0 0 0,-1 0 0 0 0,1 1-1 0 0,0-1 1 0 0,0 0 0 0 0,-1 0 0 0 0,2 1-1 0 0,10 0-746 0 0,0-1-1 0 0,0 1 1 0 0,-1-2-1 0 0,1 1 1 0 0,0-2 0 0 0,-1 0-1 0 0,20-5 1 0 0,28-11-5475 0 0,-7-2-5595 0 0,-38 13 4165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33:28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8666 0 0,'18'24'14150'0'0,"-8"7"-7716"0"0,-1 37-5156 0 0,-5-31 95 0 0,-2-23-1178 0 0,-1-1 0 0 0,-1 1 0 0 0,-1 18 0 0 0,0-1-1269 0 0,1-29 353 0 0,5-13-4135 0 0,12-33-936 0 0,8-22-5931 0 0,-13 38 3238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33:29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4820 0 0,'0'0'16723'0'0,"5"22"-12140"0"0,30 138 1286 0 0,-33-150-5969 0 0,1-1 0 0 0,0 0 0 0 0,1 1 0 0 0,0-2 0 0 0,1 1-1 0 0,0 0 1 0 0,0-1 0 0 0,0 0 0 0 0,1 0 0 0 0,0-1 0 0 0,1 1 0 0 0,0-1-1 0 0,13 10 1 0 0,-18-16-586 0 0,1-23-18156 0 0,-3 21 18452 0 0,0 1 1 0 0,0-1-1 0 0,0 0 1 0 0,-1 1-1 0 0,1-1 0 0 0,0 0 1 0 0,-1 1-1 0 0,1-1 0 0 0,0 1 1 0 0,-1-2-1 0 0,-6-8-6367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33:31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93 5394 0 0,'-21'-12'17460'0'0,"14"13"-15786"0"0,0 0 3276 0 0,7 0-4911 0 0,0-1 0 0 0,0 1 0 0 0,0 0 0 0 0,0 0 0 0 0,1 0 0 0 0,-1-1 1 0 0,0 1-1 0 0,1 0 0 0 0,-1 0 0 0 0,0-1 0 0 0,1 1 0 0 0,-1 0 0 0 0,1-1 0 0 0,-1 1 0 0 0,1 0 0 0 0,0-1 0 0 0,-1 1 0 0 0,1-1 0 0 0,-1 1 0 0 0,1-1 0 0 0,0 1 0 0 0,0-1 0 0 0,-1 1 0 0 0,1-1 0 0 0,0 0 0 0 0,0 0 0 0 0,-1 1 0 0 0,1-1 1 0 0,0 0-1 0 0,0 0 0 0 0,0 0 0 0 0,-1 0 0 0 0,1 0 0 0 0,0 0 0 0 0,0 0 0 0 0,0 0 0 0 0,0 0 0 0 0,-1 0 0 0 0,1 0 0 0 0,0 0 0 0 0,0-1 0 0 0,0 1 0 0 0,-1 0 0 0 0,1-1 0 0 0,0 1 0 0 0,0-1 0 0 0,46-17 25 0 0,-40 15 54 0 0,21-10-286 0 0,-1 0 0 0 0,0-2 0 0 0,27-19 0 0 0,-72 34-9844 0 0,12 6 4711 0 0,4 0 3684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33:32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5212 0 0,'-7'-1'-1212'0'0,"-6"2"7578"0"0,18 12 6 0 0,-4-11-5503 0 0,37 17 4964 0 0,-27-15-5421 0 0,1-1 1 0 0,-1 0-1 0 0,0-1 1 0 0,1 0 0 0 0,-1 0-1 0 0,1-1 1 0 0,19-1-1 0 0,25 2 363 0 0,-45-1-661 0 0,0 0-1 0 0,0 1 0 0 0,0 1 1 0 0,0-1-1 0 0,15 7 1 0 0,-24-8-60 0 0,0 0 0 0 0,0 0 0 0 0,0 0-1 0 0,-1 0 1 0 0,1 0 0 0 0,0 1 0 0 0,-1-1 0 0 0,1 0 0 0 0,-1 1 0 0 0,1-1 0 0 0,-1 1 0 0 0,1-1 0 0 0,-1 1 0 0 0,0 0 0 0 0,0 0 0 0 0,0 0 0 0 0,0-1 0 0 0,0 1 0 0 0,-1 0 0 0 0,1 0 0 0 0,0 0-1 0 0,-1 0 1 0 0,0 0 0 0 0,1 0 0 0 0,-1 1 0 0 0,0-1 0 0 0,0 0 0 0 0,0 0 0 0 0,0 0 0 0 0,0 0 0 0 0,-1 0 0 0 0,1 0 0 0 0,-1 0 0 0 0,1 0 0 0 0,-1 0 0 0 0,-2 4 0 0 0,-49 97 1924 0 0,51-102-1899 0 0,15 21-328 0 0,166-63 723 0 0,-177 40-205 0 0,46-6-291 0 0,-47 7-211 0 0,-20-4-14229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33:33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6412 0 0,'13'5'10892'0'0,"-4"6"-3708"0"0,2 21-1096 0 0,-9 43-7118 0 0,-2-58 2892 0 0,-1 21-1510 0 0,0-25-184 0 0,0 0 0 0 0,1 0 0 0 0,1 0-1 0 0,0 0 1 0 0,6 25 0 0 0,-7-37-260 0 0,0 0 1 0 0,0 0-1 0 0,0 0 0 0 0,0 0 1 0 0,1 0-1 0 0,-1 0 0 0 0,0-1 1 0 0,0 1-1 0 0,1 0 0 0 0,-1 0 1 0 0,1 0-1 0 0,-1 0 1 0 0,1 0-1 0 0,0 0 0 0 0,-1-1 1 0 0,1 1-1 0 0,0 0 0 0 0,-1-1 1 0 0,1 1-1 0 0,0 0 0 0 0,0-1 1 0 0,1 2-1 0 0,7-19-3782 0 0,-1-1 2202 0 0,-1 0-1131 0 0,0 0 0 0 0,-2 0 0 0 0,6-28 0 0 0,-5 19-2934 0 0,0 2-2401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2T21:33:34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42 7308 0 0,'-3'-11'18491'0'0,"33"2"-15021"0"0,26 1-6289 0 0,-40 6 4404 0 0,-15 2-1426 0 0,31-4 45 0 0,68-4 148 0 0,-93 8-300 0 0,0 0-1 0 0,0 1 0 0 0,0-1 0 0 0,-1 1 0 0 0,1 1 0 0 0,0-1 0 0 0,-1 1 1 0 0,1 0-1 0 0,-1 1 0 0 0,1 0 0 0 0,7 4 0 0 0,-13-5-13 0 0,0-1 0 0 0,-1 0 1 0 0,1 1-1 0 0,-1-1 0 0 0,0 0 0 0 0,1 1 0 0 0,-1-1 0 0 0,0 1 0 0 0,0-1 0 0 0,0 1 0 0 0,0-1 0 0 0,0 0 0 0 0,0 1 1 0 0,0-1-1 0 0,-1 1 0 0 0,1-1 0 0 0,0 1 0 0 0,-1-1 0 0 0,1 0 0 0 0,-1 1 0 0 0,1-1 0 0 0,-1 0 0 0 0,0 0 1 0 0,0 1-1 0 0,1-1 0 0 0,-1 0 0 0 0,-2 2 0 0 0,-19 16 649 0 0,-42 27 1 0 0,39-28-722 0 0,24-18-66 0 0,9 10-792 0 0,-7-10 887 0 0,-1 1 0 0 0,0-1-1 0 0,0 1 1 0 0,1-1 0 0 0,-1 1 0 0 0,0-1 0 0 0,1 1 0 0 0,-1-1 0 0 0,0 1-1 0 0,1-1 1 0 0,-1 0 0 0 0,1 1 0 0 0,-1-1 0 0 0,1 1 0 0 0,-1-1 0 0 0,1 0-1 0 0,-1 0 1 0 0,1 1 0 0 0,-1-1 0 0 0,1 0 0 0 0,-1 0 0 0 0,1 0 0 0 0,-1 1-1 0 0,1-1 1 0 0,-1 0 0 0 0,1 0 0 0 0,0 0 0 0 0,-1 0 0 0 0,2 0 0 0 0,25 4 75 0 0,1 2 1 0 0,-1 1-1 0 0,0 2 1 0 0,47 21 0 0 0,-73-30-70 0 0,-1 0 8 0 0,1 0-1 0 0,-1 0 1 0 0,1 1-1 0 0,0-1 0 0 0,-1 0 1 0 0,1 0-1 0 0,0 1 1 0 0,-1-1-1 0 0,1 0 0 0 0,-1 1 1 0 0,1-1-1 0 0,-1 0 1 0 0,1 1-1 0 0,-1-1 0 0 0,1 1 1 0 0,-1-1-1 0 0,1 1 1 0 0,-1-1-1 0 0,0 1 1 0 0,1-1-1 0 0,-1 1 0 0 0,0 0 1 0 0,0-1-1 0 0,1 1 1 0 0,-1-1-1 0 0,0 1 0 0 0,0 0 1 0 0,0-1-1 0 0,0 1 1 0 0,1 0-1 0 0,-1-1 0 0 0,0 1 1 0 0,0 0-1 0 0,0-1 1 0 0,-1 1-1 0 0,1 1 1 0 0,-1 0 46 0 0,0 0 1 0 0,0 0-1 0 0,-1 0 1 0 0,1-1-1 0 0,-1 1 1 0 0,1 0-1 0 0,-1 0 1 0 0,0-1-1 0 0,0 1 1 0 0,-3 2-1 0 0,-57 29 810 0 0,25-22-1263 0 0,30-9 224 0 0,-1 0-1 0 0,0 0 1 0 0,1 1-1 0 0,0 0 1 0 0,-13 6-1 0 0,19-8-303 0 0,-12 3-2202 0 0,8-3 775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7:3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91 349 5924 0 0,'-3'-1'582'0'0,"0"-1"0"0"0,0 1 0 0 0,0 0 0 0 0,-1 0 0 0 0,1 0 0 0 0,0 0 0 0 0,-1 0 0 0 0,1 1-1 0 0,0 0 1 0 0,-1-1 0 0 0,1 1 0 0 0,-1 0 0 0 0,1 1 0 0 0,0-1 0 0 0,-1 1 0 0 0,1-1 0 0 0,-6 3 0 0 0,-1-1 382 0 0,9-2-831 0 0,0 1 0 0 0,0-1 0 0 0,0 1 0 0 0,0 0 0 0 0,0-1 0 0 0,0 1 0 0 0,1 0 0 0 0,-1 0 0 0 0,0 0 0 0 0,0 0 0 0 0,1-1 0 0 0,-1 1 0 0 0,0 0 0 0 0,1 0 0 0 0,-1 0 0 0 0,1 0 0 0 0,-1 1 0 0 0,1-1 0 0 0,-1 0 1 0 0,1 0-1 0 0,0 0 0 0 0,0 0 0 0 0,-1 0 0 0 0,1 1 0 0 0,0-1 0 0 0,0 0 0 0 0,0 0 0 0 0,1 1 0 0 0,0 38 1192 0 0,0-36-1198 0 0,10 105 1958 0 0,0-57-1067 0 0,13-57-888 0 0,-19 1-115 0 0,1 0-1 0 0,-1-1 0 0 0,0 0 0 0 0,-1 0 0 0 0,1 0 0 0 0,-1-1 0 0 0,0 1 0 0 0,-1-1 0 0 0,5-7 0 0 0,26-64 35 0 0,-23 51-16 0 0,57-123 37 0 0,23-57-176 0 0,-66 148 178 0 0,-25 61-36 0 0,-1 0 1 0 0,1 0 0 0 0,0-1-1 0 0,1 1 1 0 0,-1 0-1 0 0,0-1 1 0 0,1 1 0 0 0,0 0-1 0 0,1 4 1 0 0,1 5 136 0 0,-2 13 158 0 0,0 0 0 0 0,-5 44-1 0 0,1-41-125 0 0,3 49-1 0 0,1-65-151 0 0,2 31 138 0 0,1 0-1 0 0,3 0 0 0 0,13 45 1 0 0,-17-78-171 0 0,0 1 0 0 0,1-1 1 0 0,0 0-1 0 0,1 0 1 0 0,0 0-1 0 0,1 0 1 0 0,0-1-1 0 0,0 0 1 0 0,1 0-1 0 0,0-1 1 0 0,0 0-1 0 0,1 0 1 0 0,0 0-1 0 0,1-1 1 0 0,-1-1-1 0 0,2 1 0 0 0,14 7 1 0 0,-22-13-29 0 0,0 0 0 0 0,0 0 1 0 0,-1 0-1 0 0,1-1 0 0 0,0 1 1 0 0,0 0-1 0 0,0-1 0 0 0,0 0 0 0 0,0 1 1 0 0,0-1-1 0 0,0 0 0 0 0,0 0 0 0 0,0 0 1 0 0,1 0-1 0 0,-1-1 0 0 0,0 1 0 0 0,0 0 1 0 0,-1-1-1 0 0,1 0 0 0 0,0 1 1 0 0,0-1-1 0 0,0 0 0 0 0,0 0 0 0 0,0 0 1 0 0,-1 0-1 0 0,1 0 0 0 0,0 0 0 0 0,-1-1 1 0 0,1 1-1 0 0,1-3 0 0 0,-2 3-196 0 0,-8-34-3380 0 0,5 31 2644 0 0,0 1-1 0 0,-1 0 1 0 0,1-1-1 0 0,-1 1 0 0 0,0 0 1 0 0,0 1-1 0 0,0-1 1 0 0,0 1-1 0 0,-1-1 0 0 0,1 1 1 0 0,-1 0-1 0 0,1 0 0 0 0,-1 0 1 0 0,0 1-1 0 0,1-1 1 0 0,-1 1-1 0 0,0 0 0 0 0,0 0 1 0 0,0 0-1 0 0,-8 0 1 0 0,-5-2-4550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7:32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3684 0 0,'0'0'11930'0'0,"17"-18"-8461"0"0,-5 14-2707 0 0,0 0 0 0 0,0 1 0 0 0,1 0 0 0 0,-1 1 0 0 0,23-1 0 0 0,25-5 297 0 0,260-59 2297 0 0,-318 66-2246 0 0,17 3-12790 0 0,-3 0 2797 0 0,-7-3 7122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7:36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4 1718 0 0,'-4'-4'15118'0'0,"-20"9"-7631"0"0,22-6-7251 0 0,-7 3-94 0 0,1 0 0 0 0,0 0-1 0 0,0 0 1 0 0,-13 6 0 0 0,-2 1 33 0 0,16-8-137 0 0,-16 5-16 0 0,1 1-1 0 0,0 1 1 0 0,0 1 0 0 0,0 1-1 0 0,-26 16 1 0 0,43-20-23 0 0,1 1-1 0 0,0-1 1 0 0,0 1 0 0 0,0 0-1 0 0,-2 10 1 0 0,1-3 50 0 0,1 1 1 0 0,1-1-1 0 0,-2 31 1 0 0,-7 29 59 0 0,4-34 13 0 0,2 0 0 0 0,1 0 0 0 0,1 43 0 0 0,1-17 472 0 0,1-46-439 0 0,2 0-1 0 0,0 0 1 0 0,1 0 0 0 0,2 0 0 0 0,0 0 0 0 0,1 0-1 0 0,9 28 1 0 0,0 6 126 0 0,10-25-98 0 0,-21-27-183 0 0,1-1-1 0 0,0 1 1 0 0,0-1 0 0 0,-1 0-1 0 0,1 0 1 0 0,0-1-1 0 0,0 1 1 0 0,0 0 0 0 0,0-1-1 0 0,0 0 1 0 0,0 0-1 0 0,0 0 1 0 0,0 0 0 0 0,0 0-1 0 0,0 0 1 0 0,4-2 0 0 0,34 0 22 0 0,0 2 0 0 0,58 6 0 0 0,-73-3-38 0 0,-24-3 85 0 0,16 2 138 0 0,-21-52-16925 0 0,-2 31 11011 0 0,0 2-860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7:36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3570 0 0,'0'0'14957'0'0,"0"29"-11318"0"0,1-13-2890 0 0,1 1 0 0 0,1-1 0 0 0,0 0-1 0 0,7 21 1 0 0,5 26 354 0 0,-14-60-1033 0 0,0 0 0 0 0,0 1 0 0 0,0-1 0 0 0,1 0 0 0 0,-1 0 0 0 0,1 0 1 0 0,-1 0-1 0 0,1 0 0 0 0,0 0 0 0 0,0 0 0 0 0,1 0 0 0 0,4 4 0 0 0,-6-7-65 0 0,-1 0-1 0 0,1 0 0 0 0,0 0 1 0 0,-1 0-1 0 0,1 0 1 0 0,0 0-1 0 0,-1-1 1 0 0,1 1-1 0 0,0 0 0 0 0,0 0 1 0 0,-1-1-1 0 0,1 1 1 0 0,-1 0-1 0 0,1-1 1 0 0,0 1-1 0 0,-1 0 0 0 0,1-1 1 0 0,-1 1-1 0 0,1-1 1 0 0,-1 1-1 0 0,1-1 1 0 0,-1 0-1 0 0,1 1 0 0 0,-1-1 1 0 0,0 1-1 0 0,1-2 1 0 0,12-17 48 0 0,29-99-273 0 0,-7 23 155 0 0,-35 93 36 0 0,0 1 29 0 0,0 0 0 0 0,0-1-1 0 0,0 1 1 0 0,1 0 0 0 0,-1-1-1 0 0,0 1 1 0 0,0 0 0 0 0,1 0-1 0 0,-1-1 1 0 0,1 1 0 0 0,-1 0-1 0 0,1 0 1 0 0,-1-1 0 0 0,1 1-1 0 0,0 0 1 0 0,0 0 0 0 0,-1 0-1 0 0,1 0 1 0 0,0 0 0 0 0,0 0-1 0 0,0 0 1 0 0,0 0-1 0 0,0 1 1 0 0,0-1 0 0 0,1 0-1 0 0,-1 1 1 0 0,0-1 0 0 0,2 0 0 0 0,-2 1 20 0 0,0 0 1 0 0,0 0 0 0 0,0 0-1 0 0,0 0 1 0 0,0 0 0 0 0,1 0-1 0 0,-1 0 1 0 0,0 1 0 0 0,0-1-1 0 0,0 0 1 0 0,0 1 0 0 0,0-1 0 0 0,0 1-1 0 0,0-1 1 0 0,-1 1 0 0 0,1-1-1 0 0,0 1 1 0 0,0 0 0 0 0,0-1-1 0 0,0 1 1 0 0,-1 0 0 0 0,1 0-1 0 0,0 0 1 0 0,-1 0 0 0 0,1-1 0 0 0,-1 1-1 0 0,1 0 1 0 0,-1 0 0 0 0,1 0-1 0 0,-1 0 1 0 0,0 0 0 0 0,1 0-1 0 0,-1 1 1 0 0,0-1 0 0 0,0 0 0 0 0,0 1-1 0 0,25 153 1291 0 0,-21-132-1174 0 0,-3-17-109 0 0,0 0 1 0 0,1 1 0 0 0,-1-1 0 0 0,1 0 0 0 0,0 0-1 0 0,1 0 1 0 0,0 0 0 0 0,-1-1 0 0 0,2 1-1 0 0,-1-1 1 0 0,5 6 0 0 0,-4-6-29 0 0,0 0 22 0 0,1 1 0 0 0,-1-1 0 0 0,1 0 1 0 0,0 0-1 0 0,0-1 0 0 0,10 7 0 0 0,-13-10-20 0 0,0 0 0 0 0,1 0 0 0 0,-1 0-1 0 0,0 0 1 0 0,1-1 0 0 0,-1 1 0 0 0,0-1 0 0 0,1 0-1 0 0,-1 0 1 0 0,0 0 0 0 0,1 0 0 0 0,-1 0 0 0 0,1 0-1 0 0,-1 0 1 0 0,0-1 0 0 0,1 1 0 0 0,-1-1-1 0 0,0 0 1 0 0,0 0 0 0 0,0 0 0 0 0,1 0 0 0 0,-1 0-1 0 0,0 0 1 0 0,3-3 0 0 0,1 0-29 0 0,1-1 1 0 0,-1 0 0 0 0,0-1-1 0 0,-1 0 1 0 0,1 0-1 0 0,-1 0 1 0 0,0 0-1 0 0,-1-1 1 0 0,1 0 0 0 0,3-8-1 0 0,2-8-178 0 0,14-46 0 0 0,-5 13 11 0 0,-18 54 120 0 0,2-10-35 0 0,-2 2-84 0 0,10 16 161 0 0,-7-1 46 0 0,0 0 0 0 0,0 0 0 0 0,0 0 0 0 0,-1 1 0 0 0,0 0 0 0 0,0 0 0 0 0,-1 0 0 0 0,0 0 0 0 0,0 0 0 0 0,0 0 0 0 0,1 8 0 0 0,11 30 98 0 0,5 11 142 0 0,-16-44-226 0 0,1 0-1 0 0,-1 0 1 0 0,2 0 0 0 0,-1-1 0 0 0,12 18-1 0 0,-15-27 0 0 0,-1 0-25 0 0,0-1 1 0 0,1 1-1 0 0,-1-1 1 0 0,1 1 0 0 0,-1-1-1 0 0,1 1 1 0 0,-1-1 0 0 0,1 1-1 0 0,-1-1 1 0 0,1 1 0 0 0,-1-1-1 0 0,1 0 1 0 0,-1 1-1 0 0,1-1 1 0 0,0 0 0 0 0,-1 1-1 0 0,1-1 1 0 0,-1 0 0 0 0,1 0-1 0 0,0 0 1 0 0,-1 0 0 0 0,1 0-1 0 0,0 1 1 0 0,-1-1-1 0 0,1 0 1 0 0,0 0 0 0 0,0-1-1 0 0,-1 1 1 0 0,1 0 0 0 0,0 0-1 0 0,0 0 1 0 0,20-3 112 0 0,-19 2-76 0 0,2-2 528 0 0,11-16-7352 0 0,-11-30-9642 0 0,-8 38 8904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7:37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2574 0 0,'0'0'17236'0'0,"18"17"-15655"0"0,-9-14-1310 0 0,0 0 1 0 0,0-1 0 0 0,0 0-1 0 0,0-1 1 0 0,14 2 0 0 0,34 6 509 0 0,-56-9-724 0 0,1 1 0 0 0,-1-1 0 0 0,1 0 0 0 0,-1 1 0 0 0,1-1 0 0 0,-1 1-1 0 0,1 0 1 0 0,-1-1 0 0 0,1 1 0 0 0,-1 0 0 0 0,0 0 0 0 0,0 0 0 0 0,1 0 0 0 0,-1 0 0 0 0,0 0 0 0 0,0 0 0 0 0,0 0 0 0 0,0 1 0 0 0,0-1-1 0 0,0 0 1 0 0,0 1 0 0 0,-1-1 0 0 0,1 0 0 0 0,0 1 0 0 0,-1-1 0 0 0,1 1 0 0 0,-1-1 0 0 0,0 1 0 0 0,1 0 0 0 0,-1-1 0 0 0,0 1-1 0 0,0-1 1 0 0,0 1 0 0 0,0-1 0 0 0,0 1 0 0 0,0 0 0 0 0,0-1 0 0 0,-1 1 0 0 0,1-1 0 0 0,-1 1 0 0 0,1-1 0 0 0,-1 1 0 0 0,0-1-1 0 0,1 1 1 0 0,-1-1 0 0 0,0 0 0 0 0,0 1 0 0 0,0-1 0 0 0,-2 2 0 0 0,-3 5 164 0 0,0 0 0 0 0,-1 0 0 0 0,0-1 1 0 0,-1 0-1 0 0,1 0 0 0 0,-14 8 0 0 0,9-3 206 0 0,19-8-325 0 0,31-6-234 0 0,-26 1 191 0 0,-9 1-48 0 0,37 6 31 0 0,11 9 121 0 0,-49-15-55 0 0,1 3 1850 0 0,9-6-6904 0 0,4-5-5477 0 0,-14 6 9409 0 0,2-3 10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7:38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3848 0 0,'0'0'15914'0'0,"25"-5"-13696"0"0,42 0-1042 0 0,1 2 1 0 0,79 8-1 0 0,-145-4-1125 0 0,20 13 300 0 0,-21-8-220 0 0,1 0-1 0 0,-1-1 1 0 0,0 1 0 0 0,-1 0 0 0 0,0 0-1 0 0,1 0 1 0 0,-2 0 0 0 0,-1 11 0 0 0,1 7 130 0 0,1 18-98 0 0,2 1 0 0 0,2-1 0 0 0,1 0 0 0 0,3 0 0 0 0,1-1 1 0 0,2 0-1 0 0,21 52 0 0 0,-14-50-71 0 0,-10-18-150 0 0,2 0-1 0 0,1-1 0 0 0,0 0 1 0 0,2-1-1 0 0,1 0 1 0 0,32 39-1 0 0,-33-50 116 0 0,-17-19 255 0 0,2 4-270 0 0,0 1 0 0 0,0 0 0 0 0,0 0-1 0 0,-1 0 1 0 0,1 0 0 0 0,0 0 0 0 0,-1 1 0 0 0,1-1 0 0 0,-1 1 0 0 0,-3-2 0 0 0,-18 2 71 0 0,0 2 0 0 0,0 0 0 0 0,0 1 1 0 0,0 2-1 0 0,0 0 0 0 0,0 2 0 0 0,-31 12 0 0 0,16-7-87 0 0,37-10-140 0 0,-15 1-175 0 0,23 1-1209 0 0,14 0-2930 0 0,1-6-4648 0 0,-3-2 5676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7:39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5126 0 0,'0'0'15383'0'0,"15"-10"-12284"0"0,51 9-1763 0 0,103-15-1 0 0,-16 0-1070 0 0,-127 15-2838 0 0,49 4 0 0 0,-73-3 1555 0 0,-10 23-1725 0 0,-5-10 1221 0 0,-1-2-1 0 0,0 0 1 0 0,-1-1-1 0 0,-30 16 1 0 0,-20 14-4011 0 0,30-12 4741 0 0,12-7 5214 0 0,6-9 8655 0 0,39-19-11830 0 0,0 0 0 0 0,45-5 0 0 0,-32 8-960 0 0,0 2 0 0 0,66 4 0 0 0,-76 5-83 0 0,-5 13-8252 0 0,-15-14 6469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7:41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3470 0 0,'0'0'13446'0'0,"-12"16"-8258"0"0,8 26-2413 0 0,2-30-2268 0 0,1-1 0 0 0,0 0-1 0 0,1 1 1 0 0,2 20 0 0 0,38 117 1690 0 0,-31-126-2830 0 0,-9-23 524 0 0,0 0 0 0 0,1 0 0 0 0,-1 0-1 0 0,0 0 1 0 0,0 0 0 0 0,1 0 0 0 0,-1 0-1 0 0,0 0 1 0 0,0 0 0 0 0,1 0 0 0 0,-1 1-1 0 0,0-1 1 0 0,1-1 0 0 0,-1 1 0 0 0,0 0-1 0 0,0 0 1 0 0,1 0 0 0 0,-1 0 0 0 0,0 0-1 0 0,0 0 1 0 0,1 0 0 0 0,-1 0 0 0 0,0 0-1 0 0,0 0 1 0 0,1-1 0 0 0,-1 1 0 0 0,0 0-1 0 0,0 0 1 0 0,0 0 0 0 0,1 0 0 0 0,-1-1-1 0 0,0 1 1 0 0,0 0 0 0 0,0 0 0 0 0,1-1-1 0 0,-1 1 1 0 0,0 0 0 0 0,0 0 0 0 0,0 0-1 0 0,0-1 1 0 0,18-44-12983 0 0,-10 23 7866 0 0,-2 9-936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7:42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4316 0 0,'0'0'10267'0'0,"30"10"-4322"0"0,-28-6-5485 0 0,1 1 0 0 0,-1 1 0 0 0,0-1 0 0 0,0 0 0 0 0,0 1 0 0 0,-1-1 0 0 0,0 0 0 0 0,0 1 0 0 0,0 0 0 0 0,-1-1 0 0 0,1 1 0 0 0,-2-1 0 0 0,0 10 0 0 0,1-8-298 0 0,-1 0 0 0 0,2 0 0 0 0,-1 1 0 0 0,1-1 0 0 0,0 0 0 0 0,0 0 0 0 0,4 10 0 0 0,1-2 19 0 0,-4-8-126 0 0,1 0 0 0 0,0 0 0 0 0,0 0 0 0 0,1-1-1 0 0,0 1 1 0 0,0-1 0 0 0,8 9 0 0 0,-9-12 2797 0 0,1 0-4720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7:42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5358 0 0,'4'-3'7570'0'0,"16"-14"-4534"0"0,-8 12-1750 0 0,0 1-1 0 0,0 1 1 0 0,0-1 0 0 0,19-1-1 0 0,53 2 1407 0 0,-30 8-1954 0 0,57 13 0 0 0,-78-12 44 0 0,-23-4-2706 0 0,4 1 4991 0 0,-3 0-1644 0 0,-4-1-4858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7:43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4 155 3988 0 0,'-4'16'15830'0'0,"9"0"-9207"0"0,19 19-7363 0 0,-7-10 2022 0 0,61 93 284 0 0,-78-121-1563 0 0,0 0 1 0 0,0 0 0 0 0,0 0-1 0 0,0-1 1 0 0,0 1-1 0 0,-1 0 1 0 0,1 0 0 0 0,-1 0-1 0 0,0 0 1 0 0,0 0-1 0 0,-2-5 1 0 0,-3-14 26 0 0,3-2-50 0 0,1 0 1 0 0,1 0 0 0 0,1-1 0 0 0,1 1 0 0 0,6-32 0 0 0,-5 50 34 0 0,0 0-1 0 0,0 0 1 0 0,1 0 0 0 0,0 0-1 0 0,0 1 1 0 0,0-1 0 0 0,0 1-1 0 0,1 0 1 0 0,0-1 0 0 0,0 2-1 0 0,1-1 1 0 0,-1 0 0 0 0,1 1 0 0 0,0 0-1 0 0,0 0 1 0 0,1 1 0 0 0,-1-1-1 0 0,1 1 1 0 0,0 0 0 0 0,0 1-1 0 0,0-1 1 0 0,0 1 0 0 0,10-2-1 0 0,2-1 92 0 0,1 1-1 0 0,-1 1 0 0 0,1 0 0 0 0,0 2 0 0 0,0 0 0 0 0,32 3 1 0 0,-46-2-52 0 0,1 1 0 0 0,-1-1 0 0 0,0 1 0 0 0,0 0 0 0 0,0 1 0 0 0,0-1 0 0 0,0 1 0 0 0,0 0 0 0 0,0 0 0 0 0,-1 1 0 0 0,1-1 0 0 0,-1 1 0 0 0,1 0 1 0 0,-1 0-1 0 0,0 1 0 0 0,0-1 0 0 0,0 1 0 0 0,-1 0 0 0 0,5 6 0 0 0,-7-9 135 0 0,4 1-600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7:44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24 1912 0 0,'-12'-5'20063'0'0,"12"5"-19608"0"0,1-6 3339 0 0,-1 1-7328 0 0,0 3 4698 0 0,26-4 198 0 0,21 8-1024 0 0,71 5 117 0 0,-105-5-332 0 0,0 0-1 0 0,0 1 1 0 0,-1 0 0 0 0,1 0-1 0 0,-1 2 1 0 0,20 9-1 0 0,-30-13-84 0 0,0 0 0 0 0,0 0 1 0 0,0 1-1 0 0,0-1 0 0 0,-1 0 0 0 0,1 1 0 0 0,0-1 0 0 0,-1 1 0 0 0,0 0 1 0 0,1-1-1 0 0,-1 1 0 0 0,0 0 0 0 0,0 0 0 0 0,0 0 0 0 0,0 0 0 0 0,0 0 1 0 0,0 0-1 0 0,0 0 0 0 0,-1 0 0 0 0,1 0 0 0 0,-1 0 0 0 0,0 1 1 0 0,0-1-1 0 0,1 0 0 0 0,-1 0 0 0 0,0 0 0 0 0,-1 1 0 0 0,1-1 0 0 0,0 0 1 0 0,-1 0-1 0 0,1 0 0 0 0,-1 0 0 0 0,0 0 0 0 0,0 0 0 0 0,0 0 0 0 0,0 0 1 0 0,0 0-1 0 0,0 0 0 0 0,0 0 0 0 0,-2 2 0 0 0,-3 4 74 0 0,0 0 0 0 0,0-1 0 0 0,0 1 0 0 0,-1-1 0 0 0,-1-1 0 0 0,1 1 0 0 0,-11 6 1 0 0,-32 20 246 0 0,87-30-334 0 0,-12-6 224 0 0,1 1 1 0 0,0 1-1 0 0,-1 1 0 0 0,1 2 1 0 0,38 6-1 0 0,-27-6-46 0 0,-35-2-13 0 0,12 2 1918 0 0,-8-2-3564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7:52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74 6914 0 0,'-3'-1'9767'0'0,"-19"-3"-1806"0"0,21 8-7832 0 0,0-1-1 0 0,0 0 1 0 0,0 0-1 0 0,1 1 0 0 0,-1-1 1 0 0,1 1-1 0 0,0-1 1 0 0,0 0-1 0 0,0 1 1 0 0,0-1-1 0 0,1 0 0 0 0,0 1 1 0 0,-1-1-1 0 0,1 0 1 0 0,0 1-1 0 0,0-1 0 0 0,3 4 1 0 0,4 27 314 0 0,0 27 378 0 0,-5-43-644 0 0,0 0-1 0 0,-2 1 1 0 0,0 0-1 0 0,-1-1 1 0 0,0 1-1 0 0,-4 19 1 0 0,0-28-67 0 0,9-25-123 0 0,-2 6-6 0 0,0 0-1 0 0,0 0 1 0 0,-1 0 0 0 0,0 0 0 0 0,-1-1-1 0 0,0 1 1 0 0,-1-1 0 0 0,0 1 0 0 0,-1-11-1 0 0,0 6-35 0 0,1-1 0 0 0,1 1 0 0 0,3-19-1 0 0,0 16 25 0 0,0 0 0 0 0,2 0 0 0 0,0 0 0 0 0,0 0 0 0 0,2 1 0 0 0,0 0 0 0 0,1 1 0 0 0,0 0 0 0 0,15-18 0 0 0,-24 33 40 0 0,0-1 0 0 0,1 0 0 0 0,-1 0 0 0 0,0 1 0 0 0,1-1 0 0 0,-1 0 0 0 0,1 1 1 0 0,-1-1-1 0 0,1 1 0 0 0,-1-1 0 0 0,1 0 0 0 0,0 1 0 0 0,-1-1 0 0 0,1 1 1 0 0,0 0-1 0 0,-1-1 0 0 0,1 1 0 0 0,0-1 0 0 0,-1 1 0 0 0,1 0 0 0 0,0 0 1 0 0,0-1-1 0 0,0 1 0 0 0,-1 0 0 0 0,1 0 0 0 0,0 0 0 0 0,0 0 0 0 0,0 0 0 0 0,-1 0 1 0 0,1 0-1 0 0,1 0 0 0 0,-1 1 10 0 0,0 1-1 0 0,0-1 1 0 0,0 0 0 0 0,0 0 0 0 0,0 1 0 0 0,0-1-1 0 0,0 1 1 0 0,-1-1 0 0 0,1 1 0 0 0,-1-1-1 0 0,1 1 1 0 0,-1-1 0 0 0,0 1 0 0 0,1 2 0 0 0,3 72 497 0 0,-4-69-445 0 0,-1 37 228 0 0,4 75 159 0 0,-2-107-432 0 0,1 1-1 0 0,1-1 0 0 0,-1 0 1 0 0,2 0-1 0 0,0 0 0 0 0,0 0 0 0 0,9 14 1 0 0,-13-24-29 0 0,1-1 1 0 0,0 0-1 0 0,0 0 1 0 0,-1 0-1 0 0,1 0 1 0 0,0 0-1 0 0,0 0 1 0 0,0 0-1 0 0,0 0 1 0 0,0 0-1 0 0,0 0 1 0 0,1-1-1 0 0,-1 1 1 0 0,0 0-1 0 0,0-1 1 0 0,0 1-1 0 0,1-1 1 0 0,-1 1-1 0 0,0-1 1 0 0,1 0-1 0 0,-1 1 1 0 0,0-1-1 0 0,1 0 1 0 0,2 0-1 0 0,-1-1-16 0 0,1 1-1 0 0,-1-1 1 0 0,1 0 0 0 0,-1 0-1 0 0,0 0 1 0 0,1 0-1 0 0,-1-1 1 0 0,0 1 0 0 0,5-4-1 0 0,2-2-64 0 0,-1 0 0 0 0,0 0-1 0 0,-1-1 1 0 0,0 0 0 0 0,11-13 0 0 0,-4-2-9 0 0,-1-1 1 0 0,-1 0 0 0 0,-1-1 0 0 0,-1 0 0 0 0,-1-1 0 0 0,-2 0 0 0 0,11-51 0 0 0,-14 55 140 0 0,2-6 247 0 0,-5 22-67 0 0,-6 23-131 0 0,-2 6-51 0 0,1 1 0 0 0,2 0 0 0 0,0 0 0 0 0,1 1 0 0 0,3 39 0 0 0,0-54-44 0 0,0-1 0 0 0,1 1 0 0 0,0 0 0 0 0,1-1 0 0 0,0 0 0 0 0,0 0 0 0 0,1 0 0 0 0,0 0 0 0 0,0 0 0 0 0,1-1 0 0 0,0 0 0 0 0,1 0 0 0 0,0 0 0 0 0,0 0 0 0 0,0-1 0 0 0,1 0 0 0 0,10 7 0 0 0,-11-9-89 0 0,0-1 1 0 0,1 0-1 0 0,0 0 1 0 0,0-1-1 0 0,0 1 1 0 0,0-2-1 0 0,1 1 1 0 0,12 2 0 0 0,-18-5-34 0 0,21-5-1459 0 0,-40-30-6039 0 0,-7 21-5668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7:54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7094 0 0,'-4'19'17760'0'0,"12"-17"-16339"0"0,-1-1-3903 0 0,-4 0 3078 0 0,1 0-414 0 0,0 1 0 0 0,0-1 1 0 0,1 0-1 0 0,-1 0 0 0 0,1 0 0 0 0,-1 0 0 0 0,9-1 1 0 0,-3 1 263 0 0,23 3-71 0 0,0-2-1 0 0,0-2 0 0 0,0-1 0 0 0,40-6 0 0 0,-71 7-386 0 0,-26 22-19396 0 0,18-19 15913 0 0,-6 2-1736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7:54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3844 0 0,'58'9'11365'0'0,"33"-7"-5222"0"0,-30-2-3931 0 0,310 2 2438 0 0,-352 0-5789 0 0,-18 6-3087 0 0,-2 2 1103 0 0,-2-7 1640 0 0,-1 0 1 0 0,1 0-1 0 0,-1-1 0 0 0,0 1 0 0 0,0-1 1 0 0,0 0-1 0 0,0 0 0 0 0,-6 2 1 0 0,-4 0-4882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01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1754 0 0,'0'0'18130'0'0,"-15"11"-8394"0"0,20-2-9614 0 0,0 7-254 0 0,-5-16 128 0 0,-1 1 0 0 0,0-1 0 0 0,1 1-1 0 0,-1-1 1 0 0,0 1 0 0 0,1-1 0 0 0,-1 0 0 0 0,0 1 0 0 0,0-1 0 0 0,1 0 0 0 0,-1 0 0 0 0,0 1 0 0 0,0-1 0 0 0,0 0 0 0 0,1 0 0 0 0,-1 0 0 0 0,0 0 0 0 0,0 0-1 0 0,0 0 1 0 0,0 0 0 0 0,1 0 0 0 0,-2-1 0 0 0,-3 22 161 0 0,4-9-84 0 0,-1 0 0 0 0,-1 0 1 0 0,0 0-1 0 0,0-1 0 0 0,-1 1 1 0 0,-6 11-1 0 0,-13 41 297 0 0,21-54-338 0 0,1 0 0 0 0,0 0 0 0 0,0 0 1 0 0,1 0-1 0 0,0 0 0 0 0,0 0 0 0 0,1 0 1 0 0,1 0-1 0 0,0 0 0 0 0,0 0 0 0 0,1 0 0 0 0,0-1 1 0 0,6 13-1 0 0,-8-19-29 0 0,1 1 1 0 0,0-1-1 0 0,0 1 0 0 0,1-1 1 0 0,-1 0-1 0 0,1 0 1 0 0,0 0-1 0 0,-1 0 0 0 0,1-1 1 0 0,1 1-1 0 0,-1-1 1 0 0,0 1-1 0 0,0-1 0 0 0,1 0 1 0 0,0 0-1 0 0,-1-1 1 0 0,1 1-1 0 0,0-1 0 0 0,0 0 1 0 0,-1 0-1 0 0,1 0 0 0 0,0 0 1 0 0,0-1-1 0 0,0 1 1 0 0,0-1-1 0 0,0 0 0 0 0,0 0 1 0 0,0-1-1 0 0,0 1 1 0 0,0-1-1 0 0,0 0 0 0 0,0 0 1 0 0,0 0-1 0 0,0-1 1 0 0,4-1-1 0 0,5-3-39 0 0,0 0-1 0 0,0-1 1 0 0,-1 0 0 0 0,0-1-1 0 0,0-1 1 0 0,-1 0 0 0 0,0 0-1 0 0,-1-1 1 0 0,0 0 0 0 0,0-1-1 0 0,-1 0 1 0 0,-1 0 0 0 0,0-1-1 0 0,11-21 1 0 0,-16 27 47 0 0,0 0-1 0 0,0-1 1 0 0,-1 0-1 0 0,1 0 1 0 0,-2 0-1 0 0,1 0 1 0 0,-1 0-1 0 0,0 0 1 0 0,0 0-1 0 0,-1 0 1 0 0,0 0-1 0 0,0-1 1 0 0,-1 1-1 0 0,0 0 1 0 0,0 0-1 0 0,-1 0 1 0 0,0 0-1 0 0,0 0 1 0 0,0 0-1 0 0,-1 1 1 0 0,0-1-1 0 0,-1 1 1 0 0,1 0-1 0 0,-1 0 1 0 0,0 0-1 0 0,-1 0 1 0 0,1 1-1 0 0,-1-1 1 0 0,0 1-1 0 0,-9-6 1 0 0,7 5 24 0 0,-1 2-1 0 0,0-1 1 0 0,-1 1-1 0 0,1 0 1 0 0,-1 1 0 0 0,1 0-1 0 0,-1 0 1 0 0,0 1 0 0 0,0 0-1 0 0,0 1 1 0 0,-1 0-1 0 0,1 0 1 0 0,0 1 0 0 0,-10 1-1 0 0,0 0 35 0 0,1 1 0 0 0,0 0-1 0 0,0 1 1 0 0,0 1 0 0 0,0 1-1 0 0,-17 8 1 0 0,33-12-83 0 0,-1 0 0 0 0,1 1 0 0 0,0-1-1 0 0,0 1 1 0 0,0 0 0 0 0,0 0 0 0 0,0-1 0 0 0,0 1 0 0 0,0 1 0 0 0,1-1 0 0 0,-1 0-1 0 0,1 0 1 0 0,-1 1 0 0 0,-1 3 0 0 0,1-2 3 0 0,-1 1-1807 0 0,-3 9 5660 0 0,5-8-5522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02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5564 0 0,'0'0'1675'0'0,"-37"3"8041"0"0,35-2-9428 0 0,0 0-1 0 0,-1 0 1 0 0,1 0 0 0 0,0 0-1 0 0,0 0 1 0 0,0 0 0 0 0,0 0 0 0 0,0 1-1 0 0,0-1 1 0 0,0 1 0 0 0,0-1 0 0 0,1 1-1 0 0,-1 0 1 0 0,1 0 0 0 0,-1-1-1 0 0,1 1 1 0 0,0 0 0 0 0,-1 1 0 0 0,1-1-1 0 0,0 0 1 0 0,0 0 0 0 0,1 0 0 0 0,-1 1-1 0 0,0-1 1 0 0,1 0 0 0 0,-1 1-1 0 0,1-1 1 0 0,0 0 0 0 0,0 1 0 0 0,0-1-1 0 0,0 5 1 0 0,0-5 525 0 0,1-1-789 0 0,-1-1 1 0 0,1 1 0 0 0,-1-1-1 0 0,0 1 1 0 0,1-1 0 0 0,-1 1-1 0 0,0-1 1 0 0,0 1 0 0 0,1-1-1 0 0,-1 1 1 0 0,0 0 0 0 0,0-1-1 0 0,0 1 1 0 0,0 0 0 0 0,0-1-1 0 0,1 1 1 0 0,-1-1 0 0 0,0 1-1 0 0,-1 0 1 0 0,1-1 0 0 0,0 1-1 0 0,0 0 1 0 0,0-1 0 0 0,-1 2-1 0 0,2 5 155 0 0,14-4-63 0 0,-7-4-107 0 0,0-1 0 0 0,0 0 0 0 0,0 0 0 0 0,0-1 1 0 0,0 0-1 0 0,-1 0 0 0 0,1-1 0 0 0,-1 0 0 0 0,0 0 1 0 0,0 0-1 0 0,0-1 0 0 0,7-7 0 0 0,-1 2 42 0 0,-12 10-5 0 0,-1 0-1 0 0,1 0 0 0 0,0 0 1 0 0,-1-1-1 0 0,1 1 1 0 0,-1 0-1 0 0,1-1 1 0 0,-1 1-1 0 0,1-1 0 0 0,0 1 1 0 0,-1-1-1 0 0,0 1 1 0 0,1-1-1 0 0,-1 1 1 0 0,1-1-1 0 0,-1 1 0 0 0,0-1 1 0 0,1 1-1 0 0,-1-1 1 0 0,0 0-1 0 0,1 1 0 0 0,-1-1 1 0 0,0 0-1 0 0,0 1 1 0 0,0-1-1 0 0,0 0 1 0 0,0 1-1 0 0,0-1 0 0 0,0 0 1 0 0,0 1-1 0 0,0-1 1 0 0,0 0-1 0 0,0 1 1 0 0,0-1-1 0 0,0-1 0 0 0,-1 2-3 0 0,0-1-1 0 0,0 1 1 0 0,0-1 0 0 0,0 1-1 0 0,0-1 1 0 0,0 1-1 0 0,0-1 1 0 0,0 1-1 0 0,0 0 1 0 0,0 0-1 0 0,0-1 1 0 0,0 1 0 0 0,0 0-1 0 0,0 0 1 0 0,0 0-1 0 0,0 0 1 0 0,0 0-1 0 0,0 0 1 0 0,0 1-1 0 0,0-1 1 0 0,-1 1 0 0 0,-2 0 42 0 0,0 0 0 0 0,0 1 0 0 0,0-1-1 0 0,1 1 1 0 0,-1 0 0 0 0,1 0 0 0 0,-1 1 0 0 0,1-1 0 0 0,0 1 0 0 0,-1 0 0 0 0,-4 5 0 0 0,7-6-174 0 0,-1-1 0 0 0,1 1-1 0 0,0 0 1 0 0,-1-1 0 0 0,1 1-1 0 0,0 0 1 0 0,0 0 0 0 0,0 0-1 0 0,1 0 1 0 0,-1 0 0 0 0,0 0-1 0 0,1 0 1 0 0,-1 0 0 0 0,1 0-1 0 0,0 0 1 0 0,0 1 0 0 0,0-1 0 0 0,0 0-1 0 0,0 0 1 0 0,0 0 0 0 0,0 0-1 0 0,1 0 1 0 0,0 4 0 0 0,0-4-396 0 0,28-27-9345 0 0,-15-11-3159 0 0,-10 26 6869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02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6 3270 0 0,'0'0'16344'0'0,"-36"-5"-12872"0"0,26 7-3004 0 0,1 0 1 0 0,-1 1-1 0 0,1 0 1 0 0,0 1-1 0 0,0 0 1 0 0,0 1-1 0 0,1-1 0 0 0,-13 10 1 0 0,20-13-452 0 0,1-1 0 0 0,-1 0-1 0 0,0 1 1 0 0,0-1 0 0 0,1 1 0 0 0,-1-1 0 0 0,0 1 0 0 0,1-1-1 0 0,-1 1 1 0 0,1-1 0 0 0,-1 1 0 0 0,0-1 0 0 0,1 1 0 0 0,0 0-1 0 0,-1 0 1 0 0,1-1 0 0 0,-1 1 0 0 0,1 0 0 0 0,0-1 0 0 0,-1 1-1 0 0,1 0 1 0 0,0 0 0 0 0,0 0 0 0 0,0-1 0 0 0,0 1 0 0 0,-1 0 0 0 0,1 0-1 0 0,0 0 1 0 0,0 0 0 0 0,1-1 0 0 0,-1 1 0 0 0,0 0 0 0 0,0 0-1 0 0,0 0 1 0 0,0-1 0 0 0,1 1 0 0 0,-1 0 0 0 0,0 0 0 0 0,1-1-1 0 0,-1 1 1 0 0,1 0 0 0 0,-1-1 0 0 0,1 1 0 0 0,-1 0 0 0 0,1-1 0 0 0,-1 1-1 0 0,1-1 1 0 0,0 1 0 0 0,-1-1 0 0 0,1 1 0 0 0,0-1 0 0 0,-1 1-1 0 0,1-1 1 0 0,0 0 0 0 0,0 1 0 0 0,-1-1 0 0 0,1 0 0 0 0,1 1 0 0 0,5 2-4 0 0,-1-1 1 0 0,1 1 0 0 0,-1-1-1 0 0,1 0 1 0 0,11 1 0 0 0,93-1 270 0 0,-92-4-214 0 0,1 1 1 0 0,0 1-1 0 0,-1 1 1 0 0,1 1 0 0 0,0 0-1 0 0,-1 2 1 0 0,0 0-1 0 0,0 1 1 0 0,29 12 0 0 0,-47-16-57 0 0,1 0 1 0 0,-1 0 0 0 0,1 0 0 0 0,-1 0 0 0 0,0 0 0 0 0,1 1 0 0 0,-1-1 0 0 0,0 0 0 0 0,0 1 0 0 0,0-1 0 0 0,0 1 0 0 0,0-1 0 0 0,0 1 0 0 0,0 0 0 0 0,-1-1 0 0 0,1 1 0 0 0,-1 0 0 0 0,1-1 0 0 0,-1 1-1 0 0,1 0 1 0 0,-1 0 0 0 0,0 0 0 0 0,0-1 0 0 0,0 1 0 0 0,0 0 0 0 0,0 0 0 0 0,0 0 0 0 0,-1 0 0 0 0,0 2 0 0 0,0 1 11 0 0,0-1 1 0 0,-1 1-1 0 0,0 0 1 0 0,0-1-1 0 0,0 1 0 0 0,0-1 1 0 0,-1 0-1 0 0,0 0 1 0 0,0 0-1 0 0,-4 5 1 0 0,-2 1-21 0 0,-1 0 1 0 0,0-1 0 0 0,-1 0-1 0 0,0-1 1 0 0,0 0 0 0 0,-1-1-1 0 0,0 0 1 0 0,0-1 0 0 0,-1 0-1 0 0,1-1 1 0 0,-1 0 0 0 0,0-1-1 0 0,-1 0 1 0 0,1-1 0 0 0,-1-1 0 0 0,1 0-1 0 0,-1-1 1 0 0,0-1 0 0 0,0 0-1 0 0,-18-2 1 0 0,26 1-94 0 0,1 0 0 0 0,0 1 0 0 0,0-2 0 0 0,0 1 0 0 0,0-1 0 0 0,-7-3 0 0 0,11 5 63 0 0,0-1 0 0 0,1 1 1 0 0,-1 0-1 0 0,1-1 0 0 0,-1 1 0 0 0,1 0 0 0 0,0-1 1 0 0,-1 1-1 0 0,1-1 0 0 0,-1 1 0 0 0,1-1 0 0 0,0 1 1 0 0,-1-1-1 0 0,1 1 0 0 0,0-1 0 0 0,-1 1 0 0 0,1-1 1 0 0,0 1-1 0 0,0-1 0 0 0,0 0 0 0 0,0 1 0 0 0,0-1 1 0 0,-1 0-1 0 0,2-1-9 0 0,-1 1 0 0 0,1 0 0 0 0,-1 0 0 0 0,1-1 0 0 0,-1 1 0 0 0,1 0 0 0 0,-1 0 0 0 0,1 0 0 0 0,0 0 0 0 0,0 0 0 0 0,0 0 0 0 0,0 0 0 0 0,0 0 0 0 0,-1 0 0 0 0,2 1 0 0 0,0-2 0 0 0,52-51-6615 0 0,-24 16-4097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03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5340 0 0,'0'0'20874'0'0,"37"7"-18521"0"0,120-22-670 0 0,-10 0-773 0 0,-13 13-266 0 0,48 0 194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13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84 10182 0 0,'-1'0'321'0'0,"1"0"1"0"0,-1 0-1 0 0,1 0 0 0 0,-1 0 0 0 0,1 0 0 0 0,-1 0 0 0 0,1 1 0 0 0,-1-1 0 0 0,1 0 0 0 0,-1 0 0 0 0,1 0 1 0 0,-1 1-1 0 0,1-1 0 0 0,-1 0 0 0 0,1 0 0 0 0,-1 1 0 0 0,1-1 0 0 0,0 0 0 0 0,-1 1 0 0 0,1-1 0 0 0,-1 1 1 0 0,1-1-1 0 0,0 0 0 0 0,0 1 0 0 0,-1-1 0 0 0,1 1 0 0 0,0-1 0 0 0,0 1 0 0 0,-1-1 0 0 0,1 1 0 0 0,0-1 1 0 0,0 1-1 0 0,0-1 0 0 0,0 1 0 0 0,0-1 0 0 0,0 2 0 0 0,7 24 2210 0 0,-4-18-2525 0 0,1-2-1 0 0,0 1 1 0 0,1 0-1 0 0,-1-1 0 0 0,10 10 1 0 0,10 23 1268 0 0,-22-38-701 0 0,21-15 23 0 0,-8 2-473 0 0,-2 0 0 0 0,1-1 0 0 0,19-24 0 0 0,-22 23-66 0 0,1 0 0 0 0,1 1 0 0 0,24-19 0 0 0,-1-3-27 0 0,-35 34 30 0 0,0 0-10 0 0,0 0 0 0 0,0 0 0 0 0,0 0 0 0 0,0 0 0 0 0,0 0 0 0 0,0 0 0 0 0,0 0 0 0 0,0 1 0 0 0,0-1 0 0 0,0 0 0 0 0,0 1 0 0 0,0-1 0 0 0,3 0 0 0 0,-3 24 256 0 0,-1 19-37 0 0,0-38-253 0 0,-1 0-1 0 0,1 1 1 0 0,0-1 0 0 0,1 1 0 0 0,-1-1 0 0 0,1 0 0 0 0,0 1-1 0 0,0-1 1 0 0,0 0 0 0 0,3 6 0 0 0,-3-8-13 0 0,0 1 1 0 0,0-1-1 0 0,0 1 1 0 0,0-1-1 0 0,0 0 1 0 0,1 0 0 0 0,-1 1-1 0 0,1-1 1 0 0,-1 0-1 0 0,1 0 1 0 0,0 0-1 0 0,0-1 1 0 0,0 1-1 0 0,0 0 1 0 0,0-1-1 0 0,1 1 1 0 0,3 1 0 0 0,-2-2-19 0 0,1-1 0 0 0,-1 0 1 0 0,0 0-1 0 0,0 0 0 0 0,1 0 1 0 0,-1-1-1 0 0,0 0 0 0 0,1 0 1 0 0,-1 0-1 0 0,0 0 0 0 0,0-1 1 0 0,5-2-1 0 0,50-28-218 0 0,-47 25 153 0 0,13-8 20 0 0,-11 9 63 0 0,-1-2 1 0 0,0 0-1 0 0,0 0 1 0 0,-1-1-1 0 0,0-1 1 0 0,0 0-1 0 0,-1 0 0 0 0,11-15 1 0 0,-21 23 446 0 0,-2 22-211 0 0,1-17-231 0 0,-1 0 1 0 0,1 0-1 0 0,-1 0 1 0 0,1 0 0 0 0,0 1-1 0 0,0-1 1 0 0,1 0-1 0 0,-1 0 1 0 0,1 0-1 0 0,-1 0 1 0 0,1 0 0 0 0,0 0-1 0 0,0 0 1 0 0,0 0-1 0 0,0 0 1 0 0,1-1 0 0 0,-1 1-1 0 0,1 0 1 0 0,0-1-1 0 0,0 1 1 0 0,0-1 0 0 0,0 1-1 0 0,0-1 1 0 0,0 0-1 0 0,1 0 1 0 0,-1 0-1 0 0,1 0 1 0 0,-1-1 0 0 0,4 3-1 0 0,39 15-423 0 0,-43-18 349 0 0,13 4-256 0 0,-41-17-21341 0 0,18 12 20330 0 0,7 0 1447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13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52 3416 0 0,'0'0'3826'0'0,"-4"0"-830"0"0,-21-2 7191 0 0,48-5-8453 0 0,-1 1 0 0 0,1 1 0 0 0,25-3 0 0 0,139-1 213 0 0,-98 6-1104 0 0,511-9 111 0 0,-597 12-1099 0 0,-12 2-578 0 0,-24-2-7483 0 0,15-1 141 0 0,-2 4 4352 0 0,9-1 207 0 0,-2 0-3219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14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 2594 0 0,'0'0'13419'0'0,"-37"8"-9152"0"0,26-5-3884 0 0,0 1 0 0 0,0 0-1 0 0,1 1 1 0 0,0 0 0 0 0,0 0-1 0 0,0 1 1 0 0,0 0 0 0 0,1 1-1 0 0,0 0 1 0 0,1 1 0 0 0,-12 11-1 0 0,20-18-378 0 0,6 27-24 0 0,-4-26 19 0 0,0-1 1 0 0,0 1 0 0 0,0 0 0 0 0,0 0-1 0 0,0-1 1 0 0,0 1 0 0 0,0-1 0 0 0,1 0-1 0 0,-1 0 1 0 0,0 0 0 0 0,1 0-1 0 0,-1 0 1 0 0,1 0 0 0 0,-1 0 0 0 0,1-1-1 0 0,4 1 1 0 0,52 3 70 0 0,-38-3 111 0 0,-16-1-97 0 0,14 2 330 0 0,1 0 1 0 0,-1 1 0 0 0,29 8-1 0 0,-44-10-321 0 0,1 1-1 0 0,-1 0 1 0 0,0 0-1 0 0,0 0 1 0 0,0 0 0 0 0,0 1-1 0 0,0-1 1 0 0,0 1-1 0 0,4 4 1 0 0,-7-5-56 0 0,1 0 1 0 0,-1-1 0 0 0,0 1-1 0 0,0 0 1 0 0,0 0 0 0 0,0 0-1 0 0,0 0 1 0 0,0 0-1 0 0,-1 0 1 0 0,1 0 0 0 0,0 0-1 0 0,-1 0 1 0 0,0 0 0 0 0,1 0-1 0 0,-1 0 1 0 0,0 0-1 0 0,0 0 1 0 0,0 1 0 0 0,-1-1-1 0 0,1 0 1 0 0,-1 2 0 0 0,-1 7 30 0 0,-1 0 0 0 0,-1-1 1 0 0,1 1-1 0 0,-2-1 1 0 0,1 0-1 0 0,-1 0 0 0 0,-1-1 1 0 0,0 1-1 0 0,0-1 1 0 0,-1-1-1 0 0,0 1 0 0 0,-1-1 1 0 0,-16 14-1 0 0,16-15-81 0 0,-1 0 0 0 0,0-1 0 0 0,-1 0 0 0 0,1 0 0 0 0,-1-1 0 0 0,0 0 1 0 0,-1-1-1 0 0,1 0 0 0 0,-1-1 0 0 0,0 0 0 0 0,1-1 0 0 0,-1 0 0 0 0,0-1 0 0 0,-1 0 0 0 0,1 0 0 0 0,0-1 0 0 0,0-1 0 0 0,0 0 0 0 0,0 0 0 0 0,0-1 0 0 0,0-1 0 0 0,0 0 0 0 0,1 0 0 0 0,-11-5 0 0 0,-32-12-174 0 0,51 20 122 0 0,44-1-903 0 0,-33-1 2238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21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14 4132 0 0,'-16'-14'20083'0'0,"-13"29"-19249"0"0,1 1 0 0 0,0 2 0 0 0,-42 35 0 0 0,-5 3-308 0 0,67-51-511 0 0,-1 1 0 0 0,1 1 0 0 0,0-1-1 0 0,0 1 1 0 0,1 1 0 0 0,0-1 0 0 0,1 1 0 0 0,-1 0-1 0 0,2 1 1 0 0,-1 0 0 0 0,1 0 0 0 0,0 0 0 0 0,1 0-1 0 0,0 1 1 0 0,1 0 0 0 0,-1-1 0 0 0,2 1-1 0 0,0 1 1 0 0,0-1 0 0 0,1 0 0 0 0,0 0 0 0 0,0 1-1 0 0,2 15 1 0 0,18 170 20 0 0,62 270 1 0 0,-38-231-113 0 0,-32-181 304 0 0,-11-52-200 0 0,0-2-41 0 0,-1 0 13 0 0,1 0 1 0 0,-1 0 0 0 0,1 0-1 0 0,-1 1 1 0 0,1-1 0 0 0,-1 0 0 0 0,1 0-1 0 0,0 1 1 0 0,-1-1 0 0 0,1 0-1 0 0,-1 1 1 0 0,1-1 0 0 0,0 0 0 0 0,0 1-1 0 0,-1-1 1 0 0,1 1 0 0 0,0-1 0 0 0,-1 0-1 0 0,1 1 1 0 0,0-1 0 0 0,0 1-1 0 0,0-1 1 0 0,0 1 0 0 0,-1-1 0 0 0,1 1-1 0 0,0-1 1 0 0,0 1 0 0 0,0-1-1 0 0,0 1 1 0 0,0-1 0 0 0,0 1 0 0 0,0-1-1 0 0,0 1 1 0 0,0-1 0 0 0,1 1-1 0 0,-1-1 1 0 0,0 0 0 0 0,0 1 0 0 0,0-1-1 0 0,0 1 1 0 0,1-1 0 0 0,-1 1-1 0 0,0-1 1 0 0,1 0 0 0 0,-1 1 0 0 0,0-1-1 0 0,0 1 1 0 0,1-1 0 0 0,-1 0 0 0 0,1 1-1 0 0,-1-1 1 0 0,0 0 0 0 0,1 0-1 0 0,-1 1 1 0 0,1-1 0 0 0,-1 0 0 0 0,1 0-1 0 0,-1 0 1 0 0,1 0 0 0 0,-1 1-1 0 0,0-1 1 0 0,1 0 0 0 0,0 0 0 0 0,12 1-3 0 0,0 0 1 0 0,0-1 0 0 0,0-1 0 0 0,-1 0 0 0 0,1-1 0 0 0,13-2 0 0 0,12-2 83 0 0,108-6 174 0 0,38-3-212 0 0,-168 12 1379 0 0,7 0-4917 0 0,-20 2 2238 0 0,0-1-1 0 0,-1 1 0 0 0,1-1 0 0 0,0 1 1 0 0,-1-1-1 0 0,0 0 0 0 0,1 0 0 0 0,-1 0 1 0 0,0 0-1 0 0,0 0 0 0 0,0 0 0 0 0,0-1 1 0 0,0 1-1 0 0,-1-1 0 0 0,3-4 1 0 0,11-12-5537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22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5612 0 0,'-17'0'2348'0'0,"-1"3"7138"0"0,18-2-9256 0 0,0 0-1 0 0,0 0 1 0 0,0 0 0 0 0,1 0-1 0 0,-1-1 1 0 0,0 1 0 0 0,1 0-1 0 0,-1 0 1 0 0,1 0 0 0 0,-1-1-1 0 0,1 1 1 0 0,-1 0-1 0 0,1-1 1 0 0,-1 1 0 0 0,1 0-1 0 0,0-1 1 0 0,-1 1 0 0 0,1-1-1 0 0,0 1 1 0 0,-1-1-1 0 0,1 1 1 0 0,0-1 0 0 0,1 1-1 0 0,6 3 69 0 0,1 0 0 0 0,0 0 1 0 0,0-1-1 0 0,0 0 0 0 0,1-1 0 0 0,-1 0 0 0 0,19 1 0 0 0,-13-1 55 0 0,76 8 907 0 0,151-2 1 0 0,-230-8-1186 0 0,-12 0-65 0 0,1 0 1 0 0,-1 0 0 0 0,1 1-1 0 0,-1-1 1 0 0,1 0-1 0 0,-1 0 1 0 0,1 1-1 0 0,-1-1 1 0 0,1 0-1 0 0,-1 1 1 0 0,1-1 0 0 0,-1 0-1 0 0,0 1 1 0 0,1-1-1 0 0,-1 1 1 0 0,0-1-1 0 0,1 1 1 0 0,-1-1-1 0 0,0 1 1 0 0,0-1 0 0 0,1 1-1 0 0,-1-1 1 0 0,0 1-1 0 0,0-1 1 0 0,0 1-1 0 0,0-1 1 0 0,0 1-1 0 0,0-1 1 0 0,0 1 0 0 0,0-1-1 0 0,0 1 1 0 0,0-1-1 0 0,0 1 1 0 0,0 0-1 0 0,-3 20 251 0 0,-11 14 145 0 0,-3 10 228 0 0,-23 88-1 0 0,37-117-593 0 0,0 0-1 0 0,2 0 1 0 0,-1 1-1 0 0,2-1 1 0 0,0 0-1 0 0,1 0 0 0 0,1 1 1 0 0,1-1-1 0 0,6 25 1 0 0,4-9-124 0 0,1 0 0 0 0,2-1 0 0 0,1 0 1 0 0,1-2-1 0 0,2 0 0 0 0,0-1 1 0 0,29 29-1 0 0,-21-23-128 0 0,-26-31 191 0 0,5 4-58 0 0,0 2 0 0 0,-1-1 1 0 0,-1 1-1 0 0,1-1 0 0 0,5 14 0 0 0,-10-20 103 0 0,-1 1 1 0 0,1-1-1 0 0,0 0 0 0 0,-1 0 1 0 0,1 0-1 0 0,-1 1 1 0 0,0-1-1 0 0,0 0 1 0 0,0 0-1 0 0,0 1 0 0 0,0-1 1 0 0,0 0-1 0 0,-1 0 1 0 0,1 1-1 0 0,-1-1 1 0 0,0 0-1 0 0,1 0 0 0 0,-1 0 1 0 0,0 0-1 0 0,0 0 1 0 0,0 0-1 0 0,-1 0 1 0 0,1 0-1 0 0,0 0 0 0 0,-1-1 1 0 0,1 1-1 0 0,-1 0 1 0 0,0-1-1 0 0,1 1 0 0 0,-4 1 1 0 0,-12 7 265 0 0,-1 0 0 0 0,1-2 0 0 0,-2 0 0 0 0,1-1 0 0 0,-32 8 0 0 0,-11 4 236 0 0,59-18-669 0 0,-10 3-923 0 0,10-5 183 0 0,12-2 361 0 0,19-10-1144 0 0,-11 4-327 0 0,-6 4-2146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34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6 6398 0 0,'-3'-1'4487'0'0,"-20"-3"13084"0"0,20 11-17301 0 0,1 1 1 0 0,0-1 0 0 0,0 1-1 0 0,0 0 1 0 0,1 0-1 0 0,1 0 1 0 0,-1 12-1 0 0,-2 27 307 0 0,-5 12-263 0 0,3 1 0 0 0,3-1 0 0 0,2 0 0 0 0,9 65 0 0 0,-7-102-314 0 0,8 41 0 0 0,-10-63-1 0 0,0 0 0 0 0,0 1 0 0 0,0-1 1 0 0,0 0-1 0 0,1 0 0 0 0,-1 0 0 0 0,0 1 0 0 0,0-1 0 0 0,0 0 1 0 0,0 0-1 0 0,0 1 0 0 0,1-1 0 0 0,-1 0 0 0 0,0 0 0 0 0,0 0 1 0 0,0 0-1 0 0,1 1 0 0 0,-1-1 0 0 0,0 0 0 0 0,0 0 0 0 0,1 0 1 0 0,-1 0-1 0 0,0 0 0 0 0,0 0 0 0 0,1 0 0 0 0,-1 0 0 0 0,0 0 0 0 0,0 0 1 0 0,1 0-1 0 0,-1 0 0 0 0,0 0 0 0 0,0 0 0 0 0,1 0 0 0 0,-1 0 1 0 0,0 0-1 0 0,0 0 0 0 0,1 0 0 0 0,-1 0 0 0 0,0 0 0 0 0,0 0 1 0 0,1 0-1 0 0,-1 0 0 0 0,0 0 0 0 0,0-1 0 0 0,0 1 0 0 0,1 0 1 0 0,-1 0-1 0 0,0 0 0 0 0,0-1 0 0 0,0 1 0 0 0,1 0 0 0 0,-1 0 0 0 0,0 0 1 0 0,0-1-1 0 0,0 1 0 0 0,0 0 0 0 0,0 0 0 0 0,1-1 0 0 0,7-11-241 0 0,-8 12 202 0 0,3-12-563 0 0,-2 0 0 0 0,0-1 0 0 0,0 1 0 0 0,-1 0 0 0 0,0-1 0 0 0,-2 1 0 0 0,1 0 0 0 0,-5-17-1 0 0,1 4-1471 0 0,-16-72-6498 0 0,6 33-1179 0 0,10 40 3167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35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3300 0 0,'0'0'12899'0'0,"28"4"-8165"0"0,-23 0-4222 0 0,0 1 1 0 0,-1 0-1 0 0,1 0 0 0 0,-1 0 1 0 0,-1 0-1 0 0,1 1 0 0 0,-1-1 1 0 0,0 1-1 0 0,4 11 0 0 0,13 29 691 0 0,2 0 0 0 0,2-2 0 0 0,49 69-1 0 0,-66-105-1212 0 0,0-1 1 0 0,0 0-1 0 0,1 0 0 0 0,0 0 0 0 0,0-1 0 0 0,1 0 0 0 0,-1-1 0 0 0,1 0 1 0 0,0 0-1 0 0,1-1 0 0 0,-1 0 0 0 0,1-1 0 0 0,0 0 0 0 0,0 0 0 0 0,0-1 0 0 0,0-1 1 0 0,0 1-1 0 0,1-2 0 0 0,-1 1 0 0 0,0-1 0 0 0,1-1 0 0 0,-1 0 0 0 0,15-3 1 0 0,-25 4-47 0 0,1 0 0 0 0,0-1 1 0 0,0 1-1 0 0,0 0 1 0 0,0 0-1 0 0,-1 0 1 0 0,1-1-1 0 0,0 1 0 0 0,0 0 1 0 0,-1 0-1 0 0,1-1 1 0 0,0 1-1 0 0,0-1 1 0 0,-1 1-1 0 0,1-1 0 0 0,0 1 1 0 0,-1-1-1 0 0,1 1 1 0 0,-1-1-1 0 0,1 0 1 0 0,-1 1-1 0 0,1-1 0 0 0,-1 0 1 0 0,1 0-1 0 0,-1 1 1 0 0,0-1-1 0 0,1 0 1 0 0,-1 0-1 0 0,1-1 0 0 0,-2 0-80 0 0,1 1-1 0 0,0-1 1 0 0,-1 1-1 0 0,1-1 0 0 0,-1 1 1 0 0,1-1-1 0 0,-1 1 1 0 0,0 0-1 0 0,0-1 0 0 0,0 1 1 0 0,0 0-1 0 0,0 0 1 0 0,0-1-1 0 0,-1 0 0 0 0,-39-31-7582 0 0,0 4-6298 0 0,34 21 8857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35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5740 0 0,'0'0'5199'0'0,"-4"28"1784"0"0,23 86 1428 0 0,-11 61-4124 0 0,5 52-2140 0 0,12-125-2147 0 0,-17-86 0 0 0,-6-13 0 0 0,-2-3-52 0 0,0 0 1 0 0,0 0-1 0 0,0 0 1 0 0,0 0-1 0 0,0 0 1 0 0,0 0-1 0 0,0 1 1 0 0,1-1-1 0 0,-1 0 1 0 0,0 0-1 0 0,0 0 0 0 0,0 0 1 0 0,0 0-1 0 0,0 0 1 0 0,0 1-1 0 0,0-1 1 0 0,0 0-1 0 0,0 0 1 0 0,0 0-1 0 0,1 0 1 0 0,-1 0-1 0 0,0 0 0 0 0,0 0 1 0 0,0 0-1 0 0,0 0 1 0 0,0 0-1 0 0,0 0 1 0 0,1 1-1 0 0,-1-1 1 0 0,0 0-1 0 0,0 0 0 0 0,0 0 1 0 0,0 0-1 0 0,0 0 1 0 0,1 0-1 0 0,-1 0 1 0 0,0 0-1 0 0,0 0 1 0 0,0 0-1 0 0,0 0 1 0 0,0-1-1 0 0,1 1 0 0 0,-1 0 1 0 0,0 0-1 0 0,0 0 1 0 0,0 0-1 0 0,0 0 1 0 0,0 0-1 0 0,0 0 1 0 0,1 0-1 0 0,-1 0 1 0 0,0 0-1 0 0,0-1 0 0 0,7-9-6272 0 0,-2-9-4789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36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13 5236 0 0,'-9'-10'13528'0'0,"8"9"-13062"0"0,-22-1 5265 0 0,-40 11-5786 0 0,34-4 1841 0 0,-112 14-745 0 0,139-18-1016 0 0,-9 27 135 0 0,12-19-114 0 0,0 0 0 0 0,1 0 0 0 0,0 0 0 0 0,0 0 0 0 0,7 15 0 0 0,8 30 317 0 0,-9 64 422 0 0,-5-40-400 0 0,-1-37-126 0 0,-3 0 1 0 0,-10 70-1 0 0,-1 40 272 0 0,5-32-289 0 0,7-117-255 0 0,-1 0 1 0 0,1 0 0 0 0,-1 0 0 0 0,0 0-1 0 0,0 0 1 0 0,0 0 0 0 0,0 0-1 0 0,0-1 1 0 0,0 1 0 0 0,0 0 0 0 0,-1-1-1 0 0,1 1 1 0 0,0-1 0 0 0,-3 3 0 0 0,2-1-260 0 0,15-10 107 0 0,-10 5 160 0 0,11-4-15 0 0,0 0 1 0 0,0 1 0 0 0,1 1-1 0 0,-1 0 1 0 0,1 1 0 0 0,28-3 0 0 0,89 6 91 0 0,-100 2-51 0 0,-29-2 9 0 0,15-1-1376 0 0,-13-13-10205 0 0,-6 12 10262 0 0,0 0-1 0 0,0 0 1 0 0,0 0 0 0 0,0 0-1 0 0,0 0 1 0 0,0 0-1 0 0,-4-3 1 0 0,-1-5-6117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40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3678 0 0,'0'0'21349'0'0,"1"39"-18603"0"0,4-8-1714 0 0,8 23-119 0 0,-12-52-894 0 0,-1 1 1 0 0,1-1-1 0 0,0 0 1 0 0,0 0-1 0 0,0 0 1 0 0,1 0-1 0 0,-1-1 1 0 0,0 1 0 0 0,1 0-1 0 0,-1 0 1 0 0,1-1-1 0 0,-1 1 1 0 0,1-1-1 0 0,0 0 1 0 0,0 1-1 0 0,0-1 1 0 0,0 0 0 0 0,0 0-1 0 0,4 2 1 0 0,-3-5-56 0 0,1 1 1 0 0,0-1-1 0 0,0 1 1 0 0,-1-1-1 0 0,1-1 1 0 0,-1 1 0 0 0,0 0-1 0 0,1-1 1 0 0,-1 1-1 0 0,0-1 1 0 0,-1 0-1 0 0,6-6 1 0 0,2-4-42 0 0,0-1 1 0 0,-1 0-1 0 0,0-1 1 0 0,-1 0-1 0 0,11-28 1 0 0,-9 24 1016 0 0,-10 19-913 0 0,1 0 1 0 0,-1 0 0 0 0,0 0-1 0 0,1 0 1 0 0,-1 0 0 0 0,0 0-1 0 0,0 0 1 0 0,1 0-1 0 0,-1 0 1 0 0,0 0 0 0 0,1 0-1 0 0,-1 1 1 0 0,0-1 0 0 0,0 0-1 0 0,1 0 1 0 0,-1 0-1 0 0,0 0 1 0 0,0 1 0 0 0,1-1-1 0 0,-1 0 1 0 0,0 0 0 0 0,0 1-1 0 0,0-1 1 0 0,1 0-1 0 0,-1 0 1 0 0,0 1 0 0 0,0-1-1 0 0,0 0 1 0 0,0 1 0 0 0,0-1-1 0 0,0 0 1 0 0,0 1 0 0 0,1-1-1 0 0,-1 0 1 0 0,0 1-1 0 0,10 48 1379 0 0,-7-31-1354 0 0,1 2 11 0 0,-2-9-43 0 0,1 0 1 0 0,0 0-1 0 0,0 0 1 0 0,1 0-1 0 0,8 14 1 0 0,-9-18-51 0 0,1-1 0 0 0,-1 0-1 0 0,2 0 1 0 0,-1 0 0 0 0,1 0 0 0 0,0-1-1 0 0,0 1 1 0 0,0-1 0 0 0,1 0 0 0 0,0-1-1 0 0,0 0 1 0 0,12 7 0 0 0,-13-9 4 0 0,0-1 0 0 0,0 0 0 0 0,0 0 0 0 0,0 0 0 0 0,0 0 0 0 0,0-1 0 0 0,0 0 0 0 0,0 0 0 0 0,0 0 0 0 0,1-1 0 0 0,-1 0 0 0 0,0 0 0 0 0,0 0 0 0 0,0 0 0 0 0,0-1 0 0 0,-1 0 0 0 0,1 0 0 0 0,8-5 0 0 0,3-3-81 0 0,-1 0 1 0 0,-1-1 0 0 0,0-1 0 0 0,0 0-1 0 0,-1-1 1 0 0,16-21 0 0 0,-10 13 52 0 0,-16 18 94 0 0,-1 0 1 0 0,0-1-1 0 0,0 1 0 0 0,0-1 0 0 0,0 1 0 0 0,0-1 0 0 0,-1 0 1 0 0,0 1-1 0 0,0-1 0 0 0,0 0 0 0 0,0 0 0 0 0,-1 0 0 0 0,1 0 1 0 0,-1 0-1 0 0,0-6 0 0 0,0 8 587 0 0,-12 22-480 0 0,11-15-183 0 0,1 0 0 0 0,0-1 0 0 0,0 1 0 0 0,0 0 0 0 0,1 0 0 0 0,0-1 0 0 0,-1 1 0 0 0,2 0 1 0 0,-1-1-1 0 0,0 1 0 0 0,1-1 0 0 0,0 0 0 0 0,0 1 0 0 0,0-1 0 0 0,1 0 0 0 0,-1 0 0 0 0,1 0 0 0 0,0 0 0 0 0,0-1 0 0 0,6 6 0 0 0,2-2 3431 0 0,1-1-7180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40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73 5772 0 0,'-8'1'20714'0'0,"26"3"-16132"0"0,23 0-6440 0 0,-28-3 4040 0 0,129-9-1521 0 0,204-36 0 0 0,-153 15-667 0 0,-193 29-19 0 0,1 0-1 0 0,-1-1 1 0 0,1 1-1 0 0,-1 0 1 0 0,0 0-1 0 0,1 0 1 0 0,-1 0-1 0 0,1 0 1 0 0,-1 0-1 0 0,1 0 1 0 0,-1 0 0 0 0,1 0-1 0 0,-1 0 1 0 0,1 0-1 0 0,-1 0 1 0 0,0 0-1 0 0,1 0 1 0 0,-1 0-1 0 0,1 0 1 0 0,-1 0-1 0 0,1 1 1 0 0,-1-1 0 0 0,0 0-1 0 0,1 0 1 0 0,-1 1-1 0 0,1-1 1 0 0,-1 0-1 0 0,0 0 1 0 0,1 1-1 0 0,-1-1 1 0 0,0 0-1 0 0,1 1 1 0 0,-1-1-1 0 0,0 1 1 0 0,0-1 0 0 0,0 0-1 0 0,1 1 1 0 0,-1-1-1 0 0,0 1 1 0 0,-10 21-879 0 0,3-16 552 0 0,1-1 0 0 0,-1 0 1 0 0,0 0-1 0 0,0-1 1 0 0,0 1-1 0 0,-1-2 1 0 0,1 1-1 0 0,-11 3 1 0 0,-20 10-2319 0 0,-34 19-5397 0 0,25-18-2875 0 0,34-13 5017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41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22 2100 0 0,'27'-19'16117'0'0,"-33"18"-12035"0"0,-9 0-3571 0 0,10 2-143 0 0,1 0 0 0 0,-1 0 0 0 0,0 0-1 0 0,0 1 1 0 0,1 0 0 0 0,-1 0 0 0 0,1 0 0 0 0,0 0 0 0 0,-8 6-1 0 0,-4 1 464 0 0,15-9-824 0 0,0 0 1 0 0,0 1 0 0 0,1-1-1 0 0,-1 0 1 0 0,0 1 0 0 0,0-1-1 0 0,0 1 1 0 0,1-1 0 0 0,-1 0-1 0 0,0 1 1 0 0,1 0 0 0 0,-1-1-1 0 0,0 1 1 0 0,1-1 0 0 0,-1 1-1 0 0,1 0 1 0 0,-1-1 0 0 0,1 1-1 0 0,-1 0 1 0 0,1 0 0 0 0,0-1-1 0 0,-1 1 1 0 0,1 0 0 0 0,0 0-1 0 0,-1 0 1 0 0,1 0 0 0 0,0-1-1 0 0,0 1 1 0 0,0 0 0 0 0,0 0-1 0 0,0 0 1 0 0,0 0 0 0 0,0 0-1 0 0,0-1 1 0 0,0 1 0 0 0,0 0-1 0 0,1 0 1 0 0,-1 0 0 0 0,0 0-1 0 0,0-1 1 0 0,1 1 0 0 0,-1 0-1 0 0,1 0 1 0 0,-1-1 0 0 0,1 1-1 0 0,-1 0 1 0 0,1-1 0 0 0,-1 1-1 0 0,1 0 1 0 0,0 0 0 0 0,2 1 2 0 0,1 1 0 0 0,-1-1 0 0 0,0 0 0 0 0,1 0 0 0 0,-1 0 0 0 0,1-1 0 0 0,0 1 0 0 0,-1-1 1 0 0,1 0-1 0 0,0 0 0 0 0,6 1 0 0 0,51 4 255 0 0,-31-4-92 0 0,-24-2-125 0 0,64 12 296 0 0,-67-11-330 0 0,0 0 0 0 0,1-1 0 0 0,-1 1 0 0 0,0 0 0 0 0,0 1 0 0 0,0-1 0 0 0,0 0 0 0 0,-1 1 1 0 0,1 0-1 0 0,0 0 0 0 0,-1 0 0 0 0,1 0 0 0 0,-1 0 0 0 0,1 0 0 0 0,-1 0 0 0 0,0 1 0 0 0,2 3 1 0 0,-3-3-5 0 0,-1 0 0 0 0,0 0 1 0 0,-1 0-1 0 0,1 0 0 0 0,-1 0 1 0 0,1-1-1 0 0,-1 1 0 0 0,0 0 1 0 0,0 0-1 0 0,0 0 0 0 0,0-1 1 0 0,0 1-1 0 0,-1 0 0 0 0,1-1 1 0 0,-1 1-1 0 0,0-1 0 0 0,0 0 1 0 0,0 0-1 0 0,0 1 0 0 0,0-1 1 0 0,-5 3-1 0 0,-55 46 80 0 0,53-45-70 0 0,0 0 1 0 0,-1 0-1 0 0,0-1 1 0 0,0-1-1 0 0,0 1 1 0 0,-1-2 0 0 0,0 1-1 0 0,1-1 1 0 0,-1-1-1 0 0,0 0 1 0 0,-1-1 0 0 0,1 0-1 0 0,0 0 1 0 0,0-2-1 0 0,0 1 1 0 0,0-1-1 0 0,0-1 1 0 0,-16-3 0 0 0,26 4-26 0 0,0 1 1 0 0,-1-1 0 0 0,1 1 0 0 0,0-1 0 0 0,0 0-1 0 0,0 0 1 0 0,0 1 0 0 0,0-1 0 0 0,0 0 0 0 0,1 0-1 0 0,-1 0 1 0 0,0 0 0 0 0,0 0 0 0 0,1 0 0 0 0,-1 0-1 0 0,0 0 1 0 0,1 0 0 0 0,-1-1 0 0 0,1 1 0 0 0,-1 0-1 0 0,1 0 1 0 0,0 0 0 0 0,0-1 0 0 0,-1 1 0 0 0,1 0-1 0 0,0-2 1 0 0,4-28-88 0 0,-3 29 81 0 0,1 1 2 0 0,0 0 0 0 0,0 0 0 0 0,0 0 1 0 0,0 0-1 0 0,0 0 0 0 0,0 1 0 0 0,0-1 1 0 0,0 1-1 0 0,0 0 0 0 0,0-1 0 0 0,1 1 1 0 0,3 1-1 0 0,-5-1-96 0 0,1 1 0 0 0,-1-1 0 0 0,1 0 1 0 0,0 1-1 0 0,-1-1 0 0 0,1 0 0 0 0,0 0 0 0 0,-1 0 0 0 0,1 0 0 0 0,0 0 1 0 0,-1-1-1 0 0,1 1 0 0 0,0 0 0 0 0,-1-1 0 0 0,1 1 0 0 0,-1-1 1 0 0,1 1-1 0 0,0-1 0 0 0,-1 0 0 0 0,2-1 0 0 0,4-8-6579 0 0,5-17-13700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42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4642 0 0,'18'6'18924'0'0,"-11"13"-12147"0"0,-9 32-8715 0 0,0-32 3784 0 0,2-3-1639 0 0,2 0 1 0 0,-1 0-1 0 0,2 0 1 0 0,4 17-1 0 0,-5-28-191 0 0,-1 0 0 0 0,1 1 0 0 0,-1-1 0 0 0,1 0 0 0 0,1 0 0 0 0,-1-1 0 0 0,1 1 0 0 0,0 0 0 0 0,0-1-1 0 0,0 0 1 0 0,1 1 0 0 0,-1-1 0 0 0,1-1 0 0 0,0 1 0 0 0,6 4 0 0 0,-7-7-34 0 0,-1 0 0 0 0,0-1 0 0 0,1 1 0 0 0,-1-1 1 0 0,0 0-1 0 0,1 0 0 0 0,-1 0 0 0 0,1 0 0 0 0,-1 0 0 0 0,0-1 0 0 0,1 1 0 0 0,-1 0 1 0 0,0-1-1 0 0,1 0 0 0 0,-1 0 0 0 0,0 0 0 0 0,0 0 0 0 0,0 0 0 0 0,0 0 0 0 0,0 0 1 0 0,0-1-1 0 0,0 1 0 0 0,2-3 0 0 0,47-43-538 0 0,-45 40 423 0 0,13-13 55 0 0,-2 0-1 0 0,0-2 1 0 0,-1 0-1 0 0,-1 0 1 0 0,20-43-1 0 0,-35 64 1253 0 0,6 23-660 0 0,5 21-164 0 0,-11-36-328 0 0,1 0 1 0 0,1 0-1 0 0,-1 0 1 0 0,1 0-1 0 0,1 0 1 0 0,-1-1-1 0 0,1 1 1 0 0,0-1-1 0 0,1 0 1 0 0,-1 0-1 0 0,1 0 1 0 0,0 0-1 0 0,1 0 1 0 0,-1-1-1 0 0,10 8 1 0 0,-9-9-107 0 0,1 0 1 0 0,0 0 0 0 0,0-1 0 0 0,0 0 0 0 0,1 0 0 0 0,-1 0-1 0 0,1-1 1 0 0,-1 0 0 0 0,1 0 0 0 0,0-1 0 0 0,0 0-1 0 0,0 0 1 0 0,0 0 0 0 0,0-1 0 0 0,0 0 0 0 0,0 0-1 0 0,0-1 1 0 0,-1 0 0 0 0,1 0 0 0 0,0-1 0 0 0,0 0-1 0 0,-1 0 1 0 0,1 0 0 0 0,-1-1 0 0 0,1 0 0 0 0,-1 0 0 0 0,0-1-1 0 0,0 0 1 0 0,-1 0 0 0 0,1 0 0 0 0,-1-1 0 0 0,0 1-1 0 0,6-8 1 0 0,-7 7 128 0 0,-1-1 1 0 0,0 0-1 0 0,0 0 0 0 0,0 0 0 0 0,0-1 0 0 0,-1 1 0 0 0,0 0 0 0 0,2-14 0 0 0,-3 14 202 0 0,-1 8-164 0 0,9 30-594 0 0,-7-28 414 0 0,-1-2-242 0 0,4 12-1100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42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3910 0 0,'0'0'6624'0'0,"28"14"3063"0"0,-4-13-7959 0 0,1-1 0 0 0,29-2 0 0 0,35-1-17 0 0,-89 3-1687 0 0,1 0 0 0 0,-1 0 0 0 0,1 0 0 0 0,-1 0-1 0 0,1 0 1 0 0,-1 1 0 0 0,0-1 0 0 0,1 0 0 0 0,-1 0 0 0 0,1 0-1 0 0,-1 0 1 0 0,0 0 0 0 0,1 1 0 0 0,-1-1 0 0 0,0 0 0 0 0,1 0 0 0 0,-1 1-1 0 0,0-1 1 0 0,1 0 0 0 0,-1 1 0 0 0,0-1 0 0 0,1 0 0 0 0,-1 1 0 0 0,0-1-1 0 0,0 0 1 0 0,1 1 0 0 0,-1-1 0 0 0,0 0 0 0 0,0 1 0 0 0,0-1-1 0 0,0 1 1 0 0,0-1 0 0 0,0 0 0 0 0,1 1 0 0 0,-6 18 478 0 0,-14 13 65 0 0,-20 3 187 0 0,31-29-580 0 0,0 1 0 0 0,0 0 0 0 0,0 1 0 0 0,1-1 0 0 0,-9 14 0 0 0,15-20-131 0 0,2 16-108 0 0,1-10-27 0 0,20-7 28 0 0,9-4-129 0 0,61-16 0 0 0,11-3-196 0 0,-69 15 446 0 0,-6 0-1798 0 0,-8 6-7072 0 0,-41 0 869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43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4058 0 0,'0'0'8399'0'0,"36"7"-4082"0"0,57-17-1152 0 0,-77 6-2699 0 0,0 1 0 0 0,1 1 0 0 0,-1 1 0 0 0,1 0 0 0 0,-1 1 0 0 0,1 1 0 0 0,-1 0 0 0 0,29 7 0 0 0,-41-7-345 0 0,0 1 1 0 0,0-1-1 0 0,0 1 0 0 0,-1 1 1 0 0,1-1-1 0 0,0 0 1 0 0,-1 1-1 0 0,0 0 1 0 0,1-1-1 0 0,-1 1 0 0 0,0 1 1 0 0,-1-1-1 0 0,1 0 1 0 0,0 1-1 0 0,-1-1 1 0 0,0 1-1 0 0,2 4 0 0 0,2 7 249 0 0,0-1-1 0 0,-2 1 0 0 0,5 23 0 0 0,0 0 28 0 0,-3-7 41 0 0,0 2 1 0 0,1 53 0 0 0,-5-53-186 0 0,1 0 0 0 0,12 54-1 0 0,-9-65-256 0 0,0-1 0 0 0,2 1 0 0 0,1-1-1 0 0,0-1 1 0 0,19 31 0 0 0,-20-40-128 0 0,1 0 0 0 0,-1-1 1 0 0,2 0-1 0 0,-1 0 0 0 0,2 0 1 0 0,-1-2-1 0 0,1 1 1 0 0,0-1-1 0 0,1-1 0 0 0,18 9 1 0 0,-29-16 133 0 0,-1 0 1 0 0,0 0-1 0 0,1 0 1 0 0,-1 0-1 0 0,0 1 1 0 0,0-1-1 0 0,1 0 1 0 0,-1 0 0 0 0,0 0-1 0 0,1 0 1 0 0,-1 0-1 0 0,0 0 1 0 0,0 0-1 0 0,1 1 1 0 0,-1-1 0 0 0,0 0-1 0 0,0 0 1 0 0,1 0-1 0 0,-1 1 1 0 0,0-1-1 0 0,0 0 1 0 0,0 0-1 0 0,0 1 1 0 0,1-1 0 0 0,-1 0-1 0 0,0 0 1 0 0,0 1-1 0 0,0-1 1 0 0,0 0-1 0 0,0 0 1 0 0,0 1 0 0 0,0-1-1 0 0,0 0 1 0 0,0 1-1 0 0,0-1 1 0 0,0 0-1 0 0,0 1 1 0 0,0-1-1 0 0,0 0 1 0 0,0 0 0 0 0,0 1-1 0 0,0-1 1 0 0,-16 8 154 0 0,-46 3 219 0 0,25-4-127 0 0,-126 28-408 0 0,160-34-2274 0 0,-7 2 5899 0 0,4-1-7570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45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6598 0 0,'0'0'10709'0'0,"36"-4"-7558"0"0,-5 6-1144 0 0,-1-1-1 0 0,37-3 1 0 0,127-25 55 0 0,-35 3-1792 0 0,-7 10 25 0 0,-149 13-104 0 0,19 0 1557 0 0,-35 5-1395 0 0,-25 31-26889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46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 6732 0 0,'-19'-2'17719'0'0,"-8"11"-10040"0"0,28-7-7655 0 0,-1 1 1 0 0,1-1-1 0 0,0 1 1 0 0,0-1-1 0 0,0 0 1 0 0,1 0-1 0 0,-1 0 1 0 0,0 1-1 0 0,1-1 1 0 0,-1-1-1 0 0,1 1 1 0 0,0 0-1 0 0,0 0 1 0 0,0 0-1 0 0,-1-1 1 0 0,2 1-1 0 0,-1-1 1 0 0,0 0-1 0 0,0 0 1 0 0,0 1-1 0 0,1-1 1 0 0,-1-1-1 0 0,0 1 1 0 0,1 0-1 0 0,3 0 1 0 0,8 3-263 0 0,1-1 0 0 0,-1-1 0 0 0,1 0 0 0 0,0-1 0 0 0,0-1 0 0 0,26-2 1 0 0,91-20-2175 0 0,-106 17 2172 0 0,-24 4-635 0 0,-20 11-7945 0 0,-1-2 5005 0 0,0 2 0 0 0,-30 18 0 0 0,32-17 785 0 0,10-6-1236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46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9026 0 0,'52'-4'14530'0'0,"7"-7"-8473"0"0,-13 2-4717 0 0,-33 7-1074 0 0,93-10 693 0 0,-40 8-3429 0 0,-63 4 1690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49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43 3660 0 0,'0'0'22499'0'0,"0"31"-21380"0"0,-3 12-663 0 0,-1 28 582 0 0,4-67-997 0 0,0 0 0 0 0,0 0 0 0 0,1 0 0 0 0,0 0 0 0 0,-1 0 0 0 0,2 0 0 0 0,-1 0 0 0 0,0 0 0 0 0,1-1 0 0 0,0 1 0 0 0,-1 0 0 0 0,1-1 0 0 0,5 6 0 0 0,-6-8-48 0 0,0 0 0 0 0,0 0 0 0 0,0 0 0 0 0,0-1 0 0 0,0 1 1 0 0,0 0-1 0 0,0-1 0 0 0,1 1 0 0 0,-1-1 0 0 0,0 1 0 0 0,0-1 1 0 0,1 0-1 0 0,-1 1 0 0 0,0-1 0 0 0,1 0 0 0 0,-1 0 0 0 0,0 0 1 0 0,0 0-1 0 0,1 0 0 0 0,-1 0 0 0 0,0 0 0 0 0,1-1 0 0 0,-1 1 1 0 0,0 0-1 0 0,0-1 0 0 0,1 1 0 0 0,-1-1 0 0 0,0 1 0 0 0,0-1 1 0 0,0 0-1 0 0,0 1 0 0 0,0-1 0 0 0,0 0 0 0 0,0 0 0 0 0,0 0 1 0 0,0 0-1 0 0,0 0 0 0 0,0 0 0 0 0,1-2 0 0 0,7-7-101 0 0,0-1-1 0 0,-1 0 0 0 0,8-14 1 0 0,-3 6 15 0 0,-5 4-19 0 0,0 0 1 0 0,-1-1-1 0 0,-1 0 1 0 0,0 0-1 0 0,4-22 0 0 0,-4 20 66 0 0,5-6 475 0 0,-10 24-418 0 0,-1 0 0 0 0,1 0-1 0 0,0-1 1 0 0,-1 1 0 0 0,1 0 0 0 0,-1 0 0 0 0,1 0 0 0 0,-1 0 0 0 0,1 0 0 0 0,0 0-1 0 0,-1 0 1 0 0,1 1 0 0 0,-1-1 0 0 0,1 0 0 0 0,-1 0 0 0 0,1 0 0 0 0,-1 0 0 0 0,1 1-1 0 0,-1-1 1 0 0,1 0 0 0 0,-1 1 0 0 0,1-1 0 0 0,-1 0 0 0 0,1 1 0 0 0,-1-1 0 0 0,1 0-1 0 0,-1 1 1 0 0,0-1 0 0 0,1 1 0 0 0,-1-1 0 0 0,0 1 0 0 0,1-1 0 0 0,-1 1 0 0 0,0-1-1 0 0,0 1 1 0 0,0-1 0 0 0,1 1 0 0 0,-1 0 0 0 0,9 53 578 0 0,-1-30-420 0 0,-4-10-125 0 0,1 1 1 0 0,0-1-1 0 0,1 0 0 0 0,0 0 1 0 0,1-1-1 0 0,1 0 0 0 0,0 0 1 0 0,16 18-1 0 0,-23-30-55 0 0,0-1 1 0 0,0 1-1 0 0,0 0 1 0 0,0-1-1 0 0,0 1 1 0 0,1-1 0 0 0,-1 1-1 0 0,0-1 1 0 0,0 0-1 0 0,0 1 1 0 0,1-1-1 0 0,-1 0 1 0 0,0 0-1 0 0,0 0 1 0 0,0 0-1 0 0,1 0 1 0 0,-1 0-1 0 0,0 0 1 0 0,0 0-1 0 0,0-1 1 0 0,1 1-1 0 0,-1 0 1 0 0,0-1-1 0 0,0 1 1 0 0,0-1-1 0 0,0 1 1 0 0,0-1-1 0 0,2-1 1 0 0,30-22-268 0 0,-28 20 238 0 0,8-9-154 0 0,-1 1 0 0 0,-1-2 1 0 0,0 0-1 0 0,0 0 0 0 0,-2-1 0 0 0,15-28 0 0 0,16-24 26 0 0,-39 65 195 0 0,1-5 37 0 0,0 1 66 0 0,5 14-44 0 0,-2 2-43 0 0,-2 0-1 0 0,1 0 1 0 0,-1 1-1 0 0,0-1 1 0 0,-1 1-1 0 0,1 12 1 0 0,-2-10 5 0 0,1 0 0 0 0,1 0 0 0 0,8 24 1 0 0,-7-27-26 0 0,1-1 1 0 0,0 1 0 0 0,1-1 0 0 0,0 0 0 0 0,0 0 0 0 0,1-1 0 0 0,0 0 0 0 0,10 9 0 0 0,-12-13-59 0 0,0 1 0 0 0,1-1 0 0 0,-1 0 0 0 0,1-1 0 0 0,0 0 0 0 0,0 0 0 0 0,0 0 0 0 0,1 0 0 0 0,-1-1 0 0 0,0 0 0 0 0,1 0 0 0 0,0-1 0 0 0,11 1 0 0 0,-17-2-9 0 0,0 0 1 0 0,0 0 0 0 0,0 0 0 0 0,-1 0 0 0 0,1 0-1 0 0,0 0 1 0 0,0 0 0 0 0,0-1 0 0 0,0 1 0 0 0,0 0 0 0 0,-1-1-1 0 0,1 1 1 0 0,0 0 0 0 0,0-1 0 0 0,-1 1 0 0 0,1-1 0 0 0,0 0-1 0 0,-1 1 1 0 0,1-1 0 0 0,0 1 0 0 0,-1-1 0 0 0,1 0 0 0 0,-1 1-1 0 0,1-1 1 0 0,-1 0 0 0 0,1 0 0 0 0,-1 1 0 0 0,0-1 0 0 0,1 0-1 0 0,-1 0 1 0 0,0 0 0 0 0,0 0 0 0 0,1 0 0 0 0,-1 1-1 0 0,0-1 1 0 0,0 0 0 0 0,0 0 0 0 0,0 0 0 0 0,0 0 0 0 0,0 0-1 0 0,0 0 1 0 0,-1 1 0 0 0,1-1 0 0 0,0 0 0 0 0,0 0 0 0 0,-1 0-1 0 0,0-1 1 0 0,-15-36-5020 0 0,5 24 1874 0 0,-7-2-7902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49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27 4672 0 0,'0'0'10126'0'0,"-24"-20"-22650"0"0,12 13 10256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52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0 4272 0 0,'0'0'11261'0'0,"-31"9"-8211"0"0,9-2-1946 0 0,0 0 0 0 0,-1-2 0 0 0,0-1 1 0 0,-37 2-1 0 0,11 0-387 0 0,48-6-711 0 0,0 0 0 0 0,-1 1 0 0 0,1-1-1 0 0,0 1 1 0 0,0-1 0 0 0,0 1 0 0 0,-1-1 0 0 0,1 1-1 0 0,0 0 1 0 0,0 0 0 0 0,0-1 0 0 0,0 1 0 0 0,0 0-1 0 0,0 0 1 0 0,0 0 0 0 0,1 0 0 0 0,-1 0 0 0 0,0 0 0 0 0,0 0-1 0 0,1 1 1 0 0,-1-1 0 0 0,1 0 0 0 0,-1 0 0 0 0,1 0-1 0 0,-1 1 1 0 0,1-1 0 0 0,0 0 0 0 0,0 0 0 0 0,-1 1-1 0 0,1-1 1 0 0,0 2 0 0 0,4 46 155 0 0,-2-37-62 0 0,4 45 123 0 0,-3-16 97 0 0,17 74 1 0 0,57 231 1185 0 0,-69-286-1282 0 0,1 107 1 0 0,-14-153-422 0 0,4-12-56 0 0,8-3 119 0 0,5 0 197 0 0,242-8 153 0 0,-252 9-229 0 0,-4-7-5164 0 0,1 4 4067 0 0,-1 0 0 0 0,1 0-1 0 0,-1 0 1 0 0,0 0 0 0 0,0 0-1 0 0,0 0 1 0 0,-1 0 0 0 0,-4-4-1 0 0,-4-5-4696 0 0,9 2-938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53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29 6210 0 0,'-16'8'9621'0'0,"11"5"-3657"0"0,5-10-5579 0 0,1 0 1 0 0,-1 0-1 0 0,1 0 1 0 0,0 0-1 0 0,0 0 1 0 0,0 0-1 0 0,0 0 1 0 0,0 0-1 0 0,1-1 1 0 0,2 5-1 0 0,3 3-239 0 0,0 0 0 0 0,1 0 0 0 0,1-1 0 0 0,15 14 0 0 0,-22-20-145 0 0,1-1 0 0 0,0 0-1 0 0,-1 0 1 0 0,1 0 0 0 0,0 0-1 0 0,0-1 1 0 0,0 1 0 0 0,0-1 0 0 0,1 0-1 0 0,-1 0 1 0 0,0 0 0 0 0,7 1-1 0 0,-8-2-100 0 0,1-1 0 0 0,0 1-1 0 0,0-1 1 0 0,0 0-1 0 0,-1 0 1 0 0,1 0-1 0 0,0 0 1 0 0,-1-1-1 0 0,1 1 1 0 0,-1-1 0 0 0,1 1-1 0 0,-1-1 1 0 0,0 0-1 0 0,0 0 1 0 0,4-4-1 0 0,10-10-528 0 0,-1-1-1 0 0,23-32 1 0 0,-32 41 912 0 0,-1 0 1 0 0,-1 0 0 0 0,0-1 0 0 0,0 1 0 0 0,4-14 0 0 0,-1 63 3360 0 0,0 3-3541 0 0,-6-38-104 0 0,0 1 0 0 0,1 0 1 0 0,1-1-1 0 0,-1 0 0 0 0,1 1 0 0 0,0-1 0 0 0,0 0 1 0 0,1 0-1 0 0,0 0 0 0 0,4 5 0 0 0,-6-10-29 0 0,0 1 1 0 0,0 0-1 0 0,0-1 0 0 0,0 1 0 0 0,0-1 1 0 0,0 0-1 0 0,1 1 0 0 0,-1-1 0 0 0,0 0 1 0 0,1 0-1 0 0,-1-1 0 0 0,1 1 0 0 0,-1 0 1 0 0,1-1-1 0 0,-1 0 0 0 0,1 1 0 0 0,0-1 1 0 0,-1 0-1 0 0,1 0 0 0 0,-1-1 0 0 0,1 1 1 0 0,-1-1-1 0 0,1 1 0 0 0,-1-1 0 0 0,1 0 0 0 0,-1 1 1 0 0,1-1-1 0 0,3-3 0 0 0,0 1-67 0 0,-1-1-1 0 0,0 1 0 0 0,0-1 1 0 0,0 0-1 0 0,0 0 0 0 0,-1-1 1 0 0,0 0-1 0 0,1 1 1 0 0,3-9-1 0 0,26-23 148 0 0,-32 34 294 0 0,-1 2-358 0 0,-1 0 1 0 0,0 0 0 0 0,1 0 0 0 0,-1 0 0 0 0,0 0 0 0 0,1 0 0 0 0,-1 0-1 0 0,0 0 1 0 0,1 0 0 0 0,-1 0 0 0 0,0-1 0 0 0,1 1 0 0 0,-1 0 0 0 0,0 0-1 0 0,1 0 1 0 0,-1 0 0 0 0,0-1 0 0 0,0 1 0 0 0,1 0 0 0 0,-1 0 0 0 0,0-1-1 0 0,0 1 1 0 0,1 0 0 0 0,-1 0 0 0 0,0-1 0 0 0,0 1 0 0 0,0 0 0 0 0,0-1-1 0 0,1 1 1 0 0,-1 0 0 0 0,0-1 0 0 0,0 1 0 0 0,0 0 0 0 0,0-1 0 0 0,4 8-2264 0 0,-2-3 1508 0 0,-1 0 0 0 0,1-1 0 0 0,0 1 0 0 0,1-1 0 0 0,-1 1 0 0 0,0-1 0 0 0,5 5 0 0 0,8 10-4216 0 0,-9-4-1836 0 0,-2-4 263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53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6854 0 0,'0'0'11016'0'0,"12"2"-9728"0"0,16-1-60 0 0,-1-1 1 0 0,0-1-1 0 0,0-2 1 0 0,-1 0 0 0 0,29-8-1 0 0,11 0-129 0 0,155-21 451 0 0,-75 11-3632 0 0,-156 24 189 0 0,0 0 0 0 0,1 1 1 0 0,-1 0-1 0 0,1 0 0 0 0,0 1 1 0 0,-10 7-1 0 0,-10 5-5509 0 0,12-7 975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54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3290 0 0,'-14'2'3359'0'0,"-1"1"0"0"0,1 1 1 0 0,-20 7-1 0 0,30-10-3054 0 0,0 1 1 0 0,1-1-1 0 0,-1 1 1 0 0,1 0-1 0 0,-1 0 1 0 0,1 0-1 0 0,0 0 0 0 0,0 0 1 0 0,0 1-1 0 0,0-1 1 0 0,0 1-1 0 0,0 0 1 0 0,1 0-1 0 0,0 0 1 0 0,-1 1-1 0 0,1-1 0 0 0,0 0 1 0 0,-1 4-1 0 0,3-5-288 0 0,0-1 0 0 0,0 0 0 0 0,0 0-1 0 0,0 1 1 0 0,0-1 0 0 0,0 0-1 0 0,0 0 1 0 0,1 1 0 0 0,-1-1 0 0 0,1 0-1 0 0,-1 0 1 0 0,1 0 0 0 0,-1 0 0 0 0,1 0-1 0 0,0 0 1 0 0,-1 0 0 0 0,1 0-1 0 0,0 0 1 0 0,0 0 0 0 0,0 0 0 0 0,-1 0-1 0 0,1 0 1 0 0,0-1 0 0 0,0 1 0 0 0,1 0-1 0 0,-1-1 1 0 0,0 1 0 0 0,0 0-1 0 0,0-1 1 0 0,0 0 0 0 0,0 1 0 0 0,1-1-1 0 0,-1 0 1 0 0,0 1 0 0 0,0-1 0 0 0,2 0-1 0 0,49 7-18 0 0,-49-6 12 0 0,82 1 369 0 0,-60-3-160 0 0,1 1 0 0 0,-1 2 0 0 0,1 0-1 0 0,-1 2 1 0 0,0 1 0 0 0,27 8 0 0 0,-52-13-172 0 0,1 0 0 0 0,0 1 0 0 0,0-1 0 0 0,0 0 1 0 0,0 1-1 0 0,-1-1 0 0 0,1 0 0 0 0,0 1 0 0 0,0-1 1 0 0,-1 1-1 0 0,1-1 0 0 0,0 1 0 0 0,-1-1 0 0 0,1 1 0 0 0,0 0 1 0 0,-1-1-1 0 0,1 1 0 0 0,-1 0 0 0 0,1-1 0 0 0,-1 1 1 0 0,0 0-1 0 0,1 0 0 0 0,-1-1 0 0 0,0 1 0 0 0,1 0 0 0 0,-1 0 1 0 0,0 0-1 0 0,0 0 0 0 0,0-1 0 0 0,0 1 0 0 0,0 2 1 0 0,0-1 9 0 0,-1 0 1 0 0,0 0-1 0 0,0 0 0 0 0,0 0 1 0 0,0 0-1 0 0,0 0 1 0 0,0 0-1 0 0,-1-1 1 0 0,1 1-1 0 0,-1 0 1 0 0,1-1-1 0 0,-3 3 1 0 0,-4 3 57 0 0,-1-1 1 0 0,1 0 0 0 0,-1 0-1 0 0,-13 6 1 0 0,4-5-73 0 0,0-1 1 0 0,-1 0 0 0 0,1-2-1 0 0,-1 0 1 0 0,-1-1 0 0 0,1 0-1 0 0,0-2 1 0 0,0-1-1 0 0,-1 0 1 0 0,1-1 0 0 0,-29-6-1 0 0,47 6-149 0 0,1-1 1 0 0,-1 1-1 0 0,0-1 0 0 0,1 1 1 0 0,0-1-1 0 0,-1 0 0 0 0,1 1 0 0 0,0-1 1 0 0,0 0-1 0 0,0 0 0 0 0,0 1 0 0 0,0-1 1 0 0,0 0-1 0 0,0 1 0 0 0,0-1 0 0 0,1 0 1 0 0,-1 1-1 0 0,1-1 0 0 0,0-1 0 0 0,4-4-513 0 0,0 1 0 0 0,0 0-1 0 0,0 0 1 0 0,1 0 0 0 0,0 1-1 0 0,0-1 1 0 0,1 2-1 0 0,8-7 1 0 0,63-33-6287 0 0,-62 36 4846 0 0,32-19-4456 0 0,-31 13 1279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54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5646 0 0,'-1'2'16481'0'0,"36"9"-13199"0"0,33 6-5522 0 0,-46-13 3671 0 0,37 2-1189 0 0,-37-5-209 0 0,0 1 0 0 0,-1 1 0 0 0,1 1 0 0 0,-1 1 0 0 0,0 1 0 0 0,21 9 0 0 0,-40-14-14 0 0,0 0 0 0 0,0 1 1 0 0,0-1-1 0 0,-1 1 0 0 0,1-1 0 0 0,0 1 1 0 0,-1 0-1 0 0,0-1 0 0 0,1 1 0 0 0,-1 0 1 0 0,0 0-1 0 0,0 0 0 0 0,0 0 0 0 0,0 0 1 0 0,0 0-1 0 0,-1 0 0 0 0,1 1 1 0 0,0-1-1 0 0,-1 0 0 0 0,0 0 0 0 0,0 0 1 0 0,1 1-1 0 0,-1-1 0 0 0,-1 3 0 0 0,-8 62 587 0 0,3-35-279 0 0,-1 33 181 0 0,2-39-396 0 0,2-1 1 0 0,1 1-1 0 0,2-1 1 0 0,0 1 0 0 0,1 0-1 0 0,2-1 1 0 0,8 39 0 0 0,-5-46-199 0 0,1 1 0 0 0,1-1 0 0 0,1-1 1 0 0,1 0-1 0 0,0 0 0 0 0,1 0 1 0 0,1-2-1 0 0,21 24 0 0 0,-8-9-847 0 0,-24-29 901 0 0,0 1 0 0 0,1-1 0 0 0,-1 0 0 0 0,0 0 0 0 0,0 1 0 0 0,0-1 0 0 0,-1 1-1 0 0,1-1 1 0 0,0 0 0 0 0,-1 1 0 0 0,1 0 0 0 0,0-1 0 0 0,-1 1 0 0 0,0-1 0 0 0,1 1 0 0 0,-1 0 0 0 0,0-1 0 0 0,0 1-1 0 0,0-1 1 0 0,0 1 0 0 0,0 0 0 0 0,0-1 0 0 0,-1 1 0 0 0,0 3 0 0 0,0-3 74 0 0,-1 0 1 0 0,1-1-1 0 0,-1 1 0 0 0,1 0 1 0 0,-1 0-1 0 0,0-1 0 0 0,0 1 1 0 0,0-1-1 0 0,0 1 1 0 0,0-1-1 0 0,0 0 0 0 0,0 0 1 0 0,-1 0-1 0 0,1 0 0 0 0,-3 0 1 0 0,-13 4 439 0 0,0-1 0 0 0,-1 0 0 0 0,-28 0 0 0 0,34-3-513 0 0,-40 3 443 0 0,30-4-3291 0 0,7 1-3620 0 0,0-1-5364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58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 6828 0 0,'-5'-8'10497'0'0,"3"20"-4014"0"0,3-3-6687 0 0,15 71 5790 0 0,-13-61-4809 0 0,0 1 1 0 0,12 34 0 0 0,22 62 466 0 0,-10-59-1288 0 0,-63-46-23454 0 0,31-10 19779 0 0,-7 4-1769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59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6168 0 0,'5'3'16025'0'0,"23"-3"-12757"0"0,19-1-5085 0 0,-33 0 3495 0 0,151-15 96 0 0,352-41 412 0 0,-515 56-1090 0 0,-43 19-18207 0 0,5-5 9861 0 0,19-6 1251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8:59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23 140 5594 0 0,'0'0'11661'0'0,"-22"9"-6837"0"0,33 36-852 0 0,-9-32-3612 0 0,1-1-1 0 0,0 0 0 0 0,0 0 0 0 0,2 0 0 0 0,9 20 0 0 0,-11-26-339 0 0,1-1 0 0 0,-1 1 0 0 0,1-1 0 0 0,0 0 0 0 0,0 0 0 0 0,1 0-1 0 0,-1-1 1 0 0,1 0 0 0 0,0 0 0 0 0,0 0 0 0 0,1 0 0 0 0,10 5 0 0 0,-14-8-87 0 0,9-17-5 0 0,-10 14 68 0 0,1 0 1 0 0,-1 0-1 0 0,0 0 0 0 0,1 0 0 0 0,-1 0 0 0 0,0-1 0 0 0,0 1 0 0 0,0 0 0 0 0,-1 0 0 0 0,1-1 0 0 0,0-3 1 0 0,3-15 16 0 0,0 0 1 0 0,1 1 0 0 0,2-1 0 0 0,0 1 0 0 0,1 0 0 0 0,13-23-1 0 0,-15 32-28 0 0,1 0 0 0 0,1 1 0 0 0,-1 0 0 0 0,1 1 0 0 0,1 0 0 0 0,0 0 0 0 0,0 1 1 0 0,1 0-1 0 0,0 0 0 0 0,0 1 0 0 0,1 1 0 0 0,14-7 0 0 0,20-9 33 0 0,-44 21 173 0 0,11 41 1888 0 0,-12-5-1313 0 0,1 0-1 0 0,11 60 1 0 0,-10-87-766 0 0,0 0 0 0 0,0-1 0 0 0,1 1-1 0 0,0-1 1 0 0,0 0 0 0 0,6 10 0 0 0,0 0-2 0 0,-5-10-549 0 0,0-2-3476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9:00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71 4996 0 0,'-9'0'14611'0'0,"30"-1"-9030"0"0,68-2-3188 0 0,94-18 870 0 0,71-4-4551 0 0,-251 25 1010 0 0,-33-8-7246 0 0,11 3-2410 0 0,4-2 3403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9:01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2182 0 0,'-3'0'17139'0'0,"-29"9"-12697"0"0,17-4-4447 0 0,-1 0 0 0 0,1 2 0 0 0,-17 9 0 0 0,29-15 17 0 0,1 1 0 0 0,-1 0 0 0 0,1 0 0 0 0,-1 0 1 0 0,1 0-1 0 0,0 0 0 0 0,0 0 0 0 0,0 1 0 0 0,0-1 0 0 0,0 1 0 0 0,1-1 1 0 0,-1 1-1 0 0,1 0 0 0 0,0 0 0 0 0,0 0 0 0 0,0 0 0 0 0,0 0 1 0 0,0 0-1 0 0,0 0 0 0 0,1 0 0 0 0,0 0 0 0 0,-1 0 0 0 0,1 0 0 0 0,0 0 1 0 0,1 0-1 0 0,-1 0 0 0 0,0 0 0 0 0,1 0 0 0 0,0 0 0 0 0,0 0 1 0 0,0 0-1 0 0,0 0 0 0 0,0 0 0 0 0,0 0 0 0 0,1-1 0 0 0,2 5 0 0 0,7 11 382 0 0,2-1 0 0 0,0 0-1 0 0,0-1 1 0 0,23 21 0 0 0,-11-11 258 0 0,3 4-73 0 0,-2 2 1 0 0,-1 1-1 0 0,35 61 0 0 0,-50-76-455 0 0,-2 1-1 0 0,0 0 1 0 0,-1 0 0 0 0,0 1-1 0 0,-2 0 1 0 0,0 0-1 0 0,-2 0 1 0 0,0 1 0 0 0,0 28-1 0 0,-7 12 6 0 0,-2 0 0 0 0,-24 105 1 0 0,28-159-148 0 0,2-5-36 0 0,-1 0 0 0 0,1-1 0 0 0,-1 1 0 0 0,1 0 0 0 0,0 0 1 0 0,0 0-1 0 0,0 0 0 0 0,0-1 0 0 0,0 1 0 0 0,0 0 0 0 0,0 0 0 0 0,0 0 0 0 0,1 0 0 0 0,0 2 0 0 0,0-4 48 0 0,0 0 0 0 0,0 0 0 0 0,0 0 0 0 0,1 0 0 0 0,-1 0 0 0 0,0 0 0 0 0,0 0 0 0 0,0-1 0 0 0,0 1 0 0 0,0 0 0 0 0,0-1 0 0 0,0 1 0 0 0,0-1 0 0 0,0 1 0 0 0,0-1 0 0 0,0 1 0 0 0,0-1 0 0 0,0 1 0 0 0,0-1 0 0 0,0 0 0 0 0,0 0 0 0 0,0 0 0 0 0,-1 1 0 0 0,1-1 0 0 0,0 0 0 0 0,0-1 0 0 0,29-29-160 0 0,-25 25 108 0 0,1-1 0 0 0,0 1 0 0 0,0 0-1 0 0,1 1 1 0 0,0-1 0 0 0,0 1-1 0 0,0 1 1 0 0,11-7 0 0 0,8 2 78 0 0,0 0 0 0 0,1 2 0 0 0,0 1 0 0 0,0 1 0 0 0,0 1 0 0 0,1 1 0 0 0,35 1 1 0 0,-61 2 316 0 0,9 19-16 0 0,-14-10 1356 0 0,2-2-6196 0 0,1-23-5325 0 0,-18-9-567 0 0,13 16 3636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9:01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3930 0 0,'0'0'12435'0'0,"32"-1"-1855"0"0,-30 6-10400 0 0,0-1 1 0 0,-1 1-1 0 0,1 0 0 0 0,-1 0 1 0 0,0 0-1 0 0,-1 0 0 0 0,1 0 1 0 0,-1 0-1 0 0,0 0 1 0 0,-1 9-1 0 0,4 35 165 0 0,-3-47-354 0 0,0 0 0 0 0,1 0 0 0 0,-1 0 0 0 0,1 0 0 0 0,-1 0-1 0 0,1 0 1 0 0,0-1 0 0 0,0 1 0 0 0,0 0 0 0 0,0 0 0 0 0,0-1 0 0 0,0 1-1 0 0,1 0 1 0 0,-1-1 0 0 0,0 1 0 0 0,1-1 0 0 0,-1 0 0 0 0,1 0 0 0 0,0 1 0 0 0,-1-1-1 0 0,1 0 1 0 0,0 0 0 0 0,0 0 0 0 0,-1-1 0 0 0,1 1 0 0 0,0 0 0 0 0,4 0-1 0 0,-3-1-35 0 0,1 0-1 0 0,0-1 1 0 0,-1 1-1 0 0,1-1 1 0 0,-1 0-1 0 0,1 0 1 0 0,-1 0-1 0 0,1 0 1 0 0,-1-1-1 0 0,0 1 1 0 0,0-1-1 0 0,1 0 1 0 0,-1 0-1 0 0,3-3 1 0 0,3-3-203 0 0,0 0 1 0 0,-1-1-1 0 0,0 1 1 0 0,0-2-1 0 0,-1 1 1 0 0,9-16-1 0 0,14-17-137 0 0,-22 7 1081 0 0,-12 45-482 0 0,0 0-1 0 0,0 1 1 0 0,1 0 0 0 0,0-1-1 0 0,1 1 1 0 0,0 0 0 0 0,0 0 0 0 0,1 0-1 0 0,1 1 1 0 0,2 20 0 0 0,-1-27-213 0 0,0-1 0 0 0,1 0 0 0 0,0 0 0 0 0,0 0 0 0 0,0 0 0 0 0,1 0 0 0 0,-1 0 0 0 0,1 0 0 0 0,0-1 0 0 0,0 1 0 0 0,0-1 0 0 0,0 0 0 0 0,1 0 0 0 0,-1 0 0 0 0,1 0 0 0 0,0-1 0 0 0,6 4 0 0 0,-3-3-25 0 0,0-1 1 0 0,1 1-1 0 0,-1-1 1 0 0,1-1 0 0 0,-1 1-1 0 0,1-1 1 0 0,-1-1 0 0 0,1 1-1 0 0,14-2 1 0 0,-8 0-149 0 0,-1-1-1 0 0,0-1 1 0 0,0 1 0 0 0,-1-2 0 0 0,1 0 0 0 0,0-1 0 0 0,-1 0-1 0 0,0-1 1 0 0,-1 0 0 0 0,1 0 0 0 0,-1-2 0 0 0,11-8-1 0 0,-16 10 3 0 0,0 1-1 0 0,-1-1 0 0 0,0 0 0 0 0,0-1 0 0 0,0 1 0 0 0,5-13 0 0 0,-8 15 426 0 0,0 0 0 0 0,0-1 0 0 0,-1 1 0 0 0,0-1 0 0 0,0 1 0 0 0,0-1 0 0 0,0 0 0 0 0,-1-5 0 0 0,20 32 37 0 0,-14-8-240 0 0,1 0 0 0 0,1-1 1 0 0,0 0-1 0 0,1 0 0 0 0,0-1 0 0 0,1-1 1 0 0,0 1-1 0 0,19 15 0 0 0,-22-20 2059 0 0,1 0-3355 0 0,0-1-4948 0 0,-8-7 5867 0 0,1 1 0 0 0,-1-1 0 0 0,0 1 1 0 0,0-1-1 0 0,1 1 0 0 0,-1-1 0 0 0,0 0 1 0 0,0 1-1 0 0,0-1 0 0 0,0 1 0 0 0,1-1 0 0 0,-1 1 1 0 0,0-1-1 0 0,0 0 0 0 0,0 1 0 0 0,0-1 0 0 0,0 1 1 0 0,-1-1-1 0 0,1 0 0 0 0,0 1 0 0 0,0-1 0 0 0,0 1 1 0 0,0-1-1 0 0,-1 1 0 0 0,1-1 0 0 0,0 1 0 0 0,-1-1 1 0 0,1 1-1 0 0,0-1 0 0 0,-1 1 0 0 0,1-1 1 0 0,-1 0-1 0 0,-15-17-6629 0 0,10 4 1298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9:02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3616 0 0,'0'0'1683'0'0,"27"-2"3598"0"0,8-2-2866 0 0,-23 2-1552 0 0,0 0-1 0 0,0 0 1 0 0,0 1-1 0 0,0 1 1 0 0,0 0-1 0 0,0 1 1 0 0,0 0-1 0 0,0 1 1 0 0,0 0-1 0 0,19 6 1 0 0,-29-7-749 0 0,0 0 1 0 0,-1 0-1 0 0,1-1 0 0 0,0 1 1 0 0,-1 0-1 0 0,1 1 1 0 0,0-1-1 0 0,-1 0 1 0 0,1 0-1 0 0,-1 1 1 0 0,0-1-1 0 0,1 1 0 0 0,-1-1 1 0 0,0 1-1 0 0,0-1 1 0 0,0 1-1 0 0,0 0 1 0 0,0-1-1 0 0,-1 1 0 0 0,1 0 1 0 0,0 0-1 0 0,-1 0 1 0 0,1 0-1 0 0,-1 0 1 0 0,0 0-1 0 0,1 0 1 0 0,-1-1-1 0 0,0 1 0 0 0,0 0 1 0 0,-1 0-1 0 0,1 0 1 0 0,0 0-1 0 0,0 0 1 0 0,-1 0-1 0 0,0 0 1 0 0,1 0-1 0 0,-1 0 0 0 0,0-1 1 0 0,-1 4-1 0 0,-5 6 102 0 0,0 0 0 0 0,-1 0 0 0 0,0 0 0 0 0,-18 17 0 0 0,6-6 250 0 0,19-21-453 0 0,-1 0 1 0 0,1 1-1 0 0,0-1 1 0 0,0 1-1 0 0,0-1 1 0 0,0 1 0 0 0,0-1-1 0 0,0 1 1 0 0,0 0-1 0 0,1-1 1 0 0,-1 1-1 0 0,1 0 1 0 0,-1 0 0 0 0,1 0-1 0 0,0-1 1 0 0,-1 1-1 0 0,1 0 1 0 0,0 3-1 0 0,1-4-11 0 0,-1 0-1 0 0,1 0 1 0 0,-1 0-1 0 0,1 0 0 0 0,0 0 1 0 0,0 0-1 0 0,-1-1 1 0 0,1 1-1 0 0,0 0 0 0 0,0 0 1 0 0,0-1-1 0 0,0 1 1 0 0,-1-1-1 0 0,1 1 0 0 0,0-1 1 0 0,0 1-1 0 0,0-1 1 0 0,0 1-1 0 0,1-1 0 0 0,-1 0 1 0 0,0 0-1 0 0,2 1 1 0 0,9 0-24 0 0,1 0 1 0 0,-1-1-1 0 0,1-1 1 0 0,15-2-1 0 0,-13 2 55 0 0,2-1-90 0 0,278-28-2171 0 0,-292 29 1757 0 0,-26-4-6652 0 0,20 4 6728 0 0,1 0-1 0 0,-1 0 0 0 0,1 0 0 0 0,-1 1 0 0 0,1-1 0 0 0,-1 1 1 0 0,0 0-1 0 0,1 0 0 0 0,-1-1 0 0 0,-3 2 0 0 0,-27 4-7425 0 0,20-5 1076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9:02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5934 0 0,'0'0'10839'0'0,"27"0"-7563"0"0,103 21 826 0 0,-95-21-3544 0 0,34 4-161 0 0,-66-3-370 0 0,0-1 0 0 0,-1 0 0 0 0,1 1 0 0 0,-1 0 0 0 0,1 0-1 0 0,-1 0 1 0 0,1 0 0 0 0,-1 0 0 0 0,0 0 0 0 0,0 0 0 0 0,1 1 0 0 0,-1 0 0 0 0,0-1 0 0 0,0 1 0 0 0,0 0 0 0 0,-1 0 0 0 0,1 0 0 0 0,0 0 0 0 0,-1 0 0 0 0,3 3 0 0 0,-3 1 84 0 0,0 0-1 0 0,0 1 1 0 0,-1-1-1 0 0,1 0 1 0 0,-1 1-1 0 0,-1-1 1 0 0,1 0-1 0 0,-1 1 1 0 0,0-1-1 0 0,-3 10 1 0 0,0 0 163 0 0,-10 49 651 0 0,8-39-516 0 0,0-1 0 0 0,2 1 0 0 0,-1 39 0 0 0,5-42-213 0 0,2 1 0 0 0,0 0 0 0 0,2 0 0 0 0,0-1 0 0 0,2 0 0 0 0,0 0 0 0 0,2 0 0 0 0,13 29 0 0 0,-14-38-300 0 0,1 0-1 0 0,0-1 1 0 0,1 0 0 0 0,0 0 0 0 0,1-1-1 0 0,0 0 1 0 0,1-1 0 0 0,0 0 0 0 0,1-1-1 0 0,0 0 1 0 0,0-1 0 0 0,1 0-1 0 0,24 11 1 0 0,-35-19 49 0 0,1 0 1 0 0,-1 0-1 0 0,1 0 0 0 0,-1 0 0 0 0,1 0 0 0 0,-1-1 1 0 0,1 1-1 0 0,-1-1 0 0 0,1 0 0 0 0,3 0 0 0 0,-5 0 55 0 0,0 0 0 0 0,-1 0-1 0 0,1 0 1 0 0,0-1 0 0 0,-1 1 0 0 0,1 0-1 0 0,0-1 1 0 0,-1 1 0 0 0,1 0-1 0 0,0-1 1 0 0,-1 1 0 0 0,1-1 0 0 0,-1 1-1 0 0,1-1 1 0 0,-1 1 0 0 0,1-1-1 0 0,-1 0 1 0 0,1 1 0 0 0,-1-1 0 0 0,0 0-1 0 0,1 1 1 0 0,-1-1 0 0 0,0 0-1 0 0,1 1 1 0 0,-1-1 0 0 0,0 0 0 0 0,0 0-1 0 0,0 1 1 0 0,0-1 0 0 0,0 0-1 0 0,0 1 1 0 0,0-1 0 0 0,0 0 0 0 0,0-1-1 0 0,0 1 13 0 0,-17 1-301 0 0,-43 16-613 0 0,47-11 239 0 0,0-1 0 0 0,-1 0 0 0 0,1-1 0 0 0,-24 2 0 0 0,34-4 141 0 0,0-2 0 0 0,0 1 0 0 0,1 0 0 0 0,-1 0 0 0 0,0-1 0 0 0,0 1 0 0 0,1-1 0 0 0,-1 0 0 0 0,1 0 0 0 0,-1 0 0 0 0,-4-3 0 0 0,5 3-196 0 0,0-1 0 0 0,0 0 0 0 0,1 1 0 0 0,-1-1 0 0 0,0 0 0 0 0,1 0 0 0 0,-1 0 0 0 0,1 0 0 0 0,0 0-1 0 0,0 0 1 0 0,0-1 0 0 0,0 1 0 0 0,0 0 0 0 0,0-1 0 0 0,0-2 0 0 0,-5-9-6427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9:18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33 1530 0 0,'-7'-2'1660'0'0,"7"-20"14052"0"0,-6 19-13946 0 0,-6-3 5627 0 0,6 25-6916 0 0,0 0 0 0 0,1 0 0 0 0,0 0 0 0 0,2 1 0 0 0,0 0 1 0 0,2-1-1 0 0,0 1 0 0 0,3 32 0 0 0,-1-44-440 0 0,0 1-1 0 0,0 0 1 0 0,1-1 0 0 0,0 1 0 0 0,1-1 0 0 0,4 10 0 0 0,-6-16-77 0 0,1 1 0 0 0,-1 0 0 0 0,1-1 0 0 0,-1 0 0 0 0,1 1 0 0 0,0-1 1 0 0,0 0-1 0 0,0 0 0 0 0,0 0 0 0 0,1 0 0 0 0,-1 0 0 0 0,0-1 0 0 0,1 1 1 0 0,0-1-1 0 0,-1 1 0 0 0,1-1 0 0 0,0 0 0 0 0,-1 0 0 0 0,1 0 0 0 0,4 0 1 0 0,-5 0-291 0 0,3-2 151 0 0,15-14-8211 0 0,-20 15 8228 0 0,0 0 0 0 0,1-1 0 0 0,-1 1-1 0 0,0 0 1 0 0,0-1 0 0 0,0 1 0 0 0,0 0 0 0 0,0-1 0 0 0,0 1-1 0 0,0 0 1 0 0,0 0 0 0 0,0-1 0 0 0,0 1 0 0 0,0 0 0 0 0,0-1-1 0 0,0 1 1 0 0,0 0 0 0 0,0-1 0 0 0,0 1 0 0 0,0 0 0 0 0,0-1-1 0 0,0 1 1 0 0,0 0 0 0 0,0-1 0 0 0,0 1 0 0 0,-1 0 0 0 0,1 0-1 0 0,0-1 1 0 0,0 1 0 0 0,0 0 0 0 0,-1-1 0 0 0,1 1 0 0 0,0 0-1 0 0,0 0 1 0 0,0 0 0 0 0,-1-1 0 0 0,1 1 0 0 0,0 0 0 0 0,-1 0 0 0 0,1 0-1 0 0,0 0 1 0 0,-1-1 0 0 0,1 1 0 0 0,0 0 0 0 0,0 0 0 0 0,-1 0-1 0 0,0 0 1 0 0,-22 3-7819 0 0,11 2 891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9:19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1566 0 0,'-18'12'15437'0'0,"13"-10"-13274"0"0,6-1-1084 0 0,-1-1-996 0 0,0 0 0 0 0,0 0 0 0 0,0 0 0 0 0,0 0 0 0 0,0 1 0 0 0,0-1 0 0 0,0 0 0 0 0,0 0 0 0 0,0 0 0 0 0,0 0 0 0 0,0 0 0 0 0,0 0 0 0 0,0 0 0 0 0,0 1 1 0 0,0-1-1 0 0,0 0 0 0 0,0 0 0 0 0,0 0 0 0 0,0 0 0 0 0,0 0 0 0 0,0 0 0 0 0,0 1 0 0 0,-1 0 996 0 0,1-1-996 0 0,0 0 0 0 0,0 0 0 0 0,0 0 0 0 0,0 0 0 0 0,0 0 0 0 0,0 0 0 0 0,-1 0 0 0 0,1 0 0 0 0,0 0 0 0 0,0 0 0 0 0,0 0 0 0 0,0 0 0 0 0,0 0 0 0 0,-1 0 0 0 0,19 7 1856 0 0,28 2-847 0 0,67-3 252 0 0,207-15 1 0 0,-125 0-1054 0 0,3 8 622 0 0,-213 3-1358 0 0,-10 7-13455 0 0,9-2 4715 0 0,5-4 6805 0 0,-7 2-3095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9:20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27 4800 0 0,'-5'24'15996'0'0,"-3"3"-11158"0"0,0 22-3233 0 0,7-44-1539 0 0,1 0 0 0 0,-1 0 0 0 0,1-1 0 0 0,1 1 0 0 0,-1 0 0 0 0,1 0 0 0 0,-1 0 0 0 0,1-1 0 0 0,1 1 0 0 0,-1-1 0 0 0,1 1 0 0 0,0-1 0 0 0,0 1 0 0 0,0-1 0 0 0,3 5 0 0 0,36 27-192 0 0,-40-36 84 0 0,1-1-1 0 0,-1 0 1 0 0,1 0 0 0 0,-1 0-1 0 0,1 0 1 0 0,-1 0 0 0 0,1-1-1 0 0,-1 1 1 0 0,0 0-1 0 0,0-1 1 0 0,0 1 0 0 0,0 0-1 0 0,0-1 1 0 0,0 1 0 0 0,0-1-1 0 0,1-3 1 0 0,2-1-202 0 0,3-4 115 0 0,0 0-1 0 0,0-1 1 0 0,-1 1 0 0 0,-1-1-1 0 0,1 0 1 0 0,-2-1 0 0 0,0 1 0 0 0,0-1-1 0 0,2-15 1 0 0,7-15 729 0 0,-13 40-85 0 0,13-3 36 0 0,-13 5-534 0 0,1-1-1 0 0,-1 1 0 0 0,0 0 0 0 0,1-1 0 0 0,-1 1 0 0 0,1 0 0 0 0,-1 0 1 0 0,1-1-1 0 0,-1 1 0 0 0,1 0 0 0 0,-1 0 0 0 0,1 0 0 0 0,-1 0 0 0 0,1-1 1 0 0,0 1-1 0 0,-1 0 0 0 0,1 0 0 0 0,-1 0 0 0 0,1 0 0 0 0,-1 0 0 0 0,1 0 1 0 0,-1 0-1 0 0,1 1 0 0 0,-1-1 0 0 0,1 0 0 0 0,0 0 0 0 0,-1 0 0 0 0,1 0 1 0 0,-1 1-1 0 0,1-1 0 0 0,-1 0 0 0 0,1 1 0 0 0,2 1 23 0 0,0 1 0 0 0,0-1 1 0 0,0 1-1 0 0,-1 0 0 0 0,1 0 0 0 0,-1 0 0 0 0,1 0 0 0 0,-1 0 0 0 0,0 0 0 0 0,0 0 1 0 0,-1 1-1 0 0,2 4 0 0 0,19 54 458 0 0,-11-28-378 0 0,-10-32-101 0 0,1 3-50 0 0,-1 0 0 0 0,1-1 0 0 0,1 1 0 0 0,-1 0 0 0 0,1-1 0 0 0,0 1 0 0 0,3 4 0 0 0,-4-8 9 0 0,-1 0-1 0 0,0 0 1 0 0,0-1 0 0 0,1 1 0 0 0,-1 0 0 0 0,1 0-1 0 0,-1-1 1 0 0,1 1 0 0 0,-1 0 0 0 0,1-1 0 0 0,-1 0-1 0 0,1 1 1 0 0,-1-1 0 0 0,1 0 0 0 0,0 0 0 0 0,-1 0 0 0 0,1 0-1 0 0,0 0 1 0 0,-1 0 0 0 0,1 0 0 0 0,-1 0 0 0 0,1-1-1 0 0,-1 1 1 0 0,1-1 0 0 0,-1 1 0 0 0,1-1 0 0 0,-1 0-1 0 0,3-1 1 0 0,9-6-121 0 0,-1 0-1 0 0,-1 0 1 0 0,0-1-1 0 0,0-1 1 0 0,-1 0-1 0 0,0 0 1 0 0,0-1-1 0 0,-1 0 1 0 0,-1-1-1 0 0,0 0 1 0 0,-1 0-1 0 0,0-1 1 0 0,0 0-1 0 0,5-18 0 0 0,10-9 836 0 0,-22 39-433 0 0,14-3 482 0 0,-8 5-27 0 0,-8 20-591 0 0,1-10-54 0 0,-8 72 220 0 0,9-77-313 0 0,0 1 0 0 0,0-1-1 0 0,1 1 1 0 0,0-1 0 0 0,0 0-1 0 0,1 0 1 0 0,-1 1 0 0 0,1-1-1 0 0,1 0 1 0 0,4 9 0 0 0,-6-14-114 0 0,-1 1 0 0 0,1-1-1 0 0,0 1 1 0 0,0-1 0 0 0,0 1 0 0 0,0-1 0 0 0,0 0-1 0 0,1 0 1 0 0,-1 1 0 0 0,0-1 0 0 0,0 0 0 0 0,1 0-1 0 0,-1 0 1 0 0,1 0 0 0 0,-1-1 0 0 0,1 1 0 0 0,-1 0 0 0 0,1-1-1 0 0,0 1 1 0 0,2 0 0 0 0,-2-1-100 0 0,0 0 0 0 0,-1-1 1 0 0,1 1-1 0 0,-1 0 0 0 0,1-1 0 0 0,-1 1 1 0 0,1-1-1 0 0,-1 0 0 0 0,1 1 0 0 0,-1-1 1 0 0,0 0-1 0 0,1 0 0 0 0,-1 0 0 0 0,0 0 1 0 0,0 0-1 0 0,0 0 0 0 0,2-3 0 0 0,4-5-2572 0 0,0-1 0 0 0,-1 0 0 0 0,-1 0 0 0 0,8-18 0 0 0,-11 23 762 0 0,8-9-3367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9:20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36 2422 0 0,'0'0'3376'0'0,"9"-16"2417"0"0,-8 16-5662 0 0,-1 0 0 0 0,1 0-1 0 0,-1 0 1 0 0,0 0 0 0 0,1 0 0 0 0,-1 0 0 0 0,1 0-1 0 0,-1 0 1 0 0,0 0 0 0 0,1 0 0 0 0,-1-1-1 0 0,0 1 1 0 0,1 0 0 0 0,-1 0 0 0 0,1 0 0 0 0,-1-1-1 0 0,0 1 1 0 0,0 0 0 0 0,1 0 0 0 0,-1-1-1 0 0,0 1 1 0 0,1 0 0 0 0,-1 0 0 0 0,0-1 0 0 0,0 1-1 0 0,0 0 1 0 0,1-1 0 0 0,-1 1 0 0 0,0-1 0 0 0,0 1-1 0 0,0 0 1 0 0,0-1 0 0 0,0 1 0 0 0,1 0-1 0 0,-1-1 1 0 0,0 1 0 0 0,0-1 0 0 0,0 1 0 0 0,0 0-1 0 0,0-1 1 0 0,0 1 0 0 0,0-1 0 0 0,-1 1 0 0 0,1 0-1 0 0,0-1 1 0 0,0 1 0 0 0,0 0 0 0 0,0-1-1 0 0,-1 0 1 0 0,-9-5 4055 0 0,-22 31-1627 0 0,22-17-2206 0 0,8-6-276 0 0,-1 1 1 0 0,1-1 0 0 0,0 0-1 0 0,0 1 1 0 0,0-1 0 0 0,0 1-1 0 0,1-1 1 0 0,-1 1 0 0 0,-2 5-1 0 0,-4 7 140 0 0,7-14-162 0 0,-2 23 610 0 0,17-17-420 0 0,-1-2 0 0 0,2 1 0 0 0,17 3 0 0 0,-20-6-139 0 0,-1 0-1 0 0,1 0 1 0 0,-1 1-1 0 0,0 1 1 0 0,0 0-1 0 0,-1 1 1 0 0,13 8 0 0 0,-21-13-94 0 0,0 1 1 0 0,0-1 0 0 0,0 1 0 0 0,-1 0-1 0 0,1 0 1 0 0,-1 0 0 0 0,1 0 0 0 0,-1 0-1 0 0,0 0 1 0 0,1 0 0 0 0,-1 1 0 0 0,0-1 0 0 0,0 0-1 0 0,-1 1 1 0 0,1-1 0 0 0,0 0 0 0 0,-1 1-1 0 0,0-1 1 0 0,1 1 0 0 0,-1-1 0 0 0,0 4-1 0 0,-1-2 0 0 0,0 1 0 0 0,0-1 0 0 0,-1 1 0 0 0,1-1 0 0 0,-1 0 0 0 0,0 0 1 0 0,0 0-1 0 0,0 0 0 0 0,0 0 0 0 0,-6 7 0 0 0,0-2 7 0 0,0 0-1 0 0,-1 0 1 0 0,0-1 0 0 0,0 0 0 0 0,-1-1 0 0 0,0 0 0 0 0,0-1 0 0 0,-12 6 0 0 0,17-10-26 0 0,-1 0 0 0 0,0 0 0 0 0,0-1 0 0 0,1 0 0 0 0,-1 0 0 0 0,0 0 1 0 0,0-1-1 0 0,0 1 0 0 0,0-2 0 0 0,0 1 0 0 0,0-1 0 0 0,-10-2 0 0 0,12 2-7 0 0,-1 0 1 0 0,2 0-1 0 0,-1-1 1 0 0,0 1-1 0 0,0-1 0 0 0,0 0 1 0 0,1 0-1 0 0,-1-1 0 0 0,1 1 1 0 0,-1-1-1 0 0,1 1 1 0 0,0-1-1 0 0,0 0 0 0 0,1 0 1 0 0,-1-1-1 0 0,0 1 0 0 0,1-1 1 0 0,0 1-1 0 0,-2-5 1 0 0,3 7-12 0 0,1 0 1 0 0,-1-1 0 0 0,1 1-1 0 0,0 0 1 0 0,-1 0 0 0 0,1 0-1 0 0,0 0 1 0 0,0 0 0 0 0,0-1-1 0 0,0 1 1 0 0,0 0 0 0 0,0 0-1 0 0,0 0 1 0 0,0-1 0 0 0,0 1-1 0 0,0 0 1 0 0,1 0 0 0 0,-1 0-1 0 0,1 0 1 0 0,-1 0 0 0 0,1-1-1 0 0,-1 1 1 0 0,1 0 0 0 0,-1 0-1 0 0,1 0 1 0 0,0 1 0 0 0,0-1-1 0 0,0 0 1 0 0,-1 0 0 0 0,1 0-1 0 0,0 0 1 0 0,0 1 0 0 0,0-1-1 0 0,0 0 1 0 0,0 1 0 0 0,0-1-1 0 0,2 0 1 0 0,-1 0-482 0 0,28 16-6630 0 0,-24-10 5337 0 0,8 7-1432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9:29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33 157 6760 0 0,'-4'1'14572'0'0,"2"15"-8451"0"0,1 40-6865 0 0,1-18 1730 0 0,-13 32-418 0 0,10-58-522 0 0,0-1 0 0 0,1 1 0 0 0,0 0 0 0 0,0-1 0 0 0,2 1-1 0 0,-1 0 1 0 0,2 0 0 0 0,2 21 0 0 0,-3-33-52 0 0,0 0 0 0 0,0 1 0 0 0,0-1 0 0 0,0 1 0 0 0,0-1 0 0 0,0 1 0 0 0,0-1 0 0 0,1 0 0 0 0,-1 1 0 0 0,0-1 0 0 0,0 1 0 0 0,0-1 0 0 0,1 0 1 0 0,-1 1-1 0 0,0-1 0 0 0,0 0 0 0 0,1 1 0 0 0,-1-1 0 0 0,0 0 0 0 0,0 1 0 0 0,1-1 0 0 0,-1 0 0 0 0,0 0 0 0 0,1 1 0 0 0,-1-1 0 0 0,1 0 0 0 0,-1 0 0 0 0,0 0 0 0 0,1 0 0 0 0,-1 1 0 0 0,1-1 0 0 0,-1 0 0 0 0,0 0 0 0 0,1 0 1 0 0,-1 0-1 0 0,1 0 0 0 0,-1 0 0 0 0,1 0 0 0 0,-1 0 0 0 0,1 0 0 0 0,17-15-21 0 0,10-28-3 0 0,30-75-258 0 0,51-94-15 0 0,-84 154 305 0 0,-14 32 471 0 0,-9 23 254 0 0,-3 11 474 0 0,-2 22-633 0 0,1 1 0 0 0,2-1 0 0 0,4 49 0 0 0,1 15-262 0 0,-5-79-320 0 0,1-1 0 0 0,0 1 0 0 0,1 0 0 0 0,0 0 1 0 0,1-1-1 0 0,1 1 0 0 0,0-1 0 0 0,10 20 0 0 0,-11-29 224 0 0,9 11-4283 0 0,-9-34-2137 0 0,-3 16 4419 0 0,-4-14-4128 0 0,-22 13-4957 0 0,14 9 6905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9:30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24 113 2780 0 0,'-23'-1'5651'0'0,"26"1"-4671"0"0,21-5 10630 0 0,-15 4-9130 0 0,110-15 2829 0 0,58-20-3430 0 0,8-1-1518 0 0,-153 30-385 0 0,-23 4 261 0 0,1 1-1 0 0,-1 0 0 0 0,0 1 1 0 0,1 0-1 0 0,-1 0 1 0 0,12 1-1 0 0,-15 9 2009 0 0,-4-5-4291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9:30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7 334 7320 0 0,'0'0'17859'0'0,"-7"35"-15643"0"0,8-26-1815 0 0,0 1 1 0 0,1-1-1 0 0,0 1 1 0 0,0-1-1 0 0,5 12 1 0 0,-3-12-179 0 0,-1 0 1 0 0,-1 0-1 0 0,1 1 0 0 0,-2-1 0 0 0,2 13 1 0 0,2 18 370 0 0,-5-40-586 0 0,1 1 1 0 0,-1-1-1 0 0,0 1 1 0 0,0-1-1 0 0,1 1 0 0 0,-1-1 1 0 0,0 0-1 0 0,0 1 0 0 0,1-1 1 0 0,-1 1-1 0 0,0-1 1 0 0,1 0-1 0 0,-1 1 0 0 0,1-1 1 0 0,-1 0-1 0 0,1 0 1 0 0,-1 1-1 0 0,0-1 0 0 0,1 0 1 0 0,-1 0-1 0 0,1 0 0 0 0,-1 0 1 0 0,1 1-1 0 0,-1-1 1 0 0,1 0-1 0 0,0 0 0 0 0,18-12 10 0 0,-12 2-60 0 0,1-1 0 0 0,-2-1 0 0 0,0 1 0 0 0,0-1-1 0 0,-1 0 1 0 0,0 0 0 0 0,-1-1 0 0 0,3-14 0 0 0,4-12-108 0 0,1 6-4 0 0,47-126-570 0 0,-48 134 630 0 0,1 0 1 0 0,1 1-1 0 0,1 0 1 0 0,19-23-1 0 0,-3 4 318 0 0,-28 41-97 0 0,14 22 521 0 0,-13-11-471 0 0,0 0 0 0 0,-1 0 0 0 0,0 0 0 0 0,0 0 0 0 0,0 18 0 0 0,2 17 256 0 0,2-6-360 0 0,0 40 0 0 0,0-1-53 0 0,20 91-20 0 0,-15-139-12740 0 0,-33-31-709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9:31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5708 0 0,'0'0'10455'0'0,"32"7"-5232"0"0,13-7-3105 0 0,1-1-1 0 0,-1-2 1 0 0,67-13-1 0 0,-72 9-1414 0 0,79-16 45 0 0,-117 23-853 0 0,-20 21-5522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9:33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90 5946 0 0,'-6'-2'19494'0'0,"8"22"-15895"0"0,5 18-6366 0 0,-4-28 4747 0 0,-1-2-1867 0 0,-1 1-24 0 0,2 0-1 0 0,-1-1 1 0 0,1 1 0 0 0,0-1 0 0 0,1 0 0 0 0,7 13-1 0 0,-10-19-82 0 0,0-1-1 0 0,0 0 1 0 0,0 1-1 0 0,1-1 0 0 0,-1 0 1 0 0,0 0-1 0 0,1 0 0 0 0,-1 0 1 0 0,0 0-1 0 0,1 0 0 0 0,-1-1 1 0 0,1 1-1 0 0,0 0 1 0 0,-1-1-1 0 0,1 1 0 0 0,-1-1 1 0 0,3 1-1 0 0,-1-1-5 0 0,0 0 0 0 0,0 0 0 0 0,0-1-1 0 0,-1 1 1 0 0,1-1 0 0 0,0 0 0 0 0,-1 0 0 0 0,1 0 0 0 0,0 0 0 0 0,-1 0-1 0 0,1 0 1 0 0,-1-1 0 0 0,0 1 0 0 0,3-3 0 0 0,16-10-57 0 0,-1-1 1 0 0,0-1 0 0 0,-1-1-1 0 0,29-34 1 0 0,-23 17-19 0 0,-17 22 141 0 0,0 0-1 0 0,1 0 0 0 0,1 1 0 0 0,0 0 1 0 0,1 1-1 0 0,14-11 0 0 0,-23 19 656 0 0,-9 39 385 0 0,1-16-812 0 0,2 1 1 0 0,0 0-1 0 0,1 0 1 0 0,0 36-1 0 0,3-50-291 0 0,0-1 0 0 0,1 0-1 0 0,0 1 1 0 0,0-1-1 0 0,1 1 1 0 0,-1-1-1 0 0,2 0 1 0 0,-1 0 0 0 0,1 0-1 0 0,0 0 1 0 0,1-1-1 0 0,0 1 1 0 0,0-1-1 0 0,0 0 1 0 0,0 0 0 0 0,1 0-1 0 0,8 7 1 0 0,-9-11-12 0 0,-1 0 1 0 0,1 0 0 0 0,0 0 0 0 0,0 0 0 0 0,0-1-1 0 0,0 1 1 0 0,0-1 0 0 0,0 0 0 0 0,0 0-1 0 0,0-1 1 0 0,0 1 0 0 0,1-1 0 0 0,-1 0 0 0 0,0 0-1 0 0,0 0 1 0 0,1-1 0 0 0,-1 0 0 0 0,0 0-1 0 0,7-2 1 0 0,1 0-74 0 0,-1-1-1 0 0,0 0 0 0 0,1-1 1 0 0,-2-1-1 0 0,19-11 1 0 0,-16 8 15 0 0,0 0 0 0 0,-2-1 1 0 0,1 0-1 0 0,-1-1 0 0 0,-1-1 1 0 0,1 0-1 0 0,-2 0 0 0 0,0 0 1 0 0,-1-1-1 0 0,0-1 1 0 0,-1 0-1 0 0,7-15 0 0 0,-14 28 87 0 0,0 0 0 0 0,0 0 0 0 0,0 0-1 0 0,0 0 1 0 0,0 0 0 0 0,0 1 0 0 0,0-1-1 0 0,1 0 1 0 0,-1 0 0 0 0,0 0 0 0 0,1 0-1 0 0,-1 1 1 0 0,0-1 0 0 0,1 0 0 0 0,-1 0-1 0 0,1 1 1 0 0,-1-1 0 0 0,1 0 0 0 0,0 1 0 0 0,-1-1-1 0 0,1 1 1 0 0,0-1 0 0 0,-1 1 0 0 0,1-1-1 0 0,0 1 1 0 0,0-1 0 0 0,-1 1 0 0 0,2-1-1 0 0,11 20 296 0 0,5 11-354 0 0,2-6-123 0 0,-1 2-1 0 0,23 39 1 0 0,-36-50 1825 0 0,5 2-10208 0 0,-10-17 8149 0 0,0 0 0 0 0,0-1 1 0 0,0 1-1 0 0,0 0 1 0 0,0-1-1 0 0,0 1 0 0 0,-1-1 1 0 0,1 1-1 0 0,0-1 0 0 0,0 1 1 0 0,0-1-1 0 0,0 1 1 0 0,-1-1-1 0 0,1 0 0 0 0,0 0 1 0 0,0 1-1 0 0,-1-1 0 0 0,1 0 1 0 0,-1 0-1 0 0,1 0 1 0 0,-1 0-1 0 0,1 0 0 0 0,-1 1 1 0 0,1-2-1 0 0,4-14-5573 0 0,-4-8-2621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49:34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4054 0 0,'0'0'9780'0'0,"21"15"-3461"0"0,15-6-1215 0 0,32 11-1365 0 0,-66-20-3713 0 0,-1 1 0 0 0,1 0 0 0 0,0 0 0 0 0,-1 0 0 0 0,1 0 0 0 0,0 0 0 0 0,-1 0 0 0 0,1 1 1 0 0,-1-1-1 0 0,0 0 0 0 0,1 1 0 0 0,-1-1 0 0 0,0 1 0 0 0,0-1 0 0 0,0 1 0 0 0,0 0 0 0 0,0-1 1 0 0,0 1-1 0 0,-1 0 0 0 0,1 0 0 0 0,0 0 0 0 0,-1 0 0 0 0,0-1 0 0 0,1 1 0 0 0,-1 0 0 0 0,0 0 1 0 0,0 0-1 0 0,0 0 0 0 0,0 0 0 0 0,0 0 0 0 0,0 0 0 0 0,-1 2 0 0 0,-2 7 150 0 0,0 0 0 0 0,-1 0 0 0 0,0-1 0 0 0,-9 16 0 0 0,0 1 270 0 0,11-23-438 0 0,0 1 1 0 0,0 0-1 0 0,1 0 0 0 0,-1 0 0 0 0,1-1 1 0 0,0 2-1 0 0,0 7 0 0 0,1-11-164 0 0,17 3-231 0 0,-15-5 377 0 0,-1 1-1 0 0,1 0 1 0 0,-1-1 0 0 0,1 1-1 0 0,-1-1 1 0 0,1 0 0 0 0,-1 1-1 0 0,1-1 1 0 0,0 0 0 0 0,-1 0-1 0 0,1 0 1 0 0,-1 0 0 0 0,1 0-1 0 0,0-1 1 0 0,2 0 0 0 0,169-45-521 0 0,-171 46 309 0 0,-5 16-9491 0 0,-5 2-3291 0 0,3-5 5955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54:11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96 4548 0 0,'-3'0'9878'0'0,"-19"0"-2648"0"0,34 139-4024 0 0,1 4-2316 0 0,-8-66-775 0 0,-4-76-145 0 0,-1 1 0 0 0,1-1 0 0 0,-1 1 0 0 0,1-1 0 0 0,0 0 0 0 0,0 1-1 0 0,0-1 1 0 0,0 0 0 0 0,0 1 0 0 0,0-1 0 0 0,0 0 0 0 0,2 1-1 0 0,13-42-621 0 0,-1-1 1 0 0,-2-1-1 0 0,11-60 0 0 0,2-5-541 0 0,-17 68 895 0 0,-6 24 354 0 0,0 1 0 0 0,1 0 0 0 0,1 0 1 0 0,0 0-1 0 0,8-14 0 0 0,-12 26 1146 0 0,4 5-991 0 0,1 1-1 0 0,-1-1 1 0 0,-1 1 0 0 0,1 1 0 0 0,-1-1-1 0 0,1 0 1 0 0,-1 1 0 0 0,0 0-1 0 0,-1 0 1 0 0,1 0 0 0 0,4 10-1 0 0,28 71 885 0 0,-24-55-643 0 0,57 115 709 0 0,-30-67-836 0 0,-35-73-312 0 0,0 1 0 0 0,0-1-1 0 0,1 0 1 0 0,0 0 0 0 0,0 0 0 0 0,0-1-1 0 0,1 0 1 0 0,0 0 0 0 0,0 0 0 0 0,0 0-1 0 0,0-1 1 0 0,1 0 0 0 0,0-1-1 0 0,0 0 1 0 0,0 0 0 0 0,0 0 0 0 0,8 2-1 0 0,-11-4-48 0 0,0 0-1 0 0,0 0 1 0 0,1 0 0 0 0,-1-1-1 0 0,0 1 1 0 0,1-1-1 0 0,-1 0 1 0 0,0 0-1 0 0,1-1 1 0 0,-1 1-1 0 0,0-1 1 0 0,0 0-1 0 0,0 0 1 0 0,1 0-1 0 0,-1-1 1 0 0,0 0-1 0 0,0 1 1 0 0,-1-1-1 0 0,1-1 1 0 0,0 1-1 0 0,-1 0 1 0 0,1-1-1 0 0,-1 0 1 0 0,0 0 0 0 0,0 0-1 0 0,0 0 1 0 0,0 0-1 0 0,-1-1 1 0 0,1 1-1 0 0,-1-1 1 0 0,3-4-1 0 0,-4 6-212 0 0,-1 1 0 0 0,1-1 0 0 0,0 1-1 0 0,-1-1 1 0 0,1 0 0 0 0,-1 1 0 0 0,0-1 0 0 0,1 0 0 0 0,-1 1-1 0 0,0-1 1 0 0,0 0 0 0 0,0 1 0 0 0,0-1 0 0 0,0 0 0 0 0,-1 1-1 0 0,1-1 1 0 0,0 0 0 0 0,-1 1 0 0 0,1-1 0 0 0,-1 0-1 0 0,0 1 1 0 0,-1-3 0 0 0,1 3-214 0 0,0-1 0 0 0,0 1 1 0 0,0 0-1 0 0,0 0 0 0 0,-1 0 0 0 0,1 0 0 0 0,0 0 0 0 0,-1 0 0 0 0,1 0 1 0 0,-1 0-1 0 0,1 1 0 0 0,-1-1 0 0 0,1 1 0 0 0,-1-1 0 0 0,1 1 0 0 0,-1-1 0 0 0,0 1 1 0 0,1 0-1 0 0,-1 0 0 0 0,0 0 0 0 0,1 0 0 0 0,-1 0 0 0 0,0 0 0 0 0,1 0 1 0 0,-1 0-1 0 0,1 1 0 0 0,-1-1 0 0 0,0 1 0 0 0,1-1 0 0 0,-1 1 0 0 0,1 0 1 0 0,-1 0-1 0 0,1-1 0 0 0,0 1 0 0 0,-2 1 0 0 0,-8 5-4664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54:13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10408 0 0,'-23'4'13645'0'0,"35"22"-10791"0"0,-8-23-2779 0 0,0 1 0 0 0,0-1 1 0 0,0 0-1 0 0,0 0 0 0 0,1 0 1 0 0,-1-1-1 0 0,1 1 0 0 0,0-1 1 0 0,0 0-1 0 0,0 0 0 0 0,0-1 1 0 0,0 1-1 0 0,0-1 0 0 0,0 0 1 0 0,6 0-1 0 0,78 1-303 0 0,-84-2 199 0 0,13-1-945 0 0,0-1 0 0 0,0-1 0 0 0,0 0 0 0 0,27-9 0 0 0,-43 11 64 0 0,19-5-4662 0 0,-35 13 4135 0 0,0 0 0 0 0,0 0 0 0 0,-16 13-1 0 0,-2 0-148 0 0,31-19 1637 0 0,0-1 0 0 0,0 1 0 0 0,1-1 0 0 0,-1 1 1 0 0,0-1-1 0 0,0 1 0 0 0,0-1 0 0 0,0 1 0 0 0,1 0 0 0 0,-1 0 0 0 0,0-1 0 0 0,1 1 0 0 0,-1 0 0 0 0,0 0 0 0 0,1 0 0 0 0,-1 0 0 0 0,1 0 0 0 0,-1 0 0 0 0,1 0 0 0 0,0 0 0 0 0,-1 0 0 0 0,1 0 1 0 0,0 0-1 0 0,0 0 0 0 0,0 0 0 0 0,0 0 0 0 0,0 0 0 0 0,0 0 0 0 0,0 0 0 0 0,0 0 0 0 0,0 0 0 0 0,1 2 0 0 0,0 6 643 0 0,-1-7 359 0 0,23 38 4065 0 0,-19-37-4844 0 0,-1 0 0 0 0,0 0-1 0 0,0 0 1 0 0,1-1 0 0 0,0 1 0 0 0,-1-1 0 0 0,1 0 0 0 0,0 0 0 0 0,0 0-1 0 0,0-1 1 0 0,1 1 0 0 0,-1-1 0 0 0,0 0 0 0 0,6 1 0 0 0,67 5 1048 0 0,-73-6-1222 0 0,173-6 685 0 0,-102 1-3629 0 0,-75 4 2793 0 0,1-1 1 0 0,-1 1-1 0 0,0 0 0 0 0,1 0 1 0 0,-1 0-1 0 0,1 0 0 0 0,-1-1 1 0 0,0 1-1 0 0,1 0 0 0 0,-1 0 0 0 0,1 0 1 0 0,-1 0-1 0 0,1 0 0 0 0,-1 0 1 0 0,1 0-1 0 0,-1 0 0 0 0,0 0 1 0 0,1 0-1 0 0,-1 1 0 0 0,1-1 1 0 0,-1 0-1 0 0,0 0 0 0 0,1 0 1 0 0,-1 0-1 0 0,1 1 0 0 0,-1-1 1 0 0,0 0-1 0 0,1 0 0 0 0,-1 1 0 0 0,0-1 1 0 0,1 0-1 0 0,-1 1 0 0 0,0-1 1 0 0,1 0-1 0 0,-1 1 0 0 0,0-1 1 0 0,0 0-1 0 0,0 1 0 0 0,1-1 1 0 0,-1 1-1 0 0,0-1 0 0 0,0 0 1 0 0,0 1-1 0 0,0-1 0 0 0,0 1 1 0 0,1-1-1 0 0,-1 1 0 0 0,0-1 0 0 0,0 0 1 0 0,0 1-1 0 0,0-1 0 0 0,-1 1 1 0 0,1-1-1 0 0,0 1 0 0 0,0-1 1 0 0,0 0-1 0 0,0 1 0 0 0,0-1 1 0 0,-1 1-1 0 0,-18 23-3000 0 0,14-17 344 0 0,-22 18-5677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54:14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35 6014 0 0,'0'0'1960'0'0,"-11"25"6100"0"0,12-6-7545 0 0,2 0-1 0 0,0 0 1 0 0,1-1-1 0 0,1 1 0 0 0,1-1 1 0 0,8 19-1 0 0,15 52 937 0 0,-22-54-824 0 0,-6-22-356 0 0,1-1 0 0 0,1 0 0 0 0,0 1 0 0 0,1-1 0 0 0,10 23 0 0 0,-12-33-110 0 0,21-6 122 0 0,-20 2-287 0 0,0-1 0 0 0,0 0 0 0 0,0 0 0 0 0,0-1 0 0 0,-1 1 0 0 0,0-1 0 0 0,1 1 0 0 0,-1-1 0 0 0,0 0 0 0 0,-1 1 0 0 0,1-1 0 0 0,1-5 0 0 0,13-58-169 0 0,-10 38 62 0 0,9-43-124 0 0,-10 46 109 0 0,0 0 0 0 0,2 0 0 0 0,1 0 1 0 0,1 1-1 0 0,13-26 0 0 0,-22 49 156 0 0,1 0 1 0 0,0 0-1 0 0,0 0 0 0 0,0 0 0 0 0,1 0 1 0 0,-1 1-1 0 0,0-1 0 0 0,1 0 0 0 0,-1 1 1 0 0,1-1-1 0 0,0 1 0 0 0,-1-1 0 0 0,1 1 1 0 0,0 0-1 0 0,0 0 0 0 0,0 0 1 0 0,0 0-1 0 0,3-2 0 0 0,-3 3 17 0 0,-1 1-1 0 0,0-1 0 0 0,1 0 1 0 0,-1 0-1 0 0,0 0 1 0 0,1 1-1 0 0,-1-1 1 0 0,0 1-1 0 0,0-1 1 0 0,1 1-1 0 0,-1 0 0 0 0,0-1 1 0 0,0 1-1 0 0,0 0 1 0 0,0 0-1 0 0,0 0 1 0 0,0-1-1 0 0,0 1 1 0 0,0 0-1 0 0,0 1 1 0 0,1 1-1 0 0,4 7 247 0 0,0 1-1 0 0,0 0 1 0 0,-1 0 0 0 0,6 21 0 0 0,-8-25-316 0 0,23 77 866 0 0,20 49-226 0 0,-23-53-1909 0 0,-22-78 773 0 0,4-1-3257 0 0,-5-1 3623 0 0,1 0 0 0 0,0 0-1 0 0,-1 0 1 0 0,1-1 0 0 0,-1 1 0 0 0,1 0 0 0 0,-1 0 0 0 0,1 0 0 0 0,-1-1-1 0 0,1 1 1 0 0,-1 0 0 0 0,1 0 0 0 0,-1-1 0 0 0,1 1 0 0 0,-1 0-1 0 0,1-1 1 0 0,-1 1 0 0 0,0-1 0 0 0,1 1 0 0 0,-1-1 0 0 0,0 1 0 0 0,1-1-1 0 0,-1 1 1 0 0,1-1 0 0 0,-9-17-3471 0 0,-24-11-5303 0 0,20 23 3953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54:14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5066 0 0,'0'0'3693'0'0,"31"3"2259"0"0,78 15 1405 0 0,4-8-3701 0 0,0-10-3637 0 0,-81-2-1796 0 0,45-10 1 0 0,-76 12 1581 0 0,-1 0 0 0 0,0 0 1 0 0,1 0-1 0 0,-1 0 1 0 0,0 0-1 0 0,1 0 0 0 0,-1 0 1 0 0,0 0-1 0 0,1 0 1 0 0,-1 0-1 0 0,0 0 0 0 0,0 0 1 0 0,1 0-1 0 0,-1-1 1 0 0,0 1-1 0 0,1 0 0 0 0,-1 0 1 0 0,0 0-1 0 0,0-1 0 0 0,1 1 1 0 0,-1 0-1 0 0,0 0 1 0 0,0-1-1 0 0,1 1 0 0 0,-1 0 1 0 0,0 0-1 0 0,0-1 1 0 0,0 1-1 0 0,0 0 0 0 0,0-1 1 0 0,1 1-1 0 0,-1 0 1 0 0,0 0-1 0 0,0-1 0 0 0,0 1 1 0 0,0 0-1 0 0,0-1 0 0 0,0 1 1 0 0,0-1-1 0 0,-1 1-198 0 0,1-1 1 0 0,-1 1-1 0 0,1-1 0 0 0,-1 1 0 0 0,1-1 1 0 0,-1 1-1 0 0,1 0 0 0 0,-1-1 0 0 0,0 1 0 0 0,1 0 1 0 0,-1 0-1 0 0,1-1 0 0 0,-1 1 0 0 0,0 0 1 0 0,1 0-1 0 0,-1 0 0 0 0,0 0 0 0 0,1 0 0 0 0,-1 0 1 0 0,0 0-1 0 0,0 0 0 0 0,1 0 0 0 0,-2 0 0 0 0,-13 1-4571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54:15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4 5264 0 0,'0'0'12415'0'0,"-31"-4"-11760"0"0,14 5-622 0 0,1 1 1 0 0,-1 1-1 0 0,1 0 0 0 0,0 1 0 0 0,0 1 0 0 0,0 0 1 0 0,-28 15-1 0 0,41-18-18 0 0,0 1 0 0 0,0 0 0 0 0,0 0 1 0 0,0 0-1 0 0,0 0 0 0 0,1 0 0 0 0,0 1 0 0 0,-1-1 1 0 0,1 1-1 0 0,0 0 0 0 0,1 0 0 0 0,-1-1 0 0 0,1 1 1 0 0,-1 0-1 0 0,1 0 0 0 0,0 0 0 0 0,1 0 0 0 0,-1 1 1 0 0,1-1-1 0 0,0 0 0 0 0,0 6 0 0 0,1 11 217 0 0,1 1 0 0 0,9 40-1 0 0,-6-34 27 0 0,64 239 2497 0 0,-50-203-2333 0 0,-3-14-154 0 0,-9-29-164 0 0,0 1 0 0 0,-1-1 0 0 0,-1 1 0 0 0,4 42 0 0 0,-9-62-3 0 0,-12 29 444 0 0,22-38-468 0 0,0 1 0 0 0,0 1 0 0 0,1 0 0 0 0,0 1 0 0 0,0 0 0 0 0,0 0 0 0 0,13-1-1 0 0,106-23-273 0 0,-114 24 205 0 0,112-17-2343 0 0,-125 21 1754 0 0,-33 17-11620 0 0,20-14 8105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54:16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5350 0 0,'-16'12'7444'0'0,"59"83"-79"0"0,-15-35-5194 0 0,-28-59-2179 0 0,1 0 0 0 0,-1 0 0 0 0,0 1 0 0 0,1-1 1 0 0,0 0-1 0 0,-1 0 0 0 0,1 0 0 0 0,0 0 0 0 0,-1 0 0 0 0,1 0 1 0 0,0 0-1 0 0,0 0 0 0 0,0 0 0 0 0,0 0 0 0 0,0 0 1 0 0,0-1-1 0 0,0 1 0 0 0,0 0 0 0 0,0-1 0 0 0,0 1 0 0 0,0-1 1 0 0,1 1-1 0 0,-1-1 0 0 0,0 1 0 0 0,0-1 0 0 0,0 0 1 0 0,1 0-1 0 0,-1 1 0 0 0,0-1 0 0 0,1 0 0 0 0,-1 0 0 0 0,0 0 1 0 0,0-1-1 0 0,1 1 0 0 0,-1 0 0 0 0,0 0 0 0 0,0-1 1 0 0,1 1-1 0 0,-1-1 0 0 0,0 1 0 0 0,0-1 0 0 0,0 1 0 0 0,0-1 1 0 0,0 0-1 0 0,0 1 0 0 0,0-1 0 0 0,0 0 0 0 0,0 0 1 0 0,0 0-1 0 0,0 0 0 0 0,0 0 0 0 0,0-1 0 0 0,10-9-460 0 0,-2 0-1 0 0,0 0 1 0 0,13-22-1 0 0,-14 21 373 0 0,4-6-48 0 0,-8 11 219 0 0,0 1-1 0 0,1 0 0 0 0,-1 0 0 0 0,1 0 0 0 0,0 1 0 0 0,7-6 1 0 0,-10 9 370 0 0,9-4 2026 0 0,-6 3-628 0 0,5 17-1540 0 0,19 59 1234 0 0,-24-58-1469 0 0,0 0 0 0 0,1 0 1 0 0,1 0-1 0 0,0-1 0 0 0,1 0 0 0 0,18 24 1 0 0,-25-36-114 0 0,1-1 0 0 0,0 1 1 0 0,-1 0-1 0 0,1-1 0 0 0,0 1 1 0 0,0-1-1 0 0,0 0 0 0 0,0 0 1 0 0,0 1-1 0 0,0-1 1 0 0,0 0-1 0 0,1-1 0 0 0,-1 1 1 0 0,0 0-1 0 0,1-1 0 0 0,-1 1 1 0 0,0-1-1 0 0,1 0 1 0 0,-1 0-1 0 0,0 0 0 0 0,1 0 1 0 0,-1 0-1 0 0,0 0 0 0 0,1-1 1 0 0,-1 1-1 0 0,4-2 0 0 0,2-1-188 0 0,0-1-1 0 0,0-1 1 0 0,-1 1-1 0 0,1-1 0 0 0,11-10 1 0 0,0 0-192 0 0,-16 13 367 0 0,-1-1 0 0 0,1 0 1 0 0,0 0-1 0 0,-1 1 0 0 0,0-1 1 0 0,0-1-1 0 0,0 1 0 0 0,0 0 1 0 0,2-5-1 0 0,6-9 7 0 0,-9 15 380 0 0,6-18 2322 0 0,-4 21-2634 0 0,-1-1-1 0 0,1 1 0 0 0,0 0 1 0 0,-1 1-1 0 0,1-1 1 0 0,-1 0-1 0 0,1 1 1 0 0,-1 0-1 0 0,0-1 0 0 0,1 1 1 0 0,-1 0-1 0 0,0 0 1 0 0,0 0-1 0 0,0 0 1 0 0,-1 1-1 0 0,1-1 0 0 0,1 4 1 0 0,13 12 3 0 0,-1-2-983 0 0,9-1-4743 0 0,-24-15 5502 0 0,1 0 1 0 0,-1 0 0 0 0,1 0-1 0 0,0 0 1 0 0,-1 1-1 0 0,1-1 1 0 0,-1 0 0 0 0,1 0-1 0 0,-1-1 1 0 0,1 1 0 0 0,-1 0-1 0 0,1 0 1 0 0,-1 0 0 0 0,1 0-1 0 0,-1 0 1 0 0,1 0 0 0 0,-1-1-1 0 0,1 1 1 0 0,-1 0 0 0 0,1-1-1 0 0,-1 1 1 0 0,1 0-1 0 0,-1-1 1 0 0,0 1 0 0 0,1 0-1 0 0,-1-1 1 0 0,1 1 0 0 0,-1 0-1 0 0,1-1 1 0 0,0-2-237 0 0,0 1 0 0 0,-1 0 0 0 0,1-1 0 0 0,0 1 0 0 0,-1-1 0 0 0,1 1 0 0 0,-1-1 0 0 0,0 1-1 0 0,1-1 1 0 0,-2-3 0 0 0,1-10-3501 0 0,0-3-1523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54:16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4214 0 0,'0'0'7083'0'0,"23"13"-2591"0"0,14-9-2247 0 0,0-2-1 0 0,38-4 1 0 0,-15 1-571 0 0,-78 39-273 0 0,5-14-732 0 0,6-12-356 0 0,0 0 0 0 0,1 1 0 0 0,-5 16 0 0 0,10-25-322 0 0,0-1-1 0 0,0 0 0 0 0,1 1 0 0 0,-1-1 0 0 0,1 0 0 0 0,0 1 1 0 0,0-1-1 0 0,0 0 0 0 0,0 1 0 0 0,0-1 0 0 0,1 1 0 0 0,0-1 1 0 0,0 0-1 0 0,0 0 0 0 0,0 1 0 0 0,0-1 0 0 0,0 0 0 0 0,3 4 1 0 0,-2-6-35 0 0,-1 1 1 0 0,1-1-1 0 0,-1 0 1 0 0,1 1-1 0 0,0-1 1 0 0,0 0-1 0 0,0 0 1 0 0,0 0-1 0 0,0 0 1 0 0,0 0-1 0 0,0-1 1 0 0,0 1-1 0 0,0 0 1 0 0,0-1-1 0 0,0 0 1 0 0,0 1-1 0 0,0-1 1 0 0,0 0-1 0 0,0 0 1 0 0,1 0-1 0 0,-1-1 1 0 0,0 1-1 0 0,0 0 1 0 0,0-1-1 0 0,2 0 1 0 0,56-19-693 0 0,-52 18 510 0 0,-3-1-705 0 0,1 0-1 0 0,0 0 0 0 0,0 0 0 0 0,-1 0 0 0 0,0-1 1 0 0,0 0-1 0 0,9-9 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54:16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4886 0 0,'8'-4'10299'0'0,"22"1"-6966"0"0,43-1-904 0 0,-48 4-1615 0 0,-10-1-473 0 0,1 1-1 0 0,-1 1 1 0 0,1 0-1 0 0,15 4 1 0 0,-27-4-294 0 0,0 0-1 0 0,0 0 1 0 0,0 1 0 0 0,0-1-1 0 0,-1 1 1 0 0,1 0 0 0 0,0 0 0 0 0,-1 0-1 0 0,0 1 1 0 0,1-1 0 0 0,-1 1-1 0 0,0 0 1 0 0,0 0 0 0 0,0 0 0 0 0,-1 0-1 0 0,1 0 1 0 0,-1 1 0 0 0,0-1-1 0 0,0 1 1 0 0,2 3 0 0 0,2 13 172 0 0,0-1 1 0 0,-1 1 0 0 0,-1 0 0 0 0,-1 0-1 0 0,0 39 1 0 0,0-16 208 0 0,3 71 514 0 0,-6-75-723 0 0,1 0 1 0 0,3 0-1 0 0,1 0 1 0 0,2-1 0 0 0,18 61-1 0 0,-20-89-218 0 0,0 1 0 0 0,1-1 0 0 0,0 0 0 0 0,1-1 0 0 0,0 0 0 0 0,0 0 0 0 0,1 0 0 0 0,0-1 0 0 0,1 0 0 0 0,0-1 0 0 0,17 13-1 0 0,-10-11-557 0 0,-1 0-1 0 0,1 0 1 0 0,0-2-1 0 0,1 0 0 0 0,0-1 1 0 0,32 8-1 0 0,-47-14 243 0 0,-43-1 704 0 0,-18 6-144 0 0,-112 25 0 0 0,116-19-3159 0 0,53-11 1408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54:18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6854 0 0,'0'0'6588'0'0,"1"13"1258"0"0,0-7-7530 0 0,-1 0-1 0 0,1 0 1 0 0,1 0 0 0 0,-1-1-1 0 0,1 1 1 0 0,0 0 0 0 0,5 9-1 0 0,7 7 491 0 0,0 0 0 0 0,-2 1 0 0 0,-1 0 0 0 0,15 43 0 0 0,-20-46-349 0 0,-3-14-331 0 0,-1 1 0 0 0,0 0 1 0 0,0 0-1 0 0,0 0 0 0 0,-1 0 1 0 0,0 0-1 0 0,-1 0 0 0 0,1 0 0 0 0,-2 0 1 0 0,1 0-1 0 0,-1 1 0 0 0,-2 12 1 0 0,2-17-101 0 0,5 11-2021 0 0,-3-10-488 0 0,-1-15 687 0 0,0 9 1146 0 0,0-13-4348 0 0,-5-5-6704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54:18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7150 0 0,'0'0'12856'0'0,"13"8"-10428"0"0,2-5-2035 0 0,0 0-1 0 0,0-1 1 0 0,0-1-1 0 0,0 0 0 0 0,0-1 1 0 0,0-1-1 0 0,0 0 0 0 0,16-4 1 0 0,14 0 12 0 0,1025-110 1698 0 0,-1047 114-2346 0 0,-46 10 671 0 0,-17 1-5452 0 0,21-6-1445 0 0,6-2-3658 0 0,3-1 3110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54:19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3364 0 0,'0'0'8690'0'0,"7"26"-4847"0"0,-5-5-2153 0 0,0-1-1 0 0,2 0 0 0 0,9 34 0 0 0,-5-23-812 0 0,-6-26-794 0 0,-1 0 0 0 0,1 0 1 0 0,-1-1-1 0 0,2 1 0 0 0,-1-1 1 0 0,0 1-1 0 0,1-1 0 0 0,-1 0 1 0 0,1 0-1 0 0,1 0 0 0 0,-1 0 1 0 0,0-1-1 0 0,1 1 0 0 0,0-1 0 0 0,0 0 1 0 0,6 4-1 0 0,-7-6-99 0 0,-1 0 0 0 0,1-1 0 0 0,-1 1 0 0 0,1-1 0 0 0,-1 0 0 0 0,1 0-1 0 0,0 0 1 0 0,-1 0 0 0 0,1 0 0 0 0,-1-1 0 0 0,1 1 0 0 0,-1-1 0 0 0,1 0 0 0 0,-1 0 0 0 0,0 1 0 0 0,1-1-1 0 0,-1-1 1 0 0,0 1 0 0 0,1 0 0 0 0,-1-1 0 0 0,0 1 0 0 0,3-4 0 0 0,38-38-1257 0 0,-7-15-804 0 0,-13 18 967 0 0,12-33 1630 0 0,-34 71 592 0 0,25 28 1318 0 0,-11-7-1633 0 0,-1 2-1 0 0,18 32 1 0 0,-24-37-836 0 0,2 0-1 0 0,-1 0 1 0 0,2-1 0 0 0,0-1-1 0 0,25 26 1 0 0,-34-39-41 0 0,-1 0-1 0 0,1 0 1 0 0,0-1-1 0 0,-1 1 1 0 0,1-1 0 0 0,0 0-1 0 0,-1 1 1 0 0,1-1-1 0 0,0 0 1 0 0,0 0-1 0 0,-1 0 1 0 0,1 0-1 0 0,0 0 1 0 0,-1-1 0 0 0,1 1-1 0 0,0 0 1 0 0,-1-1-1 0 0,1 1 1 0 0,0-1-1 0 0,-1 0 1 0 0,1 1 0 0 0,-1-1-1 0 0,1 0 1 0 0,-1 0-1 0 0,2-1 1 0 0,2-1-191 0 0,-1 0 1 0 0,0 0-1 0 0,0 0 0 0 0,0 0 1 0 0,-1 0-1 0 0,7-8 1 0 0,6-14-439 0 0,-2-1-1 0 0,-1 0 1 0 0,12-31 0 0 0,-25 56 829 0 0,0 0-1 0 0,0 0 1 0 0,0 0-1 0 0,0 0 0 0 0,0 0 1 0 0,1 0-1 0 0,-1 1 1 0 0,0-1-1 0 0,0 0 1 0 0,1 0-1 0 0,-1 0 0 0 0,1 0 1 0 0,-1 1-1 0 0,1-1 1 0 0,-1 0-1 0 0,1 0 0 0 0,0 1 1 0 0,-1-1-1 0 0,1 0 1 0 0,0 1-1 0 0,-1-1 1 0 0,1 1-1 0 0,0-1 0 0 0,0 1 1 0 0,0-1-1 0 0,-1 1 1 0 0,1 0-1 0 0,0-1 1 0 0,0 1-1 0 0,0 0 0 0 0,0 0 1 0 0,0-1-1 0 0,0 1 1 0 0,1 0-1 0 0,1 2 54 0 0,-1-1 1 0 0,1 1-1 0 0,-1 0 0 0 0,1 0 1 0 0,-1 0-1 0 0,0 1 1 0 0,0-1-1 0 0,4 5 0 0 0,13 15-231 0 0,30 15 253 0 0,-39-31-253 0 0,-1 1-1 0 0,1 0 1 0 0,-1 1-1 0 0,0-1 0 0 0,-1 2 1 0 0,11 11-1 0 0,-19-18-224 0 0,9 0-2319 0 0,1 3-4430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54:20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4658 0 0,'0'0'9336'0'0,"-11"19"-4445"0"0,39 53-722 0 0,-23-55-3608 0 0,0-1 0 0 0,2 1 0 0 0,0-1-1 0 0,1-1 1 0 0,0 0 0 0 0,18 24 0 0 0,-25-38-570 0 0,0 1 0 0 0,0-1 0 0 0,1 0 0 0 0,-1 1 0 0 0,0-1 0 0 0,1 0 0 0 0,-1 0 0 0 0,1 0 0 0 0,-1 0 0 0 0,1 0 0 0 0,0 0 0 0 0,-1 0 0 0 0,1 0 0 0 0,0-1 0 0 0,0 1 0 0 0,0-1 0 0 0,-1 1 0 0 0,1-1 0 0 0,0 0 0 0 0,0 0 0 0 0,0 0 0 0 0,0 0 0 0 0,0 0 0 0 0,-1 0 0 0 0,1 0 0 0 0,0-1 0 0 0,0 1 0 0 0,0-1 0 0 0,0 1 0 0 0,-1-1 0 0 0,1 0 0 0 0,0 1 0 0 0,-1-1 0 0 0,1 0 0 0 0,0 0 0 0 0,-1 0 0 0 0,1 0 0 0 0,-1-1 0 0 0,0 1 0 0 0,1 0 0 0 0,1-3 0 0 0,8-8-334 0 0,0-1 0 0 0,-1-1 0 0 0,0 0 0 0 0,8-15 1 0 0,7-9-210 0 0,22-27 465 0 0,-46 64 282 0 0,-1 1-161 0 0,0 1-1 0 0,0-1 1 0 0,1 0-1 0 0,-1 1 0 0 0,0-1 1 0 0,0 0-1 0 0,1 0 1 0 0,-1 1-1 0 0,0-1 0 0 0,1 0 1 0 0,-1 0-1 0 0,0 0 1 0 0,1 0-1 0 0,-1 1 0 0 0,1-1 1 0 0,-1 0-1 0 0,0 0 1 0 0,1 0-1 0 0,-1 0 0 0 0,0 0 1 0 0,1 0-1 0 0,-1 0 1 0 0,1 0-1 0 0,-1 0 0 0 0,0 0 1 0 0,1 0-1 0 0,-1 0 1 0 0,1 0-1 0 0,-1 0 0 0 0,0-1 1 0 0,1 1-1 0 0,-1 0 1 0 0,0 0-1 0 0,1 0 0 0 0,-1 0 1 0 0,0-1-1 0 0,1 1 1 0 0,-1 0-1 0 0,0 0 0 0 0,1-1 1 0 0,-1 1-1 0 0,0 0 1 0 0,0-1-1 0 0,1 1 0 0 0,-1 0 1 0 0,0-1-1 0 0,0 1 0 0 0,0 0 1 0 0,0-1-1 0 0,1 1 1 0 0,-1 0-1 0 0,0-1 0 0 0,0 1 1 0 0,0-1-1 0 0,0 1 1 0 0,0 0-1 0 0,0-1 0 0 0,0 1 1 0 0,0-1-1 0 0,0 1 1 0 0,0 0-1 0 0,0-1 0 0 0,18 31 1012 0 0,-17-22-1010 0 0,1-1-1 0 0,0 0 1 0 0,0 1-1 0 0,0-1 1 0 0,1 0-1 0 0,0 0 1 0 0,1-1-1 0 0,-1 1 1 0 0,1-1-1 0 0,0 1 1 0 0,10 9-1 0 0,-11-13-80 0 0,1 0 0 0 0,0 0 0 0 0,0 0 0 0 0,0 0 0 0 0,0-1 0 0 0,0 0 0 0 0,1 0-1 0 0,-1 0 1 0 0,1 0 0 0 0,-1-1 0 0 0,1 1 0 0 0,0-1 0 0 0,-1 0 0 0 0,1-1 0 0 0,0 1 0 0 0,0-1-1 0 0,0 0 1 0 0,8-1 0 0 0,-10 1-170 0 0,3-2-395 0 0,7-2 379 0 0,-15-14-6748 0 0,1 16 6491 0 0,1 0-1 0 0,-1 0 0 0 0,1 1 0 0 0,-1-1 1 0 0,0 0-1 0 0,1 1 0 0 0,-1-1 0 0 0,0 1 0 0 0,0-1 1 0 0,0 1-1 0 0,0-1 0 0 0,-1 1 0 0 0,1 0 1 0 0,0-1-1 0 0,-1 1 0 0 0,1 0 0 0 0,0 0 0 0 0,-1 0 1 0 0,-2-1-1 0 0,-3-3-3402 0 0,-3-5-1495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54:21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22 4360 0 0,'-17'10'10000'0'0,"41"11"-4801"0"0,-15-17-4777 0 0,0-1-1 0 0,0 0 1 0 0,1 0-1 0 0,-1-1 1 0 0,1 0-1 0 0,0-1 1 0 0,0 0-1 0 0,16-1 1 0 0,84-9 1079 0 0,-71 4-912 0 0,63-6 281 0 0,303-35 886 0 0,-401 45-1513 0 0,-48 23-589 0 0,-53 4-4256 0 0,64-21-476 0 0,1-2-3471 0 0,26-4 4481 0 0,-10-6-1583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54:2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 4266 0 0,'0'0'4258'0'0,"-34"2"2316"0"0,22 2-6078 0 0,1 1-1 0 0,0 0 1 0 0,0 0 0 0 0,0 1 0 0 0,1 1-1 0 0,0 0 1 0 0,0 0 0 0 0,0 1-1 0 0,-9 10 1 0 0,17-16-512 0 0,1-1-1 0 0,0 0 1 0 0,0 0-1 0 0,0 1 1 0 0,0-1 0 0 0,0 0-1 0 0,0 1 1 0 0,0-1 0 0 0,0 1-1 0 0,0 0 1 0 0,1-1 0 0 0,-1 1-1 0 0,1 0 1 0 0,-1-1-1 0 0,1 1 1 0 0,-1 0 0 0 0,1-1-1 0 0,0 3 1 0 0,0-3 22 0 0,1 1 1 0 0,-1-1 0 0 0,1 0-1 0 0,-1 0 1 0 0,1 0-1 0 0,-1 0 1 0 0,1-1-1 0 0,-1 1 1 0 0,1 0-1 0 0,0 0 1 0 0,0 0-1 0 0,-1 0 1 0 0,1-1-1 0 0,0 1 1 0 0,0 0-1 0 0,0-1 1 0 0,0 1-1 0 0,0 0 1 0 0,0-1-1 0 0,2 1 1 0 0,5 2 131 0 0,-1-1 0 0 0,1 0 0 0 0,0-1 0 0 0,0 1 1 0 0,16-1-1 0 0,-15-1 161 0 0,0 0 0 0 0,0 1 0 0 0,-1 0 0 0 0,1 1 1 0 0,-1 0-1 0 0,1 0 0 0 0,12 5 0 0 0,-19-5-229 0 0,0-1 0 0 0,1 0-1 0 0,-1 1 1 0 0,-1-1 0 0 0,1 1-1 0 0,0-1 1 0 0,0 1 0 0 0,0 0-1 0 0,-1 0 1 0 0,1 0 0 0 0,-1 0 0 0 0,0 0-1 0 0,1 0 1 0 0,-1 0 0 0 0,0 0-1 0 0,0 0 1 0 0,0 1 0 0 0,-1-1-1 0 0,1 0 1 0 0,-1 1 0 0 0,1-1-1 0 0,-1 1 1 0 0,0-1 0 0 0,0 1 0 0 0,0-1-1 0 0,0 0 1 0 0,0 1 0 0 0,0-1-1 0 0,-1 1 1 0 0,0 2 0 0 0,0 1-71 0 0,0 0 1 0 0,-1 0-1 0 0,0 0 1 0 0,0 0-1 0 0,0-1 0 0 0,-1 1 1 0 0,1-1-1 0 0,-1 0 1 0 0,-1 0-1 0 0,1 0 1 0 0,-1 0-1 0 0,1 0 0 0 0,-2-1 1 0 0,1 0-1 0 0,0 1 1 0 0,-1-2-1 0 0,0 1 1 0 0,0 0-1 0 0,0-1 0 0 0,0 0 1 0 0,0 0-1 0 0,-6 2 1 0 0,7-5-327 0 0,1 1 1 0 0,0-1 0 0 0,0 0-1 0 0,0 0 1 0 0,-1-1-1 0 0,1 1 1 0 0,0 0 0 0 0,0-1-1 0 0,0 0 1 0 0,0 0-1 0 0,0 0 1 0 0,0 0 0 0 0,0 0-1 0 0,0-1 1 0 0,0 1-1 0 0,0-1 1 0 0,1 0-1 0 0,-1 0 1 0 0,1 0 0 0 0,-3-2-1 0 0,-6-7-1968 0 0,1 0 0 0 0,0 0-1 0 0,-9-14 1 0 0,2 2-3484 0 0,11 13 2353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54:22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5410 0 0,'-43'12'6929'0'0,"9"8"-4631"0"0,31-17-2272 0 0,0 0-1 0 0,0 1 1 0 0,0-1 0 0 0,1 0-1 0 0,-1 1 1 0 0,1 0 0 0 0,0-1-1 0 0,0 1 1 0 0,1 0 0 0 0,-1 0-1 0 0,1 0 1 0 0,0 0 0 0 0,0 0-1 0 0,0 0 1 0 0,0 1 0 0 0,1-1-1 0 0,0 0 1 0 0,0 6 0 0 0,-1 39 222 0 0,0-6 401 0 0,2-1-1 0 0,7 43 1 0 0,54 371 3863 0 0,-18-117-2342 0 0,-29-210-1646 0 0,-11-75-385 0 0,3 0 1 0 0,2 0-1 0 0,17 56 0 0 0,-4-41-153 0 0,-21-67 22 0 0,-1 0 0 0 0,1 0 0 0 0,-1-1 1 0 0,1 1-1 0 0,-1 0 0 0 0,1 0 0 0 0,-1 0 0 0 0,0 0 1 0 0,0 0-1 0 0,0 0 0 0 0,0-1 0 0 0,-1 1 0 0 0,0 3 0 0 0,0 10 65 0 0,1-13-13 0 0,23-14-53 0 0,-4 4-148 0 0,0 1-1 0 0,1 1 1 0 0,0 1-1 0 0,0 1 1 0 0,32-3 0 0 0,102 2-1112 0 0,-150 5 1233 0 0,-2 0-925 0 0,4 2 722 0 0,-5-2-505 0 0,0 0 1 0 0,0-1-1 0 0,0 1 0 0 0,0 0 1 0 0,-1 0-1 0 0,1-1 1 0 0,0 1-1 0 0,0 0 1 0 0,0-1-1 0 0,0 1 1 0 0,0-1-1 0 0,7-19-12560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23:54:23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3972 0 0,'0'0'7674'0'0,"26"0"-5544"0"0,14 4-853 0 0,5-2-628 0 0,1 3 0 0 0,0 1 1 0 0,-1 3-1 0 0,73 23 0 0 0,-113-30-548 0 0,1 1 0 0 0,-1-1 0 0 0,0 1 0 0 0,0 1 0 0 0,0-1 0 0 0,0 1 0 0 0,-1 0 0 0 0,1 0 0 0 0,-1 0 0 0 0,0 0 0 0 0,0 1 0 0 0,-1 0 0 0 0,1 0 0 0 0,-1 0 0 0 0,0 0 1 0 0,0 0-1 0 0,-1 1 0 0 0,0-1 0 0 0,0 1 0 0 0,0-1 0 0 0,-1 1 0 0 0,1 0 0 0 0,-1 0 0 0 0,0 9 0 0 0,0 12 577 0 0,-2-1 0 0 0,0 1 0 0 0,-2 0 0 0 0,-8 33 0 0 0,2-5-167 0 0,4-21-333 0 0,2-1-1 0 0,1 1 0 0 0,1 0 1 0 0,2-1-1 0 0,1 1 0 0 0,2 0 0 0 0,2-1 1 0 0,0 0-1 0 0,3 0 0 0 0,0-1 0 0 0,2 0 1 0 0,2-1-1 0 0,0 0 0 0 0,25 39 1 0 0,-31-58-165 0 0,19 32-575 0 0,2-1 0 0 0,64 74 0 0 0,-90-115 436 0 0,-2-1 128 0 0,0 0 0 0 0,0 0-1 0 0,1 0 1 0 0,-1 0-1 0 0,0 0 1 0 0,0 0-1 0 0,0 0 1 0 0,0 0-1 0 0,-1 0 1 0 0,1 0-1 0 0,0 0 1 0 0,0-1 0 0 0,-1 1-1 0 0,1 0 1 0 0,0 0-1 0 0,-1 0 1 0 0,1 0-1 0 0,-1-1 1 0 0,1 1-1 0 0,-1 0 1 0 0,1 0 0 0 0,-1-1-1 0 0,1 1 1 0 0,-1 0-1 0 0,0-1 1 0 0,0 1-1 0 0,1 0 1 0 0,-2 0-1 0 0,-24 14 431 0 0,-30-2 528 0 0,-84 11 1 0 0,52-11-560 0 0,-7 4-852 0 0,93-16-234 0 0,10 5-6688 0 0,-7-6 7242 0 0,-1 0 1 0 0,0 0-1 0 0,1-1 0 0 0,-1 1 1 0 0,1 0-1 0 0,-1 0 1 0 0,1 0-1 0 0,-1 0 0 0 0,24-4-4011 0 0,-15 2-823 0 0,5 1 954 0 0,-1-1-1554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41:41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337 204 3788 0 0,'19'-6'6473'0'0,"-14"25"8541"0"0,-5-25-14936 0 0,1 0-1 0 0,-1 0 1 0 0,2 0 0 0 0,-1 0-1 0 0,1 0 1 0 0,0 0 0 0 0,0 0 0 0 0,0 1-1 0 0,1-1 1 0 0,6-9 0 0 0,-6 9-3 0 0,1 1 1 0 0,-2-1-1 0 0,1 0 1 0 0,-1 0-1 0 0,0 0 0 0 0,0 0 1 0 0,0 0-1 0 0,-1-1 1 0 0,0 1-1 0 0,-1-1 1 0 0,1-6-1 0 0,-1 10-17 0 0,-1 1 1 0 0,1-1-1 0 0,0 1 1 0 0,-1-1-1 0 0,0 1 0 0 0,0-1 1 0 0,0 1-1 0 0,0-1 0 0 0,0 1 1 0 0,0 0-1 0 0,-1-1 1 0 0,1 1-1 0 0,-1 0 0 0 0,1 0 1 0 0,-1 0-1 0 0,0 0 0 0 0,0 0 1 0 0,0 1-1 0 0,0-1 1 0 0,0 1-1 0 0,0-1 0 0 0,0 1 1 0 0,0 0-1 0 0,-1-1 0 0 0,1 1 1 0 0,-1 0-1 0 0,1 1 0 0 0,-1-1 1 0 0,1 0-1 0 0,-5 0 1 0 0,-11-1 98 0 0,0 0 1 0 0,0 1-1 0 0,1 1 1 0 0,-1 0-1 0 0,0 2 1 0 0,1 0-1 0 0,-1 1 1 0 0,-30 9-1 0 0,37-9-114 0 0,0 0-1 0 0,1 1 1 0 0,-1 1-1 0 0,1 0 0 0 0,-1 0 1 0 0,1 1-1 0 0,1 0 1 0 0,-1 1-1 0 0,1 0 1 0 0,0 0-1 0 0,1 1 1 0 0,0 0-1 0 0,0 0 0 0 0,-11 17 1 0 0,18-23-59 0 0,0 0 1 0 0,-1 0-1 0 0,1 0 0 0 0,0 1 1 0 0,0-1-1 0 0,1 0 0 0 0,-1 1 1 0 0,0-1-1 0 0,1 1 0 0 0,0-1 0 0 0,-1 1 1 0 0,1-1-1 0 0,0 1 0 0 0,0-1 1 0 0,0 0-1 0 0,1 1 0 0 0,-1-1 1 0 0,1 1-1 0 0,-1-1 0 0 0,3 5 1 0 0,-1-3-29 0 0,0-1 0 0 0,0 0 0 0 0,0 0 0 0 0,1 0 0 0 0,0 0 0 0 0,-1 0 1 0 0,1 0-1 0 0,0 0 0 0 0,0-1 0 0 0,1 0 0 0 0,6 4 0 0 0,0 0-84 0 0,1-1 0 0 0,1-1 0 0 0,-1 0 0 0 0,1 0 0 0 0,-1-1 0 0 0,1 0 0 0 0,19 1 0 0 0,-11-4-3 0 0,1-1-1 0 0,0 0 1 0 0,-1-1-1 0 0,1-2 1 0 0,20-5-1 0 0,-29 6 119 0 0,-1 0 1 0 0,0-1-1 0 0,0 0 0 0 0,0-1 0 0 0,0-1 1 0 0,-1 1-1 0 0,1-2 0 0 0,-2 1 0 0 0,1-1 1 0 0,10-11-1 0 0,-18 16 96 0 0,0 0 0 0 0,0-1 0 0 0,0 1-1 0 0,0-1 1 0 0,-1 1 0 0 0,1-1 0 0 0,-1 0 0 0 0,0 1 0 0 0,0-1 0 0 0,0 0 0 0 0,0 0 0 0 0,1-5 0 0 0,-2 6 1068 0 0,-3 2-1140 0 0,1 0 0 0 0,-1 1 1 0 0,1-1-1 0 0,-1 1 0 0 0,1 0 1 0 0,-1 0-1 0 0,1 0 0 0 0,0 0 1 0 0,-1 0-1 0 0,1 1 0 0 0,0-1 1 0 0,0 1-1 0 0,0-1 0 0 0,0 1 1 0 0,0 0-1 0 0,0 0 0 0 0,1 0 1 0 0,-1 0-1 0 0,1 0 0 0 0,-3 4 1 0 0,-25 54 181 0 0,20-39-58 0 0,-5 8 12 0 0,1 0 0 0 0,1 2-1 0 0,2-1 1 0 0,1 1 0 0 0,2 1 0 0 0,1 0-1 0 0,1 0 1 0 0,0 51 0 0 0,4-58-124 0 0,0-14-10 0 0,1 1 1 0 0,0 0-1 0 0,1-1 1 0 0,0 1-1 0 0,1-1 1 0 0,0 1-1 0 0,4 12 1 0 0,-4-6 44 0 0,-1-12 29 0 0,8-15 192 0 0,-8 7-334 0 0,2-8 2017 0 0,-2 5-3982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41:43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3472 0 0,'12'-14'14683'0'0,"-12"3"-6828"0"0,3 11-7762 0 0,0 0 1 0 0,0-1-1 0 0,0 1 0 0 0,0-1 1 0 0,0 0-1 0 0,0 1 0 0 0,0-1 1 0 0,0-1-1 0 0,0 1 0 0 0,0 0 1 0 0,-1-1-1 0 0,5-2 1026 0 0,-38 32-747 0 0,28-20 1659 0 0,2-5-3701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41:44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54 2060 0 0,'0'0'5214'0'0,"-12"-16"-2044"0"0,6 9 569 0 0,-17-3 1000 0 0,-22-8 1358 0 0,41 17-5919 0 0,-1 0-1 0 0,1 1 0 0 0,-1-1 0 0 0,0 1 1 0 0,0 0-1 0 0,1 0 0 0 0,-1 1 0 0 0,0-1 1 0 0,1 1-1 0 0,-1 0 0 0 0,1 1 0 0 0,-1-1 1 0 0,1 1-1 0 0,-8 3 0 0 0,1 1-45 0 0,0 0 0 0 0,1 0 0 0 0,0 1-1 0 0,0 1 1 0 0,0 0 0 0 0,1 0 0 0 0,1 0 0 0 0,-1 1 0 0 0,1 1-1 0 0,1-1 1 0 0,0 1 0 0 0,0 1 0 0 0,1-1 0 0 0,0 1 0 0 0,1 0-1 0 0,-8 22 1 0 0,13-30-126 0 0,-1 0-1 0 0,0 0 0 0 0,1 0 1 0 0,0 0-1 0 0,-1 0 0 0 0,1 0 1 0 0,1 1-1 0 0,-1-1 0 0 0,0 0 1 0 0,1 0-1 0 0,-1 0 0 0 0,1 0 0 0 0,0 0 1 0 0,0 0-1 0 0,0 0 0 0 0,1 0 1 0 0,-1 0-1 0 0,1-1 0 0 0,-1 1 1 0 0,1 0-1 0 0,2 2 0 0 0,1-1-4 0 0,-1-1-1 0 0,0 1 0 0 0,1-1 0 0 0,0 0 1 0 0,-1 0-1 0 0,1-1 0 0 0,0 1 1 0 0,1-1-1 0 0,-1 0 0 0 0,0-1 0 0 0,6 2 1 0 0,12 1-52 0 0,-1-1 1 0 0,1 0-1 0 0,0-2 1 0 0,38-3-1 0 0,-18-2-135 0 0,0-1-1 0 0,51-14 1 0 0,-75 14 141 0 0,0 0 1 0 0,0-2 0 0 0,-1 0-1 0 0,0-1 1 0 0,-1-1 0 0 0,0-1-1 0 0,20-14 1 0 0,-34 22 77 0 0,0 0-1 0 0,0-1 1 0 0,-1 1-1 0 0,1-1 1 0 0,-1 0 0 0 0,1 0-1 0 0,-1 0 1 0 0,0 0-1 0 0,0 0 1 0 0,0-1-1 0 0,-1 1 1 0 0,1 0-1 0 0,-1-1 1 0 0,0 0-1 0 0,1 1 1 0 0,-1-5 0 0 0,-1 6-11 0 0,0 0 1 0 0,0 0 0 0 0,0 0 0 0 0,-1 0 0 0 0,1 0-1 0 0,-1 0 1 0 0,1 0 0 0 0,-1 0 0 0 0,0 0 0 0 0,0 0 0 0 0,0 0-1 0 0,0 0 1 0 0,0 1 0 0 0,0-1 0 0 0,0 0 0 0 0,-1 1-1 0 0,1-1 1 0 0,-1 1 0 0 0,1-1 0 0 0,-1 1 0 0 0,1 0-1 0 0,-1 0 1 0 0,0 0 0 0 0,0 0 0 0 0,1 0 0 0 0,-1 0 0 0 0,0 0-1 0 0,0 0 1 0 0,0 1 0 0 0,0-1 0 0 0,-3 0 0 0 0,-10-3 64 0 0,-1 0 1 0 0,0 1-1 0 0,-23-1 1 0 0,33 3-175 0 0,-1 1 1 0 0,1 0-1 0 0,-1 0 0 0 0,1 1 1 0 0,0-1-1 0 0,-1 2 0 0 0,1-1 1 0 0,0 1-1 0 0,-1 0 0 0 0,1 0 1 0 0,-8 4-1 0 0,13-5-81 0 0,1-1-1 0 0,0 0 1 0 0,-1 0 0 0 0,1 0 0 0 0,0 1 0 0 0,-1-1-1 0 0,1 0 1 0 0,0 1 0 0 0,-1-1 0 0 0,1 0 0 0 0,0 0-1 0 0,0 1 1 0 0,0-1 0 0 0,-1 0 0 0 0,1 1 0 0 0,0-1-1 0 0,0 1 1 0 0,0-1 0 0 0,-1 0 0 0 0,1 1 0 0 0,0-1-1 0 0,0 1 1 0 0,0-1 0 0 0,0 0 0 0 0,0 1 0 0 0,0-1-1 0 0,0 1 1 0 0,0-1 0 0 0,0 0 0 0 0,0 1-1 0 0,0-1 1 0 0,0 1 0 0 0,1-1 0 0 0,-1 0 0 0 0,0 1-1 0 0,0-1 1 0 0,0 1 0 0 0,0-1 0 0 0,1 0 0 0 0,-1 1-1 0 0,0-1 1 0 0,0 0 0 0 0,1 1 0 0 0,-1-1 0 0 0,0 0-1 0 0,1 0 1 0 0,-1 1 0 0 0,0-1 0 0 0,1 0 0 0 0,-1 0-1 0 0,0 0 1 0 0,1 1 0 0 0,-1-1 0 0 0,1 0-1 0 0,20 9-4779 0 0,-14-8 3979 0 0,-1-1-487 0 0,2 1-4295 0 0,2 1-1318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41:44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369 170 3862 0 0,'0'0'6605'0'0,"-25"-18"2007"0"0,21 7-7002 0 0,2 7-1312 0 0,1-1 0 0 0,-1 1 0 0 0,1-1-1 0 0,0 0 1 0 0,0 1 0 0 0,0-1 0 0 0,0 0 0 0 0,1 0-1 0 0,0 0 1 0 0,1-8 0 0 0,-1 10-189 0 0,1 0 1 0 0,-1 1-1 0 0,0-1 1 0 0,0 0-1 0 0,0 0 0 0 0,0 0 1 0 0,0 0-1 0 0,-1 0 1 0 0,1 1-1 0 0,-1-1 0 0 0,0 0 1 0 0,0 0-1 0 0,0 1 1 0 0,0-1-1 0 0,0 0 0 0 0,0 1 1 0 0,-1-1-1 0 0,1 1 1 0 0,-1 0-1 0 0,0-1 0 0 0,0 1 1 0 0,0 0-1 0 0,0 0 1 0 0,0 0-1 0 0,0 0 0 0 0,0 1 1 0 0,-1-1-1 0 0,1 1 1 0 0,-1-1-1 0 0,1 1 0 0 0,-1 0 1 0 0,1 0-1 0 0,-1 0 1 0 0,0 0-1 0 0,0 0 0 0 0,0 1 1 0 0,-5-1-1 0 0,-8 1 84 0 0,1 1 0 0 0,-1 1 1 0 0,1 1-1 0 0,-1 0 0 0 0,1 1 0 0 0,0 0 0 0 0,0 1 0 0 0,1 1 0 0 0,0 0 0 0 0,0 1 0 0 0,0 1 1 0 0,1 0-1 0 0,0 1 0 0 0,0 0 0 0 0,-21 22 0 0 0,32-30-197 0 0,1 0 1 0 0,-1 1-1 0 0,1-1 0 0 0,0 1 1 0 0,0-1-1 0 0,-1 1 0 0 0,1 0 1 0 0,0-1-1 0 0,0 1 1 0 0,0 0-1 0 0,1 0 0 0 0,-1 0 1 0 0,0 0-1 0 0,1-1 0 0 0,-1 1 1 0 0,1 0-1 0 0,-1 0 0 0 0,1 0 1 0 0,0 0-1 0 0,0 0 1 0 0,0 0-1 0 0,0 0 0 0 0,1 0 1 0 0,-1 0-1 0 0,0 0 0 0 0,1 0 1 0 0,-1 0-1 0 0,1 0 0 0 0,0 0 1 0 0,0 0-1 0 0,-1 0 1 0 0,1 0-1 0 0,0-1 0 0 0,1 1 1 0 0,-1 0-1 0 0,0-1 0 0 0,0 1 1 0 0,1-1-1 0 0,-1 0 0 0 0,1 1 1 0 0,-1-1-1 0 0,1 0 1 0 0,0 0-1 0 0,-1 0 0 0 0,1 0 1 0 0,4 2-1 0 0,3 1-104 0 0,0 0-1 0 0,0-1 1 0 0,1 0-1 0 0,-1 0 1 0 0,1-1-1 0 0,0 0 1 0 0,0-1-1 0 0,13 0 1 0 0,17-2-227 0 0,0-2 0 0 0,55-11 1 0 0,-92 13 449 0 0,20 0 1392 0 0,-58 56-766 0 0,29-48-712 0 0,0 1 0 0 0,1-1 0 0 0,0 1 0 0 0,1 0 0 0 0,0 1 0 0 0,0-1 0 0 0,0 1 0 0 0,1-1 0 0 0,-2 11 0 0 0,4-15-97 0 0,0-1 0 0 0,1 1 0 0 0,-1 0 0 0 0,1 0-1 0 0,0 0 1 0 0,0 0 0 0 0,0-1 0 0 0,0 1 0 0 0,1 0 0 0 0,-1 0 0 0 0,1 0 0 0 0,0-1 0 0 0,0 1-1 0 0,1 0 1 0 0,-1-1 0 0 0,1 1 0 0 0,2 3 0 0 0,-3-5-236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41:45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14 8156 0 0,'-42'-14'12310'0'0,"29"15"-9263"0"0,-9 1-1497 0 0,0 1 0 0 0,-33 9 1 0 0,46-10-1404 0 0,0 1 0 0 0,0 0 0 0 0,1 0 1 0 0,-1 1-1 0 0,1 0 0 0 0,0 0 0 0 0,0 1 0 0 0,0 0 1 0 0,-6 7-1 0 0,13-11-145 0 0,0 0 0 0 0,0 0-1 0 0,0 0 1 0 0,0 0 0 0 0,0 0 0 0 0,1 0 0 0 0,-1 0 0 0 0,1 0 0 0 0,-1 0-1 0 0,1 1 1 0 0,-1-1 0 0 0,1 0 0 0 0,-1 0 0 0 0,1 0 0 0 0,0 1-1 0 0,0-1 1 0 0,0 0 0 0 0,0 1 0 0 0,0-1 0 0 0,0 0 0 0 0,0 0 0 0 0,0 1-1 0 0,0-1 1 0 0,0 0 0 0 0,1 0 0 0 0,-1 1 0 0 0,1-1 0 0 0,-1 0-1 0 0,1 0 1 0 0,-1 0 0 0 0,1 0 0 0 0,-1 0 0 0 0,1 1 0 0 0,0-1 0 0 0,0 0-1 0 0,0-1 1 0 0,0 1 0 0 0,0 0 0 0 0,0 0 0 0 0,0 0 0 0 0,2 1-1 0 0,1 1-1 0 0,1 1 0 0 0,0-1 0 0 0,0 0 0 0 0,0 0-1 0 0,0-1 1 0 0,0 0 0 0 0,9 3 0 0 0,17 2-17 0 0,-10-3 8 0 0,-1 1 0 0 0,1 1 0 0 0,-1 1-1 0 0,28 13 1 0 0,-44-17 48 0 0,-1 0-1 0 0,1 0 1 0 0,-1 1-1 0 0,0-1 1 0 0,0 1-1 0 0,0 0 1 0 0,0-1-1 0 0,-1 1 1 0 0,1 1-1 0 0,-1-1 1 0 0,0 0-1 0 0,0 0 1 0 0,-1 1-1 0 0,1-1 1 0 0,-1 1-1 0 0,0 0 0 0 0,0-1 1 0 0,0 1-1 0 0,-1 6 1 0 0,0-8-64 0 0,1 0 1 0 0,-1-1-1 0 0,0 1 1 0 0,0 0-1 0 0,-1-1 1 0 0,1 1-1 0 0,-1 0 1 0 0,1-1-1 0 0,-1 1 0 0 0,0 0 1 0 0,0-1-1 0 0,0 1 1 0 0,0-1-1 0 0,0 1 1 0 0,-1-1-1 0 0,1 0 1 0 0,-1 0-1 0 0,0 1 1 0 0,1-1-1 0 0,-1 0 0 0 0,0-1 1 0 0,0 1-1 0 0,0 0 1 0 0,-1 0-1 0 0,1-1 1 0 0,0 1-1 0 0,-1-1 1 0 0,1 0-1 0 0,-1 0 0 0 0,1 0 1 0 0,-1 0-1 0 0,1 0 1 0 0,-1 0-1 0 0,0-1 1 0 0,1 1-1 0 0,-4-1 1 0 0,-22-1-1938 0 0,27 1 1512 0 0,-1-1 0 0 0,0 1 1 0 0,0-1-1 0 0,0 0 0 0 0,1 1 0 0 0,-1-1 0 0 0,0 0 0 0 0,1 0 0 0 0,-1 0 0 0 0,1 0 0 0 0,-1-1 0 0 0,1 1 0 0 0,0 0 1 0 0,-1 0-1 0 0,1-1 0 0 0,0 1 0 0 0,0-1 0 0 0,0 1 0 0 0,0-1 0 0 0,0 0 0 0 0,0 1 0 0 0,0-1 0 0 0,1 0 0 0 0,-1 0 1 0 0,1 1-1 0 0,-1-1 0 0 0,1 0 0 0 0,-1 0 0 0 0,1 0 0 0 0,0 0 0 0 0,0 1 0 0 0,0-1 0 0 0,1-3 0 0 0,-1-9-4620 0 0,0-3-2090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41:45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5298 0 0,'0'0'6511'0'0,"25"16"-1176"0"0,-5-8-3703 0 0,0-1 1 0 0,0 0 0 0 0,25 4-1 0 0,-8-5-1214 0 0,0-1 0 0 0,56 0 0 0 0,-91-5-990 0 0,31-3-230 0 0,-21-3-3381 0 0,-16-16-15170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41:55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49 6326 0 0,'-1'-2'-706'0'0,"-1"-4"962"0"0,5-24 20845 0 0,-4 29-21030 0 0,0 0-1 0 0,1 1 0 0 0,-1-1 1 0 0,0 0-1 0 0,1 0 0 0 0,-1 1 1 0 0,0-1-1 0 0,0 0 0 0 0,0 1 1 0 0,0-1-1 0 0,0 1 0 0 0,1-1 1 0 0,-1 1-1 0 0,0 0 0 0 0,0-1 1 0 0,0 1-1 0 0,0 0 0 0 0,0 0 1 0 0,-1-1-1 0 0,1 1 0 0 0,0 0 1 0 0,0 0-1 0 0,0 0 0 0 0,-2 1 0 0 0,-26-2 644 0 0,14 4-494 0 0,1 0 1 0 0,0 1-1 0 0,0 0 0 0 0,1 1 0 0 0,-1 1 0 0 0,1 0 1 0 0,-21 13-1 0 0,4 1 558 0 0,-52 44 0 0 0,76-58-810 0 0,1-1 1 0 0,0 0-1 0 0,0 1 1 0 0,0 0-1 0 0,1 0 1 0 0,0 0-1 0 0,0 1 1 0 0,1 0-1 0 0,-1-1 1 0 0,2 1-1 0 0,-5 14 1 0 0,6-18 15 0 0,1 0 1 0 0,-1 0-1 0 0,1 0 1 0 0,-1-1-1 0 0,1 1 1 0 0,0 0-1 0 0,1 0 1 0 0,-1 0-1 0 0,0 0 1 0 0,1 0-1 0 0,-1 0 1 0 0,1 0 0 0 0,0 0-1 0 0,0-1 1 0 0,0 1-1 0 0,1 0 1 0 0,-1-1-1 0 0,1 1 1 0 0,-1-1-1 0 0,1 1 1 0 0,0-1-1 0 0,0 0 1 0 0,0 1-1 0 0,0-1 1 0 0,0 0-1 0 0,0 0 1 0 0,1-1-1 0 0,-1 1 1 0 0,1 0-1 0 0,-1-1 1 0 0,1 0-1 0 0,3 2 1 0 0,4 1-111 0 0,1 0-1 0 0,0 0 1 0 0,-1-1-1 0 0,1-1 1 0 0,0 1-1 0 0,1-2 1 0 0,-1 0-1 0 0,0 0 1 0 0,0-1-1 0 0,13-1 1 0 0,-22 0 1422 0 0,-27-3-1207 0 0,14 5-40 0 0,-1 0 0 0 0,1 1 1 0 0,0 0-1 0 0,0 1 1 0 0,1 0-1 0 0,-21 9 0 0 0,26-10-47 0 0,0 1 0 0 0,1-1 0 0 0,-1 0 0 0 0,1 1 0 0 0,0 0 0 0 0,-1 0 0 0 0,1 1 0 0 0,0-1 0 0 0,1 1-1 0 0,-1 0 1 0 0,1 0 0 0 0,0 0 0 0 0,0 0 0 0 0,0 0 0 0 0,0 1 0 0 0,1 0 0 0 0,-3 4 0 0 0,5-7-33 0 0,-1 0 0 0 0,1 0 0 0 0,-1 0 0 0 0,1-1 1 0 0,0 1-1 0 0,0 0 0 0 0,0 0 0 0 0,0 0 0 0 0,0 0 1 0 0,0 0-1 0 0,1 0 0 0 0,-1-1 0 0 0,1 1 0 0 0,-1 0 1 0 0,1 0-1 0 0,0 0 0 0 0,-1-1 0 0 0,1 1 0 0 0,0 0 1 0 0,0-1-1 0 0,0 1 0 0 0,1-1 0 0 0,0 2 0 0 0,2 1-13 0 0,0-2-1 0 0,-1 1 1 0 0,1 0-1 0 0,0-1 1 0 0,0 0-1 0 0,0 0 1 0 0,0 0-1 0 0,1 0 1 0 0,6 1-1 0 0,5 1-28 0 0,1-1-1 0 0,-1 0 1 0 0,1-1 0 0 0,27-1 0 0 0,-27-3 168 0 0,0-1 1 0 0,1 0 0 0 0,-1-1-1 0 0,0 0 1 0 0,24-11 0 0 0,-20 7 378 0 0,-18 7-374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41:55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4850 0 0,'5'-2'16315'0'0,"15"1"-8329"0"0,8 0-5879 0 0,64 1-6415 0 0,-61 3 5851 0 0,-29-3-1920 0 0,16-1-11742 0 0,-9 1 9718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41:56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13 3368 0 0,'0'0'8923'0'0,"-36"-8"-16"0"0,18 6-7674 0 0,0 1 0 0 0,0 0 0 0 0,0 1 0 0 0,0 1 0 0 0,-22 4 0 0 0,6-2-288 0 0,32-3-644 0 0,2 1-301 0 0,0-1 0 0 0,0 0-1 0 0,-1 1 1 0 0,1-1 0 0 0,0 0-1 0 0,0 0 1 0 0,-1 1 0 0 0,1-1-1 0 0,0 0 1 0 0,0 0 0 0 0,-1 1-1 0 0,1-1 1 0 0,0 0 0 0 0,-1 0-1 0 0,1 0 1 0 0,0 1 0 0 0,-1-1-1 0 0,1 0 1 0 0,0 0 0 0 0,-1 0-1 0 0,1 0 1 0 0,0 0 0 0 0,-1 0-1 0 0,1 0 1 0 0,-1 0 0 0 0,1 0-1 0 0,0 0 1 0 0,-1 0 0 0 0,1 0-1 0 0,0 0 1 0 0,-1 0 0 0 0,0 0-1 0 0,2 0-1 0 0,-1 0 0 0 0,0 0 0 0 0,0 0 1 0 0,1 1-1 0 0,-1-1 0 0 0,0 0 0 0 0,0 0 0 0 0,0 1 0 0 0,1-1 0 0 0,-1 0 0 0 0,0 0 0 0 0,0 1 0 0 0,0-1 0 0 0,0 0 0 0 0,0 1 0 0 0,0-1 0 0 0,1 0 0 0 0,-1 0 0 0 0,0 1 1 0 0,0-1-1 0 0,0 0 0 0 0,0 1 0 0 0,0-1 0 0 0,0 0 0 0 0,0 1 0 0 0,0-1 0 0 0,-1 0 0 0 0,1 1 0 0 0,0-1 0 0 0,0 0 0 0 0,0 0 0 0 0,0 1 0 0 0,0-1 0 0 0,0 0 0 0 0,-1 1 1 0 0,1-1-1 0 0,0 0 0 0 0,0 0 0 0 0,0 1 0 0 0,-1-1 0 0 0,1 0 0 0 0,0 0 0 0 0,0 0 0 0 0,0 1 0 0 0,-1-1 0 0 0,1 0 0 0 0,0 0 0 0 0,-1 0 0 0 0,1 0 0 0 0,0 0 0 0 0,0 1 1 0 0,-1-1-1 0 0,1 0 0 0 0,0 0 0 0 0,-1 0 0 0 0,1 0 0 0 0,0 0 0 0 0,-1 0 0 0 0,1 0 0 0 0,0 0 0 0 0,-1 0 0 0 0,1 0 0 0 0,0 0 0 0 0,-1 0 0 0 0,1 0 0 0 0,0-1 0 0 0,0 1 1 0 0,-1 0-1 0 0,4 3-4 0 0,0 1 1 0 0,0-1-1 0 0,0 0 0 0 0,1 0 1 0 0,-1 0-1 0 0,1 0 1 0 0,0 0-1 0 0,0-1 1 0 0,0 0-1 0 0,0 0 1 0 0,4 2-1 0 0,58 18-7 0 0,-25-9 30 0 0,175 95 182 0 0,-214-107-196 0 0,0 0 1 0 0,0 0-1 0 0,-1 0 0 0 0,1 0 0 0 0,0 0 1 0 0,0 0-1 0 0,0 0 0 0 0,-1 0 0 0 0,1 1 0 0 0,-1-1 1 0 0,1 1-1 0 0,-1-1 0 0 0,1 1 0 0 0,-1 0 0 0 0,0-1 1 0 0,0 1-1 0 0,0 0 0 0 0,0 0 0 0 0,0 0 1 0 0,0 0-1 0 0,-1 0 0 0 0,1 0 0 0 0,0 0 0 0 0,-1 0 1 0 0,0 0-1 0 0,0 0 0 0 0,1 0 0 0 0,-1 0 1 0 0,0 0-1 0 0,0 1 0 0 0,-1-1 0 0 0,1 0 0 0 0,-1 2 1 0 0,-1-1 6 0 0,1-1 1 0 0,-1 1 0 0 0,0-1 0 0 0,0 0 0 0 0,0 1 0 0 0,0-1-1 0 0,0 0 1 0 0,-1-1 0 0 0,1 1 0 0 0,-1 0 0 0 0,1-1 0 0 0,-1 1-1 0 0,0-1 1 0 0,1 0 0 0 0,-1 0 0 0 0,0 0 0 0 0,0 0 0 0 0,0 0-1 0 0,0-1 1 0 0,0 1 0 0 0,0-1 0 0 0,0 0 0 0 0,-4 0 0 0 0,-1 0-4 0 0,-1-1 1 0 0,1 0 0 0 0,-1 0 0 0 0,1-1-1 0 0,-1 0 1 0 0,1 0 0 0 0,-15-7 0 0 0,18 7-45 0 0,0-1 0 0 0,0 1 1 0 0,0-1-1 0 0,0 0 1 0 0,0 0-1 0 0,1-1 0 0 0,-1 1 1 0 0,1-1-1 0 0,0 0 0 0 0,0 0 1 0 0,1-1-1 0 0,-7-8 1 0 0,10 12-66 0 0,-2-4 2767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41:56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7172 0 0,'2'-6'15637'0'0,"22"2"-11748"0"0,38 1-4794 0 0,-58 2 1752 0 0,284-19 2854 0 0,-286 20-3140 0 0,13-1 1988 0 0,-7 0-7985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02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9 734 0 0,'-10'-4'1006'0'0,"9"4"-960"0"0,0-1 0 0 0,0 0 0 0 0,1 1 0 0 0,-1 0 1 0 0,0-1-1 0 0,0 1 0 0 0,0-1 0 0 0,0 1 0 0 0,0 0 1 0 0,1 0-1 0 0,-1 0 0 0 0,0-1 0 0 0,0 1 0 0 0,0 0 1 0 0,0 0-1 0 0,0 0 0 0 0,0 0 0 0 0,0 0 0 0 0,0 1 1 0 0,1-1-1 0 0,-1 0 0 0 0,0 0 0 0 0,0 1 0 0 0,0-1 1 0 0,0 0-1 0 0,0 1 0 0 0,1-1 0 0 0,-1 1 0 0 0,0-1 1 0 0,0 1-1 0 0,1-1 0 0 0,-1 1 0 0 0,0-1 0 0 0,1 1 1 0 0,-1 0-1 0 0,0 0 0 0 0,0 0 0 0 0,0 0 9 0 0,-22 52-458 0 0,23-52 184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03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29 2270 0 0,'13'-28'9405'0'0,"-18"48"3332"0"0,-4 8-6382 0 0,-44 138-5003 0 0,39-133-1118 0 0,10-24-198 0 0,0 1 0 0 0,1-1 0 0 0,0 0 0 0 0,1 1 1 0 0,0 0-1 0 0,0 0 0 0 0,1 0 0 0 0,0 0 0 0 0,1 0 0 0 0,1 17 0 0 0,-1-25-157 0 0,34-6-10534 0 0,25-28-4077 0 0,-39 22 7512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04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5126 0 0,'-14'24'16697'0'0,"4"-16"-14642"0"0,-2 24 1304 0 0,13-26-4682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04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16 5320 0 0,'-43'-15'14569'0'0,"27"16"-13675"0"0,0 1 0 0 0,-1 1 0 0 0,1 0 0 0 0,-22 8-1 0 0,36-10-712 0 0,-3 11-38 0 0,5-11-141 0 0,0-1 0 0 0,-1 0 1 0 0,1 1-1 0 0,0-1 1 0 0,0 1-1 0 0,-1-1 1 0 0,1 0-1 0 0,0 1 0 0 0,0-1 1 0 0,-1 1-1 0 0,1-1 1 0 0,0 1-1 0 0,0-1 1 0 0,0 1-1 0 0,0-1 1 0 0,0 1-1 0 0,0-1 0 0 0,0 1 1 0 0,0-1-1 0 0,0 1 1 0 0,0-1-1 0 0,0 1 1 0 0,0-1-1 0 0,0 1 0 0 0,0-1 1 0 0,1 1-1 0 0,-1-1 1 0 0,0 1-1 0 0,0-1 1 0 0,1 1-1 0 0,-1-1 0 0 0,0 1 1 0 0,0-1-1 0 0,1 0 1 0 0,-1 1-1 0 0,0-1 1 0 0,1 1-1 0 0,-1-1 0 0 0,1 0 1 0 0,-1 0-1 0 0,0 1 1 0 0,1-1-1 0 0,-1 0 1 0 0,1 0-1 0 0,-1 1 1 0 0,1-1-1 0 0,0 0 0 0 0,9 6 18 0 0,-1-1 0 0 0,1 0 0 0 0,0-1 0 0 0,16 5 0 0 0,17 8 170 0 0,-12-1 257 0 0,-2 1 1 0 0,0 2-1 0 0,-1 0 0 0 0,30 28 1 0 0,-57-46-433 0 0,0 0 0 0 0,-1 0 1 0 0,1 0-1 0 0,-1 0 0 0 0,1 0 1 0 0,-1 0-1 0 0,1 0 0 0 0,-1 0 0 0 0,0 0 1 0 0,1 0-1 0 0,-1 1 0 0 0,0-1 1 0 0,0 0-1 0 0,0 0 0 0 0,0 0 1 0 0,0 0-1 0 0,0 0 0 0 0,0 0 0 0 0,0 0 1 0 0,-1 0-1 0 0,1 1 0 0 0,0-1 1 0 0,-1 0-1 0 0,1 0 0 0 0,-1 0 0 0 0,1 0 1 0 0,-1 0-1 0 0,1 0 0 0 0,-2 1 1 0 0,-19 24 124 0 0,14-22-141 0 0,0 0 0 0 0,-1 0 0 0 0,0-1 0 0 0,1 0 1 0 0,-1 0-1 0 0,0-1 0 0 0,-1 0 0 0 0,1 0 1 0 0,0-1-1 0 0,0 0 0 0 0,-1-1 0 0 0,1 0 1 0 0,0 0-1 0 0,-1-1 0 0 0,1 0 0 0 0,0 0 1 0 0,0 0-1 0 0,0-2 0 0 0,0 1 0 0 0,0-1 0 0 0,0 0 1 0 0,0 0-1 0 0,1-1 0 0 0,0 0 0 0 0,-1 0 1 0 0,-6-6-1 0 0,12 8-158 0 0,0-1 1 0 0,0 1 0 0 0,0-1-1 0 0,0 1 1 0 0,0-1 0 0 0,1 0-1 0 0,-1 1 1 0 0,1-1-1 0 0,-1 0 1 0 0,1 0 0 0 0,0 0-1 0 0,0 0 1 0 0,1 0-1 0 0,-1-1 1 0 0,1 1 0 0 0,-1 0-1 0 0,1 0 1 0 0,0 0-1 0 0,0 0 1 0 0,0-1 0 0 0,1-2-1 0 0,0 1-853 0 0,1 0-1 0 0,0 0 0 0 0,0 0 1 0 0,0 0-1 0 0,0 0 1 0 0,1 0-1 0 0,-1 1 0 0 0,1-1 1 0 0,1 1-1 0 0,5-7 0 0 0,-3 5-3085 0 0,5-5-330 0 0,-3 5-311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05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7228 0 0,'9'-7'13902'0'0,"14"4"-8575"0"0,36 4-6346 0 0,-34 0 2406 0 0,32-3-892 0 0,162 3 529 0 0,-179-6-1024 0 0,-33 3-40 0 0,-5 2 57 0 0,6 32-22811 0 0,-2-22 17285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07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4 1402 0 0,'0'0'380'0'0,"-32"0"805"0"0,-13-4-3523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07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5 738 0 0,'-7'-4'776'0'0,"-9"7"-786"0"0,4 0 42 0 0,-2-2-162 0 0,2 0 14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08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20 2146 0 0,'0'0'16045'0'0,"-14"-10"-6162"0"0,-2 19-9173 0 0,0 0 0 0 0,1 1 1 0 0,-23 19-1 0 0,-18 12 170 0 0,-4 4-201 0 0,59-44-699 0 0,20-37-22103 0 0,-6 7 19087 0 0,-10-14 3538 0 0,-3 38-291 0 0,0 3 350 0 0,-1-25 1177 0 0,-3 16 2256 0 0,-8 11 3468 0 0,10 10-2479 0 0,5-3-5978 0 0,5 4 1336 0 0,1 0-1 0 0,1-1 0 0 0,0 0 1 0 0,0-1-1 0 0,1 0 1 0 0,0 0-1 0 0,1-1 0 0 0,0-1 1 0 0,0 0-1 0 0,0-1 1 0 0,19 8-1 0 0,2-3-167 0 0,0-1-1 0 0,0-2 0 0 0,51 7 1 0 0,-82-14 1121 0 0,10 12-384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08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3 3224 0 0,'0'0'10857'0'0,"-31"-2"-3267"0"0,23 5-7118 0 0,1 2 0 0 0,0-1 1 0 0,0 1-1 0 0,0 0 1 0 0,0 1-1 0 0,1 0 1 0 0,0 0-1 0 0,-6 6 0 0 0,-43 63 741 0 0,17-21-668 0 0,32-48-510 0 0,-1 1-62 0 0,1 1 0 0 0,-1 0 0 0 0,1 0 0 0 0,1 1 0 0 0,0-1 0 0 0,0 1 0 0 0,0 1 0 0 0,-3 11 0 0 0,8-19-735 0 0,5-30-17227 0 0,1 12 14308 0 0,2 0-1345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09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5996 0 0,'0'0'15092'0'0,"-2"23"-12936"0"0,5-19-1952 0 0,-1-1 0 0 0,1 1 0 0 0,0-1 1 0 0,-1 1-1 0 0,1-1 0 0 0,1 0 0 0 0,-1-1 1 0 0,0 1-1 0 0,1 0 0 0 0,0-1 0 0 0,-1 0 1 0 0,1 0-1 0 0,6 3 0 0 0,56 22 1020 0 0,-51-23-1375 0 0,-1 1 1 0 0,1-2-1 0 0,0 0 0 0 0,24 2 1 0 0,-36-5-643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09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5394 0 0,'0'0'13020'0'0,"28"-12"-10312"0"0,118 7-45 0 0,-19 0-3911 0 0,-124 5 467 0 0,-1 1 416 0 0,-1-1 0 0 0,1 0 1 0 0,-1 1-1 0 0,1-1 0 0 0,-1 1 1 0 0,1-1-1 0 0,-1 1 1 0 0,0 0-1 0 0,1 0 0 0 0,-1-1 1 0 0,0 1-1 0 0,0 0 0 0 0,1 0 1 0 0,-1 0-1 0 0,1 2 0 0 0,-3 0 82 0 0,-1-1-1 0 0,0 0 0 0 0,0 0 0 0 0,0 1 0 0 0,0-1 1 0 0,0 0-1 0 0,0 0 0 0 0,0-1 0 0 0,-1 1 0 0 0,1 0 1 0 0,-1-1-1 0 0,-3 2 0 0 0,-38 19-3140 0 0,41-21 3176 0 0,-102 45-2697 0 0,11-5 3979 0 0,94-41-992 0 0,0 0 1 0 0,0 0-1 0 0,0 0 0 0 0,0 0 1 0 0,0 0-1 0 0,1 1 0 0 0,-1-1 1 0 0,0 0-1 0 0,0 0 0 0 0,0 0 1 0 0,0 0-1 0 0,0 0 0 0 0,0 0 1 0 0,0 0-1 0 0,1 0 0 0 0,-1 0 1 0 0,0 0-1 0 0,0 0 0 0 0,0 1 1 0 0,0-1-1 0 0,0 0 0 0 0,0 0 1 0 0,0 0-1 0 0,0 0 0 0 0,0 0 1 0 0,0 0-1 0 0,0 0 1 0 0,0 1-1 0 0,0-1 0 0 0,0 0 1 0 0,0 0-1 0 0,0 0 0 0 0,0 0 1 0 0,0 0-1 0 0,0 0 0 0 0,0 1 1 0 0,0-1-1 0 0,0 0 0 0 0,0 0 1 0 0,0 0-1 0 0,0 0 0 0 0,0 0 1 0 0,0 0-1 0 0,0 1 0 0 0,0-1 1 0 0,0 0-1 0 0,0 0 0 0 0,0 0 1 0 0,-1 0-1 0 0,1 0 0 0 0,0 0 1 0 0,0 0-1 0 0,0 0 0 0 0,0 0 1 0 0,0 1-1 0 0,0-1 0 0 0,0 0 1 0 0,0 0-1 0 0,-1 0 0 0 0,1 0 1 0 0,0 0-1 0 0,0 0 1 0 0,0 0-1 0 0,0 0 0 0 0,0 0 1 0 0,0 0-1 0 0,-1 0 0 0 0,19 4 1370 0 0,26 0 796 0 0,204 1 5809 0 0,-62 0-5676 0 0,-183-5-2155 0 0,20 2-1390 0 0,-28 6-55 0 0,0 7-8142 0 0,4-4 9364 0 0,1-9-950 0 0,-16 11-7709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21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198 257 3772 0 0,'0'0'16381'0'0,"-2"-1"-15988"0"0,1 0 0 0 0,-1-1 1 0 0,1 1-1 0 0,0 0 0 0 0,0-1 0 0 0,-1 1 1 0 0,1-1-1 0 0,0 1 0 0 0,0-1 0 0 0,1 1 1 0 0,-1-1-1 0 0,-1-3 0 0 0,5-4-326 0 0,0-1 0 0 0,1 1 0 0 0,0 0 0 0 0,0 0 0 0 0,10-13 0 0 0,-9 14-54 0 0,0-1-1 0 0,0 1 1 0 0,-1-1 0 0 0,0 0-1 0 0,-1 0 1 0 0,5-17 0 0 0,-7 21 109 0 0,-1-1 1 0 0,1 0-1 0 0,-1 0 0 0 0,0 1 1 0 0,0-1-1 0 0,-1 0 1 0 0,0 0-1 0 0,0 0 0 0 0,0 1 1 0 0,-4-11-1 0 0,4 14-75 0 0,0 1 1 0 0,0 0-1 0 0,0 0 0 0 0,0 0 1 0 0,0 0-1 0 0,-1 0 0 0 0,1 0 1 0 0,0 0-1 0 0,-1 0 0 0 0,1 1 0 0 0,0-1 1 0 0,-1 0-1 0 0,1 1 0 0 0,-1-1 1 0 0,1 1-1 0 0,-1 0 0 0 0,1-1 1 0 0,-1 1-1 0 0,1 0 0 0 0,-1 0 0 0 0,1 0 1 0 0,-1 0-1 0 0,1 0 0 0 0,-1 0 1 0 0,1 0-1 0 0,-1 1 0 0 0,1-1 0 0 0,-4 2 1 0 0,-47 12 521 0 0,50-13-515 0 0,-11 4 111 0 0,-1 0 0 0 0,1 0 1 0 0,1 2-1 0 0,-1 0 0 0 0,-20 14 1 0 0,30-18-147 0 0,-1 0 0 0 0,0 1 0 0 0,1 0 1 0 0,-1-1-1 0 0,1 1 0 0 0,0 0 0 0 0,0 0 0 0 0,1 1 1 0 0,-1-1-1 0 0,1 1 0 0 0,0-1 0 0 0,0 1 0 0 0,0 0 1 0 0,1-1-1 0 0,0 1 0 0 0,0 0 0 0 0,0 0 1 0 0,0 0-1 0 0,1 6 0 0 0,0-6-48 0 0,0-1-1 0 0,0 1 1 0 0,0-1 0 0 0,1 1 0 0 0,0-1-1 0 0,0 0 1 0 0,0 1 0 0 0,1-1 0 0 0,-1 0-1 0 0,1 0 1 0 0,0 0 0 0 0,0 0 0 0 0,0 0-1 0 0,1-1 1 0 0,-1 1 0 0 0,1 0 0 0 0,0-1-1 0 0,0 0 1 0 0,0 0 0 0 0,1 0 0 0 0,-1 0-1 0 0,1 0 1 0 0,-1-1 0 0 0,1 0 0 0 0,0 1 0 0 0,0-1-1 0 0,0-1 1 0 0,0 1 0 0 0,0 0 0 0 0,1-1-1 0 0,5 1 1 0 0,14 2-75 0 0,-1 0 0 0 0,2-2 1 0 0,-1-1-1 0 0,41-3 0 0 0,-18 0 825 0 0,-55 22-320 0 0,-20 35-103 0 0,22-46-317 0 0,1 1 0 0 0,0 0 0 0 0,0-1 0 0 0,1 1-1 0 0,0 1 1 0 0,1-1 0 0 0,0 1 0 0 0,1-1 0 0 0,0 1 0 0 0,-1 14 0 0 0,3-24-58 0 0,0 0-1 0 0,0 0 1 0 0,-1-1-1 0 0,1 1 1 0 0,0 0-1 0 0,0 0 1 0 0,0 0 0 0 0,0 0-1 0 0,0-1 1 0 0,0 1-1 0 0,0 0 1 0 0,0 0 0 0 0,1 0-1 0 0,-1-1 1 0 0,0 1-1 0 0,0 0 1 0 0,1 0 0 0 0,-1 0-1 0 0,0-1 1 0 0,1 1-1 0 0,-1 0 1 0 0,1-1 0 0 0,-1 1-1 0 0,1 0 1 0 0,-1-1-1 0 0,1 1 1 0 0,-1-1 0 0 0,1 1-1 0 0,0 0 1 0 0,-1-1-1 0 0,1 0 1 0 0,0 1-1 0 0,0-1 1 0 0,-1 1 0 0 0,1-1-1 0 0,0 0 1 0 0,0 0-1 0 0,-1 1 1 0 0,1-1 0 0 0,0 0-1 0 0,0 0 1 0 0,0 0-1 0 0,0 0 1 0 0,-1 0 0 0 0,1 0-1 0 0,0 0 1 0 0,0 0-1 0 0,0 0 1 0 0,0 0 0 0 0,-1 0-1 0 0,1-1 1 0 0,0 1-1 0 0,0 0 1 0 0,0-1-1 0 0,1 0-465 0 0,0 0 0 0 0,0 0 0 0 0,-1 0 0 0 0,1 0 0 0 0,0-1 0 0 0,-1 1 0 0 0,1 0 0 0 0,-1-1 0 0 0,0 1 0 0 0,1-1 0 0 0,-1 0 0 0 0,0 1 0 0 0,0-1 0 0 0,0 0 0 0 0,0 0 0 0 0,0 1 0 0 0,0-1 0 0 0,-1 0 0 0 0,1 0 0 0 0,-1 0 0 0 0,1-4 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21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5158 0 0,'0'0'5133'0'0,"-28"12"9486"0"0,8 18-11882 0 0,17-15-7617 0 0,29-17-892 0 0,-16-2-775 0 0,-1 0 2190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22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216 125 2856 0 0,'0'0'2430'0'0,"28"-24"5384"0"0,-17-43-2449 0 0,-10 65-5239 0 0,-1 1 1 0 0,0 0-1 0 0,0 0 0 0 0,-1-1 0 0 0,1 1 0 0 0,0 0 1 0 0,0 0-1 0 0,0-1 0 0 0,-1 1 0 0 0,1 0 0 0 0,-1 0 0 0 0,1 0 1 0 0,-1 0-1 0 0,0 0 0 0 0,1-1 0 0 0,-1 1 0 0 0,0 0 1 0 0,0 0-1 0 0,1 0 0 0 0,-1 1 0 0 0,0-1 0 0 0,0 0 1 0 0,0 0-1 0 0,0 0 0 0 0,0 1 0 0 0,-2-2 0 0 0,0 1 31 0 0,0 1-1 0 0,0-1 0 0 0,0 0 1 0 0,0 1-1 0 0,0 0 0 0 0,0-1 1 0 0,0 1-1 0 0,0 0 1 0 0,0 1-1 0 0,-5 0 0 0 0,-8 3 163 0 0,0 0-1 0 0,1 1 0 0 0,-18 8 0 0 0,32-12-262 0 0,-12 5 225 0 0,1 1 0 0 0,1 0 0 0 0,0 0 0 0 0,0 1 0 0 0,0 1 0 0 0,-17 18 0 0 0,25-24-241 0 0,1-1-1 0 0,0 0 1 0 0,0 1 0 0 0,0 0-1 0 0,1-1 1 0 0,-1 1-1 0 0,1 0 1 0 0,-1 0 0 0 0,1 0-1 0 0,0 0 1 0 0,0 0-1 0 0,0 0 1 0 0,1 0 0 0 0,-1 7-1 0 0,1-8-66 0 0,1 0 0 0 0,-1 0 0 0 0,1 0-1 0 0,0 0 1 0 0,-1 0 0 0 0,1 0 0 0 0,0 0-1 0 0,1 0 1 0 0,-1 0 0 0 0,0 0-1 0 0,0-1 1 0 0,1 1 0 0 0,-1 0 0 0 0,1-1-1 0 0,-1 1 1 0 0,1-1 0 0 0,0 0 0 0 0,0 1-1 0 0,0-1 1 0 0,-1 0 0 0 0,1 0 0 0 0,0 0-1 0 0,0 0 1 0 0,4 0 0 0 0,4 3-153 0 0,0-1-1 0 0,0-1 1 0 0,1 0 0 0 0,-1-1 0 0 0,1 1 0 0 0,-1-2-1 0 0,1 0 1 0 0,16-1 0 0 0,88-17-679 0 0,-97 15 760 0 0,-9 1 95 0 0,-1 0-1 0 0,1 0 0 0 0,0-1 1 0 0,-1 0-1 0 0,0-1 1 0 0,1 1-1 0 0,-1-2 1 0 0,-1 1-1 0 0,1-1 1 0 0,13-11-1 0 0,-21 15 61 0 0,1 0 0 0 0,0-1 1 0 0,-1 1-1 0 0,1 0 0 0 0,-1 0 0 0 0,1 0 0 0 0,-1 0 0 0 0,0-1 1 0 0,0 1-1 0 0,1 0 0 0 0,-1 0 0 0 0,0 0 0 0 0,0-1 0 0 0,0 1 1 0 0,0 0-1 0 0,0 0 0 0 0,-1-1 0 0 0,1 1 0 0 0,0 0 0 0 0,0 0 0 0 0,-1 0 1 0 0,1-1-1 0 0,-1 0 0 0 0,-12-22 719 0 0,10 21-708 0 0,0 1 0 0 0,-1 0 0 0 0,1 0 0 0 0,-1 1 0 0 0,0-1 0 0 0,1 1-1 0 0,-1 0 1 0 0,0 0 0 0 0,0 0 0 0 0,0 0 0 0 0,0 1 0 0 0,0 0 0 0 0,0 0 0 0 0,0 0 0 0 0,0 0 0 0 0,1 0 0 0 0,-8 2 0 0 0,-29 11-2191 0 0,37-12 1426 0 0,0 0 1 0 0,1 1-1 0 0,-1 0 1 0 0,1-1 0 0 0,-1 1-1 0 0,1 0 1 0 0,-1 0-1 0 0,1 1 1 0 0,-2 1-1 0 0,2 1-3290 0 0,-1 11 415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22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254 148 3442 0 0,'0'0'4493'0'0,"29"-31"-128"0"0,-25 26-4037 0 0,-2 1-1 0 0,1-1 1 0 0,0 0-1 0 0,-1 0 1 0 0,0-1-1 0 0,0 1 1 0 0,-1 0-1 0 0,1-1 1 0 0,-1 1-1 0 0,0-1 1 0 0,-1 1 0 0 0,0-1-1 0 0,1 0 1 0 0,-2-8-1 0 0,1 13-291 0 0,0 0 69 0 0,-1 0 1 0 0,1-1-1 0 0,0 1 0 0 0,-1 0 1 0 0,1 0-1 0 0,0 0 1 0 0,-1 0-1 0 0,1 0 0 0 0,-1 0 1 0 0,0 0-1 0 0,1 0 0 0 0,-1 0 1 0 0,0 0-1 0 0,0 0 1 0 0,0 0-1 0 0,1 0 0 0 0,-1 0 1 0 0,0 1-1 0 0,0-1 0 0 0,0 0 1 0 0,0 1-1 0 0,0-1 1 0 0,-1 1-1 0 0,1-1 0 0 0,0 1 1 0 0,0-1-1 0 0,0 1 1 0 0,0 0-1 0 0,0 0 0 0 0,-2-1 1 0 0,-36-2 1704 0 0,38 3-1782 0 0,-16 3 411 0 0,1 0-1 0 0,-1 1 1 0 0,0 0-1 0 0,1 1 1 0 0,0 1-1 0 0,0 1 1 0 0,0 0-1 0 0,1 1 1 0 0,0 1-1 0 0,1 0 1 0 0,0 1-1 0 0,-20 18 1 0 0,33-27-430 0 0,-1 0 0 0 0,1 0 0 0 0,0 0 1 0 0,0 0-1 0 0,0 0 0 0 0,0 1 0 0 0,0-1 1 0 0,0 0-1 0 0,0 1 0 0 0,0-1 0 0 0,0 1 1 0 0,0-1-1 0 0,1 1 0 0 0,-1-1 1 0 0,1 1-1 0 0,-1-1 0 0 0,1 1 0 0 0,0 0 1 0 0,0-1-1 0 0,-1 1 0 0 0,1 0 0 0 0,0-1 1 0 0,0 1-1 0 0,1 0 0 0 0,-1-1 1 0 0,0 1-1 0 0,1 0 0 0 0,-1-1 0 0 0,0 1 1 0 0,1-1-1 0 0,0 1 0 0 0,-1-1 0 0 0,1 1 1 0 0,0-1-1 0 0,0 1 0 0 0,0-1 0 0 0,0 0 1 0 0,2 3-1 0 0,0-1-17 0 0,0 0 0 0 0,0 0-1 0 0,1-1 1 0 0,-1 1 0 0 0,1-1 0 0 0,0 1-1 0 0,0-1 1 0 0,0 0 0 0 0,0 0 0 0 0,0-1 0 0 0,0 1-1 0 0,0-1 1 0 0,7 1 0 0 0,13 0-74 0 0,1-1 0 0 0,-1-1 0 0 0,1-2 0 0 0,-1 0 0 0 0,39-9 0 0 0,-60 10 120 0 0,3 0 30 0 0,8-4 441 0 0,-12 8-263 0 0,-7 6-115 0 0,-89 141 799 0 0,92-144-1018 0 0,0-1 0 0 0,1 0 0 0 0,-1 1-1 0 0,1-1 1 0 0,0 1 0 0 0,0-1 0 0 0,1 1-1 0 0,0-1 1 0 0,0 1 0 0 0,0 0 0 0 0,2 6 0 0 0,-2 7-3152 0 0,31-30-1846 0 0,-28 8 4152 0 0,0 0-1 0 0,0 0 0 0 0,0 0 0 0 0,0 0 0 0 0,0-1 1 0 0,-1 1-1 0 0,0-1 0 0 0,1 0 0 0 0,-1 0 0 0 0,-1 1 1 0 0,3-6-1 0 0,-1 1-2080 0 0,4-5-3082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23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34 5126 0 0,'-22'-15'8787'0'0,"7"6"-6452"0"0,4 6-1594 0 0,0 1-1 0 0,0 0 0 0 0,-1 1 1 0 0,1 0-1 0 0,-1 1 0 0 0,1 0 1 0 0,-1 1-1 0 0,1 0 0 0 0,-19 5 1 0 0,28-6-613 0 0,2 0-123 0 0,-1 0-1 0 0,1 1 0 0 0,-1-1 0 0 0,0 0 1 0 0,1 0-1 0 0,-1 1 0 0 0,1-1 0 0 0,-1 0 1 0 0,1 1-1 0 0,0-1 0 0 0,-1 1 1 0 0,1-1-1 0 0,-1 0 0 0 0,1 1 0 0 0,0-1 1 0 0,-1 1-1 0 0,1-1 0 0 0,0 1 0 0 0,-1-1 1 0 0,1 1-1 0 0,0 0 0 0 0,0-1 0 0 0,0 1 1 0 0,-1-1-1 0 0,1 1 0 0 0,0-1 0 0 0,0 1 1 0 0,0 0-1 0 0,0-1 0 0 0,0 1 1 0 0,0-1-1 0 0,0 1 0 0 0,0 0 0 0 0,0-1 1 0 0,1 1-1 0 0,-1-1 0 0 0,0 1 0 0 0,0-1 1 0 0,0 1-1 0 0,1-1 0 0 0,-1 1 0 0 0,0-1 1 0 0,1 1-1 0 0,-1-1 0 0 0,1 2 0 0 0,10 6 77 0 0,0 0-1 0 0,0 0 0 0 0,0-1 0 0 0,1-1 0 0 0,15 6 1 0 0,-13-5 100 0 0,1 0 0 0 0,-2 0 0 0 0,23 17 0 0 0,-34-22-157 0 0,1 0 0 0 0,-1-1 0 0 0,1 2 0 0 0,-1-1 0 0 0,0 0 0 0 0,0 0 0 0 0,0 1 0 0 0,0-1 0 0 0,-1 1 0 0 0,1 0 0 0 0,-1-1 0 0 0,1 1 0 0 0,-1 0 0 0 0,0 0 0 0 0,0 0 0 0 0,0 0 0 0 0,-1 0 0 0 0,1 4 0 0 0,-1-4-13 0 0,-1 0-1 0 0,1-1 1 0 0,-1 1 0 0 0,0-1-1 0 0,0 1 1 0 0,0-1 0 0 0,0 1-1 0 0,0-1 1 0 0,-1 0 0 0 0,1 0-1 0 0,-1 0 1 0 0,0 1-1 0 0,1-1 1 0 0,-1-1 0 0 0,0 1-1 0 0,0 0 1 0 0,0 0 0 0 0,0-1-1 0 0,-1 1 1 0 0,1-1 0 0 0,0 0-1 0 0,-5 2 1 0 0,-4 3-251 0 0,0-1 1 0 0,-1 0 0 0 0,1-1-1 0 0,-15 4 1 0 0,-12-7-2974 0 0,35-1 2712 0 0,1-1-1 0 0,0 1 1 0 0,-1-1 0 0 0,1 0-1 0 0,0 0 1 0 0,0 0 0 0 0,0 0 0 0 0,0 0-1 0 0,0 0 1 0 0,0-1 0 0 0,0 1-1 0 0,0-1 1 0 0,-2-1 0 0 0,-8-29-8599 0 0,11 20 3763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23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7050 0 0,'0'0'6683'0'0,"15"-19"-2558"0"0,78 11-1644 0 0,-32 5-4032 0 0,-59 3 778 0 0,19 2-1466 0 0,-28 17-13523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23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19 4658 0 0,'0'0'1886'0'0,"-27"-12"6747"0"0,8 6-5884 0 0,1 7-1362 0 0,0 1 1 0 0,0 1 0 0 0,-23 6-1 0 0,37-8-1294 0 0,0 0-1 0 0,-1 0 1 0 0,1 1 0 0 0,0-1-1 0 0,0 1 1 0 0,0 0-1 0 0,0 0 1 0 0,0 0 0 0 0,1 1-1 0 0,-1-1 1 0 0,1 1-1 0 0,0 0 1 0 0,-1 0-1 0 0,1 0 1 0 0,0 1 0 0 0,1-1-1 0 0,-1 1 1 0 0,1-1-1 0 0,-1 1 1 0 0,-1 4-1 0 0,4-7-125 0 0,0 0 0 0 0,-1 0 0 0 0,1 0 0 0 0,0 0-1 0 0,0 0 1 0 0,-1 0 0 0 0,1 0 0 0 0,0 0 0 0 0,0 0-1 0 0,0 0 1 0 0,0 0 0 0 0,1 0 0 0 0,-1 0-1 0 0,0 0 1 0 0,0 0 0 0 0,0 0 0 0 0,1 0 0 0 0,-1 0-1 0 0,1 0 1 0 0,-1 0 0 0 0,1 0 0 0 0,-1 0 0 0 0,1-1-1 0 0,-1 1 1 0 0,1 0 0 0 0,0 0 0 0 0,-1-1 0 0 0,1 1-1 0 0,0 0 1 0 0,0-1 0 0 0,1 2 0 0 0,1-1-151 0 0,0 0 1 0 0,0 1-1 0 0,0-1 0 0 0,1 0 1 0 0,-1 0-1 0 0,1-1 1 0 0,-1 1-1 0 0,1-1 0 0 0,5 0 1 0 0,5 0-312 0 0,-1-1 0 0 0,1 0 0 0 0,24-6 1 0 0,-36 6 1939 0 0,-19-4-419 0 0,-6 1-424 0 0,9 6-364 0 0,0 1 1 0 0,0 1 0 0 0,0 0 0 0 0,1 1-1 0 0,-1 0 1 0 0,-21 13 0 0 0,29-15-236 0 0,1 0 0 0 0,0 0 0 0 0,-1 1 0 0 0,2 0 0 0 0,-1 0-1 0 0,0 0 1 0 0,1 1 0 0 0,0 0 0 0 0,0 0 0 0 0,0 0 0 0 0,0 0 0 0 0,1 0 0 0 0,0 1 0 0 0,0-1 0 0 0,1 1 0 0 0,-1 0 0 0 0,-1 10 0 0 0,3-15-45 0 0,1 0 1 0 0,0 0-1 0 0,0 0 1 0 0,0 0-1 0 0,0 1 0 0 0,0-1 1 0 0,0 0-1 0 0,0 0 1 0 0,0 0-1 0 0,1 0 1 0 0,-1 1-1 0 0,0-1 1 0 0,1 0-1 0 0,-1 0 0 0 0,1 0 1 0 0,-1 0-1 0 0,1 0 1 0 0,0 0-1 0 0,-1 0 1 0 0,1 0-1 0 0,0 0 1 0 0,0 0-1 0 0,1 1 1 0 0,0 0-99 0 0,1-1 0 0 0,0 1 0 0 0,0 0 0 0 0,0-1 0 0 0,0 0 0 0 0,0 0 0 0 0,0 1 0 0 0,6 0 0 0 0,6 0-661 0 0,1 0 0 0 0,28 0 0 0 0,-39-2 640 0 0,122-6-5151 0 0,-41-9-3652 0 0,-56 8 2739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24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 7898 0 0,'0'0'7511'0'0,"-24"-3"-258"0"0,51 8-7603 0 0,1-2-1 0 0,0-2 1 0 0,45-2-1 0 0,2 0-2061 0 0,-53 2 1381 0 0,26 0-3323 0 0,1-3-3277 0 0,-31-1 1817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2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6 5258 0 0,'0'0'5768'0'0,"-18"-5"-2419"0"0,10 4 854 0 0,-10 2-2662 0 0,0 1 0 0 0,0 0 0 0 0,-22 7 0 0 0,33-8-1348 0 0,1 1 0 0 0,0 0 0 0 0,0 1 0 0 0,0-1 0 0 0,0 1 0 0 0,0 1 0 0 0,1-1-1 0 0,-1 1 1 0 0,1-1 0 0 0,0 2 0 0 0,0-1 0 0 0,-6 8 0 0 0,9-10-262 0 0,2 1 20 0 0,-1 0-1 0 0,1 0 1 0 0,-1 0 0 0 0,1 0-1 0 0,0 0 1 0 0,0 0 0 0 0,1 0-1 0 0,-1 0 1 0 0,0 0 0 0 0,2 3-1 0 0,0-3-19 0 0,1 0 0 0 0,-1 0 0 0 0,1 0 0 0 0,0 0 0 0 0,0-1 0 0 0,0 1 0 0 0,0-1 0 0 0,0 0 0 0 0,1 0 0 0 0,-1 0 0 0 0,1 0-1 0 0,-1-1 1 0 0,7 2 0 0 0,58 15-40 0 0,-37-10 236 0 0,58 22 212 0 0,-88-30-321 0 0,0 0 0 0 0,0 1-1 0 0,0-1 1 0 0,0 0 0 0 0,0 1 0 0 0,0-1 0 0 0,0 0-1 0 0,0 1 1 0 0,-1-1 0 0 0,1 1 0 0 0,0 0-1 0 0,0-1 1 0 0,0 1 0 0 0,0 0 0 0 0,-1-1-1 0 0,1 1 1 0 0,0 0 0 0 0,-1 0 0 0 0,1 0 0 0 0,0 0-1 0 0,-1-1 1 0 0,1 1 0 0 0,-1 0 0 0 0,0 0-1 0 0,1 0 1 0 0,-1 0 0 0 0,0 0 0 0 0,1 0-1 0 0,-1 0 1 0 0,0 0 0 0 0,0 0 0 0 0,0 0 0 0 0,0 0-1 0 0,0 0 1 0 0,0 1 0 0 0,0-1 0 0 0,0 0-1 0 0,-1 0 1 0 0,1 0 0 0 0,0 0 0 0 0,-1 0-1 0 0,1 0 1 0 0,0 0 0 0 0,-1-1 0 0 0,1 1 0 0 0,-1 0-1 0 0,0 0 1 0 0,1 0 0 0 0,-1 0 0 0 0,0 0-1 0 0,-1 1 1 0 0,-2 2-60 0 0,0 1 1 0 0,-1-1-1 0 0,1 0 0 0 0,-1 0 0 0 0,0 0 1 0 0,-8 4-1 0 0,-62 22-3717 0 0,70-28 2962 0 0,-1-1 0 0 0,1 1 0 0 0,-1-1 1 0 0,1 0-1 0 0,-1-1 0 0 0,0 1 0 0 0,0-1 0 0 0,1 0 0 0 0,-1-1 0 0 0,0 1 0 0 0,-6-3 0 0 0,10 3 261 0 0,0-1 0 0 0,0 0 0 0 0,1 0 0 0 0,-1-1 0 0 0,0 1 0 0 0,1 0-1 0 0,-1 0 1 0 0,1-1 0 0 0,-1 1 0 0 0,1-1 0 0 0,0 1 0 0 0,0-1 0 0 0,-1 0-1 0 0,1 1 1 0 0,-1-4 0 0 0,-3-8-4210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4:51:24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8466 0 0,'80'8'11240'0'0,"37"20"-10750"0"0,-83-20-1999 0 0,-4 3-1999 0 0,-16-2-3517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3:18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12 10134 0 0,'-17'-11'16541'0'0,"21"38"-15536"0"0,-3-17-846 0 0,-1-1 1 0 0,-1 0-1 0 0,0 0 1 0 0,0 1-1 0 0,-1-1 1 0 0,0 0-1 0 0,-5 13 1 0 0,-6 37 552 0 0,-2 28 328 0 0,2-21-1704 0 0,9-23-4296 0 0,12-69-1959 0 0,-8 7 2738 0 0,-1-1 0 0 0,-6-36 0 0 0,0 30-1423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3:1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4800 0 0,'35'-13'6282'0'0,"-20"9"-5217"0"0,0 0 1 0 0,0 2-1 0 0,0 0 1 0 0,19 0-1 0 0,-12 2-382 0 0,0 1 0 0 0,33 7-1 0 0,-30-3-487 0 0,0 1 1 0 0,-1 2-1 0 0,0 0 0 0 0,0 1 0 0 0,35 21 0 0 0,-56-29-87 0 0,-1 0 0 0 0,1 0-1 0 0,-1 0 1 0 0,0 1 0 0 0,0-1 0 0 0,0 1-1 0 0,0 0 1 0 0,0-1 0 0 0,0 1 0 0 0,0 0-1 0 0,0 0 1 0 0,0 0 0 0 0,-1 0 0 0 0,1 1-1 0 0,-1-1 1 0 0,0 0 0 0 0,0 1-1 0 0,0-1 1 0 0,0 1 0 0 0,0-1 0 0 0,0 1-1 0 0,-1-1 1 0 0,1 1 0 0 0,0 5 0 0 0,-2-5 71 0 0,0 0 1 0 0,0 1-1 0 0,-1-1 1 0 0,1 0-1 0 0,-1 0 1 0 0,0 0-1 0 0,1 0 1 0 0,-1 0-1 0 0,0 0 1 0 0,-1 0-1 0 0,1-1 1 0 0,-1 1-1 0 0,1-1 1 0 0,-1 0-1 0 0,0 1 1 0 0,1-1-1 0 0,-1-1 1 0 0,-5 4-1 0 0,-22 10 591 0 0,-1-1-1 0 0,-1-1 0 0 0,0-2 1 0 0,-35 8-1 0 0,57-16-681 0 0,8-3-74 0 0,-17 8-609 0 0,20-8 245 0 0,12-3 219 0 0,22-9-1613 0 0,14-2-6532 0 0,-45 13 7260 0 0,-1 1 0 0 0,1-1 1 0 0,-1 1-1 0 0,0 0 1 0 0,1 0-1 0 0,-1 0 1 0 0,1 1-1 0 0,-1-1 0 0 0,1 1 1 0 0,-1 0-1 0 0,0 0 1 0 0,4 2-1 0 0,5 2-4348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3:19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53 3140 0 0,'0'0'9632'0'0,"-13"29"761"0"0,9-23-10083 0 0,0 0 1 0 0,0 1 0 0 0,0-1-1 0 0,1 1 1 0 0,0 0 0 0 0,1 0-1 0 0,-1 1 1 0 0,2-1-1 0 0,-1 0 1 0 0,1 1 0 0 0,0-1-1 0 0,0 12 1 0 0,-6 23 256 0 0,4-5-129 0 0,1-18-361 0 0,2-19-101 0 0,0 0-1 0 0,0 0 0 0 0,0 0 0 0 0,0 0 0 0 0,0 0 0 0 0,0 0 0 0 0,0 0 0 0 0,0 0 0 0 0,0 0 0 0 0,0 0 0 0 0,-1 0 0 0 0,1 0 0 0 0,0 0 0 0 0,0 0 0 0 0,0 0 0 0 0,0 0 0 0 0,0 0 0 0 0,0 0 0 0 0,0 0 0 0 0,0 0 0 0 0,0 0 0 0 0,0 0 0 0 0,0 0 0 0 0,-1 0 0 0 0,1 0 0 0 0,0 0 0 0 0,0 0 1 0 0,0 0-1 0 0,0 0 0 0 0,0 0 0 0 0,0 0 0 0 0,0 0 0 0 0,0 0 0 0 0,0 0 0 0 0,0 1 0 0 0,-2-7-141 0 0,1 0-1 0 0,1 0 1 0 0,-1 0 0 0 0,1 0 0 0 0,0 1-1 0 0,0-1 1 0 0,1 0 0 0 0,-1 0 0 0 0,1 0-1 0 0,2-6 1 0 0,24-63-795 0 0,-6 15 651 0 0,-21 59 225 0 0,1-5 271 0 0,1 0 1 0 0,0 0 0 0 0,0 1-1 0 0,0-1 1 0 0,0 1 0 0 0,6-9-1 0 0,-6 12-43 0 0,0 0 0 0 0,0 0 0 0 0,0 1 0 0 0,0-1 0 0 0,0 1-1 0 0,0-1 1 0 0,1 1 0 0 0,-1 0 0 0 0,1 0 0 0 0,-1 0 0 0 0,1 0-1 0 0,-1 0 1 0 0,1 0 0 0 0,-1 1 0 0 0,1-1 0 0 0,4 1 0 0 0,54-5-163 0 0,-1 3 0 0 0,74 6 0 0 0,-132-4 50 0 0,-8 6-4827 0 0,4-4 4111 0 0,0-1-1 0 0,0 1 0 0 0,0-1 1 0 0,-1 1-1 0 0,1-1 1 0 0,-1 0-1 0 0,1 1 0 0 0,-1-1 1 0 0,1-1-1 0 0,-1 1 0 0 0,0 0 1 0 0,-3 0-1 0 0,1 1-281 0 0,-30 16-7582 0 0,27-12 3898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3:20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5882 0 0,'0'0'15876'0'0,"35"9"-13046"0"0,16-2-3274 0 0,67-6 5753 0 0,-66-2-11552 0 0,-25 1-1234 0 0,0 1-3745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3:21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22 4936 0 0,'-5'-20'13873'0'0,"5"20"-13639"0"0,-1 0 0 0 0,1 0 0 0 0,-1-1 1 0 0,1 1-1 0 0,-1 0 0 0 0,1 0 0 0 0,-1 0 0 0 0,1 0 0 0 0,-1 0 0 0 0,1 0 1 0 0,-1 0-1 0 0,1 0 0 0 0,-1 0 0 0 0,1 0 0 0 0,-1 0 0 0 0,1 0 0 0 0,0 0 0 0 0,-1 1 1 0 0,1-1-1 0 0,-1 0 0 0 0,1 0 0 0 0,-1 0 0 0 0,1 1 0 0 0,-1-1 0 0 0,1 0 1 0 0,-1 1-1 0 0,-33 32 1239 0 0,20-17-363 0 0,-205 163 1876 0 0,210-168-3765 0 0,16-13-2785 0 0,-5 1 3085 0 0,0 0 1 0 0,0 0-1 0 0,0 0 1 0 0,-1 0-1 0 0,1 0 1 0 0,0 0-1 0 0,-1-1 0 0 0,1 1 1 0 0,-1-1-1 0 0,1 0 1 0 0,-1 1-1 0 0,2-4 1 0 0,4-16-4134 0 0,-3 6 425 0 0,-1 3-1430 0 0,1 1-85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3:22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4262 0 0,'0'0'15391'0'0,"1"30"-9777"0"0,5-5-3991 0 0,-5-18-1256 0 0,0 0 0 0 0,1 0 0 0 0,0 0-1 0 0,1 0 1 0 0,5 11 0 0 0,-2-9-209 0 0,0 1 1 0 0,0-1-1 0 0,1-1 1 0 0,1 1-1 0 0,-1-1 1 0 0,1-1-1 0 0,1 1 1 0 0,0-1-1 0 0,17 10 0 0 0,5 0 42 0 0,58 23 0 0 0,-52-25-97 0 0,-35-15-100 0 0,10 5 2583 0 0,-6-3-4648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20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14 4756 0 0,'-8'0'569'0'0,"0"1"292"0"0,1-1 4707 0 0,18-15-17316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26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5 4570 0 0,'0'0'3625'0'0,"-21"-4"13205"0"0,15 5-14207 0 0,3 3-2499 0 0,0 0 0 0 0,0 0-1 0 0,1 1 1 0 0,-1-1 0 0 0,1 1 0 0 0,1 0 0 0 0,-1 0 0 0 0,0 0-1 0 0,1 0 1 0 0,0 0 0 0 0,0 0 0 0 0,1 0 0 0 0,-1 7 0 0 0,0-4 18 0 0,-5 35 171 0 0,0-12-149 0 0,2 1-1 0 0,0 50 1 0 0,4-73-150 0 0,1-1-1 0 0,0 0 1 0 0,0 0 0 0 0,0 0-1 0 0,1 0 1 0 0,0 0 0 0 0,1 0-1 0 0,0 0 1 0 0,0 0 0 0 0,1-1-1 0 0,0 0 1 0 0,0 0 0 0 0,0 0-1 0 0,1 0 1 0 0,7 7 0 0 0,-10-11-17 0 0,1-1 0 0 0,0 1 0 0 0,0-1 0 0 0,-1 0 0 0 0,2 0 0 0 0,-1 0 0 0 0,0 0 0 0 0,0-1 0 0 0,1 1 0 0 0,-1-1 0 0 0,1 0 0 0 0,-1 0 0 0 0,1 0 0 0 0,-1 0 0 0 0,1-1 0 0 0,0 1 0 0 0,-1-1 0 0 0,6 0 0 0 0,-3-1-2 0 0,1 0 1 0 0,-1 0 0 0 0,0-1 0 0 0,0 0-1 0 0,0 0 1 0 0,0 0 0 0 0,0-1 0 0 0,0 0-1 0 0,10-7 1 0 0,-3 1-7 0 0,-1-1 1 0 0,0-1-1 0 0,-1 0 0 0 0,0 0 0 0 0,0-1 1 0 0,-1-1-1 0 0,15-24 0 0 0,-17 23 11 0 0,-1 1 0 0 0,0-2 0 0 0,0 1 0 0 0,-1 0 0 0 0,-1-1 1 0 0,5-28-1 0 0,9-2 1 0 0,-17 40-11 0 0,1 1 0 0 0,-1-1 0 0 0,0 1 1 0 0,0-1-1 0 0,-1 0 0 0 0,1 0 0 0 0,0-5 1 0 0,-2 8-29 0 0,1 2-285 0 0,1-1 173 0 0,0 1 0 0 0,-1 0 0 0 0,1 0 0 0 0,0 0 0 0 0,-1 0 1 0 0,1 0-1 0 0,-1 1 0 0 0,1-1 0 0 0,0 0 0 0 0,-1 1 0 0 0,1-1 1 0 0,-1 1-1 0 0,1-1 0 0 0,-1 1 0 0 0,1 0 0 0 0,-1 0 0 0 0,1 0 0 0 0,-1 0 1 0 0,0 0-1 0 0,0 0 0 0 0,1 0 0 0 0,-1 0 0 0 0,0 0 0 0 0,0 1 1 0 0,0-1-1 0 0,1 2 0 0 0,-3 22-11718 0 0,-8-14 6118 0 0,1 1-2484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28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40 361 4286 0 0,'0'0'13439'0'0,"-23"21"-9480"0"0,15 4-2495 0 0,6-21-1379 0 0,1-1 1 0 0,0 1 0 0 0,0-1-1 0 0,0 1 1 0 0,0-1-1 0 0,0 1 1 0 0,1 0 0 0 0,-1-1-1 0 0,1 1 1 0 0,0 0-1 0 0,1 6 1 0 0,-1-10-70 0 0,0 0 0 0 0,1 0 0 0 0,-1 1 0 0 0,0-1 0 0 0,0 0 0 0 0,0 0 0 0 0,0 0 0 0 0,0 0 0 0 0,0 0 0 0 0,1 1 0 0 0,-1-1 0 0 0,0 0 0 0 0,0 0 0 0 0,0 0 0 0 0,0 0 0 0 0,1 0 0 0 0,-1 0 0 0 0,0 0 0 0 0,0 0 0 0 0,0 0 0 0 0,1 0 0 0 0,-1 0 0 0 0,0 1 1 0 0,0-1-1 0 0,0 0 0 0 0,1 0 0 0 0,-1 0 0 0 0,0-1 0 0 0,0 1 0 0 0,0 0 0 0 0,1 0 0 0 0,-1 0 0 0 0,0 0 0 0 0,0 0 0 0 0,0 0 0 0 0,1 0 0 0 0,-1 0 0 0 0,0 0 0 0 0,0 0 0 0 0,0 0 0 0 0,0-1 0 0 0,1 1 0 0 0,-1 0 0 0 0,0 0 0 0 0,0 0 0 0 0,0 0 0 0 0,0 0 0 0 0,0-1 0 0 0,0 1 0 0 0,0 0 0 0 0,1 0 0 0 0,-1 0 0 0 0,0 0 0 0 0,0-1 0 0 0,0 1 0 0 0,0 0 0 0 0,0 0 0 0 0,0 0 0 0 0,0-1 0 0 0,0 1 0 0 0,0 0 0 0 0,0 0 0 0 0,16-25 211 0 0,15-31-166 0 0,-31 55-49 0 0,9-17 329 0 0,1 0 0 0 0,1 0 0 0 0,1 1 1 0 0,16-20-1 0 0,-14 28 364 0 0,-7 14-254 0 0,-3 23-317 0 0,-5-9-95 0 0,0-17-37 0 0,1 0 0 0 0,0 0 0 0 0,0 0 0 0 0,0 0 0 0 0,0 0 0 0 0,0 0 0 0 0,0 0 0 0 0,1 0 0 0 0,-1 0 0 0 0,1 0 0 0 0,-1 0 0 0 0,1-1 0 0 0,0 1 0 0 0,0 0 0 0 0,1 3 0 0 0,1-1 5 0 0,1 1 1 0 0,0 0-1 0 0,0-1 0 0 0,0 0 1 0 0,0 0-1 0 0,1 0 1 0 0,-1 0-1 0 0,1-1 0 0 0,0 0 1 0 0,0 0-1 0 0,0 0 0 0 0,1 0 1 0 0,-1-1-1 0 0,1 0 1 0 0,9 2-1 0 0,12 4-16 0 0,52 6 1 0 0,-73-13 8 0 0,17 2-47 0 0,1-1 0 0 0,0-1 0 0 0,-1-1 1 0 0,42-6-1 0 0,-58 6 35 0 0,0-1 0 0 0,0-1 0 0 0,0 1 0 0 0,0-1 1 0 0,0-1-1 0 0,0 1 0 0 0,0-1 0 0 0,-1 0 0 0 0,1-1 0 0 0,-1 1 0 0 0,0-1 0 0 0,0-1 1 0 0,0 1-1 0 0,-1-1 0 0 0,1 0 0 0 0,-1 0 0 0 0,0-1 0 0 0,-1 1 0 0 0,6-9 1 0 0,-9 13 16 0 0,0 0 1 0 0,0 0-1 0 0,-1 0 1 0 0,1-1-1 0 0,0 1 1 0 0,-1 0-1 0 0,1-1 1 0 0,-1 1-1 0 0,1 0 1 0 0,-1-1-1 0 0,1 1 1 0 0,-1 0-1 0 0,0-1 1 0 0,0 1-1 0 0,0 0 1 0 0,0-1-1 0 0,0 1 1 0 0,0-1 0 0 0,0 1-1 0 0,0 0 1 0 0,0-1-1 0 0,-1 1 1 0 0,1-1-1 0 0,-1 1 1 0 0,1 0-1 0 0,-1-1 1 0 0,1 1-1 0 0,-1 0 1 0 0,0 0-1 0 0,0 0 1 0 0,1-1-1 0 0,-1 1 1 0 0,0 0-1 0 0,0 0 1 0 0,0 0-1 0 0,0 0 1 0 0,0 1-1 0 0,-1-1 1 0 0,1 0 0 0 0,0 0-1 0 0,0 1 1 0 0,0-1-1 0 0,-1 0 1 0 0,1 1-1 0 0,0-1 1 0 0,-1 1-1 0 0,1 0 1 0 0,-1-1-1 0 0,1 1 1 0 0,0 0-1 0 0,-1 0 1 0 0,1 0-1 0 0,-2 0 1 0 0,-6-1 39 0 0,1 1 0 0 0,0 0 1 0 0,-1 1-1 0 0,1-1 0 0 0,0 2 0 0 0,-1-1 1 0 0,-13 5-1 0 0,17-5-36 0 0,1 1 0 0 0,-1 0 0 0 0,1 0 0 0 0,0 0-1 0 0,-1 0 1 0 0,1 1 0 0 0,0-1 0 0 0,0 1 0 0 0,0 0 0 0 0,1 0 0 0 0,-1 1 0 0 0,1-1 0 0 0,0 1 0 0 0,0 0-1 0 0,0 0 1 0 0,0 0 0 0 0,0 0 0 0 0,1 0 0 0 0,0 0 0 0 0,0 1 0 0 0,0-1 0 0 0,1 1 0 0 0,-1 0 0 0 0,1-1 0 0 0,0 1-1 0 0,0 0 1 0 0,1 0 0 0 0,0 0 0 0 0,-1 0 0 0 0,2-1 0 0 0,0 7 0 0 0,-1-8-6 0 0,2-1-1 0 0,-1 1 1 0 0,0-1-1 0 0,0 1 1 0 0,1-1 0 0 0,0 0-1 0 0,-1 0 1 0 0,1 0 0 0 0,0 0-1 0 0,0 0 1 0 0,0 0 0 0 0,0 0-1 0 0,0-1 1 0 0,0 1-1 0 0,1-1 1 0 0,-1 1 0 0 0,1-1-1 0 0,-1 0 1 0 0,1 0 0 0 0,-1 0-1 0 0,5 1 1 0 0,59 12-7 0 0,-49-13-39 0 0,0 0 0 0 0,0 0 1 0 0,0-2-1 0 0,0 0 0 0 0,0-1 1 0 0,0-1-1 0 0,0 0 0 0 0,-1-1 1 0 0,1-1-1 0 0,-1-1 0 0 0,27-13 1 0 0,-14 3-7 0 0,-1-2-1 0 0,-1 0 1 0 0,-1-2 0 0 0,-1-1 0 0 0,28-29 0 0 0,-38 34 35 0 0,-1-1 1 0 0,-1-1-1 0 0,0 0 0 0 0,-1-1 0 0 0,-1-1 1 0 0,-1 1-1 0 0,-1-2 0 0 0,13-39 0 0 0,-21 57 12 0 0,0-1 0 0 0,0 1 0 0 0,-1-1 0 0 0,1 1 0 0 0,-1-1 0 0 0,0 0 0 0 0,0 1 0 0 0,0-1 0 0 0,0 0 0 0 0,-1 1 0 0 0,0-1-1 0 0,1 0 1 0 0,-1 1 0 0 0,0-1 0 0 0,-3-4 0 0 0,3 6 4 0 0,0 1 1 0 0,-1-1-1 0 0,1 0 0 0 0,-1 1 0 0 0,1-1 1 0 0,-1 0-1 0 0,0 1 0 0 0,1 0 0 0 0,-1-1 1 0 0,0 1-1 0 0,0 0 0 0 0,0 0 0 0 0,0 0 1 0 0,0 0-1 0 0,0 1 0 0 0,0-1 0 0 0,-1 0 1 0 0,1 1-1 0 0,0 0 0 0 0,0-1 0 0 0,0 1 0 0 0,-1 0 1 0 0,1 0-1 0 0,0 0 0 0 0,0 0 0 0 0,-1 1 1 0 0,-2 0-1 0 0,-1 0 16 0 0,0 1-1 0 0,0-1 1 0 0,0 1 0 0 0,0 0-1 0 0,1 1 1 0 0,-1 0 0 0 0,0 0-1 0 0,1 0 1 0 0,0 0 0 0 0,-7 6-1 0 0,-44 47 246 0 0,41-40-147 0 0,11-10-94 0 0,-1-1 0 0 0,1 1 0 0 0,0 0 0 0 0,1 0 1 0 0,-1 0-1 0 0,1 1 0 0 0,0-1 0 0 0,1 1 0 0 0,-1 0 1 0 0,1-1-1 0 0,1 1 0 0 0,-1 0 0 0 0,1 0 0 0 0,1 0 1 0 0,-1 1-1 0 0,1-1 0 0 0,0 0 0 0 0,1 0 0 0 0,0 0 1 0 0,0 0-1 0 0,0 0 0 0 0,1 0 0 0 0,0 0 0 0 0,0-1 1 0 0,1 1-1 0 0,0 0 0 0 0,0-1 0 0 0,0 0 0 0 0,1 0 1 0 0,0 0-1 0 0,0 0 0 0 0,1-1 0 0 0,0 1 0 0 0,10 8 1 0 0,-3-3-11 0 0,1 0 1 0 0,0-2 0 0 0,0 1 0 0 0,1-2-1 0 0,0 0 1 0 0,1 0 0 0 0,0-1 0 0 0,0-1-1 0 0,1-1 1 0 0,-1 0 0 0 0,1-1 0 0 0,0-1-1 0 0,0 0 1 0 0,1-1 0 0 0,-1-1 0 0 0,0 0-1 0 0,1-1 1 0 0,29-5 0 0 0,0-13 69 0 0,-44 17-23 0 0,4-6 2188 0 0,-3 4-4014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29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3710 0 0,'0'0'27429'0'0,"27"-8"-27097"0"0,186 26-581 0 0,-180-14-4666 0 0,-15-2-4842 0 0,-87-2-2530 0 0,56 1 8038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29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3848 0 0,'0'0'20425'0'0,"13"4"-19323"0"0,79 13 251 0 0,0-4 1 0 0,103 1-1 0 0,-193-14-757 0 0,40-5-20076 0 0,-32 2 15080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38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302 197 3706 0 0,'11'-9'21537'0'0,"-12"8"-21012"0"0,0-3 1157 0 0,-1 0-5119 0 0,2 2 3857 0 0,2 0-316 0 0,0-1 0 0 0,-1 0 0 0 0,1 1 0 0 0,0-1 0 0 0,-1 0-1 0 0,1 0 1 0 0,-1 0 0 0 0,0 0 0 0 0,0 0 0 0 0,0 0 0 0 0,-1 0 0 0 0,2-7 0 0 0,2-5-62 0 0,-3 12-26 0 0,0 0 1 0 0,0 0-1 0 0,-1 0 0 0 0,1 0 0 0 0,-1 0 0 0 0,1 0 0 0 0,-1-1 0 0 0,0 1 0 0 0,0 0 0 0 0,0 0 0 0 0,-1 0 0 0 0,0-4 0 0 0,0-21 692 0 0,1 27-660 0 0,0 0 0 0 0,1-1-1 0 0,-1 1 1 0 0,0-1-1 0 0,0 1 1 0 0,0-1-1 0 0,0 1 1 0 0,0 0-1 0 0,0-1 1 0 0,-1 1-1 0 0,1-1 1 0 0,0 1-1 0 0,-1 0 1 0 0,1-1-1 0 0,-1 1 1 0 0,1 0-1 0 0,-1-1 1 0 0,0 1-1 0 0,0 0 1 0 0,1 0-1 0 0,-1-1 1 0 0,0 1-1 0 0,0 0 1 0 0,0 0-1 0 0,0 0 1 0 0,-1 0-1 0 0,1 1 1 0 0,-1-2-1 0 0,-2 0 34 0 0,1 1 1 0 0,-1 0-1 0 0,0-1 0 0 0,1 2 0 0 0,-1-1 0 0 0,0 0 0 0 0,0 1 1 0 0,0-1-1 0 0,0 1 0 0 0,-6 1 0 0 0,-5 0 148 0 0,-1 1 0 0 0,0 1 0 0 0,1 1 0 0 0,-22 7 0 0 0,22-5-67 0 0,0 0-1 0 0,0 1 1 0 0,1 1 0 0 0,0 0 0 0 0,1 1-1 0 0,0 0 1 0 0,0 1 0 0 0,-14 15 0 0 0,24-21-150 0 0,-1-1 1 0 0,2 0-1 0 0,-1 1 1 0 0,0 0-1 0 0,1-1 1 0 0,0 1 0 0 0,0 0-1 0 0,0 0 1 0 0,0 1-1 0 0,0-1 1 0 0,1 0-1 0 0,0 1 1 0 0,0-1 0 0 0,0 0-1 0 0,1 1 1 0 0,-1-1-1 0 0,1 1 1 0 0,0-1-1 0 0,0 1 1 0 0,1-1 0 0 0,-1 1-1 0 0,1-1 1 0 0,0 1-1 0 0,0-1 1 0 0,1 0-1 0 0,-1 1 1 0 0,1-1 0 0 0,0 0-1 0 0,0 0 1 0 0,0 0-1 0 0,1 0 1 0 0,-1-1-1 0 0,6 7 1 0 0,-2-4-54 0 0,0 0 1 0 0,0-1-1 0 0,0 0 0 0 0,0 0 1 0 0,1 0-1 0 0,0-1 0 0 0,0 0 1 0 0,0-1-1 0 0,1 1 1 0 0,-1-1-1 0 0,1-1 0 0 0,-1 1 1 0 0,16 2-1 0 0,-14-4-46 0 0,1 1 0 0 0,0-1 1 0 0,0-1-1 0 0,0 1 0 0 0,0-2 1 0 0,0 1-1 0 0,0-2 0 0 0,0 1 0 0 0,0-1 1 0 0,16-6-1 0 0,-20 5 59 0 0,-1 0 0 0 0,1 0 0 0 0,-1-1 0 0 0,0 0 0 0 0,0 0 1 0 0,6-7-1 0 0,12-8 46 0 0,-14 7 224 0 0,-18 18 295 0 0,-1 7-495 0 0,1 0-1 0 0,0 0 0 0 0,1 1 0 0 0,0 0 1 0 0,2 1-1 0 0,-1-1 0 0 0,2 1 0 0 0,0 0 1 0 0,1 1-1 0 0,0-1 0 0 0,1 1 0 0 0,1 0 1 0 0,0 20-1 0 0,2-33 14 0 0,0 0 0 0 0,0 0-1 0 0,1 0 1 0 0,0 0 0 0 0,-1-1 0 0 0,1 1-1 0 0,0 0 1 0 0,0-1 0 0 0,3 5 0 0 0,6 4-2067 0 0,2-8-8261 0 0,-12-3 10273 0 0,11-3-2773 0 0,2-4-6515 0 0,-3 1 1413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39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16 7890 0 0,'-10'3'13617'0'0,"0"10"-7195"0"0,-11 29-5690 0 0,5-9-270 0 0,14-32-809 0 0,23-17-3839 0 0,22-27-3068 0 0,-17 10-2399 0 0,-15 17 1996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3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7 4514 0 0,'0'0'11649'0'0,"-30"-7"-6156"0"0,21 10-5198 0 0,1-1 0 0 0,-1 1 0 0 0,1 1 0 0 0,0 0-1 0 0,1 0 1 0 0,-1 0 0 0 0,1 1 0 0 0,-1 0 0 0 0,1 1-1 0 0,1-1 1 0 0,-1 1 0 0 0,1 1 0 0 0,0-1 0 0 0,1 1-1 0 0,-1 0 1 0 0,1 1 0 0 0,1-1 0 0 0,-1 1 0 0 0,-3 9-1 0 0,6-12-275 0 0,0 0 0 0 0,0 1 0 0 0,1-1 0 0 0,-1 1 0 0 0,1-1 0 0 0,0 1 0 0 0,1-1 0 0 0,-1 1 0 0 0,1 0 0 0 0,0-1 0 0 0,1 1 0 0 0,0 0 0 0 0,-1-1 0 0 0,2 1 0 0 0,-1-1 0 0 0,1 1 0 0 0,-1-1 0 0 0,1 0 0 0 0,1 1 0 0 0,-1-1 0 0 0,1 0 0 0 0,0-1 0 0 0,0 1 0 0 0,1 0 0 0 0,-1-1 0 0 0,1 0 0 0 0,0 0 0 0 0,0 0 0 0 0,0 0 0 0 0,1-1 0 0 0,5 4 0 0 0,5 2-30 0 0,0 0 1 0 0,1-2-1 0 0,0 0 1 0 0,1 0-1 0 0,-1-2 1 0 0,1 0 0 0 0,0-1-1 0 0,1-1 1 0 0,-1 0-1 0 0,1-2 1 0 0,-1 0 0 0 0,1 0-1 0 0,-1-2 1 0 0,1 0-1 0 0,-1-1 1 0 0,0-1-1 0 0,1-1 1 0 0,-1 0 0 0 0,22-9-1 0 0,-34 11 28 0 0,0 0 1 0 0,-1 0-1 0 0,1 0 0 0 0,-1-1 0 0 0,1 1 1 0 0,-1-1-1 0 0,0 0 0 0 0,0 0 0 0 0,-1-1 0 0 0,1 1 1 0 0,-1-1-1 0 0,1 0 0 0 0,-1 0 0 0 0,0 0 1 0 0,-1 0-1 0 0,1-1 0 0 0,-1 1 0 0 0,0-1 0 0 0,0 1 1 0 0,0-1-1 0 0,0 0 0 0 0,-1 0 0 0 0,0 1 1 0 0,1-10-1 0 0,-2 8 37 0 0,0 0 1 0 0,-1 1 0 0 0,0-1-1 0 0,0 1 1 0 0,0-1-1 0 0,-1 1 1 0 0,0-1 0 0 0,0 1-1 0 0,0 0 1 0 0,0 0-1 0 0,-1 0 1 0 0,0 0 0 0 0,0 0-1 0 0,0 1 1 0 0,-1-1-1 0 0,1 1 1 0 0,-1 0 0 0 0,0 0-1 0 0,-1 0 1 0 0,1 1-1 0 0,-7-5 1 0 0,-2-1-36 0 0,-1 0 0 0 0,0 0 1 0 0,-1 2-1 0 0,0 0 0 0 0,0 0 0 0 0,0 2 1 0 0,-1 0-1 0 0,0 0 0 0 0,0 2 0 0 0,0 0 1 0 0,-26-2-1 0 0,41 5-123 0 0,0 0 1 0 0,0 0-1 0 0,0 0 0 0 0,0-1 1 0 0,0 1-1 0 0,0 0 0 0 0,0 0 1 0 0,0 0-1 0 0,0 0 0 0 0,0 0 1 0 0,0 1-1 0 0,0-1 0 0 0,0 0 1 0 0,0 0-1 0 0,0 1 0 0 0,0-1 1 0 0,1 1-1 0 0,-1-1 1 0 0,0 0-1 0 0,0 1 0 0 0,0 0 1 0 0,0-1-1 0 0,1 1 0 0 0,-1-1 1 0 0,0 1-1 0 0,1 0 0 0 0,-1 0 1 0 0,0-1-1 0 0,1 1 0 0 0,-1 0 1 0 0,1 0-1 0 0,-1 0 0 0 0,1 0 1 0 0,0-1-1 0 0,-1 3 0 0 0,1-1-199 0 0,1-1 0 0 0,0 1-1 0 0,-1-1 1 0 0,1 1 0 0 0,0-1-1 0 0,0 0 1 0 0,0 1 0 0 0,0-1-1 0 0,0 0 1 0 0,1 0 0 0 0,-1 0-1 0 0,0 0 1 0 0,0 0 0 0 0,1 0-1 0 0,-1 0 1 0 0,1 0 0 0 0,-1 0-1 0 0,1 0 1 0 0,1 0 0 0 0,62 20-12884 0 0,-48-17 6380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0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232 148 3626 0 0,'0'0'7962'0'0,"10"-31"-4063"0"0,-4 19-3217 0 0,-2 4-47 0 0,-1 0 0 0 0,1 1-1 0 0,-2-1 1 0 0,1-1 0 0 0,-1 1 0 0 0,0 0 0 0 0,0 0 0 0 0,0-13-1 0 0,-2 20-563 0 0,-1 0-1 0 0,1 0 1 0 0,0 0 0 0 0,0 0-1 0 0,-1 1 1 0 0,1-1-1 0 0,0 0 1 0 0,-1 0 0 0 0,1 0-1 0 0,-1 0 1 0 0,1 1-1 0 0,-1-1 1 0 0,1 0-1 0 0,-1 0 1 0 0,0 1 0 0 0,1-1-1 0 0,-1 0 1 0 0,0 1-1 0 0,0-1 1 0 0,1 1-1 0 0,-1-1 1 0 0,0 1 0 0 0,0-1-1 0 0,0 1 1 0 0,0 0-1 0 0,0-1 1 0 0,0 1-1 0 0,1 0 1 0 0,-1 0 0 0 0,0-1-1 0 0,0 1 1 0 0,0 0-1 0 0,0 0 1 0 0,0 0-1 0 0,0 0 1 0 0,0 0 0 0 0,0 1-1 0 0,-1-1 1 0 0,-36 7 951 0 0,20-2-662 0 0,0 1 0 0 0,1 1 0 0 0,0 1 0 0 0,0 0 0 0 0,-24 17 0 0 0,35-21-294 0 0,0 0-1 0 0,0 1 1 0 0,0 0 0 0 0,1 0-1 0 0,0 0 1 0 0,0 0 0 0 0,0 1 0 0 0,0 0-1 0 0,1 0 1 0 0,0 0 0 0 0,1 1-1 0 0,-1-1 1 0 0,1 1 0 0 0,0 0-1 0 0,1 0 1 0 0,-3 13 0 0 0,4-17-69 0 0,1-1-1 0 0,0 1 1 0 0,0 0 0 0 0,1 0 0 0 0,-1-1-1 0 0,0 1 1 0 0,1 0 0 0 0,0-1 0 0 0,0 1-1 0 0,0 0 1 0 0,0-1 0 0 0,0 1 0 0 0,0-1-1 0 0,0 0 1 0 0,1 1 0 0 0,-1-1-1 0 0,1 0 1 0 0,0 0 0 0 0,0 0 0 0 0,0 0-1 0 0,0 0 1 0 0,0 0 0 0 0,0-1 0 0 0,0 1-1 0 0,1 0 1 0 0,-1-1 0 0 0,0 0 0 0 0,1 0-1 0 0,-1 0 1 0 0,1 0 0 0 0,0 0 0 0 0,-1 0-1 0 0,5 0 1 0 0,11 3-77 0 0,0 0 1 0 0,0-2-1 0 0,33 1 0 0 0,-44-3 67 0 0,34 1-297 0 0,55-5 0 0 0,-79 2 416 0 0,1-1 0 0 0,-1 0 0 0 0,0-1 1 0 0,-1-1-1 0 0,1-1 0 0 0,15-7 0 0 0,-75 25 453 0 0,36-11-503 0 0,0 1 0 0 0,0-1 0 0 0,1 1-1 0 0,-1 1 1 0 0,-10 4 0 0 0,12-4-42 0 0,1 0 0 0 0,0 0-1 0 0,0 0 1 0 0,0 0 0 0 0,0 1 0 0 0,1-1-1 0 0,-1 1 1 0 0,1 0 0 0 0,0 0-1 0 0,0 1 1 0 0,0-1 0 0 0,0 0 0 0 0,1 1-1 0 0,0 0 1 0 0,-3 8 0 0 0,4-9-131 0 0,0-1 0 0 0,1 0 0 0 0,-1 1 0 0 0,1-1 0 0 0,0 1 0 0 0,0-1 0 0 0,0 1 0 0 0,0-1 0 0 0,1 1 0 0 0,1 5 0 0 0,-1-6-276 0 0,0 0 0 0 0,1 0 0 0 0,-1 0 0 0 0,1 0 0 0 0,-1 0 0 0 0,1 0 0 0 0,0 0 0 0 0,0-1 0 0 0,1 1 1 0 0,-1-1-1 0 0,0 1 0 0 0,5 2 0 0 0,18 8-3551 0 0,21 1-9229 0 0,-35-11 6975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0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11 6166 0 0,'-11'-3'2903'0'0,"0"1"0"0"0,0 0 0 0 0,-20-1 0 0 0,22 3-2252 0 0,0 0 0 0 0,0 1 0 0 0,0 1 0 0 0,0-1-1 0 0,1 1 1 0 0,-1 1 0 0 0,0 0 0 0 0,-9 4 0 0 0,16-6-589 0 0,0 1 0 0 0,0 0 0 0 0,1-1 0 0 0,-1 1 0 0 0,0 0 0 0 0,1 0 0 0 0,-1 0 0 0 0,1 0 0 0 0,0 0-1 0 0,-1 0 1 0 0,1 1 0 0 0,0-1 0 0 0,0 0 0 0 0,1 1 0 0 0,-1-1 0 0 0,0 0 0 0 0,1 1 0 0 0,-1-1 0 0 0,1 1 0 0 0,0-1 0 0 0,0 1-1 0 0,0-1 1 0 0,0 1 0 0 0,1-1 0 0 0,-1 1 0 0 0,0-1 0 0 0,1 0 0 0 0,1 4 0 0 0,6 8-27 0 0,0 0 1 0 0,1-1-1 0 0,0 0 1 0 0,1 0-1 0 0,1-1 1 0 0,0-1-1 0 0,0 0 1 0 0,14 10 0 0 0,-10-8 149 0 0,0 1 0 0 0,-2 0 0 0 0,1 1 0 0 0,10 16 0 0 0,-24-28-128 0 0,0 1 0 0 0,-1-1 1 0 0,0 0-1 0 0,1 1 0 0 0,-1-1 1 0 0,-1 0-1 0 0,1 0 1 0 0,0 0-1 0 0,-3 4 0 0 0,0-4-182 0 0,1 0-1 0 0,-1 0 1 0 0,0 0-1 0 0,0 0 1 0 0,0-1-1 0 0,0 0 1 0 0,-1 0-1 0 0,1 0 0 0 0,-1 0 1 0 0,1-1-1 0 0,-1 0 1 0 0,1 0-1 0 0,-1 0 1 0 0,0 0-1 0 0,1-1 1 0 0,-1 1-1 0 0,0-1 1 0 0,0-1-1 0 0,-7 0 1 0 0,9 0-319 0 0,0 0 1 0 0,0 0-1 0 0,0 0 1 0 0,0 0-1 0 0,1-1 1 0 0,-1 1-1 0 0,0-1 1 0 0,1 0 0 0 0,-1 0-1 0 0,1 0 1 0 0,0 0-1 0 0,-1 0 1 0 0,1 0-1 0 0,0-1 1 0 0,0 1-1 0 0,1 0 1 0 0,-1-1-1 0 0,0 0 1 0 0,1 0-1 0 0,0 1 1 0 0,-1-1-1 0 0,1 0 1 0 0,0 0-1 0 0,1 0 1 0 0,-1 0-1 0 0,0 0 1 0 0,1 0 0 0 0,0 0-1 0 0,0 0 1 0 0,0 0-1 0 0,0-4 1 0 0,0-22-3953 0 0,0 2-1739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0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10238 0 0,'23'-2'10053'0'0,"1"4"-4318"0"0,25 6-4026 0 0,-35-5-4155 0 0,0-1-1 0 0,0 0 1 0 0,0-1 0 0 0,20 0 0 0 0,-17-3-810 0 0,-4 2-1781 0 0,-2 0-2152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1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32 3382 0 0,'-1'-2'750'0'0,"-9"-14"9383"0"0,5 12-8312 0 0,-2 2-1363 0 0,0 0-1 0 0,1 0 1 0 0,-1 1-1 0 0,0 0 1 0 0,0 0-1 0 0,0 1 1 0 0,0 0-1 0 0,0 0 1 0 0,1 1-1 0 0,-1-1 1 0 0,-8 3 0 0 0,-3 1 371 0 0,1 0 1 0 0,0 2 0 0 0,-20 7 0 0 0,34-11-734 0 0,-85 42 2098 0 0,81-40-2096 0 0,0 0 0 0 0,0 1 0 0 0,1 0 0 0 0,0 0 0 0 0,0 0 0 0 0,0 1 0 0 0,1 0 0 0 0,-1 0 0 0 0,2 0 0 0 0,-6 9 0 0 0,9-14-98 0 0,0 0 0 0 0,1 0-1 0 0,-1 1 1 0 0,1-1 0 0 0,0 0 0 0 0,-1 1-1 0 0,1-1 1 0 0,0 0 0 0 0,0 1 0 0 0,0-1-1 0 0,0 0 1 0 0,0 1 0 0 0,0-1 0 0 0,0 1-1 0 0,0-1 1 0 0,0 0 0 0 0,1 1 0 0 0,-1-1-1 0 0,0 0 1 0 0,1 0 0 0 0,-1 1 0 0 0,1-1-1 0 0,0 0 1 0 0,-1 0 0 0 0,2 2 0 0 0,1 0-29 0 0,-1 0 1 0 0,1-1-1 0 0,0 1 1 0 0,0-1 0 0 0,0 0-1 0 0,0 0 1 0 0,1 0-1 0 0,-1 0 1 0 0,5 2 0 0 0,3 0-173 0 0,-1 0 0 0 0,1-1 0 0 0,-1-1 1 0 0,1 1-1 0 0,0-2 0 0 0,14 2 0 0 0,-15-3 84 0 0,2 1 9 0 0,0-1-1 0 0,0 0 1 0 0,-1-1 0 0 0,1-1-1 0 0,0 1 1 0 0,-1-2-1 0 0,0 1 1 0 0,1-2-1 0 0,12-5 1 0 0,-22 8 707 0 0,-2 0-553 0 0,-1 0-1 0 0,1 0 0 0 0,-1 0 0 0 0,0 0 0 0 0,1 0 1 0 0,-1 0-1 0 0,0 1 0 0 0,1-1 0 0 0,-1 0 0 0 0,0 0 1 0 0,0 0-1 0 0,0 1 0 0 0,1-1 0 0 0,-1 0 0 0 0,0 1 1 0 0,0-1-1 0 0,0 1 0 0 0,0-1 0 0 0,0 1 0 0 0,0 0 1 0 0,-1-1-1 0 0,1 1 0 0 0,0 0 0 0 0,0 0 0 0 0,0 0 1 0 0,0 0-1 0 0,0 0 0 0 0,0 0 0 0 0,0 0 0 0 0,0 0 0 0 0,-1 0 1 0 0,1 0-1 0 0,0 1 0 0 0,-2 0 0 0 0,-42 7 430 0 0,42-7-453 0 0,-5 2 28 0 0,-1 0 0 0 0,1 0 0 0 0,-1 1 0 0 0,1 0 0 0 0,0 0 0 0 0,0 1 0 0 0,1 0 0 0 0,0 0 0 0 0,-1 1 0 0 0,-7 8 0 0 0,14-14-57 0 0,1 1-1 0 0,-1 0 1 0 0,0 0 0 0 0,1-1-1 0 0,-1 1 1 0 0,1 0-1 0 0,0 0 1 0 0,-1 0-1 0 0,1 0 1 0 0,-1 0 0 0 0,1-1-1 0 0,0 1 1 0 0,0 0-1 0 0,0 0 1 0 0,-1 0 0 0 0,1 0-1 0 0,0 0 1 0 0,0 0-1 0 0,0 0 1 0 0,0 0-1 0 0,1 0 1 0 0,-1 0 0 0 0,0 0-1 0 0,0 0 1 0 0,0 0-1 0 0,1 0 1 0 0,0 1 0 0 0,0-1-39 0 0,0 1 0 0 0,1 0 0 0 0,-1-1 1 0 0,1 1-1 0 0,0-1 0 0 0,-1 0 0 0 0,1 1 1 0 0,0-1-1 0 0,0 0 0 0 0,-1 0 0 0 0,5 1 0 0 0,50 13-1003 0 0,-33-13 99 0 0,0 0 0 0 0,0-1 0 0 0,-1-1-1 0 0,43-5 1 0 0,-52 2-465 0 0,0 0 0 0 0,0-1 0 0 0,21-8 0 0 0,-24 8-375 0 0,-1-1 0 0 0,0 0-1 0 0,0-1 1 0 0,-1 1 0 0 0,12-11 0 0 0,-3-3-3829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1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6552 0 0,'-7'0'9820'0'0,"23"6"-4790"0"0,-7-3-6771 0 0,16 0 1274 0 0,85 8-1761 0 0,-73-13-2231 0 0,0-5-3834 0 0,-25 4 4093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1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15 5488 0 0,'-5'-2'1595'0'0,"-1"-1"1"0"0,0 1-1 0 0,0 0 0 0 0,0 0 1 0 0,0 1-1 0 0,-10-2 0 0 0,-49 4 3271 0 0,58-1-4712 0 0,1 1 1 0 0,0 0 0 0 0,0 0 0 0 0,-1 1-1 0 0,1 0 1 0 0,0 0 0 0 0,0 0-1 0 0,0 1 1 0 0,1 0 0 0 0,-1 0 0 0 0,1 0-1 0 0,-1 1 1 0 0,1-1 0 0 0,0 1 0 0 0,0 1-1 0 0,-6 6 1 0 0,10-9-146 0 0,0 0-1 0 0,0 1 0 0 0,0-1 1 0 0,0 0-1 0 0,1 0 1 0 0,-1 0-1 0 0,1 1 1 0 0,-1-1-1 0 0,1 0 1 0 0,0 1-1 0 0,0-1 0 0 0,0 1 1 0 0,0-1-1 0 0,0 0 1 0 0,0 1-1 0 0,1-1 1 0 0,-1 0-1 0 0,1 0 1 0 0,0 1-1 0 0,0-1 1 0 0,0 0-1 0 0,0 0 0 0 0,0 0 1 0 0,0 0-1 0 0,0 0 1 0 0,1 0-1 0 0,-1 0 1 0 0,1 0-1 0 0,-1-1 1 0 0,1 1-1 0 0,0 0 0 0 0,-1-1 1 0 0,5 3-1 0 0,9 7-15 0 0,0 1 0 0 0,2-2 0 0 0,23 12-1 0 0,-5-3 276 0 0,-23-10-145 0 0,0 1 0 0 0,-1 0 0 0 0,0 1 1 0 0,0 0-1 0 0,17 24 0 0 0,-27-34-111 0 0,0 1 0 0 0,0 0 0 0 0,0-1 1 0 0,0 1-1 0 0,0 0 0 0 0,0-1 0 0 0,-1 1 0 0 0,1 0 0 0 0,-1 0 0 0 0,1-1 1 0 0,-1 1-1 0 0,0 0 0 0 0,0 0 0 0 0,0 0 0 0 0,0 0 0 0 0,0-1 0 0 0,0 1 0 0 0,0 0 1 0 0,0 0-1 0 0,-1 0 0 0 0,1-1 0 0 0,-1 1 0 0 0,0 0 0 0 0,1 0 0 0 0,-1-1 0 0 0,0 1 1 0 0,0 0-1 0 0,0-1 0 0 0,0 1 0 0 0,0-1 0 0 0,-2 3 0 0 0,0-1-121 0 0,-1 0 0 0 0,1 0 0 0 0,0 0 0 0 0,-1 0 0 0 0,1 0 0 0 0,-1-1 0 0 0,0 0-1 0 0,0 1 1 0 0,0-1 0 0 0,0-1 0 0 0,-5 2 0 0 0,6-2-208 0 0,0 0 0 0 0,0 0 1 0 0,0-1-1 0 0,0 0 0 0 0,0 1 0 0 0,0-1 0 0 0,0 0 0 0 0,0-1 1 0 0,0 1-1 0 0,0 0 0 0 0,0-1 0 0 0,0 0 0 0 0,0 0 1 0 0,0 0-1 0 0,1 0 0 0 0,-1 0 0 0 0,0 0 0 0 0,0-1 0 0 0,1 1 1 0 0,-1-1-1 0 0,1 0 0 0 0,0 1 0 0 0,-1-1 0 0 0,1-1 0 0 0,0 1 1 0 0,0 0-1 0 0,0 0 0 0 0,-1-3 0 0 0,-1-2-755 0 0,0-1 0 0 0,0 1 0 0 0,1-1 1 0 0,0 1-1 0 0,0-1 0 0 0,1 0 0 0 0,0 0 0 0 0,1 0 0 0 0,-2-10 0 0 0,3-6-3502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2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4882 0 0,'19'11'1918'0'0,"-7"-8"-620"0"0,0 2-56 0 0,4 0-384 0 0,3 2-170 0 0,16 5 140 0 0,0-1-538 0 0,3-1-118 0 0,-3-1-784 0 0,0 0-710 0 0,-5-1-602 0 0,1 0 252 0 0,-19-5-1140 0 0,4-2-1012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5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201 279 5178 0 0,'0'0'5321'0'0,"30"-15"315"0"0,-22 3-5269 0 0,0 0 1 0 0,-1 0-1 0 0,0-1 0 0 0,-1 0 1 0 0,0 0-1 0 0,-2-1 0 0 0,7-26 1 0 0,-9 35-170 0 0,-1 1-1 0 0,0-1 1 0 0,-1 0 0 0 0,1 0 0 0 0,-1 0-1 0 0,0 0 1 0 0,0 0 0 0 0,-1 1 0 0 0,0-1 0 0 0,1 0-1 0 0,-1 0 1 0 0,-1 1 0 0 0,1-1 0 0 0,-1 0-1 0 0,0 1 1 0 0,0-1 0 0 0,0 1 0 0 0,-1 0 0 0 0,1 0-1 0 0,-1 0 1 0 0,0 0 0 0 0,0 0 0 0 0,0 1-1 0 0,-1-1 1 0 0,1 1 0 0 0,-9-6 0 0 0,7 7-63 0 0,1 0 1 0 0,-1 1 0 0 0,0-1-1 0 0,0 1 1 0 0,0 0-1 0 0,-1 0 1 0 0,1 1-1 0 0,0 0 1 0 0,0 0 0 0 0,0 0-1 0 0,0 0 1 0 0,-1 1-1 0 0,1 0 1 0 0,0 0 0 0 0,0 0-1 0 0,0 0 1 0 0,0 1-1 0 0,1 0 1 0 0,-8 4 0 0 0,-2 0 108 0 0,-1 2 0 0 0,1 0 1 0 0,0 1-1 0 0,-24 20 0 0 0,34-25-215 0 0,0 0-1 0 0,1 0 1 0 0,-1 0-1 0 0,1 0 1 0 0,0 1-1 0 0,0-1 1 0 0,1 1-1 0 0,-1 0 1 0 0,1 0-1 0 0,0 0 1 0 0,1 0-1 0 0,-1 0 1 0 0,1 0 0 0 0,0 0-1 0 0,0 1 1 0 0,0-1-1 0 0,1 0 1 0 0,0 1-1 0 0,0-1 1 0 0,0 0-1 0 0,2 9 1 0 0,-1-10-36 0 0,0 0 0 0 0,0 0 1 0 0,0 0-1 0 0,1-1 0 0 0,-1 1 1 0 0,1 0-1 0 0,0-1 0 0 0,0 1 1 0 0,1-1-1 0 0,-1 0 0 0 0,1 1 1 0 0,-1-1-1 0 0,1 0 0 0 0,0-1 1 0 0,0 1-1 0 0,0 0 0 0 0,1-1 1 0 0,-1 0-1 0 0,0 0 0 0 0,1 0 1 0 0,0 0-1 0 0,-1 0 0 0 0,1-1 1 0 0,0 1-1 0 0,0-1 0 0 0,0 0 1 0 0,0-1-1 0 0,8 2 0 0 0,5-2 163 0 0,0-1 0 0 0,1-1 1 0 0,-1 0-1 0 0,0-1 0 0 0,0 0 0 0 0,0-2 0 0 0,-1 0 0 0 0,22-10 0 0 0,-45 19-50 0 0,0 0 1 0 0,0 0-1 0 0,1 0 0 0 0,0 1 0 0 0,-1 0 0 0 0,2 0 0 0 0,-1 1 1 0 0,1 0-1 0 0,0 0 0 0 0,0 0 0 0 0,0 0 0 0 0,1 1 0 0 0,0 0 1 0 0,0 0-1 0 0,-3 11 0 0 0,0-4-80 0 0,2 0 0 0 0,0 0 1 0 0,1 1-1 0 0,0 0 0 0 0,1 0 0 0 0,1 0 0 0 0,-1 19 1 0 0,3-30-112 0 0,1 0 0 0 0,-1 1 0 0 0,0-1 0 0 0,1 0 0 0 0,0 0 0 0 0,0 0 0 0 0,0 1 0 0 0,0-1 0 0 0,1 0 0 0 0,0 0 0 0 0,0-1 0 0 0,0 1 1 0 0,0 0-1 0 0,0-1 0 0 0,5 5 0 0 0,-5-6-142 0 0,0 0-1 0 0,0 0 1 0 0,1 0 0 0 0,-1-1 0 0 0,1 1-1 0 0,-1-1 1 0 0,1 1 0 0 0,-1-1 0 0 0,1 0 0 0 0,0 0-1 0 0,0-1 1 0 0,0 1 0 0 0,-1 0 0 0 0,1-1 0 0 0,0 0-1 0 0,0 1 1 0 0,0-1 0 0 0,0-1 0 0 0,0 1 0 0 0,0 0-1 0 0,0-1 1 0 0,-1 1 0 0 0,6-2 0 0 0,29-16-7137 0 0,-25 7-2930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5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8 5742 0 0,'-4'-8'10656'0'0,"-7"13"-5995"0"0,-10 19 161 0 0,20-21-4639 0 0,0 0-1 0 0,0 0 1 0 0,0 0 0 0 0,0 0 0 0 0,1 0-1 0 0,-1 0 1 0 0,1 1 0 0 0,0-1 0 0 0,0 3-1 0 0,0-5-282 0 0,0 0-1 0 0,0-1 0 0 0,0 1 0 0 0,0 0 0 0 0,0 0 0 0 0,1-1 0 0 0,-1 1 0 0 0,0 0 0 0 0,0-1 0 0 0,1 1 1 0 0,-1-1-1 0 0,1 1 0 0 0,-1 0 0 0 0,0-1 0 0 0,1 1 0 0 0,-1-1 0 0 0,1 1 0 0 0,-1-1 0 0 0,1 1 0 0 0,-1-1 1 0 0,1 0-1 0 0,0 1 0 0 0,-1-1 0 0 0,1 1 0 0 0,0-1 0 0 0,-1 0 0 0 0,1 0 0 0 0,0 0 0 0 0,-1 1 0 0 0,1-1 1 0 0,0 0-1 0 0,-1 0 0 0 0,1 0 0 0 0,0 0 0 0 0,0 0 0 0 0,-1 0 0 0 0,1 0 0 0 0,0 0 0 0 0,-1 0 0 0 0,1 0 1 0 0,0-1-1 0 0,-1 1 0 0 0,1 0 0 0 0,0 0 0 0 0,-1-1 0 0 0,1 1 0 0 0,0 0 0 0 0,0-1 0 0 0,7-4-2103 0 0,1 1 0 0 0,-1-1 0 0 0,0-1 0 0 0,-1 0 0 0 0,1 0 0 0 0,8-9 0 0 0,-3 0-5110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5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21 5458 0 0,'-3'0'878'0'0,"0"0"1"0"0,-1 0-1 0 0,1 0 0 0 0,0 0 0 0 0,0 0 1 0 0,-1 1-1 0 0,1 0 0 0 0,0-1 0 0 0,0 1 1 0 0,0 0-1 0 0,-4 2 0 0 0,-34 24 4643 0 0,33-20-4914 0 0,0 1 0 0 0,1 0 1 0 0,0 0-1 0 0,0 0 0 0 0,1 1 0 0 0,0 0 1 0 0,-5 11-1 0 0,9-17-522 0 0,1 0-1 0 0,-1 0 1 0 0,1 1 0 0 0,0-1 0 0 0,0 0 0 0 0,0 1 0 0 0,0-1-1 0 0,1 1 1 0 0,-1-1 0 0 0,1 1 0 0 0,0-1 0 0 0,0 1 0 0 0,0-1-1 0 0,1 1 1 0 0,0 6 0 0 0,1-8-75 0 0,-1 1 0 0 0,1-1 0 0 0,0 1 1 0 0,-1-1-1 0 0,1 0 0 0 0,0 0 0 0 0,0 0 0 0 0,1 0 0 0 0,-1 0 0 0 0,0 0 0 0 0,0-1 0 0 0,1 1 1 0 0,-1-1-1 0 0,1 0 0 0 0,0 1 0 0 0,-1-1 0 0 0,1 0 0 0 0,0-1 0 0 0,0 1 0 0 0,5 0 1 0 0,9 3-170 0 0,0-1 0 0 0,1-1 0 0 0,-1-1 0 0 0,1-1 0 0 0,-1 0 0 0 0,0-1 0 0 0,1-1 0 0 0,-1 0 0 0 0,0-2 0 0 0,0 0 0 0 0,0-1 0 0 0,0 0 0 0 0,-1-1 0 0 0,0-1 0 0 0,0-1 0 0 0,-1 0 0 0 0,0-1 0 0 0,-1-1 0 0 0,1 0 0 0 0,18-19 0 0 0,-31 28 198 0 0,0-1-1 0 0,-1 0 0 0 0,0 1 0 0 0,1-1 0 0 0,-1 0 0 0 0,0 0 1 0 0,0 0-1 0 0,0 0 0 0 0,0 0 0 0 0,0 0 0 0 0,-1 0 0 0 0,1 0 1 0 0,-1 0-1 0 0,1 0 0 0 0,-1 0 0 0 0,0 0 0 0 0,1-1 0 0 0,-1 1 1 0 0,0 0-1 0 0,-1 0 0 0 0,1 0 0 0 0,0 0 0 0 0,-1-1 0 0 0,1 1 1 0 0,-1 0-1 0 0,0 0 0 0 0,1 0 0 0 0,-1 0 0 0 0,0 0 0 0 0,0 0 1 0 0,0 0-1 0 0,-1 1 0 0 0,1-1 0 0 0,0 0 0 0 0,-1 1 0 0 0,-1-3 1 0 0,-1 0 99 0 0,-1-1 1 0 0,1 1-1 0 0,-1 0 1 0 0,0 0 0 0 0,0 0-1 0 0,0 0 1 0 0,-1 1-1 0 0,1 0 1 0 0,-1 0 0 0 0,0 1-1 0 0,-6-2 1 0 0,-35-4 77 0 0,45 7-398 0 0,-20 0-1110 0 0,50 21-18582 0 0,-15-15 13341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6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25 5216 0 0,'-24'-18'11708'0'0,"20"16"-11252"0"0,-1 1 1 0 0,0 0 0 0 0,0 0-1 0 0,0 0 1 0 0,0 0 0 0 0,0 1-1 0 0,0 0 1 0 0,0 0-1 0 0,0 0 1 0 0,0 1 0 0 0,0 0-1 0 0,0 0 1 0 0,0 0-1 0 0,-6 2 1 0 0,-70 32 2023 0 0,55-23-1478 0 0,23-11-958 0 0,0 0 1 0 0,1 0-1 0 0,-1 1 1 0 0,0-1-1 0 0,1 1 1 0 0,-1 0 0 0 0,1 0-1 0 0,-1 0 1 0 0,1 0-1 0 0,0 0 1 0 0,0 0 0 0 0,0 0-1 0 0,0 1 1 0 0,0-1-1 0 0,0 1 1 0 0,1 0-1 0 0,-1-1 1 0 0,1 1 0 0 0,0 0-1 0 0,0 0 1 0 0,0 0-1 0 0,0 0 1 0 0,0 0 0 0 0,1 0-1 0 0,-1 3 1 0 0,1-3-57 0 0,1 0 0 0 0,-1 0 0 0 0,1 0 0 0 0,0 0 0 0 0,-1 0 0 0 0,1-1 0 0 0,1 1 0 0 0,-1 0 0 0 0,0-1 0 0 0,1 1 0 0 0,-1-1 0 0 0,1 1 0 0 0,0-1 0 0 0,0 0 1 0 0,0 1-1 0 0,0-1 0 0 0,0 0 0 0 0,1 0 0 0 0,-1-1 0 0 0,0 1 0 0 0,1 0 0 0 0,-1-1 0 0 0,1 0 0 0 0,0 1 0 0 0,3 0 0 0 0,17 7-146 0 0,-11-5 154 0 0,0 0 0 0 0,-1 0 0 0 0,1 2 1 0 0,-1-1-1 0 0,0 2 0 0 0,-1-1 0 0 0,1 1 1 0 0,-1 1-1 0 0,-1 0 0 0 0,18 18 1 0 0,-26-24 15 0 0,-1-1 0 0 0,1 1 0 0 0,0-1 0 0 0,-1 1 0 0 0,1 0 0 0 0,-1 0 0 0 0,0-1 0 0 0,0 1 0 0 0,0 0 0 0 0,0-1 0 0 0,0 1 1 0 0,0 0-1 0 0,0 0 0 0 0,0-1 0 0 0,0 1 0 0 0,-1 0 0 0 0,1-1 0 0 0,-1 1 0 0 0,0 0 0 0 0,1-1 0 0 0,-1 1 0 0 0,0-1 0 0 0,0 1 1 0 0,0-1-1 0 0,0 1 0 0 0,0-1 0 0 0,0 0 0 0 0,0 1 0 0 0,-2 1 0 0 0,-3 2-302 0 0,1 0 1 0 0,0 0-1 0 0,-1 0 0 0 0,0-1 1 0 0,-7 5-1 0 0,11-8-811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6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12 5636 0 0,'-4'-2'863'0'0,"0"1"-1"0"0,0-1 1 0 0,0 1-1 0 0,-1-1 1 0 0,1 1 0 0 0,0 0-1 0 0,0 1 1 0 0,-1-1-1 0 0,-5 1 1 0 0,-45 7 3896 0 0,45-4-4177 0 0,0 0-1 0 0,-1 1 1 0 0,1 0 0 0 0,1 1 0 0 0,-1 0 0 0 0,1 0-1 0 0,-15 12 1 0 0,22-16-537 0 0,0 1 0 0 0,0 0 0 0 0,0 0 0 0 0,0-1 0 0 0,1 1-1 0 0,-1 0 1 0 0,1 1 0 0 0,0-1 0 0 0,-1 0 0 0 0,1 0 0 0 0,0 0 0 0 0,0 1 0 0 0,0-1 0 0 0,0 1 0 0 0,1-1 0 0 0,-1 1-1 0 0,1-1 1 0 0,0 1 0 0 0,-1-1 0 0 0,1 1 0 0 0,0-1 0 0 0,0 1 0 0 0,1-1 0 0 0,-1 1 0 0 0,0-1 0 0 0,1 1-1 0 0,0-1 1 0 0,1 5 0 0 0,1-1-16 0 0,0 0-1 0 0,1 0 0 0 0,-1-1 1 0 0,1 1-1 0 0,0-1 1 0 0,1 0-1 0 0,-1 0 1 0 0,1 0-1 0 0,8 6 0 0 0,46 42 516 0 0,-40-33 55 0 0,37 27 0 0 0,-55-47-595 0 0,-1 0-1 0 0,1 0 1 0 0,-1 0-1 0 0,0 0 1 0 0,1 1-1 0 0,-1-1 1 0 0,0 0 0 0 0,1 0-1 0 0,-1 0 1 0 0,0 1-1 0 0,1-1 1 0 0,-1 0-1 0 0,0 0 1 0 0,1 1-1 0 0,-1-1 1 0 0,0 0 0 0 0,0 1-1 0 0,1-1 1 0 0,-1 0-1 0 0,0 1 1 0 0,0-1-1 0 0,0 0 1 0 0,0 1-1 0 0,1-1 1 0 0,-1 1 0 0 0,0-1-1 0 0,0 0 1 0 0,0 1-1 0 0,0-1 1 0 0,0 0-1 0 0,0 1 1 0 0,0-1-1 0 0,0 1 1 0 0,0-1-1 0 0,0 0 1 0 0,0 1 0 0 0,0-1-1 0 0,0 1 1 0 0,0-1-1 0 0,-1 0 1 0 0,1 1-1 0 0,0-1 1 0 0,0 0-1 0 0,0 1 1 0 0,-1-1 0 0 0,1 0-1 0 0,0 1 1 0 0,0-1-1 0 0,-1 0 1 0 0,1 1-1 0 0,0-1 1 0 0,0 0-1 0 0,-1 0 1 0 0,1 1 0 0 0,0-1-1 0 0,-1 0 1 0 0,1 0-1 0 0,-1 0 1 0 0,1 1-1 0 0,0-1 1 0 0,-1 0-1 0 0,1 0 1 0 0,-1 0-1 0 0,-1 1-113 0 0,1-1 0 0 0,-1 1-1 0 0,0-1 1 0 0,0 0-1 0 0,1 1 1 0 0,-1-1 0 0 0,0 0-1 0 0,0 0 1 0 0,0 0-1 0 0,1 0 1 0 0,-1-1 0 0 0,0 1-1 0 0,0 0 1 0 0,-1-1-1 0 0,0-1-326 0 0,1 0-1 0 0,-1 0 1 0 0,1 0-1 0 0,-1 0 0 0 0,1-1 1 0 0,0 1-1 0 0,0-1 0 0 0,0 1 1 0 0,0-1-1 0 0,0 0 1 0 0,1 0-1 0 0,-1 0 0 0 0,1 0 1 0 0,0 0-1 0 0,0 0 0 0 0,0 0 1 0 0,0 0-1 0 0,-1-6 1 0 0,1-1-1764 0 0,0 1 0 0 0,0-1 0 0 0,1 0 1 0 0,2-20-1 0 0,-1-2-4037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6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6744 0 0,'0'0'3539'0'0,"34"-4"2589"0"0,108 30-3702 0 0,-140-25-2771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7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48 3802 0 0,'1'-1'449'0'0,"-1"0"0"0"0,1 1 0 0 0,-1-1 0 0 0,0 0-1 0 0,0 0 1 0 0,0 0 0 0 0,1 0 0 0 0,-1 0 0 0 0,0 1 0 0 0,0-1 0 0 0,0 0 0 0 0,0 0-1 0 0,0 0 1 0 0,0 0 0 0 0,-1 0 0 0 0,1 0 0 0 0,0 1 0 0 0,0-1 0 0 0,-1 0-1 0 0,0-1 1 0 0,-6-6 1869 0 0,-28-10 2834 0 0,25 17-4732 0 0,0 0 0 0 0,1 0-1 0 0,-1 1 1 0 0,0 1 0 0 0,0-1-1 0 0,0 1 1 0 0,0 1 0 0 0,0 0-1 0 0,0 0 1 0 0,1 1 0 0 0,0 1-1 0 0,-1-1 1 0 0,1 1 0 0 0,0 1-1 0 0,-11 7 1 0 0,19-11-438 0 0,0-1 0 0 0,0 1 1 0 0,0-1-1 0 0,0 1 0 0 0,0-1 1 0 0,0 1-1 0 0,0 0 0 0 0,0-1 1 0 0,1 1-1 0 0,-1 0 0 0 0,0 0 1 0 0,1 0-1 0 0,-1 0 0 0 0,0-1 1 0 0,1 1-1 0 0,-1 0 0 0 0,1 0 1 0 0,0 0-1 0 0,-1 0 0 0 0,1 0 1 0 0,0 0-1 0 0,-1 0 0 0 0,1 1 1 0 0,0-1-1 0 0,0 0 0 0 0,0 0 1 0 0,0 0-1 0 0,0 0 0 0 0,0 0 0 0 0,0 0 1 0 0,0 0-1 0 0,1 0 0 0 0,-1 0 1 0 0,0 0-1 0 0,1 0 0 0 0,-1 0 1 0 0,1 0-1 0 0,-1 0 0 0 0,1 0 1 0 0,-1 0-1 0 0,1 0 0 0 0,-1 0 1 0 0,1 0-1 0 0,0-1 0 0 0,0 1 1 0 0,-1 0-1 0 0,1 0 0 0 0,0-1 1 0 0,0 1-1 0 0,1 0 0 0 0,3 3-260 0 0,1-1 0 0 0,-1-1 0 0 0,0 1 0 0 0,1-1 0 0 0,0 1 0 0 0,-1-2 0 0 0,11 3 0 0 0,3-1-662 0 0,1-2 0 0 0,34 0 0 0 0,-52-1 2914 0 0,-36 3-1267 0 0,22-3-519 0 0,-3 2 70 0 0,-1 1 0 0 0,1 1 0 0 0,-19 6 0 0 0,29-8-160 0 0,0-1-1 0 0,0 2 1 0 0,0-1-1 0 0,1 0 1 0 0,-1 1-1 0 0,0 0 0 0 0,1 0 1 0 0,0 0-1 0 0,0 1 1 0 0,0-1-1 0 0,0 1 1 0 0,-6 8-1 0 0,3-1-73 0 0,6-10-46 0 0,0 0-1 0 0,0 0 1 0 0,0 0 0 0 0,0 1-1 0 0,0-1 1 0 0,1 0-1 0 0,-1 0 1 0 0,0 0-1 0 0,0 1 1 0 0,1-1-1 0 0,-1 0 1 0 0,1 1-1 0 0,-1-1 1 0 0,1 1-1 0 0,0-1 1 0 0,-1 0 0 0 0,1 1-1 0 0,0-1 1 0 0,0 1-1 0 0,0-1 1 0 0,0 1-1 0 0,0-1 1 0 0,0 1-1 0 0,1-1 1 0 0,-1 1-1 0 0,0-1 1 0 0,1 0 0 0 0,-1 1-1 0 0,1-1 1 0 0,-1 0-1 0 0,1 1 1 0 0,0-1-1 0 0,0 0 1 0 0,-1 0-1 0 0,1 1 1 0 0,0-1-1 0 0,0 0 1 0 0,0 0-1 0 0,0 0 1 0 0,0 0 0 0 0,1 0-1 0 0,-1-1 1 0 0,0 1-1 0 0,0 0 1 0 0,1 0-1 0 0,1 0 1 0 0,26 14-127 0 0,1-1 1 0 0,0-1 0 0 0,1-1-1 0 0,1-2 1 0 0,42 8 0 0 0,-30-7-581 0 0,-7-1-777 0 0,76 17-2633 0 0,-103-25 2980 0 0,-1-1-1 0 0,0 0 1 0 0,0-1 0 0 0,0 0 0 0 0,1 0-1 0 0,-1-1 1 0 0,0 0 0 0 0,0-1-1 0 0,15-4 1 0 0,-13 0-1755 0 0,-3-1-909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8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32 7148 0 0,'-12'1'16980'0'0,"16"7"-13729"0"0,13 6-5581 0 0,-8-11 3974 0 0,1-1-1903 0 0,1-1 1 0 0,0 0 0 0 0,0 0-1 0 0,-1-1 1 0 0,1 0 0 0 0,0-1-1 0 0,0 0 1 0 0,13-4-1 0 0,9-4-5369 0 0,40-17 0 0 0,-35 12-1608 0 0,-19 8 1379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8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 5012 0 0,'-25'1'4685'0'0,"0"1"-1"0"0,-35 7 0 0 0,7 9-13 0 0,47-15-4471 0 0,-1 1 0 0 0,1 0 1 0 0,0 0-1 0 0,-1 0 0 0 0,-6 7 1 0 0,12-9-157 0 0,-1 0 0 0 0,0-1 1 0 0,0 1-1 0 0,1 0 0 0 0,-1 0 1 0 0,1 0-1 0 0,0 0 0 0 0,-1 0 0 0 0,1 0 1 0 0,0 1-1 0 0,0-1 0 0 0,0 0 1 0 0,1 1-1 0 0,-1-1 0 0 0,1 0 1 0 0,-1 1-1 0 0,1-1 0 0 0,0 1 1 0 0,0-1-1 0 0,0 1 0 0 0,0 2 0 0 0,1-1-21 0 0,0 0 0 0 0,1 0 0 0 0,-1 0 0 0 0,1 0 0 0 0,0 0 0 0 0,0 0 0 0 0,0 0 0 0 0,0-1 0 0 0,1 1 0 0 0,0-1 0 0 0,3 4 0 0 0,9 7 25 0 0,1 0 1 0 0,0-2-1 0 0,35 22 1 0 0,-49-33-24 0 0,70 54 628 0 0,-21-14-287 0 0,-51-41-359 0 0,1 0-1 0 0,0 1 1 0 0,0-1 0 0 0,-1 0-1 0 0,1 1 1 0 0,0-1 0 0 0,-1 1-1 0 0,1-1 1 0 0,0 1 0 0 0,-1-1-1 0 0,1 1 1 0 0,-1 0 0 0 0,1-1 0 0 0,-1 1-1 0 0,1 0 1 0 0,-1-1 0 0 0,0 1-1 0 0,1 0 1 0 0,-1 0 0 0 0,0-1-1 0 0,1 1 1 0 0,-1 1 0 0 0,-14 2-2031 0 0,-24-9-2792 0 0,29 2 3326 0 0,1-1 0 0 0,-1 0 0 0 0,1 0 0 0 0,-14-11-1 0 0,0-1-4523 0 0,3 1-1239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8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9120 0 0,'68'-1'9468'0'0,"-33"2"-6280"0"0,2-2-3404 0 0,-34 1-745 0 0,-16 1-8116 0 0,11 0 8444 0 0,-62 5-5428 0 0,19-3 1247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49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6370 0 0,'0'0'3765'0'0,"25"-8"1388"0"0,-1 8-3592 0 0,1 0-1 0 0,46 8 1 0 0,-1-1-79 0 0,824 87 4444 0 0,-4 49-4422 0 0,-732-115-1364 0 0,48 10-18 0 0,335 18 0 0 0,-459-57-327 0 0,-80 1 77 0 0,-26 12-17211 0 0,18-8 14531 0 0,-4 0-898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51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5620 0 0,'0'0'10866'0'0,"-24"10"-6257"0"0,18 4-3902 0 0,2 0 0 0 0,-1 1 0 0 0,2-1 0 0 0,0 1 0 0 0,-2 27 0 0 0,2 79 1273 0 0,3-116-1900 0 0,0 7 41 0 0,4 55 603 0 0,-3-63-690 0 0,0 0 0 0 0,0 0 0 0 0,0 0-1 0 0,1 0 1 0 0,0 0 0 0 0,0 0-1 0 0,0 0 1 0 0,0 0 0 0 0,1-1 0 0 0,-1 1-1 0 0,1-1 1 0 0,0 1 0 0 0,4 3 0 0 0,-5-6-34 0 0,0 0 0 0 0,0 0 0 0 0,0 0 0 0 0,0 0 0 0 0,1 0 1 0 0,-1-1-1 0 0,0 1 0 0 0,0-1 0 0 0,0 1 0 0 0,1-1 0 0 0,-1 0 0 0 0,0 0 1 0 0,1 0-1 0 0,-1 0 0 0 0,0 0 0 0 0,0 0 0 0 0,1-1 0 0 0,-1 1 1 0 0,0-1-1 0 0,0 0 0 0 0,0 0 0 0 0,0 1 0 0 0,0-1 0 0 0,0-1 1 0 0,0 1-1 0 0,0 0 0 0 0,0 0 0 0 0,1-2 0 0 0,10-6-23 0 0,-2 0-1 0 0,21-20 1 0 0,-32 28 22 0 0,27-29-49 0 0,-1-1 0 0 0,-2-1 0 0 0,-1-1-1 0 0,-2-1 1 0 0,29-64 0 0 0,-31 59-90 0 0,-18 37 40 0 0,22-4-951 0 0,-24 22-6609 0 0,-8 26-6040 0 0,8-27 8022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04:52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24 256 6398 0 0,'-11'-8'15362'0'0,"4"17"-11605"0"0,1 21-3096 0 0,18 37 1046 0 0,-12-65-1619 0 0,14 11-124 0 0,-8-17-148 0 0,1 0 0 0 0,0 0 1 0 0,-1-1-1 0 0,0 0 0 0 0,0-1 0 0 0,-1 0 0 0 0,0 1 1 0 0,0-2-1 0 0,0 1 0 0 0,0 0 0 0 0,-1-1 0 0 0,4-8 1 0 0,18-24-436 0 0,27-12 90 0 0,-41 40 713 0 0,-1 1 0 0 0,1-1 0 0 0,13-19 0 0 0,-25 29-146 0 0,0 1-1 0 0,0-1 0 0 0,1 1 0 0 0,-1-1 0 0 0,0 1 1 0 0,0 0-1 0 0,0-1 0 0 0,1 1 0 0 0,-1-1 0 0 0,0 1 1 0 0,1-1-1 0 0,-1 1 0 0 0,0 0 0 0 0,1-1 0 0 0,-1 1 0 0 0,0 0 1 0 0,1-1-1 0 0,-1 1 0 0 0,1 0 0 0 0,-1 0 0 0 0,1-1 1 0 0,-1 1-1 0 0,1 0 0 0 0,-1 0 0 0 0,1 0 0 0 0,-1 0 1 0 0,1 0-1 0 0,-1-1 0 0 0,1 1 0 0 0,-1 0 0 0 0,1 0 1 0 0,-1 0-1 0 0,1 0 0 0 0,-1 0 0 0 0,1 1 0 0 0,-1-1 0 0 0,1 0 1 0 0,-1 0-1 0 0,0 0 0 0 0,2 1 0 0 0,6 23 737 0 0,-6 38-256 0 0,-2-59-446 0 0,0 3-47 0 0,0 0-1 0 0,1 0 1 0 0,-1 0 0 0 0,1-1-1 0 0,0 1 1 0 0,0 0 0 0 0,1-1 0 0 0,0 1-1 0 0,0-1 1 0 0,0 0 0 0 0,0 1-1 0 0,1-1 1 0 0,0 0 0 0 0,0 0 0 0 0,1-1-1 0 0,-1 1 1 0 0,1-1 0 0 0,6 6-1 0 0,-4-5-112 0 0,1 0-1 0 0,0-1 1 0 0,0 0 0 0 0,0-1-1 0 0,0 1 1 0 0,0-2-1 0 0,1 1 1 0 0,-1-1-1 0 0,1 0 1 0 0,0 0-1 0 0,0-1 1 0 0,9 1-1 0 0,-1-1-233 0 0,0-1 0 0 0,1-1-1 0 0,-1 0 1 0 0,0-1 0 0 0,0-1-1 0 0,0 0 1 0 0,0-1 0 0 0,0-1 0 0 0,-1 0-1 0 0,0-2 1 0 0,0 1 0 0 0,19-13-1 0 0,-29 16 342 0 0,0-1 0 0 0,-1 0 0 0 0,1 0 0 0 0,0 0 0 0 0,-1-1 0 0 0,0 0 0 0 0,0 1 0 0 0,-1-1 0 0 0,1-1 0 0 0,-1 1 0 0 0,0-1 0 0 0,-1 1-1 0 0,1-1 1 0 0,2-11 0 0 0,-4 15 35 0 0,-1-1 0 0 0,0 0 0 0 0,0 0 0 0 0,0 0 0 0 0,0 0 0 0 0,0 0 1 0 0,-1 1-1 0 0,1-1 0 0 0,-1 0 0 0 0,0 0 0 0 0,0 0 0 0 0,0 1 0 0 0,0-1 0 0 0,0 1 0 0 0,0-1 0 0 0,-1 1 0 0 0,0-1 0 0 0,1 1 0 0 0,-1 0 0 0 0,0-1 0 0 0,0 1 0 0 0,0 0 0 0 0,0 0 0 0 0,0 1 0 0 0,-1-1 0 0 0,1 0 0 0 0,-1 1 0 0 0,1-1 0 0 0,-1 1 0 0 0,1 0 0 0 0,-1 0 0 0 0,0 0 0 0 0,-5-1 0 0 0,1 0 87 0 0,0 1 0 0 0,0-1 1 0 0,0 1-1 0 0,0 1 0 0 0,0-1 0 0 0,-1 1 0 0 0,1 1 1 0 0,0-1-1 0 0,-13 4 0 0 0,18-4-110 0 0,0 0-1 0 0,0 1 1 0 0,0-1 0 0 0,-1 1-1 0 0,1-1 1 0 0,0 1 0 0 0,0 0 0 0 0,0 0-1 0 0,0 0 1 0 0,0 0 0 0 0,1 0-1 0 0,-1 0 1 0 0,0 1 0 0 0,0-1 0 0 0,1 1-1 0 0,-1-1 1 0 0,1 1 0 0 0,-1-1-1 0 0,1 1 1 0 0,-1 0 0 0 0,1 0 0 0 0,0 0-1 0 0,0 0 1 0 0,0 0 0 0 0,0 0-1 0 0,1 0 1 0 0,-1 0 0 0 0,0 0 0 0 0,1 0-1 0 0,-1 0 1 0 0,1 0 0 0 0,0 1-1 0 0,0-1 1 0 0,0 0 0 0 0,0 4 0 0 0,2-2-44 0 0,-1 0 0 0 0,1 0 0 0 0,0 0 1 0 0,0 0-1 0 0,0 0 0 0 0,0 0 0 0 0,1 0 1 0 0,-1-1-1 0 0,1 1 0 0 0,0-1 0 0 0,0 0 1 0 0,0 0-1 0 0,1 0 0 0 0,-1 0 0 0 0,1-1 1 0 0,0 1-1 0 0,-1-1 0 0 0,1 0 0 0 0,4 2 1 0 0,13 6-90 0 0,1-2 0 0 0,29 9 0 0 0,-45-15 83 0 0,30 8-648 0 0,1-1 0 0 0,0-2 0 0 0,53 4 1 0 0,-75-10 286 0 0,0-1 0 0 0,0 0 1 0 0,0-1-1 0 0,0 0 1 0 0,0-1-1 0 0,0-1 0 0 0,-1 0 1 0 0,1-1-1 0 0,-1-1 0 0 0,0 0 1 0 0,21-11-1 0 0,-22 6 416 0 0,-1-1 0 0 0,0 0-1 0 0,0-1 1 0 0,-1-1-1 0 0,-1 1 1 0 0,0-1 0 0 0,0-1-1 0 0,-1 0 1 0 0,-1 0-1 0 0,-1-1 1 0 0,0 0 0 0 0,-1-1-1 0 0,5-17 1 0 0,-9 29 115 0 0,-1 0 1 0 0,0 0-1 0 0,-1 0 1 0 0,1 0-1 0 0,-1 0 1 0 0,1-1-1 0 0,-1 1 1 0 0,0 0-1 0 0,-1 0 1 0 0,1 0-1 0 0,-1-1 1 0 0,0 1-1 0 0,0 0 1 0 0,0 0-1 0 0,0 0 1 0 0,-1 0-1 0 0,-3-6 1 0 0,3 8-57 0 0,1 0 0 0 0,-1 1 0 0 0,1-1 0 0 0,-1 0 0 0 0,0 1 0 0 0,0-1 0 0 0,0 1 1 0 0,0 0-1 0 0,0 0 0 0 0,0 0 0 0 0,0 0 0 0 0,0 0 0 0 0,0 0 0 0 0,0 0 0 0 0,-1 0 0 0 0,1 1 0 0 0,0 0 0 0 0,-1-1 1 0 0,1 1-1 0 0,0 0 0 0 0,-1 0 0 0 0,1 0 0 0 0,0 0 0 0 0,-1 0 0 0 0,1 1 0 0 0,0-1 0 0 0,-1 1 0 0 0,1 0 0 0 0,0-1 1 0 0,0 1-1 0 0,0 0 0 0 0,-4 2 0 0 0,-4 2 30 0 0,0 1 0 0 0,0 0 1 0 0,1 0-1 0 0,0 1 0 0 0,0 0 0 0 0,0 0 1 0 0,1 1-1 0 0,0 0 0 0 0,1 1 0 0 0,0-1 1 0 0,0 2-1 0 0,1-1 0 0 0,0 1 1 0 0,1 0-1 0 0,-6 12 0 0 0,8-14-99 0 0,0 0-1 0 0,0 0 1 0 0,1 1-1 0 0,0-1 1 0 0,0 0-1 0 0,1 1 1 0 0,0 0-1 0 0,1-1 1 0 0,0 1-1 0 0,0-1 1 0 0,1 1-1 0 0,0-1 1 0 0,1 1-1 0 0,-1-1 1 0 0,2 1-1 0 0,-1-1 1 0 0,1 0-1 0 0,0 0 1 0 0,1 0-1 0 0,8 13 1 0 0,-3-9-107 0 0,1 0 0 0 0,0 0 1 0 0,1-1-1 0 0,0-1 0 0 0,1 0 1 0 0,0 0-1 0 0,1-1 0 0 0,-1-1 1 0 0,2 0-1 0 0,-1 0 0 0 0,1-2 1 0 0,1 0-1 0 0,-1 0 1 0 0,23 5-1 0 0,-21-7-623 0 0,-1-1-1 0 0,1-1 1 0 0,-1 0 0 0 0,1-1-1 0 0,0-1 1 0 0,0-1 0 0 0,-1 0 0 0 0,26-5-1 0 0,-35 5 81 0 0,-1 0-1 0 0,1-1 1 0 0,0 0-1 0 0,-1 0 1 0 0,0 0-1 0 0,1-1 1 0 0,-1 0 0 0 0,6-4-1 0 0,-8 5 73 0 0,-1 0 1 0 0,-1 0-1 0 0,1 0 0 0 0,0 0 1 0 0,0 0-1 0 0,-1 0 0 0 0,1 0 0 0 0,-1 0 1 0 0,0-1-1 0 0,1 1 0 0 0,-1-1 1 0 0,0 1-1 0 0,-1-1 0 0 0,1 1 1 0 0,0-1-1 0 0,-1 0 0 0 0,1 1 1 0 0,-1-1-1 0 0,0-4 0 0 0,0-9-4125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8:39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65 492 0 0,'0'0'247'0'0,"19"-65"27508"0"0,-43 101-27469 0 0,23-32-272 0 0,0 1 0 0 0,0-1 1 0 0,0 0-1 0 0,-1 1 0 0 0,0-1 1 0 0,0 0-1 0 0,0 0 1 0 0,0 0-1 0 0,-4 4 0 0 0,-15 34 95 0 0,12-11 13 0 0,-17 44 0 0 0,11-35-8 0 0,-13 41 175 0 0,21-39-260 0 0,-7-5 146 0 0,11-22-8116 0 0,32-31-1118 0 0,-27 13 8107 0 0,1 0-352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8:39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51 4800 0 0,'0'0'4209'0'0,"-2"0"-3860"0"0,-20 3 14084 0 0,17 1-12139 0 0,-4 21-1008 0 0,8-19-1127 0 0,-1-1 1 0 0,0 1-1 0 0,0-1 1 0 0,-1 1-1 0 0,0-1 1 0 0,-5 9-1 0 0,6-13-40 0 0,8-2-4499 0 0,-5 0 4100 0 0,1 1 0 0 0,-1-1-1 0 0,0 0 1 0 0,0 1-1 0 0,0-1 1 0 0,1 0 0 0 0,-1 0-1 0 0,0 0 1 0 0,0 0-1 0 0,0 0 1 0 0,0 0-1 0 0,0 0 1 0 0,-1 0 0 0 0,1 0-1 0 0,0-1 1 0 0,0 1-1 0 0,-1 0 1 0 0,1-2 0 0 0,13-34-3440 0 0,-11 29 2502 0 0,15-35-6384 0 0,-12 22 1261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8:40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5566 0 0,'0'0'15026'0'0,"0"27"-12226"0"0,-2 1-1940 0 0,-1-1 1 0 0,-1 0-1 0 0,-1-1 1 0 0,-11 30 0 0 0,16-53-855 0 0,0-1 1 0 0,0 1 0 0 0,0-1 0 0 0,0 1 0 0 0,0-1 0 0 0,0 0 0 0 0,1 1 0 0 0,-1-1 0 0 0,1 1-1 0 0,-1-1 1 0 0,1 0 0 0 0,0 0 0 0 0,0 1 0 0 0,0-1 0 0 0,0 0 0 0 0,0 0 0 0 0,1 0 0 0 0,-1 0-1 0 0,1 0 1 0 0,-1 0 0 0 0,1 0 0 0 0,0-1 0 0 0,0 1 0 0 0,0-1 0 0 0,0 1 0 0 0,0-1 0 0 0,0 0 0 0 0,0 1-1 0 0,0-1 1 0 0,0 0 0 0 0,1 0 0 0 0,-1-1 0 0 0,0 1 0 0 0,1 0 0 0 0,-1-1 0 0 0,0 0 0 0 0,1 1-1 0 0,-1-1 1 0 0,5 0 0 0 0,12 0-315 0 0,-1-1 0 0 0,1-1 0 0 0,0 0-1 0 0,-1-1 1 0 0,1-1 0 0 0,-1-1 0 0 0,29-12-1 0 0,-34 10-4118 0 0,11-11-11449 0 0,-17 9 10693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8:40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0 4338 0 0,'0'0'2190'0'0,"-30"17"5117"0"0,23-7-5912 0 0,1 0-1 0 0,0 1 1 0 0,0-1-1 0 0,-7 22 1 0 0,-12 50 2231 0 0,6-17-1950 0 0,-7 4-498 0 0,14-40-727 0 0,1 0 1 0 0,2 2-1 0 0,-10 50 0 0 0,18-72-532 0 0,-1-1 0 0 0,1 1-1 0 0,1-1 1 0 0,0 1 0 0 0,0-1 0 0 0,1 1-1 0 0,0-1 1 0 0,0 1 0 0 0,1-1 0 0 0,0 1-1 0 0,5 12 1 0 0,-6-19-807 0 0,30-9-9437 0 0,-29 5 9659 0 0,1 1-1 0 0,-1-1 1 0 0,0 0-1 0 0,0 0 1 0 0,0 0-1 0 0,0 0 1 0 0,0 0-1 0 0,0-1 1 0 0,2-3-1 0 0,3-4-3006 0 0,10-9-2872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8:41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0 3998 0 0,'0'0'3807'0'0,"-19"16"1285"0"0,10-7-3824 0 0,0 0 0 0 0,0 0 0 0 0,0 0 0 0 0,1 1 0 0 0,-8 13 0 0 0,-7 8 639 0 0,15-17-1424 0 0,0 0-1 0 0,0 0 1 0 0,2 1 0 0 0,-1 0-1 0 0,2 0 1 0 0,0 0 0 0 0,1 1-1 0 0,-4 29 1 0 0,7-41-458 0 0,1 0 0 0 0,-1 0 0 0 0,1 0 1 0 0,0 0-1 0 0,0 1 0 0 0,0-1 0 0 0,0 0 0 0 0,1 0 0 0 0,0 0 0 0 0,0 0 0 0 0,0 0 0 0 0,0 0 1 0 0,0 0-1 0 0,1 0 0 0 0,0 0 0 0 0,0-1 0 0 0,0 1 0 0 0,0 0 0 0 0,1-1 0 0 0,-1 0 0 0 0,1 1 0 0 0,0-1 1 0 0,0 0-1 0 0,0-1 0 0 0,0 1 0 0 0,1 0 0 0 0,-1-1 0 0 0,0 0 0 0 0,1 0 0 0 0,0 0 0 0 0,0 0 1 0 0,0-1-1 0 0,0 1 0 0 0,7 1 0 0 0,1 0-190 0 0,1-1 1 0 0,-1 0-1 0 0,1 0 1 0 0,0-1 0 0 0,0-1-1 0 0,0 0 1 0 0,0-1-1 0 0,0-1 1 0 0,-1 0-1 0 0,16-4 1 0 0,-17 3-342 0 0,0-1 0 0 0,-1 0 0 0 0,0-1 0 0 0,1 0 0 0 0,13-11 0 0 0,-21 15 424 0 0,-1-1 0 0 0,1 1 0 0 0,-1-1 0 0 0,1 0-1 0 0,-1 0 1 0 0,0 0 0 0 0,0 0 0 0 0,0 0 0 0 0,0-1 0 0 0,0 1 0 0 0,-1-1 0 0 0,1 1 0 0 0,-1-1-1 0 0,0 1 1 0 0,1-1 0 0 0,-1 0 0 0 0,0 0 0 0 0,-1 0 0 0 0,1 0 0 0 0,0 1 0 0 0,-1-1-1 0 0,0 0 1 0 0,1 0 0 0 0,-1 0 0 0 0,-1-5 0 0 0,0 6 138 0 0,0 0 1 0 0,0 1-1 0 0,0-1 0 0 0,0 0 1 0 0,-1 1-1 0 0,1-1 0 0 0,-1 1 1 0 0,1-1-1 0 0,-1 1 1 0 0,0 0-1 0 0,1 0 0 0 0,-1-1 1 0 0,0 1-1 0 0,0 0 0 0 0,0 1 1 0 0,0-1-1 0 0,0 0 0 0 0,0 0 1 0 0,0 1-1 0 0,0-1 0 0 0,0 1 1 0 0,0 0-1 0 0,0 0 1 0 0,0 0-1 0 0,0 0 0 0 0,-4 0 1 0 0,-54 5 1061 0 0,47-2-1026 0 0,1 0 1 0 0,-1 1-1 0 0,1 0 0 0 0,0 1 0 0 0,1 1 0 0 0,-1 0 1 0 0,1 0-1 0 0,0 1 0 0 0,-13 11 0 0 0,24-18-162 0 0,-1 0 1 0 0,0 1-1 0 0,1-1 0 0 0,-1 0 0 0 0,1 1 0 0 0,-1-1 0 0 0,1 0 0 0 0,-1 1 0 0 0,1-1 0 0 0,-1 1 0 0 0,1-1 0 0 0,0 1 0 0 0,-1-1 0 0 0,1 1 0 0 0,0-1 0 0 0,-1 1 0 0 0,1-1 0 0 0,0 1 0 0 0,-1-1 1 0 0,1 1-1 0 0,0-1 0 0 0,0 1 0 0 0,0 0 0 0 0,0-1 0 0 0,0 1 0 0 0,0-1 0 0 0,-1 1 0 0 0,1 0 0 0 0,1-1 0 0 0,-1 1 0 0 0,0 0 0 0 0,0-1 0 0 0,0 1 0 0 0,0-1 0 0 0,0 1 0 0 0,0 0 1 0 0,1-1-1 0 0,-1 1 0 0 0,0-1 0 0 0,1 1 0 0 0,-1-1 0 0 0,0 1 0 0 0,1-1 0 0 0,-1 1 0 0 0,0-1 0 0 0,1 1 0 0 0,-1-1 0 0 0,1 1 0 0 0,-1-1 0 0 0,1 0 0 0 0,-1 1 0 0 0,1-1 0 0 0,-1 0 0 0 0,1 0 1 0 0,-1 1-1 0 0,1-1 0 0 0,0 0 0 0 0,0 1 0 0 0,2 0-385 0 0,0 0 1 0 0,0 0 0 0 0,0-1-1 0 0,-1 1 1 0 0,1 0-1 0 0,0-1 1 0 0,0 0 0 0 0,0 0-1 0 0,0 0 1 0 0,0 0-1 0 0,3 0 1 0 0,42-21-8761 0 0,-25 11 3810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8:42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4174 0 0,'0'0'8429'0'0,"13"-28"-5298"0"0,-8 25-3006 0 0,0 1-1 0 0,-1 0 0 0 0,1 0 1 0 0,0 0-1 0 0,0 0 0 0 0,1 1 1 0 0,-1 0-1 0 0,0 0 0 0 0,0 0 1 0 0,8 0-1 0 0,56 2 664 0 0,-56-1-489 0 0,9 0-62 0 0,-1 1 0 0 0,1 1-1 0 0,-1 1 1 0 0,0 1 0 0 0,0 1 0 0 0,38 14 0 0 0,-58-19-212 0 0,0 0 0 0 0,0 0 0 0 0,0 1 1 0 0,0-1-1 0 0,0 1 0 0 0,0-1 1 0 0,0 1-1 0 0,0-1 0 0 0,0 1 0 0 0,0 0 1 0 0,0-1-1 0 0,0 1 0 0 0,-1 0 0 0 0,1-1 1 0 0,0 1-1 0 0,-1 0 0 0 0,1 0 1 0 0,0 0-1 0 0,-1 0 0 0 0,1 0 0 0 0,-1 0 1 0 0,1 0-1 0 0,-1 0 0 0 0,0 0 1 0 0,1 0-1 0 0,-1 0 0 0 0,0 0 0 0 0,0 0 1 0 0,0 0-1 0 0,0 0 0 0 0,0 0 0 0 0,0 2 1 0 0,-1 0 56 0 0,0 0 1 0 0,-1 0 0 0 0,1-1-1 0 0,-1 1 1 0 0,0-1 0 0 0,1 0-1 0 0,-1 1 1 0 0,0-1 0 0 0,0 0-1 0 0,-1 0 1 0 0,-3 3 0 0 0,-9 6 357 0 0,-1-1 0 0 0,-30 15 0 0 0,-6-3 138 0 0,-84 24 0 0 0,134-45-160 0 0,60-4 497 0 0,-47 2-765 0 0,1-1 0 0 0,-1 2 1 0 0,1-1-1 0 0,-1 2 0 0 0,1-1 0 0 0,-1 2 0 0 0,0-1 0 0 0,1 2 0 0 0,-1-1 0 0 0,0 2 0 0 0,0-1 0 0 0,0 2 0 0 0,16 8 1 0 0,-22-10-117 0 0,0 1 0 0 0,0-1 1 0 0,0 2-1 0 0,0-1 0 0 0,0 0 1 0 0,-1 1-1 0 0,0 0 1 0 0,0 0-1 0 0,0 0 0 0 0,0 1 1 0 0,-1-1-1 0 0,3 8 1 0 0,-4-9-32 0 0,-1 0-1 0 0,0-1 1 0 0,0 1 0 0 0,-1 0 0 0 0,1 0 0 0 0,-1 0 0 0 0,0 0 0 0 0,0 0 0 0 0,0 0 0 0 0,0 0 0 0 0,-1 0 0 0 0,0 0 0 0 0,0 0 0 0 0,0-1 0 0 0,0 1 0 0 0,0 0 0 0 0,-1-1 0 0 0,0 1 0 0 0,1-1 0 0 0,-5 7 0 0 0,-5 6 81 0 0,8-10-86 0 0,-1 1 0 0 0,0-1 0 0 0,0 0 1 0 0,-1-1-1 0 0,0 1 0 0 0,0-1 0 0 0,0 0 0 0 0,0 0 0 0 0,-9 5 0 0 0,12-9 8 0 0,-30-5-21 0 0,-42-18-7 0 0,72 22 18 0 0,-13-4 66 0 0,7 3 107 0 0,16-4-461 0 0,19 0 378 0 0,-12 3-237 0 0,-1-4 1322 0 0,12-3-8930 0 0,-10 4 4067 0 0,-14 4 2869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8:47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38 3768 0 0,'0'0'3396'0'0,"-12"-23"5594"0"0,12 22-8891 0 0,0 1-1 0 0,0-1 1 0 0,0 0 0 0 0,0 1 0 0 0,0-1-1 0 0,0 1 1 0 0,-1-1 0 0 0,1 0 0 0 0,0 1 0 0 0,0-1-1 0 0,-1 1 1 0 0,1-1 0 0 0,0 1 0 0 0,-1-1-1 0 0,1 1 1 0 0,0-1 0 0 0,-1 1 0 0 0,1-1-1 0 0,-1 1 1 0 0,1 0 0 0 0,-1-1 0 0 0,1 1-1 0 0,-1 0 1 0 0,1-1 0 0 0,-1 1 0 0 0,1 0 0 0 0,-1 0-1 0 0,1-1 1 0 0,-1 1 0 0 0,1 0 0 0 0,-1 0-1 0 0,0 0 1 0 0,1 0 0 0 0,-2 0 0 0 0,-29 2 1671 0 0,-24 17-218 0 0,54-19-1533 0 0,-18 7 370 0 0,0 1 1 0 0,0 1 0 0 0,1 1 0 0 0,0 1-1 0 0,1 0 1 0 0,0 1 0 0 0,1 1-1 0 0,0 0 1 0 0,-16 18 0 0 0,31-29-445 0 0,1 6-364 0 0,0-8 398 0 0,0 1 0 0 0,0-1 0 0 0,0 1 1 0 0,-1 0-1 0 0,1-1 0 0 0,0 1 0 0 0,0-1 0 0 0,0 1 0 0 0,0 0 1 0 0,0-1-1 0 0,0 1 0 0 0,0-1 0 0 0,0 1 0 0 0,0 0 0 0 0,1-1 1 0 0,-1 1-1 0 0,0-1 0 0 0,0 1 0 0 0,0 0 0 0 0,1-1 0 0 0,-1 1 1 0 0,0-1-1 0 0,1 1 0 0 0,-1-1 0 0 0,0 1 0 0 0,1 0 0 0 0,13 0-209 0 0,0 0 0 0 0,1 0-1 0 0,-1-1 1 0 0,0-1-1 0 0,0-1 1 0 0,0 0-1 0 0,0-1 1 0 0,0 0-1 0 0,-1-1 1 0 0,16-7-1 0 0,-10 5 963 0 0,-23 9-237 0 0,-36 18 56 0 0,7-4-159 0 0,16-6 112 0 0,0 1 1 0 0,-29 27-1 0 0,41-34-434 0 0,-1 1-1 0 0,1 0 1 0 0,0 0-1 0 0,1 0 0 0 0,-1 0 1 0 0,1 1-1 0 0,0 0 1 0 0,1 0-1 0 0,0 0 1 0 0,-4 12-1 0 0,6-17-72 0 0,0 1 0 0 0,1 0 0 0 0,-1-1 0 0 0,1 1 0 0 0,0 0-1 0 0,0-1 1 0 0,0 1 0 0 0,0 0 0 0 0,0 0 0 0 0,1-1 0 0 0,-1 1 0 0 0,1 0 0 0 0,0-1 0 0 0,0 1-1 0 0,0-1 1 0 0,0 1 0 0 0,0-1 0 0 0,0 0 0 0 0,1 1 0 0 0,-1-1 0 0 0,4 4 0 0 0,-1-3 0 0 0,0 0 1 0 0,0 0 0 0 0,0 0 0 0 0,0-1-1 0 0,0 1 1 0 0,1-1 0 0 0,-1 0 0 0 0,1-1-1 0 0,0 1 1 0 0,-1-1 0 0 0,8 2-1 0 0,8-1-3 0 0,0 0 0 0 0,0-1-1 0 0,0-1 1 0 0,35-4-1 0 0,20-12 201 0 0,-73 16 155 0 0,2-2 2225 0 0,8-3-7083 0 0,4-1-4374 0 0,-11 4 5937 0 0,1-9-6099 0 0,-5 6 7793 0 0,5-6-2816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8:47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4900 0 0,'-37'7'12694'0'0,"64"-7"-7713"0"0,20 4-3354 0 0,58 2-1057 0 0,-74-7-435 0 0,17-1 217 0 0,-40 3-501 0 0,-21 4-454 0 0,11-5-541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8:48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7 1358 0 0,'11'-7'9762'0'0,"-29"11"-4435"0"0,-55 16-1480 0 0,43-12-1721 0 0,28-7-2021 0 0,0-1-1 0 0,-1 1 1 0 0,1 0-1 0 0,0 0 1 0 0,-1 0-1 0 0,1 0 1 0 0,0 0-1 0 0,0 0 1 0 0,0 0-1 0 0,0 1 1 0 0,0-1-1 0 0,-2 3 0 0 0,3-3-86 0 0,1-1 0 0 0,0 1-1 0 0,-1-1 1 0 0,1 1 0 0 0,0-1-1 0 0,-1 1 1 0 0,1-1-1 0 0,0 1 1 0 0,0 0 0 0 0,0-1-1 0 0,0 1 1 0 0,0-1-1 0 0,0 1 1 0 0,0 0 0 0 0,0-1-1 0 0,0 1 1 0 0,0 0 0 0 0,0-1-1 0 0,0 1 1 0 0,0-1-1 0 0,0 1 1 0 0,0 0 0 0 0,1-1-1 0 0,-1 1 1 0 0,0-1-1 0 0,0 1 1 0 0,1-1 0 0 0,-1 1-1 0 0,1 0 1 0 0,1 1-7 0 0,1 1 1 0 0,-1-1-1 0 0,1 0 0 0 0,0 0 1 0 0,0 0-1 0 0,0 0 0 0 0,0 0 1 0 0,0-1-1 0 0,0 1 0 0 0,0-1 0 0 0,0 0 1 0 0,1 0-1 0 0,-1 0 0 0 0,4 0 1 0 0,46 8 227 0 0,-1 3 1 0 0,-1 2-1 0 0,0 3 1 0 0,67 30-1 0 0,-117-46-229 0 0,1-1 0 0 0,-1 1 0 0 0,0-1 0 0 0,0 1 0 0 0,1 0 0 0 0,-1 0-1 0 0,0-1 1 0 0,0 1 0 0 0,0 0 0 0 0,0 0 0 0 0,0 0 0 0 0,0 0 0 0 0,0 0 0 0 0,0 0 0 0 0,0 0-1 0 0,-1 1 1 0 0,1-1 0 0 0,0 0 0 0 0,-1 0 0 0 0,1 1 0 0 0,-1-1 0 0 0,1 0 0 0 0,-1 1 0 0 0,0-1 0 0 0,1 0-1 0 0,-1 1 1 0 0,0 1 0 0 0,-1 0 6 0 0,1 0-1 0 0,-1 0 1 0 0,0 0-1 0 0,0-1 1 0 0,0 1-1 0 0,0 0 1 0 0,-1 0-1 0 0,1-1 1 0 0,-1 1-1 0 0,0-1 1 0 0,1 1-1 0 0,-3 2 1 0 0,-6 5 59 0 0,-1 0 1 0 0,0 0 0 0 0,0-1-1 0 0,-16 11 1 0 0,15-12 27 0 0,-1-1 0 0 0,-1 0 0 0 0,1 0 0 0 0,-1-1-1 0 0,0-1 1 0 0,0 0 0 0 0,-1-1 0 0 0,-19 3 0 0 0,28-7-122 0 0,1 1 0 0 0,-1-1 0 0 0,0 0 0 0 0,1 0 0 0 0,-1-1 0 0 0,1 1-1 0 0,-1-1 1 0 0,1 0 0 0 0,0-1 0 0 0,-1 0 0 0 0,1 1 0 0 0,0-2 0 0 0,0 1 0 0 0,0 0 0 0 0,0-1 0 0 0,0 0 0 0 0,1 0 0 0 0,0-1-1 0 0,-1 1 1 0 0,1-1 0 0 0,0 0 0 0 0,0 0 0 0 0,1 0 0 0 0,0-1 0 0 0,-5-6 0 0 0,7 10-151 0 0,0 0-1 0 0,0 0 1 0 0,0 0 0 0 0,1 0-1 0 0,-1-1 1 0 0,0 1 0 0 0,1 0 0 0 0,-1 0-1 0 0,0-1 1 0 0,1 1 0 0 0,0-1 0 0 0,-1 1-1 0 0,1 0 1 0 0,0-1 0 0 0,0 1 0 0 0,0-1-1 0 0,0 1 1 0 0,0 0 0 0 0,0-1-1 0 0,0 1 1 0 0,0-1 0 0 0,0 1 0 0 0,1-1-1 0 0,-1 1 1 0 0,1 0 0 0 0,-1-1 0 0 0,1 1-1 0 0,-1 0 1 0 0,1 0 0 0 0,0-1 0 0 0,-1 1-1 0 0,1 0 1 0 0,2-2 0 0 0,2 0-1168 0 0,0 0 0 0 0,0 0 0 0 0,0 0 0 0 0,1 0 1 0 0,-1 1-1 0 0,1 0 0 0 0,6-1 0 0 0,6-3-4306 0 0,-4 2 833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8:48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64 5844 0 0,'-19'-10'11328'0'0,"16"4"-7686"0"0,37-2-2175 0 0,201-4 3045 0 0,-80-1-2628 0 0,-152 13-1596 0 0,1-14-9881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8:50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 3588 0 0,'0'-1'322'0'0,"-1"1"0"0"0,1 0 0 0 0,0 0 0 0 0,-1 0 0 0 0,1 0 0 0 0,-1-1 0 0 0,1 1 0 0 0,-1 0 0 0 0,1 0 0 0 0,-1 0 0 0 0,1 0 0 0 0,-1 0 1 0 0,1 0-1 0 0,-1 0 0 0 0,1 0 0 0 0,-1 0 0 0 0,1 1 0 0 0,0-1 0 0 0,-1 0 0 0 0,1 0 0 0 0,-1 0 0 0 0,-3 3 2898 0 0,4-3-2898 0 0,0 1 0 0 0,0-1 0 0 0,-1 1 0 0 0,1-1 0 0 0,0 1 0 0 0,0-1 0 0 0,0 0 0 0 0,-1 1 0 0 0,1-1 0 0 0,0 1 0 0 0,0-1 0 0 0,0 1 1 0 0,0-1-1 0 0,0 1 0 0 0,0-1 0 0 0,0 1 0 0 0,0-1 0 0 0,0 1 0 0 0,0-1 0 0 0,0 1 0 0 0,0-1 0 0 0,0 0 0 0 0,1 1 0 0 0,-1-1 0 0 0,0 1 0 0 0,0-1 0 0 0,0 1 0 0 0,1-1 0 0 0,-1 0 0 0 0,0 1 0 0 0,1 0 0 0 0,10 15 5562 0 0,5-6-7772 0 0,16-6 1859 0 0,-1-1 0 0 0,1-2 0 0 0,53-4 0 0 0,-82 3 3 0 0,-12 7-8079 0 0,4-4 6737 0 0,0 0 0 0 0,0-1 0 0 0,0 0 0 0 0,-1 1 0 0 0,-6 0 0 0 0,-12 8-5083 0 0,6-5 1181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8:51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2404 0 0,'0'0'14811'0'0,"24"15"-9111"0"0,37-6-4421 0 0,0-3-1 0 0,97-1 0 0 0,-56-4-613 0 0,-99 0-2775 0 0,3-1 6618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8:5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21 3164 0 0,'0'0'3085'0'0,"-1"-20"10037"0"0,-16 51-9890 0 0,14-26-2900 0 0,0 0 0 0 0,0 1 0 0 0,0-1 0 0 0,1 0 1 0 0,0 1-1 0 0,0 0 0 0 0,0-1 0 0 0,1 1 0 0 0,-1 0 0 0 0,0 9 0 0 0,2 2 151 0 0,0-9-347 0 0,-1-1 0 0 0,1 1 0 0 0,1-1 0 0 0,-1 1 0 0 0,1-1 0 0 0,1 1 0 0 0,-1-1 0 0 0,1 0 0 0 0,6 14 0 0 0,-5-15-54 0 0,-3-4-71 0 0,1-1-1 0 0,-1 1 1 0 0,1 0-1 0 0,0-1 1 0 0,-1 1-1 0 0,1 0 1 0 0,0-1-1 0 0,0 1 1 0 0,0-1-1 0 0,0 0 1 0 0,0 1-1 0 0,1-1 1 0 0,-1 0-1 0 0,0 1 1 0 0,0-1 0 0 0,1 0-1 0 0,-1 0 1 0 0,1 0-1 0 0,-1 0 1 0 0,1 0-1 0 0,0-1 1 0 0,-1 1-1 0 0,1 0 1 0 0,0-1-1 0 0,-1 1 1 0 0,1-1-1 0 0,0 0 1 0 0,0 1-1 0 0,-1-1 1 0 0,1 0-1 0 0,0 0 1 0 0,0 0-1 0 0,-1 0 1 0 0,4-1-1 0 0,0-1-12 0 0,-1 0-1 0 0,0 0 1 0 0,0-1-1 0 0,0 0 0 0 0,0 1 1 0 0,0-1-1 0 0,0-1 1 0 0,-1 1-1 0 0,1 0 1 0 0,-1-1-1 0 0,0 0 1 0 0,0 0-1 0 0,0 0 0 0 0,-1 0 1 0 0,5-8-1 0 0,22-28-63 0 0,-28 39 56 0 0,13-13-29 0 0,-1 0 1 0 0,23-30-1 0 0,-35 43 60 0 0,13 30 123 0 0,-14-15-64 0 0,-1-3-26 0 0,1 1 0 0 0,0-1 0 0 0,1 0 0 0 0,1 1 0 0 0,0-1 0 0 0,6 22 0 0 0,-7-31-110 0 0,0 2 68 0 0,1 0 0 0 0,-1 0 0 0 0,1-1 0 0 0,0 1 1 0 0,0 0-1 0 0,0-1 0 0 0,1 1 0 0 0,-1-1 0 0 0,1 0 0 0 0,3 3 0 0 0,16 6-2537 0 0,-20-11 1260 0 0,36-25-13607 0 0,-27 18 10555 0 0,1 0-1702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8:59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16 4980 0 0,'0'0'8612'0'0,"-4"-15"-6930"0"0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9:00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 4116 0 0,'0'0'9369'0'0,"-16"9"-5112"0"0,8-4-3621 0 0,0 0 0 0 0,1 0 0 0 0,-1 1 1 0 0,1 0-1 0 0,1 1 0 0 0,-1 0 0 0 0,1 0 1 0 0,-6 8-1 0 0,-40 69 2040 0 0,22-33-1362 0 0,8-15-321 0 0,2 0 0 0 0,-19 47 0 0 0,31-64-742 0 0,2 1-1 0 0,0-1 1 0 0,1 1-1 0 0,0 0 1 0 0,2 0-1 0 0,-2 32 1 0 0,5-43-231 0 0,0-1 0 0 0,0 0 0 0 0,1 0 1 0 0,0 0-1 0 0,0 0 0 0 0,1 0 0 0 0,0 0 1 0 0,1 0-1 0 0,-1-1 0 0 0,1 1 0 0 0,1-1 0 0 0,-1 0 1 0 0,1 0-1 0 0,1 0 0 0 0,-1 0 0 0 0,9 9 1 0 0,1-1 3 0 0,-2-2-172 0 0,-11-13 136 0 0,-1 0 0 0 0,1 0 0 0 0,0 0 0 0 0,-1 0 0 0 0,1 0 0 0 0,-1-1 0 0 0,1 1 0 0 0,0 0 0 0 0,-1 0 0 0 0,1-1 0 0 0,-1 1 0 0 0,1 0 0 0 0,0 0 0 0 0,-1-1 0 0 0,1 1 0 0 0,-1-1 0 0 0,1 1 0 0 0,-1-1 0 0 0,0 1 0 0 0,1-1 0 0 0,-1 1 0 0 0,1-1 0 0 0,-1 1 0 0 0,0-1 0 0 0,1 1 0 0 0,-1-1 0 0 0,0 1 0 0 0,1-2 0 0 0,-1 1-221 0 0,1-3-731 0 0,0 0 316 0 0,-1 1-1 0 0,1-1 1 0 0,1 0-1 0 0,-1 1 0 0 0,0-1 1 0 0,1 1-1 0 0,0 0 1 0 0,0-1-1 0 0,0 1 1 0 0,3-4-1 0 0,6-11-3501 0 0,18-20-7538 0 0,-23 26 3820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9:01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4330 0 0,'0'0'13554'0'0,"-19"26"-9148"0"0,16-22-4211 0 0,0 0 0 0 0,1 0-1 0 0,-1 0 1 0 0,1 0 0 0 0,0 1 0 0 0,0-1 0 0 0,0 1 0 0 0,1-1 0 0 0,0 1 0 0 0,0 0 0 0 0,0 0 0 0 0,0 0 0 0 0,1 6-1 0 0,7 67 1398 0 0,-1-16-713 0 0,4-36-625 0 0,-1-4-35 0 0,-9-21-201 0 0,16 0 69 0 0,-14 0-87 0 0,0-1-1 0 0,1 0 1 0 0,-1 0 0 0 0,0 0-1 0 0,0 0 1 0 0,0 0 0 0 0,0 0-1 0 0,0-1 1 0 0,0 1 0 0 0,1-1-1 0 0,-1 0 1 0 0,0 1 0 0 0,0-1-1 0 0,0 0 1 0 0,-1 0 0 0 0,1 0-1 0 0,0 0 1 0 0,0-1 0 0 0,2-2-1 0 0,19-15 113 0 0,36-40-1 0 0,12-11 268 0 0,-65 65-2209 0 0,2-4 5160 0 0,-2 2-2564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9:01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24 5268 0 0,'0'0'4340'0'0,"-28"-2"8339"0"0,173-2-9975 0 0,-50 11-6769 0 0,-93-7 2418 0 0,31-16-10369 0 0,-25 13 9170 0 0,-2-2-1557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9:02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53 262 4214 0 0,'-1'-1'556'0'0,"-1"0"-1"0"0,0 0 1 0 0,1 1-1 0 0,-1-1 1 0 0,0 0-1 0 0,0 1 1 0 0,0-1 0 0 0,0 1-1 0 0,0 0 1 0 0,1-1-1 0 0,-1 1 1 0 0,0 0-1 0 0,0 0 1 0 0,0 0-1 0 0,0 1 1 0 0,0-1 0 0 0,0 0-1 0 0,0 1 1 0 0,-2 0-1 0 0,-9 8 1844 0 0,14-4-1919 0 0,0-1 0 0 0,0 0 1 0 0,1 1-1 0 0,0-1 0 0 0,0 0 0 0 0,0 0 0 0 0,5 7 1 0 0,-6-11-436 0 0,0 1 1 0 0,0-1-1 0 0,-1 1 1 0 0,1-1-1 0 0,0 0 1 0 0,0 1-1 0 0,0-1 1 0 0,-1 0-1 0 0,1 0 1 0 0,0 1-1 0 0,0-1 1 0 0,0 0-1 0 0,0 0 1 0 0,0 0-1 0 0,0 0 1 0 0,-1 0-1 0 0,1-1 1 0 0,0 1-1 0 0,0 0 1 0 0,0 0-1 0 0,0 0 1 0 0,0-1-1 0 0,-1 1 1 0 0,1 0-1 0 0,0-1 1 0 0,0 1-1 0 0,-1-1 1 0 0,1 1-1 0 0,0-1 1 0 0,-1 1-1 0 0,1-1 1 0 0,0 0-1 0 0,-1 1 1 0 0,1-2-1 0 0,31-33-147 0 0,-4 4 105 0 0,-9 17 408 0 0,1 1 0 0 0,0 1-1 0 0,1 0 1 0 0,0 2-1 0 0,26-9 1 0 0,-45 18-203 0 0,26 28 1947 0 0,-28-22-2093 0 0,0 0 1 0 0,0 0-1 0 0,0 0 1 0 0,0 0-1 0 0,1 0 1 0 0,0 1 0 0 0,0-1-1 0 0,0 0 1 0 0,1 0-1 0 0,3 7 1 0 0,-3-10-56 0 0,0 0 0 0 0,0 0-1 0 0,0 0 1 0 0,0-1 0 0 0,1 1 0 0 0,-1-1 0 0 0,0 0 0 0 0,1 1 0 0 0,-1-1 0 0 0,1 0 0 0 0,-1 0 0 0 0,1-1 0 0 0,-1 1 0 0 0,1-1 0 0 0,0 1 0 0 0,-1-1 0 0 0,1 0 0 0 0,0 0 0 0 0,-1 0-1 0 0,1 0 1 0 0,0 0 0 0 0,0-1 0 0 0,4 0 0 0 0,33-4-168 0 0,57-14-1 0 0,-81 15 51 0 0,-1 0 0 0 0,0-1 0 0 0,-1-1 0 0 0,1-1 0 0 0,-1 0 0 0 0,23-16 0 0 0,-34 21 96 0 0,0 0 0 0 0,0 0 1 0 0,-1 0-1 0 0,1-1 1 0 0,-1 0-1 0 0,0 1 1 0 0,0-1-1 0 0,0 0 1 0 0,0 0-1 0 0,3-6 1 0 0,-5 8 18 0 0,0 0 0 0 0,0 0 0 0 0,1 0 0 0 0,-1 0 0 0 0,0 0 0 0 0,0 0 1 0 0,0 0-1 0 0,0 0 0 0 0,0 0 0 0 0,0 0 0 0 0,-1 0 0 0 0,1 0 1 0 0,0 0-1 0 0,0 0 0 0 0,-1 0 0 0 0,1 1 0 0 0,0-1 0 0 0,-1 0 0 0 0,1 0 1 0 0,-1 0-1 0 0,0 0 0 0 0,1 0 0 0 0,-1 1 0 0 0,0-1 0 0 0,1 0 0 0 0,-1 0 1 0 0,0 1-1 0 0,0-1 0 0 0,1 1 0 0 0,-1-1 0 0 0,0 1 0 0 0,0-1 0 0 0,0 1 1 0 0,0-1-1 0 0,0 1 0 0 0,0 0 0 0 0,-1-1 0 0 0,-2 1 31 0 0,0 0-1 0 0,1 0 1 0 0,-1 0 0 0 0,0 1-1 0 0,0-1 1 0 0,0 1 0 0 0,0 0-1 0 0,1 0 1 0 0,-1 1-1 0 0,1-1 1 0 0,-1 1 0 0 0,1-1-1 0 0,-1 1 1 0 0,1 0 0 0 0,0 1-1 0 0,0-1 1 0 0,-3 3 0 0 0,0 0 11 0 0,0-1 0 0 0,0 1 1 0 0,1 0-1 0 0,-1 1 0 0 0,2-1 1 0 0,-1 1-1 0 0,0 0 0 0 0,1 0 1 0 0,0 1-1 0 0,-3 8 0 0 0,6-13-43 0 0,0 0-1 0 0,0 0 0 0 0,1 0 0 0 0,-1 0 0 0 0,1 0 0 0 0,-1 0 1 0 0,1 1-1 0 0,0-1 0 0 0,0 0 0 0 0,0 0 0 0 0,0 0 0 0 0,0 1 1 0 0,1-1-1 0 0,-1 0 0 0 0,1 0 0 0 0,-1 0 0 0 0,1 0 0 0 0,0 0 0 0 0,0 0 1 0 0,0 0-1 0 0,0 0 0 0 0,0 0 0 0 0,0 0 0 0 0,1 0 0 0 0,-1-1 1 0 0,0 1-1 0 0,1-1 0 0 0,0 1 0 0 0,-1-1 0 0 0,1 1 0 0 0,0-1 0 0 0,0 0 1 0 0,-1 0-1 0 0,1 0 0 0 0,0 0 0 0 0,0 0 0 0 0,0 0 0 0 0,5 1 1 0 0,6 3-2 0 0,0-1 1 0 0,0 0 0 0 0,1-1-1 0 0,-1 0 1 0 0,1-1 0 0 0,0 0-1 0 0,0-1 1 0 0,0-1 0 0 0,0 0-1 0 0,-1-1 1 0 0,27-5 0 0 0,-18 2-40 0 0,0-1 0 0 0,-1-1 1 0 0,0-1-1 0 0,0-1 0 0 0,0 0 1 0 0,32-20-1 0 0,-47 25 34 0 0,-1-1 0 0 0,0 1 0 0 0,1-1-1 0 0,-2 0 1 0 0,1 0 0 0 0,0 0 0 0 0,-1-1 0 0 0,0 0 0 0 0,0 0 0 0 0,0 0 0 0 0,-1 0 0 0 0,0 0-1 0 0,0-1 1 0 0,0 0 0 0 0,0 1 0 0 0,-1-1 0 0 0,0 0 0 0 0,0 0 0 0 0,-1-1 0 0 0,0 1-1 0 0,0 0 1 0 0,0 0 0 0 0,-1 0 0 0 0,0-1 0 0 0,0 1 0 0 0,0 0 0 0 0,-1-1 0 0 0,-2-7 0 0 0,-7-10-11 0 0,-2-7 12 0 0,12 30 17 0 0,-8-5-58 0 0,8 5 41 0 0,-1 0 0 0 0,1 0 0 0 0,-1 1 0 0 0,1-1 0 0 0,-1 0 0 0 0,1 1 0 0 0,-1-1 0 0 0,0 1 0 0 0,1-1 0 0 0,-1 1 1 0 0,0-1-1 0 0,1 1 0 0 0,-1-1 0 0 0,0 1 0 0 0,1 0 0 0 0,-1-1 0 0 0,0 1 0 0 0,0 0 0 0 0,0 0 0 0 0,1-1 0 0 0,-1 1 0 0 0,-2 0 1 0 0,1 0 9 0 0,0 1 0 0 0,0 0 0 0 0,0-1 0 0 0,0 1 0 0 0,0 0 0 0 0,0 0 0 0 0,0 0 0 0 0,0 0 0 0 0,0 0 0 0 0,1 0 1 0 0,-1 1-1 0 0,0-1 0 0 0,1 1 0 0 0,-1-1 0 0 0,1 1 0 0 0,-1-1 0 0 0,1 1 0 0 0,0 0 0 0 0,0 0 0 0 0,0 0 0 0 0,0 0 1 0 0,0 0-1 0 0,0 0 0 0 0,-1 3 0 0 0,-15 61 194 0 0,16-58-207 0 0,0-2 10 0 0,0-1 0 0 0,0 0 0 0 0,1 1 0 0 0,0-1 0 0 0,0 1 0 0 0,0-1 0 0 0,1 0 0 0 0,0 1 0 0 0,0-1 0 0 0,0 0 0 0 0,1 0 0 0 0,-1 1 0 0 0,1-1 0 0 0,1 0 0 0 0,-1-1 0 0 0,5 9 0 0 0,-1-6-2 0 0,-1-1-1 0 0,1 1 0 0 0,0-1 1 0 0,0-1-1 0 0,1 1 0 0 0,0-1 1 0 0,0 0-1 0 0,0-1 1 0 0,14 7-1 0 0,-2-3 1 0 0,0 0-1 0 0,0-2 1 0 0,1-1-1 0 0,-1 0 1 0 0,1-1-1 0 0,0-1 1 0 0,1-1-1 0 0,23-1 1 0 0,-40-1-29 0 0,0 0 0 0 0,0 0 1 0 0,0-1-1 0 0,0 1 1 0 0,-1-1-1 0 0,1 0 1 0 0,0 0-1 0 0,0 0 0 0 0,0-1 1 0 0,-1 1-1 0 0,1-1 1 0 0,-1 0-1 0 0,1 0 1 0 0,-1 0-1 0 0,5-4 1 0 0,-7 4-47 0 0,0 2-355 0 0,0-1 0 0 0,0 0 0 0 0,0 1 0 0 0,0-1 0 0 0,0 0 0 0 0,0 0 0 0 0,0 0 0 0 0,0 0 0 0 0,0 0 0 0 0,-1 0 0 0 0,1 0 0 0 0,0 0 0 0 0,-1 0 0 0 0,1 0 1 0 0,-1-1-1 0 0,1 1 0 0 0,-1 0 0 0 0,0 0 0 0 0,1 0 0 0 0,-1-1 0 0 0,0-1 0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5:29:02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3612 0 0,'0'0'8949'0'0,"-23"11"-3813"0"0,27-5-4569 0 0,1 0-1 0 0,-1 0 1 0 0,1-1-1 0 0,0 0 1 0 0,0 0-1 0 0,1 0 1 0 0,7 5-1 0 0,23 22 745 0 0,-23-18-872 0 0,0 2 0 0 0,-1-1-1 0 0,-1 2 1 0 0,0-1 0 0 0,-2 2 0 0 0,13 27-1 0 0,-18-35-353 0 0,-1 1-1 0 0,-1 0 0 0 0,1-1 0 0 0,-2 1 0 0 0,1 0 0 0 0,-1 0 0 0 0,-1 0 0 0 0,0 0 0 0 0,-1 0 0 0 0,0 0 0 0 0,-1 0 0 0 0,0 0 0 0 0,-5 17 0 0 0,-2 1 36 0 0,-22 59 334 0 0,28-81-433 0 0,-1 0-1 0 0,0 0 1 0 0,0 0-1 0 0,-1 0 1 0 0,0-1-1 0 0,0 0 1 0 0,0 0-1 0 0,-1 0 1 0 0,-7 6 0 0 0,-64 46-72 0 0,75-57-139 0 0,-3 6-52 0 0,-17-8-6940 0 0,21 0 6985 0 0,1 1-1 0 0,-1-1 1 0 0,1 1 0 0 0,-1-1 0 0 0,1 0 0 0 0,0 1 0 0 0,0-1 0 0 0,-1 1 0 0 0,1-1 0 0 0,0 0 0 0 0,0 1-1 0 0,-1-1 1 0 0,1 0 0 0 0,0 1 0 0 0,0-1 0 0 0,0 0 0 0 0,0 0 0 0 0,0 1 0 0 0,0-1 0 0 0,0 0 0 0 0,0 1-1 0 0,0-1 1 0 0,1 0 0 0 0,-1 1 0 0 0,0-1 0 0 0,0 0 0 0 0,1 1 0 0 0,-1-1 0 0 0,0 1 0 0 0,1-1 0 0 0,-1 0-1 0 0,0 1 1 0 0,1-1 0 0 0,-1 1 0 0 0,1-1 0 0 0,0 0 0 0 0,18-18-5452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18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9 6144 0 0,'0'0'11367'0'0,"-1"0"-11029"0"0,-1 1 0 0 0,0-1 0 0 0,0 0 0 0 0,0 1 0 0 0,0-1 0 0 0,0 1 0 0 0,0 0 0 0 0,1 0 0 0 0,-1 0 0 0 0,0 0 0 0 0,-1 1 0 0 0,3 4-100 0 0,1 1 0 0 0,0 0 0 0 0,0 0 0 0 0,0-1 0 0 0,1 1 1 0 0,0-1-1 0 0,0 1 0 0 0,0-1 0 0 0,1 0 0 0 0,0 0 0 0 0,1 0 0 0 0,-1 0 0 0 0,7 7 0 0 0,-6-8-217 0 0,0 0-1 0 0,1-1 1 0 0,0 1 0 0 0,0-1-1 0 0,0 0 1 0 0,0 0 0 0 0,1 0-1 0 0,-1-1 1 0 0,1 1-1 0 0,0-2 1 0 0,0 1 0 0 0,0 0-1 0 0,0-1 1 0 0,1-1 0 0 0,-1 1-1 0 0,1-1 1 0 0,-1 0-1 0 0,1 0 1 0 0,-1-1 0 0 0,1 1-1 0 0,0-2 1 0 0,8 0-1 0 0,-1-2-55 0 0,0 0 0 0 0,0-1 0 0 0,0 0 0 0 0,-1-2 0 0 0,0 1-1 0 0,0-2 1 0 0,0 1 0 0 0,0-2 0 0 0,-1 0 0 0 0,-1 0-1 0 0,1-1 1 0 0,-1-1 0 0 0,-1 1 0 0 0,0-2 0 0 0,0 0 0 0 0,9-13-1 0 0,-20 23 79 0 0,1-1 0 0 0,0 1-1 0 0,-1-1 1 0 0,1 1 0 0 0,-1-1 0 0 0,0 1-1 0 0,1-1 1 0 0,-1 1 0 0 0,0-1-1 0 0,0 1 1 0 0,0 0 0 0 0,0-1-1 0 0,0 1 1 0 0,0 0 0 0 0,0 0-1 0 0,0 0 1 0 0,-1 0 0 0 0,1 0-1 0 0,0 0 1 0 0,-1 0 0 0 0,-2-1-1 0 0,3 1 3 0 0,0 0-1 0 0,-1 1 0 0 0,1-1 0 0 0,-1 1 1 0 0,1-1-1 0 0,-1 1 0 0 0,1-1 1 0 0,-1 1-1 0 0,1 0 0 0 0,-1 0 0 0 0,0 0 1 0 0,1 0-1 0 0,-1 0 0 0 0,1 0 0 0 0,-1 0 1 0 0,1 1-1 0 0,-1-1 0 0 0,1 0 0 0 0,-1 1 1 0 0,1-1-1 0 0,-1 1 0 0 0,1 0 0 0 0,-1-1 1 0 0,1 1-1 0 0,-2 1 0 0 0,2 0-10 0 0,-1 0 0 0 0,1-1 0 0 0,0 1 0 0 0,0 0-1 0 0,0 0 1 0 0,0 0 0 0 0,0 1 0 0 0,1-1 0 0 0,-1 0 0 0 0,0 0-1 0 0,1 0 1 0 0,0 0 0 0 0,-1 1 0 0 0,1-1 0 0 0,0 4 0 0 0,0 1-5 0 0,1 1 1 0 0,0-1 0 0 0,0 0 0 0 0,0 1-1 0 0,1-1 1 0 0,0 0 0 0 0,1 1 0 0 0,-1-1-1 0 0,8 12 1 0 0,61 72 8 0 0,-36-48-54 0 0,33 53-1 0 0,-60-83 9 0 0,0 1 1 0 0,-1 0 0 0 0,0 0 0 0 0,-2 0-1 0 0,1 1 1 0 0,-2 0 0 0 0,0 0-1 0 0,3 26 1 0 0,-6-36 7 0 0,-1 0-1 0 0,0 0 1 0 0,0 0-1 0 0,-1 0 1 0 0,1 0-1 0 0,-1 0 1 0 0,0 0-1 0 0,0 0 1 0 0,-1-1-1 0 0,0 1 1 0 0,0 0-1 0 0,0-1 0 0 0,0 1 1 0 0,0-1-1 0 0,-1 0 1 0 0,0 1-1 0 0,-6 6 1 0 0,3-6 6 0 0,0 1 1 0 0,0-1 0 0 0,-1 0-1 0 0,0-1 1 0 0,0 0-1 0 0,0 0 1 0 0,0 0 0 0 0,-1-1-1 0 0,1 0 1 0 0,-12 3-1 0 0,5-3-7 0 0,1 0-1 0 0,-1 0 1 0 0,0-1-1 0 0,0-1 1 0 0,0-1-1 0 0,0 0 1 0 0,0-1-1 0 0,0 0 1 0 0,0-1-1 0 0,1 0 1 0 0,-1-1-1 0 0,-23-9 1 0 0,32 9-16 0 0,-1 0 1 0 0,2 0-1 0 0,-1 0 0 0 0,0-1 1 0 0,1 1-1 0 0,-1-1 0 0 0,1-1 1 0 0,0 1-1 0 0,0 0 0 0 0,1-1 1 0 0,-1 0-1 0 0,1 0 0 0 0,0 0 1 0 0,0 0-1 0 0,1 0 0 0 0,0-1 1 0 0,0 1-1 0 0,0-1 0 0 0,0 1 1 0 0,1-1-1 0 0,0 0 0 0 0,0 0 1 0 0,0 1-1 0 0,1-1 1 0 0,0 0-1 0 0,0 0 0 0 0,1 0 1 0 0,0 0-1 0 0,0 1 0 0 0,0-1 1 0 0,0 0-1 0 0,1 1 0 0 0,0-1 1 0 0,0 1-1 0 0,1-1 0 0 0,-1 1 1 0 0,1 0-1 0 0,0 0 0 0 0,1 0 1 0 0,-1 1-1 0 0,1-1 0 0 0,0 1 1 0 0,0-1-1 0 0,0 2 1 0 0,8-7-1 0 0,-4 4-121 0 0,-1 0 1 0 0,1 1 0 0 0,0 0-1 0 0,0 1 1 0 0,0-1-1 0 0,1 2 1 0 0,-1-1 0 0 0,1 1-1 0 0,17-4 1 0 0,-22 7-205 0 0,1-1 1 0 0,0 1-1 0 0,-1 0 1 0 0,1 0 0 0 0,-1 0-1 0 0,1 1 1 0 0,0 0-1 0 0,-1 0 1 0 0,1 0-1 0 0,-1 0 1 0 0,0 0 0 0 0,1 1-1 0 0,-1 0 1 0 0,0 0-1 0 0,0 0 1 0 0,0 1-1 0 0,0-1 1 0 0,0 1 0 0 0,-1 0-1 0 0,1 0 1 0 0,5 7-1 0 0,-6-7-742 0 0,-1 0-1 0 0,0 0 1 0 0,0 1-1 0 0,0-1 1 0 0,0 1-1 0 0,0-1 1 0 0,-1 1-1 0 0,1 0 1 0 0,-1-1-1 0 0,0 1 0 0 0,0 0 1 0 0,0 7-1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18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5416 0 0,'0'9'9177'0'0,"2"7"-4791"0"0,14 53-870 0 0,-14-62-3448 0 0,0 0 0 0 0,0-1 0 0 0,1 1 0 0 0,0-1 0 0 0,1 0 0 0 0,-1 1 0 0 0,1-2 1 0 0,0 1-1 0 0,1 0 0 0 0,-1-1 0 0 0,1 0 0 0 0,0 0 0 0 0,0 0 0 0 0,1-1 0 0 0,7 6 0 0 0,-13-10-137 0 0,1 0-1 0 0,0 1 1 0 0,-1-1-1 0 0,1 0 1 0 0,-1 1-1 0 0,1-1 1 0 0,0 0-1 0 0,-1 0 1 0 0,1 0-1 0 0,0 0 1 0 0,0 0 0 0 0,-1 0-1 0 0,1 1 1 0 0,0-1-1 0 0,-1-1 1 0 0,1 1-1 0 0,0 0 1 0 0,-1 0-1 0 0,1 0 1 0 0,0 0-1 0 0,-1 0 1 0 0,1-1 0 0 0,0 1-1 0 0,-1 0 1 0 0,1-1-1 0 0,-1 1 1 0 0,1 0-1 0 0,0-1 1 0 0,15-21-1444 0 0,3-32 167 0 0,-19 53 1343 0 0,5-17 91 0 0,0 0 0 0 0,2 1 0 0 0,0 0 1 0 0,1 0-1 0 0,0 0 0 0 0,17-23 1 0 0,-24 39 731 0 0,9-8 1310 0 0,-7 6-391 0 0,2 16-812 0 0,11 56 1120 0 0,-14-56-1876 0 0,0 0 1 0 0,1 0 0 0 0,0-1-1 0 0,11 25 1 0 0,-3-13-142 0 0,-10-20-69 0 0,1 1 0 0 0,-1-1 0 0 0,1 1 0 0 0,1-1 0 0 0,-1 0 0 0 0,1 0 0 0 0,-1 0 0 0 0,1-1 0 0 0,0 1 0 0 0,0 0 0 0 0,1-1 0 0 0,5 5 0 0 0,-7-8-75 0 0,0 1 1 0 0,0-1 0 0 0,0 0-1 0 0,1 0 1 0 0,-1 0 0 0 0,0 0 0 0 0,0 0-1 0 0,1 0 1 0 0,-1 0 0 0 0,0-1-1 0 0,0 1 1 0 0,0-1 0 0 0,0 1 0 0 0,0-1-1 0 0,0 0 1 0 0,0 0 0 0 0,0 0 0 0 0,0 0-1 0 0,0 0 1 0 0,0-1 0 0 0,0 1-1 0 0,-1-1 1 0 0,3-2 0 0 0,39-37-1552 0 0,-30 23 1093 0 0,-1-1 1 0 0,-1-1-1 0 0,-1 0 1 0 0,16-41-1 0 0,-21 46 1032 0 0,-4 13 5 0 0,-2-23 2787 0 0,-1 28-3228 0 0,0 1 0 0 0,1-1 0 0 0,-1 1-1 0 0,1-1 1 0 0,0 1 0 0 0,0-1 0 0 0,0 1 0 0 0,0 0 0 0 0,0-1 0 0 0,1 1 0 0 0,0 0 0 0 0,-1 0 0 0 0,2-1 0 0 0,-1 1 0 0 0,0 0 0 0 0,1 0-1 0 0,-1-1 1 0 0,1 1 0 0 0,0 0 0 0 0,1-1 0 0 0,-1 1 0 0 0,0-1 0 0 0,1 0 0 0 0,0 1 0 0 0,0-1 0 0 0,0 0 0 0 0,0 0 0 0 0,0 0 0 0 0,1 0-1 0 0,-1 0 1 0 0,1-1 0 0 0,0 1 0 0 0,0-1 0 0 0,4 3 0 0 0,2 2-149 0 0,1-1 0 0 0,0-1 1 0 0,1 1-1 0 0,-1-2 0 0 0,1 1 0 0 0,0-2 0 0 0,0 1 0 0 0,0-2 0 0 0,0 1 1 0 0,23 1-1 0 0,-26-4-372 0 0,0 1-1 0 0,1-1 1 0 0,-1-1 0 0 0,1 0 0 0 0,-1 0 0 0 0,0-1 0 0 0,0 0 0 0 0,1 0-1 0 0,13-6 1 0 0,-21 7 450 0 0,1 1 1 0 0,-1-1-1 0 0,1 0 0 0 0,-1 0 0 0 0,0 0 0 0 0,1 1 0 0 0,-1-1 0 0 0,0 0 1 0 0,0-1-1 0 0,1 1 0 0 0,-1 0 0 0 0,0 0 0 0 0,0 0 0 0 0,0-1 1 0 0,-1 1-1 0 0,1-1 0 0 0,0 1 0 0 0,0 0 0 0 0,-1-1 0 0 0,1 1 0 0 0,-1-1 1 0 0,1 0-1 0 0,-1 1 0 0 0,0-1 0 0 0,1 1 0 0 0,-1-1 0 0 0,0 0 0 0 0,0 1 1 0 0,0-1-1 0 0,-1 1 0 0 0,1-1 0 0 0,0 0 0 0 0,0 1 0 0 0,-1-1 1 0 0,1 1-1 0 0,-1-1 0 0 0,1 1 0 0 0,-2-2 0 0 0,1 1 308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19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6640 0 0,'0'0'11015'0'0,"12"27"-7988"0"0,-6-21-3474 0 0,1 0 0 0 0,-1-1 1 0 0,1 0-1 0 0,14 8 1 0 0,14 4-10358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19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31 4286 0 0,'-1'1'563'0'0,"0"0"1"0"0,0 0-1 0 0,0 1 0 0 0,0-1 1 0 0,1 0-1 0 0,-1 1 0 0 0,0-1 1 0 0,1 1-1 0 0,-1-1 0 0 0,0 1 0 0 0,1-1 1 0 0,0 1-1 0 0,-1-1 0 0 0,1 1 1 0 0,0-1-1 0 0,0 1 0 0 0,0-1 1 0 0,0 1-1 0 0,0 0 0 0 0,0-1 0 0 0,0 1 1 0 0,0-1-1 0 0,1 1 0 0 0,0 1 1 0 0,14 14 303 0 0,42 23 2061 0 0,-2-1-4637 0 0,-54-38 1087 0 0,30-16-1803 0 0,26-47 1149 0 0,-39 41 1443 0 0,1 1 0 0 0,29-26 0 0 0,-48 46-127 0 0,1 0 0 0 0,-1 0 1 0 0,0 0-1 0 0,1-1 1 0 0,-1 1-1 0 0,0 0 0 0 0,1 0 1 0 0,-1 0-1 0 0,0 0 1 0 0,1-1-1 0 0,-1 1 1 0 0,0 0-1 0 0,1 0 0 0 0,-1 0 1 0 0,0 0-1 0 0,1 0 1 0 0,-1 0-1 0 0,1 0 1 0 0,-1 0-1 0 0,0 0 0 0 0,1 0 1 0 0,-1 0-1 0 0,0 0 1 0 0,1 1-1 0 0,-1-1 0 0 0,0 0 1 0 0,1 0-1 0 0,-1 0 1 0 0,0 0-1 0 0,1 1 1 0 0,-1-1-1 0 0,0 0 0 0 0,1 0 1 0 0,-1 1-1 0 0,10 15 1020 0 0,2 28 490 0 0,-10-37-1170 0 0,2 6-137 0 0,0 0-1 0 0,2-1 1 0 0,-1 1-1 0 0,1-1 1 0 0,1 0-1 0 0,0-1 1 0 0,1 0-1 0 0,0 0 1 0 0,13 13-1 0 0,-4-7-395 0 0,0 0-1 0 0,2-2 0 0 0,-1 0 0 0 0,29 16 1 0 0,-46-30 12 0 0,1 0 1 0 0,-1 1 0 0 0,1-2-1 0 0,-1 1 1 0 0,1 0 0 0 0,-1 0-1 0 0,1 0 1 0 0,0-1 0 0 0,-1 1-1 0 0,1-1 1 0 0,0 1 0 0 0,-1-1-1 0 0,1 0 1 0 0,0 1 0 0 0,0-1-1 0 0,-1 0 1 0 0,1 0 0 0 0,0 0 0 0 0,0 0-1 0 0,-1-1 1 0 0,1 1 0 0 0,0-1-1 0 0,0 1 1 0 0,-1-1 0 0 0,1 1-1 0 0,0-1 1 0 0,-1 0 0 0 0,1 0-1 0 0,-1 1 1 0 0,1-1 0 0 0,-1 0-1 0 0,0-1 1 0 0,1 1 0 0 0,-1 0-1 0 0,0 0 1 0 0,0-1 0 0 0,1 1-1 0 0,-1 0 1 0 0,0-1 0 0 0,-1 1-1 0 0,3-4 1 0 0,-2 3-312 0 0,0-1-1 0 0,0 0 1 0 0,0 0-1 0 0,-1 0 1 0 0,1 0-1 0 0,-1 0 1 0 0,0-1-1 0 0,1 1 1 0 0,-1 0-1 0 0,-1 0 1 0 0,1 0-1 0 0,0 0 1 0 0,-1 0-1 0 0,1 0 1 0 0,-1 0-1 0 0,0 0 1 0 0,0 0-1 0 0,0 0 1 0 0,-1 0-1 0 0,1 1 1 0 0,-1-1-1 0 0,-3-4 1 0 0,-5-2-2312 0 0,3 0-855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22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30 122 4364 0 0,'-2'-1'5621'0'0,"-16"-1"4573"0"0,16 7-10010 0 0,0-1 0 0 0,1 0 0 0 0,0 1 0 0 0,0-1 0 0 0,0 1 0 0 0,0 0 1 0 0,1-1-1 0 0,0 1 0 0 0,0 0 0 0 0,0-1 0 0 0,0 1 0 0 0,1 0 0 0 0,0-1 1 0 0,0 1-1 0 0,0-1 0 0 0,0 1 0 0 0,1-1 0 0 0,4 9 0 0 0,-4-9-142 0 0,1 1-1 0 0,-1 0 1 0 0,1-1-1 0 0,0 0 1 0 0,1 0-1 0 0,-1 0 0 0 0,1 0 1 0 0,-1 0-1 0 0,1-1 1 0 0,0 1-1 0 0,1-1 1 0 0,-1 0-1 0 0,1-1 1 0 0,-1 1-1 0 0,1-1 1 0 0,0 1-1 0 0,0-2 1 0 0,0 1-1 0 0,0 0 0 0 0,0-1 1 0 0,0 0-1 0 0,0 0 1 0 0,0-1-1 0 0,1 1 1 0 0,-1-1-1 0 0,8-1 1 0 0,-2-1-83 0 0,-1 0-1 0 0,1-1 1 0 0,-1 0 0 0 0,0-1 0 0 0,0-1 0 0 0,0 1 0 0 0,0-1 0 0 0,-1-1-1 0 0,0 0 1 0 0,0 0 0 0 0,0-1 0 0 0,-1 0 0 0 0,0 0 0 0 0,-1-1-1 0 0,1 0 1 0 0,-2 0 0 0 0,1-1 0 0 0,-1 0 0 0 0,0 0 0 0 0,-1-1 0 0 0,0 1-1 0 0,0-1 1 0 0,2-11 0 0 0,-6 18 123 0 0,0-1 0 0 0,0 0 0 0 0,0 0 1 0 0,-1 1-1 0 0,1-1 0 0 0,-1 0 0 0 0,0 0 0 0 0,0 1 0 0 0,-1-1 0 0 0,1 0 1 0 0,-1 0-1 0 0,0 0 0 0 0,0 1 0 0 0,0-1 0 0 0,0 1 0 0 0,-1-1 0 0 0,1 1 1 0 0,-1-1-1 0 0,0 1 0 0 0,0 0 0 0 0,0 0 0 0 0,0 0 0 0 0,-1 0 0 0 0,1 0 1 0 0,-1 0-1 0 0,0 1 0 0 0,0-1 0 0 0,0 1 0 0 0,0 0 0 0 0,0 0 0 0 0,0 0 1 0 0,-1 0-1 0 0,1 0 0 0 0,-1 1 0 0 0,1 0 0 0 0,-1 0 0 0 0,0 0 0 0 0,1 0 1 0 0,-1 0-1 0 0,0 1 0 0 0,0-1 0 0 0,-6 1 0 0 0,9 0-69 0 0,0 0 0 0 0,0 0 0 0 0,0 0-1 0 0,0 1 1 0 0,0-1 0 0 0,0 0 0 0 0,0 0 0 0 0,0 1 0 0 0,0-1-1 0 0,0 0 1 0 0,0 1 0 0 0,0-1 0 0 0,0 1 0 0 0,1-1 0 0 0,-1 1-1 0 0,0-1 1 0 0,0 1 0 0 0,1 0 0 0 0,-1-1 0 0 0,0 1 0 0 0,1 0-1 0 0,-1 0 1 0 0,0 0 0 0 0,1-1 0 0 0,-1 1 0 0 0,1 0-1 0 0,-1 2 1 0 0,1-1-2 0 0,-1 1 0 0 0,1-1 0 0 0,0 0 1 0 0,0 1-1 0 0,0-1 0 0 0,0 1 0 0 0,1-1 0 0 0,-1 0 0 0 0,1 1 0 0 0,-1-1 0 0 0,2 3 0 0 0,2 6 10 0 0,1-1 0 0 0,0 1 0 0 0,12 15 0 0 0,59 68-24 0 0,-10-16 74 0 0,-54-62-34 0 0,0 1 0 0 0,0 0 0 0 0,-2 1 0 0 0,0 0 0 0 0,13 34 0 0 0,-22-48-11 0 0,1 1 1 0 0,-1-1 0 0 0,0 0 0 0 0,-1 1 0 0 0,1 0-1 0 0,-1-1 1 0 0,0 1 0 0 0,0-1 0 0 0,0 1-1 0 0,-1-1 1 0 0,0 1 0 0 0,1-1 0 0 0,-2 1-1 0 0,1-1 1 0 0,0 0 0 0 0,-1 1 0 0 0,0-1-1 0 0,0 0 1 0 0,0 0 0 0 0,-1 0 0 0 0,1 0 0 0 0,-1-1-1 0 0,0 1 1 0 0,0-1 0 0 0,0 1 0 0 0,0-1-1 0 0,-1 0 1 0 0,1-1 0 0 0,-1 1 0 0 0,0 0-1 0 0,0-1 1 0 0,-6 3 0 0 0,-8 4 6 0 0,0-1 0 0 0,0-1 0 0 0,-1-1 0 0 0,0 0-1 0 0,0-2 1 0 0,-1 0 0 0 0,1-1 0 0 0,-1-1 0 0 0,0-1 0 0 0,1 0 0 0 0,-1-2 0 0 0,0 0 0 0 0,-36-8 0 0 0,52 8-70 0 0,1 0 0 0 0,0 0 1 0 0,0 0-1 0 0,-1 0 1 0 0,1 0-1 0 0,0-1 0 0 0,0 1 1 0 0,0-1-1 0 0,1 0 0 0 0,-1 0 1 0 0,0 0-1 0 0,1 0 1 0 0,-1-1-1 0 0,1 1 0 0 0,-1-1 1 0 0,-3-5-1 0 0,5 5 4 0 0,0 1-1 0 0,0-1 1 0 0,1 1-1 0 0,-1-1 1 0 0,0 0-1 0 0,1 1 1 0 0,0-1 0 0 0,-1 0-1 0 0,1 1 1 0 0,0-1-1 0 0,1 0 1 0 0,-1 0-1 0 0,0 1 1 0 0,1-1-1 0 0,-1 0 1 0 0,3-4-1 0 0,0 0-35 0 0,0 0 0 0 0,1 0 0 0 0,0 0-1 0 0,0 1 1 0 0,0-1 0 0 0,1 1 0 0 0,0 0-1 0 0,0 1 1 0 0,1-1 0 0 0,-1 1 0 0 0,1 0-1 0 0,1 0 1 0 0,6-4 0 0 0,-1 3-132 0 0,0 0 0 0 0,0 1 1 0 0,1 0-1 0 0,-1 1 0 0 0,1 1 0 0 0,21-4 1 0 0,40 3-6240 0 0,-71 4 4784 0 0,6 14-3547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2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4974 0 0,'0'0'10263'0'0,"1"27"-5039"0"0,4-11-3908 0 0,1-1 0 0 0,1 0 0 0 0,14 24 1 0 0,5 11-25 0 0,-23-44-1212 0 0,-1 0 1 0 0,1-1 0 0 0,1 1-1 0 0,-1-1 1 0 0,1 1-1 0 0,0-1 1 0 0,0-1 0 0 0,1 1-1 0 0,0 0 1 0 0,10 7 0 0 0,-15-13-100 0 0,1 1 0 0 0,0 0 0 0 0,0-1 0 0 0,0 1 0 0 0,0-1 0 0 0,0 1 1 0 0,-1-1-1 0 0,1 1 0 0 0,0-1 0 0 0,0 0 0 0 0,-1 1 0 0 0,1-1 1 0 0,0 0-1 0 0,-1 0 0 0 0,1 1 0 0 0,-1-1 0 0 0,1 0 0 0 0,-1 0 0 0 0,1 0 1 0 0,-1 0-1 0 0,0 0 0 0 0,1-1 0 0 0,9-21-315 0 0,-10 22 332 0 0,6-17-359 0 0,-1-1 0 0 0,5-30 0 0 0,-8 35 276 0 0,0-1 0 0 0,1 1 0 0 0,1-1 0 0 0,0 1 1 0 0,13-25-1 0 0,-11 24 77 0 0,-5 13 82 0 0,0 0 0 0 0,-1 1 0 0 0,1-1 0 0 0,0 0 0 0 0,0 1 0 0 0,0-1 0 0 0,0 0 0 0 0,0 1 0 0 0,0 0 0 0 0,1-1 0 0 0,-1 1 0 0 0,0 0 0 0 0,3-3 0 0 0,-3 4-30 0 0,0 0 0 0 0,0 0 0 0 0,0-1 0 0 0,-1 1 0 0 0,1 0 0 0 0,0 0 0 0 0,0 0 0 0 0,0 0 0 0 0,-1 0 1 0 0,1 0-1 0 0,0 0 0 0 0,0 0 0 0 0,0 1 0 0 0,-1-1 0 0 0,1 0 0 0 0,0 0 0 0 0,0 1 0 0 0,0-1 0 0 0,-1 0 0 0 0,1 1 0 0 0,0-1 0 0 0,-1 1 0 0 0,1-1 1 0 0,0 1-1 0 0,-1-1 0 0 0,1 1 0 0 0,-1 0 0 0 0,1-1 0 0 0,-1 1 0 0 0,1-1 0 0 0,-1 1 0 0 0,1 0 0 0 0,-1 0 0 0 0,0-1 0 0 0,1 1 0 0 0,-1 0 0 0 0,0 0 1 0 0,0 0-1 0 0,17 42 640 0 0,-12-28-375 0 0,7 14 118 0 0,-7-15-261 0 0,1 0-1 0 0,0-1 1 0 0,13 21 0 0 0,-16-30-205 0 0,0-1 0 0 0,0 1 1 0 0,0-1-1 0 0,0 0 0 0 0,0 0 1 0 0,1 0-1 0 0,-1 0 0 0 0,1-1 1 0 0,0 1-1 0 0,0-1 0 0 0,0 0 1 0 0,0 0-1 0 0,0 0 0 0 0,0-1 1 0 0,0 1-1 0 0,7 0 0 0 0,-7-1-53 0 0,0-1 0 0 0,0 0 0 0 0,1 0 0 0 0,-1-1 0 0 0,0 1 0 0 0,0-1-1 0 0,0 0 1 0 0,0 0 0 0 0,0 0 0 0 0,0 0 0 0 0,0-1 0 0 0,0 1 0 0 0,-1-1 0 0 0,1 0 0 0 0,-1 0-1 0 0,1-1 1 0 0,-1 1 0 0 0,0-1 0 0 0,1 0 0 0 0,-1 0 0 0 0,-1 0 0 0 0,1 0 0 0 0,0 0 0 0 0,-1 0-1 0 0,0-1 1 0 0,0 1 0 0 0,3-6 0 0 0,5-10-441 0 0,-1-1 0 0 0,-1 0 1 0 0,10-37-1 0 0,-15 49 460 0 0,1-14 600 0 0,-10 28 604 0 0,4-2-1022 0 0,0 0 0 0 0,0 1 0 0 0,0-1 0 0 0,1 1 0 0 0,-1-1 0 0 0,1 1 0 0 0,-1 7 1 0 0,2 11-43 0 0,-1-17-127 0 0,1 0 1 0 0,0 1 0 0 0,0-1-1 0 0,0 0 1 0 0,1 0 0 0 0,0 0-1 0 0,0 0 1 0 0,1 0 0 0 0,-1 0-1 0 0,6 9 1 0 0,-4-7-567 0 0,-3-7 375 0 0,0 0 0 0 0,1 1 1 0 0,-1-1-1 0 0,0 0 0 0 0,1 0 1 0 0,-1 0-1 0 0,0 0 1 0 0,1 0-1 0 0,-1 0 0 0 0,1 0 1 0 0,0-1-1 0 0,-1 1 1 0 0,1 0-1 0 0,0 0 0 0 0,-1 0 1 0 0,1 0-1 0 0,0-1 1 0 0,0 1-1 0 0,0 0 0 0 0,0-1 1 0 0,-1 1-1 0 0,1-1 1 0 0,0 1-1 0 0,0-1 0 0 0,0 1 1 0 0,0-1-1 0 0,0 0 0 0 0,1 1 1 0 0,-1-1-1 0 0,0 0 1 0 0,0 0-1 0 0,0 0 0 0 0,0 0 1 0 0,0 0-1 0 0,0 0 1 0 0,0 0-1 0 0,0 0 0 0 0,0 0 1 0 0,0-1-1 0 0,0 1 1 0 0,0 0-1 0 0,0-1 0 0 0,0 1 1 0 0,2-1-1 0 0,38-21-9170 0 0,-29 13 3887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23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3524 0 0,'0'0'13588'0'0,"-24"10"-9496"0"0,19-6-3778 0 0,1 0 0 0 0,-1 0 0 0 0,1 1 1 0 0,-1 0-1 0 0,1-1 0 0 0,1 2 1 0 0,-1-1-1 0 0,1 0 0 0 0,0 1 0 0 0,0-1 1 0 0,0 1-1 0 0,1 0 0 0 0,0 0 1 0 0,-3 12-1 0 0,4-12-273 0 0,0 0 0 0 0,0 0 0 0 0,0 0 0 0 0,1 0 0 0 0,0 0 0 0 0,0 1 0 0 0,0-1 0 0 0,1 0 0 0 0,0 0 0 0 0,0 0 0 0 0,1 0 0 0 0,0-1 0 0 0,0 1 0 0 0,0 0 0 0 0,3 5-1 0 0,-4-10-111 0 0,1 0 0 0 0,-1 0 0 0 0,0 0 0 0 0,0-1-1 0 0,1 1 1 0 0,-1 0 0 0 0,1-1 0 0 0,-1 1 0 0 0,0-1-1 0 0,1 1 1 0 0,-1-1 0 0 0,1 0 0 0 0,-1 0 0 0 0,1 0-1 0 0,-1 0 1 0 0,1 0 0 0 0,-1 0 0 0 0,1 0 0 0 0,-1 0-1 0 0,1 0 1 0 0,1-1 0 0 0,33-7-840 0 0,-34 7 838 0 0,18-4-814 0 0,-1-2 1 0 0,0 0-1 0 0,0-1 1 0 0,-1-1-1 0 0,0 0 1 0 0,17-13 0 0 0,-24 11 1866 0 0,-20 10 2186 0 0,6 2-2995 0 0,0 0-1 0 0,0 0 1 0 0,0 0-1 0 0,1 1 1 0 0,-1-1-1 0 0,1 1 1 0 0,-1-1-1 0 0,1 1 0 0 0,0 0 1 0 0,0 0-1 0 0,-1 0 1 0 0,-1 3-1 0 0,3-3-389 0 0,0 1-1 0 0,0-1 0 0 0,0 1 0 0 0,0 0 0 0 0,0-1 1 0 0,1 1-1 0 0,-1 0 0 0 0,1 0 0 0 0,0-1 0 0 0,0 1 1 0 0,0 5-1 0 0,0-4-164 0 0,0-2-900 0 0,18 0-2357 0 0,13-3-2296 0 0,10-7 229 0 0,-16 1 1133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23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4402 0 0,'-1'4'586'0'0,"-1"0"-1"0"0,0 0 1 0 0,0 0-1 0 0,0 0 1 0 0,-1-1 0 0 0,1 1-1 0 0,-1-1 1 0 0,0 1-1 0 0,0-1 1 0 0,0 0-1 0 0,-1 0 1 0 0,1-1 0 0 0,-1 1-1 0 0,-6 3 1 0 0,-19 19 976 0 0,25-19-1370 0 0,-43 57 1927 0 0,43-58-2446 0 0,1 0 1 0 0,0 0-1 0 0,0 0 1 0 0,0 1-1 0 0,1-1 1 0 0,0 1 0 0 0,0-1-1 0 0,0 1 1 0 0,-1 11-1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23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4236 0 0,'0'11'1310'0'0,"1"0"0"0"0,0 0 0 0 0,0-1 0 0 0,1 1 0 0 0,1-1 0 0 0,0 1 0 0 0,0-1 0 0 0,1 0 0 0 0,1 0 0 0 0,6 12 0 0 0,-3-10-756 0 0,0 0 0 0 0,1 0 0 0 0,0-1 0 0 0,1 0 0 0 0,1-1 0 0 0,21 18-1 0 0,-14-15-1287 0 0,1-1-1 0 0,36 19 1 0 0,-29-20-1285 0 0,0 0-1 0 0,1-2 1 0 0,42 9-1 0 0,-45-10-4713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2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5 7216 0 0,'-3'-1'1208'0'0,"0"0"0"0"0,0 0 0 0 0,-1 0 0 0 0,1 1 0 0 0,0-1 0 0 0,-1 1-1 0 0,1 0 1 0 0,-6 1 0 0 0,8-1-903 0 0,-1 0 1 0 0,1 1-1 0 0,-1-1 0 0 0,1 1 1 0 0,-1-1-1 0 0,1 1 0 0 0,-1-1 1 0 0,1 1-1 0 0,-1 0 0 0 0,1 0 0 0 0,0 0 1 0 0,0 0-1 0 0,-1 0 0 0 0,0 1 1 0 0,0 2-148 0 0,0-1 1 0 0,0 0-1 0 0,0 1 1 0 0,1-1-1 0 0,-1 1 1 0 0,1-1-1 0 0,0 1 1 0 0,0 0-1 0 0,1-1 1 0 0,-1 1-1 0 0,1 0 1 0 0,-1 0-1 0 0,2 7 1 0 0,-1 11 58 0 0,1 0 1 0 0,1-1 0 0 0,1 1-1 0 0,1 0 1 0 0,1-1 0 0 0,1 0-1 0 0,1 0 1 0 0,0-1 0 0 0,19 35-1 0 0,-23-50-316 0 0,1 0 0 0 0,-1 0 0 0 0,1 0 0 0 0,0-1 0 0 0,0 0-1 0 0,0 1 1 0 0,0-2 0 0 0,1 1 0 0 0,0 0 0 0 0,-1-1-1 0 0,1 0 1 0 0,1 0 0 0 0,-1 0 0 0 0,0-1 0 0 0,1 0-1 0 0,-1 0 1 0 0,1 0 0 0 0,0-1 0 0 0,-1 0 0 0 0,1 0-1 0 0,0 0 1 0 0,11 0 0 0 0,-12-2 42 0 0,0 1-1 0 0,0 0 1 0 0,0-1-1 0 0,0 0 1 0 0,0 0-1 0 0,-1-1 1 0 0,1 1-1 0 0,0-1 1 0 0,-1 0-1 0 0,1 0 1 0 0,-1-1-1 0 0,0 1 1 0 0,0-1-1 0 0,0 0 1 0 0,0 0-1 0 0,0 0 1 0 0,-1-1-1 0 0,1 1 1 0 0,-1-1 0 0 0,0 0-1 0 0,0 0 1 0 0,0 0-1 0 0,-1 0 1 0 0,1-1-1 0 0,-1 1 1 0 0,0-1-1 0 0,2-8 1 0 0,-1 5 196 0 0,-1 0 0 0 0,0 0 1 0 0,0 0-1 0 0,-1 0 1 0 0,0 0-1 0 0,0 0 0 0 0,-1-1 1 0 0,0 1-1 0 0,-1 0 1 0 0,0 0-1 0 0,0-1 0 0 0,-1 1 1 0 0,-4-12-1 0 0,6 17 256 0 0,0 3-376 0 0,0-1 1 0 0,1 1-1 0 0,-1-1 0 0 0,0 1 0 0 0,1-1 0 0 0,-1 1 1 0 0,0-1-1 0 0,0 0 0 0 0,0 1 0 0 0,1-1 1 0 0,-1 1-1 0 0,0-1 0 0 0,0 0 0 0 0,0 1 1 0 0,0-1-1 0 0,0 0 0 0 0,0 1 0 0 0,0-1 0 0 0,0 1 1 0 0,0-1-1 0 0,-1 0 0 0 0,1 1 0 0 0,0-1 1 0 0,0 1-1 0 0,0-1 0 0 0,-1-1 0 0 0,5 19-47 0 0,5 0 32 0 0,1-1-1 0 0,1 0 1 0 0,1 0-1 0 0,0-1 1 0 0,16 15-1 0 0,-11-11 121 0 0,0 0-1 0 0,15 24 1 0 0,-19-23-9 0 0,-1 0 0 0 0,-1 0 0 0 0,-1 1 0 0 0,-1 1 0 0 0,12 39 0 0 0,-19-55-82 0 0,-1 0-1 0 0,0 1 1 0 0,-1-1 0 0 0,1 0 0 0 0,-1 0-1 0 0,0 1 1 0 0,0-1 0 0 0,-1 0 0 0 0,0 0-1 0 0,0 1 1 0 0,-1-1 0 0 0,1 0-1 0 0,-1 0 1 0 0,-1 0 0 0 0,1-1 0 0 0,-1 1-1 0 0,0 0 1 0 0,0-1 0 0 0,-1 0 0 0 0,1 0-1 0 0,-1 0 1 0 0,0 0 0 0 0,-1 0 0 0 0,1-1-1 0 0,-1 0 1 0 0,-8 6 0 0 0,5-4 4 0 0,-1-1-1 0 0,0 0 1 0 0,-1 0 0 0 0,1-1 0 0 0,-1 0-1 0 0,0 0 1 0 0,0-1 0 0 0,0-1 0 0 0,0 0-1 0 0,0 0 1 0 0,-1-1 0 0 0,1 0 0 0 0,0 0-1 0 0,-1-2 1 0 0,1 1 0 0 0,-1-1 0 0 0,1-1-1 0 0,0 0 1 0 0,0 0 0 0 0,0-1 0 0 0,0 0-1 0 0,0-1 1 0 0,0 0 0 0 0,1 0 0 0 0,0-1-1 0 0,0-1 1 0 0,0 1 0 0 0,0-1 0 0 0,1-1-1 0 0,-8-8 1 0 0,13 13-117 0 0,1 0-1 0 0,0-1 1 0 0,0 1-1 0 0,0-1 1 0 0,1 0 0 0 0,-1 1-1 0 0,1-1 1 0 0,-1 0-1 0 0,1 0 1 0 0,0 0-1 0 0,0 0 1 0 0,0 0 0 0 0,0 0-1 0 0,1 0 1 0 0,-1 0-1 0 0,1 0 1 0 0,0-1-1 0 0,0 1 1 0 0,0 0 0 0 0,0 0-1 0 0,1 0 1 0 0,-1 0-1 0 0,1 0 1 0 0,0-1-1 0 0,0 1 1 0 0,0 0-1 0 0,0 1 1 0 0,0-1 0 0 0,1 0-1 0 0,-1 0 1 0 0,1 0-1 0 0,0 1 1 0 0,0-1-1 0 0,0 1 1 0 0,3-4 0 0 0,0 1-470 0 0,0 1 0 0 0,1-1 0 0 0,-1 1 0 0 0,1 0 0 0 0,0 0 0 0 0,0 0 1 0 0,0 1-1 0 0,0 0 0 0 0,0 1 0 0 0,1-1 0 0 0,-1 1 0 0 0,1 0 0 0 0,0 1 1 0 0,0-1-1 0 0,8 0 0 0 0,-9 2-423 0 0,1 0-1 0 0,-1 1 1 0 0,0-1 0 0 0,0 1 0 0 0,0 0-1 0 0,0 1 1 0 0,0-1 0 0 0,0 1 0 0 0,0 0 0 0 0,0 1-1 0 0,-1 0 1 0 0,8 4 0 0 0,-2 2-3782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26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8 109 5396 0 0,'0'0'14494'0'0,"-7"25"-11411"0"0,10-10-2751 0 0,0 0 0 0 0,1-1 0 0 0,1 0 0 0 0,0 0 0 0 0,1 0 0 0 0,1-1 0 0 0,0 0 0 0 0,0 0 0 0 0,17 20 0 0 0,-21-34-398 0 0,-1 0 0 0 0,0 0 0 0 0,0 0 0 0 0,0 0 0 0 0,1-1 0 0 0,-1 1 0 0 0,-1-1 0 0 0,1 1 0 0 0,0-1 0 0 0,0 0 0 0 0,-1 0 0 0 0,1 0 0 0 0,2-3-1 0 0,33-45-665 0 0,-14 20 267 0 0,24-42 0 0 0,-30 46 329 0 0,-13 22 275 0 0,-1-1 0 0 0,0 1-1 0 0,0-1 1 0 0,0 0 0 0 0,0 0 0 0 0,-1 0-1 0 0,0 0 1 0 0,0 0 0 0 0,0 0 0 0 0,1-11-1 0 0,-3 14 927 0 0,3 5-947 0 0,0-1 0 0 0,0 0 0 0 0,0 1-1 0 0,0 0 1 0 0,-1 0 0 0 0,1 0 0 0 0,-1 0-1 0 0,0 0 1 0 0,0 0 0 0 0,0 1 0 0 0,-1-1-1 0 0,1 1 1 0 0,-1-1 0 0 0,1 1 0 0 0,0 6-1 0 0,-1-5-73 0 0,1 0 0 0 0,0 0 0 0 0,0 0 0 0 0,1 0 0 0 0,-1 0 0 0 0,1 0 0 0 0,0 0 0 0 0,4 4 0 0 0,-2-4 41 0 0,0 0-137 0 0,0 0 0 0 0,0 0 0 0 0,1 0 1 0 0,-1-1-1 0 0,1 0 0 0 0,7 4 0 0 0,-10-7-51 0 0,0 0 0 0 0,0 0 0 0 0,1 0 0 0 0,-1-1 1 0 0,0 1-1 0 0,1-1 0 0 0,-1 1 0 0 0,0-1 0 0 0,1-1 0 0 0,-1 1 0 0 0,1 0 0 0 0,-1-1 0 0 0,0 1 0 0 0,1-1 0 0 0,-1 0 0 0 0,4-2 0 0 0,4-1-371 0 0,1-1 0 0 0,-1 0 0 0 0,0-1 0 0 0,0 0 0 0 0,0 0 0 0 0,-1-2 0 0 0,0 1-1 0 0,-1-1 1 0 0,1 0 0 0 0,11-16 0 0 0,-16 19 529 0 0,-1-1 0 0 0,0-1-1 0 0,0 1 1 0 0,0-1 0 0 0,-1 1-1 0 0,0-1 1 0 0,2-7 0 0 0,-5 13 69 0 0,1 0 0 0 0,-1 1 0 0 0,0-1 0 0 0,1 0 0 0 0,-1 0 0 0 0,0 1 0 0 0,1-1 0 0 0,-1 0 0 0 0,0 0 0 0 0,0 1 0 0 0,0-1 0 0 0,1 0 0 0 0,-1 0 1 0 0,0 0-1 0 0,0 0 0 0 0,0 1 0 0 0,-1-1 0 0 0,1 0 0 0 0,0 0 0 0 0,0 0 0 0 0,0 1 0 0 0,-1-1 0 0 0,1 0 0 0 0,0 0 0 0 0,-1 0 0 0 0,1 1 0 0 0,0-1 0 0 0,-2-1 1 0 0,1 3-51 0 0,0 0 1 0 0,0 0 0 0 0,0 0 0 0 0,0 0 0 0 0,0 0 0 0 0,0 0 0 0 0,0 0 0 0 0,1 0 0 0 0,-1 1 0 0 0,0-1 0 0 0,1 0 0 0 0,-1 0 0 0 0,1 1 0 0 0,-1-1 0 0 0,1 0 0 0 0,-1 1 0 0 0,1 2 0 0 0,-6 12 462 0 0,3-7-954 0 0,0 0 1 0 0,1 0 0 0 0,0 0-1 0 0,0 0 1 0 0,1 0-1 0 0,-1 15 1 0 0,3-21 146 0 0,-1-1 1 0 0,1 1-1 0 0,-1-1 1 0 0,1 1-1 0 0,0-1 0 0 0,0 1 1 0 0,0-1-1 0 0,0 1 1 0 0,0-1-1 0 0,1 0 0 0 0,-1 0 1 0 0,1 0-1 0 0,-1 0 1 0 0,1 0-1 0 0,0 0 1 0 0,0 0-1 0 0,0 0 0 0 0,0-1 1 0 0,0 1-1 0 0,0-1 1 0 0,0 1-1 0 0,1-1 1 0 0,-1 0-1 0 0,1 0 0 0 0,-1 0 1 0 0,1 0-1 0 0,-1 0 1 0 0,5 0-1 0 0,3 1-1068 0 0,0 0 1 0 0,0-1-1 0 0,0-1 0 0 0,0 0 0 0 0,0 0 0 0 0,1 0 0 0 0,-1-2 1 0 0,10-1-1 0 0,-1 0-2995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27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4044 0 0,'-27'3'6359'0'0,"19"0"-5499"0"0,-1 0-1 0 0,1 1 1 0 0,0 0-1 0 0,0 0 1 0 0,1 1-1 0 0,-1 0 1 0 0,1 0-1 0 0,0 1 1 0 0,1 0-1 0 0,-1 0 1 0 0,1 1-1 0 0,-8 10 1 0 0,11-12-599 0 0,0-1 0 0 0,0 1 0 0 0,0 0 0 0 0,1 0 1 0 0,-1 0-1 0 0,1 0 0 0 0,0 0 0 0 0,1 1 0 0 0,-2 9 1 0 0,2-12-224 0 0,1 1 0 0 0,0-1 1 0 0,0 0-1 0 0,0 0 0 0 0,1 0 0 0 0,-1 0 1 0 0,1 0-1 0 0,0 0 0 0 0,0 0 1 0 0,0 0-1 0 0,0 0 0 0 0,0 0 1 0 0,1 0-1 0 0,-1-1 0 0 0,1 1 1 0 0,0 0-1 0 0,0-1 0 0 0,3 4 0 0 0,-2-4-181 0 0,1 1-1 0 0,-1-1 0 0 0,1 1 0 0 0,0-1 0 0 0,0-1 1 0 0,0 1-1 0 0,0 0 0 0 0,0-1 0 0 0,1 0 0 0 0,-1 0 1 0 0,0 0-1 0 0,1 0 0 0 0,-1-1 0 0 0,0 0 0 0 0,1 0 1 0 0,-1 0-1 0 0,0 0 0 0 0,1-1 0 0 0,-1 1 0 0 0,0-1 1 0 0,9-3-1 0 0,7-2-807 0 0,0-1 0 0 0,0 0 0 0 0,21-12 0 0 0,-38 17 899 0 0,10-4-655 0 0,1-1 0 0 0,-1-1-1 0 0,16-13 1 0 0,-27 20 676 0 0,1-1 0 0 0,-1 0 0 0 0,0 0 1 0 0,0 0-1 0 0,0 0 0 0 0,0 0 0 0 0,0 0 0 0 0,-1 0 0 0 0,1-1 0 0 0,-1 1 0 0 0,1 0 0 0 0,-1-1 0 0 0,0 0 0 0 0,0 1 0 0 0,0-1 0 0 0,0 1 0 0 0,-1-1 0 0 0,1 0 0 0 0,-1 0 0 0 0,0 0 0 0 0,1 1 1 0 0,-1-1-1 0 0,0 0 0 0 0,-1 0 0 0 0,0-4 0 0 0,1 7 97 0 0,-1-1 0 0 0,1 0 0 0 0,-1 0 0 0 0,0 1 0 0 0,1-1 0 0 0,-1 0-1 0 0,0 1 1 0 0,1-1 0 0 0,-1 1 0 0 0,0-1 0 0 0,0 1 0 0 0,0 0 0 0 0,1-1 0 0 0,-1 1 0 0 0,0 0 0 0 0,0-1 0 0 0,0 1 0 0 0,0 0 0 0 0,0 0 0 0 0,0 0 0 0 0,0 0 0 0 0,0 0 0 0 0,1 0 0 0 0,-1 0 0 0 0,0 0 0 0 0,0 0 0 0 0,0 0 0 0 0,0 0 0 0 0,0 1 0 0 0,0-1-1 0 0,0 0 1 0 0,1 1 0 0 0,-1-1 0 0 0,0 0 0 0 0,0 1 0 0 0,-1 0 0 0 0,-31 17 2421 0 0,27-13-2166 0 0,1-1-1 0 0,0 1 1 0 0,0-1-1 0 0,1 1 1 0 0,-1 1 0 0 0,1-1-1 0 0,0 0 1 0 0,1 1 0 0 0,-1 0-1 0 0,1 0 1 0 0,-5 13 0 0 0,7-16-377 0 0,1 0 1 0 0,-1 0-1 0 0,0 0 1 0 0,1 0-1 0 0,0 0 1 0 0,0 0-1 0 0,0 0 1 0 0,0 0-1 0 0,0 1 1 0 0,1-1-1 0 0,-1 0 1 0 0,2 4-1 0 0,-1-5-204 0 0,0 1 0 0 0,0 0 0 0 0,1-1 0 0 0,-1 1 0 0 0,1-1 0 0 0,0 0 0 0 0,-1 0 0 0 0,1 1 0 0 0,0-1-1 0 0,1 0 1 0 0,-1-1 0 0 0,0 1 0 0 0,0 0 0 0 0,1 0 0 0 0,3 1 0 0 0,-4-2-249 0 0,0 0 1 0 0,0-1-1 0 0,0 1 0 0 0,0 0 1 0 0,1-1-1 0 0,-1 1 0 0 0,0-1 1 0 0,0 0-1 0 0,0 0 0 0 0,1 0 1 0 0,-1 0-1 0 0,0 0 1 0 0,0-1-1 0 0,1 1 0 0 0,-1 0 1 0 0,0-1-1 0 0,0 0 0 0 0,0 1 1 0 0,0-1-1 0 0,0 0 0 0 0,0 0 1 0 0,0 0-1 0 0,2-2 0 0 0,2 0-1283 0 0,11-4-2350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27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 4300 0 0,'-7'4'1316'0'0,"2"2"0"0"0,-1-1 0 0 0,1 0 0 0 0,-1 1 0 0 0,1 0 0 0 0,-7 12 0 0 0,-20 44 3000 0 0,2-3-2419 0 0,-55 104-1075 0 0,85-162-826 0 0,-4 5-606 0 0,0 1 1 0 0,0-1-1 0 0,-1 0 0 0 0,0 0 1 0 0,-6 6-1 0 0,9-10-892 0 0,-21-11-5024 0 0,21 8 6142 0 0,0-1 0 0 0,1 1 0 0 0,-1-1 1 0 0,1 1-1 0 0,-1-1 0 0 0,1 0 1 0 0,0 0-1 0 0,-1 1 0 0 0,1-1 1 0 0,0 0-1 0 0,0 0 0 0 0,-1-3 0 0 0,-3-13-3474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27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5076 0 0,'-2'50'8279'0'0,"-1"5"-3665"0"0,4-48-4415 0 0,-1 0-1 0 0,1 0 1 0 0,0 0-1 0 0,1 0 1 0 0,-1 0-1 0 0,1 0 1 0 0,1 0 0 0 0,-1-1-1 0 0,1 1 1 0 0,5 7-1 0 0,21 37-716 0 0,12 20-5785 0 0,-23-44-2151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30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7530 0 0,'-7'3'1305'0'0,"1"0"0"0"0,-1 1-1 0 0,1 0 1 0 0,0 0 0 0 0,0 0 0 0 0,0 1 0 0 0,-5 6-1 0 0,6-7-748 0 0,1 1 0 0 0,1-1 0 0 0,-1 1 0 0 0,1 0 0 0 0,0 0 0 0 0,0 1 0 0 0,0-1 0 0 0,-2 9 0 0 0,3-10-486 0 0,1 0-1 0 0,1 0 1 0 0,-1-1 0 0 0,0 1-1 0 0,1 0 1 0 0,0 0 0 0 0,0 0-1 0 0,0 0 1 0 0,1 0 0 0 0,-1 0-1 0 0,1 0 1 0 0,0-1 0 0 0,0 1-1 0 0,0 0 1 0 0,0 0 0 0 0,1-1-1 0 0,0 1 1 0 0,-1-1 0 0 0,1 0 0 0 0,1 1-1 0 0,-1-1 1 0 0,0 0 0 0 0,1 0-1 0 0,-1 0 1 0 0,1 0 0 0 0,0-1-1 0 0,0 1 1 0 0,0-1 0 0 0,1 0-1 0 0,-1 0 1 0 0,4 2 0 0 0,4 1-112 0 0,0 0 1 0 0,0 0-1 0 0,1-1 1 0 0,-1-1-1 0 0,1 0 1 0 0,0 0-1 0 0,0-1 0 0 0,0-1 1 0 0,0 0-1 0 0,0-1 1 0 0,0 0-1 0 0,0-1 1 0 0,0 0-1 0 0,0-1 1 0 0,0 0-1 0 0,0-1 1 0 0,0 0-1 0 0,-1-1 0 0 0,1 0 1 0 0,18-11-1 0 0,-28 14 61 0 0,-1 1-1 0 0,0-1 0 0 0,0 0 0 0 0,0 0 1 0 0,0 1-1 0 0,0-1 0 0 0,-1 0 0 0 0,1 0 1 0 0,0 0-1 0 0,0 0 0 0 0,0 0 1 0 0,-1 0-1 0 0,1 0 0 0 0,-1-1 0 0 0,1 1 1 0 0,-1 0-1 0 0,1 0 0 0 0,-1 0 0 0 0,0-1 1 0 0,1 1-1 0 0,-1 0 0 0 0,0 0 0 0 0,0-1 1 0 0,0 1-1 0 0,0 0 0 0 0,0 0 0 0 0,0-1 1 0 0,0 1-1 0 0,-1 0 0 0 0,1 0 1 0 0,0-1-1 0 0,-1 1 0 0 0,1 0 0 0 0,-1 0 1 0 0,1 0-1 0 0,-1 0 0 0 0,1 0 0 0 0,-2-2 1 0 0,1 1 8 0 0,-1 1 1 0 0,1-1 0 0 0,0 1-1 0 0,-1-1 1 0 0,1 1 0 0 0,-1-1 0 0 0,1 1-1 0 0,-1 0 1 0 0,0 0 0 0 0,0-1 0 0 0,1 1-1 0 0,-1 1 1 0 0,0-1 0 0 0,0 0-1 0 0,0 0 1 0 0,0 1 0 0 0,0-1 0 0 0,0 1-1 0 0,0-1 1 0 0,0 1 0 0 0,-1 0-1 0 0,-1 0 1 0 0,2 0-21 0 0,1 0-1 0 0,-1 0 1 0 0,1 1-1 0 0,-1-1 1 0 0,1 0-1 0 0,-1 1 1 0 0,1-1-1 0 0,-1 1 0 0 0,1-1 1 0 0,-1 1-1 0 0,1 0 1 0 0,0 0-1 0 0,-1-1 1 0 0,1 1-1 0 0,0 0 1 0 0,0 0-1 0 0,0 0 1 0 0,0 0-1 0 0,0 1 1 0 0,0-1-1 0 0,0 0 1 0 0,0 0-1 0 0,0 1 1 0 0,-1 1-1 0 0,2-1-3 0 0,-1 0 0 0 0,1 1 0 0 0,0-1 0 0 0,0 0 0 0 0,0 1 0 0 0,0-1 0 0 0,0 0 0 0 0,1 0 0 0 0,-1 1 0 0 0,0-1 0 0 0,1 0 0 0 0,0 0-1 0 0,0 0 1 0 0,1 4 0 0 0,3 4-15 0 0,1-1-1 0 0,-1 1 1 0 0,2-1-1 0 0,0 0 1 0 0,10 11-1 0 0,108 95 57 0 0,16 16 103 0 0,-127-113-113 0 0,0 1 0 0 0,20 35 1 0 0,-30-47-20 0 0,-3-6 4 0 0,0 1 0 0 0,0-1 0 0 0,-1 1 0 0 0,1-1 0 0 0,0 1 0 0 0,0-1 0 0 0,-1 1 0 0 0,1 0 0 0 0,-1 0 1 0 0,0-1-1 0 0,1 1 0 0 0,-1 0 0 0 0,0 0 0 0 0,0-1 0 0 0,0 1 0 0 0,0 0 0 0 0,-1 0 0 0 0,1-1 0 0 0,0 1 0 0 0,-1 0 0 0 0,1-1 0 0 0,-1 1 0 0 0,-1 2 1 0 0,1-1 19 0 0,-1-1 1 0 0,0 0 0 0 0,0 0 0 0 0,0 0 0 0 0,0 0 0 0 0,-1 0 0 0 0,1 0 0 0 0,0-1 0 0 0,-1 1 0 0 0,1-1-1 0 0,-1 1 1 0 0,0-1 0 0 0,-3 1 0 0 0,-3 1 83 0 0,-1 0-1 0 0,0-1 1 0 0,0 0-1 0 0,0-1 1 0 0,0 0-1 0 0,0-1 1 0 0,-13 0 0 0 0,6-3 1 0 0,0 0 0 0 0,0-2 1 0 0,0 0-1 0 0,1 0 0 0 0,-1-2 1 0 0,2 0-1 0 0,-1-1 0 0 0,1 0 1 0 0,0-1-1 0 0,-24-20 1 0 0,36 27-131 0 0,1 0 1 0 0,-1-1 0 0 0,1 1 0 0 0,0 0 0 0 0,0-1 0 0 0,0 0 0 0 0,0 1 0 0 0,0-1 0 0 0,1 0 0 0 0,-1 0 0 0 0,-1-5 0 0 0,3 7-9 0 0,-1-1 1 0 0,1 1 0 0 0,0-1 0 0 0,0 1 0 0 0,0-1-1 0 0,0 1 1 0 0,0-1 0 0 0,0 1 0 0 0,0-1-1 0 0,0 1 1 0 0,1 0 0 0 0,-1-1 0 0 0,0 1-1 0 0,1-1 1 0 0,-1 1 0 0 0,1 0 0 0 0,0-1-1 0 0,1-1 1 0 0,0 0-18 0 0,1 1 0 0 0,-1 0 0 0 0,1 0 0 0 0,-1 0 0 0 0,1 0 0 0 0,0 0 0 0 0,0 0 0 0 0,0 1 0 0 0,0 0 0 0 0,0-1 0 0 0,0 1 0 0 0,1 0 0 0 0,-1 0 0 0 0,0 1 0 0 0,0-1 0 0 0,1 1 0 0 0,-1 0 1 0 0,0-1-1 0 0,7 2 0 0 0,77 8-2703 0 0,-19-1-3381 0 0,-4-7-3329 0 0,-59-2 5166 0 0,5-2-1685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31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3636 0 0,'0'0'11513'0'0,"12"21"-6963"0"0,2 8-2654 0 0,-7-11-1160 0 0,2 1-1 0 0,0-1 0 0 0,16 22 0 0 0,-22-36-757 0 0,-1-1-1 0 0,1 1 1 0 0,0-1 0 0 0,0 0 0 0 0,0 0 0 0 0,1 0-1 0 0,-1 0 1 0 0,1 0 0 0 0,-1-1 0 0 0,1 1 0 0 0,0-1-1 0 0,0 0 1 0 0,0-1 0 0 0,0 1 0 0 0,1-1-1 0 0,-1 1 1 0 0,0-1 0 0 0,0 0 0 0 0,1-1 0 0 0,8 1-1 0 0,-8-2-172 0 0,-1 0-1 0 0,1 0 0 0 0,-1-1 0 0 0,1 0 0 0 0,-1 0 0 0 0,0 0 0 0 0,0 0 0 0 0,0-1 0 0 0,0 1 1 0 0,0-1-1 0 0,0 0 0 0 0,-1 0 0 0 0,1-1 0 0 0,-1 1 0 0 0,0-1 0 0 0,0 0 0 0 0,2-3 1 0 0,10-15-343 0 0,21-38 1 0 0,-34 55 479 0 0,20-29 699 0 0,-21 32-204 0 0,7-13 3286 0 0,0 47-2636 0 0,-8-29-1051 0 0,1 1 0 0 0,0 0 0 0 0,0 0 0 0 0,0-1 0 0 0,0 1 0 0 0,0-1 0 0 0,1 1 0 0 0,-1-1 0 0 0,1 1 0 0 0,0-1 0 0 0,0 0 0 0 0,3 3 0 0 0,-4-5-188 0 0,11 2-669 0 0,11 0-785 0 0,-9-7 945 0 0,0-1 0 0 0,-1-1 0 0 0,1 0 1 0 0,-1-1-1 0 0,-1-1 0 0 0,0 0 0 0 0,0 0 0 0 0,13-13 0 0 0,13-7-514 0 0,-1-4 132 0 0,-25 20 1775 0 0,-25 17 4002 0 0,13-3-4798 0 0,0 0 0 0 0,0 0 0 0 0,0 0 0 0 0,0 0 0 0 0,0 1 0 0 0,0-1 0 0 0,0 0-1 0 0,1 0 1 0 0,0 0 0 0 0,-1 0 0 0 0,1 0 0 0 0,0 0 0 0 0,0 0 0 0 0,0-1 0 0 0,0 1 0 0 0,0 0 0 0 0,1 1-1 0 0,-1-1-63 0 0,2 3-111 0 0,1 0 0 0 0,0 1 1 0 0,0-2-1 0 0,0 1 0 0 0,0 0 1 0 0,1-1-1 0 0,-1 0 0 0 0,1 0 1 0 0,0-1-1 0 0,1 1 0 0 0,-1-1 1 0 0,1 0-1 0 0,6 3 1 0 0,-1-2-1056 0 0,0 0 1 0 0,1 0-1 0 0,-1-1 0 0 0,1-1 1 0 0,0 0-1 0 0,14 1 1 0 0,-13-4-1649 0 0,-7-1-916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31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5924 0 0,'-16'11'8607'0'0,"10"14"-7265"0"0,11-12-7138 0 0,-22-23-356 0 0,9 2 2237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31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3940 0 0,'1'-1'131'0'0,"-1"1"-1"0"0,1 0 1 0 0,0 0 0 0 0,-1 0 0 0 0,1 0-1 0 0,-1 0 1 0 0,1 0 0 0 0,-1 1-1 0 0,1-1 1 0 0,-1 0 0 0 0,1 0-1 0 0,0 0 1 0 0,-1 0 0 0 0,1 1-1 0 0,-1-1 1 0 0,1 0 0 0 0,-1 0-1 0 0,1 1 1 0 0,-1-1 0 0 0,0 0-1 0 0,1 1 1 0 0,-1-1 0 0 0,1 1-1 0 0,-1-1 1 0 0,0 0 0 0 0,1 1 0 0 0,-1-1-1 0 0,0 1 1 0 0,1-1 0 0 0,-1 1-1 0 0,0-1 1 0 0,0 1 0 0 0,0-1-1 0 0,1 1 1 0 0,-1 0 0 0 0,0-1-1 0 0,0 1 1 0 0,0-1 0 0 0,0 1-1 0 0,0-1 1 0 0,0 1 0 0 0,0 0-1 0 0,0 0 1 0 0,1 39 2905 0 0,0-11-1616 0 0,3-11-998 0 0,-1-7-336 0 0,-1-1 0 0 0,1 1-1 0 0,8 17 1 0 0,-9-25-139 0 0,-1 0-1 0 0,1-1 1 0 0,0 1 0 0 0,0 0-1 0 0,0-1 1 0 0,0 1-1 0 0,1-1 1 0 0,-1 0-1 0 0,1 0 1 0 0,-1 0 0 0 0,1 0-1 0 0,0 0 1 0 0,0 0-1 0 0,-1-1 1 0 0,1 1 0 0 0,6 1-1 0 0,-6-2-58 0 0,-1-1 1 0 0,0 0-1 0 0,1 1 0 0 0,-1-1 0 0 0,1 0 1 0 0,-1 0-1 0 0,0 0 0 0 0,1 0 1 0 0,-1-1-1 0 0,0 1 0 0 0,1-1 0 0 0,-1 1 1 0 0,0-1-1 0 0,0 0 0 0 0,1 0 0 0 0,-1 0 1 0 0,0 0-1 0 0,0 0 0 0 0,0-1 1 0 0,0 1-1 0 0,0-1 0 0 0,-1 1 0 0 0,1-1 1 0 0,3-3-1 0 0,2-4-444 0 0,1-1 1 0 0,-1 0-1 0 0,10-18 1 0 0,-3 4 379 0 0,-7 14 155 0 0,-3 5 359 0 0,0 0 0 0 0,0-1-1 0 0,0 0 1 0 0,-1 0 0 0 0,1 0 0 0 0,-1 0 0 0 0,3-13 2504 0 0,-4 19-2724 0 0,-1 0 0 0 0,1 1-1 0 0,0-1 1 0 0,-1 1 0 0 0,1-1 0 0 0,0 1 0 0 0,-1 0 0 0 0,1 0 0 0 0,-1 0 0 0 0,1 0-1 0 0,-1 0 1 0 0,0 0 0 0 0,1 0 0 0 0,-1 0 0 0 0,0 1 0 0 0,0-1 0 0 0,0 0 0 0 0,2 3-1 0 0,21 35 1647 0 0,-5-8-936 0 0,16 13 35 0 0,26 29-182 0 0,-55-67-1231 0 0,0-1 0 0 0,0 1 0 0 0,1-1 0 0 0,14 7 0 0 0,-19-11-329 0 0,5-7-1200 0 0,-6 5 1659 0 0,1-1-1 0 0,-1 1 1 0 0,0 0-1 0 0,0 0 1 0 0,1-1 0 0 0,-1 1-1 0 0,0-1 1 0 0,0 1-1 0 0,0-1 1 0 0,-1 0 0 0 0,1 1-1 0 0,0-1 1 0 0,0 0-1 0 0,-1 1 1 0 0,1-1-1 0 0,-1 0 1 0 0,0 0 0 0 0,1 1-1 0 0,-1-1 1 0 0,0 0-1 0 0,0 0 1 0 0,0 0 0 0 0,-1-3-1 0 0,1-10-4140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33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0 3632 0 0,'0'0'19091'0'0,"-5"18"-16677"0"0,-12 35-53 0 0,9-25-1618 0 0,-2-2 0 0 0,-15 34-1 0 0,-20 20-17 0 0,21-41-1374 0 0,-24 60 0 0 0,45-101-2140 0 0,3 2 2656 0 0,-1 0 0 0 0,1 0 0 0 0,0 0 1 0 0,0 0-1 0 0,0 0 0 0 0,0 0 0 0 0,-1 0 0 0 0,1 0 1 0 0,0 0-1 0 0,0 0 0 0 0,0 0 0 0 0,0 1 0 0 0,-1-1 0 0 0,1 0 1 0 0,-2 3-2392 0 0,-1-34-1833 0 0,1-49 60 0 0,2 73 3631 0 0,-7-88-3519 0 0,-9 4 3607 0 0,13 77 909 0 0,-13-33 7162 0 0,32 60-3343 0 0,39 54 1027 0 0,-43-54-4578 0 0,96 95 3106 0 0,-94-96-3688 0 0,0-1 0 0 0,1-1 0 0 0,1 0 0 0 0,0-1 0 0 0,0 0 0 0 0,21 7 0 0 0,-35-16-204 0 0,9 4-350 0 0,-1 0-5481 0 0,-12-12 1731 0 0,-2 4 2252 0 0,-10 2-9435 0 0,13 2 11754 0 0,-10 2-5359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34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43 4996 0 0,'-12'-4'16157'0'0,"12"24"-6799"0"0,1-8-11994 0 0,1-3 2993 0 0,1-1 1 0 0,-1 1-1 0 0,1-1 0 0 0,0 0 1 0 0,6 8-1 0 0,-8-14-324 0 0,0 1 0 0 0,0-1 0 0 0,0 0 0 0 0,1 0 0 0 0,0 0-1 0 0,-1 0 1 0 0,1 0 0 0 0,0 0 0 0 0,0 0 0 0 0,0-1 0 0 0,0 1 0 0 0,0-1-1 0 0,0 1 1 0 0,0-1 0 0 0,1 0 0 0 0,-1 0 0 0 0,0 0 0 0 0,1 0 0 0 0,-1 0-1 0 0,1 0 1 0 0,-1-1 0 0 0,4 1 0 0 0,-4-1-54 0 0,1 0 0 0 0,-1-1-1 0 0,1 1 1 0 0,-1-1 0 0 0,0 1 0 0 0,1-1 0 0 0,-1 0 0 0 0,0 0-1 0 0,1 0 1 0 0,-1 0 0 0 0,0 0 0 0 0,0-1 0 0 0,0 1 0 0 0,0-1-1 0 0,0 1 1 0 0,0-1 0 0 0,-1 0 0 0 0,1 0 0 0 0,2-3-1 0 0,26-48-549 0 0,-27 46 518 0 0,0 0 1 0 0,1 0-1 0 0,-1 0 1 0 0,1 1-1 0 0,1 0 1 0 0,-1 0-1 0 0,7-6 1 0 0,-10 11 54 0 0,0-1 0 0 0,0 1 1 0 0,0 0-1 0 0,0 0 0 0 0,0 0 0 0 0,0 0 1 0 0,0 1-1 0 0,1-1 0 0 0,-1 0 0 0 0,0 0 0 0 0,1 1 1 0 0,-1-1-1 0 0,0 1 0 0 0,1-1 0 0 0,-1 1 1 0 0,1-1-1 0 0,-1 1 0 0 0,1 0 0 0 0,1 0 0 0 0,-1 1 29 0 0,-1 1-1 0 0,0 0 0 0 0,0-1 0 0 0,0 1 1 0 0,0 0-1 0 0,0 0 0 0 0,0 0 0 0 0,-1 0 0 0 0,1 0 1 0 0,-1 0-1 0 0,1 0 0 0 0,-1 0 0 0 0,0 0 0 0 0,1 3 1 0 0,1 8-15 0 0,2 0 1 0 0,0-1 0 0 0,0 1 0 0 0,1-1-1 0 0,0 0 1 0 0,1-1 0 0 0,10 15 0 0 0,-15-24-46 0 0,0-1 1 0 0,1 1 0 0 0,0-1 0 0 0,-1 1 0 0 0,1-1 0 0 0,-1 0 0 0 0,1 1 0 0 0,0-1-1 0 0,0 0 1 0 0,0 0 0 0 0,0 0 0 0 0,0-1 0 0 0,0 1 0 0 0,0 0 0 0 0,0-1-1 0 0,0 1 1 0 0,0-1 0 0 0,0 0 0 0 0,1 0 0 0 0,2 0 0 0 0,0 0-36 0 0,0-1-1 0 0,0 0 1 0 0,0 0 0 0 0,-1-1 0 0 0,1 1-1 0 0,0-1 1 0 0,-1 0 0 0 0,8-5 0 0 0,4-3-202 0 0,0-2 0 0 0,-1 0 0 0 0,20-20 1 0 0,29-49-542 0 0,-63 79 1185 0 0,7-5 19 0 0,-5 4-263 0 0,3 13-97 0 0,1 18 103 0 0,4 4-264 0 0,-3-17-625 0 0,-7-13 476 0 0,-1 0-1 0 0,1 0 0 0 0,1 0 1 0 0,-1 0-1 0 0,0 0 1 0 0,0 0-1 0 0,1 0 1 0 0,-1 0-1 0 0,1 0 0 0 0,0 0 1 0 0,0-1-1 0 0,-1 1 1 0 0,1-1-1 0 0,0 1 1 0 0,0-1-1 0 0,0 0 0 0 0,1 0 1 0 0,-1 0-1 0 0,0 0 1 0 0,0 0-1 0 0,4 1 1 0 0,36 6-4183 0 0,-11-5-5949 0 0,-21-2 4136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34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23 4316 0 0,'-1'-2'549'0'0,"0"0"1"0"0,0 1-1 0 0,-1-1 0 0 0,1 1 0 0 0,-1-1 1 0 0,1 1-1 0 0,-1 0 0 0 0,1 0 1 0 0,-1-1-1 0 0,0 1 0 0 0,0 0 0 0 0,1 0 1 0 0,-1 1-1 0 0,0-1 0 0 0,0 0 1 0 0,0 1-1 0 0,0-1 0 0 0,0 1 0 0 0,0-1 1 0 0,0 1-1 0 0,0 0 0 0 0,0 0 0 0 0,0 0 1 0 0,-2 0-1 0 0,0 1-66 0 0,1 0 0 0 0,0 1 1 0 0,-1-1-1 0 0,1 1 0 0 0,0-1 0 0 0,0 1 0 0 0,0 0 1 0 0,0 0-1 0 0,0 0 0 0 0,0 1 0 0 0,1-1 0 0 0,-5 5 1 0 0,0 2 1 0 0,0 0 0 0 0,0 1 1 0 0,1 0-1 0 0,0 0 0 0 0,1 0 1 0 0,0 0-1 0 0,-6 20 0 0 0,9-18-336 0 0,0-1-1 0 0,0 0 1 0 0,1 0-1 0 0,0 1 0 0 0,1-1 1 0 0,1 1-1 0 0,-1-1 1 0 0,5 16-1 0 0,-5-24-185 0 0,1 0 0 0 0,-1 0 1 0 0,1-1-1 0 0,0 1 0 0 0,0 0 0 0 0,0-1 0 0 0,1 1 0 0 0,-1-1 0 0 0,1 1 0 0 0,-1-1 0 0 0,1 1 0 0 0,0-1 1 0 0,0 0-1 0 0,0 0 0 0 0,0 0 0 0 0,0 0 0 0 0,0-1 0 0 0,1 1 0 0 0,-1 0 0 0 0,1-1 0 0 0,-1 1 0 0 0,1-1 1 0 0,-1 0-1 0 0,1 0 0 0 0,0 0 0 0 0,-1-1 0 0 0,1 1 0 0 0,0 0 0 0 0,0-1 0 0 0,0 0 0 0 0,0 0 0 0 0,0 0 1 0 0,-1 0-1 0 0,1 0 0 0 0,0 0 0 0 0,0-1 0 0 0,0 1 0 0 0,5-3 0 0 0,4-1-240 0 0,-1 0 0 0 0,1-1 0 0 0,0 0 0 0 0,-1-1 0 0 0,0 0 0 0 0,-1-1 0 0 0,1-1 0 0 0,-2 1 0 0 0,1-1 0 0 0,-1-1 0 0 0,0 0 1 0 0,0 0-1 0 0,-1-1 0 0 0,-1 0 0 0 0,1 0 0 0 0,-2-1 0 0 0,1 0 0 0 0,4-13 0 0 0,0-14 968 0 0,-10 37-396 0 0,-14-19 802 0 0,6 23-1019 0 0,1 1-1 0 0,0 0 0 0 0,0 0 1 0 0,1 0-1 0 0,-1 0 0 0 0,1 1 0 0 0,0 0 1 0 0,0 0-1 0 0,0 0 0 0 0,1 1 0 0 0,0 0 1 0 0,0 0-1 0 0,0 0 0 0 0,1 0 1 0 0,0 0-1 0 0,0 1 0 0 0,-2 8 0 0 0,3-9-173 0 0,0 1 0 0 0,0-1 0 0 0,1 1 0 0 0,0 0 0 0 0,0 0 0 0 0,1-1 0 0 0,0 1 1 0 0,1 8-1 0 0,-1-11-238 0 0,1 0 0 0 0,0 0 0 0 0,0 0 0 0 0,0 0 0 0 0,0 0 0 0 0,1 0 0 0 0,0-1 0 0 0,-1 1 1 0 0,1-1-1 0 0,0 1 0 0 0,1-1 0 0 0,-1 0 0 0 0,1 0 0 0 0,3 4 0 0 0,-3-6-40 0 0,-1-1-1 0 0,1 0 1 0 0,-1 0-1 0 0,1 0 1 0 0,-1 0-1 0 0,1 0 1 0 0,-1-1-1 0 0,1 1 1 0 0,-1-1-1 0 0,1 1 1 0 0,-1-1-1 0 0,0 0 1 0 0,1 0-1 0 0,2-2 1 0 0,-1 2-329 0 0,68-32-8178 0 0,-43 22 3651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34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5802 0 0,'-13'12'2371'0'0,"1"0"0"0"0,1 1 1 0 0,-18 24-1 0 0,8-4 10 0 0,-29 61 1 0 0,21-36-3781 0 0,28-57 605 0 0,-4-30-17049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0:3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8270 0 0,'-1'1'563'0'0,"1"1"0"0"0,-1-1 0 0 0,1 1 0 0 0,0-1-1 0 0,-1 1 1 0 0,1 0 0 0 0,0-1 0 0 0,0 1 0 0 0,0 0 0 0 0,0-1 0 0 0,0 1-1 0 0,1-1 1 0 0,-1 1 0 0 0,0 0 0 0 0,1-1 0 0 0,0 3 0 0 0,14 36 4497 0 0,-6-15-2699 0 0,-4-6-1600 0 0,1-1 1 0 0,1-1-1 0 0,0 1 1 0 0,1-1-1 0 0,1 0 0 0 0,1-1 1 0 0,15 20-1 0 0,-14-23-1164 0 0,-1-2 0 0 0,2 1-1 0 0,0-1 1 0 0,0-1 0 0 0,1 0-1 0 0,0-1 1 0 0,0 0 0 0 0,27 12-1 0 0,-35-19-1597 0 0,2 1 3538 0 0,-4-1-3371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2:26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20 151 3396 0 0,'-16'-18'9035'0'0,"13"5"-3910"0"0,4 11-4790 0 0,-1 1-1 0 0,1-1 1 0 0,0 1 0 0 0,0 0 0 0 0,0-1-1 0 0,1 1 1 0 0,-1 0 0 0 0,0 0-1 0 0,0 0 1 0 0,1 0 0 0 0,-1 0-1 0 0,1 0 1 0 0,-1 1 0 0 0,0-1-1 0 0,1 0 1 0 0,0 1 0 0 0,-1-1-1 0 0,1 1 1 0 0,2-1 0 0 0,-2 0 1357 0 0,28 13 850 0 0,-22-1-2255 0 0,-1 0 0 0 0,-1 0 1 0 0,0 0-1 0 0,0 1 0 0 0,-1 0 0 0 0,-1 0 1 0 0,0 0-1 0 0,-1 1 0 0 0,0-1 1 0 0,1 16-1 0 0,18 55-97 0 0,-6-26-47 0 0,-15-55-181 0 0,6 15-1159 0 0,-6-20 1114 0 0,0 1 0 0 0,0 0 0 0 0,-1 0 1 0 0,1 0-1 0 0,-1 0 0 0 0,0-1 1 0 0,0 1-1 0 0,1 0 0 0 0,-1 0 0 0 0,-1-1 1 0 0,1 1-1 0 0,0 0 0 0 0,-1 0 0 0 0,1-1 1 0 0,-1 1-1 0 0,1 0 0 0 0,-1 0 1 0 0,0 0-1 0 0,-2-3 0 0 0,-29-43-1367 0 0,6 10 261 0 0,19 23 1051 0 0,1-1-1 0 0,1 0 1 0 0,0 0 0 0 0,1 0-1 0 0,1 0 1 0 0,1-1-1 0 0,-1-21 1 0 0,3 32 158 0 0,0 1 1 0 0,0 0-1 0 0,1-1 0 0 0,0 1 1 0 0,0 0-1 0 0,0 0 0 0 0,1 0 1 0 0,0 0-1 0 0,0 0 0 0 0,0 0 0 0 0,1 0 1 0 0,-1 1-1 0 0,1-1 0 0 0,0 1 1 0 0,0-1-1 0 0,1 1 0 0 0,-1 0 1 0 0,1 1-1 0 0,0-1 0 0 0,0 1 1 0 0,0-1-1 0 0,1 1 0 0 0,-1 1 0 0 0,1-1 1 0 0,9-4-1 0 0,-6 4 57 0 0,1 0 1 0 0,-1 1-1 0 0,1 0 0 0 0,0 0 0 0 0,-1 1 1 0 0,1 0-1 0 0,0 0 0 0 0,0 1 1 0 0,0 0-1 0 0,0 1 0 0 0,-1 0 0 0 0,1 0 1 0 0,0 1-1 0 0,-1 0 0 0 0,10 4 0 0 0,-12-4-19 0 0,0 1-1 0 0,0 0 0 0 0,0 0 1 0 0,-1 0-1 0 0,0 1 0 0 0,1 0 1 0 0,-2 0-1 0 0,1 0 0 0 0,0 0 1 0 0,-1 1-1 0 0,1 0 0 0 0,-1 0 1 0 0,-1 0-1 0 0,1 1 0 0 0,-1-1 1 0 0,0 1-1 0 0,0 0 0 0 0,0-1 0 0 0,-1 1 1 0 0,0 1-1 0 0,0-1 0 0 0,-1 0 1 0 0,0 0-1 0 0,0 1 0 0 0,0-1 1 0 0,-1 0-1 0 0,0 13 0 0 0,-1-2 66 0 0,-1-1-1 0 0,0 0 1 0 0,-1 1-1 0 0,-1-1 1 0 0,0 0-1 0 0,-2-1 1 0 0,1 1 0 0 0,-2-1-1 0 0,-13 23 1 0 0,16-32-86 0 0,0 0 1 0 0,-1 0 0 0 0,1-1 0 0 0,-1 0 0 0 0,0 0 0 0 0,0 0 0 0 0,-1 0 0 0 0,1-1 0 0 0,-1 0 0 0 0,0 0 0 0 0,0 0 0 0 0,-1-1-1 0 0,-11 5 1 0 0,14-7-32 0 0,0 0 0 0 0,0 0 0 0 0,0 0 0 0 0,0-1 0 0 0,0 1 0 0 0,0-1 0 0 0,-1 0 0 0 0,1 0 0 0 0,0 0 0 0 0,0-1 0 0 0,0 1 0 0 0,0-1 0 0 0,0 0 0 0 0,0 0 0 0 0,0-1 0 0 0,0 1 0 0 0,0-1 0 0 0,1 0 0 0 0,-1 0 0 0 0,1 0 0 0 0,-1 0 0 0 0,1-1 0 0 0,0 1 0 0 0,-1-1 0 0 0,-2-3 0 0 0,3 3-143 0 0,1-1 1 0 0,-1 1 0 0 0,1-1-1 0 0,0 1 1 0 0,0-1 0 0 0,0 1-1 0 0,0-1 1 0 0,1 0 0 0 0,0 0-1 0 0,-1 0 1 0 0,1 0 0 0 0,1 0 0 0 0,-2-7-1 0 0,2 9-661 0 0,21 18-16607 0 0,-21-15 16810 0 0,1 1 0 0 0,0-1 1 0 0,0 1-1 0 0,-1-1 0 0 0,1 2 0 0 0,5 9-6324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0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91 4708 0 0,'0'0'9458'0'0,"-11"34"-4593"0"0,3 11-883 0 0,7 22-2356 0 0,1 37-625 0 0,23 35-362 0 0,-22-137-626 0 0,-1-2-12 0 0,0 1 1 0 0,0-1-1 0 0,0 0 1 0 0,0 0-1 0 0,0 1 1 0 0,0-1-1 0 0,0 0 1 0 0,0 0-1 0 0,0 1 1 0 0,0-1-1 0 0,0 0 0 0 0,0 0 1 0 0,0 1-1 0 0,0-1 1 0 0,0 0-1 0 0,0 0 1 0 0,0 1-1 0 0,1-1 1 0 0,-1 0-1 0 0,0 0 1 0 0,0 0-1 0 0,0 1 1 0 0,0-1-1 0 0,1 0 1 0 0,-1 0-1 0 0,0 0 1 0 0,0 0-1 0 0,0 1 1 0 0,1-1-1 0 0,-1 0 0 0 0,0 0 1 0 0,0 0-1 0 0,0 0 1 0 0,1 0-1 0 0,-1 0 1 0 0,0 0-1 0 0,0 0 1 0 0,1 0-1 0 0,-1 0 1 0 0,0 0-1 0 0,0 0 1 0 0,1 0-1 0 0,-1 0 1 0 0,0 0-1 0 0,0 0 1 0 0,1 0-1 0 0,-1 0 0 0 0,0 0 1 0 0,0 0-1 0 0,1 0 1 0 0,-1 0-1 0 0,0 0 1 0 0,14-16 193 0 0,6-28 147 0 0,-19 32-366 0 0,1 0-1 0 0,-2 0 1 0 0,0 0 0 0 0,0 0-1 0 0,-1 0 1 0 0,0 1-1 0 0,-1-1 1 0 0,0 0 0 0 0,-1 1-1 0 0,-8-20 1 0 0,-25-74-829 0 0,34 100 850 0 0,-1-1 1 0 0,1 1-1 0 0,0-1 0 0 0,1 0 1 0 0,-1 0-1 0 0,1 0 0 0 0,0 0 1 0 0,1 0-1 0 0,-1 0 0 0 0,1 0 0 0 0,1-7 1 0 0,0 9 11 0 0,0 0 1 0 0,1 0-1 0 0,-1 0 1 0 0,1 0-1 0 0,0 0 1 0 0,0 1-1 0 0,0-1 1 0 0,0 0-1 0 0,1 1 1 0 0,0 0-1 0 0,-1 0 1 0 0,1 0-1 0 0,0 0 1 0 0,1 0-1 0 0,-1 0 1 0 0,7-4-1 0 0,-2 3 49 0 0,0-1 0 0 0,0 1 0 0 0,0 0-1 0 0,0 1 1 0 0,0 0 0 0 0,1 0 0 0 0,-1 1-1 0 0,1 0 1 0 0,0 0 0 0 0,0 1-1 0 0,0 0 1 0 0,0 1 0 0 0,11 0 0 0 0,-13 1 1 0 0,0 0 0 0 0,0 0 0 0 0,-1 0-1 0 0,1 1 1 0 0,0 0 0 0 0,-1 0 0 0 0,1 1 0 0 0,-1 0 0 0 0,0 0 0 0 0,0 0 0 0 0,0 1 0 0 0,0 0 0 0 0,-1 0 0 0 0,0 0 0 0 0,1 1 0 0 0,-2 0 0 0 0,1 0 0 0 0,4 5 0 0 0,3 6 67 0 0,-1 1 1 0 0,0 0-1 0 0,-2 0 0 0 0,0 1 0 0 0,10 27 0 0 0,-17-37-86 0 0,1 1 0 0 0,-2-1 0 0 0,1 1 0 0 0,-1-1-1 0 0,0 1 1 0 0,-1 0 0 0 0,0 0 0 0 0,0-1 0 0 0,-1 1 0 0 0,0 0 0 0 0,-1-1-1 0 0,0 1 1 0 0,0-1 0 0 0,-1 0 0 0 0,-3 9 0 0 0,3-10 12 0 0,-1 0 0 0 0,0 1 1 0 0,0-1-1 0 0,0 0 0 0 0,-1-1 0 0 0,0 1 1 0 0,0-1-1 0 0,0 0 0 0 0,-1 0 0 0 0,0-1 1 0 0,0 0-1 0 0,-9 6 0 0 0,11-9-35 0 0,0 0 0 0 0,0 0 0 0 0,-1-1-1 0 0,1 1 1 0 0,0-1 0 0 0,-1 0 0 0 0,1-1-1 0 0,-1 1 1 0 0,1-1 0 0 0,-1 1 0 0 0,1-1 0 0 0,-1-1-1 0 0,0 1 1 0 0,1-1 0 0 0,-1 0 0 0 0,1 0-1 0 0,0 0 1 0 0,-1 0 0 0 0,1-1 0 0 0,0 0 0 0 0,0 1-1 0 0,0-2 1 0 0,0 1 0 0 0,-4-3 0 0 0,-78-51-51 0 0,85 55-11 0 0,17 8-14385 0 0,-12-6 12199 0 0,-1 1-1 0 0,0 0 1 0 0,5 5 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06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4526 0 0,'0'0'17282'0'0,"1"2"-17039"0"0,-1-1-1 0 0,0 1 0 0 0,1-1 1 0 0,-1 1-1 0 0,1-1 0 0 0,-1 1 1 0 0,1-1-1 0 0,-1 1 0 0 0,1-1 1 0 0,0 0-1 0 0,0 1 0 0 0,0-1 0 0 0,2 2 1 0 0,10-3 258 0 0,1 0 0 0 0,0-2 0 0 0,0 1 0 0 0,0-2 0 0 0,0 0 0 0 0,17-6 1 0 0,14-2-3558 0 0,1 4-9362 0 0,-57 14 3934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06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3188 0 0,'-5'21'7967'0'0,"32"-14"-4115"0"0,73 8 2929 0 0,-60-12-5121 0 0,72-6 2050 0 0,-88 1-3229 0 0,-21-15-10861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19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84 1776 0 0,'0'0'5512'0'0,"19"6"6629"0"0,-21-15-11660 0 0,0 0-1 0 0,-1 0 1 0 0,0 0 0 0 0,0 1 0 0 0,-1-1-1 0 0,0 1 1 0 0,-10-13 0 0 0,12 19-369 0 0,-1 1 1 0 0,0 0-1 0 0,0 0 1 0 0,0 0-1 0 0,0 1 0 0 0,1-1 1 0 0,-1 1-1 0 0,0-1 1 0 0,0 1-1 0 0,0 0 1 0 0,0 0-1 0 0,0 1 1 0 0,0-1-1 0 0,0 0 1 0 0,0 1-1 0 0,-5 2 0 0 0,-3 1 80 0 0,1 1-1 0 0,0 0 0 0 0,0 0 0 0 0,0 1 0 0 0,1 1 0 0 0,0 0 1 0 0,0 0-1 0 0,1 1 0 0 0,0 0 0 0 0,0 0 0 0 0,1 1 0 0 0,0 0 0 0 0,0 0 1 0 0,1 0-1 0 0,-7 17 0 0 0,12-25-187 0 0,1 0 0 0 0,0 1 0 0 0,0-1-1 0 0,0 1 1 0 0,0-1 0 0 0,0 1 0 0 0,0-1 0 0 0,0 1 0 0 0,0-1 0 0 0,1 1 0 0 0,-1-1 0 0 0,1 1 0 0 0,-1-1 0 0 0,1 0-1 0 0,0 1 1 0 0,-1-1 0 0 0,1 0 0 0 0,0 1 0 0 0,0-1 0 0 0,0 0 0 0 0,0 0 0 0 0,1 1 0 0 0,25 24 73 0 0,-23-23-49 0 0,-1-2-36 0 0,0 1-1 0 0,0-1 1 0 0,0 1-1 0 0,0-1 1 0 0,1 0 0 0 0,-1 0-1 0 0,0 0 1 0 0,1-1-1 0 0,-1 1 1 0 0,1-1-1 0 0,-1 0 1 0 0,0 0-1 0 0,1 0 1 0 0,-1-1-1 0 0,1 1 1 0 0,-1-1 0 0 0,0 1-1 0 0,1-1 1 0 0,-1 0-1 0 0,0-1 1 0 0,1 1-1 0 0,-1 0 1 0 0,4-3-1 0 0,1 0-30 0 0,0-1 0 0 0,1 0 0 0 0,-2 0 0 0 0,1 0 0 0 0,0-1 0 0 0,-1 0 0 0 0,8-10 0 0 0,28-42 42 0 0,-42 57 230 0 0,-1 1-232 0 0,0-1 0 0 0,1 1 1 0 0,-1 0-1 0 0,0 0 0 0 0,1 0 0 0 0,-1-1 1 0 0,0 1-1 0 0,1 0 0 0 0,-1-1 0 0 0,0 1 1 0 0,0 0-1 0 0,0 0 0 0 0,1-1 1 0 0,-1 1-1 0 0,0 0 0 0 0,0-1 0 0 0,0 1 1 0 0,0 0-1 0 0,1-1 0 0 0,-1 1 0 0 0,0 0 1 0 0,0-1-1 0 0,0 1 0 0 0,0-1 0 0 0,0 1 1 0 0,0 0-1 0 0,0-1 0 0 0,0 1 0 0 0,0 0 1 0 0,0-1-1 0 0,0 1 0 0 0,0-1 0 0 0,-1 1 1 0 0,1 0-1 0 0,0-1 0 0 0,-1-1 55 0 0,4 12 23 0 0,-1 1-16 0 0,0 0 0 0 0,-1 1 0 0 0,0 19 1 0 0,-1-22-55 0 0,0-1 1 0 0,0 1 0 0 0,1-1-1 0 0,0 0 1 0 0,1 1 0 0 0,-1-1-1 0 0,2 0 1 0 0,-1 0 0 0 0,4 8-1 0 0,5 10 254 0 0,-11-26-324 0 0,0 1 0 0 0,0-1 0 0 0,0 1 0 0 0,1-1 0 0 0,-1 1 1 0 0,0-1-1 0 0,0 1 0 0 0,0-1 0 0 0,0 1 0 0 0,0-1 0 0 0,1 1 0 0 0,-1-1 1 0 0,0 0-1 0 0,0 1 0 0 0,1-1 0 0 0,-1 1 0 0 0,0-1 0 0 0,1 0 1 0 0,-1 1-1 0 0,0-1 0 0 0,1 1 0 0 0,-1-1 0 0 0,1 0 0 0 0,-1 0 1 0 0,0 1-1 0 0,1-1 0 0 0,-1 0 0 0 0,1 0 0 0 0,-1 0 0 0 0,1 1 0 0 0,-1-1 1 0 0,1 0-1 0 0,-1 0 0 0 0,1 0 0 0 0,-1 0 0 0 0,1 0 0 0 0,-1 0 1 0 0,1 0-1 0 0,-1 0 0 0 0,1 0 0 0 0,-1 0 0 0 0,1 0 0 0 0,-1 0 0 0 0,1 0 1 0 0,-1-1-1 0 0,1 1 0 0 0,-1 0 0 0 0,1 0 0 0 0,-1-1 0 0 0,1 1 1 0 0,-1 0-1 0 0,1 0 0 0 0,-1-1 0 0 0,0 1 0 0 0,1 0 0 0 0,-1-1 1 0 0,0 1-1 0 0,1-1 0 0 0,14-35-10351 0 0,-9 6 2387 0 0,1 16 1121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20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5448 0 0,'0'0'3207'0'0,"-13"30"4391"0"0,8-9-5626 0 0,1 0-1 0 0,-3 43 1 0 0,7-36-905 0 0,1 0 1 0 0,1 0 0 0 0,11 49-1 0 0,-1-26-333 0 0,-12-51-724 0 0,0 0 0 0 0,0 0 0 0 0,0-1 1 0 0,0 1-1 0 0,0 0 0 0 0,0 0 0 0 0,0 0 0 0 0,0 0 1 0 0,0 0-1 0 0,0 0 0 0 0,0 0 0 0 0,1 0 0 0 0,-1-1 1 0 0,0 1-1 0 0,0 0 0 0 0,0 0 0 0 0,0 0 0 0 0,0 0 0 0 0,0 0 1 0 0,0 0-1 0 0,0 0 0 0 0,1 0 0 0 0,-1 0 0 0 0,0 0 1 0 0,0 0-1 0 0,0 0 0 0 0,0 0 0 0 0,0 0 0 0 0,0 0 1 0 0,0 0-1 0 0,1 0 0 0 0,-1 0 0 0 0,0 0 0 0 0,0 0 1 0 0,0 0-1 0 0,0 0 0 0 0,0 0 0 0 0,0 0 0 0 0,1 0 0 0 0,-1 0 1 0 0,0 0-1 0 0,0 0 0 0 0,0 0 0 0 0,0 0 0 0 0,0 0 1 0 0,0 0-1 0 0,0 0 0 0 0,0 0 0 0 0,1 0 0 0 0,-1 1 1 0 0,0-1-1 0 0,0 0 0 0 0,4-24 81 0 0,0-30-127 0 0,-4 53 38 0 0,-1-6-13 0 0,1 1 1 0 0,0-1 0 0 0,1 0 0 0 0,0 1 0 0 0,0-1 0 0 0,0 1-1 0 0,3-9 1 0 0,-2 12 6 0 0,-1 1 0 0 0,1 0-1 0 0,-1 0 1 0 0,1 0 0 0 0,0 0 0 0 0,0 0-1 0 0,0 0 1 0 0,0 0 0 0 0,0 1-1 0 0,0-1 1 0 0,0 1 0 0 0,1-1-1 0 0,-1 1 1 0 0,0 0 0 0 0,1 0 0 0 0,-1 0-1 0 0,1 0 1 0 0,0 0 0 0 0,-1 1-1 0 0,1-1 1 0 0,4 1 0 0 0,2-1 7 0 0,-1 0 0 0 0,0 1 0 0 0,0 0-1 0 0,0 1 1 0 0,1 0 0 0 0,-1 0 0 0 0,0 1 0 0 0,0 0 0 0 0,0 0 0 0 0,-1 1 0 0 0,1 0-1 0 0,-1 0 1 0 0,15 9 0 0 0,-12-6 40 0 0,0 1 0 0 0,0 1-1 0 0,0 0 1 0 0,-1 0 0 0 0,0 1-1 0 0,0 0 1 0 0,-1 1 0 0 0,10 15 0 0 0,-16-22-10 0 0,0 0 0 0 0,0 0 0 0 0,-1 0 0 0 0,1 1 1 0 0,-1-1-1 0 0,0 0 0 0 0,0 1 0 0 0,0-1 0 0 0,0 1 0 0 0,-1 0 1 0 0,1-1-1 0 0,-1 1 0 0 0,0 0 0 0 0,0-1 0 0 0,0 1 1 0 0,0-1-1 0 0,-1 1 0 0 0,0 0 0 0 0,0-1 0 0 0,0 1 1 0 0,0-1-1 0 0,0 1 0 0 0,0-1 0 0 0,-1 0 0 0 0,0 0 1 0 0,0 1-1 0 0,-4 4 0 0 0,2-3 40 0 0,-1 1 1 0 0,0-2-1 0 0,0 1 0 0 0,0-1 0 0 0,0 0 0 0 0,-1 0 1 0 0,0 0-1 0 0,1-1 0 0 0,-1 1 0 0 0,-1-1 1 0 0,1-1-1 0 0,0 0 0 0 0,-9 3 0 0 0,9-5-54 0 0,0-1 0 0 0,0 1-1 0 0,1-1 1 0 0,-1 0 0 0 0,1 0-1 0 0,-1-1 1 0 0,1 1-1 0 0,-1-1 1 0 0,1-1 0 0 0,0 1-1 0 0,0-1 1 0 0,0 0 0 0 0,0 0-1 0 0,0 0 1 0 0,1-1 0 0 0,-5-4-1 0 0,6 6-17 0 0,1 1 8 0 0,2 1-107 0 0,-1 0 19 0 0,1 0 1 0 0,0 0-1 0 0,-1 0 0 0 0,1 0 0 0 0,0 0 0 0 0,0 0 0 0 0,-1 0 0 0 0,1-1 0 0 0,0 1 0 0 0,-1 0 0 0 0,1 0 0 0 0,0 0 0 0 0,0 0 1 0 0,-1 0-1 0 0,1 0 0 0 0,0 0 0 0 0,0-1 0 0 0,-1 1 0 0 0,1 0 0 0 0,0 0 0 0 0,0 0 0 0 0,0-1 0 0 0,-1 1 0 0 0,1 0 1 0 0,0 0-1 0 0,0 0 0 0 0,0-1 0 0 0,0 1 0 0 0,0 0 0 0 0,0 0 0 0 0,-1-1 0 0 0,1 1 0 0 0,0 0 0 0 0,0 0 0 0 0,0-1 0 0 0,0 1 1 0 0,0 0-1 0 0,0-1 0 0 0,0 1 0 0 0,0 0 0 0 0,0 0 0 0 0,0-1 0 0 0,0 1 0 0 0,0-1 0 0 0,1 1-82 0 0,-1 0-1 0 0,1 0 1 0 0,-1 0-1 0 0,1 0 0 0 0,-1 0 1 0 0,1 0-1 0 0,-1 0 1 0 0,1 0-1 0 0,-1 0 1 0 0,1 0-1 0 0,-1 0 0 0 0,1 0 1 0 0,-1 0-1 0 0,1 0 1 0 0,-1 0-1 0 0,0 0 1 0 0,1 1-1 0 0,-1-1 0 0 0,1 0 1 0 0,-1 0-1 0 0,1 0 1 0 0,-1 1-1 0 0,0-1 1 0 0,1 0-1 0 0,-1 1 0 0 0,1-1 1 0 0,-1 0-1 0 0,0 1 1 0 0,0-1-1 0 0,1 1 1 0 0,-1-1-1 0 0,0 0 0 0 0,1 1 1 0 0,-1-1-1 0 0,0 1 1 0 0,0-1-1 0 0,0 1 1 0 0,0-1-1 0 0,0 1 0 0 0,1 0 1 0 0,2 2-1464 0 0,2 2-665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20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5 3280 0 0,'0'0'11912'0'0,"-19"-3"-8928"0"0,10 2 690 0 0,2 1-3046 0 0,0 0-1 0 0,0 0 1 0 0,0 1-1 0 0,0 0 1 0 0,0 0-1 0 0,0 1 1 0 0,0-1-1 0 0,-10 6 1 0 0,15-7-40 0 0,-8 22-241 0 0,11-21-345 0 0,0 0 0 0 0,0 1-1 0 0,0-1 1 0 0,1 0 0 0 0,-1 0-1 0 0,0 0 1 0 0,1 0 0 0 0,-1 0-1 0 0,1-1 1 0 0,-1 1 0 0 0,1 0-1 0 0,-1-1 1 0 0,1 1 0 0 0,-1-1-1 0 0,1 1 1 0 0,0-1 0 0 0,-1 0 0 0 0,4 1-1 0 0,40 1 50 0 0,-29-1-22 0 0,10 0-19 0 0,0 2 1 0 0,0 1-1 0 0,0 1 0 0 0,-1 1 0 0 0,0 1 0 0 0,0 2 1 0 0,0 0-1 0 0,35 20 0 0 0,-59-28-9 0 0,-1-1 0 0 0,1 1 1 0 0,-1-1-1 0 0,1 1 0 0 0,-1 0 1 0 0,0-1-1 0 0,1 1 0 0 0,-1 0 0 0 0,0 0 1 0 0,1-1-1 0 0,-1 1 0 0 0,0 0 1 0 0,0 0-1 0 0,0-1 0 0 0,0 1 0 0 0,0 0 1 0 0,0 0-1 0 0,0-1 0 0 0,0 1 1 0 0,0 0-1 0 0,0 0 0 0 0,0-1 0 0 0,0 1 1 0 0,-1 0-1 0 0,1 0 0 0 0,0-1 1 0 0,-1 1-1 0 0,1 0 0 0 0,0-1 0 0 0,-1 2 1 0 0,-11 19 64 0 0,9-17-43 0 0,-1-1-1 0 0,0 1 0 0 0,0-1 1 0 0,0 0-1 0 0,0 0 1 0 0,0 0-1 0 0,0-1 1 0 0,-1 1-1 0 0,1-1 0 0 0,-1 0 1 0 0,0-1-1 0 0,0 1 1 0 0,0-1-1 0 0,0 0 0 0 0,0 0 1 0 0,0 0-1 0 0,0-1 1 0 0,0 0-1 0 0,0 0 1 0 0,0 0-1 0 0,-10-2 0 0 0,-9-1 23 0 0,1-2-1 0 0,-1-1 1 0 0,-25-9-1 0 0,38 12-25 0 0,9 2 0 0 0,24 1-15057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21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10 6144 0 0,'-2'-1'3824'0'0,"-16"-7"7993"0"0,11 10-11481 0 0,0 0 0 0 0,0 0 0 0 0,1 1-1 0 0,-1 0 1 0 0,0 0 0 0 0,1 0-1 0 0,0 1 1 0 0,0 0 0 0 0,0 1 0 0 0,0-1-1 0 0,1 1 1 0 0,0 0 0 0 0,0 0 0 0 0,0 1-1 0 0,0-1 1 0 0,1 1 0 0 0,-5 9-1 0 0,-8 13 407 0 0,1 1 1 0 0,-18 47-1 0 0,28-58-613 0 0,0 0 0 0 0,1 0 1 0 0,1 0-1 0 0,1 0 1 0 0,0 1-1 0 0,1-1 1 0 0,2 1-1 0 0,-1-1 1 0 0,2 1-1 0 0,1-1 1 0 0,0 1-1 0 0,1-1 1 0 0,11 36-1 0 0,-11-45-134 0 0,1 1-1 0 0,0 0 1 0 0,0-1-1 0 0,1 0 1 0 0,0 0 0 0 0,1 0-1 0 0,-1-1 1 0 0,2 0 0 0 0,-1 0-1 0 0,1 0 1 0 0,1-1-1 0 0,-1 0 1 0 0,1 0 0 0 0,0-1-1 0 0,1 0 1 0 0,-1-1-1 0 0,1 1 1 0 0,0-2 0 0 0,1 1-1 0 0,-1-1 1 0 0,1-1 0 0 0,0 0-1 0 0,0 0 1 0 0,0-1-1 0 0,0 0 1 0 0,15 0 0 0 0,50-3-898 0 0,-73 1 615 0 0,-3-5-3726 0 0,1 4 3801 0 0,0 1-1 0 0,0-1 1 0 0,0 1-1 0 0,-1-1 0 0 0,1 0 1 0 0,0 1-1 0 0,-1-1 0 0 0,1 1 1 0 0,0-1-1 0 0,-1 1 0 0 0,1 0 1 0 0,-1-1-1 0 0,1 1 1 0 0,-1-1-1 0 0,1 1 0 0 0,-1 0 1 0 0,1-1-1 0 0,-1 1 0 0 0,1 0 1 0 0,-1 0-1 0 0,0-1 1 0 0,1 1-1 0 0,-1 0 0 0 0,1 0 1 0 0,-1 0-1 0 0,0 0 0 0 0,1 0 1 0 0,-1 0-1 0 0,1 0 0 0 0,-1 0 1 0 0,0 0-1 0 0,0 0 1 0 0,-28 6-8706 0 0,22-4 6316 0 0,-6 1-5317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2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14 6836 0 0,'-17'-14'15652'0'0,"4"47"-13594"0"0,1 1-893 0 0,-2-1 1 0 0,-1-1 0 0 0,-2 0-1 0 0,-32 45 1 0 0,46-73-1269 0 0,1 0 1 0 0,-1-1 0 0 0,1 1-1 0 0,-1-1 1 0 0,0 0-1 0 0,0 0 1 0 0,0 0-1 0 0,-1 0 1 0 0,1 0-1 0 0,-1-1 1 0 0,0 0 0 0 0,1 1-1 0 0,-1-1 1 0 0,-5 1-1 0 0,9-7-909 0 0,0-1 1 0 0,0 0-1 0 0,0 1 0 0 0,1-1 0 0 0,0 0 0 0 0,2-8 0 0 0,-2 12 699 0 0,5-25-3744 0 0,6-26-7675 0 0,-6 40 6098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23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2670 0 0,'0'0'16025'0'0,"13"19"-11934"0"0,4-1-2523 0 0,2-1-1 0 0,27 21 1 0 0,-32-28-1375 0 0,1 0 0 0 0,0-1-1 0 0,1-1 1 0 0,0 0 0 0 0,0-1 0 0 0,1 0 0 0 0,21 4 0 0 0,-36-10 17 0 0,7-1 2671 0 0,0 1-6849 0 0,10 1-10435 0 0,-11-3 11158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24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91 3602 0 0,'-6'-4'6482'0'0,"6"3"-6122"0"0,-1 1 0 0 0,1 0 0 0 0,-1 0 0 0 0,1 0 0 0 0,0 0 0 0 0,-1 0 0 0 0,1 0 0 0 0,-3 1 2161 0 0,2-1-2161 0 0,-8 14 5007 0 0,8-11-5121 0 0,1 0 1 0 0,-1-1 0 0 0,0 1 0 0 0,1-1-1 0 0,0 1 1 0 0,-1 0 0 0 0,1-1-1 0 0,0 1 1 0 0,1 0 0 0 0,-1 0 0 0 0,1 4-1 0 0,10 23 1532 0 0,-10-27-1656 0 0,-1 1-1 0 0,1-1 1 0 0,1 0-1 0 0,-1 1 1 0 0,0-1-1 0 0,1 0 1 0 0,0 1-1 0 0,-1-1 1 0 0,1 0-1 0 0,1 0 1 0 0,-1-1-1 0 0,3 4 1 0 0,-3-5 30 0 0,-1 0-131 0 0,-1 0 1 0 0,1 0 0 0 0,0-1 0 0 0,0 1 0 0 0,0 0 0 0 0,0-1 0 0 0,0 1 0 0 0,0-1 0 0 0,0 1 0 0 0,0-1 0 0 0,0 0 0 0 0,0 1 0 0 0,0-1 0 0 0,0 0 0 0 0,1 0 0 0 0,0 1 0 0 0,4-9-193 0 0,-1-1 0 0 0,0 1-1 0 0,0 0 1 0 0,-1-1 0 0 0,0 0 0 0 0,-1 0 0 0 0,0-1 0 0 0,3-10-1 0 0,6-18-216 0 0,-5 21 140 0 0,-4 7 136 0 0,1 0 0 0 0,1 0-1 0 0,0 0 1 0 0,6-9-1 0 0,-9 18 39 0 0,2-6 242 0 0,3-3 438 0 0,-6 10-587 0 0,-1 0-1 0 0,1 0 0 0 0,-1 1 0 0 0,1-1 1 0 0,-1 0-1 0 0,1 0 0 0 0,-1 0 0 0 0,1 1 1 0 0,-1-1-1 0 0,1 0 0 0 0,-1 1 1 0 0,0-1-1 0 0,1 0 0 0 0,-1 1 0 0 0,1-1 1 0 0,-1 1-1 0 0,0-1 0 0 0,1 0 1 0 0,-1 1-1 0 0,0-1 0 0 0,0 1 0 0 0,1-1 1 0 0,-1 1-1 0 0,0-1 0 0 0,0 1 0 0 0,0-1 1 0 0,1 1-1 0 0,-1-1 0 0 0,0 1 1 0 0,0-1-1 0 0,0 2 0 0 0,4 11 437 0 0,0 0-1 0 0,-1 0 1 0 0,2 17-1 0 0,-3-17-279 0 0,0 1 1 0 0,1-1-1 0 0,1 0 1 0 0,6 15-1 0 0,-8-23-209 0 0,0 0-1 0 0,0-1 1 0 0,1 1-1 0 0,0-1 1 0 0,0 1-1 0 0,0-1 1 0 0,0 0-1 0 0,1 0 1 0 0,0-1-1 0 0,0 1 1 0 0,0-1-1 0 0,0 1 1 0 0,0-1 0 0 0,1-1-1 0 0,8 5 1 0 0,-11-6-105 0 0,-2-1-35 0 0,1 1 144 0 0,0-1-1 0 0,-1 0 0 0 0,1 0 0 0 0,0 0 0 0 0,-1 0 0 0 0,1 0 0 0 0,-1 0 1 0 0,1 0-1 0 0,0 0 0 0 0,-1 0 0 0 0,1-1 0 0 0,-1 1 0 0 0,1 0 0 0 0,0 0 1 0 0,-1-1-1 0 0,1 1 0 0 0,-1 0 0 0 0,1 0 0 0 0,-1-1 0 0 0,1 1 0 0 0,-1-1 1 0 0,1 1-1 0 0,-1 0 0 0 0,1-1 0 0 0,-1 1 0 0 0,0-1 0 0 0,1 1 1 0 0,-1-1-1 0 0,0 1 0 0 0,1-1 0 0 0,-1 1 0 0 0,0-1 0 0 0,1 0 0 0 0,-1 1 1 0 0,0-2-1 0 0,11-19-999 0 0,-3-4-303 0 0,1 0 0 0 0,18-37 1 0 0,-20 52 1990 0 0,-8 19 902 0 0,0 27-441 0 0,5-26-955 0 0,0 1 1 0 0,0-1 0 0 0,1 0-1 0 0,0 0 1 0 0,0 0 0 0 0,1-1-1 0 0,1 1 1 0 0,0-2 0 0 0,0 1-1 0 0,0-1 1 0 0,1 0 0 0 0,14 11-1 0 0,-18-16-326 0 0,0 0-1 0 0,0 0 0 0 0,1 0 0 0 0,-1-1 0 0 0,1 1 0 0 0,-1-1 0 0 0,1 0 0 0 0,0-1 0 0 0,0 1 0 0 0,-1-1 0 0 0,1 0 0 0 0,0 0 0 0 0,0 0 0 0 0,0-1 0 0 0,0 0 0 0 0,1 0 1 0 0,-1 0-1 0 0,0-1 0 0 0,0 1 0 0 0,0-1 0 0 0,0 0 0 0 0,-1-1 0 0 0,1 1 0 0 0,0-1 0 0 0,0 0 0 0 0,-1 0 0 0 0,1-1 0 0 0,-1 1 0 0 0,0-1 0 0 0,6-4 0 0 0,-7 4-311 0 0,0 0 0 0 0,0 0-1 0 0,0 0 1 0 0,-1 0 0 0 0,1 0-1 0 0,-1 0 1 0 0,0-1 0 0 0,0 1-1 0 0,0-1 1 0 0,-1 0 0 0 0,1 1-1 0 0,-1-1 1 0 0,0 0 0 0 0,1-4-1 0 0,-1 5-128 0 0,-1 1 0 0 0,0-1-1 0 0,0 1 1 0 0,0-1 0 0 0,0 0-1 0 0,0 1 1 0 0,0-1-1 0 0,-1 1 1 0 0,0-1 0 0 0,1 1-1 0 0,-1-1 1 0 0,0 1 0 0 0,0-1-1 0 0,-1-2 1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25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4594 0 0,'2'12'1160'0'0,"-6"6"7101"0"0,-1 4 1363 0 0,8-6-8060 0 0,7 23 841 0 0,-8-28-1942 0 0,0 0 0 0 0,1-1 0 0 0,1 0 0 0 0,8 18 1 0 0,-11-24-434 0 0,0-1 1 0 0,0 0-1 0 0,-1 0 1 0 0,1 1-1 0 0,-1-1 1 0 0,1 0-1 0 0,-1 1 1 0 0,-1 5-1 0 0,2-1-1391 0 0,6-27-976 0 0,-7 14 1526 0 0,1 0-1 0 0,-1 1 1 0 0,0-1-1 0 0,0 0 0 0 0,-1 1 1 0 0,0-1-1 0 0,1 1 0 0 0,-1-1 1 0 0,-3-5-1 0 0,-6-23-7802 0 0,8 29 7048 0 0,-3-11-6612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25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5534 0 0,'0'0'13979'0'0,"0"36"-12107"0"0,3-29-1568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25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4658 0 0,'1'0'337'0'0,"-1"0"1"0"0,1 1-1 0 0,0-1 0 0 0,-1 0 1 0 0,1 1-1 0 0,-1-1 0 0 0,1 1 1 0 0,-1-1-1 0 0,1 0 0 0 0,-1 1 0 0 0,1 0 1 0 0,-1-1-1 0 0,1 1 0 0 0,-1-1 1 0 0,0 1-1 0 0,1-1 0 0 0,-1 1 1 0 0,0 0-1 0 0,1-1 0 0 0,-1 1 1 0 0,0 0-1 0 0,0-1 0 0 0,0 1 0 0 0,0 0 1 0 0,0-1-1 0 0,0 1 0 0 0,0 0 1 0 0,0-1-1 0 0,0 1 0 0 0,0 0 1 0 0,0 0-1 0 0,0 0 0 0 0,-6 36 2932 0 0,2-9-941 0 0,5-19-1998 0 0,-1-1 1 0 0,1 0-1 0 0,1 0 0 0 0,0 0 1 0 0,0 0-1 0 0,1 0 1 0 0,-1 0-1 0 0,2 0 1 0 0,-1-1-1 0 0,1 0 0 0 0,8 12 1 0 0,-11-17-317 0 0,1 0 0 0 0,-1 0 1 0 0,1 0-1 0 0,0 1 0 0 0,0-1 0 0 0,0-1 1 0 0,0 1-1 0 0,0 0 0 0 0,0-1 0 0 0,1 1 1 0 0,-1-1-1 0 0,0 1 0 0 0,1-1 0 0 0,-1 0 1 0 0,1 0-1 0 0,0 0 0 0 0,-1 0 0 0 0,1-1 1 0 0,0 1-1 0 0,0-1 0 0 0,-1 0 0 0 0,1 0 1 0 0,0 0-1 0 0,0 0 0 0 0,-1 0 0 0 0,1 0 1 0 0,0-1-1 0 0,-1 1 0 0 0,1-1 1 0 0,0 0-1 0 0,-1 0 0 0 0,1 0 0 0 0,-1 0 1 0 0,1 0-1 0 0,-1 0 0 0 0,1-1 0 0 0,-1 1 1 0 0,2-3-1 0 0,11-8-351 0 0,-1-1 1 0 0,0-1 0 0 0,-1 0-1 0 0,-1-1 1 0 0,0 0 0 0 0,-1-1-1 0 0,-1 0 1 0 0,0 0 0 0 0,-1-1-1 0 0,7-20 1 0 0,-11 24 196 0 0,13-22 542 0 0,-17 33-147 0 0,-1 17 145 0 0,2-1 0 0 0,0 1 0 0 0,0-1-1 0 0,2 0 1 0 0,-1 0 0 0 0,2 0 0 0 0,0-1 0 0 0,0 0 0 0 0,2 0 0 0 0,-1 0 0 0 0,16 21 0 0 0,-11-19-443 0 0,1 1 0 0 0,1-2 0 0 0,17 16 0 0 0,-16-17-929 0 0,0-1 0 0 0,1-1 0 0 0,20 11 0 0 0,-10-19-3578 0 0,-12-6 759 0 0,-7-17-11313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26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6162 0 0,'-7'5'16425'0'0,"20"7"-12606"0"0,25 8-3806 0 0,-1-12 280 0 0,0-3 0 0 0,1-1 0 0 0,-1-2 0 0 0,1-1 0 0 0,53-6 0 0 0,-69 3-164 0 0,-15 0 3949 0 0,1 2-9147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27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16 143 7346 0 0,'-1'1'620'0'0,"0"0"0"0"0,0-1 0 0 0,0 1 0 0 0,-1 0 0 0 0,1 0 0 0 0,0 0 0 0 0,1 1 0 0 0,-1-1 0 0 0,0 0 0 0 0,0 0 0 0 0,0 0-1 0 0,1 1 1 0 0,-1-1 0 0 0,1 0 0 0 0,-1 1 0 0 0,1-1 0 0 0,-1 0 0 0 0,1 1 0 0 0,0-1 0 0 0,-1 1 0 0 0,1-1 0 0 0,0 3 0 0 0,5 17-58 0 0,0-7-109 0 0,1 0 1 0 0,1 0-1 0 0,0-1 0 0 0,1 0 0 0 0,0 0 0 0 0,1-1 0 0 0,0 0 1 0 0,17 16-1 0 0,-4-2-85 0 0,4-8-30 0 0,-11-10-261 0 0,-14-8-81 0 0,0 0 0 0 0,0 1 1 0 0,0-1-1 0 0,0 0 0 0 0,-1 0 0 0 0,1 0 0 0 0,0-1 0 0 0,0 1 0 0 0,0 0 1 0 0,0 0-1 0 0,0 0 0 0 0,-1-1 0 0 0,1 1 0 0 0,0 0 0 0 0,0-1 1 0 0,-1 1-1 0 0,1-1 0 0 0,0 1 0 0 0,0 0 0 0 0,-1-1 0 0 0,1 0 0 0 0,0 1 1 0 0,-1-1-1 0 0,1 1 0 0 0,-1-1 0 0 0,1-1 0 0 0,15-18 81 0 0,-10 8-81 0 0,-2-1 0 0 0,1 1 0 0 0,-2-1 1 0 0,0 0-1 0 0,0 0 0 0 0,-1 0 0 0 0,-1 0 0 0 0,0-20 0 0 0,2-14-16 0 0,-2 36 42 0 0,0-5-126 0 0,0-1 1 0 0,2 1-1 0 0,0 0 1 0 0,0 0-1 0 0,7-17 0 0 0,-9 31 132 0 0,0-1 0 0 0,-1 1 0 0 0,1 0-1 0 0,0 0 1 0 0,1-1 0 0 0,-1 1-1 0 0,0 0 1 0 0,1 0 0 0 0,-1 0 0 0 0,1 0-1 0 0,-1 0 1 0 0,1 1 0 0 0,0-1-1 0 0,0 0 1 0 0,0 1 0 0 0,0 0 0 0 0,0-1-1 0 0,0 1 1 0 0,0 0 0 0 0,1 0-1 0 0,-1 0 1 0 0,0 0 0 0 0,1 0 0 0 0,-1 1-1 0 0,1-1 1 0 0,-1 1 0 0 0,0-1-1 0 0,1 1 1 0 0,-1 0 0 0 0,1 0-1 0 0,-1 0 1 0 0,1 1 0 0 0,-1-1 0 0 0,1 0-1 0 0,-1 1 1 0 0,1 0 0 0 0,-1-1-1 0 0,5 3 1 0 0,-5-2 278 0 0,10-1 688 0 0,-6 4-3278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27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0 2648 0 0,'-5'2'1836'0'0,"-1"0"0"0"0,1 0 0 0 0,0 0 0 0 0,0 0 0 0 0,0 1 0 0 0,1 0 1 0 0,-9 6-1 0 0,-25 32 5464 0 0,23-16-6303 0 0,0 0 0 0 0,-12 30 0 0 0,-4 7 576 0 0,-15 30-1602 0 0,45-91-262 0 0,13-27-7060 0 0,-7 14 5096 0 0,-1-1 0 0 0,0 0 0 0 0,4-24 0 0 0,-5 1-4872 0 0,-3 17 1762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28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3854 0 0,'0'0'3760'0'0,"2"34"4429"0"0,2-23-6652 0 0,1 0 1 0 0,0 0-1 0 0,1-1 0 0 0,7 11 1 0 0,-5-11-485 0 0,0 0 1 0 0,0 0 0 0 0,19 15-1 0 0,-21-19-938 0 0,1-1-1 0 0,0 0 1 0 0,0-1-1 0 0,0 1 1 0 0,1-1-1 0 0,-1-1 1 0 0,1 1-1 0 0,0-1 1 0 0,0-1-1 0 0,0 1 1 0 0,0-1-1 0 0,1-1 1 0 0,-1 0-1 0 0,1 0 1 0 0,9 0-1 0 0,-17-1-210 0 0,0 0-1 0 0,0 0 0 0 0,0 0 1 0 0,1 0-1 0 0,-1-1 1 0 0,0 1-1 0 0,0 0 0 0 0,0-1 1 0 0,0 1-1 0 0,0 0 0 0 0,1-1 1 0 0,-1 1-1 0 0,0-1 1 0 0,0 0-1 0 0,0 1 0 0 0,0-1 1 0 0,0 0-1 0 0,-1 0 0 0 0,1 1 1 0 0,0-1-1 0 0,0 0 1 0 0,0 0-1 0 0,-1 0 0 0 0,2-1 1 0 0,11-11-5397 0 0,-30-22-10780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13:28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3834 0 0,'0'0'7506'0'0,"13"4"-4059"0"0,127 42 3848 0 0,0 10-3674 0 0,-110-42-3181 0 0,0 2 0 0 0,-1 1 0 0 0,0 1-1 0 0,-2 1 1 0 0,0 2 0 0 0,43 42 0 0 0,-62-54-305 0 0,0 0 1 0 0,-1 0 0 0 0,0 1 0 0 0,-1 0-1 0 0,0 0 1 0 0,-1 1 0 0 0,5 12 0 0 0,-8-18-46 0 0,-1-1 1 0 0,1 1 0 0 0,-1-1 0 0 0,0 1 0 0 0,0-1 0 0 0,-1 1-1 0 0,1 0 1 0 0,-1-1 0 0 0,0 1 0 0 0,-1 0 0 0 0,1-1 0 0 0,-1 1-1 0 0,0 0 1 0 0,0-1 0 0 0,0 1 0 0 0,0-1 0 0 0,-1 1-1 0 0,0-1 1 0 0,0 0 0 0 0,-4 7 0 0 0,-63 72 655 0 0,68-82-962 0 0,-41 25-32071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0:37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 4438 0 0,'0'0'14471'0'0,"-25"17"-8413"0"0,12 12-5244 0 0,-2 0-1 0 0,0-1 1 0 0,-2-1-1 0 0,-1 0 1 0 0,-24 25 0 0 0,2 1-55 0 0,-1-11-143 0 0,34-36-561 0 0,1 0 0 0 0,-1 0 0 0 0,1 0 0 0 0,1 1 0 0 0,-1 0 0 0 0,1 0 0 0 0,-7 14 0 0 0,27-42-16098 0 0,-13 19 15709 0 0,-1-1-1 0 0,0 0 1 0 0,0 0-1 0 0,-1 0 1 0 0,2-5 0 0 0,0-19-2692 0 0,-1 21 2595 0 0,-1 1 1 0 0,1-1-1 0 0,-1 1 1 0 0,0 0-1 0 0,-1-1 1 0 0,-1-10 0 0 0,-4-7 260 0 0,2-1 0 0 0,-4-45 0 0 0,8 66 739 0 0,1-20 9741 0 0,31 91-3580 0 0,-22-51-5906 0 0,1-1 0 0 0,0 0 1 0 0,1-1-1 0 0,17 18 0 0 0,-9-16-466 0 0,0-1 0 0 0,2-2 0 0 0,-1 0 0 0 0,2-1 0 0 0,45 19 0 0 0,-58-27-304 0 0,1-1-1076 0 0,4-1-8083 0 0,-11-27-7169 0 0,-10 13 11691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0:37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3664 0 0,'0'0'8050'0'0,"0"30"-2955"0"0,0-22-4164 0 0,-1 0-231 0 0,1-1 1 0 0,0 1-1 0 0,1-1 0 0 0,0 1 0 0 0,0-1 1 0 0,0 1-1 0 0,1-1 0 0 0,0 0 0 0 0,5 10 1 0 0,21 56 2376 0 0,-27-73-3085 0 0,-1 0 1 0 0,0 1-1 0 0,1-1 0 0 0,-1 0 1 0 0,1 0-1 0 0,-1 0 0 0 0,1 0 1 0 0,-1 1-1 0 0,1-1 0 0 0,-1 0 1 0 0,1 0-1 0 0,-1 0 0 0 0,1 0 1 0 0,-1 0-1 0 0,1 0 0 0 0,-1 0 1 0 0,1 0-1 0 0,-1-1 0 0 0,1 1 1 0 0,-1 0-1 0 0,1 0 0 0 0,-1 0 0 0 0,1 0 1 0 0,-1-1-1 0 0,1 1 0 0 0,-1 0 1 0 0,1-1-1 0 0,-1 1 0 0 0,0 0 1 0 0,1-1-1 0 0,0 0 0 0 0,14-9-234 0 0,-12 5 67 0 0,0 0 1 0 0,0-1-1 0 0,-1 1 0 0 0,0-1 0 0 0,0 0 1 0 0,0 0-1 0 0,2-10 0 0 0,-3 9 101 0 0,0 1 1 0 0,1 0-1 0 0,0-1 0 0 0,0 1 1 0 0,1 0-1 0 0,0 0 0 0 0,3-6 1 0 0,11-4 569 0 0,-5 19 489 0 0,-10-1-900 0 0,0 1 0 0 0,-1 0 0 0 0,1-1-1 0 0,-1 1 1 0 0,1 0 0 0 0,-1 0 0 0 0,0 0 0 0 0,0 0 0 0 0,-1 0-1 0 0,2 6 1 0 0,13 50 361 0 0,-15-58-474 0 0,0 1 0 0 0,0-1 1 0 0,0 0-1 0 0,0 0 1 0 0,1 1-1 0 0,-1-1 1 0 0,0 0-1 0 0,1 0 1 0 0,-1 0-1 0 0,0 1 0 0 0,1-1 1 0 0,-1 0-1 0 0,1 0 1 0 0,0 0-1 0 0,-1 0 1 0 0,1 0-1 0 0,0 0 1 0 0,0 0-1 0 0,-1 0 0 0 0,1 0 1 0 0,0 0-1 0 0,0-1 1 0 0,0 1-1 0 0,0 0 1 0 0,0-1-1 0 0,0 1 1 0 0,1 0-1 0 0,-1-1 1 0 0,0 0-1 0 0,0 1 0 0 0,0-1 1 0 0,0 1-1 0 0,1-1 1 0 0,-1 0-1 0 0,0 0 1 0 0,0 0-1 0 0,1 0 1 0 0,-1 0-1 0 0,0 0 0 0 0,0 0 1 0 0,0 0-1 0 0,1 0 1 0 0,1-1-1 0 0,3 0-335 0 0,0-1-1 0 0,0 1 1 0 0,0-1-1 0 0,0 0 1 0 0,0-1-1 0 0,9-4 0 0 0,-7 0 29 0 0,1 0-1 0 0,-1-1 0 0 0,0 1 1 0 0,-1-1-1 0 0,1-1 0 0 0,-2 0 1 0 0,1 0-1 0 0,-1 0 0 0 0,5-12 1 0 0,6-7 184 0 0,-15 26 342 0 0,-2 2-165 0 0,0 0 1 0 0,1 0 0 0 0,-1 0 0 0 0,1 0 0 0 0,-1-1 0 0 0,0 1-1 0 0,1 0 1 0 0,-1 0 0 0 0,0 0 0 0 0,1-1 0 0 0,-1 1 0 0 0,0 0-1 0 0,1-1 1 0 0,-1 1 0 0 0,0 0 0 0 0,0-1 0 0 0,1 1 0 0 0,-1 0-1 0 0,0-1 1 0 0,0 1 0 0 0,1 0 0 0 0,-1-1 0 0 0,0 1 0 0 0,0-1-1 0 0,0 1 1 0 0,0 0 0 0 0,0-1 0 0 0,0 1 0 0 0,0-1-1 0 0,0 0 1 0 0,2-2 904 0 0,1 14-471 0 0,5 26 215 0 0,-8-32-628 0 0,0 0 0 0 0,1-1 0 0 0,0 1 0 0 0,0 0 0 0 0,0 0 1 0 0,1-1-1 0 0,-1 1 0 0 0,1-1 0 0 0,0 1 0 0 0,1-1 0 0 0,-1 0 1 0 0,1 0-1 0 0,0 0 0 0 0,0 0 0 0 0,0 0 0 0 0,0-1 0 0 0,1 1 1 0 0,6 4-1 0 0,0-1-451 0 0,-1-1 0 0 0,1-1 0 0 0,0 0 0 0 0,1 0 0 0 0,-1-1 1 0 0,22 5-1 0 0,-30-8-515 0 0,10 1-301 0 0,-1 0-2506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0:38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4078 0 0,'0'0'2597'0'0,"6"29"9720"0"0,-8-13-7888 0 0,3-13-4202 0 0,-1 0 0 0 0,1 0 0 0 0,-1 0 0 0 0,1 0 0 0 0,0 0 0 0 0,0 0 0 0 0,1 0-1 0 0,-1 0 1 0 0,1 0 0 0 0,2 3 0 0 0,-3-4 129 0 0,8 10-2889 0 0,-2-89-16730 0 0,-11 59 14800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0:38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3640 0 0,'0'0'10123'0'0,"22"25"-12600"0"0,-19-22 2335 0 0,-1-1-1364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0:38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2762 0 0,'15'41'5601'0'0,"-13"-34"-4794"0"0,0 0 0 0 0,1 0-1 0 0,-1-1 1 0 0,1 1-1 0 0,0-1 1 0 0,1 1 0 0 0,5 6-1 0 0,9 11 598 0 0,-13-15-1137 0 0,1-1-1 0 0,0 0 1 0 0,1-1-1 0 0,0 1 1 0 0,0-1 0 0 0,0-1-1 0 0,10 7 1 0 0,-15-12-81 0 0,-1-1-205 0 0,0-1 1 0 0,0 1-1 0 0,0-1 1 0 0,1 0-1 0 0,-1 1 1 0 0,0-1-1 0 0,0 0 1 0 0,0 0 0 0 0,0 1-1 0 0,0-1 1 0 0,0 0-1 0 0,0 0 1 0 0,-1 0-1 0 0,1 0 1 0 0,0 0-1 0 0,0-1 1 0 0,-1 1-1 0 0,1 0 1 0 0,-1 0-1 0 0,1 0 1 0 0,-1-1-1 0 0,1 1 1 0 0,-1 0-1 0 0,1-3 1 0 0,7-36-1015 0 0,-8 37 906 0 0,1-9-89 0 0,1 0 0 0 0,0 0 0 0 0,0 0 0 0 0,1 1 0 0 0,1-1 0 0 0,0 1 0 0 0,0 0 1 0 0,1 0-1 0 0,1 0 0 0 0,-1 1 0 0 0,2 0 0 0 0,0 0 0 0 0,0 0 0 0 0,0 1 1 0 0,11-10-1 0 0,-16 18 314 0 0,-1-1-1 0 0,0 1 1 0 0,1 0 0 0 0,-1 0 0 0 0,1 0 0 0 0,0 0 0 0 0,-1 0 0 0 0,1 0-1 0 0,0 0 1 0 0,0 0 0 0 0,-1 1 0 0 0,1-1 0 0 0,0 1 0 0 0,0 0 0 0 0,0-1-1 0 0,0 1 1 0 0,0 0 0 0 0,3 0 0 0 0,-4 0 12 0 0,0 1 1 0 0,1 0-1 0 0,-1-1 1 0 0,0 1-1 0 0,0 0 1 0 0,0-1-1 0 0,0 1 1 0 0,0 0-1 0 0,0 0 1 0 0,0 0-1 0 0,0 0 1 0 0,0 0-1 0 0,0 0 1 0 0,0 0-1 0 0,0 0 1 0 0,-1 0-1 0 0,1 1 1 0 0,0-1-1 0 0,0 2 1 0 0,2 6 485 0 0,-1 0 1 0 0,0 0 0 0 0,0 0 0 0 0,-1 1 0 0 0,0-1 0 0 0,-1 12-1 0 0,0-5-289 0 0,1 0-1 0 0,0 0 0 0 0,1-1 0 0 0,1 1 0 0 0,1 0 0 0 0,0-1 1 0 0,1 0-1 0 0,0 0 0 0 0,1 0 0 0 0,16 26 0 0 0,-19-36 293 0 0,9 8-4111 0 0,-12-13 3349 0 0,1 0-1 0 0,0 0 0 0 0,-1 0 1 0 0,1 0-1 0 0,-1 0 1 0 0,1-1-1 0 0,-1 1 0 0 0,1 0 1 0 0,-1 0-1 0 0,1 0 1 0 0,-1-1-1 0 0,1 1 0 0 0,-1 0 1 0 0,1 0-1 0 0,-1-1 1 0 0,1 1-1 0 0,-1 0 1 0 0,1-1-1 0 0,-1 1 0 0 0,0-1 1 0 0,1 1-1 0 0,-1 0 1 0 0,0-1-1 0 0,1 1 0 0 0,-1-1 1 0 0,0 1-1 0 0,1-1 1 0 0,-1 1-1 0 0,0-1 0 0 0,0 0 1 0 0,1 0-153 0 0,-1-1 0 0 0,1 1-1 0 0,-1 0 1 0 0,0-1 0 0 0,1 1 0 0 0,-1 0 0 0 0,0-1 0 0 0,0 1-1 0 0,0-1 1 0 0,0 1 0 0 0,0 0 0 0 0,0-1 0 0 0,-1 1 0 0 0,1 0 0 0 0,0-1-1 0 0,-1-1 1 0 0,-4-5-6396 0 0,-2 2 1720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0:39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7098 0 0,'7'12'18178'0'0,"20"-5"-13506"0"0,37-4-7627 0 0,-54-3 4687 0 0,84 5-1033 0 0,-92-5-648 0 0,16 4 154 0 0,-79 20-26010 0 0,50-19 21940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0:40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2204 0 0,'0'0'5620'0'0,"24"25"4569"0"0,-4-18-8749 0 0,0-1-1 0 0,0-1 0 0 0,1-1 0 0 0,0-1 1 0 0,21 0-1 0 0,111-2-519 0 0,-83-2-392 0 0,-67 1 209 0 0,8-3 1227 0 0,-7 2-3804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0:42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1202 0 0,'0'0'23918'0'0,"-7"24"-22016"0"0,-10 133 737 0 0,13-112-2217 0 0,2-39-371 0 0,1 1-1 0 0,0-1 1 0 0,0 1 0 0 0,0 0 0 0 0,1-1 0 0 0,0 1-1 0 0,1 0 1 0 0,0-1 0 0 0,-1 1 0 0 0,2-1 0 0 0,3 13 0 0 0,-4-17 19 0 0,-7 16 5 0 0,27-41-14207 0 0,-7 2 3535 0 0,-8 12 4506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0:43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5448 0 0,'0'0'20527'0'0,"8"32"-18265"0"0,-7-26-1182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0:43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35 4428 0 0,'0'0'9254'0'0,"-25"16"-3972"0"0,20-10-4632 0 0,0 0 0 0 0,0 0 1 0 0,0 1-1 0 0,1 0 0 0 0,0 0 0 0 0,0 0 0 0 0,1 1 0 0 0,0-1 0 0 0,0 1 0 0 0,-2 12 0 0 0,3-16-565 0 0,1 0-1 0 0,1 0 1 0 0,-1-1-1 0 0,1 1 1 0 0,-1 0-1 0 0,1 0 0 0 0,0 0 1 0 0,1 0-1 0 0,-1 0 1 0 0,1 0-1 0 0,-1 0 0 0 0,1 0 1 0 0,0-1-1 0 0,1 1 1 0 0,-1 0-1 0 0,1-1 1 0 0,-1 1-1 0 0,1 0 0 0 0,0-1 1 0 0,0 0-1 0 0,1 0 1 0 0,-1 0-1 0 0,5 5 1 0 0,-3-6-88 0 0,1 0 1 0 0,-1 0 0 0 0,0 0-1 0 0,1 0 1 0 0,0-1 0 0 0,-1 0-1 0 0,1 0 1 0 0,0 0 0 0 0,-1-1-1 0 0,1 1 1 0 0,0-1 0 0 0,0 0-1 0 0,-1-1 1 0 0,1 1 0 0 0,0-1-1 0 0,-1 0 1 0 0,1 0 0 0 0,0 0 0 0 0,8-4-1 0 0,10-4-249 0 0,0 0 0 0 0,27-17 0 0 0,-48 25 213 0 0,3-2-6 0 0,0-1-1 0 0,-1 0 1 0 0,0 0-1 0 0,0-1 1 0 0,0 1-1 0 0,0-1 1 0 0,-1 0-1 0 0,1 0 1 0 0,-1 0-1 0 0,-1 0 1 0 0,1 0-1 0 0,2-7 0 0 0,-5 11 90 0 0,0-1-1 0 0,0 1 0 0 0,0 0 0 0 0,0-1 0 0 0,0 1 0 0 0,0-1 0 0 0,0 1 0 0 0,0 0 0 0 0,-1-1 0 0 0,1 1 0 0 0,0 0 0 0 0,-1-1 0 0 0,1 1 0 0 0,-1 0 0 0 0,0-1 0 0 0,1 1 0 0 0,-1 0 0 0 0,0 0 0 0 0,0 0 0 0 0,0 0 0 0 0,0 0 0 0 0,1 0 0 0 0,-2 0 0 0 0,0-1 0 0 0,-28-19 608 0 0,6 11-605 0 0,-38-16 163 0 0,22 7-6532 0 0,38 0-2006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1:12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2802 0 0,'0'0'7268'0'0,"29"15"-1261"0"0,-23-9-4992 0 0,1 0-1 0 0,-1-1 0 0 0,1 1 0 0 0,0-1 1 0 0,13 6-1 0 0,-12-7-482 0 0,0-1 0 0 0,0 0 0 0 0,1 0 0 0 0,15 3 0 0 0,-1-4-462 0 0,1 0 0 0 0,-1-2 0 0 0,31-3 0 0 0,-33 2-112 0 0,-19 1-545 0 0,-2 8-4494 0 0,0-6 4535 0 0,0 1 1 0 0,0-1 0 0 0,-1 1 0 0 0,1-1 0 0 0,-1 1-1 0 0,0-1 1 0 0,0 1 0 0 0,0-1 0 0 0,-1 3-1 0 0,-39 38-9195 0 0,35-31 5556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1:1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2912 0 0,'35'-13'6140'0'0,"46"-15"2301"0"0,-68 25-8004 0 0,0 0 1 0 0,0 1-1 0 0,0 0 1 0 0,0 1-1 0 0,0 0 1 0 0,1 2 0 0 0,-1-1-1 0 0,16 4 1 0 0,39 12-1001 0 0,-25-4-5095 0 0,-26 0-5523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1:12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8 2238 0 0,'0'0'9479'0'0,"-3"-1"-9038"0"0,1 0 0 0 0,0 0 0 0 0,-1 0 0 0 0,1 0 0 0 0,-1 0 0 0 0,1 1 0 0 0,-1-1-1 0 0,1 1 1 0 0,-6 0 0 0 0,1 2-158 0 0,1 1 1 0 0,-1 1-1 0 0,0-1 0 0 0,1 1 0 0 0,0 1 0 0 0,0-1 1 0 0,0 1-1 0 0,0 0 0 0 0,1 0 0 0 0,0 1 0 0 0,0-1 1 0 0,0 1-1 0 0,1 0 0 0 0,-1 0 0 0 0,2 1 0 0 0,-1 0 1 0 0,1-1-1 0 0,0 1 0 0 0,0 0 0 0 0,1 0 0 0 0,0 1 1 0 0,-2 9-1 0 0,3-11-202 0 0,0-1 1 0 0,0 1-1 0 0,1 0 0 0 0,0 0 1 0 0,0-1-1 0 0,0 1 1 0 0,1 0-1 0 0,0-1 0 0 0,0 1 1 0 0,0 0-1 0 0,1-1 1 0 0,-1 1-1 0 0,4 6 0 0 0,-2-8-64 0 0,-1-1 0 0 0,0 1 0 0 0,1-1 0 0 0,0 0 0 0 0,0 1 0 0 0,0-1 0 0 0,0 0 0 0 0,0-1 0 0 0,1 1-1 0 0,-1-1 1 0 0,1 1 0 0 0,0-1 0 0 0,-1 0 0 0 0,1 0 0 0 0,0-1 0 0 0,0 1 0 0 0,1-1 0 0 0,-1 0 0 0 0,6 1-1 0 0,3-1-11 0 0,0 0 0 0 0,0-1 1 0 0,0 0-1 0 0,0-1 0 0 0,-1 0 0 0 0,1-1 0 0 0,0-1 0 0 0,-1 0 0 0 0,1-1 0 0 0,-1 0 0 0 0,0-1 0 0 0,22-11 0 0 0,-28 12 19 0 0,0 0 1 0 0,0 0 0 0 0,0 0 0 0 0,-1-1-1 0 0,0 0 1 0 0,1 0 0 0 0,-2 0-1 0 0,1-1 1 0 0,-1 1 0 0 0,8-13-1 0 0,-10 13 50 0 0,0 1 1 0 0,0-1-1 0 0,-1 1 0 0 0,0-1 0 0 0,0 1 0 0 0,0-1 1 0 0,0 0-1 0 0,-1 0 0 0 0,1 0 0 0 0,-1 1 0 0 0,0-1 1 0 0,-1 0-1 0 0,1 0 0 0 0,-1 1 0 0 0,0-1 0 0 0,-1 0 1 0 0,-2-7-1 0 0,1 7 35 0 0,0-1 0 0 0,-1 2 1 0 0,0-1-1 0 0,0 0 0 0 0,0 1 1 0 0,0-1-1 0 0,-1 1 0 0 0,0 1 1 0 0,0-1-1 0 0,0 1 0 0 0,0-1 0 0 0,0 1 1 0 0,-1 1-1 0 0,1-1 0 0 0,-1 1 1 0 0,0 0-1 0 0,1 0 0 0 0,-1 1 1 0 0,0-1-1 0 0,0 2 0 0 0,0-1 1 0 0,-11 0-1 0 0,17 1-127 0 0,0 0 0 0 0,-1 0 0 0 0,1 0 0 0 0,-1 0 0 0 0,1 0 0 0 0,0 0 1 0 0,-1 0-1 0 0,1 0 0 0 0,-1 0 0 0 0,1 0 0 0 0,-1 0 0 0 0,1 0 0 0 0,0 0 0 0 0,-1 1 0 0 0,1-1 1 0 0,-1 0-1 0 0,1 0 0 0 0,0 0 0 0 0,-1 0 0 0 0,1 1 0 0 0,0-1 0 0 0,-1 0 0 0 0,1 1 0 0 0,0-1 0 0 0,0 0 1 0 0,-1 0-1 0 0,1 1 0 0 0,0-1 0 0 0,0 1 0 0 0,-1-1 0 0 0,1 0 0 0 0,0 1 0 0 0,0-1 0 0 0,0 0 1 0 0,-1 1-1 0 0,1-1 0 0 0,0 1 0 0 0,0-1 0 0 0,0 0 0 0 0,0 1 0 0 0,0-1 0 0 0,0 1 0 0 0,0-1 0 0 0,0 1 1 0 0,0-1-1 0 0,0 0 0 0 0,0 1 0 0 0,0-1 0 0 0,1 1 0 0 0,-1-1 0 0 0,0 0 0 0 0,0 1 0 0 0,0-1 0 0 0,0 0 1 0 0,1 1-1 0 0,-1 0 0 0 0,15 17-2707 0 0,-7-15 1121 0 0,-1 0-1 0 0,1-1 1 0 0,-1 0 0 0 0,1 0-1 0 0,0 0 1 0 0,12 0 0 0 0,0 0-6362 0 0,-10 0 2621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1:13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6932 0 0,'0'0'7131'0'0,"-12"23"605"0"0,12-18-7554 0 0,-1-1 0 0 0,1 0 0 0 0,0 0 0 0 0,1 1 0 0 0,-1-1 0 0 0,1 0 1 0 0,0 0-1 0 0,0 0 0 0 0,0 1 0 0 0,1-1 0 0 0,-1 0 0 0 0,3 3 0 0 0,-3-5-189 0 0,29-1-5439 0 0,-27-4 3636 0 0,17-21-4905 0 0,-14 10 837 0 0,-4 3 1582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1:13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3410 0 0,'-6'31'8779'0'0,"-6"-3"-5468"0"0,9-23-3013 0 0,1 0 0 0 0,-1 0 1 0 0,1 1-1 0 0,0-1 0 0 0,1 1 0 0 0,-1 0 0 0 0,1-1 0 0 0,-1 9 1 0 0,2 13 798 0 0,-1-13-470 0 0,1 1-1 0 0,1-1 1 0 0,0 1-1 0 0,6 26 0 0 0,-5-35-547 0 0,0-1 0 0 0,0 0 0 0 0,1 0 0 0 0,-1 0 1 0 0,1 0-1 0 0,0-1 0 0 0,0 1 0 0 0,1-1 0 0 0,-1 0 0 0 0,1 1 0 0 0,0-2 0 0 0,0 1 0 0 0,1 0 0 0 0,-1-1 0 0 0,1 0 0 0 0,8 5 0 0 0,-2-3-86 0 0,1-1 0 0 0,0 0 0 0 0,1 0 0 0 0,-1-1 0 0 0,0-1 0 0 0,1 0 0 0 0,0-1 0 0 0,-1 0 0 0 0,1-1 0 0 0,0 0 0 0 0,-1-1 0 0 0,1-1 0 0 0,0 0-1 0 0,-1 0 1 0 0,0-1 0 0 0,1-1 0 0 0,-1 0 0 0 0,-1-1 0 0 0,19-9 0 0 0,-28 13 3 0 0,1 0 0 0 0,-1 0 0 0 0,0 0 1 0 0,0-1-1 0 0,0 1 0 0 0,0 0 0 0 0,0-1 0 0 0,-1 1 0 0 0,1-1 0 0 0,0 0 0 0 0,-1 1 0 0 0,1-1 0 0 0,-1 0 0 0 0,1 0 0 0 0,-1 0 0 0 0,0 0 0 0 0,0 0 0 0 0,0 0 0 0 0,0-1 0 0 0,0 1 0 0 0,-1 0 0 0 0,1 0 0 0 0,-1-1 0 0 0,1 1 0 0 0,-1 0 0 0 0,0-1 0 0 0,0 1 0 0 0,0-1 0 0 0,0 1 0 0 0,0 0 0 0 0,-1-1 0 0 0,1 1 0 0 0,-1 0 0 0 0,1-1 0 0 0,-1 1 0 0 0,0 0 0 0 0,0 0 0 0 0,0 0 0 0 0,0 0 0 0 0,0 0 1 0 0,0 0-1 0 0,-1 0 0 0 0,1 0 0 0 0,-1 0 0 0 0,1 0 0 0 0,-5-2 0 0 0,1-1 33 0 0,0 1 0 0 0,0-1 0 0 0,-1 1 0 0 0,1 1 1 0 0,-1-1-1 0 0,0 1 0 0 0,0 0 0 0 0,0 0 0 0 0,-1 1 0 0 0,1 0 1 0 0,-1 0-1 0 0,1 0 0 0 0,-1 1 0 0 0,0 0 0 0 0,-13 0 0 0 0,13 2-248 0 0,1 0 0 0 0,-1 0 0 0 0,0 1-1 0 0,1 0 1 0 0,-1 1 0 0 0,1-1 0 0 0,0 1-1 0 0,-1 1 1 0 0,2-1 0 0 0,-1 1-1 0 0,0 0 1 0 0,1 0 0 0 0,-1 1 0 0 0,-7 8-1 0 0,-9 19-4724 0 0,10 4-4027 0 0,11-21 2301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1:17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5610 0 0,'0'0'20596'0'0,"19"25"-19013"0"0,-16-16-1302 0 0,1-1 0 0 0,-1 1 0 0 0,-1 0 0 0 0,0 0-1 0 0,0 0 1 0 0,0 0 0 0 0,-1 0 0 0 0,0 16 0 0 0,3 22 734 0 0,1-13-518 0 0,7 28 111 0 0,-12-60-705 0 0,1 0-1 0 0,-1 0 1 0 0,1 0 0 0 0,0 0 0 0 0,0 0 0 0 0,0 0 0 0 0,0-1 0 0 0,0 1 0 0 0,0 0 0 0 0,0 0 0 0 0,1-1-1 0 0,-1 1 1 0 0,1-1 0 0 0,-1 0 0 0 0,1 1 0 0 0,-1-1 0 0 0,1 0 0 0 0,0 0 0 0 0,2 1 0 0 0,-2-1-295 0 0,0-1 1 0 0,-1 0 0 0 0,1 0-1 0 0,0 0 1 0 0,0-1 0 0 0,0 1-1 0 0,0 0 1 0 0,-1-1 0 0 0,1 1-1 0 0,0-1 1 0 0,0 0 0 0 0,-1 1 0 0 0,1-1-1 0 0,0 0 1 0 0,-1 0 0 0 0,1 0-1 0 0,-1 0 1 0 0,1 0 0 0 0,-1-1-1 0 0,0 1 1 0 0,0 0 0 0 0,2-3-1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1:17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6484 0 0,'0'0'16512'0'0,"0"30"-12971"0"0,-1 10-1700 0 0,0-27-1524 0 0,1 0-1 0 0,0 0 1 0 0,1 1-1 0 0,4 25 1 0 0,-5-38-365 0 0,1 0 0 0 0,-1 0 0 0 0,0 0 0 0 0,0 1 0 0 0,1-1 0 0 0,-1 0 0 0 0,0 0 0 0 0,1 0 0 0 0,-1 1 0 0 0,1-1 0 0 0,0 0 0 0 0,-1 0 0 0 0,1 0 0 0 0,0 0 0 0 0,0 0 0 0 0,-1 0 0 0 0,1 0 0 0 0,0-1 0 0 0,0 1 0 0 0,0 0 0 0 0,0 0 0 0 0,0-1 0 0 0,0 1 0 0 0,2 0 0 0 0,-2-1-175 0 0,1 0 1 0 0,-1 0-1 0 0,0 0 0 0 0,0-1 1 0 0,1 1-1 0 0,-1 0 1 0 0,0-1-1 0 0,0 1 1 0 0,1-1-1 0 0,-1 1 0 0 0,0-1 1 0 0,0 1-1 0 0,0-1 1 0 0,0 0-1 0 0,0 0 1 0 0,0 0-1 0 0,0 0 0 0 0,1-1 1 0 0,3-4-992 0 0,0 1 0 0 0,-1-1 0 0 0,1 0 0 0 0,-2 0 0 0 0,1-1 0 0 0,-1 1 0 0 0,4-9 0 0 0,0-33-6778 0 0,-5 32 1186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1:18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6188 0 0,'12'22'10657'0'0,"-6"3"-6754"0"0,-5-20-3563 0 0,0 1 0 0 0,0-1-1 0 0,1 0 1 0 0,0 0 0 0 0,-1 0 0 0 0,5 6-1 0 0,17 32 1831 0 0,-16-30-1684 0 0,0 0 1 0 0,1 0 0 0 0,0 0-1 0 0,13 14 1 0 0,-18-24-435 0 0,1 1-1 0 0,-1-1 1 0 0,1 0 0 0 0,0 0 0 0 0,0 0-1 0 0,0-1 1 0 0,0 0 0 0 0,1 1 0 0 0,-1-1-1 0 0,1-1 1 0 0,-1 1 0 0 0,1-1 0 0 0,0 0 0 0 0,-1 0-1 0 0,1 0 1 0 0,0 0 0 0 0,8-1 0 0 0,11-1-128 0 0,-1-2 0 0 0,1-1 0 0 0,0 0 0 0 0,-1-2 0 0 0,41-15 0 0 0,-62 20-155 0 0,0-1 448 0 0,6-10-5486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1:18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5530 0 0,'-2'13'12272'0'0,"-1"19"-6510"0"0,-10 91-2041 0 0,8-74-2647 0 0,0-24-800 0 0,2 0 0 0 0,1 0 0 0 0,1 0 0 0 0,2 1 0 0 0,0-1 0 0 0,1 0 0 0 0,9 38 0 0 0,-5-42-295 0 0,-5-15-92 0 0,0-1 0 0 0,1 0-1 0 0,-1 0 1 0 0,1 0-1 0 0,0 0 1 0 0,0 0 0 0 0,1 0-1 0 0,0 0 1 0 0,0-1-1 0 0,0 1 1 0 0,0-1 0 0 0,6 6-1 0 0,-8-10 10 0 0,-1 1 0 0 0,1-1 1 0 0,0 0-1 0 0,0 0 0 0 0,-1 0 0 0 0,1 0 0 0 0,0 0 0 0 0,0 0 0 0 0,-1 0 0 0 0,1-1 1 0 0,0 1-1 0 0,-1 0 0 0 0,1 0 0 0 0,0 0 0 0 0,-1-1 0 0 0,1 1 0 0 0,0 0 0 0 0,-1-1 0 0 0,1 1 1 0 0,0-1-1 0 0,-1 1 0 0 0,1-1 0 0 0,-1 1 0 0 0,1-1 0 0 0,-1 1 0 0 0,1-1 0 0 0,-1 1 1 0 0,1-1-1 0 0,-1 0 0 0 0,0 1 0 0 0,1-1 0 0 0,-1 1 0 0 0,0-1 0 0 0,0 0 0 0 0,1 0 0 0 0,-1 1 1 0 0,0-2-1 0 0,11-26-6620 0 0,-9 11 1811 0 0,-13 2-3667 0 0,6 11 3702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1:56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123 106 492 0 0,'0'0'400'0'0,"0"-1"-1"0"0,0 0 1 0 0,0 1 0 0 0,0-1-1 0 0,0 1 1 0 0,0-1-1 0 0,0 1 1 0 0,0-1 0 0 0,0 0-1 0 0,0 1 1 0 0,0-1 0 0 0,-1 1-1 0 0,1-1 1 0 0,0 1-1 0 0,0-1 1 0 0,-3-3 2797 0 0,2 4-2797 0 0,1 0-1 0 0,-1-1 1 0 0,1 1 0 0 0,-1 0-1 0 0,1-1 1 0 0,-1 1 0 0 0,1 0-1 0 0,-2 0 1 0 0,-20 5 3178 0 0,19-4-3471 0 0,0 1 1 0 0,0-1 0 0 0,0 1 0 0 0,1 0 0 0 0,-1 0 0 0 0,0 0 0 0 0,1 1 0 0 0,0-1 0 0 0,-1 1 0 0 0,1-1 0 0 0,0 1 0 0 0,1 0-1 0 0,-1 0 1 0 0,-1 3 0 0 0,2-4-24 0 0,-1 2-32 0 0,1 0 0 0 0,0 0 0 0 0,0 0-1 0 0,0 0 1 0 0,0 0 0 0 0,0 0 0 0 0,1 0 0 0 0,0 0 0 0 0,0 0-1 0 0,0 0 1 0 0,0 0 0 0 0,1 0 0 0 0,0 0 0 0 0,-1 0 0 0 0,1 0-1 0 0,1 0 1 0 0,-1 0 0 0 0,1 0 0 0 0,2 4 0 0 0,-4-7-81 0 0,1 0 1 0 0,0-1-1 0 0,0 1 1 0 0,0 0-1 0 0,-1-1 1 0 0,1 1-1 0 0,0 0 1 0 0,0-1-1 0 0,0 1 1 0 0,0-1-1 0 0,0 0 1 0 0,0 1-1 0 0,0-1 1 0 0,0 0 0 0 0,0 0-1 0 0,0 1 1 0 0,0-1-1 0 0,0 0 1 0 0,0 0-1 0 0,0 0 1 0 0,0 0-1 0 0,0 0 1 0 0,2-1-1 0 0,24-3-366 0 0,-20 2 312 0 0,0-1 1 0 0,0 0 0 0 0,0-1-1 0 0,-1 1 1 0 0,1-1-1 0 0,-1-1 1 0 0,0 1 0 0 0,0-1-1 0 0,0 0 1 0 0,0-1 0 0 0,-1 1-1 0 0,0-1 1 0 0,8-12 0 0 0,3-2 289 0 0,-15 18-195 0 0,0 0 0 0 0,-1-1 0 0 0,1 1 0 0 0,-1-1 0 0 0,0 1 0 0 0,0-1 0 0 0,0 1 1 0 0,0-1-1 0 0,0 0 0 0 0,0 1 0 0 0,-1-1 0 0 0,1 1 0 0 0,-1 0 0 0 0,0-1 0 0 0,0 1 0 0 0,1-1 0 0 0,-2 1 0 0 0,-1-4 1 0 0,2 3 79 0 0,0 1 0 0 0,0-1 0 0 0,0 1 0 0 0,-1-1 0 0 0,1 1 0 0 0,-1 0 1 0 0,1 0-1 0 0,-1 0 0 0 0,0 0 0 0 0,1 0 0 0 0,-1 0 0 0 0,0 0 1 0 0,-1 0-1 0 0,1 1 0 0 0,0-1 0 0 0,0 1 0 0 0,-1 0 0 0 0,-3-2 1 0 0,1 2 67 0 0,1 1 0 0 0,-1 0 1 0 0,0 0-1 0 0,0 1 1 0 0,0 0-1 0 0,1-1 0 0 0,-1 1 1 0 0,0 1-1 0 0,1-1 0 0 0,-1 1 1 0 0,1 0-1 0 0,0 0 1 0 0,-1 0-1 0 0,1 0 0 0 0,0 1 1 0 0,0 0-1 0 0,0 0 1 0 0,1 0-1 0 0,-1 0 0 0 0,1 0 1 0 0,-4 5-1 0 0,6-7-127 0 0,0 0 1 0 0,0 1-1 0 0,0-1 0 0 0,0 0 0 0 0,0 1 1 0 0,0-1-1 0 0,0 1 0 0 0,0 0 0 0 0,1-1 1 0 0,-1 1-1 0 0,0 0 0 0 0,1-1 0 0 0,0 1 1 0 0,-1 0-1 0 0,1 0 0 0 0,0-1 0 0 0,0 1 1 0 0,0 0-1 0 0,0 0 0 0 0,0 0 0 0 0,0-1 1 0 0,0 1-1 0 0,1 0 0 0 0,-1 0 1 0 0,1-1-1 0 0,-1 1 0 0 0,1 0 0 0 0,1 2 1 0 0,0-1-40 0 0,0-1 0 0 0,-1 1 0 0 0,1-1 0 0 0,0 0 1 0 0,0 0-1 0 0,1 0 0 0 0,-1 0 0 0 0,0 0 1 0 0,0 0-1 0 0,1 0 0 0 0,0-1 0 0 0,-1 1 1 0 0,1-1-1 0 0,0 0 0 0 0,2 1 0 0 0,-3-1-40 0 0,36-9-616 0 0,-33 5 465 0 0,1-1 0 0 0,-1 0 0 0 0,0-1 0 0 0,0 1 0 0 0,-1-1 0 0 0,1 0 0 0 0,-1 0 0 0 0,0-1 0 0 0,0 1 0 0 0,-1-1 0 0 0,1 0 0 0 0,-1 0 0 0 0,2-7 0 0 0,-4 11 197 0 0,0 0 0 0 0,0 0 0 0 0,0 0-1 0 0,0 0 1 0 0,0 0 0 0 0,-1 1 0 0 0,1-1-1 0 0,-1 0 1 0 0,0 0 0 0 0,1-1 0 0 0,-1 1-1 0 0,0 0 1 0 0,0 0 0 0 0,0 0 0 0 0,-1 0-1 0 0,1 0 1 0 0,0 0 0 0 0,-1 0 0 0 0,0 0-1 0 0,1 0 1 0 0,-1 0 0 0 0,0 1 0 0 0,0-1-1 0 0,0 0 1 0 0,0 0 0 0 0,0 0 0 0 0,0 1-1 0 0,0-1 1 0 0,-1 1 0 0 0,1-1 0 0 0,-1 1-1 0 0,1-1 1 0 0,-1 1 0 0 0,1 0 0 0 0,-1 0-1 0 0,-2-1 1 0 0,0 0 106 0 0,0 0 0 0 0,0 0 0 0 0,0 1 0 0 0,0 0-1 0 0,0 0 1 0 0,-1 0 0 0 0,1 1 0 0 0,0-1 0 0 0,0 1 0 0 0,-1 0 0 0 0,1 0-1 0 0,0 0 1 0 0,0 1 0 0 0,-1-1 0 0 0,1 1 0 0 0,-5 2 0 0 0,-1 0 114 0 0,0 2 0 0 0,0-1 1 0 0,0 1-1 0 0,1 1 0 0 0,0-1 1 0 0,0 2-1 0 0,-11 8 0 0 0,18-12-195 0 0,-1-1 0 0 0,1 1 0 0 0,-1-1 0 0 0,1 1 0 0 0,0 0 0 0 0,0 0 0 0 0,0 0-1 0 0,0 0 1 0 0,1 0 0 0 0,-1 0 0 0 0,1 0 0 0 0,0 1 0 0 0,0-1 0 0 0,0 1 0 0 0,0-1 0 0 0,0 0 0 0 0,1 1 0 0 0,0 0-1 0 0,0-1 1 0 0,0 1 0 0 0,0-1 0 0 0,0 1 0 0 0,1-1 0 0 0,-1 1 0 0 0,3 5 0 0 0,-2-7-32 0 0,0 1 0 0 0,0 0 1 0 0,0-1-1 0 0,1 0 1 0 0,-1 1-1 0 0,1-1 0 0 0,0 0 1 0 0,0 0-1 0 0,0 0 0 0 0,0 0 1 0 0,0 0-1 0 0,0 0 0 0 0,0 0 1 0 0,1-1-1 0 0,-1 1 0 0 0,0-1 1 0 0,1 0-1 0 0,-1 1 1 0 0,5 0-1 0 0,-1 0-27 0 0,0-1-1 0 0,1 0 1 0 0,-1 0 0 0 0,0 0-1 0 0,1-1 1 0 0,-1 0 0 0 0,1 0-1 0 0,9-2 1 0 0,-8 1-34 0 0,0 0 0 0 0,0 0 1 0 0,0-1-1 0 0,0-1 0 0 0,-1 1 0 0 0,1-1 1 0 0,-1-1-1 0 0,0 1 0 0 0,0-1 0 0 0,0 0 0 0 0,0-1 1 0 0,-1 0-1 0 0,0 0 0 0 0,8-8 0 0 0,-13 12 69 0 0,0 0-1 0 0,0 0 1 0 0,-1 0-1 0 0,1 0 0 0 0,-1 0 1 0 0,1 0-1 0 0,0-1 0 0 0,-1 1 1 0 0,0 0-1 0 0,1-1 1 0 0,-1 1-1 0 0,0 0 0 0 0,0 0 1 0 0,0-1-1 0 0,0 1 1 0 0,0 0-1 0 0,0-1 0 0 0,0 1 1 0 0,0 0-1 0 0,0-1 1 0 0,-1 1-1 0 0,1 0 0 0 0,0-1 1 0 0,-2-1-1 0 0,0 0 16 0 0,1 1 0 0 0,-1-1 0 0 0,0 1 1 0 0,0 0-1 0 0,0 0 0 0 0,-1 0 0 0 0,1 0 0 0 0,0 0 0 0 0,-1 0 0 0 0,-4-2 0 0 0,-1 0 116 0 0,0 1 0 0 0,0-1 0 0 0,0 1 0 0 0,0 1 0 0 0,0 0-1 0 0,-1 0 1 0 0,-11-1 0 0 0,18 3-125 0 0,0-1 1 0 0,0 1-1 0 0,0 0 1 0 0,0 0-1 0 0,0 0 0 0 0,1 0 1 0 0,-1 1-1 0 0,0-1 1 0 0,0 0-1 0 0,0 1 0 0 0,0-1 1 0 0,0 1-1 0 0,0 0 1 0 0,1 0-1 0 0,-1-1 0 0 0,0 1 1 0 0,1 0-1 0 0,-1 0 1 0 0,1 1-1 0 0,-1-1 0 0 0,1 0 1 0 0,-1 1-1 0 0,1-1 1 0 0,0 0-1 0 0,-1 1 0 0 0,1 0 1 0 0,0-1-1 0 0,0 1 1 0 0,0 0-1 0 0,1-1 0 0 0,-1 1 1 0 0,0 0-1 0 0,1 0 1 0 0,-1 0-1 0 0,1-1 0 0 0,-1 1 1 0 0,1 0-1 0 0,0 0 1 0 0,0 0-1 0 0,0 0 0 0 0,0 0 1 0 0,0 0-1 0 0,0 0 1 0 0,1 3-1 0 0,0 0-65 0 0,0-1 1 0 0,0 1-1 0 0,1-1 1 0 0,-1 0-1 0 0,1 1 0 0 0,0-1 1 0 0,0 0-1 0 0,0 0 1 0 0,1 0-1 0 0,0-1 0 0 0,-1 1 1 0 0,1 0-1 0 0,1-1 0 0 0,-1 0 1 0 0,0 0-1 0 0,1 0 1 0 0,-1 0-1 0 0,8 4 0 0 0,-6-5 8 0 0,-1-1 0 0 0,1 0-1 0 0,0 0 1 0 0,-1 0-1 0 0,1 0 1 0 0,0-1 0 0 0,0 0-1 0 0,0 0 1 0 0,0 0-1 0 0,-1 0 1 0 0,1-1 0 0 0,0 0-1 0 0,0 0 1 0 0,-1 0 0 0 0,1-1-1 0 0,-1 0 1 0 0,1 1-1 0 0,-1-1 1 0 0,0-1 0 0 0,1 1-1 0 0,-1-1 1 0 0,0 0-1 0 0,-1 0 1 0 0,1 0 0 0 0,0 0-1 0 0,-1 0 1 0 0,0-1-1 0 0,4-5 1 0 0,-6 8 67 0 0,0-1 0 0 0,0 1 0 0 0,0-1 0 0 0,0 0 0 0 0,0 1 0 0 0,0-1 0 0 0,-1 1 0 0 0,1-1 0 0 0,-1 0 0 0 0,1 0 0 0 0,-1 1 0 0 0,0-1 0 0 0,1 0 0 0 0,-1 0 0 0 0,0 1 0 0 0,0-1 0 0 0,0 0 0 0 0,-1 0 0 0 0,1 0 0 0 0,0 1 0 0 0,-1-1 0 0 0,1 0 0 0 0,-1 0 0 0 0,0-1 0 0 0,-23-34 635 0 0,21 33-596 0 0,2 3 2 0 0,-4 2-110 0 0,0-1 0 0 0,0 1 0 0 0,0 0 1 0 0,0 0-1 0 0,0 1 0 0 0,-7 3 0 0 0,-1 11-4324 0 0,9-10 106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33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64 4392 0 0,'0'0'5611'0'0,"4"-32"-1172"0"0,-4 31-4073 0 0,1-1-1 0 0,-1 1 0 0 0,1 0 0 0 0,-1 0 1 0 0,1 0-1 0 0,-1 0 0 0 0,0 0 0 0 0,0-1 1 0 0,0 1-1 0 0,0 0 0 0 0,0 0 0 0 0,0 0 1 0 0,0 0-1 0 0,0-1 0 0 0,0 1 0 0 0,0 0 1 0 0,-1 0-1 0 0,1 0 0 0 0,0 0 0 0 0,-1 0 1 0 0,1-1-1 0 0,-1 1 0 0 0,1 0 0 0 0,-2-1 1 0 0,-16 1 3309 0 0,-3 6-5055 0 0,13-2 1569 0 0,0 0-1 0 0,1 1 1 0 0,-1 0-1 0 0,1 0 1 0 0,0 1-1 0 0,0 0 0 0 0,0 0 1 0 0,1 1-1 0 0,0-1 1 0 0,0 2-1 0 0,0-1 0 0 0,1 0 1 0 0,-1 1-1 0 0,2 0 1 0 0,-1 0-1 0 0,1 1 1 0 0,-6 13-1 0 0,5-9 64 0 0,0 0-1 0 0,1 1 1 0 0,1 0 0 0 0,0 0-1 0 0,0 0 1 0 0,1 0 0 0 0,1 1 0 0 0,0-1-1 0 0,1 0 1 0 0,2 19 0 0 0,-1-21-188 0 0,1 0 1 0 0,0 0-1 0 0,1-1 0 0 0,0 1 1 0 0,0-1-1 0 0,1 0 1 0 0,1 0-1 0 0,0 0 1 0 0,0-1-1 0 0,1 0 1 0 0,12 16-1 0 0,-9-17-67 0 0,-1 0 0 0 0,1-1 0 0 0,1 0 0 0 0,-1 0-1 0 0,1-1 1 0 0,1 0 0 0 0,-1-1 0 0 0,1 0 0 0 0,0 0 0 0 0,0-2-1 0 0,0 1 1 0 0,1-1 0 0 0,11 1 0 0 0,-21-3-65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33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7308 0 0,'8'8'20623'0'0,"-6"-6"-20549"0"0,0 0 0 0 0,0 1 1 0 0,0-1-1 0 0,-1 1 0 0 0,1-1 0 0 0,-1 1 0 0 0,1-1 1 0 0,-1 1-1 0 0,0 0 0 0 0,0 0 0 0 0,0 0 0 0 0,-1 0 1 0 0,1 0-1 0 0,0 4 0 0 0,-10 72 1429 0 0,6-64-1244 0 0,0-1 0 0 0,1 1 0 0 0,1 0 0 0 0,0 0 0 0 0,2 0 0 0 0,2 21 0 0 0,6 9-234 0 0,-8-43-200 0 0,11-27-8427 0 0,-6-1 2186 0 0,-1 5-3534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34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6640 0 0,'0'0'9454'0'0,"-2"1"-8616"0"0,0 0 0 0 0,0 0 0 0 0,0 0 0 0 0,0 0 0 0 0,0 1 1 0 0,0-1-1 0 0,0 1 0 0 0,0-1 0 0 0,-2 4 0 0 0,2 0-229 0 0,1 1-1 0 0,0 0 1 0 0,1-1 0 0 0,-1 1 0 0 0,1 0 0 0 0,0-1-1 0 0,2 11 1 0 0,0 11-451 0 0,-2-26-354 0 0,0 0 1 0 0,0-1 0 0 0,1 1-1 0 0,-1 0 1 0 0,1-1-1 0 0,-1 1 1 0 0,0-1 0 0 0,1 1-1 0 0,-1-1 1 0 0,1 1 0 0 0,-1-1-1 0 0,1 1 1 0 0,-1-1 0 0 0,1 1-1 0 0,-1-1 1 0 0,1 0-1 0 0,0 1 1 0 0,-1-1 0 0 0,1 0-1 0 0,0 1 1 0 0,-1-1 0 0 0,1 0-1 0 0,0 0 1 0 0,-1 0 0 0 0,1 0-1 0 0,0 0 1 0 0,-1 0 0 0 0,1 0-1 0 0,0 0 1 0 0,-1 0-1 0 0,1 0 1 0 0,0 0 0 0 0,-1 0-1 0 0,1 0 1 0 0,0 0 0 0 0,-1-1-1 0 0,1 1 1 0 0,0 0 0 0 0,-1-1-1 0 0,1 1 1 0 0,0 0 0 0 0,-1-1-1 0 0,1 1 1 0 0,-1 0-1 0 0,1-1 1 0 0,-1 1 0 0 0,1-1-1 0 0,-1 1 1 0 0,1-1 0 0 0,-1 0-1 0 0,0 1 1 0 0,1-1 0 0 0,-1 1-1 0 0,0-1 1 0 0,1 0 0 0 0,-1 0-1 0 0,2-18-3176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34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3618 0 0,'0'0'12340'0'0,"-25"6"-9189"0"0,19 0-2586 0 0,1 0 1 0 0,0 0 0 0 0,1 1-1 0 0,0 0 1 0 0,0 0 0 0 0,0 0-1 0 0,0 0 1 0 0,1 1 0 0 0,1-1 0 0 0,-3 11-1 0 0,2-9-291 0 0,1 1 1 0 0,0 0-1 0 0,1-1 0 0 0,0 1 0 0 0,1 0 0 0 0,0 0 1 0 0,1 0-1 0 0,2 14 0 0 0,-2-22-255 0 0,0 0 0 0 0,0 0-1 0 0,1 0 1 0 0,-1 0 0 0 0,1 0 0 0 0,-1 0 0 0 0,1 0-1 0 0,0 0 1 0 0,-1-1 0 0 0,1 1 0 0 0,0-1 0 0 0,0 1 0 0 0,1-1-1 0 0,-1 0 1 0 0,0 0 0 0 0,0 0 0 0 0,0 0 0 0 0,1 0 0 0 0,-1 0-1 0 0,1-1 1 0 0,-1 1 0 0 0,0-1 0 0 0,1 0 0 0 0,-1 0 0 0 0,1 0-1 0 0,-1 0 1 0 0,4 0 0 0 0,7 0 3 0 0,1 0 1 0 0,-1-1-1 0 0,23-5 1 0 0,-8 0-28 0 0,-3 2-106 0 0,0-1 1 0 0,-1-1-1 0 0,0-2 1 0 0,0 0-1 0 0,0-1 1 0 0,-1-2-1 0 0,22-13 1 0 0,-43 23 114 0 0,0 0 0 0 0,0-1 0 0 0,0 1 1 0 0,-1 0-1 0 0,1-1 0 0 0,0 0 1 0 0,-1 1-1 0 0,1-1 0 0 0,-1 0 1 0 0,1 0-1 0 0,-1 0 0 0 0,0 0 0 0 0,0 0 1 0 0,0 0-1 0 0,0 0 0 0 0,0 0 1 0 0,0 0-1 0 0,-1-1 0 0 0,1 1 1 0 0,0-3-1 0 0,-2 3 24 0 0,1 0 1 0 0,0 0-1 0 0,-1 0 1 0 0,0 0-1 0 0,1 0 0 0 0,-1 0 1 0 0,0 0-1 0 0,0 0 1 0 0,0 0-1 0 0,0 0 1 0 0,0 0-1 0 0,-1 1 0 0 0,1-1 1 0 0,0 1-1 0 0,-1-1 1 0 0,1 1-1 0 0,-4-3 1 0 0,-1-1 58 0 0,-1 0 0 0 0,0 1 1 0 0,-1 0-1 0 0,1 0 0 0 0,-1 1 1 0 0,0 0-1 0 0,0 0 0 0 0,0 0 1 0 0,-12-1-1 0 0,16 3 1662 0 0,-8 0-1619 0 0,-5-2-5934 0 0,41-4-5876 0 0,-11 5 7803 0 0,-6 1-1605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36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3026 0 0,'0'0'20626'0'0,"12"32"-17692"0"0,-10-28-2835 0 0,0 0 0 0 0,0 0-1 0 0,-1 0 1 0 0,1 0 0 0 0,-1 0-1 0 0,0 0 1 0 0,0 1 0 0 0,-1-1 0 0 0,1 0-1 0 0,-1 1 1 0 0,0-1 0 0 0,-1 5-1 0 0,-8 54 548 0 0,-2-38-708 0 0,10-24-189 0 0,0 0 1 0 0,0 0 0 0 0,0 0 0 0 0,0 0 0 0 0,-1-1 0 0 0,1 1 0 0 0,0 0 0 0 0,0-1-1 0 0,0 1 1 0 0,-1-1 0 0 0,1 1 0 0 0,0-1 0 0 0,0 0 0 0 0,-1 1 0 0 0,1-1 0 0 0,0 0-1 0 0,-1 0 1 0 0,1 0 0 0 0,0 0 0 0 0,-1 0 0 0 0,1 0 0 0 0,0-1 0 0 0,-1 1-1 0 0,-1-1 1 0 0,2-2-730 0 0,-1-1-1 0 0,1 1 0 0 0,0-1 0 0 0,0 1 1 0 0,0-1-1 0 0,0 1 0 0 0,1-1 0 0 0,-1-5 1 0 0,1 3 859 0 0,1-16-9227 0 0,5 10 5454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37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15 5494 0 0,'0'0'1766'0'0,"-13"-15"10317"0"0,9 19-11316 0 0,0 1 0 0 0,1-1 0 0 0,0 1 0 0 0,0 0 1 0 0,0 0-1 0 0,-3 8 0 0 0,4-8-559 0 0,1-1 1 0 0,0 1 0 0 0,-1 0-1 0 0,1 0 1 0 0,1-1 0 0 0,-1 1-1 0 0,1 0 1 0 0,0 0 0 0 0,0 0-1 0 0,0 0 1 0 0,1 0 0 0 0,1 6 0 0 0,4 25 503 0 0,-6-31-673 0 0,1 0 0 0 0,-1 0 0 0 0,1-1 0 0 0,0 1 1 0 0,0 0-1 0 0,0-1 0 0 0,0 1 0 0 0,1-1 0 0 0,0 1 1 0 0,0-1-1 0 0,0 0 0 0 0,1 0 0 0 0,-1 0 0 0 0,1 0 0 0 0,0 0 1 0 0,4 4-1 0 0,1-3-46 0 0,0 0 0 0 0,0 0 0 0 0,0-1 0 0 0,1 0 0 0 0,0 0 0 0 0,0-1 1 0 0,0 0-1 0 0,0-1 0 0 0,0 0 0 0 0,0 0 0 0 0,1-1 0 0 0,-1 0 0 0 0,13-1 0 0 0,-17 0-6 0 0,1 1-1 0 0,0-2 0 0 0,0 1 1 0 0,0-1-1 0 0,0 1 1 0 0,0-1-1 0 0,0-1 0 0 0,-1 1 1 0 0,1-1-1 0 0,-1 0 1 0 0,1-1-1 0 0,-1 1 0 0 0,0-1 1 0 0,0 0-1 0 0,0-1 0 0 0,0 1 1 0 0,0-1-1 0 0,-1 0 1 0 0,1 0-1 0 0,-1 0 0 0 0,0 0 1 0 0,4-7-1 0 0,-6 7 44 0 0,-1 1 1 0 0,0-1-1 0 0,0 1 0 0 0,0-1 1 0 0,0 1-1 0 0,0-1 0 0 0,-1 0 0 0 0,1 1 1 0 0,-1-1-1 0 0,0 0 0 0 0,0 0 0 0 0,-1 1 1 0 0,1-1-1 0 0,-1 0 0 0 0,0 1 0 0 0,0-1 1 0 0,0 0-1 0 0,0 1 0 0 0,0-1 0 0 0,-1 1 1 0 0,0 0-1 0 0,0 0 0 0 0,0-1 1 0 0,0 1-1 0 0,0 0 0 0 0,0 1 0 0 0,-1-1 1 0 0,0 0-1 0 0,1 1 0 0 0,-7-5 0 0 0,2 1-21 0 0,0 1-1 0 0,0 0 1 0 0,-1 0 0 0 0,0 1-1 0 0,0 0 1 0 0,0 0-1 0 0,0 1 1 0 0,-1 0-1 0 0,1 0 1 0 0,-1 1-1 0 0,0 0 1 0 0,-9-1 0 0 0,7 2-1079 0 0,33-10-13258 0 0,1 4 6348 0 0,-14 3 1932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37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 8672 0 0,'-7'-4'13000'0'0,"25"7"-4167"0"0,-5 12-6571 0 0,-1 30-2273 0 0,-8-39 2277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38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 3156 0 0,'-11'11'12712'0'0,"-5"21"-8775"0"0,-10 37-1061 0 0,22-53-2412 0 0,1 1 1 0 0,1-1-1 0 0,1 1 1 0 0,0-1-1 0 0,1 1 1 0 0,1 0-1 0 0,0-1 1 0 0,1 1-1 0 0,7 25 1 0 0,-7-37-441 0 0,-1 1 1 0 0,1-1 0 0 0,1 0-1 0 0,-1 0 1 0 0,0 0 0 0 0,1 0-1 0 0,0 0 1 0 0,0 0 0 0 0,1-1-1 0 0,-1 1 1 0 0,1-1 0 0 0,0 0-1 0 0,0 0 1 0 0,1-1 0 0 0,-1 1-1 0 0,1-1 1 0 0,0 0 0 0 0,-1 0-1 0 0,1 0 1 0 0,1-1 0 0 0,-1 0-1 0 0,0 0 1 0 0,0 0 0 0 0,1-1-1 0 0,-1 1 1 0 0,1-1 0 0 0,0 0-1 0 0,-1-1 1 0 0,1 0 0 0 0,0 0-1 0 0,5 0 1 0 0,2-1-329 0 0,0-1-1 0 0,-1 0 1 0 0,1 0 0 0 0,-1-2-1 0 0,0 1 1 0 0,1-1 0 0 0,-2-1-1 0 0,1 0 1 0 0,0-1 0 0 0,-1 0 0 0 0,0-1-1 0 0,-1 0 1 0 0,0-1 0 0 0,0 0-1 0 0,10-10 1 0 0,-19 16 291 0 0,1 1 0 0 0,-1-1 0 0 0,0 1 0 0 0,0-1 0 0 0,1 1 0 0 0,-1-1 0 0 0,0 0 0 0 0,-1 0 0 0 0,1 0 0 0 0,0 1 0 0 0,0-1 0 0 0,-1 0 0 0 0,1 0 0 0 0,-1 0 0 0 0,0 0 0 0 0,1 0 0 0 0,-1 0 0 0 0,0 0 0 0 0,0 0 0 0 0,0 0 1 0 0,-1 0-1 0 0,1 0 0 0 0,0 0 0 0 0,-1 0 0 0 0,1 0 0 0 0,-1 0 0 0 0,0 0 0 0 0,0 0 0 0 0,1 1 0 0 0,-1-1 0 0 0,0 0 0 0 0,-1 0 0 0 0,1 1 0 0 0,0-1 0 0 0,0 1 0 0 0,-1-1 0 0 0,1 1 0 0 0,-1 0 0 0 0,1-1 0 0 0,-1 1 0 0 0,-2-2 0 0 0,0 1 105 0 0,1-1 1 0 0,-1 1-1 0 0,0 0 0 0 0,0 0 0 0 0,0 0 1 0 0,0 1-1 0 0,0-1 0 0 0,0 1 0 0 0,0 0 1 0 0,-1 0-1 0 0,1 0 0 0 0,0 1 0 0 0,-1-1 1 0 0,1 1-1 0 0,-1 0 0 0 0,1 0 1 0 0,0 1-1 0 0,-9 1 0 0 0,-2 7-4216 0 0,30-7 1230 0 0,44-7-5737 0 0,-50 4 4981 0 0,2 0-1487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38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4426 0 0,'0'0'3313'0'0,"-23"6"7254"0"0,29 1-9931 0 0,0 1 1 0 0,0-1-1 0 0,1-1 0 0 0,0 1 1 0 0,0-1-1 0 0,1 0 0 0 0,11 7 1 0 0,16 12 466 0 0,0 5 98 0 0,0 1 0 0 0,46 57 1 0 0,-72-77-1083 0 0,-1-1 1 0 0,0 2 0 0 0,-1-1 0 0 0,0 1-1 0 0,-1 0 1 0 0,-1 1 0 0 0,1-1 0 0 0,-2 1 0 0 0,0 0-1 0 0,-1 0 1 0 0,0 1 0 0 0,-1-1 0 0 0,1 20 0 0 0,-3-28-99 0 0,0 0 1 0 0,0 0 0 0 0,-1 0-1 0 0,1 0 1 0 0,-1 0 0 0 0,-1 0 0 0 0,1 0-1 0 0,-1 0 1 0 0,0 0 0 0 0,0-1-1 0 0,0 1 1 0 0,-1 0 0 0 0,1-1 0 0 0,-1 0-1 0 0,0 0 1 0 0,0 0 0 0 0,-1 0-1 0 0,1 0 1 0 0,-1 0 0 0 0,0-1 0 0 0,0 0-1 0 0,-9 6 1 0 0,11-9-147 0 0,-7-2-236 0 0,-11-3-1457 0 0,19 2 1110 0 0,0 0-1 0 0,0 0 0 0 0,0 0 1 0 0,0 0-1 0 0,1 0 1 0 0,-1 0-1 0 0,1 0 0 0 0,0-1 1 0 0,0 1-1 0 0,0 0 1 0 0,0 0-1 0 0,1 0 0 0 0,-1 0 1 0 0,1 0-1 0 0,0-1 1 0 0,-1 1-1 0 0,2 0 1 0 0,-1 0-1 0 0,0 1 0 0 0,3-6 1 0 0,3 1-5069 0 0,-5 6 4385 0 0,9-6-4517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3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63 3156 0 0,'0'0'7917'0'0,"-10"-12"223"0"0,17 9-7267 0 0,0 0 0 0 0,1 1 0 0 0,-1 0 0 0 0,16-3 0 0 0,70-2 1240 0 0,-68 7-1691 0 0,45-7-1 0 0,6-8 78 0 0,-73 14-476 0 0,10-4 479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39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6310 0 0,'-9'8'13402'0'0,"21"6"-10375"0"0,21 10-2986 0 0,20-1 546 0 0,61 19 0 0 0,-45-18-657 0 0,-67-23 308 0 0,2 19 769 0 0,-9-15-824 0 0,0 0 0 0 0,0 0 0 0 0,0-1 0 0 0,0 0 0 0 0,-1 0 0 0 0,0 0 0 0 0,0 0 0 0 0,-7 2 0 0 0,8-3-70 0 0,-12 7-571 0 0,-19 11 1460 0 0,25-13-4892 0 0,1 1-4336 0 0,34-6-1375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40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6 3220 0 0,'0'0'6842'0'0,"-31"-6"-520"0"0,23 8-5735 0 0,-1 1 1 0 0,1-1-1 0 0,0 2 0 0 0,0-1 1 0 0,0 1-1 0 0,0 0 0 0 0,1 1 0 0 0,-1 0 1 0 0,1 0-1 0 0,1 1 0 0 0,-1-1 0 0 0,1 2 1 0 0,0-1-1 0 0,-11 14 0 0 0,6-4 66 0 0,1-1-1 0 0,0 2 1 0 0,1-1-1 0 0,1 1 1 0 0,-12 35-1 0 0,18-44-542 0 0,0 0 0 0 0,0 1 0 0 0,0-1 0 0 0,1 1 0 0 0,1-1 0 0 0,-1 1 0 0 0,2-1 0 0 0,-1 1 0 0 0,1 0 0 0 0,0-1 1 0 0,1 1-1 0 0,0-1 0 0 0,0 0 0 0 0,1 0 0 0 0,0 0 0 0 0,0 0 0 0 0,1 0 0 0 0,0 0 0 0 0,0-1 0 0 0,1 0 0 0 0,11 13 0 0 0,-10-13-287 0 0,0-1 1 0 0,0 0 0 0 0,1-1-1 0 0,0 1 1 0 0,0-1 0 0 0,0-1-1 0 0,1 1 1 0 0,-1-1 0 0 0,1-1-1 0 0,0 1 1 0 0,0-1 0 0 0,1-1-1 0 0,-1 1 1 0 0,1-2 0 0 0,-1 1-1 0 0,1-1 1 0 0,-1 0 0 0 0,1-1-1 0 0,0 0 1 0 0,-1 0-1 0 0,11-2 1 0 0,-19 2-47 0 0,1 0-1 0 0,0 0 1 0 0,0 0-1 0 0,0 0 1 0 0,-1-1 0 0 0,1 1-1 0 0,0 0 1 0 0,0 0-1 0 0,-1 0 1 0 0,1-1-1 0 0,0 1 1 0 0,0-1-1 0 0,-1 1 1 0 0,1 0 0 0 0,-1-1-1 0 0,1 1 1 0 0,0-1-1 0 0,-1 1 1 0 0,1-1-1 0 0,-1 0 1 0 0,1 1-1 0 0,-1-1 1 0 0,1 1 0 0 0,-1-1-1 0 0,0 0 1 0 0,1 1-1 0 0,-1-1 1 0 0,0 0-1 0 0,1 0 1 0 0,-1 1 0 0 0,0-1-1 0 0,0 0 1 0 0,0 0-1 0 0,0 0 1 0 0,1 1-1 0 0,-1-1 1 0 0,0 0-1 0 0,-1 0 1 0 0,1 1 0 0 0,0-1-1 0 0,0 0 1 0 0,0 0-1 0 0,0 0 1 0 0,-1 1-1 0 0,1-1 1 0 0,0 0-1 0 0,-1-1 1 0 0,-1-7-4105 0 0,-19 7-3651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40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4538 0 0,'0'0'1912'0'0,"-22"21"10560"0"0,20-14-11357 0 0,1 1 0 0 0,1-1-1 0 0,-1 0 1 0 0,1 0 0 0 0,2 15 0 0 0,2-5-126 0 0,0 0 1 0 0,11 29-1 0 0,4 11 294 0 0,-15-37-884 0 0,9 19-180 0 0,-13-37-337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41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5328 0 0,'0'0'19377'0'0,"-2"2"-18987"0"0,0-1 1 0 0,0 1 0 0 0,0 0-1 0 0,1 0 1 0 0,-1-1 0 0 0,0 1-1 0 0,1 0 1 0 0,0 1 0 0 0,-3 2-1 0 0,7 12 863 0 0,8-4-7850 0 0,-2-5 2468 0 0,13-14-9846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41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 3198 0 0,'0'0'5532'0'0,"-33"11"-1414"0"0,24-6-3236 0 0,-1 1-1 0 0,1 0 0 0 0,0 0 1 0 0,1 1-1 0 0,-1 0 1 0 0,1 0-1 0 0,1 1 1 0 0,-1 0-1 0 0,1 0 0 0 0,1 1 1 0 0,-10 16-1 0 0,13-19-604 0 0,0-1-1 0 0,1 0 0 0 0,-1 1 1 0 0,1 0-1 0 0,1-1 0 0 0,-1 1 0 0 0,1 0 1 0 0,0 0-1 0 0,0 0 0 0 0,0 9 1 0 0,2-11-204 0 0,-1-1 0 0 0,1 1 1 0 0,0 0-1 0 0,0 0 0 0 0,0-1 0 0 0,0 1 1 0 0,0 0-1 0 0,1-1 0 0 0,0 0 1 0 0,-1 1-1 0 0,1-1 0 0 0,1 0 0 0 0,-1 0 1 0 0,0 0-1 0 0,1 0 0 0 0,0 0 1 0 0,4 4-1 0 0,-3-4-63 0 0,1-1 0 0 0,-1 1-1 0 0,0-1 1 0 0,1 0 0 0 0,0 0 0 0 0,-1-1 0 0 0,1 1 0 0 0,0-1-1 0 0,0 0 1 0 0,0 0 0 0 0,0-1 0 0 0,-1 1 0 0 0,1-1 0 0 0,0 0-1 0 0,0-1 1 0 0,8 0 0 0 0,6-3-67 0 0,0 0 0 0 0,34-12 0 0 0,-46 14 98 0 0,10-4-309 0 0,0 0 0 0 0,0-1-1 0 0,30-18 1 0 0,-44 23 221 0 0,0 0 1 0 0,0 0-1 0 0,0 0 0 0 0,0 0 0 0 0,0-1 1 0 0,-1 1-1 0 0,1-1 0 0 0,-1 0 1 0 0,1 0-1 0 0,-1 0 0 0 0,0 0 1 0 0,0 0-1 0 0,-1 0 0 0 0,1 0 0 0 0,-1 0 1 0 0,1-1-1 0 0,-1 1 0 0 0,0-1 1 0 0,0 1-1 0 0,-1-1 0 0 0,1 0 1 0 0,-1 1-1 0 0,0-1 0 0 0,1 1 1 0 0,-2-1-1 0 0,0-6 0 0 0,0 6 103 0 0,-1-1 1 0 0,1 1-1 0 0,-1-1 1 0 0,-1 1-1 0 0,1 0 0 0 0,0 0 1 0 0,-1 0-1 0 0,0 0 0 0 0,0 0 1 0 0,0 1-1 0 0,-1-1 0 0 0,1 1 1 0 0,-1 0-1 0 0,1 0 0 0 0,-1 0 1 0 0,0 1-1 0 0,0-1 0 0 0,-1 1 1 0 0,1 0-1 0 0,0 0 1 0 0,-1 0-1 0 0,1 1 0 0 0,-1 0 1 0 0,-5-1-1 0 0,0-1-281 0 0,-1 1 0 0 0,1 1 0 0 0,-1 0 1 0 0,1 0-1 0 0,-1 1 0 0 0,1 0 0 0 0,-1 1 0 0 0,0 0 0 0 0,-18 5 0 0 0,27-5-1344 0 0,-8 12-3002 0 0,26-2-7262 0 0,-3-4 5181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42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2778 0 0,'9'4'9627'0'0,"8"7"-3322"0"0,32 27-719 0 0,-40-31-5255 0 0,-1 0 0 0 0,-1 0 0 0 0,1 0 0 0 0,-1 1-1 0 0,0 0 1 0 0,-1 0 0 0 0,0 1 0 0 0,0-1 0 0 0,-1 2 0 0 0,5 10 0 0 0,-10-17-306 0 0,0-1 1 0 0,0 0 0 0 0,0 0 0 0 0,0 0 0 0 0,0 0 0 0 0,-1 0 0 0 0,1 1 0 0 0,-1-1 0 0 0,1 0 0 0 0,-1 0 0 0 0,0 0 0 0 0,0 0 0 0 0,0-1 0 0 0,0 1 0 0 0,0 0 0 0 0,-1 0 0 0 0,1 0 0 0 0,0-1 0 0 0,-1 1 0 0 0,1-1 0 0 0,-1 1 0 0 0,0-1 0 0 0,0 0 0 0 0,1 1 0 0 0,-1-1 0 0 0,0 0 0 0 0,0 0 0 0 0,-3 1 0 0 0,-4 2-554 0 0,-1 0 0 0 0,1 0 0 0 0,-1 0 0 0 0,-17 3 0 0 0,26-7 257 0 0,0 0 0 0 0,-1 0 0 0 0,1 1 0 0 0,-1-1 0 0 0,1 0 0 0 0,0 0 0 0 0,-1 0 0 0 0,1 0 0 0 0,0 0 0 0 0,-1-1 0 0 0,1 1 0 0 0,-1 0 0 0 0,1-1 0 0 0,0 1 0 0 0,0-1 0 0 0,-1 1 0 0 0,1-1 0 0 0,0 1 0 0 0,0-1-1 0 0,0 0 1 0 0,-1 0 0 0 0,1 0 0 0 0,0 0 0 0 0,0 0 0 0 0,0 0 0 0 0,0 0 0 0 0,-1-2 0 0 0,-6-11-5645 0 0,4 7 619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42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4850 0 0,'-9'17'5111'0'0,"6"-10"610"0"0,10 102 4615 0 0,-4-87-9757 0 0,1-1 0 0 0,1 0 0 0 0,1 0 0 0 0,0 0 1 0 0,18 34-1 0 0,-21-46-895 0 0,6 9 1042 0 0,2-13-7380 0 0,-8-18 1075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43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4358 0 0,'0'0'16353'0'0,"-12"29"-9764"0"0,12-28-6648 0 0,0 0-1 0 0,0-1 1 0 0,-1 1 0 0 0,1 0 0 0 0,0 0-1 0 0,0 0 1 0 0,0 0 0 0 0,0 0-1 0 0,0-1 1 0 0,0 1 0 0 0,1 0 0 0 0,-1 0-1 0 0,0 0 1 0 0,0 0 0 0 0,1 0 0 0 0,-1-1-1 0 0,0 1 1 0 0,1 0 0 0 0,-1 0 0 0 0,1-1-1 0 0,-1 1 1 0 0,1 0 0 0 0,-1-1 0 0 0,1 1-1 0 0,-1 0 1 0 0,1-1 0 0 0,0 1 0 0 0,-1-1-1 0 0,1 1 1 0 0,0-1 0 0 0,0 1 0 0 0,-1-1-1 0 0,1 1 1 0 0,0-1 0 0 0,0 0-1 0 0,0 0 1 0 0,1 1 0 0 0,13-6-5793 0 0,1-8-4153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43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7 4036 0 0,'-11'-6'12178'0'0,"11"43"-6353"0"0,0-32-5617 0 0,1 0 1 0 0,0 0 0 0 0,0 0 0 0 0,1-1-1 0 0,-1 1 1 0 0,1 0 0 0 0,0-1-1 0 0,0 1 1 0 0,1-1 0 0 0,-1 0 0 0 0,1 0-1 0 0,0 0 1 0 0,0 0 0 0 0,0 0-1 0 0,1-1 1 0 0,0 1 0 0 0,-1-1 0 0 0,1 0-1 0 0,0 0 1 0 0,0 0 0 0 0,1-1-1 0 0,-1 1 1 0 0,0-1 0 0 0,1 0 0 0 0,0 0-1 0 0,-1-1 1 0 0,6 2 0 0 0,-1 0-297 0 0,0-1 0 0 0,0 0 0 0 0,0 0 0 0 0,0 0 0 0 0,0-1 0 0 0,0-1 0 0 0,0 0 0 0 0,1 0 0 0 0,-1 0 0 0 0,0-1 0 0 0,0-1 0 0 0,0 0 0 0 0,0 0-1 0 0,10-4 1 0 0,-6-2-1004 0 0,11-19-8861 0 0,-19 22 8405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43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4960 0 0,'-2'1'428'0'0,"0"0"-1"0"0,0-1 1 0 0,1 1 0 0 0,-1 0-1 0 0,0 0 1 0 0,1 0-1 0 0,-1 0 1 0 0,1 0 0 0 0,-1 0-1 0 0,1 1 1 0 0,0-1 0 0 0,0 0-1 0 0,-1 1 1 0 0,1-1-1 0 0,0 1 1 0 0,0-1 0 0 0,0 1-1 0 0,0 0 1 0 0,1-1-1 0 0,-1 1 1 0 0,0 0 0 0 0,1 0-1 0 0,-1-1 1 0 0,1 1 0 0 0,0 0-1 0 0,-1 0 1 0 0,1 0-1 0 0,0 0 1 0 0,0 0 0 0 0,0-1-1 0 0,1 4 1 0 0,1 8 1108 0 0,0-1 1 0 0,1 0-1 0 0,9 24 0 0 0,-1 3 400 0 0,-9-33-1780 0 0,-1 0 1 0 0,1-1-1 0 0,0 1 0 0 0,0-1 1 0 0,1 1-1 0 0,0-1 0 0 0,0 0 1 0 0,0 0-1 0 0,6 7 0 0 0,-7-9-483 0 0,1 0 0 0 0,-1-1 1 0 0,1 1-1 0 0,-1-1 0 0 0,1 0 0 0 0,0 0 0 0 0,0 0 0 0 0,0 0 1 0 0,6 2-1 0 0,-6-3-416 0 0,0-1 0 0 0,1 0 0 0 0,-1 0 0 0 0,0-1-1 0 0,0 1 1 0 0,0 0 0 0 0,1-1 0 0 0,-1 0 0 0 0,0 0 0 0 0,0 0 0 0 0,0 0 0 0 0,0-1 0 0 0,3-1 0 0 0,-1 1-961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2:44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3892 0 0,'13'7'2482'0'0,"-1"0"0"0"0,0 0-1 0 0,20 18 1 0 0,59 64 5011 0 0,-72-69-6514 0 0,0 2 1 0 0,-2 0 0 0 0,0 1-1 0 0,23 45 1 0 0,-32-51-724 0 0,-1-1 0 0 0,-1 1 0 0 0,-1 1 0 0 0,0-1-1 0 0,-1 1 1 0 0,-1 0 0 0 0,-1 0 0 0 0,0 29 0 0 0,-2-26 1044 0 0,-1-10-3785 0 0,-8-29-5293 0 0,6-2 3550 0 0,-1-4-4708 0 0,-2 16 2568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3:40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1402 0 0,'0'0'3461'0'0,"7"-17"-6697"0"0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14.2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 1 4662 0 0,'-14'7'23091'0'0,"4"22"-18896"0"0,4 19-7695 0 0,6-34 5702 0 0,-1-2-2146 0 0,1 0 1 0 0,0 0 0 0 0,1 0-1 0 0,0 0 1 0 0,1 0-1 0 0,0 0 1 0 0,1-1-1 0 0,1 1 1 0 0,8 21-1 0 0,-6-13-98 0 0,0 2-871 0 0,-5-21 450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14.5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 0 3838 0 0,'0'0'20154'0'0,"-16"19"-16762"0"0,-3 52-2002 0 0,19-71-1602 0 0,0 1 1 0 0,0 0 0 0 0,0-1 0 0 0,0 1 0 0 0,0 0 0 0 0,0-1 0 0 0,0 1 0 0 0,0 0 0 0 0,0-1 0 0 0,0 1 0 0 0,1 0 0 0 0,-1-1 0 0 0,0 1 0 0 0,1-1 0 0 0,-1 1 0 0 0,0 0 0 0 0,1-1 0 0 0,-1 1-1 0 0,1-1 1 0 0,-1 1 0 0 0,0-1 0 0 0,1 1 0 0 0,-1-1 0 0 0,1 1 0 0 0,0-1 0 0 0,-1 0 0 0 0,1 1 0 0 0,-1-1 0 0 0,1 0 0 0 0,0 1 0 0 0,-1-1 0 0 0,1 0 0 0 0,0 0 0 0 0,-1 0 0 0 0,1 0-1 0 0,0 1 1 0 0,-1-1 0 0 0,1 0 0 0 0,0 0 0 0 0,-1 0 0 0 0,1 0 0 0 0,0 0 0 0 0,-1-1 0 0 0,1 1 0 0 0,0 0 0 0 0,-1 0 0 0 0,1 0 0 0 0,0-1 0 0 0,-1 1 0 0 0,1 0 0 0 0,-1-1 0 0 0,1 1-1 0 0,0 0 1 0 0,-1-1 0 0 0,1 1 0 0 0,-1-1 0 0 0,1 1 0 0 0,0-1 0 0 0,36-27-10284 0 0,-29 18 4687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14.9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121 18 4930 0 0,'0'-1'237'0'0,"0"1"0"0"0,0 0-1 0 0,0-1 1 0 0,1 1 0 0 0,-1-1-1 0 0,0 1 1 0 0,0 0 0 0 0,0-1-1 0 0,0 1 1 0 0,-1-1 0 0 0,1 1-1 0 0,0 0 1 0 0,0-1 0 0 0,0 1 0 0 0,0 0-1 0 0,0-1 1 0 0,0 1 0 0 0,-1-1-1 0 0,1 1 1 0 0,0 0 0 0 0,0-1-1 0 0,0 1 1 0 0,-1 0 0 0 0,1 0 0 0 0,0-1-1 0 0,-1 1 1 0 0,1 0 0 0 0,0 0-1 0 0,-1-1 1 0 0,1 1 0 0 0,0 0-1 0 0,-1 0 1 0 0,1 0 0 0 0,0-1-1 0 0,-1 1 1 0 0,1 0 0 0 0,0 0 0 0 0,-1 0-1 0 0,1 0 1 0 0,-1 0 0 0 0,1 0-1 0 0,0 0 1 0 0,-1 0 0 0 0,1 0-1 0 0,-1 0 1 0 0,1 0 0 0 0,0 0 0 0 0,-1 0-1 0 0,-25 16 4706 0 0,19-11-4404 0 0,1 1 1 0 0,-1 0-1 0 0,2 1 0 0 0,-1-1 0 0 0,-8 14 1 0 0,5-2 157 0 0,4-8-486 0 0,0-1 1 0 0,1 1 0 0 0,0 0-1 0 0,1 1 1 0 0,0-1 0 0 0,-2 15-1 0 0,5-23-201 0 0,0 0 0 0 0,0 0 0 0 0,0-1 0 0 0,0 1 0 0 0,0 0 0 0 0,1 0 0 0 0,-1 0 0 0 0,1 0 1 0 0,-1 0-1 0 0,1 0 0 0 0,0-1 0 0 0,-1 1 0 0 0,1 0 0 0 0,0 0 0 0 0,0-1 0 0 0,0 1 0 0 0,2 1 0 0 0,-1-1-14 0 0,1 0 0 0 0,-1-1 0 0 0,1 1 0 0 0,-1 0 0 0 0,1-1 1 0 0,0 0-1 0 0,-1 0 0 0 0,1 0 0 0 0,0 0 0 0 0,0 0 0 0 0,0 0 0 0 0,0-1 1 0 0,0 1-1 0 0,4-1 0 0 0,11 1-116 0 0,1-1 1 0 0,-1-1-1 0 0,0 0 1 0 0,-1-2 0 0 0,1 0-1 0 0,0-1 1 0 0,32-11-1 0 0,-37 10 51 0 0,-1 0 0 0 0,1-1 0 0 0,-1-1 0 0 0,0 0 0 0 0,-1 0 0 0 0,1-1 0 0 0,-2 0 0 0 0,1-1 0 0 0,-1-1 0 0 0,17-19 0 0 0,-26 27 102 0 0,1 1-1 0 0,-1-1 1 0 0,1 0 0 0 0,-1 1-1 0 0,0-1 1 0 0,0 0 0 0 0,0 0-1 0 0,0 0 1 0 0,0 0 0 0 0,0 0-1 0 0,-1 0 1 0 0,1 0-1 0 0,-1-1 1 0 0,1 1 0 0 0,-1 0-1 0 0,0 0 1 0 0,0 0 0 0 0,0 0-1 0 0,0-1 1 0 0,0 1 0 0 0,-1 0-1 0 0,1 0 1 0 0,0 0 0 0 0,-1 0-1 0 0,0 0 1 0 0,1 0-1 0 0,-1 0 1 0 0,0 0 0 0 0,0 0-1 0 0,0 0 1 0 0,0 0 0 0 0,-1 0-1 0 0,1 1 1 0 0,0-1 0 0 0,-1 0-1 0 0,1 1 1 0 0,-1-1-1 0 0,-3-2 1 0 0,0 2 17 0 0,1-1-1 0 0,-1 0 1 0 0,1 1-1 0 0,-1 0 1 0 0,0 0 0 0 0,0 1-1 0 0,0-1 1 0 0,0 1-1 0 0,0 0 1 0 0,0 0-1 0 0,-1 1 1 0 0,1 0-1 0 0,0 0 1 0 0,0 0 0 0 0,-6 1-1 0 0,-21 7-715 0 0,29-7 175 0 0,1 0-1 0 0,-1 0 1 0 0,1 0-1 0 0,-1 0 1 0 0,1 1-1 0 0,0-1 1 0 0,0 1-1 0 0,-1-1 1 0 0,1 1-1 0 0,0 0 1 0 0,0 0-1 0 0,1 0 1 0 0,-4 4-1 0 0,28 15-10210 0 0,-19-20 10039 0 0,0 1-215 0 0,1-1-2609 0 0,5 1-443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15.7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4214 0 0,'0'0'20155'0'0,"15"16"-18675"0"0,-2-13-1298 0 0,-1 0 0 0 0,1 0 0 0 0,0-1 0 0 0,-1 0 0 0 0,1-2 0 0 0,0 1-1 0 0,23-3 1 0 0,3 1 68 0 0,-6 2-271 0 0,37 1 813 0 0,-52-2-1483 0 0,-23-2-1684 0 0,3 1 757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17.7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165 3 3844 0 0,'-52'-2'9140'0'0,"50"2"-8942"0"0,1 0-1 0 0,-1 1 0 0 0,0-1 1 0 0,0 1-1 0 0,1 0 0 0 0,-1-1 0 0 0,0 1 1 0 0,1 0-1 0 0,-1 0 0 0 0,1 0 0 0 0,-1 0 1 0 0,1 0-1 0 0,-1 1 0 0 0,1-1 1 0 0,0 0-1 0 0,0 1 0 0 0,-2 1 0 0 0,-17 24 1168 0 0,19-27-1307 0 0,-8 15 488 0 0,1-1 0 0 0,1 1 1 0 0,0 1-1 0 0,1-1 0 0 0,0 1 1 0 0,1 0-1 0 0,1 1 0 0 0,1-1 0 0 0,-2 30 1 0 0,3-16-212 0 0,2 1 0 0 0,1 0 0 0 0,2-1 0 0 0,8 43 0 0 0,-7-59-484 0 0,0 1-1 0 0,0 0 1 0 0,1-1-1 0 0,1 0 1 0 0,0 0 0 0 0,1-1-1 0 0,1 1 1 0 0,16 21-1 0 0,-18-28-481 0 0,0 0-1 0 0,1 0 0 0 0,0 0 0 0 0,0-1 0 0 0,0 0 0 0 0,1 0 0 0 0,0-1 0 0 0,0 0 0 0 0,1 0 1 0 0,-1-1-1 0 0,1 0 0 0 0,0 0 0 0 0,0-1 0 0 0,17 3 0 0 0,-17-4-888 0 0,0-1 0 0 0,0 0 1 0 0,1 0-1 0 0,-1-1 0 0 0,18-1 0 0 0,2-4-3616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16.4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1 3316 0 0,'0'0'18364'0'0,"6"28"-14719"0"0,-5-15-3205 0 0,0 1 0 0 0,0-1 0 0 0,-2 1 0 0 0,1-1 0 0 0,-2 0 1 0 0,0 1-1 0 0,-6 21 0 0 0,4-15-90 0 0,0 0 1 0 0,-1 35 0 0 0,5 3-393 0 0,0-55-156 0 0,1 17-448 0 0,-1-16-2555 0 0,14-11-6176 0 0,-1-10-1388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16.7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1 5956 0 0,'0'0'16066'0'0,"-6"36"-13313"0"0,5-34-2752 0 0,1-1-1 0 0,-1 1 1 0 0,1-1-1 0 0,-1 1 1 0 0,1-1-1 0 0,0 1 1 0 0,-1 0-1 0 0,1-1 1 0 0,0 1-1 0 0,0-1 1 0 0,0 1-1 0 0,0 0 1 0 0,0-1-1 0 0,1 1 1 0 0,-1 0-1 0 0,1-1 1 0 0,-1 1-1 0 0,1-1 1 0 0,0 3-1 0 0,0-2-548 0 0,8 5-4855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17.1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90 1 4156 0 0,'0'0'3582'0'0,"-27"16"1691"0"0,21-11-4619 0 0,1 1 0 0 0,0-1 0 0 0,0 1 0 0 0,0 0-1 0 0,1 0 1 0 0,0 0 0 0 0,-4 9 0 0 0,4-8-442 0 0,1-1-1 0 0,1 0 1 0 0,-1 0-1 0 0,1 1 1 0 0,0 0 0 0 0,1-1-1 0 0,-1 1 1 0 0,2 0 0 0 0,-1 0-1 0 0,0 0 1 0 0,1-1-1 0 0,1 1 1 0 0,0 10 0 0 0,0-14-189 0 0,1 0 0 0 0,-1-1 1 0 0,0 1-1 0 0,1 0 0 0 0,-1-1 0 0 0,1 1 1 0 0,0-1-1 0 0,0 0 0 0 0,0 0 1 0 0,0 1-1 0 0,0-1 0 0 0,0-1 1 0 0,1 1-1 0 0,-1 0 0 0 0,1 0 1 0 0,-1-1-1 0 0,1 0 0 0 0,0 1 0 0 0,-1-1 1 0 0,1 0-1 0 0,0 0 0 0 0,0 0 1 0 0,0-1-1 0 0,4 1 0 0 0,6 1-68 0 0,0 0-1 0 0,1-1 0 0 0,24-2 1 0 0,-6-1-248 0 0,-1-1 0 0 0,59-15 1 0 0,-80 16 171 0 0,-1-1 0 0 0,0 0 0 0 0,0 0 0 0 0,0-1 0 0 0,0-1 0 0 0,-1 1 0 0 0,1-1-1 0 0,-1-1 1 0 0,0 1 0 0 0,-1-2 0 0 0,0 1 0 0 0,0-1 0 0 0,10-11 0 0 0,-16 17 144 0 0,0-1 1 0 0,1 0-1 0 0,-1 0 0 0 0,0 1 0 0 0,0-1 0 0 0,0 0 1 0 0,0 0-1 0 0,-1 0 0 0 0,1 0 0 0 0,0 0 0 0 0,-1 0 1 0 0,1 0-1 0 0,-1-1 0 0 0,0 1 0 0 0,0 0 0 0 0,0 0 1 0 0,0 0-1 0 0,0 0 0 0 0,0 0 0 0 0,-1 0 0 0 0,1-1 1 0 0,-1 1-1 0 0,0-2 0 0 0,-1 1 26 0 0,0 0 1 0 0,0 1-1 0 0,0-1 1 0 0,0 1-1 0 0,0-1 1 0 0,-1 1-1 0 0,1 0 0 0 0,-1-1 1 0 0,1 1-1 0 0,-1 1 1 0 0,0-1-1 0 0,0 0 1 0 0,-4-1-1 0 0,-7-3 101 0 0,0 1 0 0 0,-1 1-1 0 0,0 0 1 0 0,0 0 0 0 0,-19 0 0 0 0,19 2-567 0 0,-1 2 0 0 0,0 0 0 0 0,1 0 1 0 0,-1 2-1 0 0,-18 4 0 0 0,-3 4-4092 0 0,1 4-3688 0 0,25-9 2242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19.9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39 10 3940 0 0,'18'0'7186'0'0,"16"-10"3899"0"0,-27 40-8464 0 0,-5-20-2283 0 0,3 12 307 0 0,-2 1 0 0 0,1 33 1 0 0,-5-46-572 0 0,1-1 0 0 0,-2 1 0 0 0,1-1 1 0 0,-1 0-1 0 0,-1 0 0 0 0,0 1 0 0 0,0-2 1 0 0,0 1-1 0 0,-6 9 0 0 0,7-14-77 0 0,0 0 0 0 0,-1 0-1 0 0,1-1 1 0 0,-1 1 0 0 0,0-1-1 0 0,0 1 1 0 0,0-1 0 0 0,0 0-1 0 0,-1 0 1 0 0,1 0 0 0 0,-1-1-1 0 0,-5 4 1 0 0,-18 6-4119 0 0,27-12 3982 0 0,0 0-1 0 0,-1 0 1 0 0,1 0-1 0 0,-1 0 1 0 0,1 0-1 0 0,-1 0 1 0 0,1-1-1 0 0,-1 1 1 0 0,1 0-1 0 0,-1 0 1 0 0,1 0-1 0 0,-1 0 1 0 0,1 0-1 0 0,-1-1 1 0 0,1 1-1 0 0,-1 0 1 0 0,1 0-1 0 0,0-1 1 0 0,-1 1-1 0 0,1 0 1 0 0,0-1-1 0 0,-1 1 1 0 0,1-1-1 0 0,0 1 1 0 0,-1 0-1 0 0,1-1 1 0 0,0 1-1 0 0,0-1 1 0 0,-1 1-1 0 0,1-1 1 0 0,0 1 0 0 0,0 0-1 0 0,0-1 1 0 0,0 1-1 0 0,0-1 1 0 0,-1 1-1 0 0,1-1 1 0 0,0 1-1 0 0,0-1 1 0 0,0 1-1 0 0,1-2 1 0 0,-2-18-6409 0 0,2 9 1881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22.7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1 7534 0 0,'-7'4'14350'0'0,"0"23"-11118"0"0,4 33-2697 0 0,8-19 431 0 0,0 68 1 0 0,-5-108-1073 0 0,0 0 1 0 0,0 0-1 0 0,-1 0 1 0 0,1 1-1 0 0,0-1 1 0 0,0 0 0 0 0,0 0-1 0 0,0 0 1 0 0,1 1-1 0 0,-1-1 1 0 0,0 0-1 0 0,0 0 1 0 0,1 0 0 0 0,-1 0-1 0 0,1 1 1 0 0,-1-1-1 0 0,1 0 1 0 0,-1 0-1 0 0,1 0 1 0 0,0 0 0 0 0,-1 0-1 0 0,1 0 1 0 0,0 0-1 0 0,0-1 1 0 0,0 1-1 0 0,0 0 1 0 0,0 0 0 0 0,0-1-1 0 0,0 1 1 0 0,1 0-1 0 0,0-1-356 0 0,0 0-1 0 0,0 0 0 0 0,0-1 1 0 0,0 1-1 0 0,0 0 0 0 0,0-1 1 0 0,-1 0-1 0 0,1 0 0 0 0,0 1 1 0 0,0-1-1 0 0,-1 0 0 0 0,1 0 1 0 0,0 0-1 0 0,-1-1 0 0 0,1 1 1 0 0,-1 0-1 0 0,2-3 0 0 0,14-13-9374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22.9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 1 6030 0 0,'0'0'6232'0'0,"-5"12"1626"0"0,-2 7-4215 0 0,5-15-3298 0 0,0 1 0 0 0,1-1 1 0 0,-1 1-1 0 0,1-1 0 0 0,0 1 0 0 0,1 0 0 0 0,-1-1 0 0 0,1 1 0 0 0,0 0 1 0 0,0-1-1 0 0,2 10 0 0 0,-1 11-3312 0 0,0-25 2535 0 0,1 1-1 0 0,-1-1 0 0 0,1 1 1 0 0,-1-1-1 0 0,1 0 0 0 0,-1 1 1 0 0,1-1-1 0 0,-1 0 0 0 0,1 0 1 0 0,-1 0-1 0 0,1 0 0 0 0,-1-1 1 0 0,1 1-1 0 0,-1 0 0 0 0,0-1 1 0 0,1 1-1 0 0,-1 0 1 0 0,3-2-1 0 0,13-25-9806 0 0,-10 16 3778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23.3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5284 0 0,'0'0'14029'0'0,"1"36"-6845"0"0,16 7-5604 0 0,-16-41-1451 0 0,15 20 450 0 0,-8-20-565 0 0,-1 0 0 0 0,1-1 0 0 0,-1 1 0 0 0,1-1 1 0 0,0-1-1 0 0,-1 0 0 0 0,1 0 0 0 0,0 0 1 0 0,11-3-1 0 0,71-15-177 0 0,-84 16 112 0 0,0 1-424 0 0,0-1 1 0 0,0 0-1 0 0,-1-1 0 0 0,1 1 1 0 0,-1-1-1 0 0,1 0 0 0 0,7-7 0 0 0,-11 9-1082 0 0,0-9-2054 0 0,-2 9 3002 0 0,0 0 1 0 0,1 1-1 0 0,-1-1 0 0 0,0 0 0 0 0,0 0 1 0 0,0 1-1 0 0,0-1 0 0 0,0 0 1 0 0,0 0-1 0 0,0 0 0 0 0,0 1 1 0 0,0-1-1 0 0,0 0 0 0 0,0 0 0 0 0,-1 1 1 0 0,1-1-1 0 0,0 0 0 0 0,-1 0 1 0 0,0-1-610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23.6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72 0 4118 0 0,'-29'43'9919'0'0,"10"8"-5170"0"0,-2 58-635 0 0,19-97-3406 0 0,2 1-306 0 0,0 1 1 0 0,2-1 0 0 0,-1 0-1 0 0,2 0 1 0 0,0 0 0 0 0,0 0-1 0 0,8 18 1 0 0,-4-20-1960 0 0,14-20-12882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24.3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1 3912 0 0,'0'0'11245'0'0,"-17"7"-5759"0"0,22-3-5196 0 0,-1 0 0 0 0,2 0 0 0 0,-1-1-1 0 0,0 0 1 0 0,1 0 0 0 0,-1-1 0 0 0,1 1 0 0 0,0-1 0 0 0,0 0 0 0 0,-1-1-1 0 0,1 1 1 0 0,1-1 0 0 0,-1-1 0 0 0,0 1 0 0 0,7-1 0 0 0,14 0-236 0 0,-1-2-1 0 0,33-6 1 0 0,-32 4 394 0 0,-25 3 536 0 0,16-4-138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24.9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107 1 4306 0 0,'-3'5'1155'0'0,"0"-1"1"0"0,0 1-1 0 0,-1-1 0 0 0,1 0 0 0 0,-1 0 0 0 0,0 0 0 0 0,-8 4 1 0 0,-19 22 2486 0 0,26-24-3198 0 0,1 0-1 0 0,-1 0 1 0 0,2 0-1 0 0,-1 0 1 0 0,0 1-1 0 0,1 0 1 0 0,1 0-1 0 0,-1 0 1 0 0,1 0-1 0 0,-2 11 1 0 0,4-15-385 0 0,-1 0 0 0 0,2 0 1 0 0,-1 0-1 0 0,0 0 0 0 0,1 0 1 0 0,-1 0-1 0 0,1 0 1 0 0,0 0-1 0 0,0 0 0 0 0,0-1 1 0 0,0 1-1 0 0,0 0 0 0 0,1 0 1 0 0,-1-1-1 0 0,1 1 0 0 0,0-1 1 0 0,0 1-1 0 0,0-1 0 0 0,0 0 1 0 0,0 0-1 0 0,0 0 1 0 0,0 0-1 0 0,1 0 0 0 0,-1-1 1 0 0,1 1-1 0 0,0-1 0 0 0,-1 1 1 0 0,1-1-1 0 0,4 1 0 0 0,1 1-32 0 0,1 0-1 0 0,-1-1 0 0 0,1 0 0 0 0,0-1 1 0 0,0 0-1 0 0,0 0 0 0 0,0-1 0 0 0,0 0 0 0 0,13-2 1 0 0,81-17 9 0 0,-96 17-25 0 0,1 0 40 0 0,1 0-1 0 0,-1-1 0 0 0,0 1 0 0 0,0-2 0 0 0,-1 1 0 0 0,1-1 1 0 0,0-1-1 0 0,11-8 0 0 0,-17 11 27 0 0,0 0 0 0 0,0 1 0 0 0,0-1 0 0 0,0 0 0 0 0,-1 0 0 0 0,1 0 1 0 0,-1-1-1 0 0,0 1 0 0 0,1 0 0 0 0,-1-1 0 0 0,0 1 0 0 0,0 0 0 0 0,-1-1 0 0 0,1 1 0 0 0,0-1 0 0 0,-1 0 0 0 0,1 1 0 0 0,-1-1 0 0 0,0 1 1 0 0,0-1-1 0 0,0 0 0 0 0,0 1 0 0 0,-1-1 0 0 0,1 1 0 0 0,-1-1 0 0 0,1 1 0 0 0,-1-1 0 0 0,0 1 0 0 0,0-1 0 0 0,0 1 0 0 0,-2-4 0 0 0,-1 1 8 0 0,-1 0 0 0 0,1 0 0 0 0,-1 1 0 0 0,0-1 0 0 0,0 1 0 0 0,-1 0-1 0 0,1 1 1 0 0,-1-1 0 0 0,0 1 0 0 0,0 0 0 0 0,0 1 0 0 0,0-1-1 0 0,-7-1 1 0 0,11 4-846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25.1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1 9410 0 0,'-9'8'8600'0'0,"4"5"-3933"0"0,7-9-3845 0 0,9 12-681 0 0,1-5-3752 0 0,-11-10 3302 0 0,0-1 0 0 0,0 1-1 0 0,1-1 1 0 0,-1 0 0 0 0,0 0 0 0 0,0 0 0 0 0,1 1 0 0 0,-1-1-1 0 0,0 0 1 0 0,0-1 0 0 0,1 1 0 0 0,-1 0 0 0 0,0 0 0 0 0,0 0-1 0 0,0-1 1 0 0,1 1 0 0 0,-1-1 0 0 0,0 1 0 0 0,0-1 0 0 0,0 1-1 0 0,0-1 1 0 0,0 0 0 0 0,0 1 0 0 0,0-1 0 0 0,0 0 0 0 0,0 0-1 0 0,0 0 1 0 0,0 0 0 0 0,0-1 0 0 0,6-7-4172 0 0,-1-1-1774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25.5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71 1 6252 0 0,'-2'0'369'0'0,"1"-1"-1"0"0,0 1 1 0 0,-1 0-1 0 0,1 0 1 0 0,-1 0-1 0 0,1 0 1 0 0,0 0-1 0 0,-1 0 1 0 0,1 1-1 0 0,-1-1 1 0 0,1 0-1 0 0,0 1 1 0 0,-1-1-1 0 0,1 1 1 0 0,0-1-1 0 0,-1 1 1 0 0,1 0-1 0 0,0-1 1 0 0,0 1-1 0 0,0 0 1 0 0,-1 0-1 0 0,0 1 1 0 0,-1 1 284 0 0,0 0 0 0 0,1 1 0 0 0,-1-1 0 0 0,1 1 0 0 0,0 0 0 0 0,0-1 0 0 0,-3 8 0 0 0,2-1 36 0 0,-1 0 1 0 0,2 0-1 0 0,-1 1 0 0 0,1-1 0 0 0,-1 19 1 0 0,4-22-647 0 0,-1-1 0 0 0,1 1 1 0 0,0 0-1 0 0,0-1 0 0 0,1 1 1 0 0,0-1-1 0 0,0 0 0 0 0,0 1 1 0 0,1-1-1 0 0,0 0 0 0 0,0 0 1 0 0,1-1-1 0 0,-1 1 0 0 0,1-1 1 0 0,1 0-1 0 0,-1 1 0 0 0,1-2 1 0 0,-1 1-1 0 0,1-1 0 0 0,1 1 0 0 0,7 4 1 0 0,-7-6-189 0 0,-1 0-1 0 0,1 0 1 0 0,0 0 0 0 0,0-1-1 0 0,0 0 1 0 0,1 0 0 0 0,-1-1 0 0 0,0 1-1 0 0,1-1 1 0 0,-1-1 0 0 0,1 1-1 0 0,-1-1 1 0 0,1-1 0 0 0,-1 1 0 0 0,1-1-1 0 0,-1 0 1 0 0,0 0 0 0 0,1-1-1 0 0,-1 1 1 0 0,0-2 0 0 0,0 1 0 0 0,8-5-1 0 0,-11 6 135 0 0,-1 0-1 0 0,1 0 1 0 0,0-1-1 0 0,-1 1 0 0 0,1-1 1 0 0,-1 0-1 0 0,0 0 1 0 0,1 0-1 0 0,-1 0 1 0 0,0 0-1 0 0,0 0 0 0 0,0 0 1 0 0,-1-1-1 0 0,1 1 1 0 0,-1-1-1 0 0,1 0 1 0 0,-1 1-1 0 0,0-1 0 0 0,0 0 1 0 0,0 0-1 0 0,0 1 1 0 0,0-1-1 0 0,-1 0 1 0 0,1 0-1 0 0,-1 0 0 0 0,0 0 1 0 0,0-6-1 0 0,-1 5 92 0 0,0 0 0 0 0,-1 0 0 0 0,0 0 0 0 0,0 1 0 0 0,0-1 0 0 0,0 0 0 0 0,0 1 0 0 0,-1-1 0 0 0,1 1 0 0 0,-1 0 0 0 0,0 0 0 0 0,0 0 0 0 0,0 0 0 0 0,-1 1 0 0 0,1-1 0 0 0,-1 1 0 0 0,1 0 0 0 0,-1 0 0 0 0,-7-3 0 0 0,-10-3-34 0 0,19 7-448 0 0,1 1 0 0 0,-1-1 0 0 0,1 1 0 0 0,-1 0 1 0 0,1 0-1 0 0,-1-1 0 0 0,0 1 0 0 0,1 0 0 0 0,-1 0 0 0 0,1 1 0 0 0,-1-1 0 0 0,0 0 0 0 0,1 0 1 0 0,-1 1-1 0 0,1-1 0 0 0,-1 1 0 0 0,1-1 0 0 0,-3 2 0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25.8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4174 0 0,'0'0'4015'0'0,"23"10"1179"0"0,-8 3-4150 0 0,0 1 0 0 0,-1 0 0 0 0,-1 2-1 0 0,0-1 1 0 0,-1 1 0 0 0,-1 1 0 0 0,10 20 0 0 0,-15-26-847 0 0,-1 0 0 0 0,0 0-1 0 0,-1 0 1 0 0,0 1 0 0 0,-1 0 0 0 0,0-1 0 0 0,-1 1 0 0 0,0 1 0 0 0,-1 13 0 0 0,0-18-154 0 0,-1-1 0 0 0,-1 1 0 0 0,1 0 0 0 0,-1-1 0 0 0,-1 1 0 0 0,1 0 0 0 0,-1-1 0 0 0,-1 0 0 0 0,1 1 0 0 0,-1-1 0 0 0,-1 0 0 0 0,1 0 0 0 0,-1-1 0 0 0,0 1 0 0 0,-9 9 0 0 0,9-12-161 0 0,-1 0 1 0 0,0 0-1 0 0,0 0 0 0 0,0-1 0 0 0,0 1 0 0 0,0-1 1 0 0,-1-1-1 0 0,0 1 0 0 0,-6 2 0 0 0,11-5-65 0 0,-1 0 0 0 0,1 1-1 0 0,0-1 1 0 0,-1 0 0 0 0,1 1-1 0 0,0-1 1 0 0,0 0 0 0 0,-1 0-1 0 0,1 0 1 0 0,0 0-1 0 0,-1 0 1 0 0,1 0 0 0 0,0-1-1 0 0,-1 1 1 0 0,1 0 0 0 0,0-1-1 0 0,-1 1 1 0 0,1-1 0 0 0,0 1-1 0 0,0-1 1 0 0,0 0 0 0 0,0 1-1 0 0,-1-1 1 0 0,1 0 0 0 0,0 0-1 0 0,0 0 1 0 0,0 0-1 0 0,1 0 1 0 0,-1 0 0 0 0,0 0-1 0 0,0 0 1 0 0,0 0 0 0 0,1 0-1 0 0,-1 0 1 0 0,1 0 0 0 0,-1-1-1 0 0,1 1 1 0 0,-1 0 0 0 0,1 0-1 0 0,0-1 1 0 0,-1 1 0 0 0,1 0-1 0 0,0-1 1 0 0,0 1 0 0 0,0 0-1 0 0,0-1 1 0 0,0 1-1 0 0,1 0 1 0 0,-1-3 0 0 0,4-37-8736 0 0,-3 27 3810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27.1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248 4 4022 0 0,'0'0'13713'0'0,"-19"-4"-11116"0"0,6 10-1992 0 0,0 1 1 0 0,1 1 0 0 0,1 0-1 0 0,-1 0 1 0 0,1 1 0 0 0,1 0-1 0 0,0 1 1 0 0,0 0 0 0 0,1 1 0 0 0,-11 16-1 0 0,-24 23 546 0 0,36-42-983 0 0,1 1 0 0 0,-1 1 0 0 0,2-1 0 0 0,-8 13 0 0 0,13-20-152 0 0,0-1 0 0 0,0 1 0 0 0,0 0 0 0 0,0 0-1 0 0,0 0 1 0 0,0 0 0 0 0,0 0 0 0 0,1 0 0 0 0,-1 0-1 0 0,1 0 1 0 0,-1 0 0 0 0,1 0 0 0 0,0 0 0 0 0,0 0-1 0 0,0 0 1 0 0,0 0 0 0 0,0 0 0 0 0,0 0 0 0 0,1 0-1 0 0,-1 0 1 0 0,1 1 0 0 0,-1-1 0 0 0,1-1 0 0 0,0 1-1 0 0,0 0 1 0 0,0 0 0 0 0,0 0 0 0 0,0 0 0 0 0,0-1-1 0 0,0 1 1 0 0,2 2 0 0 0,6 1-54 0 0,-1 0 0 0 0,0-1 0 0 0,1 0 1 0 0,0-1-1 0 0,0 1 0 0 0,0-2 0 0 0,0 1 0 0 0,0-1 0 0 0,1-1 1 0 0,-1 0-1 0 0,1 0 0 0 0,-1-1 0 0 0,1 0 0 0 0,-1 0 0 0 0,1-1 1 0 0,-1 0-1 0 0,11-4 0 0 0,-5 2-27 0 0,-1 0 1 0 0,0-2-1 0 0,0 1 0 0 0,0-2 1 0 0,-1 0-1 0 0,0-1 0 0 0,0 0 1 0 0,0-1-1 0 0,-1 0 1 0 0,18-16-1 0 0,-26 21 96 0 0,0-1-1 0 0,-1 0 1 0 0,1 0-1 0 0,-1 0 1 0 0,0 0 0 0 0,0 0-1 0 0,0-1 1 0 0,-1 1 0 0 0,0-1-1 0 0,0 0 1 0 0,0 0 0 0 0,0 0-1 0 0,-1 0 1 0 0,1 0 0 0 0,-1 0-1 0 0,-1 0 1 0 0,1 0 0 0 0,-1-1-1 0 0,0 1 1 0 0,0 0 0 0 0,-1-8-1 0 0,-1 8 13 0 0,1 0-1 0 0,-1 1 0 0 0,0 0 1 0 0,0-1-1 0 0,-1 1 1 0 0,1 0-1 0 0,-1 0 0 0 0,0 0 1 0 0,0 0-1 0 0,0 1 1 0 0,-1-1-1 0 0,1 1 1 0 0,-1 0-1 0 0,0 0 0 0 0,0 0 1 0 0,0 1-1 0 0,0-1 1 0 0,0 1-1 0 0,-1 0 0 0 0,1 0 1 0 0,-1 0-1 0 0,1 1 1 0 0,-8-2-1 0 0,7 2-194 0 0,0 0 0 0 0,-1 1-1 0 0,1-1 1 0 0,0 1 0 0 0,0 1 0 0 0,0-1 0 0 0,-1 1-1 0 0,1 0 1 0 0,0 0 0 0 0,0 0 0 0 0,-7 3 0 0 0,10-3-241 0 0,0 0 1 0 0,0 0 0 0 0,1 0 0 0 0,-1 0-1 0 0,0 0 1 0 0,1 0 0 0 0,-1 0 0 0 0,1 0 0 0 0,-1 1-1 0 0,1-1 1 0 0,-1 1 0 0 0,1-1 0 0 0,0 1-1 0 0,-1 1 1 0 0,1-1-140 0 0,1-1 0 0 0,-1 0 1 0 0,1 1-1 0 0,0-1 0 0 0,0 1 0 0 0,-1-1 0 0 0,1 0 0 0 0,0 1 0 0 0,0-1 0 0 0,0 1 0 0 0,1-1 0 0 0,-1 1 0 0 0,0-1 0 0 0,0 0 0 0 0,1 1 1 0 0,-1-1-1 0 0,1 1 0 0 0,-1-1 0 0 0,1 0 0 0 0,0 0 0 0 0,1 2 0 0 0,11 5-9829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27.7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59 0 3978 0 0,'1'11'9791'0'0,"4"-1"-3506"0"0,7 13-1244 0 0,-9-19-4895 0 0,0 0 1 0 0,-1 0 0 0 0,0 0-1 0 0,1 0 1 0 0,-2 0 0 0 0,1 1-1 0 0,0-1 1 0 0,-1 1 0 0 0,0-1-1 0 0,1 6 1 0 0,-3 0-4 0 0,0 0 0 0 0,-1-1-1 0 0,0 1 1 0 0,-1-1 0 0 0,0 1-1 0 0,0-1 1 0 0,-1 0 0 0 0,0 0 0 0 0,0-1-1 0 0,-1 1 1 0 0,-1-1 0 0 0,1 0-1 0 0,-1 0 1 0 0,-13 13 0 0 0,1-3 1256 0 0,6-5-4777 0 0,23-32-7085 0 0,12-15 1748 0 0,-11 18 1049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36.6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505 1 4920 0 0,'-17'1'2237'0'0,"-1"0"0"0"0,1 2 0 0 0,-22 5 0 0 0,-51 23 2128 0 0,-80 59-2240 0 0,93-47-896 0 0,62-35-1089 0 0,1 1-1 0 0,0 1 0 0 0,-14 12 1 0 0,27-22-142 0 0,1 1 0 0 0,-1-1-1 0 0,1 1 1 0 0,-1-1 0 0 0,1 1 0 0 0,0 0 0 0 0,-1-1 0 0 0,1 1 0 0 0,0-1 0 0 0,-1 1 0 0 0,1 0 0 0 0,0-1 0 0 0,0 1 0 0 0,0 0 0 0 0,0-1 0 0 0,-1 1 0 0 0,1 0-1 0 0,0 0 1 0 0,0-1 0 0 0,0 1 0 0 0,0 0 0 0 0,0-1 0 0 0,1 1 0 0 0,-1 0 0 0 0,0-1 0 0 0,0 1 0 0 0,0 0 0 0 0,1-1 0 0 0,-1 1 0 0 0,0 0 0 0 0,1-1 0 0 0,-1 1-1 0 0,0-1 1 0 0,1 1 0 0 0,0 0 0 0 0,17 14 121 0 0,8-9 349 0 0,0-1-1 0 0,1-1 1 0 0,51 1-1 0 0,2 0 912 0 0,-48-2-722 0 0,-7-1 389 0 0,47 10 0 0 0,-70-11-731 0 0,26 4-1661 0 0,-24-4 411 0 0,0 0-1 0 0,0 0 1 0 0,0 0 0 0 0,0-1-1 0 0,0 1 1 0 0,1-1 0 0 0,-1 0-1 0 0,0 0 1 0 0,6-1 0 0 0,53-1-10820 0 0,-47 3 5725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35.0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234 0 4450 0 0,'0'0'14079'0'0,"-35"12"-9245"0"0,23-6-4217 0 0,0 1 0 0 0,1 1-1 0 0,0 0 1 0 0,0 0 0 0 0,1 1 0 0 0,0 0-1 0 0,-14 18 1 0 0,-1 5 191 0 0,-23 42 0 0 0,40-61-614 0 0,6-10-177 0 0,0 0 0 0 0,0 0-1 0 0,0 0 1 0 0,1 0 0 0 0,0 0-1 0 0,-1 1 1 0 0,1-1 0 0 0,0 1-1 0 0,0-1 1 0 0,1 0 0 0 0,-1 1 0 0 0,1 0-1 0 0,0-1 1 0 0,0 1 0 0 0,0-1-1 0 0,0 1 1 0 0,1-1 0 0 0,-1 1-1 0 0,1-1 1 0 0,0 1 0 0 0,0-1-1 0 0,0 0 1 0 0,0 1 0 0 0,3 4-1 0 0,-2-6-39 0 0,1 1 0 0 0,-1-1-1 0 0,0 1 1 0 0,1-1-1 0 0,0 0 1 0 0,-1 0-1 0 0,1 0 1 0 0,0 0-1 0 0,0 0 1 0 0,0-1-1 0 0,0 1 1 0 0,0-1-1 0 0,1 0 1 0 0,-1 0-1 0 0,0 0 1 0 0,1 0-1 0 0,-1-1 1 0 0,0 1-1 0 0,1-1 1 0 0,-1 0-1 0 0,1 0 1 0 0,-1 0-1 0 0,0-1 1 0 0,1 1-1 0 0,4-2 1 0 0,4 0-72 0 0,0 0 1 0 0,1-1-1 0 0,-2 0 1 0 0,1-1-1 0 0,0 0 1 0 0,-1-1 0 0 0,0-1-1 0 0,0 0 1 0 0,0 0-1 0 0,-1-1 1 0 0,0 0 0 0 0,0-1-1 0 0,0 0 1 0 0,-1 0-1 0 0,-1-1 1 0 0,1 0-1 0 0,-2-1 1 0 0,1 0 0 0 0,7-13-1 0 0,-10 14 70 0 0,0-1-1 0 0,0 0 1 0 0,-1 0 0 0 0,-1 0-1 0 0,5-20 1 0 0,-7 27 41 0 0,0 0 0 0 0,-1-1 0 0 0,0 1 1 0 0,1 0-1 0 0,-1 0 0 0 0,0-1 0 0 0,-1 1 0 0 0,1 0 0 0 0,-1 0 0 0 0,1 0 1 0 0,-1-1-1 0 0,0 1 0 0 0,0 0 0 0 0,0 0 0 0 0,-1 0 0 0 0,1 0 1 0 0,-1 0-1 0 0,1 1 0 0 0,-1-1 0 0 0,0 0 0 0 0,0 1 0 0 0,0-1 1 0 0,-1 1-1 0 0,-3-3 0 0 0,-1 0 61 0 0,0 1 1 0 0,0 0-1 0 0,-1 1 1 0 0,1 0-1 0 0,-1 0 1 0 0,0 0-1 0 0,0 1 0 0 0,0 0 1 0 0,0 1-1 0 0,-1 0 1 0 0,-10 0-1 0 0,12 1-153 0 0,0 0-1 0 0,0 1 0 0 0,0-1 0 0 0,0 2 1 0 0,0-1-1 0 0,-7 3 0 0 0,10-2-273 0 0,0-1 0 0 0,0 1-1 0 0,0 0 1 0 0,0 0 0 0 0,0 0-1 0 0,0 1 1 0 0,1 0 0 0 0,0-1-1 0 0,-1 1 1 0 0,-3 5-1 0 0,9 13-8123 0 0,13-12-988 0 0,2-5 2605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35.3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6850 0 0,'0'0'19952'0'0,"0"34"-18463"0"0,6-25-1074 0 0,5 3-4207 0 0,-11-12 3384 0 0,1 1-1 0 0,-1-1 1 0 0,1 1-1 0 0,-1-1 1 0 0,1 1-1 0 0,-1-1 0 0 0,1 0 1 0 0,0 1-1 0 0,-1-1 1 0 0,1 0-1 0 0,-1 0 0 0 0,1 1 1 0 0,0-1-1 0 0,-1 0 1 0 0,1 0-1 0 0,0 0 1 0 0,0 0-1 0 0,-1 0 0 0 0,1 0 1 0 0,0 0-1 0 0,-1 0 1 0 0,1 0-1 0 0,0 0 0 0 0,-1 0 1 0 0,1 0-1 0 0,0 0 1 0 0,-1 0-1 0 0,1-1 0 0 0,0 1 1 0 0,-1 0-1 0 0,1-1 1 0 0,0 1-1 0 0,-1 0 1 0 0,1-1-1 0 0,-1 1 0 0 0,1-1 1 0 0,-1 1-1 0 0,1-1 1 0 0,-1 1-1 0 0,1-1 0 0 0,0 0 1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35.8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114 0 5236 0 0,'-30'4'6240'0'0,"-23"4"2287"0"0,52-8-8406 0 0,-1 0 0 0 0,1 0 0 0 0,0 1 0 0 0,-1-1 0 0 0,1 1 0 0 0,-1-1 0 0 0,1 1 0 0 0,0-1 0 0 0,-1 1 0 0 0,1 0 1 0 0,0 0-1 0 0,0 0 0 0 0,0 0 0 0 0,-1 0 0 0 0,1 0 0 0 0,0 0 0 0 0,0 0 0 0 0,0 0 0 0 0,1 0 0 0 0,-1 0 0 0 0,0 1 0 0 0,0-1 1 0 0,1 0-1 0 0,-1 1 0 0 0,0-1 0 0 0,1 0 0 0 0,0 1 0 0 0,-1-1 0 0 0,1 1 0 0 0,0-1 0 0 0,0 1 0 0 0,-1-1 0 0 0,1 1 0 0 0,0-1 0 0 0,1 1 1 0 0,-1 1-1 0 0,1 0-95 0 0,0 1 0 0 0,0-1 0 0 0,1 0 0 0 0,-1 1 0 0 0,1-1 0 0 0,0 0 0 0 0,0 0 0 0 0,0 0 1 0 0,0 0-1 0 0,1 0 0 0 0,-1-1 0 0 0,1 1 0 0 0,4 3 0 0 0,42 28 438 0 0,2-3 1 0 0,85 40-1 0 0,-125-66-397 0 0,-2-1 58 0 0,0-1 0 0 0,0 2 1 0 0,-1-1-1 0 0,0 2 0 0 0,0-1 1 0 0,0 1-1 0 0,-1 0 0 0 0,0 0 1 0 0,9 10-1 0 0,-17-13-70 0 0,-1-1 0 0 0,1 1 0 0 0,-1-1-1 0 0,1 0 1 0 0,-1 1 0 0 0,0-1 0 0 0,0 0-1 0 0,0 0 1 0 0,-1-1 0 0 0,-2 3 0 0 0,-1-1-34 0 0,1 0-1 0 0,-1-1 1 0 0,1 0 0 0 0,-1 0-1 0 0,0-1 1 0 0,0 0-1 0 0,0 0 1 0 0,0 0 0 0 0,1 0-1 0 0,-1-1 1 0 0,0 0 0 0 0,0-1-1 0 0,0 1 1 0 0,0-1 0 0 0,0 0-1 0 0,0 0 1 0 0,0-1 0 0 0,0 0-1 0 0,-9-4 1 0 0,11 4-49 0 0,0 0 1 0 0,0 0-1 0 0,1 0 0 0 0,-1-1 1 0 0,1 1-1 0 0,-1-1 0 0 0,1 0 1 0 0,0 1-1 0 0,0-2 0 0 0,0 1 1 0 0,1 0-1 0 0,-1 0 0 0 0,1-1 0 0 0,0 0 1 0 0,0 1-1 0 0,0-1 0 0 0,0 0 1 0 0,1 0-1 0 0,-1 0 0 0 0,1 0 1 0 0,0 0-1 0 0,0 0 0 0 0,1 0 1 0 0,-1-1-1 0 0,1 1 0 0 0,0 0 1 0 0,0 0-1 0 0,1-5 0 0 0,0-1-87 0 0,2 1 1 0 0,-1-1-1 0 0,1 0 0 0 0,1 1 0 0 0,0 0 0 0 0,0 0 0 0 0,1 0 1 0 0,0 1-1 0 0,0-1 0 0 0,1 1 0 0 0,0 0 0 0 0,0 1 1 0 0,1-1-1 0 0,0 1 0 0 0,1 1 0 0 0,-1-1 0 0 0,16-9 0 0 0,49-26-5012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5:37.4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59 8 3774 0 0,'-11'-1'-404'0'0,"-7"-2"6136"0"0,-7-1 3366 0 0,25 4-9038 0 0,0 0 1 0 0,-1 1-1 0 0,1-1 0 0 0,-1 0 1 0 0,1 1-1 0 0,0-1 0 0 0,0 0 1 0 0,-1 1-1 0 0,1-1 1 0 0,0 0-1 0 0,-1 1 0 0 0,1-1 1 0 0,0 1-1 0 0,0-1 0 0 0,0 0 1 0 0,0 1-1 0 0,-1-1 0 0 0,1 1 1 0 0,0-1-1 0 0,0 1 1 0 0,0-1-1 0 0,0 1 0 0 0,0-1 1 0 0,0 0-1 0 0,0 1 0 0 0,0-1 1 0 0,0 1-1 0 0,0-1 0 0 0,0 1 1 0 0,1-1-1 0 0,-1 1 1 0 0,0-1-1 0 0,0 0 0 0 0,1 1 1 0 0,3 17 1372 0 0,0-12-1242 0 0,0 0 0 0 0,0 0 0 0 0,1 0 0 0 0,0-1 0 0 0,0 0 1 0 0,0 0-1 0 0,1 0 0 0 0,0 0 0 0 0,0-1 0 0 0,0 0 0 0 0,0 0 0 0 0,1-1 0 0 0,-1 0 0 0 0,14 5 0 0 0,13 3-20 0 0,66 12 1 0 0,-46-12-31 0 0,-9-2-168 0 0,-31-7-51 0 0,1 0 0 0 0,-1 1 0 0 0,0 0 0 0 0,-1 1 0 0 0,1 1 0 0 0,-1 0 0 0 0,19 10 0 0 0,-30-14 93 0 0,0 0 1 0 0,0 0-1 0 0,-1 0 1 0 0,1 0-1 0 0,0 0 0 0 0,0 0 1 0 0,0 0-1 0 0,-1 0 1 0 0,1 1-1 0 0,-1-1 1 0 0,1 0-1 0 0,-1 0 1 0 0,1 1-1 0 0,-1-1 1 0 0,0 0-1 0 0,0 1 0 0 0,1-1 1 0 0,-1 0-1 0 0,0 1 1 0 0,0-1-1 0 0,0 0 1 0 0,0 1-1 0 0,-1-1 1 0 0,1 0-1 0 0,0 1 0 0 0,-1-1 1 0 0,1 0-1 0 0,0 0 1 0 0,-1 1-1 0 0,0-1 1 0 0,1 0-1 0 0,-1 0 1 0 0,0 0-1 0 0,1 0 1 0 0,-1 0-1 0 0,0 1 0 0 0,0-2 1 0 0,0 1-1 0 0,-2 2 1 0 0,-44 39 1032 0 0,43-39-949 0 0,-36 24 618 0 0,29-21-609 0 0,0 1 0 0 0,0 1 0 0 0,0 0 0 0 0,1 0 0 0 0,1 1 0 0 0,-10 11 0 0 0,18-19-457 0 0,9 19-2692 0 0,-6-19 2674 0 0,0-1-1 0 0,1 1 1 0 0,-1-1 0 0 0,1 0-1 0 0,-1 0 1 0 0,1 0-1 0 0,-1 0 1 0 0,1 0 0 0 0,-1-1-1 0 0,0 1 1 0 0,1-1-1 0 0,-1 1 1 0 0,0-1 0 0 0,1 0-1 0 0,2-1 1 0 0,35-20-10924 0 0,-28 14 4189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04.4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73 3 6104 0 0,'-15'-3'3843'0'0,"0"7"8083"0"0,6 11-3643 0 0,5 2-10918 0 0,-10 39 3727 0 0,10-46-953 0 0,1 0-1 0 0,1 0 1 0 0,0 0 0 0 0,0 0 0 0 0,1 0-1 0 0,0 1 1 0 0,0-1 0 0 0,3 17 0 0 0,-1-20-128 0 0,0-1 1 0 0,0 0 0 0 0,1 0 0 0 0,0 0 0 0 0,0 0-1 0 0,1 0 1 0 0,0 0 0 0 0,0 0 0 0 0,0-1 0 0 0,1 1-1 0 0,0-1 1 0 0,0 0 0 0 0,0 0 0 0 0,0-1 0 0 0,1 1 0 0 0,0-1-1 0 0,0 0 1 0 0,0 0 0 0 0,0 0 0 0 0,1-1 0 0 0,-1 0-1 0 0,1 0 1 0 0,0 0 0 0 0,0-1 0 0 0,0 0 0 0 0,0 0-1 0 0,11 1 1 0 0,-7-1-43 0 0,-1-1 0 0 0,1 0 0 0 0,-1-1 0 0 0,1 0 0 0 0,-1-1 0 0 0,1 0-1 0 0,-1 0 1 0 0,1-1 0 0 0,-1 0 0 0 0,0-1 0 0 0,0 0 0 0 0,0 0 0 0 0,0-1 0 0 0,-1 0 0 0 0,1-1 0 0 0,-1 0-1 0 0,0 0 1 0 0,11-10 0 0 0,-18 15 34 0 0,0-1 0 0 0,0 0 0 0 0,0 0 0 0 0,0 0 0 0 0,0 0 0 0 0,0 0 0 0 0,0 0 1 0 0,0 0-1 0 0,0 0 0 0 0,0 0 0 0 0,-1 0 0 0 0,1 0 0 0 0,0-1 0 0 0,-1 1 0 0 0,1 0 0 0 0,-1 0 0 0 0,0-1 0 0 0,1 1 0 0 0,-1 0 0 0 0,0-1 0 0 0,0 1 0 0 0,0 0 0 0 0,1-1 0 0 0,-2 1 0 0 0,1-1 0 0 0,0 1 0 0 0,0 0 0 0 0,0-1 0 0 0,-1 1 0 0 0,1 0 0 0 0,0-1 0 0 0,-2-1 0 0 0,0 1 34 0 0,1 0-1 0 0,-1 0 1 0 0,0 0 0 0 0,0 0-1 0 0,-1 0 1 0 0,1 0-1 0 0,0 1 1 0 0,-1-1-1 0 0,1 1 1 0 0,-1 0-1 0 0,1-1 1 0 0,-1 1-1 0 0,1 0 1 0 0,-4 0 0 0 0,4 0-34 0 0,1 1 1 0 0,0 0 0 0 0,0-1-1 0 0,0 1 1 0 0,0 0 0 0 0,-1 0-1 0 0,1 0 1 0 0,0 0 0 0 0,0 0-1 0 0,0 0 1 0 0,-1 0 0 0 0,1 1-1 0 0,0-1 1 0 0,0 0-1 0 0,0 0 1 0 0,0 1 0 0 0,0-1-1 0 0,0 1 1 0 0,-1-1 0 0 0,1 1-1 0 0,0 0 1 0 0,0-1 0 0 0,1 1-1 0 0,-1 0 1 0 0,0 0 0 0 0,0 0-1 0 0,0-1 1 0 0,0 1 0 0 0,1 0-1 0 0,-1 0 1 0 0,0 0 0 0 0,1 0-1 0 0,-1 0 1 0 0,1 0 0 0 0,-1 1-1 0 0,1-1 1 0 0,-1 0 0 0 0,1 0-1 0 0,0 0 1 0 0,0 0 0 0 0,0 1-1 0 0,-1-1 1 0 0,1 0 0 0 0,0 0-1 0 0,1 3 1 0 0,-2 3-4 0 0,1 1-1 0 0,1 0 1 0 0,0-1 0 0 0,3 15 0 0 0,2-3 37 0 0,2-1 1 0 0,0-1 0 0 0,2 1-1 0 0,0-1 1 0 0,0-1 0 0 0,2 0-1 0 0,0 0 1 0 0,17 16 0 0 0,26 38 10 0 0,-37-45-39 0 0,-2 0 1 0 0,-1 2 0 0 0,18 43-1 0 0,-29-61 18 0 0,0 1-1 0 0,-2-1 0 0 0,1 1 1 0 0,-1-1-1 0 0,0 1 1 0 0,-1 0-1 0 0,0 0 0 0 0,-1 0 1 0 0,0-1-1 0 0,-1 1 0 0 0,1 0 1 0 0,-2 0-1 0 0,0 0 1 0 0,-4 15-1 0 0,4-21-6 0 0,0 0 0 0 0,0 0 0 0 0,0-1 0 0 0,0 1 0 0 0,0-1 0 0 0,-1 0 0 0 0,0 1 0 0 0,1-1 0 0 0,-1 0 0 0 0,0-1 0 0 0,0 1 0 0 0,-1 0 0 0 0,1-1 0 0 0,-1 0 0 0 0,1 0 0 0 0,-1 0 0 0 0,0 0 0 0 0,1 0 0 0 0,-1-1 0 0 0,0 0 0 0 0,0 0 0 0 0,0 0 0 0 0,0 0 0 0 0,-1-1 0 0 0,1 1 0 0 0,0-1 0 0 0,0 0 0 0 0,0 0 0 0 0,0-1 0 0 0,0 1 0 0 0,-6-2 0 0 0,-1 0-42 0 0,0 0 0 0 0,0-1 0 0 0,0-1 1 0 0,1 1-1 0 0,-1-2 0 0 0,1 0 0 0 0,0 0 1 0 0,0 0-1 0 0,1-1 0 0 0,-12-10 0 0 0,-44-48-847 0 0,64 62 806 0 0,1-1 0 0 0,-1 1 1 0 0,1 0-1 0 0,-1-1 0 0 0,1 1 0 0 0,0 0 0 0 0,-1-1 1 0 0,1 1-1 0 0,1-1 0 0 0,-1 1 0 0 0,0 0 1 0 0,0-1-1 0 0,1 1 0 0 0,0 0 0 0 0,-1-1 0 0 0,1 1 1 0 0,0 0-1 0 0,0 0 0 0 0,0 0 0 0 0,2-3 1 0 0,7-4-689 0 0,0 2 1 0 0,0-1-1 0 0,1 1 1 0 0,15-8-1 0 0,26-10-4659 0 0,12-8-8781 0 0,-46 25 8112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04.8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49 4094 0 0,'0'0'19832'0'0,"21"-12"-16985"0"0,-7 14-2536 0 0,1-1 0 0 0,-1 0 0 0 0,0-1 1 0 0,1 0-1 0 0,24-5 0 0 0,-8-1-1082 0 0,48-15-1 0 0,-61 16 828 0 0,0 2-6844 0 0,-34 24-4336 0 0,-30 15 5111 0 0,27-24 2795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05.0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32 2526 0 0,'0'0'12074'0'0,"36"11"-5082"0"0,2-11-5656 0 0,0-2 1 0 0,0-2-1 0 0,60-13 0 0 0,-8 1-689 0 0,-88 16-623 0 0,10-3 1893 0 0,-6 2-3699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05.7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154 14 4860 0 0,'-1'-2'582'0'0,"0"1"0"0"0,-1 0 0 0 0,1 0-1 0 0,-1-1 1 0 0,1 1 0 0 0,-1 1 0 0 0,0-1 0 0 0,1 0 0 0 0,-1 0 0 0 0,0 1-1 0 0,1-1 1 0 0,-1 0 0 0 0,0 1 0 0 0,0 0 0 0 0,0-1 0 0 0,0 1-1 0 0,0 0 1 0 0,1 0 0 0 0,-1 0 0 0 0,0 0 0 0 0,0 1 0 0 0,0-1-1 0 0,-2 1 1 0 0,0 0-178 0 0,1 1 0 0 0,-1 0-1 0 0,1 0 1 0 0,-1 0 0 0 0,1 0 0 0 0,-1 1-1 0 0,1-1 1 0 0,0 1 0 0 0,0 0 0 0 0,-3 4-1 0 0,-3 4 5 0 0,1 1 0 0 0,0 0 0 0 0,1 0 0 0 0,0 0 0 0 0,-6 16 0 0 0,10-19-279 0 0,-1 0-1 0 0,2 0 1 0 0,-1 0 0 0 0,1 1-1 0 0,0-1 1 0 0,1 1-1 0 0,0-1 1 0 0,1 1-1 0 0,0-1 1 0 0,0 1 0 0 0,1 0-1 0 0,1-1 1 0 0,-1 0-1 0 0,1 1 1 0 0,6 15 0 0 0,-4-18-113 0 0,-1 0 1 0 0,2 0 0 0 0,-1 0-1 0 0,0 0 1 0 0,1-1 0 0 0,1 0-1 0 0,-1 0 1 0 0,1-1 0 0 0,0 1 0 0 0,0-1-1 0 0,0 0 1 0 0,1-1 0 0 0,0 1-1 0 0,0-2 1 0 0,0 1 0 0 0,0-1-1 0 0,0 0 1 0 0,1 0 0 0 0,10 2 0 0 0,-3-1-230 0 0,-1-1 0 0 0,1 0 1 0 0,0-1-1 0 0,0 0 1 0 0,0-2-1 0 0,18 0 1 0 0,-25-1-7 0 0,1 0 0 0 0,-1-1 0 0 0,0 0 0 0 0,0 0 0 0 0,0-1 0 0 0,0 0 1 0 0,0 0-1 0 0,-1-1 0 0 0,1 0 0 0 0,-1 0 0 0 0,0-1 0 0 0,8-6 0 0 0,-14 10 231 0 0,0 1 0 0 0,-1-1-1 0 0,1 1 1 0 0,0-1 0 0 0,-1 0-1 0 0,1 1 1 0 0,0-1 0 0 0,-1 0 0 0 0,1 0-1 0 0,-1 1 1 0 0,1-1 0 0 0,-1 0-1 0 0,1 0 1 0 0,-1 0 0 0 0,0 0 0 0 0,1 1-1 0 0,-1-1 1 0 0,0 0 0 0 0,0 0 0 0 0,0 0-1 0 0,1 0 1 0 0,-1 0 0 0 0,0 0-1 0 0,0 0 1 0 0,0 0 0 0 0,-1 0 0 0 0,1 0-1 0 0,0 1 1 0 0,0-1 0 0 0,0 0 0 0 0,-1 0-1 0 0,1 0 1 0 0,0 0 0 0 0,-1 0-1 0 0,1 0 1 0 0,-1 1 0 0 0,1-1 0 0 0,-1 0-1 0 0,1 0 1 0 0,-1 1 0 0 0,-1-2 0 0 0,1 1 29 0 0,0 0 0 0 0,-1-1 1 0 0,1 1-1 0 0,-1 0 1 0 0,0 0-1 0 0,1 1 0 0 0,-1-1 1 0 0,1 0-1 0 0,-1 0 0 0 0,0 1 1 0 0,0-1-1 0 0,0 1 1 0 0,1 0-1 0 0,-1-1 0 0 0,0 1 1 0 0,0 0-1 0 0,0 0 1 0 0,0 0-1 0 0,-2 1 0 0 0,1-1-20 0 0,0 1-1 0 0,0-1 0 0 0,0 1 0 0 0,0 0 1 0 0,0 0-1 0 0,1 0 0 0 0,-1 0 0 0 0,0 1 1 0 0,1-1-1 0 0,-1 1 0 0 0,1 0 0 0 0,0 0 1 0 0,-1-1-1 0 0,1 1 0 0 0,0 1 0 0 0,0-1 1 0 0,0 0-1 0 0,0 0 0 0 0,1 1 0 0 0,-1-1 1 0 0,1 1-1 0 0,-3 4 0 0 0,4-3-15 0 0,-1 0-1 0 0,1 0 1 0 0,-1 0-1 0 0,1 0 1 0 0,0 0-1 0 0,1 0 0 0 0,-1 0 1 0 0,1 0-1 0 0,0 0 1 0 0,0 0-1 0 0,0 0 1 0 0,0 0-1 0 0,1-1 1 0 0,2 6-1 0 0,6 9 90 0 0,0-1 1 0 0,2 0-1 0 0,0 0 0 0 0,0-2 1 0 0,20 19-1 0 0,9 7 285 0 0,73 79 410 0 0,-101-103-702 0 0,-1 0-1 0 0,0 1 0 0 0,-1 0 1 0 0,-1 0-1 0 0,14 36 0 0 0,-23-50-73 0 0,0-1-1 0 0,-1 1 1 0 0,1-1 0 0 0,-1 1-1 0 0,0-1 1 0 0,0 0-1 0 0,-1 1 1 0 0,1-1 0 0 0,-1 1-1 0 0,1-1 1 0 0,-1 0-1 0 0,0 1 1 0 0,0-1 0 0 0,-1 0-1 0 0,1 0 1 0 0,-1 0-1 0 0,0 0 1 0 0,1 0 0 0 0,-1 0-1 0 0,0 0 1 0 0,-1 0-1 0 0,1-1 1 0 0,0 1 0 0 0,-4 2-1 0 0,1 0-5 0 0,0-1 0 0 0,-1 0 0 0 0,1 0 0 0 0,-1 0 0 0 0,1 0 0 0 0,-1-1 0 0 0,0 0 0 0 0,-1 0 0 0 0,1-1 0 0 0,0 0 0 0 0,-1 0 1 0 0,-6 1-1 0 0,2-2-51 0 0,0-1 1 0 0,-1 0 0 0 0,1 0 0 0 0,0-1-1 0 0,0-1 1 0 0,0 0 0 0 0,0 0 0 0 0,0-1-1 0 0,1-1 1 0 0,-1 0 0 0 0,-13-7 0 0 0,22 10-30 0 0,2 0 56 0 0,-1 0 1 0 0,1 0-1 0 0,0 0 0 0 0,0 0 1 0 0,0 0-1 0 0,0 0 0 0 0,0 0 0 0 0,0 0 1 0 0,0 0-1 0 0,0 0 0 0 0,0 0 1 0 0,0 0-1 0 0,0 0 0 0 0,1 0 0 0 0,-1 0 1 0 0,0 0-1 0 0,1 0 0 0 0,-1 0 1 0 0,1 0-1 0 0,-1 0 0 0 0,1 0 1 0 0,0 0-1 0 0,-1 0 0 0 0,1 1 0 0 0,0-1 1 0 0,-1 0-1 0 0,1 1 0 0 0,0-1 1 0 0,0 0-1 0 0,0 1 0 0 0,0-1 0 0 0,0 1 1 0 0,0-1-1 0 0,0 1 0 0 0,0-1 1 0 0,1 1-1 0 0,0-1-426 0 0,30-3-2625 0 0,-5 7-189 0 0,30 2-10872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06.1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4388 0 0,'0'0'17298'0'0,"1"24"-13999"0"0,28 71 305 0 0,-26-86-3453 0 0,1 0 0 0 0,-1 0 1 0 0,-1 0-1 0 0,3 15 0 0 0,-5-23-100 0 0,9 12 213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11.0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54 9 4258 0 0,'-10'-9'21930'0'0,"4"32"-17691"0"0,3 22-7200 0 0,3-31 5078 0 0,-2 38-1589 0 0,0-34-435 0 0,1 0 0 0 0,1 1 0 0 0,1-1-1 0 0,4 29 1 0 0,-1-25 1410 0 0,-6-10-5596 0 0,-11-35-9253 0 0,11 11 10327 0 0,2 10 2484 0 0,0 0 1 0 0,-1 0-1 0 0,1 0 0 0 0,0 0 0 0 0,-1 0 1 0 0,1 0-1 0 0,-1 0 0 0 0,0 0 0 0 0,0 0 1 0 0,0 0-1 0 0,0 0 0 0 0,0 0 0 0 0,0 0 1 0 0,-2-2-1 0 0,-8-3-3054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11.4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2926 0 0,'0'0'10049'0'0,"34"14"-2731"0"0,63 0-2182 0 0,-49-10-3931 0 0,0-2 0 0 0,87-9 0 0 0,-94 3-337 0 0,-39 4-130 0 0,10-2 2244 0 0,-6 1-5038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12.7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5 5466 0 0,'-3'-1'8373'0'0,"-17"-3"555"0"0,16 41-6040 0 0,3-28-2582 0 0,0 0 0 0 0,0 0 0 0 0,1 0 0 0 0,1 15-1 0 0,4 20 374 0 0,-5-30-529 0 0,1 0 0 0 0,1-1 0 0 0,1 1 0 0 0,0-1 1 0 0,0 0-1 0 0,1 0 0 0 0,1 0 0 0 0,9 18 0 0 0,-13-28-133 0 0,1 0 1 0 0,0 0-1 0 0,1 0 1 0 0,-1 0-1 0 0,0 0 1 0 0,1 0-1 0 0,0 0 1 0 0,3 2-1 0 0,-3-5-22 0 0,0-1 0 0 0,0 0 0 0 0,-1 1 1 0 0,1-1-1 0 0,0 0 0 0 0,-1-1 0 0 0,1 1 0 0 0,-1 0 0 0 0,1-1 0 0 0,-1 1 0 0 0,0-1 0 0 0,1 0 0 0 0,-1 0 0 0 0,0 0 0 0 0,0 0 0 0 0,0 0 0 0 0,-1 0 1 0 0,3-3-1 0 0,32-54-209 0 0,-23 35 124 0 0,-7 14 66 0 0,0 0 0 0 0,0 0 0 0 0,1 1 0 0 0,0 0 0 0 0,1 0 0 0 0,0 0 0 0 0,0 1 1 0 0,1 0-1 0 0,0 1 0 0 0,1 0 0 0 0,-1 0 0 0 0,21-9 0 0 0,-29 15 112 0 0,1 2-62 0 0,-1-1 1 0 0,1 1-1 0 0,-1 0 0 0 0,1-1 1 0 0,-1 1-1 0 0,0 0 1 0 0,1 0-1 0 0,-1-1 0 0 0,0 1 1 0 0,0 0-1 0 0,0 1 1 0 0,0-1-1 0 0,0 0 0 0 0,0 0 1 0 0,0 0-1 0 0,0 1 1 0 0,0-1-1 0 0,0 0 0 0 0,0 3 1 0 0,15 30 254 0 0,-14-29-222 0 0,14 46 258 0 0,-14-43-281 0 0,-1 0 0 0 0,2 0 1 0 0,-1 0-1 0 0,1-1 0 0 0,0 1 0 0 0,1-1 0 0 0,-1 1 1 0 0,2-1-1 0 0,6 10 0 0 0,-9-16-23 0 0,15 20-383 0 0,-16-21 308 0 0,-1 0-1 0 0,1 0 1 0 0,-1 1-1 0 0,1-1 1 0 0,-1 0-1 0 0,1 0 1 0 0,-1 0 0 0 0,1 0-1 0 0,-1 0 1 0 0,1 0-1 0 0,0 0 1 0 0,-1 0 0 0 0,1 0-1 0 0,-1 0 1 0 0,1 0-1 0 0,-1-1 1 0 0,1 1 0 0 0,-1 0-1 0 0,1 0 1 0 0,-1 0-1 0 0,1-1 1 0 0,-1 1 0 0 0,1 0-1 0 0,-1-1 1 0 0,0 1-1 0 0,1 0 1 0 0,-1-1 0 0 0,1 1-1 0 0,-1-1 1 0 0,0 1-1 0 0,1 0 1 0 0,-1-1 0 0 0,0 1-1 0 0,0-1 1 0 0,1 1-1 0 0,-1-1 1 0 0,0 1-1 0 0,0-1 1 0 0,0 1 0 0 0,1-1-1 0 0,-1 0 1 0 0,0 1-1 0 0,0-1 1 0 0,0 1 0 0 0,0-1-1 0 0,0 0 1 0 0,0-1-924 0 0,10-31-11049 0 0,-9 29 10421 0 0,2-17 446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13.3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31 197 3592 0 0,'-4'0'5637'0'0,"-23"-2"10674"0"0,28-5-16279 0 0,1 0 1 0 0,-1 0-1 0 0,1 0 0 0 0,1 0 1 0 0,-1 1-1 0 0,1-1 0 0 0,0 1 1 0 0,1-1-1 0 0,-1 1 0 0 0,1 0 1 0 0,0 1-1 0 0,1-1 0 0 0,0 1 1 0 0,0-1-1 0 0,0 1 1 0 0,0 1-1 0 0,10-7 0 0 0,6-5 16 0 0,0 1 1 0 0,1 1-1 0 0,38-17 0 0 0,-59 30 10 0 0,1 1 0 0 0,-1-1 0 0 0,0 1 0 0 0,1-1 0 0 0,-1 1 0 0 0,1 0 0 0 0,-1 0 0 0 0,1 0 0 0 0,-1 0 0 0 0,1 0 0 0 0,-1 0 0 0 0,0 0 0 0 0,1 0 0 0 0,-1 0 0 0 0,1 1 0 0 0,-1-1 0 0 0,1 0 0 0 0,-1 1 0 0 0,0 0 0 0 0,1-1 0 0 0,-1 1 0 0 0,0 0 0 0 0,1-1-1 0 0,-1 1 1 0 0,0 0 0 0 0,0 0 0 0 0,0 0 0 0 0,0 0 0 0 0,0 0 0 0 0,0 0 0 0 0,0 1 0 0 0,0-1 0 0 0,0 0 0 0 0,0 3 0 0 0,5 5 246 0 0,-2 1 1 0 0,1 0-1 0 0,5 20 0 0 0,-3-9-44 0 0,-7-21-256 0 0,44 100 1042 0 0,-39-92-998 0 0,-1 0 0 0 0,1 0 0 0 0,0-1 0 0 0,1 0 0 0 0,0 0 1 0 0,0 0-1 0 0,0 0 0 0 0,1-1 0 0 0,11 8 0 0 0,-16-13-5 0 0,19 11 352 0 0,-16-15 3644 0 0,-2-1-5675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13.8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129 4 4388 0 0,'0'0'7689'0'0,"-26"-4"-941"0"0,21 7-6403 0 0,0-1 0 0 0,1 0 1 0 0,-1 1-1 0 0,1 0 0 0 0,0 0 1 0 0,0 1-1 0 0,0-1 0 0 0,0 1 0 0 0,0 0 1 0 0,1 0-1 0 0,-1 0 0 0 0,1 0 1 0 0,0 0-1 0 0,1 1 0 0 0,-1-1 0 0 0,1 1 1 0 0,-3 8-1 0 0,-3 9 400 0 0,1 0 0 0 0,-6 39 0 0 0,10-45-602 0 0,1 1-1 0 0,1 0 1 0 0,1 0-1 0 0,0 0 1 0 0,1-1-1 0 0,1 1 0 0 0,0 0 1 0 0,1 0-1 0 0,1-1 1 0 0,1 0-1 0 0,12 30 1 0 0,-12-38-112 0 0,1 0 0 0 0,0 0 0 0 0,0 0 0 0 0,0-1 1 0 0,1 1-1 0 0,0-2 0 0 0,1 1 0 0 0,-1-1 0 0 0,1 0 0 0 0,1-1 0 0 0,-1 1 1 0 0,1-2-1 0 0,0 1 0 0 0,0-1 0 0 0,0-1 0 0 0,0 0 0 0 0,1 0 0 0 0,-1 0 1 0 0,1-2-1 0 0,16 3 0 0 0,-24-4 453 0 0,-28-29-20288 0 0,22 21 15501 0 0,-3-2-1695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14.3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246 10 4412 0 0,'0'0'3854'0'0,"-11"-10"6270"0"0,10 26-9261 0 0,-1-1 0 0 0,0 0-1 0 0,-1 0 1 0 0,-1 0 0 0 0,0 0 0 0 0,-1-1 0 0 0,-12 24 0 0 0,-6 7 474 0 0,-29 43 0 0 0,-14-4-312 0 0,30-40-790 0 0,22-29-1372 0 0,8-15-2367 0 0,12-34-4052 0 0,-4 25 6936 0 0,15-58-10645 0 0,-16 47 6138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14.5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5462 0 0,'1'3'12974'0'0,"3"17"-10526"0"0,7-1-865 0 0,1 0-1 0 0,1-1 1 0 0,15 16 0 0 0,-16-18-1020 0 0,-2-5-153 0 0,-3 0-245 0 0,0-1 1 0 0,2-1-1 0 0,-1 1 1 0 0,1-2-1 0 0,0 1 1 0 0,1-1-1 0 0,16 11 1 0 0,-24-18-346 0 0,5-3-597 0 0,5 0 132 0 0,-6-1-2521 0 0,-2-8 2213 0 0,-2-21-16760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14.9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42 7974 0 0,'0'0'14663'0'0,"3"-1"-13511"0"0,162-25 2479 0 0,91 11-3150 0 0,-239 18-422 0 0,-17 5 42 0 0,-28 12 52 0 0,15-11-203 0 0,11-8-27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15.3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202 0 7382 0 0,'-11'1'4138'0'0,"-31"7"5108"0"0,40-8-9006 0 0,0 1 0 0 0,1 0 0 0 0,-1 0 0 0 0,1 0 0 0 0,-1 0 0 0 0,1 0-1 0 0,-1 1 1 0 0,1-1 0 0 0,0 0 0 0 0,0 1 0 0 0,-1-1 0 0 0,1 1 0 0 0,0-1 0 0 0,0 1 0 0 0,0 0 0 0 0,1-1 0 0 0,-1 1-1 0 0,0 0 1 0 0,1-1 0 0 0,-2 4 0 0 0,0 2 25 0 0,0-1 1 0 0,-1 0-1 0 0,0-1 0 0 0,0 1 1 0 0,0-1-1 0 0,-1 1 0 0 0,0-1 1 0 0,-5 6-1 0 0,-18 26 661 0 0,-35 73-1750 0 0,61-108-16 0 0,8-13-6414 0 0,-5 7 6225 0 0,-1 0 0 0 0,1 0 0 0 0,-1 1-1 0 0,1-1 1 0 0,0-9 0 0 0,-1 12 550 0 0,0-4-385 0 0,0-1 0 0 0,-1 0 0 0 0,1 1 0 0 0,-1-1 0 0 0,0 0 0 0 0,-1-8 0 0 0,0-5-700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15.5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3336 0 0,'0'0'11300'0'0,"22"25"-5715"0"0,-15-17-5004 0 0,0 0-1 0 0,0-1 1 0 0,1 0 0 0 0,0 0-1 0 0,1-1 1 0 0,-1 0-1 0 0,1-1 1 0 0,18 9 0 0 0,83 30 1463 0 0,-90-37-1695 0 0,13 2-36 0 0,1 0 0 0 0,53 5 0 0 0,-85-13-517 0 0,9-7-2010 0 0,-10 6 1880 0 0,0 0 1 0 0,-1 0-1 0 0,1 0 0 0 0,-1 0 0 0 0,1 0 1 0 0,-1-1-1 0 0,1 1 0 0 0,-1 0 0 0 0,1 0 0 0 0,-1-1 1 0 0,1 1-1 0 0,-1 0 0 0 0,1-1 0 0 0,-1 1 1 0 0,1-1-1 0 0,-1 1 0 0 0,0 0 0 0 0,1-1 0 0 0,-1 1 1 0 0,0-1-1 0 0,1 1 0 0 0,-1-1 0 0 0,0 1 1 0 0,0-1-1 0 0,0 1 0 0 0,1-1 0 0 0,-1 0 0 0 0,0 0 1 0 0,0-11-1206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15.7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1 5502 0 0,'-3'4'11971'0'0,"-5"15"-7918"0"0,21 6-994 0 0,-11-20-2901 0 0,0 0-1 0 0,1-1 1 0 0,-1 1-1 0 0,1-1 1 0 0,0 1-1 0 0,0-1 1 0 0,0 0-1 0 0,1 0 1 0 0,-1 0 0 0 0,1-1-1 0 0,0 1 1 0 0,6 3-1 0 0,-9-6-917 0 0,38-11-5713 0 0,-15-12-186 0 0,-16 10 645 0 0,-1 2-691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16.1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5760 0 0,'26'18'13757'0'0,"36"36"-9398"0"0,13 11-3076 0 0,-27-29-603 0 0,-3-1-255 0 0,-1 1-1 0 0,56 59 0 0 0,-97-91-532 0 0,0 0 0 0 0,0 0 1 0 0,0 1-1 0 0,0-1 0 0 0,0 1 0 0 0,-1-1 0 0 0,0 1 0 0 0,0 0 1 0 0,0 0-1 0 0,-1 0 0 0 0,1 0 0 0 0,-1 0 0 0 0,0 0 0 0 0,0 9 0 0 0,-1-12-82 0 0,-1 1-1 0 0,1-1 1 0 0,0 1-1 0 0,-1-1 1 0 0,0 1-1 0 0,1 0 1 0 0,-1-1-1 0 0,0 0 1 0 0,0 1-1 0 0,-1-1 1 0 0,1 0-1 0 0,0 1 1 0 0,-1-1-1 0 0,1 0 1 0 0,-1 0 0 0 0,0 0-1 0 0,1 0 1 0 0,-1-1-1 0 0,0 1 1 0 0,0 0-1 0 0,-1-1 1 0 0,1 1-1 0 0,0-1 1 0 0,0 0-1 0 0,-1 0 1 0 0,1 0-1 0 0,0 0 1 0 0,-1 0-1 0 0,-4 1 1 0 0,-11 1-1831 0 0,0 0 1 0 0,0-2 0 0 0,0 1 0 0 0,0-2 0 0 0,-27-3 0 0 0,26 2-264 0 0,-12-1-3073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21.4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 3 6194 0 0,'-1'0'337'0'0,"0"0"-1"0"0,1-1 0 0 0,-1 1 1 0 0,0 0-1 0 0,0-1 0 0 0,0 1 1 0 0,0 0-1 0 0,1 0 1 0 0,-1 0-1 0 0,0 0 0 0 0,0 0 1 0 0,0 0-1 0 0,0 0 0 0 0,1 0 1 0 0,-1 0-1 0 0,0 1 1 0 0,0-1-1 0 0,0 0 0 0 0,1 0 1 0 0,-1 1-1 0 0,0-1 1 0 0,0 0-1 0 0,1 1 0 0 0,-1-1 1 0 0,0 1-1 0 0,1-1 0 0 0,-1 1 1 0 0,0-1-1 0 0,1 1 1 0 0,-1 0-1 0 0,1-1 0 0 0,-2 2 1 0 0,3 14 6213 0 0,2-1-5732 0 0,0-6-2221 0 0,62 223 5988 0 0,-65-231-4565 0 0,0 1-1 0 0,0-1 1 0 0,0 0-1 0 0,0 1 0 0 0,0-1 1 0 0,1 0-1 0 0,-1 0 1 0 0,0 1-1 0 0,1-1 1 0 0,-1 0-1 0 0,1 0 1 0 0,0 0-1 0 0,-1 1 1 0 0,1-1-1 0 0,0 0 0 0 0,0 0 1 0 0,-1 0-1 0 0,1 0 1 0 0,0 0-1 0 0,0-1 1 0 0,2 2-1 0 0,14-28-126 0 0,-14 21 94 0 0,18-34-42 0 0,2 1 0 0 0,2 2 0 0 0,1 0 1 0 0,36-36-1 0 0,-58 67 86 0 0,1 0 0 0 0,-1 1 0 0 0,1-1 1 0 0,0 1-1 0 0,1 0 0 0 0,-1 1 0 0 0,1-1 0 0 0,8-3 1 0 0,-12 7-3 0 0,0 1 1 0 0,-1-1 0 0 0,1 1 0 0 0,0 0 0 0 0,-1-1-1 0 0,1 1 1 0 0,-1 0 0 0 0,1 0 0 0 0,-1 0-1 0 0,0 0 1 0 0,1 0 0 0 0,-1 0 0 0 0,0 0 0 0 0,0 1-1 0 0,0-1 1 0 0,0 0 0 0 0,0 1 0 0 0,0-1 0 0 0,0 1-1 0 0,0-1 1 0 0,0 1 0 0 0,-1-1 0 0 0,1 1 0 0 0,-1-1-1 0 0,1 1 1 0 0,-1 2 0 0 0,11 52 305 0 0,-10-47-260 0 0,4 49 145 0 0,5 29-229 0 0,-10-87-24 0 0,0 0 0 0 0,0 1 0 0 0,0-1 0 0 0,0 0 0 0 0,0 1 0 0 0,1-1 0 0 0,-1 0 0 0 0,0 1 0 0 0,0-1 1 0 0,0 0-1 0 0,0 1 0 0 0,0-1 0 0 0,0 0 0 0 0,1 0 0 0 0,-1 1 0 0 0,0-1 0 0 0,0 0 0 0 0,0 0 0 0 0,1 1 1 0 0,-1-1-1 0 0,0 0 0 0 0,0 0 0 0 0,1 0 0 0 0,-1 0 0 0 0,0 1 0 0 0,1-1 0 0 0,-1 0 0 0 0,0 0 0 0 0,0 0 1 0 0,1 0-1 0 0,-1 0 0 0 0,0 0 0 0 0,1 0 0 0 0,-1 0 0 0 0,0 0 0 0 0,1 0 0 0 0,-1 0 0 0 0,0 0 0 0 0,1 0 1 0 0,-1 0-1 0 0,0 0 0 0 0,1 0 0 0 0,16-12-431 0 0,13-27-419 0 0,-21 26 653 0 0,1 1 0 0 0,0 0 0 0 0,1 0 0 0 0,0 1 0 0 0,1 0-1 0 0,0 1 1 0 0,17-11 0 0 0,-28 20 254 0 0,0 0-1 0 0,1 1 1 0 0,-1-1-1 0 0,1 1 1 0 0,-1-1-1 0 0,1 1 1 0 0,-1 0-1 0 0,0-1 1 0 0,1 1-1 0 0,-1 0 1 0 0,1 0-1 0 0,-1 0 1 0 0,1 0-1 0 0,-1 0 1 0 0,1 1-1 0 0,-1-1 1 0 0,1 0-1 0 0,-1 1 1 0 0,1-1-1 0 0,-1 1 1 0 0,0-1-1 0 0,1 1 1 0 0,-1 0 0 0 0,0-1-1 0 0,0 1 1 0 0,1 0-1 0 0,-1 0 1 0 0,0 0-1 0 0,0 0 1 0 0,0 0-1 0 0,0 0 1 0 0,0 1-1 0 0,0-1 1 0 0,0 0-1 0 0,0 2 1 0 0,5 6 213 0 0,0 1 0 0 0,-1-1 1 0 0,6 19-1 0 0,-7-18-1 0 0,8 23 200 0 0,-9-24-462 0 0,0-1 0 0 0,0 1 0 0 0,1 0 0 0 0,0-1 1 0 0,0 0-1 0 0,1 1 0 0 0,10 11 0 0 0,-14-19-634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30.3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13 6128 0 0,'-5'-9'10893'0'0,"-8"5"-557"0"0,26 11-7983 0 0,0-2-2198 0 0,1-1 0 0 0,0-1 0 0 0,0-1 0 0 0,0 1 0 0 0,0-2 0 0 0,0 0 0 0 0,0-1 0 0 0,1 0 1 0 0,-1-1-1 0 0,24-5 0 0 0,26-1-1203 0 0,-62 7 660 0 0,-4 24-17907 0 0,-32 7 10711 0 0,28-20 3493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30.5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74 4068 0 0,'0'0'13829'0'0,"16"-16"-9408"0"0,-2 11-3665 0 0,1 0 0 0 0,0 1-1 0 0,0 1 1 0 0,0 0-1 0 0,25-1 1 0 0,7-2-291 0 0,2-3-1673 0 0,17-4-4909 0 0,-21 9-7269 0 0,-26 3 6802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34.3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 22 2146 0 0,'0'0'12783'0'0,"-5"-22"-2047"0"0,-10 46-9216 0 0,13-15-1335 0 0,-2 6-42 0 0,1 0 0 0 0,0 0 0 0 0,1 0 0 0 0,1 0 0 0 0,0 0-1 0 0,1 0 1 0 0,1 1 0 0 0,5 26 0 0 0,-6-40-138 0 0,0 0-1 0 0,1-1 0 0 0,0 1 0 0 0,-1 0 1 0 0,1-1-1 0 0,0 1 0 0 0,0 0 1 0 0,0-1-1 0 0,0 1 0 0 0,0-1 1 0 0,0 1-1 0 0,0-1 0 0 0,0 0 1 0 0,1 0-1 0 0,-1 1 0 0 0,1-1 0 0 0,-1 0 1 0 0,1 0-1 0 0,-1 0 0 0 0,1-1 1 0 0,-1 1-1 0 0,4 1 0 0 0,-2-1-7 0 0,1-1 0 0 0,0 1 0 0 0,-1-1-1 0 0,1 0 1 0 0,-1 0 0 0 0,1 0 0 0 0,-1-1-1 0 0,1 1 1 0 0,0-1 0 0 0,6-2 0 0 0,-2 0-46 0 0,1 0-1 0 0,0-1 1 0 0,-1 0 0 0 0,0 0 0 0 0,0-1 0 0 0,0 0-1 0 0,13-12 1 0 0,-16 12 28 0 0,0-1-1 0 0,0 0 1 0 0,0 0-1 0 0,-1 0 1 0 0,0-1-1 0 0,-1 0 0 0 0,1 1 1 0 0,-1-1-1 0 0,2-9 1 0 0,-4 15 21 0 0,-1 0-1 0 0,1 0 1 0 0,-1 1 0 0 0,1-1 0 0 0,-1 0-1 0 0,0 0 1 0 0,0 0 0 0 0,1 0 0 0 0,-1 1 0 0 0,0-1-1 0 0,0 0 1 0 0,0 0 0 0 0,0 0 0 0 0,0 0-1 0 0,0 0 1 0 0,0 0 0 0 0,0 0 0 0 0,0 1-1 0 0,-1-1 1 0 0,1 0 0 0 0,0 0 0 0 0,0 0-1 0 0,-1 0 1 0 0,1 0 0 0 0,-1 1 0 0 0,1-1 0 0 0,0 0-1 0 0,-1 0 1 0 0,0 1 0 0 0,1-1 0 0 0,-1 0-1 0 0,1 1 1 0 0,-1-1 0 0 0,0 1 0 0 0,0-1-1 0 0,-1 0-2 0 0,1 1 0 0 0,0 0-1 0 0,0 0 1 0 0,-1 0 0 0 0,1 1 0 0 0,0-1-1 0 0,0 0 1 0 0,-1 0 0 0 0,1 1-1 0 0,0-1 1 0 0,0 1 0 0 0,0-1-1 0 0,-1 1 1 0 0,1-1 0 0 0,0 1 0 0 0,0 0-1 0 0,0-1 1 0 0,0 1 0 0 0,0 0-1 0 0,0 0 1 0 0,0 0 0 0 0,1 0-1 0 0,-1 0 1 0 0,0 0 0 0 0,0 0-1 0 0,0 2 1 0 0,-1 0 9 0 0,1 0-1 0 0,0 1 0 0 0,0-1 1 0 0,0 0-1 0 0,1 1 0 0 0,-1-1 1 0 0,1 1-1 0 0,0-1 0 0 0,0 1 1 0 0,0-1-1 0 0,0 1 0 0 0,0 0 1 0 0,1-1-1 0 0,0 0 0 0 0,0 1 1 0 0,0-1-1 0 0,0 1 0 0 0,3 4 1 0 0,28 60 145 0 0,-32-68-149 0 0,52 76 181 0 0,-39-59-138 0 0,0 0 0 0 0,-2 0 0 0 0,0 1 1 0 0,10 23-1 0 0,-18-32-11 0 0,1 0 0 0 0,-1 0 0 0 0,0 0 0 0 0,-1 1 0 0 0,3 18 0 0 0,-6-24-22 0 0,1-1-1 0 0,0 1 1 0 0,-1-1 0 0 0,1 1 0 0 0,-1 0 0 0 0,0-1 0 0 0,0 1 0 0 0,0-1 0 0 0,-1 0 0 0 0,1 1 0 0 0,-1-1 0 0 0,0 0 0 0 0,0 0 0 0 0,0 0 0 0 0,0 0 0 0 0,-1 0 0 0 0,1-1 0 0 0,-6 5 0 0 0,2-2-34 0 0,0 0 0 0 0,-1-1 0 0 0,0 0 0 0 0,0-1 0 0 0,0 0 0 0 0,0 0 0 0 0,-1 0 0 0 0,1-1 1 0 0,-1 0-1 0 0,1 0 0 0 0,-1-1 0 0 0,0 0 0 0 0,0 0 0 0 0,1-1 0 0 0,-1 0 0 0 0,0 0 0 0 0,0-1 1 0 0,-8-2-1 0 0,11 3-80 0 0,1-1-1 0 0,-1 0 1 0 0,1 0 0 0 0,-1 0 0 0 0,1-1 0 0 0,0 0-1 0 0,-1 1 1 0 0,1-2 0 0 0,0 1 0 0 0,0 0 0 0 0,1-1 0 0 0,-1 0-1 0 0,0 0 1 0 0,1 0 0 0 0,0 0 0 0 0,0 0 0 0 0,0-1 0 0 0,0 1-1 0 0,0-1 1 0 0,1 0 0 0 0,-1 0 0 0 0,1 0 0 0 0,0 0 0 0 0,0 0-1 0 0,1-1 1 0 0,-1 1 0 0 0,1 0 0 0 0,0-1 0 0 0,0 1-1 0 0,1-1 1 0 0,-1-7 0 0 0,1 9 75 0 0,1-1 0 0 0,0 1 0 0 0,0 0 0 0 0,0-1 0 0 0,0 1-1 0 0,0 0 1 0 0,1 0 0 0 0,-1 0 0 0 0,1 0 0 0 0,0 0 0 0 0,0 0 0 0 0,0 0 0 0 0,0 0 0 0 0,1 1-1 0 0,-1-1 1 0 0,1 1 0 0 0,0 0 0 0 0,-1 0 0 0 0,1 0 0 0 0,0 0 0 0 0,0 0 0 0 0,0 0 0 0 0,0 1 0 0 0,1 0-1 0 0,3-2 1 0 0,12-4 245 0 0,0 1-1 0 0,40-8 1 0 0,-45 11-161 0 0,38-6 225 0 0,-50 9-237 0 0,-11 4-4160 0 0,5-2 2132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35.9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1540 0 0,'0'0'24303'0'0,"7"31"-22526"0"0,-7-22-1592 0 0,0-1 0 0 0,0 0 0 0 0,1 1-1 0 0,0-1 1 0 0,1 0 0 0 0,4 14 0 0 0,-5-20-102 0 0,-1 17 139 0 0,7-17-6023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36.4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3312 0 0,'0'0'17661'0'0,"1"3"-17320"0"0,1-1 1 0 0,0 1-1 0 0,-1-1 0 0 0,1 0 0 0 0,0 1 0 0 0,1-1 0 0 0,-1 0 0 0 0,0 0 1 0 0,5 3-1 0 0,55 2 406 0 0,-1-3-1 0 0,1-3 1 0 0,-1-2 0 0 0,77-11 0 0 0,-125 10-652 0 0,-3 1-1939 0 0,-1 0 5704 0 0,-10 1-4311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37.2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56 7 3578 0 0,'0'0'12495'0'0,"-14"-6"-9993"0"0,7 6 1443 0 0,4 3-3665 0 0,0 1 0 0 0,-1 1 0 0 0,1-1 0 0 0,1 0 0 0 0,-1 1 0 0 0,0-1 0 0 0,1 1 0 0 0,0 0 0 0 0,0 0 0 0 0,1 0 0 0 0,-1 0 0 0 0,1 0 0 0 0,0 0 0 0 0,1 0 0 0 0,-1 10 0 0 0,0 2-7 0 0,1 0 0 0 0,0 0 0 0 0,5 25 0 0 0,-4-38-279 0 0,0 0-1 0 0,0 0 1 0 0,0 0 0 0 0,1 0-1 0 0,0 0 1 0 0,-1 0-1 0 0,1-1 1 0 0,1 1 0 0 0,-1 0-1 0 0,0-1 1 0 0,1 0-1 0 0,0 0 1 0 0,0 0-1 0 0,0 0 1 0 0,0 0 0 0 0,0 0-1 0 0,0-1 1 0 0,1 1-1 0 0,-1-1 1 0 0,1 0 0 0 0,0 0-1 0 0,-1-1 1 0 0,1 1-1 0 0,0-1 1 0 0,0 0 0 0 0,0 0-1 0 0,0 0 1 0 0,1 0-1 0 0,-1-1 1 0 0,0 1-1 0 0,8-1 1 0 0,-3 0-129 0 0,0-1 0 0 0,-1 1 0 0 0,1-2 0 0 0,0 1 0 0 0,-1-1-1 0 0,0 0 1 0 0,1-1 0 0 0,-1 1 0 0 0,0-2 0 0 0,0 1 0 0 0,0-1 0 0 0,-1-1 0 0 0,1 1 0 0 0,8-8-1 0 0,-11 7 88 0 0,0 1 0 0 0,0-1 0 0 0,-1 0 0 0 0,0 0 0 0 0,0 0 0 0 0,0 0 0 0 0,-1-1 0 0 0,1 1 0 0 0,-1-1 0 0 0,-1 0 0 0 0,1 0 0 0 0,-1 0 0 0 0,3-13 0 0 0,-5 17 583 0 0,-17 25-540 0 0,18-13 41 0 0,0 0 1 0 0,0 0 0 0 0,1 0-1 0 0,0 0 1 0 0,1 0-1 0 0,0 0 1 0 0,0-1 0 0 0,1 1-1 0 0,7 11 1 0 0,7 9 430 0 0,30 39 0 0 0,-29-44-260 0 0,-2 0-1 0 0,17 31 1 0 0,-34-54-192 0 0,1 0 0 0 0,0 0 0 0 0,0 0 0 0 0,-1 0 0 0 0,1-1 0 0 0,-1 1 0 0 0,1 0 0 0 0,-1 0 0 0 0,0 0 0 0 0,0 0 0 0 0,0 0 0 0 0,0 0 0 0 0,0 0 0 0 0,0 0 0 0 0,0 0 0 0 0,-1 0 0 0 0,1 0 0 0 0,-1 0 0 0 0,1 0 0 0 0,-1 0 0 0 0,-1 2 0 0 0,0-1 6 0 0,0 0 0 0 0,-1 0 0 0 0,1 0 1 0 0,-1-1-1 0 0,0 1 0 0 0,0-1 1 0 0,1 1-1 0 0,-2-1 0 0 0,1 0 1 0 0,-6 3-1 0 0,-3 0 44 0 0,0 0-1 0 0,-1 0 1 0 0,0-1 0 0 0,0-1-1 0 0,-21 3 1 0 0,20-4-160 0 0,0 0 0 0 0,0-1 0 0 0,1 0 0 0 0,-1-1-1 0 0,0-1 1 0 0,0 0 0 0 0,0-1 0 0 0,-14-4 0 0 0,26 6-131 0 0,1-1 0 0 0,0 1 0 0 0,0 0-1 0 0,-1-1 1 0 0,1 1 0 0 0,0 0 0 0 0,0-1-1 0 0,0 1 1 0 0,0-1 0 0 0,0 0 0 0 0,0 1 0 0 0,0-1-1 0 0,0 0 1 0 0,0 0 0 0 0,0 0 0 0 0,0 0-1 0 0,0 0 1 0 0,0 0 0 0 0,0 0 0 0 0,1 0 0 0 0,-1 0-1 0 0,1 0 1 0 0,-1 0 0 0 0,0 0 0 0 0,1 0-1 0 0,-1-3 1 0 0,2 2-152 0 0,-1 0 1 0 0,1 0-1 0 0,-1 0 0 0 0,1 1 0 0 0,0-1 1 0 0,0 0-1 0 0,0 0 0 0 0,0 0 0 0 0,1 1 1 0 0,-1-1-1 0 0,3-2 0 0 0,10-20-8812 0 0,-12 12 4723 0 0,3 0 1041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39.1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2 790 0 0,'12'-1'23309'0'0,"-9"20"-22456"0"0,-3-17-814 0 0,1-1 1 0 0,-1 0 0 0 0,0 0 0 0 0,1 1 0 0 0,-1-1 0 0 0,0 0-1 0 0,0 0 1 0 0,0 1 0 0 0,0-1 0 0 0,0 0 0 0 0,0 1 0 0 0,-1-1-1 0 0,1 0 1 0 0,0 0 0 0 0,-1 1 0 0 0,1-1 0 0 0,-1 0 0 0 0,0 2-1 0 0,0-1 101 0 0,2 34 136 0 0,0-34-294 0 0,0 0-1 0 0,0 0 1 0 0,0 0-1 0 0,0 0 1 0 0,0 0-1 0 0,0-1 1 0 0,0 1-1 0 0,1 0 1 0 0,-1-1 0 0 0,1 1-1 0 0,-1-1 1 0 0,1 1-1 0 0,-1-1 1 0 0,1 0-1 0 0,0 0 1 0 0,0 0-1 0 0,0 0 1 0 0,0 0-1 0 0,0 0 1 0 0,0 0 0 0 0,0-1-1 0 0,0 1 1 0 0,0-1-1 0 0,0 1 1 0 0,0-1-1 0 0,0 0 1 0 0,4 0-1 0 0,8 0-100 0 0,-1 0 0 0 0,1-2 0 0 0,20-3-1 0 0,10-1 421 0 0,-64 38-199 0 0,9-22-111 0 0,5-5-9 0 0,0 0 1 0 0,0 0 0 0 0,1 1 0 0 0,-1 0 0 0 0,1 0-1 0 0,-4 8 1 0 0,8-13-7 0 0,1 0-1 0 0,-1 0 0 0 0,1 0 1 0 0,-1 0-1 0 0,1 0 0 0 0,0 0 1 0 0,0 1-1 0 0,-1-1 0 0 0,1 0 1 0 0,0 0-1 0 0,0 0 0 0 0,0 0 1 0 0,0 1-1 0 0,0-1 1 0 0,0 0-1 0 0,1 0 0 0 0,-1 0 1 0 0,0 0-1 0 0,1 2 0 0 0,0-1-42 0 0,0-1 1 0 0,1 1-1 0 0,-1 0 0 0 0,0-1 0 0 0,1 0 1 0 0,-1 1-1 0 0,1-1 0 0 0,0 0 0 0 0,-1 1 0 0 0,1-1 1 0 0,0 0-1 0 0,0 0 0 0 0,0-1 0 0 0,-1 1 0 0 0,4 1 1 0 0,7 1-273 0 0,1 0-1 0 0,0 0 1 0 0,0-1 0 0 0,1 0 0 0 0,-1-2-1 0 0,0 1 1 0 0,0-2 0 0 0,20-2 0 0 0,39-10-4249 0 0,-8-5-7071 0 0,-52 14 7131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40.5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0 108 2244 0 0,'0'0'14348'0'0,"19"2"-12227"0"0,170 0 3334 0 0,91-29-4382 0 0,-111 8-571 0 0,1084-25 1391 0 0,-614 77-1648 0 0,-632-33-231 0 0,0 0 0 0 0,0-1 0 0 0,-1 1 1 0 0,1-1-1 0 0,0 0 0 0 0,-1-1 0 0 0,1 0 0 0 0,9-4 1 0 0,-14 5-196 0 0,1-16-2390 0 0,-4 11-927 0 0,-2 4 2808 0 0,-1 0 0 0 0,0 0 0 0 0,0 0 0 0 0,0 0 0 0 0,0 1 0 0 0,0-1-1 0 0,0 1 1 0 0,0 0 0 0 0,0 0 0 0 0,0 0 0 0 0,-1 1 0 0 0,1 0 0 0 0,0 0-1 0 0,-1 0 1 0 0,1 0 0 0 0,-7 2 0 0 0,-7-1-1497 0 0,-1 2 0 0 0,-25 7 0 0 0,20-2-1269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42.6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506 0 798 0 0,'0'1'53'0'0,"0"-1"0"0"0,1 1 0 0 0,-1-1 0 0 0,1 1 0 0 0,-1-1 0 0 0,0 1 0 0 0,1 0 0 0 0,-1-1 0 0 0,0 1 0 0 0,0-1 0 0 0,0 1 0 0 0,1-1 0 0 0,-1 1 1 0 0,0 0-1 0 0,0-1 0 0 0,0 1 0 0 0,0 0 0 0 0,0-1 0 0 0,0 1 0 0 0,0-1 0 0 0,0 1 0 0 0,0 0 0 0 0,0-1 0 0 0,-1 1 0 0 0,1 0 0 0 0,0-1 0 0 0,0 1 0 0 0,0-1 0 0 0,-1 1 0 0 0,1-1 0 0 0,0 1 0 0 0,-1-1 0 0 0,1 1 0 0 0,-1-1 0 0 0,1 1 0 0 0,0-1 0 0 0,-1 1 0 0 0,1-1 0 0 0,-1 0 0 0 0,1 1 0 0 0,-1-1 1 0 0,1 0-1 0 0,-1 1 0 0 0,-1-1 0 0 0,-3 4-243 0 0,4-3 505 0 0,1-1-338 0 0,0 1-1 0 0,-1-1 0 0 0,1 0 0 0 0,0 1 1 0 0,-1-1-1 0 0,1 0 0 0 0,0 1 0 0 0,0-1 1 0 0,-1 0-1 0 0,1 1 0 0 0,0-1 1 0 0,-1 0-1 0 0,1 0 0 0 0,-1 0 0 0 0,1 1 1 0 0,0-1-1 0 0,-1 0 0 0 0,1 0 0 0 0,-1 0 1 0 0,1 0-1 0 0,0 0 0 0 0,-1 0 0 0 0,1 1 1 0 0,-1-1-1 0 0,1 0 0 0 0,-1 0 0 0 0,1 0 1 0 0,0-1-1 0 0,-1 1 0 0 0,1 0 0 0 0,-1 0 1 0 0,1 0-1 0 0,-1 0 0 0 0,1 0 0 0 0,0 0 1 0 0,-1-1-1 0 0,1 1 0 0 0,-1 0 0 0 0,1 0 1 0 0,0-1-1 0 0,-1 1 0 0 0,1 0 0 0 0,0 0 1 0 0,-1-1-1 0 0,1 1 0 0 0,0 0 0 0 0,-1-1 1 0 0,-2-21 18927 0 0,-5 30-17508 0 0,-47 70 2577 0 0,40-54-3325 0 0,-2 0 1 0 0,-34 36 0 0 0,14-22-176 0 0,5-4-35 0 0,-2-2 0 0 0,-62 47 0 0 0,59-54-725 0 0,-53 49 0 0 0,115-106-8247 0 0,-5 3 4275 0 0,0-2-1 0 0,15-34 1 0 0,-28 43 738 0 0,4 0-1235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42.9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3774 0 0,'0'0'9012'0'0,"12"24"-4730"0"0,-3-9-2681 0 0,0-1 0 0 0,1-1 0 0 0,17 19 0 0 0,18 27 798 0 0,-23-24-1477 0 0,2 5-133 0 0,1-2 1 0 0,54 62 0 0 0,-78-99-775 0 0,0 9-1880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43.3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26 4438 0 0,'0'0'1989'0'0,"0"-1"-1536"0"0,1 0 0 0 0,-1-1 0 0 0,0 1 0 0 0,1 0 0 0 0,-1 0 0 0 0,1-1 0 0 0,-1 1 1 0 0,1 0-1 0 0,-1 0 0 0 0,1 0 0 0 0,0 0 0 0 0,0 0 0 0 0,0 0 0 0 0,1-2 0 0 0,17 1 1973 0 0,53-2 2038 0 0,-68 4-4287 0 0,-1 0-1 0 0,1 0 1 0 0,0 0-1 0 0,-1 1 1 0 0,1 0-1 0 0,0-1 0 0 0,-1 2 1 0 0,1-1-1 0 0,-1 0 1 0 0,1 1-1 0 0,-1-1 0 0 0,1 1 1 0 0,-1 0-1 0 0,0 0 1 0 0,5 4-1 0 0,-7-4-108 0 0,1 0 0 0 0,-1 1 1 0 0,0-1-1 0 0,0 0 0 0 0,0 1 0 0 0,0-1 1 0 0,0 0-1 0 0,0 1 0 0 0,-1-1 0 0 0,1 1 1 0 0,-1-1-1 0 0,1 1 0 0 0,-1-1 0 0 0,0 1 0 0 0,0 0 1 0 0,0-1-1 0 0,-1 1 0 0 0,1-1 0 0 0,-1 1 1 0 0,1-1-1 0 0,-1 1 0 0 0,0-1 0 0 0,0 0 1 0 0,-2 5-1 0 0,-4 7 129 0 0,-1 1 1 0 0,0-1-1 0 0,-11 12 1 0 0,-3 8 655 0 0,6-15-360 0 0,14-17-448 0 0,0 0-1 0 0,0 0 1 0 0,0 0-1 0 0,1 0 1 0 0,-1 0-1 0 0,0 1 1 0 0,1-1-1 0 0,0 0 1 0 0,0 1 0 0 0,-1-1-1 0 0,1 1 1 0 0,0 2-1 0 0,1-3 57 0 0,10-3-184 0 0,1-1 0 0 0,-1 0 0 0 0,1 0 0 0 0,-1-1 0 0 0,0 0 0 0 0,18-9 1 0 0,30-8-709 0 0,-24 11-4651 0 0,-24 6 67 0 0,13-4-9881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43.6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65 5946 0 0,'16'-2'12461'0'0,"35"-6"-7092"0"0,29-5-4203 0 0,-47 9-648 0 0,23-3-357 0 0,93-23-1 0 0,-147 30-544 0 0,-35 11-7808 0 0,26-8 3686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43.8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310 0 4982 0 0,'-7'2'1408'0'0,"1"-1"0"0"0,0 1 1 0 0,0 1-1 0 0,0-1 0 0 0,0 1 0 0 0,-9 5 0 0 0,-28 29 3714 0 0,25-15-4168 0 0,1 1 0 0 0,-16 28-1 0 0,7-10-2 0 0,4-8-1076 0 0,1 1-1 0 0,-27 61 1 0 0,36-72-1922 0 0,0 0-2627 0 0,8-16 2657 0 0,2-31-7557 0 0,2 19 8961 0 0,0-12-3845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44.0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0 5106 0 0,'-1'1'368'0'0,"0"0"0"0"0,1-1-1 0 0,-1 1 1 0 0,0 0 0 0 0,0 0 0 0 0,0 0-1 0 0,1 0 1 0 0,-1 0 0 0 0,0 0 0 0 0,1 0-1 0 0,-1 0 1 0 0,1 1 0 0 0,-1-1 0 0 0,1 0-1 0 0,0 0 1 0 0,-1 0 0 0 0,1 0-1 0 0,0 1 1 0 0,0-1 0 0 0,0 0 0 0 0,0 0-1 0 0,0 1 1 0 0,0-1 0 0 0,0 0 0 0 0,0 0-1 0 0,0 0 1 0 0,1 1 0 0 0,-1-1 0 0 0,0 0-1 0 0,1 0 1 0 0,-1 0 0 0 0,1 0 0 0 0,1 2-1 0 0,24 47 3626 0 0,-17-36-3134 0 0,-3-3-520 0 0,1-1 0 0 0,1 0 0 0 0,0 0-1 0 0,1-1 1 0 0,-1 0 0 0 0,2 0 0 0 0,-1-1-1 0 0,21 13 1 0 0,-16-12-872 0 0,0-1 1 0 0,1 0-1 0 0,18 6 0 0 0,-31-13 144 0 0,0 0-1 0 0,0-1 1 0 0,0 1-1 0 0,0-1 1 0 0,0 1-1 0 0,0-1 1 0 0,0 0-1 0 0,0 0 0 0 0,0 0 1 0 0,0 0-1 0 0,0 0 1 0 0,0 0-1 0 0,4-2 1 0 0,12-8-12321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44.3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7938 0 0,'3'14'7815'0'0,"-3"-2"-4004"0"0,2 10-751 0 0,58 108 1479 0 0,-50-109-5861 0 0,-9-13-1820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7:46.0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1544 186 2476 0 0,'-53'-8'897'0'0,"0"3"-1"0"0,0 3 1 0 0,0 2 0 0 0,-1 2-1 0 0,1 2 1 0 0,1 3 0 0 0,-60 15-1 0 0,52-6-492 0 0,2 3 0 0 0,0 3 0 0 0,-72 37 0 0 0,59-22-270 0 0,2 3 1 0 0,1 4-1 0 0,-114 96 0 0 0,144-106-91 0 0,2 2 0 0 0,2 1-1 0 0,1 2 1 0 0,2 1 0 0 0,2 2 0 0 0,2 1 0 0 0,-27 56-1 0 0,40-70-108 0 0,0 2-1 0 0,2 0 0 0 0,2 0 1 0 0,1 1-1 0 0,1 0 0 0 0,-7 65 1 0 0,15-87 25 0 0,-1 0 1 0 0,1 0-1 0 0,1 0 1 0 0,0 0-1 0 0,0 0 1 0 0,1-1-1 0 0,0 1 1 0 0,1 0-1 0 0,0-1 1 0 0,0 0-1 0 0,1 1 1 0 0,0-2-1 0 0,1 1 1 0 0,0 0-1 0 0,0-1 1 0 0,1 0-1 0 0,0 0 1 0 0,1 0-1 0 0,-1-1 1 0 0,1 0-1 0 0,1-1 1 0 0,-1 1-1 0 0,1-1 1 0 0,0-1-1 0 0,1 1 1 0 0,-1-2-1 0 0,17 8 1 0 0,4-1-10 0 0,1-1 0 0 0,1-2 0 0 0,-1-1 0 0 0,1-1 1 0 0,0-1-1 0 0,36-1 0 0 0,193-9-637 0 0,-42-16 567 0 0,342-76-1 0 0,196-124-443 0 0,-754 220 562 0 0,308-121-745 0 0,-273 104 626 0 0,-2-1 0 0 0,0-1-1 0 0,-1-2 1 0 0,-1-1 0 0 0,-1-2 0 0 0,33-34 0 0 0,-54 48 176 0 0,-1-1 1 0 0,-1 0 0 0 0,0-1-1 0 0,0 0 1 0 0,-1 0 0 0 0,-1-1-1 0 0,0 0 1 0 0,-1 0 0 0 0,0-1-1 0 0,-1 1 1 0 0,-1-1 0 0 0,0-1-1 0 0,-1 1 1 0 0,1-27 0 0 0,-4 22 80 0 0,0 0 0 0 0,-2 0-1 0 0,-1 0 1 0 0,0 1 0 0 0,-1-1 0 0 0,-1 1 0 0 0,-1 0 0 0 0,-1 0 0 0 0,0 1 0 0 0,-1 0-1 0 0,-12-18 1 0 0,4 8-99 0 0,-2 0 0 0 0,-2 2 0 0 0,0 0 0 0 0,-1 1 0 0 0,-2 1 0 0 0,0 1 0 0 0,-2 1 0 0 0,0 1-1 0 0,-2 2 1 0 0,-38-23 0 0 0,32 25-249 0 0,1 1 0 0 0,-2 2 0 0 0,0 2 0 0 0,-1 1 0 0 0,0 1 0 0 0,0 2 0 0 0,-1 2 0 0 0,0 1 0 0 0,-45 0 0 0 0,7 5-1143 0 0,-1 4 1 0 0,1 3-1 0 0,-96 21 1 0 0,70-7-1079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8:55.0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64 17 2404 0 0,'-13'-17'24434'0'0,"8"21"-24310"0"0,1 0-1 0 0,0 1 0 0 0,-1 0 0 0 0,2 0 0 0 0,-1 0 0 0 0,1 0 0 0 0,-1 0 0 0 0,1 0 0 0 0,1 1 0 0 0,-1 0 0 0 0,1 0 0 0 0,0-1 0 0 0,0 1 0 0 0,1 0 0 0 0,0 0 0 0 0,-1 8 0 0 0,1-5-67 0 0,1 1 1 0 0,1-1-1 0 0,-1 0 0 0 0,2 1 0 0 0,-1-1 0 0 0,1 0 1 0 0,0 0-1 0 0,1 0 0 0 0,0 0 0 0 0,6 11 1 0 0,-5-12-102 0 0,0 0 1 0 0,0 0 0 0 0,1 0-1 0 0,0-1 1 0 0,0 0 0 0 0,0 0-1 0 0,1 0 1 0 0,0-1 0 0 0,1 0-1 0 0,-1 0 1 0 0,1 0 0 0 0,1-1 0 0 0,-1 0-1 0 0,1-1 1 0 0,-1 1 0 0 0,1-1-1 0 0,0-1 1 0 0,1 0 0 0 0,-1 0-1 0 0,1 0 1 0 0,-1-1 0 0 0,1-1-1 0 0,0 1 1 0 0,13-1 0 0 0,-17-1 12 0 0,1 0 1 0 0,-1-1-1 0 0,0 0 0 0 0,0 0 1 0 0,1-1-1 0 0,-1 1 0 0 0,0-1 1 0 0,0 0-1 0 0,0-1 0 0 0,-1 1 1 0 0,1-1-1 0 0,8-6 0 0 0,-11 7 43 0 0,0 0 0 0 0,1-1 0 0 0,-1 1 0 0 0,0-1 0 0 0,-1 1 0 0 0,1-1-1 0 0,0 1 1 0 0,-1-1 0 0 0,1 0 0 0 0,-1 0 0 0 0,0 0 0 0 0,0 0 0 0 0,0 0 0 0 0,-1 0-1 0 0,1 0 1 0 0,-1 0 0 0 0,1 0 0 0 0,-1-1 0 0 0,0 1 0 0 0,0 0 0 0 0,-1 0-1 0 0,1 0 1 0 0,-1-4 0 0 0,-8-15 373 0 0,9 22-379 0 0,-1 0 0 0 0,1-1 0 0 0,0 1-1 0 0,0 0 1 0 0,0 0 0 0 0,0 0 0 0 0,-1 0 0 0 0,1-1-1 0 0,0 1 1 0 0,0 0 0 0 0,-1 0 0 0 0,1 0-1 0 0,0 0 1 0 0,0 0 0 0 0,-1 0 0 0 0,1 0 0 0 0,0 0-1 0 0,0 0 1 0 0,-1 0 0 0 0,1 0 0 0 0,0 0 0 0 0,0 0-1 0 0,-1 0 1 0 0,1 0 0 0 0,0 0 0 0 0,0 0 0 0 0,0 0-1 0 0,-1 0 1 0 0,1 0 0 0 0,0 0 0 0 0,0 0-1 0 0,-1 1 1 0 0,1-1 0 0 0,0 0 0 0 0,0 0 0 0 0,0 0-1 0 0,-1 0 1 0 0,1 1 0 0 0,0-1 0 0 0,0 0 0 0 0,0 0-1 0 0,0 1 1 0 0,-1 0-2 0 0,0 1-1 0 0,0 0 1 0 0,0 0 0 0 0,1 0-1 0 0,-1 0 1 0 0,1 0 0 0 0,0 0-1 0 0,-1 0 1 0 0,1 0 0 0 0,0 1-1 0 0,0-1 1 0 0,0 0-1 0 0,1 0 1 0 0,-1 0 0 0 0,0 0-1 0 0,1 0 1 0 0,0 0 0 0 0,1 3-1 0 0,62 164 325 0 0,-61-162-310 0 0,0 0 0 0 0,-1 0 0 0 0,0 0-1 0 0,0 0 1 0 0,-1 1 0 0 0,0-1 0 0 0,0 1 0 0 0,-1-1-1 0 0,0 1 1 0 0,0-1 0 0 0,0 1 0 0 0,-1-1 0 0 0,0 1-1 0 0,-1-1 1 0 0,-4 13 0 0 0,4-15-5 0 0,-1 1 1 0 0,0-1-1 0 0,0-1 1 0 0,-1 1-1 0 0,1 0 0 0 0,-1-1 1 0 0,0 0-1 0 0,0 0 1 0 0,-1 0-1 0 0,1 0 0 0 0,-1 0 1 0 0,1-1-1 0 0,-1 0 1 0 0,0 0-1 0 0,-1-1 0 0 0,1 1 1 0 0,0-1-1 0 0,-1 0 1 0 0,1 0-1 0 0,-1-1 1 0 0,-9 2-1 0 0,10-2-47 0 0,0-1 0 0 0,0 1 0 0 0,0-1 0 0 0,0 0 0 0 0,0 0 1 0 0,0-1-1 0 0,1 1 0 0 0,-1-1 0 0 0,0 0 0 0 0,0-1 0 0 0,0 1 0 0 0,1-1 0 0 0,-7-3 0 0 0,10 4-47 0 0,-1 0-1 0 0,0 0 1 0 0,1 0-1 0 0,0 0 1 0 0,-1 0-1 0 0,1-1 1 0 0,-1 1-1 0 0,1-1 1 0 0,0 1-1 0 0,0-1 1 0 0,0 1-1 0 0,0-1 1 0 0,0 0-1 0 0,0 1 0 0 0,1-1 1 0 0,-1 0-1 0 0,0 0 1 0 0,1 1-1 0 0,0-1 1 0 0,-1 0-1 0 0,1 0 1 0 0,0 0-1 0 0,0 0 1 0 0,0 0-1 0 0,0 0 1 0 0,0 0-1 0 0,0 1 1 0 0,1-1-1 0 0,-1 0 1 0 0,0 0-1 0 0,1 0 0 0 0,0 0 1 0 0,-1 1-1 0 0,1-1 1 0 0,0 0-1 0 0,2-2 1 0 0,3-6-947 0 0,1-1-1 0 0,1 2 1 0 0,0-1 0 0 0,0 1 0 0 0,1 0 0 0 0,0 0-1 0 0,0 1 1 0 0,1 1 0 0 0,0-1 0 0 0,15-6 0 0 0,36-32-10226 0 0,-53 38 7584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8:55.5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40 6888 0 0,'0'0'14143'0'0,"19"-11"-11011"0"0,10 4-2548 0 0,1 0 0 0 0,-1 2 0 0 0,2 1 0 0 0,52 1 1 0 0,-27 0-1549 0 0,-54 3 355 0 0,9 1-2218 0 0,0-1 561 0 0,-15 8 452 0 0,-10 2 575 0 0,-1 0-1 0 0,1-1 0 0 0,-33 14 0 0 0,4-1 1923 0 0,4 4 8030 0 0,61-13-4465 0 0,-2-13-3614 0 0,1-1 1 0 0,0-2 0 0 0,0 0-1 0 0,20-6 1 0 0,1-5-3339 0 0,-3-4-4055 0 0,32-13-9033 0 0,-53 25 10603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8:56.7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205 2 5734 0 0,'-2'-1'799'0'0,"1"1"0"0"0,0 0 1 0 0,-1-1-1 0 0,1 1 0 0 0,-1 0 0 0 0,1 0 0 0 0,-1 0 0 0 0,1 0 1 0 0,-1 1-1 0 0,1-1 0 0 0,-1 0 0 0 0,1 0 0 0 0,-1 1 0 0 0,1-1 1 0 0,-2 2-1 0 0,-17 15 4659 0 0,-7 39-4823 0 0,15-28 947 0 0,-23 44-328 0 0,23-45-822 0 0,-30 49 0 0 0,19-21-1277 0 0,22-53 184 0 0,-2-10-4207 0 0,2 5 4246 0 0,0-1 0 0 0,0 0 0 0 0,1 0 0 0 0,-1 1 1 0 0,1-1-1 0 0,0 0 0 0 0,0 0 0 0 0,0 0 0 0 0,1 0 0 0 0,-1 0 1 0 0,2-5-1 0 0,19-54-5690 0 0,-14 45 2581 0 0,4-11-690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8:56.9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1 3986 0 0,'0'0'3748'0'0,"-16"29"5792"0"0,16-22-9032 0 0,-1 0 0 0 0,1 1 0 0 0,0-1-1 0 0,0 0 1 0 0,1 1 0 0 0,0-1 0 0 0,0 0 0 0 0,1 0-1 0 0,0 0 1 0 0,0 0 0 0 0,1 0 0 0 0,0 0-1 0 0,0-1 1 0 0,1 1 0 0 0,5 8 0 0 0,-2-5-345 0 0,0-1 0 0 0,1 0 0 0 0,0 0 0 0 0,1 0 0 0 0,-1-1 0 0 0,2-1 0 0 0,-1 0 0 0 0,17 10-1 0 0,-24-16-540 0 0,22 4-3526 0 0,-15-12 1279 0 0,13-13-3876 0 0,-12 4-1642 0 0,-10 7 2847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8:57.5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20 3962 0 0,'0'0'9507'0'0,"21"8"-4995"0"0,88-11-991 0 0,5-10-3601 0 0,-38 3-2517 0 0,-58 9-4190 0 0,-50 12 1240 0 0,1-3 3904 0 0,-25 21 1324 0 0,6-3 3945 0 0,28-11 892 0 0,21-15-4272 0 0,1 1 0 0 0,0-1 1 0 0,-1 1-1 0 0,1-1 0 0 0,0 1 0 0 0,0-1 0 0 0,-1 1 0 0 0,1-1 1 0 0,0 1-1 0 0,0-1 0 0 0,0 1 0 0 0,0-1 0 0 0,0 1 0 0 0,0-1 0 0 0,0 1 1 0 0,0-1-1 0 0,0 1 0 0 0,0 0 0 0 0,0-1 0 0 0,0 1 0 0 0,0-1 1 0 0,0 1-1 0 0,0-1 0 0 0,0 1 0 0 0,1 0 0 0 0,0 0 46 0 0,-1 0 1 0 0,1 0-1 0 0,0 0 0 0 0,0-1 0 0 0,0 1 0 0 0,0 0 1 0 0,0 0-1 0 0,0-1 0 0 0,0 1 0 0 0,0-1 0 0 0,0 1 1 0 0,0-1-1 0 0,0 1 0 0 0,0-1 0 0 0,0 0 0 0 0,0 1 0 0 0,2-1 1 0 0,19 1-1041 0 0,158-34 1229 0 0,-178 32-785 0 0,11 0 205 0 0,-12 1-356 0 0,1-1 0 0 0,-1 0 1 0 0,0 0-1 0 0,0 1 0 0 0,0-1 0 0 0,0 0 0 0 0,0 0 1 0 0,0 0-1 0 0,0 0 0 0 0,0 0 0 0 0,0-1 0 0 0,-1 1 1 0 0,1 0-1 0 0,1-2 0 0 0,-1 0 8 0 0,0 2-639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8:57.8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0 4020 0 0,'0'0'6654'0'0,"-16"20"2228"0"0,23 32-3733 0 0,-15 35-2370 0 0,1-7-1601 0 0,14 3-1021 0 0,-7-82-360 0 0,23-25-12014 0 0,-18 1 2194 0 0,-5 10 3665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9:01.4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 3184 0 0,'12'-7'23929'0'0,"-11"13"-19506"0"0,-1 0-4344 0 0,2 2-3475 0 0,4 29 4533 0 0,3 0 0 0 0,1-1 0 0 0,27 66 0 0 0,-7-63-1193 0 0,-29-38-254 0 0,23-12-2323 0 0,-15-16-940 0 0,-10 13-1612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9:09.8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64 111 1310 0 0,'1'-4'726'0'0,"-1"-1"-1"0"0,1 1 1 0 0,1-1 0 0 0,-1 1-1 0 0,1-1 1 0 0,-1 1 0 0 0,5-7 0 0 0,6-21 4626 0 0,-18 24-4992 0 0,-2-1 284 0 0,4 9-574 0 0,1 0 1 0 0,0 0-1 0 0,0 1 0 0 0,0-1 1 0 0,0 1-1 0 0,0-1 0 0 0,0 1 1 0 0,0 0-1 0 0,0 0 1 0 0,0 1-1 0 0,1-1 0 0 0,-1 1 1 0 0,0-1-1 0 0,1 1 1 0 0,-1 0-1 0 0,1 0 0 0 0,-1 0 1 0 0,1 0-1 0 0,0 0 1 0 0,0 1-1 0 0,0-1 0 0 0,0 0 1 0 0,1 1-1 0 0,-1 0 1 0 0,0-1-1 0 0,1 1 0 0 0,0 0 1 0 0,-2 5-1 0 0,2-6-60 0 0,1 0-1 0 0,-1 0 1 0 0,1 0-1 0 0,-1-1 1 0 0,1 1-1 0 0,-1 0 1 0 0,1 0 0 0 0,0 0-1 0 0,0 0 1 0 0,0 0-1 0 0,0 0 1 0 0,1 0-1 0 0,-1 0 1 0 0,0 0-1 0 0,1-1 1 0 0,-1 1-1 0 0,1 0 1 0 0,0 0 0 0 0,-1 0-1 0 0,1-1 1 0 0,0 1-1 0 0,0 0 1 0 0,0-1-1 0 0,3 3 1 0 0,-2-2-18 0 0,0-1-1 0 0,1 1 1 0 0,-1-1 0 0 0,1 0-1 0 0,-1 0 1 0 0,1 0 0 0 0,0 0 0 0 0,-1-1-1 0 0,1 1 1 0 0,0 0 0 0 0,0-1-1 0 0,-1 0 1 0 0,1 0 0 0 0,6 0 0 0 0,3-1-53 0 0,0-1 1 0 0,-1 0-1 0 0,1-1 1 0 0,0 0-1 0 0,-1-1 1 0 0,22-10-1 0 0,-29 12 85 0 0,-1 0 0 0 0,1 0-1 0 0,-1 0 1 0 0,0-1-1 0 0,0 1 1 0 0,0-1-1 0 0,0 0 1 0 0,0 0-1 0 0,0 0 1 0 0,-1-1-1 0 0,0 1 1 0 0,1-1-1 0 0,-1 1 1 0 0,0-1-1 0 0,1-4 1 0 0,-3 6 11 0 0,1 1 1 0 0,-1 0 0 0 0,0-1-1 0 0,0 1 1 0 0,0-1-1 0 0,0 1 1 0 0,0-1 0 0 0,0 1-1 0 0,-1 0 1 0 0,1-1-1 0 0,0 1 1 0 0,-1-1 0 0 0,1 1-1 0 0,-1 0 1 0 0,1-1-1 0 0,-1 1 1 0 0,0 0 0 0 0,0 0-1 0 0,1-1 1 0 0,-1 1-1 0 0,0 0 1 0 0,0 0-1 0 0,0 0 1 0 0,0 0 0 0 0,0 0-1 0 0,-1 0 1 0 0,1 0-1 0 0,0 1 1 0 0,0-1 0 0 0,-1 0-1 0 0,1 1 1 0 0,0-1-1 0 0,-1 1 1 0 0,1-1 0 0 0,0 1-1 0 0,-3-1 1 0 0,-2-1 125 0 0,-1 0-1 0 0,0 0 1 0 0,0 0 0 0 0,-1 1 0 0 0,-10-1 0 0 0,10 3-112 0 0,1 0-1 0 0,-1 0 1 0 0,1 1 0 0 0,-1 0-1 0 0,-7 3 1 0 0,-3 1 152 0 0,17-6-189 0 0,-1 0 0 0 0,1 1 0 0 0,-1 0 0 0 0,1-1-1 0 0,0 1 1 0 0,-1 0 0 0 0,1 0 0 0 0,0-1 0 0 0,0 1-1 0 0,-1 0 1 0 0,1 0 0 0 0,0 1 0 0 0,0-1 0 0 0,0 0-1 0 0,0 0 1 0 0,0 0 0 0 0,1 1 0 0 0,-1-1 0 0 0,0 0 0 0 0,1 1-1 0 0,-1-1 1 0 0,1 1 0 0 0,-1-1 0 0 0,1 1 0 0 0,-1-1-1 0 0,1 1 1 0 0,0-1 0 0 0,0 1 0 0 0,0-1 0 0 0,0 1 0 0 0,0-1-1 0 0,1 4 1 0 0,-1-1 0 0 0,1 0 0 0 0,0 0 0 0 0,0 0 0 0 0,0 1-1 0 0,1-1 1 0 0,-1 0 0 0 0,1 0 0 0 0,0-1 0 0 0,4 7 0 0 0,-4-8-43 0 0,-1 0 0 0 0,1-1 0 0 0,0 1 0 0 0,-1 0 1 0 0,1-1-1 0 0,0 0 0 0 0,0 1 0 0 0,0-1 1 0 0,0 0-1 0 0,0 0 0 0 0,0 0 0 0 0,0 0 0 0 0,0 0 1 0 0,1-1-1 0 0,-1 1 0 0 0,0-1 0 0 0,0 1 0 0 0,1-1 1 0 0,-1 0-1 0 0,0 0 0 0 0,1 0 0 0 0,-1 0 1 0 0,3-1-1 0 0,3 0 72 0 0,1-1 0 0 0,-2 0 1 0 0,1-1-1 0 0,13-5 0 0 0,-14 4-29 0 0,-5 3 448 0 0,-9-19-37 0 0,3 22-859 0 0,0 0 2123 0 0,1-1-3388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9:12.8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90 149 1152 0 0,'0'0'11460'0'0,"-13"-6"-10625"0"0,10 2 1868 0 0,12-12-2376 0 0,1 0 1 0 0,0 0-1 0 0,0 1 0 0 0,2 0 0 0 0,13-13 1 0 0,-5 0-253 0 0,-21 24 105 0 0,-14 15-81 0 0,-71 89 97 0 0,85-99-61 0 0,1 10-600 0 0,12-21 487 0 0,-1-1-1 0 0,0-1 0 0 0,19-24 1 0 0,-29 34 149 0 0,3-16-346 0 0,-10 20 156 0 0,0 0 0 0 0,0 0 0 0 0,1 1 0 0 0,-1 0 0 0 0,1 0 0 0 0,-1 0 0 0 0,1 1 0 0 0,0 0 0 0 0,0 0 0 0 0,0 0 0 0 0,1 0 0 0 0,-5 7 0 0 0,-17 12-85 0 0,25-22 126 0 0,4-1-236 0 0,1 0 225 0 0,-1 0 0 0 0,0-1-1 0 0,0 1 1 0 0,0-1-1 0 0,0 0 1 0 0,0 0 0 0 0,1 0-1 0 0,-2-1 1 0 0,1 1-1 0 0,0-1 1 0 0,0 1 0 0 0,0-1-1 0 0,-1 0 1 0 0,1 0-1 0 0,-1 0 1 0 0,0-1 0 0 0,1 1-1 0 0,2-4 1 0 0,7-6 94 0 0,-12 12-103 0 0,0 0 0 0 0,1-1 1 0 0,-1 1-1 0 0,0 0 0 0 0,1 0 0 0 0,-1 0 1 0 0,0-1-1 0 0,1 1 0 0 0,-1 0 0 0 0,0 0 1 0 0,1-1-1 0 0,-1 1 0 0 0,0 0 0 0 0,0-1 1 0 0,1 1-1 0 0,-1 0 0 0 0,0-1 0 0 0,0 1 1 0 0,0-1-1 0 0,0 1 0 0 0,0 0 0 0 0,1-1 1 0 0,-1 1-1 0 0,0 0 0 0 0,0-1 0 0 0,0 1 1 0 0,0-1-1 0 0,0 1 0 0 0,0-1 0 0 0,0 1 1 0 0,0 0-1 0 0,0-1 0 0 0,-1 1 0 0 0,1 0 1 0 0,0-1-1 0 0,0 1 0 0 0,0-1 0 0 0,0 1 1 0 0,0 0-1 0 0,-1-1 0 0 0,1 1 0 0 0,0 0 1 0 0,0-1-1 0 0,-1 1 0 0 0,1 0 0 0 0,0-1 1 0 0,0 1-1 0 0,-1 0 0 0 0,1 0 0 0 0,0-1 1 0 0,-1 1-1 0 0,1 0 0 0 0,-1 0 0 0 0,1 0 1 0 0,-1-1 3 0 0,0 1 0 0 0,0 0 0 0 0,0-1 0 0 0,0 1 0 0 0,0 0 0 0 0,0 0 0 0 0,0 0 0 0 0,0 0 1 0 0,0 0-1 0 0,0 0 0 0 0,0 0 0 0 0,0 0 0 0 0,0 0 0 0 0,0 1 0 0 0,0-1 0 0 0,0 0 0 0 0,0 0 0 0 0,0 1 0 0 0,0-1 0 0 0,-1 1 1 0 0,-48 52-144 0 0,28-28-161 0 0,21-24 425 0 0,24 22-295 0 0,-18-23 153 0 0,-1 0 1 0 0,1-1-1 0 0,-1 1 1 0 0,0-1-1 0 0,1 0 1 0 0,-1 0-1 0 0,0 0 1 0 0,1-1-1 0 0,-1 1 0 0 0,0-1 1 0 0,0 0-1 0 0,0 0 1 0 0,0-1-1 0 0,4-3 1 0 0,-2 3 22 0 0,0-2-1 0 0,-1 1 1 0 0,1-1 0 0 0,-1 1-1 0 0,0-1 1 0 0,0-1 0 0 0,-1 1-1 0 0,5-7 1 0 0,-8 10 325 0 0,-1 1-326 0 0,-1 0 1 0 0,1-1-1 0 0,0 1 1 0 0,0 0 0 0 0,-1 0-1 0 0,1 0 1 0 0,-1 0 0 0 0,1 0-1 0 0,-1 0 1 0 0,1-1-1 0 0,-1 1 1 0 0,0 0 0 0 0,1 0-1 0 0,-1 1 1 0 0,0-1 0 0 0,0 0-1 0 0,0 0 1 0 0,0 0-1 0 0,0 0 1 0 0,0 1 0 0 0,0-1-1 0 0,0 1 1 0 0,0-1 0 0 0,0 0-1 0 0,0 1 1 0 0,0 0-1 0 0,0-1 1 0 0,-1 1 0 0 0,1 0-1 0 0,0-1 1 0 0,0 1-1 0 0,0 0 1 0 0,-1 0 0 0 0,1 0-1 0 0,0 0 1 0 0,0 0 0 0 0,0 0-1 0 0,-1 1 1 0 0,1-1-1 0 0,0 0 1 0 0,0 1 0 0 0,0-1-1 0 0,-1 1 1 0 0,-52 17-26 0 0,44-13-6 0 0,1 0 0 0 0,1 1 1 0 0,-1 0-1 0 0,1 1 1 0 0,-8 8-1 0 0,15-14 92 0 0,9 7-214 0 0,-8-8 132 0 0,1 1 0 0 0,-1 0 0 0 0,1-1 0 0 0,-1 1 0 0 0,1 0 0 0 0,-1-1 0 0 0,1 1 0 0 0,-1-1 0 0 0,1 1 0 0 0,-1 0 0 0 0,1-1 0 0 0,0 0 0 0 0,-1 1 0 0 0,1-1 0 0 0,0 1 0 0 0,0-1 0 0 0,-1 0 0 0 0,1 1 0 0 0,0-1 0 0 0,0 0 1 0 0,-1 0-1 0 0,2 1 0 0 0,7-3-70 0 0,-1 0 0 0 0,0 0 0 0 0,0-1 0 0 0,-1 0 1 0 0,1 0-1 0 0,0 0 0 0 0,-1-1 0 0 0,0-1 1 0 0,0 1-1 0 0,7-7 0 0 0,1 1 153 0 0,-13 9 57 0 0,-3 0-149 0 0,1 1 0 0 0,-1 0 0 0 0,0-1 1 0 0,0 1-1 0 0,0-1 0 0 0,0 1 0 0 0,0 0 1 0 0,0 0-1 0 0,0-1 0 0 0,0 1 1 0 0,1 0-1 0 0,-1 0 0 0 0,0 0 0 0 0,0 0 1 0 0,0 0-1 0 0,0 0 0 0 0,0 1 1 0 0,0-1-1 0 0,0 0 0 0 0,0 0 0 0 0,0 1 1 0 0,0-1-1 0 0,0 0 0 0 0,1 1 1 0 0,-1-1-1 0 0,0 1 0 0 0,0-1 0 0 0,0 1 1 0 0,1 0-1 0 0,-1-1 0 0 0,0 1 0 0 0,1 0 1 0 0,-2 1-1 0 0,-10 4-1173 0 0,3 4-2041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4:49.0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31 2908 0 0,'0'0'22987'0'0,"24"21"-22035"0"0,0-19-690 0 0,0 0 1 0 0,1-2-1 0 0,-1-1 1 0 0,0-1-1 0 0,0 0 1 0 0,47-13-1 0 0,-45 10-205 0 0,4-1 20 0 0,-8 0-60 0 0,0 2 1 0 0,1 1-1 0 0,-1 1 0 0 0,37 0 1 0 0,-57 3 3 0 0,40-2 28 0 0,27-4-164 0 0,-65 5 69 0 0,26-1-2 0 0,-11 0 4 0 0,-32 3-102 0 0,-193 9-83 0 0,-58 39 328 0 0,262-49-66 0 0,-9 0 160 0 0,26 1-82 0 0,30 0-23 0 0,223-6 18 0 0,-46 3-66 0 0,-220 1-25 0 0,22-2-75 0 0,-37-3-238 0 0,-40-2 51 0 0,34 7 247 0 0,-10-1-4 0 0,0 1 0 0 0,0 1-1 0 0,0 2 1 0 0,0 1 0 0 0,-54 14 0 0 0,78-15 6 0 0,3-3-10 0 0,-20-1-8 0 0,19 1 39 0 0,-1-1-27 0 0,1 0 32 0 0,-1 0 1 0 0,1 0 0 0 0,0 0 0 0 0,-1-1 0 0 0,1 0-1 0 0,0 1 1 0 0,-4-4 0 0 0,6 3 16 0 0,-1 2-47 0 0,1 0 1 0 0,-1 0-1 0 0,0 0 1 0 0,1-1-1 0 0,-1 1 1 0 0,0-1-1 0 0,1 1 1 0 0,-1-1-1 0 0,1 0 1 0 0,-1 0-1 0 0,1 0 1 0 0,-3-1-1 0 0,4 1 1 0 0,-1 0 0 0 0,0 1 1 0 0,0-1-1 0 0,0 1 0 0 0,0-1 0 0 0,1 1 1 0 0,-1-1-1 0 0,0 1 0 0 0,0-1 0 0 0,0 1 0 0 0,0 0 1 0 0,0 0-1 0 0,0-1 0 0 0,0 1 0 0 0,0 0 1 0 0,0 0-1 0 0,0 0 0 0 0,0 0 0 0 0,0 0 0 0 0,0 0 1 0 0,0 0-1 0 0,0 1 0 0 0,0-1 0 0 0,0 0 1 0 0,0 0-1 0 0,0 1 0 0 0,0-1 0 0 0,0 1 0 0 0,0-1 1 0 0,-1 1-1 0 0,1 0-14 0 0,-10-1-161 0 0,8 0-40 0 0,0 0 1 0 0,0 0-1 0 0,0 0 0 0 0,0 0 0 0 0,0-1 0 0 0,0 0 0 0 0,0 1 0 0 0,0-1 0 0 0,0 0 0 0 0,-4-3 0 0 0,-20-6-5086 0 0,-48-11-1 0 0,5 12-4926 0 0,51 8 5017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4:49.7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 3022 0 0,'0'0'7943'0'0,"4"-2"-7322"0"0,18-5 8596 0 0,-19 9-8878 0 0,-1 0 1 0 0,1 0-1 0 0,-1 1 0 0 0,0-1 0 0 0,0 1 0 0 0,0-1 1 0 0,0 1-1 0 0,0 0 0 0 0,-1-1 0 0 0,1 1 0 0 0,-1 0 1 0 0,0 0-1 0 0,0 0 0 0 0,1 4 0 0 0,14 51 1327 0 0,-15-52-1464 0 0,5 24 399 0 0,-4-20-428 0 0,0 0-1 0 0,0-1 1 0 0,1 1-1 0 0,6 15 0 0 0,-4-15 1409 0 0,-1-4-6504 0 0,3-14-1077 0 0,-4 5 5513 0 0,2-16-12344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4:50.1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0 3920 0 0,'2'8'19185'0'0,"-5"14"-14348"0"0,-12 29-4246 0 0,15-49-392 0 0,0 0-239 0 0,0-1-1 0 0,0 0 0 0 0,0 0 1 0 0,0 1-1 0 0,0-1 1 0 0,0 0-1 0 0,1 0 0 0 0,-1 0 1 0 0,0 1-1 0 0,1-1 1 0 0,-1 0-1 0 0,1 0 0 0 0,0 0 1 0 0,-1 0-1 0 0,1 0 1 0 0,0 0-1 0 0,0 1 1 0 0,2-3-291 0 0,-1 1 0 0 0,0-1 0 0 0,0 0 0 0 0,0 0 0 0 0,0 0 0 0 0,0 0 0 0 0,0-1 1 0 0,0 1-1 0 0,0 0 0 0 0,0-1 0 0 0,-1 1 0 0 0,1-1 0 0 0,0 0 0 0 0,-1 0 0 0 0,1 1 0 0 0,-1-1 1 0 0,0 0-1 0 0,0 0 0 0 0,0 0 0 0 0,0 0 0 0 0,0-1 0 0 0,1-1 0 0 0,3-37-14042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4:50.5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 73 5456 0 0,'0'0'11204'0'0,"-19"18"-7489"0"0,16 22-767 0 0,1-31-2535 0 0,1 0-1 0 0,0-1 0 0 0,1 1 1 0 0,0 0-1 0 0,0 0 0 0 0,3 11 0 0 0,-2-17-366 0 0,0 0-1 0 0,0-1 0 0 0,0 1 0 0 0,0-1 1 0 0,0 1-1 0 0,1-1 0 0 0,-1 1 0 0 0,1-1 1 0 0,0 0-1 0 0,-1 0 0 0 0,1 0 0 0 0,0 0 1 0 0,0 0-1 0 0,1 0 0 0 0,-1-1 0 0 0,0 1 1 0 0,1-1-1 0 0,-1 1 0 0 0,0-1 0 0 0,1 0 1 0 0,0 0-1 0 0,-1 0 0 0 0,1 0 0 0 0,0 0 1 0 0,3 0-1 0 0,2 0-18 0 0,-1-1 0 0 0,1 0 0 0 0,-1 0 0 0 0,1 0 0 0 0,-1-1 0 0 0,1 0 0 0 0,-1 0 0 0 0,1-1 0 0 0,-1 0 0 0 0,0 0 0 0 0,0-1 0 0 0,0 0 0 0 0,0 0 0 0 0,0 0 0 0 0,11-9 0 0 0,-6 3-26 0 0,1 0 0 0 0,-2 0-1 0 0,1-1 1 0 0,-1-1 0 0 0,0 0-1 0 0,15-22 1 0 0,-25 31 2 0 0,1-1-1 0 0,-1 1 1 0 0,0-1 0 0 0,0 0-1 0 0,0 1 1 0 0,0-1 0 0 0,-1 0-1 0 0,1 0 1 0 0,-1 1-1 0 0,1-1 1 0 0,-1 0 0 0 0,0 0-1 0 0,0 0 1 0 0,0 1 0 0 0,-1-1-1 0 0,1 0 1 0 0,-1 0-1 0 0,1 0 1 0 0,-1 1 0 0 0,0-1-1 0 0,0 0 1 0 0,0 1-1 0 0,0-1 1 0 0,-1 1 0 0 0,1-1-1 0 0,-1 1 1 0 0,0 0 0 0 0,-2-4-1 0 0,0 2-3 0 0,0 0 0 0 0,1 0 0 0 0,-1 1-1 0 0,0-1 1 0 0,-1 1 0 0 0,1 0 0 0 0,0 0 0 0 0,-1 0-1 0 0,0 0 1 0 0,0 1 0 0 0,0 0 0 0 0,0 0 0 0 0,0 0-1 0 0,-7-1 1 0 0,-1 2-273 0 0,-1 0-1 0 0,1 0 0 0 0,-1 1 1 0 0,1 1-1 0 0,-22 4 0 0 0,23-3-1865 0 0,1 1 1 0 0,0 1-1 0 0,-19 8 0 0 0,29-11 1703 0 0,1-1 1 0 0,-1 1-1 0 0,0-1 1 0 0,1 1 0 0 0,-1 0-1 0 0,1 0 1 0 0,-1-1-1 0 0,1 1 1 0 0,0 0-1 0 0,-1 0 1 0 0,1 0-1 0 0,0-1 1 0 0,0 1-1 0 0,-1 0 1 0 0,1 0-1 0 0,0 0 1 0 0,0 0 0 0 0,0-1-1 0 0,0 1 1 0 0,0 0-1 0 0,0 1 1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9:21.0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314 1580 2606 0 0,'6'-14'18008'0'0,"-6"5"-14156"0"0,-3-5-3900 0 0,0-6-2933 0 0,5 6 4757 0 0,5-16-1614 0 0,0 1 0 0 0,-2-1 1 0 0,-1 1-1 0 0,-2-1 0 0 0,-1-1 0 0 0,-4-51 0 0 0,1 58 142 0 0,0 0 1 0 0,3-42-1 0 0,1 15-161 0 0,-1 39-111 0 0,0 1 0 0 0,1 0 0 0 0,0 0 0 0 0,7-20 0 0 0,-5 20-9 0 0,-1 0 0 0 0,0 0 1 0 0,-1 0-1 0 0,1-21 1 0 0,9-102 43 0 0,0-1-30 0 0,-5 40 369 0 0,5 2 616 0 0,-11 76-976 0 0,2-1-1 0 0,0 0 1 0 0,1 0 0 0 0,1 1 0 0 0,0 0-1 0 0,1 0 1 0 0,13-23 0 0 0,-17 34-32 0 0,1-1 0 0 0,-1 0 1 0 0,0 0-1 0 0,-1 0 0 0 0,0 0 0 0 0,1-14 0 0 0,3-20 134 0 0,-3 28-120 0 0,-1 0 1 0 0,0 0-1 0 0,-1 0 1 0 0,-1-20-1 0 0,-1-3 109 0 0,-10-38 922 0 0,-18 88-810 0 0,-109 131 733 0 0,-87 81 6 0 0,202-207-948 0 0,17-14-161 0 0,0 0 1 0 0,0 1-1 0 0,1-1 1 0 0,-11 14-1 0 0,16-18-63 0 0,31-22-353 0 0,57-52-125 0 0,-48 42 208 0 0,42-43-1 0 0,121-135-683 0 0,-191 198 1124 0 0,-8 7 69 0 0,1 1 0 0 0,-1 0-1 0 0,1-1 1 0 0,-1 1 0 0 0,0-1 0 0 0,0 0 0 0 0,-1 0 0 0 0,4-7 0 0 0,18 16 712 0 0,-19 1-586 0 0,1 1 1 0 0,-2-1 0 0 0,1 1-1 0 0,-1 0 1 0 0,0 1-1 0 0,-1-1 1 0 0,1 1 0 0 0,-1-1-1 0 0,2 10 1 0 0,-5-17-181 0 0,88 258 2115 0 0,-69-221-2215 0 0,-9-21-179 0 0,-9-15 47 0 0,0-1-702 0 0,0 0 875 0 0,0 0 0 0 0,-1 0 1 0 0,1 0-1 0 0,0 0 0 0 0,0 0 0 0 0,-1 0 1 0 0,1 0-1 0 0,0 0 0 0 0,-1-1 0 0 0,1 1 0 0 0,0 0 1 0 0,-1 0-1 0 0,1-1 0 0 0,-1 1 0 0 0,1-1 1 0 0,-1 1-1 0 0,1 0 0 0 0,0-1 0 0 0,-1 1 0 0 0,1-1 1 0 0,-1 1-1 0 0,0-1 0 0 0,1 0 0 0 0,-1 1 1 0 0,1-1-1 0 0,-1 1 0 0 0,0-1 0 0 0,1 0 0 0 0,-1 1 1 0 0,0-1-1 0 0,0 0 0 0 0,-5-28-2532 0 0,-11-3-3410 0 0,2 10-6192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16.2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146 0 4812 0 0,'-13'6'19964'0'0,"2"8"-14061"0"0,-7 20-9222 0 0,13-23 5648 0 0,-15 26-2098 0 0,3-5 341 0 0,1 1 0 0 0,-18 53 0 0 0,31-75-491 0 0,1-1 0 0 0,-1 0 0 0 0,2 0-1 0 0,-1 1 1 0 0,1-1 0 0 0,1 1 0 0 0,0-1-1 0 0,1 1 1 0 0,0-1 0 0 0,0 1 0 0 0,1-1-1 0 0,0 0 1 0 0,6 15 0 0 0,17 12-804 0 0,-24-36 678 0 0,1 1 0 0 0,-1-1 0 0 0,0 0 0 0 0,1 1 0 0 0,-1-1 0 0 0,0 0 0 0 0,1 0 0 0 0,0 0 0 0 0,-1 0 0 0 0,1 0 0 0 0,-1 0 1 0 0,1 0-1 0 0,0-1 0 0 0,0 1 0 0 0,0-1 0 0 0,-1 1 0 0 0,1-1 0 0 0,0 0 0 0 0,0 1 0 0 0,0-1 0 0 0,0 0 0 0 0,2 0 0 0 0,0-4-1542 0 0,-1 0-1 0 0,0 0 0 0 0,1-1 1 0 0,-1 1-1 0 0,-1 0 1 0 0,1-1-1 0 0,-1 0 0 0 0,0 0 1 0 0,3-9-1 0 0,6-9-7055 0 0,-6 12 2170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16.5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 0 5182 0 0,'0'0'16548'0'0,"-11"22"-12662"0"0,8-6-3062 0 0,1 1 0 0 0,0-1 0 0 0,1 1 0 0 0,1 0-1 0 0,0-1 1 0 0,4 19 0 0 0,-1 28-42 0 0,9-1-265 0 0,-12-60-556 0 0,11-35-12508 0 0,-11 28 11734 0 0,1 1-688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17.0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4016 0 0,'0'0'13140'0'0,"24"16"-4110"0"0,-15-1-8462 0 0,-1 1 0 0 0,-1-1 0 0 0,0 1 0 0 0,-1 1 1 0 0,-1-1-1 0 0,-1 1 0 0 0,5 30 0 0 0,1 1-271 0 0,-11-57-7577 0 0,5-58-2271 0 0,-1 39 2430 0 0,-1 10 67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17.5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1 6484 0 0,'-4'-1'15384'0'0,"8"25"-11094"0"0,13 36-2731 0 0,-12-47-1119 0 0,-2-1 1 0 0,1 1-1 0 0,-2 0 1 0 0,0 0-1 0 0,0 0 1 0 0,-1 0-1 0 0,-1 21 1 0 0,11 33 620 0 0,-6-59-334 0 0,3-3-4001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17.7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0 9106 0 0,'0'0'16158'0'0,"-1"2"-15719"0"0,0 0 0 0 0,0 0 0 0 0,0 0 0 0 0,0 0 0 0 0,1 0 0 0 0,-1 0 0 0 0,1 0 0 0 0,-1 0 0 0 0,1 0 1 0 0,0 0-1 0 0,0 3 0 0 0,6 4-248 0 0,1-1 0 0 0,0 0 0 0 0,0 0 1 0 0,1-1-1 0 0,15 12 0 0 0,-20-18-575 0 0,9 8-863 0 0,-17-56-19288 0 0,3 40 17634 0 0,1-8-3690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18.1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6828 0 0,'5'2'13042'0'0,"18"10"-10050"0"0,155 32 2818 0 0,-175-43-5761 0 0,-3-1-38 0 0,1 0-1 0 0,-1 0 0 0 0,1 1 1 0 0,-1-1-1 0 0,0 0 1 0 0,1 0-1 0 0,-1 0 0 0 0,1 1 1 0 0,-1-1-1 0 0,1 0 1 0 0,-1 1-1 0 0,0-1 0 0 0,1 0 1 0 0,-1 1-1 0 0,0-1 1 0 0,1 0-1 0 0,-1 1 0 0 0,0-1 1 0 0,1 1-1 0 0,-1-1 0 0 0,0 1 1 0 0,0-1-1 0 0,1 1 1 0 0,-1-1-1 0 0,0 1 0 0 0,0-1 1 0 0,0 1-1 0 0,0-1 1 0 0,0 1-1 0 0,0-1 0 0 0,0 1 1 0 0,0-1-1 0 0,0 1 1 0 0,0-1-1 0 0,0 1 0 0 0,-5 18 337 0 0,-36 38 579 0 0,41-56-916 0 0,-1-1 0 0 0,0 1 0 0 0,1 0 1 0 0,-1 0-1 0 0,1 0 0 0 0,-1 0 0 0 0,1 0 0 0 0,0 0 0 0 0,-1 0 0 0 0,1 0 0 0 0,0 0 0 0 0,0 0 0 0 0,0 0 0 0 0,0 0 0 0 0,0 0 1 0 0,0 0-1 0 0,0 0 0 0 0,0 0 0 0 0,0 0 0 0 0,0 0 0 0 0,0 0 0 0 0,1 0 0 0 0,-1 0 0 0 0,0 0 0 0 0,1 0 0 0 0,-1 0 0 0 0,1 0 0 0 0,-1 0 1 0 0,1 0-1 0 0,-1-1 0 0 0,1 1 0 0 0,0 0 0 0 0,-1 0 0 0 0,1 0 0 0 0,0-1 0 0 0,0 1 0 0 0,0 0 0 0 0,1 0 0 0 0,0 1 8 0 0,1 0 1 0 0,0-1-1 0 0,0 1 0 0 0,0-1 0 0 0,0 1 0 0 0,0-1 0 0 0,0 0 0 0 0,0 0 0 0 0,6 1 1 0 0,7-1-438 0 0,0 0 0 0 0,0-1 0 0 0,0-1 1 0 0,0 0-1 0 0,0-2 0 0 0,-1 1 0 0 0,1-2 1 0 0,29-10-1 0 0,-26-3-5139 0 0,-18 16 4810 0 0,-1 0 0 0 0,1-1 0 0 0,-1 1 0 0 0,1-1 1 0 0,-1 0-1 0 0,0 1 0 0 0,0-1 0 0 0,0 1 0 0 0,0-1 1 0 0,0 1-1 0 0,0-1 0 0 0,0 0 0 0 0,0 1 0 0 0,0-1 0 0 0,-1 1 1 0 0,1-1-1 0 0,-1 1 0 0 0,1-1 0 0 0,-1 1 0 0 0,0 0 1 0 0,-1-3-1 0 0,-2-4-4398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18.4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 4652 0 0,'3'-1'7486'0'0,"15"-3"-3279"0"0,-3 9-2839 0 0,1 1 0 0 0,-1 0 0 0 0,0 1 0 0 0,0 1 0 0 0,25 17 0 0 0,-10-7-155 0 0,-20-12-882 0 0,28 16 1122 0 0,51 40 0 0 0,-80-55-1320 0 0,0 1-1 0 0,0 0 1 0 0,-1 0 0 0 0,0 1 0 0 0,0 0 0 0 0,-1 1 0 0 0,0-1 0 0 0,-1 1 0 0 0,0 1 0 0 0,7 16 0 0 0,-11-19-154 0 0,0 1-1 0 0,0-1 1 0 0,0 1 0 0 0,-1 0-1 0 0,-1-1 1 0 0,1 1-1 0 0,-1 0 1 0 0,-1 0-1 0 0,0 0 1 0 0,0-1-1 0 0,0 1 1 0 0,-4 9 0 0 0,5-17-194 0 0,0 0 0 0 0,0 0 0 0 0,0-1 0 0 0,0 1 0 0 0,0 0 0 0 0,0 0 1 0 0,-1-1-1 0 0,1 1 0 0 0,0 0 0 0 0,0 0 0 0 0,-1-1 0 0 0,1 1 1 0 0,0 0-1 0 0,-1-1 0 0 0,1 1 0 0 0,-1 0 0 0 0,1-1 0 0 0,-1 1 0 0 0,1-1 1 0 0,-1 1-1 0 0,1-1 0 0 0,-1 1 0 0 0,1-1 0 0 0,-1 1 0 0 0,0-1 0 0 0,1 1 1 0 0,-1-1-1 0 0,0 0 0 0 0,1 1 0 0 0,-1-1 0 0 0,0 0 0 0 0,0 0 0 0 0,1 0 1 0 0,-1 1-1 0 0,-1-1 0 0 0,-21-14-9405 0 0,14 8 3317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31.1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111 75 1994 0 0,'23'-27'5858'0'0,"31"-21"12844"0"0,-82 58-17607 0 0,14 0-820 0 0,1 0-1 0 0,0 1 1 0 0,0 0 0 0 0,1 1 0 0 0,1 0 0 0 0,0 1-1 0 0,-16 26 1 0 0,21-30-192 0 0,0 0-1 0 0,1 0 0 0 0,0 1 1 0 0,1-1-1 0 0,0 1 0 0 0,0 0 1 0 0,1 1-1 0 0,1-1 0 0 0,0 1 1 0 0,0-1-1 0 0,1 1 0 0 0,0-1 1 0 0,1 1-1 0 0,0 0 0 0 0,0-1 1 0 0,5 20-1 0 0,-4-22-62 0 0,1-1-1 0 0,0 0 1 0 0,1 0 0 0 0,0-1-1 0 0,0 1 1 0 0,0 0 0 0 0,0-1 0 0 0,1 0-1 0 0,1 0 1 0 0,-1 0 0 0 0,1 0-1 0 0,-1-1 1 0 0,2 0 0 0 0,-1 0-1 0 0,1 0 1 0 0,-1-1 0 0 0,1 1-1 0 0,0-1 1 0 0,1-1 0 0 0,-1 1 0 0 0,1-1-1 0 0,0 0 1 0 0,-1-1 0 0 0,1 1-1 0 0,14 1 1 0 0,-4-1 41 0 0,1 0 1 0 0,31 0-1 0 0,-45-4 41 0 0,2 5 656 0 0,17-11-8317 0 0,-23 6 7302 0 0,0 1 0 0 0,0-1-1 0 0,1 1 1 0 0,-1-1 0 0 0,0 0 0 0 0,0 1 0 0 0,0-1-1 0 0,0 0 1 0 0,0 1 0 0 0,0-1 0 0 0,0 0-1 0 0,0 1 1 0 0,0-1 0 0 0,0 0 0 0 0,-1 1 0 0 0,1-1-1 0 0,0 0 1 0 0,0 1 0 0 0,0-1 0 0 0,-1 1-1 0 0,1-1 1 0 0,-1 0 0 0 0,-2-5-4021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8:51.8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 37 486 0 0,'0'0'390'0'0,"-32"-26"-819"0"0,21 16 111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8:52.0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9 244 0 0,'0'0'1044'0'0,"-11"-4"-970"0"0,-1 0 148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8:52.0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1264 0 0,'0'0'26'0'0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40.7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84 22 2012 0 0,'0'0'7533'0'0,"-32"32"330"0"0,28-29-7287 0 0,1 0-1 0 0,-1 0 1 0 0,1 0 0 0 0,0 1-1 0 0,-1 0 1 0 0,2-1-1 0 0,-4 6 1 0 0,-4 5 511 0 0,9-13-672 0 0,-9 18 750 0 0,15-17-1136 0 0,-1 0 0 0 0,1 0 0 0 0,0 0 1 0 0,0-1-1 0 0,0 0 0 0 0,0 0 0 0 0,0 0 0 0 0,0-1 0 0 0,0 1 0 0 0,0-1 1 0 0,0-1-1 0 0,1 1 0 0 0,-1-1 0 0 0,0 1 0 0 0,0-1 0 0 0,7-3 0 0 0,-1 1-78 0 0,0-1-1 0 0,0 0 0 0 0,0-1 1 0 0,0 0-1 0 0,-1-1 0 0 0,14-10 0 0 0,-22 15 73 0 0,0 0-1 0 0,0 0 0 0 0,0-1 0 0 0,0 1 0 0 0,0-1 0 0 0,0 1 0 0 0,0-1 1 0 0,0 0-1 0 0,-1 0 0 0 0,1 0 0 0 0,-1 0 0 0 0,1 0 0 0 0,-1 0 0 0 0,0 0 0 0 0,0 0 1 0 0,0-1-1 0 0,0 1 0 0 0,0 0 0 0 0,-1-1 0 0 0,1 1 0 0 0,-1-1 0 0 0,1 1 1 0 0,-1-1-1 0 0,0-3 0 0 0,-1 3 26 0 0,0 1 0 0 0,-1 0 1 0 0,1 0-1 0 0,-1 1 0 0 0,0-1 0 0 0,1 0 0 0 0,-1 0 1 0 0,0 1-1 0 0,0-1 0 0 0,0 1 0 0 0,0-1 1 0 0,0 1-1 0 0,0 0 0 0 0,-1 0 0 0 0,1 0 1 0 0,0 0-1 0 0,0 0 0 0 0,-1 1 0 0 0,1-1 1 0 0,-1 1-1 0 0,1-1 0 0 0,-1 1 0 0 0,-2 0 0 0 0,-3 0 36 0 0,0 0 0 0 0,1 1 0 0 0,-1 0 0 0 0,1 0-1 0 0,0 1 1 0 0,-1 0 0 0 0,1 0 0 0 0,0 0 0 0 0,0 1-1 0 0,0 0 1 0 0,0 1 0 0 0,1 0 0 0 0,-1 0 0 0 0,1 0-1 0 0,0 0 1 0 0,0 1 0 0 0,1 0 0 0 0,-1 1 0 0 0,1-1-1 0 0,0 1 1 0 0,1 0 0 0 0,-7 10 0 0 0,10-14-83 0 0,0 0 0 0 0,-1 0 0 0 0,1 0-1 0 0,1 0 1 0 0,-1 1 0 0 0,0-1 0 0 0,1 0 0 0 0,-1 0 0 0 0,1 1 0 0 0,-1-1 0 0 0,1 0 0 0 0,0 0 0 0 0,0 1 0 0 0,0-1-1 0 0,0 0 1 0 0,1 1 0 0 0,-1-1 0 0 0,1 0 0 0 0,-1 0 0 0 0,1 1 0 0 0,0-1 0 0 0,-1 0 0 0 0,1 0 0 0 0,0 0 0 0 0,1 0-1 0 0,-1 0 1 0 0,0 0 0 0 0,1 0 0 0 0,-1-1 0 0 0,1 1 0 0 0,-1 0 0 0 0,1-1 0 0 0,0 1 0 0 0,0-1 0 0 0,-1 0-1 0 0,1 1 1 0 0,0-1 0 0 0,0 0 0 0 0,0 0 0 0 0,1 0 0 0 0,-1 0 0 0 0,4 0 0 0 0,3 2-46 0 0,1 0 1 0 0,0-1-1 0 0,0 0 0 0 0,-1-1 1 0 0,1 0-1 0 0,0-1 0 0 0,0 0 1 0 0,11-1-1 0 0,-11 0-37 0 0,-1-1 1 0 0,1 0-1 0 0,-1-1 1 0 0,1 0-1 0 0,-1 0 0 0 0,0-1 1 0 0,12-6-1 0 0,-17 8 27 0 0,0-1 0 0 0,0 0 0 0 0,0 0 1 0 0,-1 0-1 0 0,1 0 0 0 0,-1-1 0 0 0,0 1 0 0 0,0-1 0 0 0,0 0 0 0 0,0 0 0 0 0,0 0 0 0 0,-1 0 0 0 0,0-1 0 0 0,0 1 0 0 0,0 0 0 0 0,1-6 0 0 0,-2 8 77 0 0,0-1-1 0 0,-1 1 0 0 0,1 0 0 0 0,0 0 0 0 0,-1 0 0 0 0,0-1 0 0 0,1 1 1 0 0,-1 0-1 0 0,0 0 0 0 0,0-1 0 0 0,-1 1 0 0 0,1 0 0 0 0,0 0 0 0 0,-1-1 1 0 0,1 1-1 0 0,-1 0 0 0 0,0 0 0 0 0,1 0 0 0 0,-1 0 0 0 0,0 0 0 0 0,-1 0 0 0 0,1 0 1 0 0,0 0-1 0 0,0 0 0 0 0,-1 0 0 0 0,1 1 0 0 0,-1-1 0 0 0,0 0 0 0 0,1 1 1 0 0,-1-1-1 0 0,0 1 0 0 0,0 0 0 0 0,0 0 0 0 0,0 0 0 0 0,0 0 0 0 0,0 0 1 0 0,0 0-1 0 0,0 0 0 0 0,0 1 0 0 0,-1-1 0 0 0,1 1 0 0 0,0-1 0 0 0,-4 1 0 0 0,-4-1 80 0 0,1 1-1 0 0,0 0 1 0 0,-1 1-1 0 0,1 0 0 0 0,0 0 1 0 0,-1 1-1 0 0,1 0 1 0 0,0 0-1 0 0,-15 7 1 0 0,13-3 3 0 0,-1 1 1 0 0,1 0 0 0 0,0 0 0 0 0,0 1-1 0 0,1 1 1 0 0,0-1 0 0 0,-13 16 0 0 0,21-21-98 0 0,-1 1 0 0 0,1-1 0 0 0,-1 1 1 0 0,1-1-1 0 0,0 1 0 0 0,0 0 0 0 0,1 0 1 0 0,-1 0-1 0 0,1 0 0 0 0,0 0 0 0 0,0 0 1 0 0,-1 5-1 0 0,2-7-24 0 0,1 1 1 0 0,-1-1-1 0 0,0 1 1 0 0,1 0-1 0 0,-1-1 0 0 0,1 1 1 0 0,0-1-1 0 0,0 0 1 0 0,0 1-1 0 0,0-1 0 0 0,0 0 1 0 0,0 1-1 0 0,1-1 1 0 0,-1 0-1 0 0,1 0 0 0 0,0 0 1 0 0,-1 0-1 0 0,1 0 1 0 0,0-1-1 0 0,0 1 0 0 0,3 2 1 0 0,1-1-36 0 0,-1-1 0 0 0,0 1 1 0 0,1-1-1 0 0,-1 0 0 0 0,1 0 1 0 0,0 0-1 0 0,0-1 0 0 0,0 0 0 0 0,0 0 1 0 0,0 0-1 0 0,-1-1 0 0 0,1 0 0 0 0,0 0 1 0 0,0-1-1 0 0,0 0 0 0 0,0 0 1 0 0,0 0-1 0 0,10-4 0 0 0,-6 2-23 0 0,-1 0 1 0 0,0 0-1 0 0,0-1 0 0 0,0-1 0 0 0,-1 1 0 0 0,1-2 1 0 0,-1 1-1 0 0,-1-1 0 0 0,1 0 0 0 0,11-12 1 0 0,-16 15 94 0 0,0-1 0 0 0,-1 0 0 0 0,1 0 1 0 0,-1 0-1 0 0,1 0 0 0 0,-1 0 1 0 0,0-1-1 0 0,-1 1 0 0 0,1-1 1 0 0,-1 1-1 0 0,0-1 0 0 0,0 0 1 0 0,0-5-1 0 0,-1 8 3 0 0,0 0 0 0 0,0 0 0 0 0,0 0 0 0 0,-1 0 0 0 0,1 0 1 0 0,-1 0-1 0 0,0 0 0 0 0,1 1 0 0 0,-1-1 0 0 0,0 0 0 0 0,0 0 0 0 0,0 1 0 0 0,0-1 1 0 0,0 0-1 0 0,-1 1 0 0 0,1-1 0 0 0,0 1 0 0 0,-1 0 0 0 0,1-1 0 0 0,-1 1 1 0 0,1 0-1 0 0,-1 0 0 0 0,0 0 0 0 0,1 0 0 0 0,-1 0 0 0 0,0 0 0 0 0,0 1 0 0 0,0-1 1 0 0,0 0-1 0 0,1 1 0 0 0,-1 0 0 0 0,0-1 0 0 0,-3 1 0 0 0,0-1-170 0 0,0 0 0 0 0,-1 1 0 0 0,1 0 0 0 0,0 0 0 0 0,0 0 0 0 0,0 0 0 0 0,-1 1 0 0 0,1 0 0 0 0,0 0 0 0 0,-7 3 0 0 0,-5 7-4448 0 0,4 5-4582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41.7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1234 33 1096 0 0,'16'-4'13'0'0,"7"-5"7035"0"0,3-1 3355 0 0,-39 5-8688 0 0,13 5-1660 0 0,-1-1 1 0 0,0 1-1 0 0,0-1 1 0 0,0 1-1 0 0,1 0 1 0 0,-1-1-1 0 0,0 1 1 0 0,0 0-1 0 0,0-1 1 0 0,0 1-1 0 0,0 0 1 0 0,0 0-1 0 0,1 0 1 0 0,-1 0 0 0 0,0 0-1 0 0,0 0 1 0 0,0 0-1 0 0,-1 1 1 0 0,-136 23 4537 0 0,-70 4-2897 0 0,92-21-1058 0 0,-230-15 0 0 0,119-3 100 0 0,162 11-815 0 0,-101 10 0 0 0,164-9 78 0 0,2-31-19114 0 0,6 22 14789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42.3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179 14 4524 0 0,'0'0'5020'0'0,"26"-12"1335"0"0,-16 11 1254 0 0,-3 2-3663 0 0,-6 0-3875 0 0,0 0 0 0 0,0 0 0 0 0,0 0 0 0 0,0 0 0 0 0,-1 0 0 0 0,1 0 0 0 0,0 0 0 0 0,-1 0 0 0 0,1 0 0 0 0,0 0 0 0 0,-1 1 0 0 0,0-1 0 0 0,1 0 0 0 0,-1 0 0 0 0,0 1 0 0 0,1-1 0 0 0,-1 0 0 0 0,0 0 0 0 0,0 1 0 0 0,0-1 0 0 0,0 0 0 0 0,-1 3 0 0 0,1-2 261 0 0,-12 25 512 0 0,-31 1 38 0 0,13-10-518 0 0,1 2 0 0 0,1 0 0 0 0,-30 30 0 0 0,49-39-303 0 0,8-9-55 0 0,0 0-1 0 0,0-1 1 0 0,0 1-1 0 0,0-1 1 0 0,0 1 0 0 0,0-1-1 0 0,-1 1 1 0 0,1-1-1 0 0,0 0 1 0 0,-1 0-1 0 0,1 0 1 0 0,-1 0-1 0 0,1 0 1 0 0,-1 0-1 0 0,-2 1 1 0 0,24 30-101 0 0,45-1 115 0 0,2-3 0 0 0,123 35 0 0 0,-147-51 30 0 0,-41-12-69 0 0,15 1 1001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58.3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142 9 1972 0 0,'0'0'26746'0'0,"36"-8"-26405"0"0,-34 8-329 0 0,0 0 0 0 0,0 0-1 0 0,0 0 1 0 0,0 1 0 0 0,0-1 0 0 0,0 1-1 0 0,0-1 1 0 0,0 1 0 0 0,0 0 0 0 0,0 0-1 0 0,0 0 1 0 0,0 0 0 0 0,0 0 0 0 0,0 0-1 0 0,-1 0 1 0 0,1 1 0 0 0,0-1 0 0 0,-1 0-1 0 0,1 1 1 0 0,-1 0 0 0 0,0-1 0 0 0,0 1-1 0 0,1 0 1 0 0,1 3 0 0 0,-2-1 16 0 0,0 0 0 0 0,0 1 0 0 0,0-1 1 0 0,-1 0-1 0 0,1 0 0 0 0,-1 1 0 0 0,0-1 0 0 0,0 1 1 0 0,0-1-1 0 0,-1 0 0 0 0,-1 8 0 0 0,-1-1 12 0 0,0 1 0 0 0,-1-2 0 0 0,0 1 0 0 0,-1 0 1 0 0,0-1-1 0 0,0 0 0 0 0,-1 0 0 0 0,-1 0 0 0 0,-8 10 0 0 0,7-13-68 0 0,0 0-1 0 0,0 0 1 0 0,0-1 0 0 0,-1 0 0 0 0,0-1 0 0 0,0 0-1 0 0,0 0 1 0 0,-1-1 0 0 0,0 0 0 0 0,0-1 0 0 0,0 0-1 0 0,0-1 1 0 0,-12 2 0 0 0,20-4-47 0 0,-24 5 27 0 0,53 4 265 0 0,1-2 1 0 0,0-1-1 0 0,0-1 0 0 0,1-2 1 0 0,-1-1-1 0 0,1-1 0 0 0,31-3 1 0 0,-22 2-113 0 0,-28 2-1430 0 0,-16 26-22490 0 0,-5-16 17555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9:47.4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0 440 0 0,'0'0'194'0'0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9:47.5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0 516 0 0,'0'0'-96'0'0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39:47.6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11 550 0 0,'0'0'-100'0'0</inkml:trace>
  <inkml:trace contextRef="#ctx0" brushRef="#br0" timeOffset="1">5 6 154 0 0,'-4'-5'-148'0'0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59.3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90 75 1306 0 0,'-31'-8'426'0'0,"26"2"-264"0"0,-6 0 94 0 0,4 0-248 0 0,2-2 68 0 0,-2 0-460 0 0,2-1 366 0 0,-2 1-370 0 0,3 0-250 0 0,-3 0-162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1:00.6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29 3670 0 0,'0'0'18935'0'0,"26"2"-15989"0"0,27 8 165 0 0,-43-7-3085 0 0,0 0 0 0 0,1-1-1 0 0,-1 0 1 0 0,20 0 0 0 0,230-29 86 0 0,-197 17-88 0 0,1 2 0 0 0,1 3 0 0 0,-1 2-1 0 0,69 7 1 0 0,-59 6-74 0 0,238 18 288 0 0,-299-28-237 0 0,420-15 432 0 0,-233-6-461 0 0,-198 21 32 0 0,34 8 174 0 0,-23-2-121 0 0,0 0 0 0 0,1-1 0 0 0,0 0 0 0 0,-1-1 0 0 0,2-1 0 0 0,15 3 0 0 0,88 4-13 0 0,-93-9 23 0 0,-23-1 116 0 0,4 0 1105 0 0,18-13-16000 0 0,-24 13 14226 0 0,1-1 0 0 0,-1 0 0 0 0,0 0-1 0 0,1 0 1 0 0,-1 0 0 0 0,0 0 0 0 0,0 0 0 0 0,1 0 0 0 0,-1 0-1 0 0,0 0 1 0 0,0 0 0 0 0,0 0 0 0 0,0 0 0 0 0,0 0-1 0 0,0 0 1 0 0,-1 0 0 0 0,1 0 0 0 0,0-1 0 0 0,-1-3-705 0 0,0-10-5426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1:01.2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0 7346 0 0,'-18'8'16280'0'0,"42"11"-13828"0"0,21 1-1783 0 0,1-2-1 0 0,1-2 1 0 0,61 13 0 0 0,-55-16-720 0 0,105 41 1 0 0,-150-51 38 0 0,0 1-1 0 0,0 0 0 0 0,-1 1 1 0 0,1-1-1 0 0,-1 2 0 0 0,0-1 1 0 0,0 1-1 0 0,8 8 0 0 0,-14-12 21 0 0,1 0-1 0 0,-1 0 0 0 0,0 0 0 0 0,0 1 0 0 0,1-1 0 0 0,-1 0 0 0 0,-1 1 0 0 0,1-1 0 0 0,0 0 0 0 0,0 1 0 0 0,-1-1 0 0 0,0 1 0 0 0,1-1 0 0 0,-1 1 0 0 0,0-1 0 0 0,0 1 0 0 0,0-1 0 0 0,-1 1 0 0 0,1-1 1 0 0,-1 1-1 0 0,1-1 0 0 0,-1 1 0 0 0,0-1 0 0 0,0 0 0 0 0,0 1 0 0 0,0-1 0 0 0,0 0 0 0 0,0 0 0 0 0,-1 0 0 0 0,1 0 0 0 0,-4 3 0 0 0,-8 12 208 0 0,-2-1-1 0 0,0-1 0 0 0,-1 0 1 0 0,-1-1-1 0 0,0-1 1 0 0,-22 13-1 0 0,8-7 377 0 0,-2-2 1 0 0,-59 23-1 0 0,90-40-333 0 0,0 2 708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2:12.1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182 23 2548 0 0,'0'0'7603'0'0,"-2"-22"-874"0"0,-5 22-6424 0 0,0 0 0 0 0,0 0 0 0 0,0 1 0 0 0,0 0 0 0 0,0 0 0 0 0,0 0 0 0 0,0 1 0 0 0,1 0 0 0 0,-1 1 0 0 0,1-1 0 0 0,-1 1 0 0 0,1 1 0 0 0,0-1 0 0 0,0 1 0 0 0,0 0 0 0 0,1 0 0 0 0,-1 1 0 0 0,1 0 0 0 0,0 0 0 0 0,1 0 0 0 0,-1 0 0 0 0,1 1 0 0 0,0 0 0 0 0,0-1 0 0 0,1 2 0 0 0,-1-1 0 0 0,1 0 0 0 0,-2 8 0 0 0,2-8-232 0 0,1 0-1 0 0,-1 0 1 0 0,1 1 0 0 0,0-1-1 0 0,1 0 1 0 0,0 1-1 0 0,0 0 1 0 0,0-1 0 0 0,1 1-1 0 0,0 0 1 0 0,0-1-1 0 0,0 1 1 0 0,1-1 0 0 0,0 1-1 0 0,1 0 1 0 0,-1-1 0 0 0,1 0-1 0 0,0 1 1 0 0,1-1-1 0 0,0 0 1 0 0,0 0 0 0 0,0 0-1 0 0,1-1 1 0 0,-1 1 0 0 0,1-1-1 0 0,1 0 1 0 0,-1 0-1 0 0,1 0 1 0 0,-1 0 0 0 0,8 4-1 0 0,-1-3-156 0 0,0 0-1 0 0,0-1 0 0 0,1 0 1 0 0,0-1-1 0 0,0 0 0 0 0,0-1 1 0 0,0-1-1 0 0,0 0 1 0 0,0 0-1 0 0,1-1 0 0 0,-1-1 1 0 0,1 0-1 0 0,19-3 0 0 0,-17 2-95 0 0,1-2-1 0 0,0 0 0 0 0,-1-1 1 0 0,0 0-1 0 0,0-1 0 0 0,0-1 1 0 0,0-1-1 0 0,-1 0 0 0 0,0 0 0 0 0,16-13 1 0 0,-26 17 250 0 0,-1 0 1 0 0,1 0 0 0 0,-1-1-1 0 0,1 1 1 0 0,-1-1-1 0 0,0 0 1 0 0,0 0 0 0 0,-1 0-1 0 0,1-1 1 0 0,-1 1-1 0 0,0-1 1 0 0,0 1 0 0 0,-1-1-1 0 0,1 1 1 0 0,-1-1-1 0 0,0 0 1 0 0,0 0 0 0 0,0 0-1 0 0,-1 0 1 0 0,0 0-1 0 0,0 1 1 0 0,0-1 0 0 0,-1 0-1 0 0,1 0 1 0 0,-1 0-1 0 0,0 0 1 0 0,-1 0 0 0 0,1 1-1 0 0,-1-1 1 0 0,0 1 0 0 0,0-1-1 0 0,0 1 1 0 0,-1 0-1 0 0,1-1 1 0 0,-1 1 0 0 0,0 1-1 0 0,0-1 1 0 0,-1 0-1 0 0,1 1 1 0 0,-1-1 0 0 0,0 1-1 0 0,1 0 1 0 0,-2 1-1 0 0,1-1 1 0 0,0 0 0 0 0,0 1-1 0 0,-1 0 1 0 0,1 0-1 0 0,-1 1 1 0 0,0-1 0 0 0,1 1-1 0 0,-9-1 1 0 0,10 1-60 0 0,-45-1 343 0 0,46 2-402 0 0,-1 0 1 0 0,1 0-1 0 0,0 0 1 0 0,0 1-1 0 0,-1-1 0 0 0,1 1 1 0 0,0-1-1 0 0,0 1 0 0 0,-1 0 1 0 0,1 0-1 0 0,0 0 1 0 0,0 0-1 0 0,0 0 0 0 0,0 1 1 0 0,0-1-1 0 0,1 0 0 0 0,-1 1 1 0 0,-1 1-1 0 0,2-2-129 0 0,0 0-1 0 0,1 0 1 0 0,-1 0-1 0 0,1 0 1 0 0,-1 0-1 0 0,1 0 1 0 0,0 0 0 0 0,0 1-1 0 0,-1-1 1 0 0,1 0-1 0 0,0 0 1 0 0,0 0-1 0 0,0 0 1 0 0,0 0-1 0 0,0 0 1 0 0,0 0 0 0 0,0 0-1 0 0,0 1 1 0 0,1-1-1 0 0,-1 0 1 0 0,0 0-1 0 0,1 0 1 0 0,-1 0-1 0 0,1 0 1 0 0,-1 0-1 0 0,1 0 1 0 0,-1 0 0 0 0,1 0-1 0 0,0-1 1 0 0,-1 1-1 0 0,1 0 1 0 0,0 0-1 0 0,0 0 1 0 0,0-1-1 0 0,0 1 1 0 0,0 0-1 0 0,-1-1 1 0 0,1 1 0 0 0,0-1-1 0 0,0 1 1 0 0,1-1-1 0 0,-1 0 1 0 0,1 1-1 0 0,52 17-6753 0 0,-47-17 5648 0 0,40 11-6487 0 0,-28-9 3570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2:12.4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2792 0 0,'3'2'764'0'0,"0"1"0"0"0,0 1 1 0 0,0-1-1 0 0,-1 0 0 0 0,0 0 0 0 0,1 1 0 0 0,-1 0 1 0 0,0-1-1 0 0,-1 1 0 0 0,1 0 0 0 0,-1 0 0 0 0,1 0 0 0 0,-1 0 1 0 0,-1 0-1 0 0,2 4 0 0 0,-2-7-743 0 0,2 5 609 0 0,-1 0 1 0 0,1 0-1 0 0,-1 0 0 0 0,0 0 1 0 0,-1 0-1 0 0,1 0 1 0 0,-1 0-1 0 0,-1 0 1 0 0,1 1-1 0 0,-1-1 0 0 0,0 0 1 0 0,0 0-1 0 0,-3 7 1 0 0,-6 7 1478 0 0,0-6-4151 0 0,4-13-1723 0 0,12-20 706 0 0,31-54-9409 0 0,-25 57 7841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2:12.7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0 6256 0 0,'-2'4'1037'0'0,"0"-1"-1"0"0,1 0 0 0 0,0 1 1 0 0,0-1-1 0 0,0 1 1 0 0,0-1-1 0 0,0 1 1 0 0,0 5-1 0 0,5 29 4223 0 0,1-20-3933 0 0,1-1-1 0 0,12 25 1 0 0,0-1 615 0 0,11 14-955 0 0,-21-44-3108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09:15.1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26 4106 0 0,'0'0'21210'0'0,"2"22"-20786"0"0,95-20-35 0 0,48 3 54 0 0,-4 10-368 0 0,-1-6-1 0 0,251-17 0 0 0,-146-3-997 0 0,59-8 670 0 0,-251 15 305 0 0,99 3 0 0 0,-104 3-49 0 0,0-2 1 0 0,71-9 0 0 0,-65 7 85 0 0,-52 2 297 0 0,9-1-5750 0 0,4 1 3886 0 0,-10-2-3234 0 0,14-15-4600 0 0,-8 11 3987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09:16.3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236 42 2994 0 0,'0'0'12014'0'0,"-6"33"-9967"0"0,3-26-1544 0 0,-1-1-1 0 0,0 0 1 0 0,0 0 0 0 0,0 0 0 0 0,-7 7 0 0 0,7-10-270 0 0,1 0 1 0 0,0 1 0 0 0,0 0 0 0 0,0 0-1 0 0,0 0 1 0 0,0 0 0 0 0,1 0-1 0 0,0 1 1 0 0,0-1 0 0 0,0 1-1 0 0,1-1 1 0 0,-2 7 0 0 0,-4 27 420 0 0,8-37-657 0 0,1 0 0 0 0,-1 0-1 0 0,1 0 1 0 0,0 0 0 0 0,-1-1 0 0 0,1 1 0 0 0,0 0 0 0 0,0-1 0 0 0,0 1 0 0 0,-1-1 0 0 0,1 0 0 0 0,0 1 0 0 0,0-1-1 0 0,0 0 1 0 0,0 0 0 0 0,0 0 0 0 0,0-1 0 0 0,2 1 0 0 0,4-3 1 0 0,0 1 0 0 0,1-1 0 0 0,-1-1-1 0 0,-1 1 1 0 0,1-2 0 0 0,-1 1 0 0 0,1-1 0 0 0,-1 0 0 0 0,0 0-1 0 0,-1-1 1 0 0,8-8 0 0 0,-9 9 9 0 0,-1 1 1 0 0,0-2-1 0 0,0 1 1 0 0,0 0-1 0 0,-1-1 1 0 0,1 0-1 0 0,-1 0 0 0 0,-1 0 1 0 0,1 0-1 0 0,-1 0 1 0 0,0 0-1 0 0,-1-1 1 0 0,1 1-1 0 0,0-13 0 0 0,-2 16 10 0 0,0 1 0 0 0,1-1 0 0 0,-1 1 0 0 0,0 0-1 0 0,-1-1 1 0 0,1 1 0 0 0,0 0 0 0 0,-1-1 0 0 0,1 1-1 0 0,-1 0 1 0 0,0-1 0 0 0,1 1 0 0 0,-1 0 0 0 0,0 0-1 0 0,-1 0 1 0 0,1 0 0 0 0,0 0 0 0 0,0 0 0 0 0,-1 0-1 0 0,0 0 1 0 0,1 0 0 0 0,-1 0 0 0 0,0 1 0 0 0,0-1 0 0 0,1 1-1 0 0,-1 0 1 0 0,-1-1 0 0 0,1 1 0 0 0,0 0 0 0 0,0 0-1 0 0,0 0 1 0 0,0 0 0 0 0,-1 1 0 0 0,1-1 0 0 0,0 1-1 0 0,-1-1 1 0 0,1 1 0 0 0,-1 0 0 0 0,1 0 0 0 0,0 0-1 0 0,-1 0 1 0 0,1 0 0 0 0,0 1 0 0 0,-1-1 0 0 0,1 1-1 0 0,-3 0 1 0 0,-9 3 131 0 0,0 0 1 0 0,0 0-1 0 0,0 2 0 0 0,1 0 1 0 0,0 0-1 0 0,-14 10 0 0 0,-60 45 1443 0 0,79-55-1478 0 0,1 1 0 0 0,0 0 0 0 0,0 1 0 0 0,0 0 0 0 0,1 0 0 0 0,0 0 0 0 0,1 1 0 0 0,-6 9 1 0 0,11-17-113 0 0,-1 0 1 0 0,1 0 0 0 0,-1 0 0 0 0,1 0 0 0 0,0 0-1 0 0,-1 0 1 0 0,1 0 0 0 0,0 0 0 0 0,0 0 0 0 0,0 0-1 0 0,0 1 1 0 0,0-1 0 0 0,0 0 0 0 0,0 0 0 0 0,0 0-1 0 0,0 0 1 0 0,0 0 0 0 0,0 0 0 0 0,1 0 0 0 0,-1 0-1 0 0,0 0 1 0 0,1 0 0 0 0,-1 0 0 0 0,1 0-1 0 0,-1 0 1 0 0,1 0 0 0 0,0 0 0 0 0,0 1 0 0 0,2 0-4 0 0,-1-1-1 0 0,1 1 1 0 0,-1-1 0 0 0,1 1 0 0 0,-1-1 0 0 0,1 0 0 0 0,0 0 0 0 0,-1 0-1 0 0,1 0 1 0 0,5 0 0 0 0,6 1-67 0 0,0 0 0 0 0,1-2-1 0 0,18 0 1 0 0,-7-1-313 0 0,-1-2-1 0 0,1 0 1 0 0,-1-2-1 0 0,0 0 1 0 0,0-2-1 0 0,0-1 1 0 0,-1-1 0 0 0,30-15-1 0 0,-52 23 380 0 0,0 0-1 0 0,0 0 0 0 0,0 0 1 0 0,0 0-1 0 0,0-1 1 0 0,-1 1-1 0 0,1 0 1 0 0,0-1-1 0 0,-1 1 1 0 0,1-1-1 0 0,-1 0 1 0 0,1 1-1 0 0,-1-1 1 0 0,0 0-1 0 0,0 0 0 0 0,0 0 1 0 0,0 0-1 0 0,0 0 1 0 0,0 0-1 0 0,0 0 1 0 0,-1 0-1 0 0,1-1 1 0 0,-1 1-1 0 0,0 0 1 0 0,1 0-1 0 0,-1 0 1 0 0,0-1-1 0 0,0 1 0 0 0,-1 0 1 0 0,1 0-1 0 0,0 0 1 0 0,-1-1-1 0 0,0-2 1 0 0,-1 2 51 0 0,0 0 0 0 0,0 0 0 0 0,-1 1 0 0 0,1-1 0 0 0,-1 1 0 0 0,1-1 0 0 0,-1 1 0 0 0,0 0 0 0 0,0 0 0 0 0,0 0 0 0 0,0 0 0 0 0,0 0 0 0 0,-1 1 0 0 0,1-1 0 0 0,0 1 0 0 0,-1 0 0 0 0,1 0-1 0 0,-1 0 1 0 0,-6 0 0 0 0,-3-1 30 0 0,-1 1 0 0 0,1 1-1 0 0,-1 0 1 0 0,1 1-1 0 0,-20 4 1 0 0,26-4-43 0 0,-1 1 0 0 0,1 0 0 0 0,0 0 1 0 0,0 1-1 0 0,0-1 0 0 0,0 2 1 0 0,0-1-1 0 0,0 1 0 0 0,1 0 0 0 0,0 1 1 0 0,-7 5-1 0 0,12-9-27 0 0,0 0 1 0 0,0 0 0 0 0,0-1-1 0 0,0 1 1 0 0,0 0-1 0 0,0 1 1 0 0,0-1-1 0 0,0 0 1 0 0,1 0 0 0 0,-1 0-1 0 0,0 0 1 0 0,1 1-1 0 0,-1-1 1 0 0,1 0-1 0 0,-1 0 1 0 0,1 1 0 0 0,0-1-1 0 0,0 0 1 0 0,-1 1-1 0 0,1-1 1 0 0,0 1-1 0 0,0-1 1 0 0,0 0 0 0 0,0 1-1 0 0,1-1 1 0 0,-1 3-1 0 0,2-2-38 0 0,-1 0 0 0 0,0-1 0 0 0,1 1 0 0 0,-1 0 0 0 0,1 0 0 0 0,-1-1-1 0 0,1 1 1 0 0,0-1 0 0 0,0 0 0 0 0,0 1 0 0 0,-1-1 0 0 0,1 0 0 0 0,0 0-1 0 0,4 1 1 0 0,3 2-155 0 0,0-1 1 0 0,1-1-1 0 0,-1 1 0 0 0,1-2 0 0 0,0 1 0 0 0,12-1 0 0 0,32-11-723 0 0,-67-14 858 0 0,6 17-253 0 0,1 2-1 0 0,-1-1 1 0 0,0 1-1 0 0,-15-8 1 0 0,-11-9-2830 0 0,9-4-3794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09:30.5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9 4350 0 0,'-2'-1'4955'0'0,"-11"-6"3009"0"0,27 7-6805 0 0,-1 1 0 0 0,0 0 0 0 0,0 0 0 0 0,1 2 0 0 0,-1-1 0 0 0,17 7 1 0 0,24 5-78 0 0,69 1-345 0 0,142 1-1 0 0,-141-11-562 0 0,985 39-40 0 0,-397-16-68 0 0,361 18-99 0 0,-913-40 39 0 0,251-24 1 0 0,152-6-126 0 0,-209 14 267 0 0,-299 7-189 0 0,-1-3 0 0 0,91-22 0 0 0,-124 23 52 0 0,1 1 1 0 0,1 1-1 0 0,-1 1 1 0 0,0 0 0 0 0,23 3-1 0 0,114 14 74 0 0,-9-1-3 0 0,-96-11-75 0 0,-52-3 30 0 0,2-1-486 0 0,10-3 936 0 0,-14-7-8511 0 0,0 11 7539 0 0,0-1-1 0 0,-1 0 1 0 0,1 0-1 0 0,0 1 1 0 0,-1-1-1 0 0,1 0 0 0 0,0 1 1 0 0,-1-1-1 0 0,1 1 1 0 0,-1-1-1 0 0,-2-1-1942 0 0,3 1 1943 0 0,-1 1-1 0 0,0-1 1 0 0,1 1-1 0 0,-1 0 1 0 0,0 0-1 0 0,1-1 1 0 0,-1 1-1 0 0,0 0 0 0 0,0 0 1 0 0,1 0-1 0 0,-1 0 1 0 0,0 0-1 0 0,0 0 1 0 0,0 0-1 0 0,-18-2-4936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09:33.3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112 461 4920 0 0,'0'0'11071'0'0,"-18"5"3"0"0,21-10-11000 0 0,0 0 1 0 0,-1 0-1 0 0,0 0 1 0 0,0 0-1 0 0,0-1 0 0 0,-1 1 1 0 0,1 0-1 0 0,-1-1 1 0 0,0 1-1 0 0,-1-1 1 0 0,0 1-1 0 0,0-7 0 0 0,6-31 35 0 0,-2 17-78 0 0,0 0 0 0 0,-2 0 1 0 0,-1-43-1 0 0,4-37-15 0 0,2 54-5 0 0,-7 50-26 0 0,-8-3-58 0 0,7 5 79 0 0,1-1 1 0 0,-1 1-1 0 0,1 0 0 0 0,-1-1 0 0 0,1 1 0 0 0,-1 0 0 0 0,1-1 0 0 0,-1 1 0 0 0,1 0 1 0 0,-1-1-1 0 0,1 1 0 0 0,-1 0 0 0 0,1 0 0 0 0,-1 0 0 0 0,0 0 0 0 0,1 0 1 0 0,-1-1-1 0 0,1 1 0 0 0,-1 0 0 0 0,0 0 0 0 0,1 1 0 0 0,-1-1 0 0 0,1 0 1 0 0,-1 0-1 0 0,0 0 0 0 0,-8 3 4 0 0,0 0 1 0 0,0 1-1 0 0,1 0 1 0 0,-1 1-1 0 0,-8 5 1 0 0,-9 5-52 0 0,24-14 117 0 0,5-15-98 0 0,-3 12 0 0 0,-4 5 23 0 0,-1 1 18 0 0,4-3-31 0 0,-11 22 60 0 0,11-22-46 0 0,0 0-1 0 0,0 0 0 0 0,0 0 1 0 0,0 0-1 0 0,1 0 0 0 0,-1 0 0 0 0,0 0 1 0 0,1 0-1 0 0,-1 1 0 0 0,1-1 0 0 0,-1 0 1 0 0,1 0-1 0 0,-1 1 0 0 0,1-1 1 0 0,0 0-1 0 0,0 1 0 0 0,0-1 0 0 0,0 0 1 0 0,0 1-1 0 0,0-1 0 0 0,0 0 1 0 0,0 1-1 0 0,0-1 0 0 0,1 0 0 0 0,-1 1 1 0 0,1 1-1 0 0,0-2-1 0 0,0-1 0 0 0,0 1 0 0 0,0 0 0 0 0,0-1 0 0 0,0 1 1 0 0,0-1-1 0 0,0 1 0 0 0,1-1 0 0 0,-1 0 0 0 0,0 1 0 0 0,0-1 0 0 0,0 0 0 0 0,0 0 1 0 0,0 1-1 0 0,1-1 0 0 0,-1 0 0 0 0,0 0 0 0 0,0-1 0 0 0,0 1 0 0 0,3 0 0 0 0,24-5-58 0 0,-27 5 51 0 0,38-10-19 0 0,-1-2 0 0 0,0-1 1 0 0,44-23-1 0 0,40-15-155 0 0,-120 51 294 0 0,-1-1-101 0 0,-1 1-1 0 0,1-1 1 0 0,0 1-1 0 0,-1-1 1 0 0,1 1 0 0 0,0 0-1 0 0,-1-1 1 0 0,1 1-1 0 0,0 0 1 0 0,0 0-1 0 0,-1-1 1 0 0,1 1 0 0 0,0 0-1 0 0,0 0 1 0 0,-1 0-1 0 0,1 0 1 0 0,0 0-1 0 0,0 0 1 0 0,-1 0 0 0 0,1 0-1 0 0,0 0 1 0 0,0 1-1 0 0,0-1 1 0 0,-1 0-1 0 0,1 0 1 0 0,0 1-1 0 0,-1-1 1 0 0,1 0 0 0 0,0 1-1 0 0,-1-1 1 0 0,1 1-1 0 0,0-1 1 0 0,-1 1-1 0 0,1-1 1 0 0,-1 1 0 0 0,1-1-1 0 0,-1 1 1 0 0,1 0-1 0 0,-1-1 1 0 0,1 1-1 0 0,-1 0 1 0 0,0-1 0 0 0,1 2-1 0 0,1 1 38 0 0,0 0 0 0 0,-1 0 0 0 0,1 0 0 0 0,-1 0 0 0 0,0 0 0 0 0,0 0 0 0 0,0 0 0 0 0,0 1 0 0 0,0 2 0 0 0,0-2-27 0 0,0 0 0 0 0,0 0 0 0 0,1 0 0 0 0,-1-1 0 0 0,1 1 0 0 0,0 0 0 0 0,-1-1 0 0 0,2 0-1 0 0,-1 1 1 0 0,0-1 0 0 0,1 0 0 0 0,-1 0 0 0 0,1 0 0 0 0,4 3 0 0 0,-5-5 18 0 0,18-25-7372 0 0,-18 18 5894 0 0,3-21-5063 0 0,-13 11-2202 0 0,1 8 3051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09:34.3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36 4084 0 0,'-9'8'23860'0'0,"23"-12"-23724"0"0,1 2 1 0 0,1 0 0 0 0,-1 0 0 0 0,0 2 0 0 0,26 1-1 0 0,20-1 20 0 0,156-3 35 0 0,117-10-104 0 0,-318 8 19 0 0,-28 7-811 0 0,11-1 139 0 0,-26-7-11408 0 0,5-4-4067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09:34.7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 0 4428 0 0,'0'0'11890'0'0,"-22"0"-4409"0"0,48 10-7266 0 0,1-2-1 0 0,0-1 1 0 0,0-1 0 0 0,0-2 0 0 0,38 3-1 0 0,10 2-158 0 0,-33-4-54 0 0,-11-1-169 0 0,0 1-1 0 0,0 1 1 0 0,51 17-1 0 0,-80-22 232 0 0,-12 14 308 0 0,5-12-285 0 0,1 1 1 0 0,-1-1-1 0 0,0 1 1 0 0,0-1-1 0 0,-1 0 0 0 0,1-1 1 0 0,0 0-1 0 0,-1 0 0 0 0,0 0 1 0 0,-8 2-1 0 0,-69 9 1017 0 0,41-7-794 0 0,29-4 1209 0 0,-18 3-1924 0 0,10-2-3723 0 0,17-3 1339 0 0,33-11-5265 0 0,-14 7 2526 0 0,2 0-2347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09:43.7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 0 5830 0 0,'0'0'8954'0'0,"-3"0"-6288"0"0,-22 5 8680 0 0,27 3-11019 0 0,0 0-1 0 0,-1 0 1 0 0,-1 0 0 0 0,1 0 0 0 0,-1 0 0 0 0,0 0-1 0 0,-3 15 1 0 0,0 18 212 0 0,-9 160 279 0 0,17-143-818 0 0,-5-58-92 0 0,-1 0-1 0 0,1 1 1 0 0,0-1-1 0 0,0 1 1 0 0,0-1-1 0 0,0 0 1 0 0,0 1 0 0 0,0-1-1 0 0,0 1 1 0 0,0-1-1 0 0,0 0 1 0 0,0 1-1 0 0,0-1 1 0 0,0 1 0 0 0,1-1-1 0 0,-1 0 1 0 0,0 1-1 0 0,0-1 1 0 0,0 0-1 0 0,0 1 1 0 0,1-1-1 0 0,-1 1 1 0 0,0-1 0 0 0,0 0-1 0 0,1 0 1 0 0,-1 1-1 0 0,0-1 1 0 0,1 0-1 0 0,-1 1 1 0 0,0-1 0 0 0,1 0-1 0 0,-1 0 1 0 0,0 0-1 0 0,1 1 1 0 0,-1-1-1 0 0,0 0 1 0 0,1 0 0 0 0,-1 0-1 0 0,1 0 1 0 0,-1 0-1 0 0,0 0 1 0 0,1 0-1 0 0,-1 0 1 0 0,1 0 0 0 0,-1 0-1 0 0,0 0 1 0 0,1 0-1 0 0,-1 0 1 0 0,1 0-1 0 0,-1 0 1 0 0,0 0-1 0 0,1 0 1 0 0,-1 0 0 0 0,1-1-1 0 0,-1 1 1 0 0,16-11-7218 0 0,-14 9 5552 0 0,1-2 1074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09:44.2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6028 0 0,'2'8'20658'0'0,"3"4"-18459"0"0,6 7-4343 0 0,-3-6 3591 0 0,12 39-757 0 0,-19-50-677 0 0,0 0 0 0 0,0 0 0 0 0,-1 0 0 0 0,1 0-1 0 0,-1 0 1 0 0,1 1 0 0 0,-1-1 0 0 0,0 0-1 0 0,0 0 1 0 0,0 1 0 0 0,0-1 0 0 0,0 0-1 0 0,-1 0 1 0 0,1 1 0 0 0,-1-1 0 0 0,1 0-1 0 0,-1 0 1 0 0,0 0 0 0 0,0 0 0 0 0,-2 3 0 0 0,1-2-45 0 0,-1 0 0 0 0,0 0 1 0 0,0-1-1 0 0,-1 1 1 0 0,1-1-1 0 0,-1 0 1 0 0,1 0-1 0 0,-7 2 1 0 0,9-4-318 0 0,3-25-11800 0 0,39-10 831 0 0,-25 26 6285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09:44.6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162 47 5566 0 0,'-11'-13'17063'0'0,"10"13"-16620"0"0,-3 1 1233 0 0,-3 2-2392 0 0,-18 22 3157 0 0,-18 16-950 0 0,37-38-1356 0 0,1 1 1 0 0,-1 1-1 0 0,1-1 1 0 0,0 1-1 0 0,1 0 1 0 0,-1 0-1 0 0,1 0 1 0 0,0 1-1 0 0,0-1 1 0 0,0 1 0 0 0,1 0-1 0 0,0 0 1 0 0,0 0-1 0 0,-3 13 1 0 0,5-17-116 0 0,0-1 0 0 0,1 1 1 0 0,0 1-1 0 0,-1-1 1 0 0,1 0-1 0 0,0 0 1 0 0,0 0-1 0 0,0 0 1 0 0,0 0-1 0 0,0 0 1 0 0,0 0-1 0 0,1 0 0 0 0,-1 0 1 0 0,1 0-1 0 0,-1 0 1 0 0,1 0-1 0 0,0 0 1 0 0,0 0-1 0 0,0 0 1 0 0,0-1-1 0 0,0 1 0 0 0,0 0 1 0 0,1-1-1 0 0,-1 1 1 0 0,0-1-1 0 0,1 1 1 0 0,-1-1-1 0 0,1 1 1 0 0,0-1-1 0 0,-1 0 0 0 0,1 0 1 0 0,0 0-1 0 0,0 0 1 0 0,3 1-1 0 0,15 5-34 0 0,-1-2 0 0 0,1 0 0 0 0,-1-1 0 0 0,1-1 0 0 0,0 0 0 0 0,1-2 0 0 0,-1-1 0 0 0,0 0 1 0 0,0-1-1 0 0,0-2 0 0 0,38-8 0 0 0,-54 11 17 0 0,-1-1 1 0 0,0 0 0 0 0,0 1 0 0 0,0-1 0 0 0,0 0-1 0 0,0 0 1 0 0,0-1 0 0 0,0 1 0 0 0,0-1-1 0 0,-1 1 1 0 0,1-1 0 0 0,0 0 0 0 0,-1 0 0 0 0,1 0-1 0 0,-1 0 1 0 0,0-1 0 0 0,0 1 0 0 0,0-1-1 0 0,0 1 1 0 0,0-1 0 0 0,-1 0 0 0 0,1 1 0 0 0,-1-1-1 0 0,1 0 1 0 0,1-6 0 0 0,-3 4 46 0 0,0 1 1 0 0,0-1-1 0 0,0 0 0 0 0,-1 1 0 0 0,0-1 1 0 0,0 0-1 0 0,0 1 0 0 0,0-1 1 0 0,-1 1-1 0 0,0-1 0 0 0,1 1 1 0 0,-2 0-1 0 0,1 0 0 0 0,0 0 0 0 0,-1 0 1 0 0,-6-7-1 0 0,-7-7-5 0 0,-1 0 1 0 0,-1 1-1 0 0,0 0 1 0 0,-2 2-1 0 0,-24-16 1 0 0,43 30-538 0 0,0-3-1770 0 0,0-2 4039 0 0,-1 2-3877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35.0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0 3750 0 0,'0'0'17191'0'0,"-6"23"-14870"0"0,18 16-662 0 0,-4-16-1091 0 0,-1 0-1 0 0,-1 1 1 0 0,-1 0 0 0 0,-1 0 0 0 0,0 34 0 0 0,-3-40-402 0 0,-1-12-114 0 0,1 1 1 0 0,-1-1-1 0 0,0 0 1 0 0,-1 1-1 0 0,1-1 1 0 0,-1 0-1 0 0,-1 0 1 0 0,1 0-1 0 0,-1 0 1 0 0,-3 9 0 0 0,3-13-2 0 0,-1 11 673 0 0,-3-15-3154 0 0,5 1 2147 0 0,1 0 0 0 0,-1 1 0 0 0,1-1 0 0 0,-1 0 0 0 0,1 0 0 0 0,-1 0 0 0 0,1 0 0 0 0,0 0-1 0 0,-1 0 1 0 0,1 0 0 0 0,0 0 0 0 0,0 0 0 0 0,0-1 0 0 0,0 1 0 0 0,0 0 0 0 0,0 0 0 0 0,0 0 0 0 0,0 0 0 0 0,0 0 0 0 0,1 0-1 0 0,-1 0 1 0 0,1-1 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35.8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15 3458 0 0,'14'-14'20215'0'0,"-12"15"-19981"0"0,-1 0 0 0 0,1 0 0 0 0,0 0 0 0 0,-1 1 0 0 0,1-1 0 0 0,-1 1 0 0 0,1-1 0 0 0,-1 1 0 0 0,0-1 0 0 0,0 1 0 0 0,0 0 0 0 0,0 0 0 0 0,0-1 0 0 0,0 1 0 0 0,0 0 0 0 0,0 0 0 0 0,-1 0 0 0 0,1 0 0 0 0,-1 0 0 0 0,1 0 0 0 0,-1 3 0 0 0,3 56 1569 0 0,-1-10-782 0 0,1-31-784 0 0,-2-14-194 0 0,0 0-1 0 0,0 0 0 0 0,1 0 0 0 0,-1 0 0 0 0,1 0 0 0 0,4 7 1 0 0,-2 6-175 0 0,-4-18 27 0 0,0 0 0 0 0,0 0 0 0 0,1 0-1 0 0,-1 0 1 0 0,0 1 0 0 0,0-1 0 0 0,0 0-1 0 0,1 0 1 0 0,-1 0 0 0 0,1 0 0 0 0,-1 0-1 0 0,1 0 1 0 0,-1 0 0 0 0,1 0 0 0 0,-1 0 0 0 0,2 1-1 0 0,-1-1-452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36.1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0 9294 0 0,'-19'14'13516'0'0,"17"-2"-8546"0"0,4-9-5035 0 0,0-1 1 0 0,1 1 0 0 0,-1-1 0 0 0,0 0 0 0 0,1 1 0 0 0,-1-1-1 0 0,1-1 1 0 0,0 1 0 0 0,3 2 0 0 0,10 6 1289 0 0,12 6-1654 0 0,-27-16 193 0 0,0 0 1 0 0,0 0-1 0 0,0 1 0 0 0,1-1 1 0 0,-1 0-1 0 0,0 0 1 0 0,0 0-1 0 0,1-1 0 0 0,-1 1 1 0 0,0 0-1 0 0,0 0 1 0 0,0-1-1 0 0,1 1 1 0 0,-1-1-1 0 0,0 1 0 0 0,0-1 1 0 0,0 1-1 0 0,0-1 1 0 0,0 0-1 0 0,2-1 0 0 0,-2-1-1517 0 0,0-1 0 0 0,0 1 0 0 0,0 0 0 0 0,0-1-1 0 0,-1 1 1 0 0,0-1 0 0 0,1 1 0 0 0,-2-8 0 0 0,1 11 1514 0 0,0-16-6708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36.5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 7098 0 0,'25'-5'9092'0'0,"3"4"-3612"0"0,31 8-2024 0 0,-40-3-3408 0 0,0 1 1 0 0,0 2-1 0 0,31 13 0 0 0,-47-19 10 0 0,-1 0-1 0 0,0 0 0 0 0,1 0 0 0 0,-1 1 1 0 0,0-1-1 0 0,1 1 0 0 0,-1-1 0 0 0,0 1 0 0 0,0 0 1 0 0,0 0-1 0 0,0 0 0 0 0,-1 0 0 0 0,1 0 1 0 0,-1 0-1 0 0,1 1 0 0 0,-1-1 0 0 0,0 1 0 0 0,1-1 1 0 0,-1 1-1 0 0,-1-1 0 0 0,1 1 0 0 0,0-1 1 0 0,0 1-1 0 0,-1 0 0 0 0,0-1 0 0 0,1 4 0 0 0,-2 2 223 0 0,-1 0-1 0 0,0 0 1 0 0,0 0-1 0 0,0 0 1 0 0,-1 0-1 0 0,-7 13 1 0 0,-8 28 717 0 0,18-49-996 0 0,-1 1 1 0 0,1 0-1 0 0,0 0 0 0 0,0-1 0 0 0,0 1 0 0 0,0 0 0 0 0,0 0 0 0 0,0-1 1 0 0,0 1-1 0 0,0 0 0 0 0,0-1 0 0 0,0 1 0 0 0,0 0 0 0 0,0 0 0 0 0,1-1 0 0 0,-1 1 1 0 0,0 0-1 0 0,0-1 0 0 0,1 1 0 0 0,-1 0 0 0 0,1-1 0 0 0,-1 1 0 0 0,0 0 1 0 0,1-1-1 0 0,-1 1 0 0 0,1-1 0 0 0,0 1 0 0 0,-1-1 0 0 0,1 1 0 0 0,0 0 1 0 0,26 1-318 0 0,27-16-624 0 0,-31 5 218 0 0,19-8-3753 0 0,0-7-3824 0 0,-21-1-2129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6:40:36.8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6434 0 0,'38'41'12468'0'0,"38"26"-7109"0"0,12 12-3542 0 0,-79-70-1989 0 0,-2-1 0 0 0,1 1 0 0 0,-1 0 0 0 0,-1 1 0 0 0,1-1 0 0 0,-2 2 0 0 0,8 15 0 0 0,-12-23-86 0 0,1 0 1 0 0,-1-1-1 0 0,0 1 1 0 0,-1 0 0 0 0,1 0-1 0 0,0 1 1 0 0,-1-1-1 0 0,0 0 1 0 0,0 0-1 0 0,0 0 1 0 0,0 0 0 0 0,0 0-1 0 0,0 0 1 0 0,-1 0-1 0 0,0 0 1 0 0,1 0-1 0 0,-1 0 1 0 0,0 0 0 0 0,-1 0-1 0 0,1 0 1 0 0,0 0-1 0 0,-1-1 1 0 0,1 1 0 0 0,-1-1-1 0 0,0 1 1 0 0,0-1-1 0 0,0 1 1 0 0,0-1-1 0 0,-1 0 1 0 0,1 0 0 0 0,-5 3-1 0 0,-14 7-3736 0 0,-1 0-1 0 0,-42 16 0 0 0,41-21-471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09:49.0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246 77 5318 0 0,'0'0'20216'0'0,"-35"-3"-19789"0"0,23 4-248 0 0,-1 1-1 0 0,1 0 0 0 0,0 1 0 0 0,0 0 0 0 0,1 1 0 0 0,-1 0 0 0 0,1 1 0 0 0,-1 0 0 0 0,1 1 1 0 0,1 0-1 0 0,-1 1 0 0 0,1 0 0 0 0,1 1 0 0 0,-1 0 0 0 0,-15 17 0 0 0,24-24-154 0 0,-1 1 0 0 0,1-1 0 0 0,-1 1-1 0 0,1 0 1 0 0,0 0 0 0 0,-1-1 0 0 0,1 1-1 0 0,0 0 1 0 0,0 0 0 0 0,0 0 0 0 0,0 0-1 0 0,1 0 1 0 0,-1 0 0 0 0,1 1 0 0 0,-1-1-1 0 0,1 0 1 0 0,0 0 0 0 0,0 0 0 0 0,-1 1 0 0 0,2-1-1 0 0,-1 0 1 0 0,0 0 0 0 0,0 0 0 0 0,1 0-1 0 0,-1 1 1 0 0,1-1 0 0 0,0 0 0 0 0,-1 0-1 0 0,1 0 1 0 0,0 0 0 0 0,0 0 0 0 0,0 0-1 0 0,1 0 1 0 0,-1-1 0 0 0,0 1 0 0 0,1 0 0 0 0,-1-1-1 0 0,1 1 1 0 0,0-1 0 0 0,3 3 0 0 0,2 2 4 0 0,0-1 0 0 0,0 0 1 0 0,0-1-1 0 0,1 0 0 0 0,-1 0 1 0 0,1 0-1 0 0,0-1 1 0 0,15 4-1 0 0,-3-4-54 0 0,0-2 0 0 0,0 0 0 0 0,0-1-1 0 0,0-1 1 0 0,0 0 0 0 0,0-2 0 0 0,0 0 0 0 0,0-2 0 0 0,-1 0 0 0 0,0-1 0 0 0,0-1 0 0 0,0-1-1 0 0,-1 0 1 0 0,0-1 0 0 0,-1-1 0 0 0,0-1 0 0 0,17-14 0 0 0,-30 21 36 0 0,0 1 0 0 0,0-1 1 0 0,0 0-1 0 0,-1 0 0 0 0,0 0 0 0 0,1-1 0 0 0,-1 1 1 0 0,-1-1-1 0 0,1 0 0 0 0,-1 1 0 0 0,0-1 1 0 0,0 0-1 0 0,0-1 0 0 0,0 1 0 0 0,-1 0 0 0 0,0 0 1 0 0,0-8-1 0 0,-1 8 23 0 0,0 1-1 0 0,0 0 1 0 0,-1 0 0 0 0,0 1-1 0 0,0-1 1 0 0,0 0 0 0 0,0 0 0 0 0,-1 0-1 0 0,1 0 1 0 0,-1 1 0 0 0,0-1 0 0 0,0 1-1 0 0,0-1 1 0 0,-1 1 0 0 0,1 0-1 0 0,-1 0 1 0 0,1 0 0 0 0,-1 0 0 0 0,0 1-1 0 0,-1-1 1 0 0,1 1 0 0 0,0-1 0 0 0,-7-2-1 0 0,2 1-72 0 0,0 1-1 0 0,0 0 0 0 0,0 0 0 0 0,0 1 1 0 0,-1 0-1 0 0,1 0 0 0 0,-1 1 1 0 0,1 0-1 0 0,-1 1 0 0 0,1 0 1 0 0,-1 0-1 0 0,-12 2 0 0 0,19-1-695 0 0,21 16-9008 0 0,26-8-2005 0 0,-32-6 3993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09:49.3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84 0 8224 0 0,'14'11'16016'0'0,"-14"-10"-15691"0"0,-2 10 3561 0 0,3 3-5337 0 0,1-5 1910 0 0,-1 1 1 0 0,0 0-1 0 0,0 0 1 0 0,-1 0-1 0 0,0 0 1 0 0,0 0-1 0 0,-3 11 1 0 0,0 28 259 0 0,2-46-725 0 0,0 0 1 0 0,0 1-1 0 0,0-1 0 0 0,-1 0 1 0 0,1 0-1 0 0,-1 0 1 0 0,1-1-1 0 0,-1 1 1 0 0,0 0-1 0 0,0-1 1 0 0,0 1-1 0 0,-1-1 1 0 0,1 1-1 0 0,-1-1 1 0 0,1 0-1 0 0,-1 0 0 0 0,0 0 1 0 0,1-1-1 0 0,-1 1 1 0 0,0-1-1 0 0,0 1 1 0 0,0-1-1 0 0,0 0 1 0 0,-1 0-1 0 0,-5 1 1 0 0,7-2-373 0 0,-10-10-1329 0 0,-4-3-1020 0 0,15 5-2451 0 0,6-2 2931 0 0,-4 8 1393 0 0,-1 1 0 0 0,1-1 0 0 0,0 1 0 0 0,0-1 0 0 0,0 1 0 0 0,0 0 0 0 0,0-1 0 0 0,0 1 0 0 0,0 0 0 0 0,0 0 1 0 0,0 0-1 0 0,1 0 0 0 0,-1 0 0 0 0,2-1 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09:49.7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 1 6728 0 0,'0'0'6252'0'0,"-3"0"-5147"0"0,1 1-1 0 0,0 0 0 0 0,-1 0 1 0 0,1 0-1 0 0,0 0 1 0 0,0 0-1 0 0,0 1 0 0 0,0-1 1 0 0,0 1-1 0 0,-2 1 0 0 0,5 18-286 0 0,2-1-1 0 0,0 0 0 0 0,1 0 0 0 0,1 0 0 0 0,13 31 1 0 0,-9-25 93 0 0,-1 0 1 0 0,6 35 0 0 0,-13-55-927 0 0,0 1 0 0 0,1-1 0 0 0,0 0 0 0 0,0 1 0 0 0,0-1 1 0 0,6 9-1 0 0,-7-14-512 0 0,-2-36-9428 0 0,-7 13 3181 0 0,4 12 491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09:50.2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91 0 3948 0 0,'0'0'2021'0'0,"-21"12"8359"0"0,6-2-7877 0 0,9-2-1804 0 0,0 0 1 0 0,1 1 0 0 0,0 0-1 0 0,0 1 1 0 0,1-1-1 0 0,0 1 1 0 0,1-1-1 0 0,0 1 1 0 0,-3 15-1 0 0,3-9-458 0 0,1 0 0 0 0,1 1-1 0 0,0-1 1 0 0,1 1 0 0 0,2 18-1 0 0,-1-25-347 0 0,1-1 0 0 0,0 1 0 0 0,0-1 0 0 0,1 0 0 0 0,0 1 0 0 0,1-1 0 0 0,0-1 0 0 0,0 1 0 0 0,1-1 0 0 0,0 1 0 0 0,0-1 0 0 0,1-1 0 0 0,0 1 0 0 0,11 10 0 0 0,-11-14-597 0 0,-1 1 1 0 0,1-1-1 0 0,0 0 1 0 0,0-1-1 0 0,0 0 0 0 0,1 0 1 0 0,-1 0-1 0 0,13 3 1 0 0,-11-4-625 0 0,-1-1 1 0 0,1 0-1 0 0,1 0 0 0 0,-1-1 1 0 0,0 0-1 0 0,0 0 0 0 0,0-1 1 0 0,11-2-1 0 0,12-4-6055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09:50.7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1 5150 0 0,'0'0'313'0'0,"0"1"-1"0"0,-1-1 1 0 0,1 1 0 0 0,0-1-1 0 0,0 1 1 0 0,0-1 0 0 0,0 1-1 0 0,0-1 1 0 0,0 1 0 0 0,0-1-1 0 0,0 1 1 0 0,0-1 0 0 0,0 1-1 0 0,0 0 1 0 0,0-1 0 0 0,0 1-1 0 0,0-1 1 0 0,0 1-1 0 0,1-1 1 0 0,-1 1 0 0 0,0-1-1 0 0,0 1 1 0 0,0-1 0 0 0,1 0-1 0 0,-1 1 1 0 0,0-1 0 0 0,1 1-1 0 0,17 15 4255 0 0,34 11-1218 0 0,-34-19-1388 0 0,-12-4-1680 0 0,0 0 1 0 0,1 0-1 0 0,-2 0 1 0 0,1 1-1 0 0,0 0 1 0 0,-1 0-1 0 0,0 1 1 0 0,0 0-1 0 0,0-1 1 0 0,-1 1-1 0 0,0 1 1 0 0,0-1-1 0 0,-1 1 1 0 0,1-1-1 0 0,-2 1 1 0 0,1 0-1 0 0,-1 0 1 0 0,3 13-1 0 0,-1 6 182 0 0,-2 0 0 0 0,0 0 0 0 0,-4 51 0 0 0,0-14-91 0 0,-2-36-169 0 0,3-25-191 0 0,0 0 0 0 0,1 0 0 0 0,0 0 0 0 0,-1 0 0 0 0,1 0 0 0 0,0 1 0 0 0,0-1 0 0 0,0 0 0 0 0,0 0 0 0 0,0 0 0 0 0,0 0 0 0 0,1 0 0 0 0,-1 0 0 0 0,1 0 0 0 0,-1 0 1 0 0,1 0-1 0 0,1 3 0 0 0,0-3-196 0 0,10 14-3434 0 0,-9-22 2021 0 0,-1 0 1 0 0,0 0-1 0 0,0-1 1 0 0,0 1-1 0 0,-1 0 1 0 0,0-1-1 0 0,0 1 1 0 0,-1-1-1 0 0,0 1 1 0 0,0-1-1 0 0,0 1 1 0 0,-2-10-1 0 0,1-2-5597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3:59.1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113 1597 5162 0 0,'-5'9'19265'0'0,"15"-9"-13174"0"0,-20-22-5247 0 0,6-4-742 0 0,2 1-1 0 0,0-1 0 0 0,2 0 1 0 0,1 1-1 0 0,1-1 0 0 0,1 0 1 0 0,11-42-1 0 0,3-34-103 0 0,11-174 69 0 0,-16 143-78 0 0,-5 38-149 0 0,4 0-1 0 0,33-131 0 0 0,-34 187 122 0 0,-6 22 75 0 0,0 0 0 0 0,1 0 0 0 0,13-26 0 0 0,-16 38-32 0 0,0 1-1 0 0,0-1 0 0 0,-1 0 0 0 0,0 0 0 0 0,0 0 1 0 0,0 0-1 0 0,1-7 0 0 0,-2 10-27 0 0,4-12-5 0 0,-3 7-61 0 0,-79 108 5 0 0,20-30 106 0 0,-73 119 0 0 0,118-171-83 0 0,12-17 2 0 0,-1 0 1 0 0,0 0-1 0 0,1 1 0 0 0,-1-1 0 0 0,1 0 1 0 0,0 1-1 0 0,0-1 0 0 0,0 1 0 0 0,0 0 1 0 0,0-1-1 0 0,0 1 0 0 0,1 0 0 0 0,-1 2 1 0 0,17-23-644 0 0,-9 12 582 0 0,62-80-447 0 0,-4-3 0 0 0,-4-3 1 0 0,59-118-1 0 0,-44 88 156 0 0,-75 121 387 0 0,18 22 213 0 0,-16-9-96 0 0,0 0-1 0 0,0 1 0 0 0,-1-1 0 0 0,0 21 1 0 0,-1-17 26 0 0,1 0 1 0 0,6 29-1 0 0,-4-30-78 0 0,1 1-1 0 0,0-1 1 0 0,1 0 0 0 0,1 0-1 0 0,0 0 1 0 0,1-1 0 0 0,1 0-1 0 0,0-1 1 0 0,12 14 0 0 0,21 16-960 0 0,-39-42 43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4:00.4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281 8 3238 0 0,'0'0'20045'0'0,"-36"-7"-18376"0"0,26 7-1403 0 0,1 0-1 0 0,-1 0 0 0 0,1 1 0 0 0,0 1 1 0 0,-1-1-1 0 0,1 2 0 0 0,0-1 0 0 0,0 1 1 0 0,0 1-1 0 0,-15 7 0 0 0,12-4-59 0 0,0 0 0 0 0,0 0 0 0 0,1 1 0 0 0,0 1 0 0 0,0 0-1 0 0,1 1 1 0 0,-9 10 0 0 0,15-16-194 0 0,2-1-1 0 0,-1 1 1 0 0,0-1-1 0 0,1 1 1 0 0,0 0-1 0 0,-1 0 1 0 0,2 0-1 0 0,-1 0 1 0 0,0 1-1 0 0,1-1 1 0 0,0 0-1 0 0,0 1 1 0 0,0-1-1 0 0,1 1 1 0 0,-1-1-1 0 0,1 1 1 0 0,0-1-1 0 0,0 1 1 0 0,1-1-1 0 0,-1 1 1 0 0,1-1-1 0 0,0 1 1 0 0,0-1-1 0 0,1 0 1 0 0,-1 1-1 0 0,1-1 1 0 0,0 0-1 0 0,0 0 1 0 0,0 0-1 0 0,1 0 1 0 0,-1-1-1 0 0,1 1 1 0 0,0-1-1 0 0,0 1 1 0 0,0-1-1 0 0,1 0 1 0 0,-1 0-1 0 0,1 0 1 0 0,0-1-1 0 0,-1 1 1 0 0,1-1-1 0 0,0 0 1 0 0,0 0-1 0 0,5 1 1 0 0,6 1-49 0 0,0-2 0 0 0,0 0 1 0 0,0 0-1 0 0,0-2 0 0 0,0 0 0 0 0,0 0 1 0 0,0-2-1 0 0,0 0 0 0 0,0 0 1 0 0,0-2-1 0 0,-1 0 0 0 0,1 0 1 0 0,-1-1-1 0 0,0-1 0 0 0,0 0 1 0 0,-1-1-1 0 0,22-15 0 0 0,-32 20 43 0 0,0 0 0 0 0,0 0 0 0 0,0-1 0 0 0,0 1 1 0 0,-1 0-1 0 0,1-1 0 0 0,-1 0 0 0 0,0 1 0 0 0,0-1 0 0 0,0 0 0 0 0,0 0 0 0 0,0 0 0 0 0,0-1 0 0 0,-1 1 0 0 0,0 0 0 0 0,0-1 0 0 0,0 1 0 0 0,0 0 0 0 0,0-1 0 0 0,0 0 1 0 0,-1 1-1 0 0,0-1 0 0 0,0 1 0 0 0,0-1 0 0 0,0 1 0 0 0,0-1 0 0 0,-1 1 0 0 0,1-1 0 0 0,-1 1 0 0 0,-2-5 0 0 0,1 2 47 0 0,-1 1 0 0 0,0 0 0 0 0,0 0 0 0 0,-1 0 0 0 0,1 1 0 0 0,-1-1 0 0 0,0 1 0 0 0,-1 0 1 0 0,1 0-1 0 0,0 0 0 0 0,-1 0 0 0 0,0 1 0 0 0,0 0 0 0 0,0 0 0 0 0,0 0 0 0 0,-9-2 0 0 0,12 4-22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4:01.5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77 0 3696 0 0,'0'0'16030'0'0,"19"25"-12483"0"0,-16-22-3415 0 0,1 0 0 0 0,-1 0 0 0 0,0 1 0 0 0,0-1 0 0 0,0 1 1 0 0,0-1-1 0 0,-1 1 0 0 0,0 0 0 0 0,0 0 0 0 0,0 1 0 0 0,0-1 0 0 0,0 0 0 0 0,-1 0 0 0 0,0 1 0 0 0,0-1 0 0 0,0 1 0 0 0,0-1 0 0 0,-1 1 0 0 0,0 0 0 0 0,0-1 0 0 0,0 1 0 0 0,0-1 0 0 0,-2 7 0 0 0,1-1 3 0 0,-1 0-1 0 0,-1 0 1 0 0,0-1 0 0 0,0 1 0 0 0,-1-1-1 0 0,0 0 1 0 0,0 1 0 0 0,-1-2 0 0 0,-10 14 0 0 0,-74 93 1201 0 0,100-125-2488 0 0,11-6-3381 0 0,35-27-12307 0 0,-39 28 10261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4:01.8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 0 6272 0 0,'-3'9'10104'0'0,"-2"18"-5035"0"0,-6 74-574 0 0,11-81-3871 0 0,-1-6-275 0 0,1 0-1 0 0,1 0 0 0 0,0 0 0 0 0,4 15 1 0 0,-2 2 81 0 0,-3-27-395 0 0,0 0-1 0 0,0-1 0 0 0,0 1 1 0 0,0 0-1 0 0,1 0 0 0 0,0 0 1 0 0,0-1-1 0 0,0 1 0 0 0,0 0 1 0 0,3 3-1 0 0,-3-5 59 0 0,3 8 2050 0 0,-3-5-4034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4:03.8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2258 146 2644 0 0,'0'0'6403'0'0,"14"-9"3105"0"0,-92 18-5248 0 0,-50-14-2971 0 0,62 1-439 0 0,-735-10 2802 0 0,-256-13-1528 0 0,1022 26-2032 0 0,26 2-49 0 0,0-1 1 0 0,0 0-1 0 0,0-1 1 0 0,0 1-1 0 0,0-2 1 0 0,0 1-1 0 0,0-1 1 0 0,1-1-1 0 0,-17-6 1 0 0,25 9-43 0 0,0 0 0 0 0,0 0 0 0 0,0 0 0 0 0,-1 0 0 0 0,1-1 0 0 0,0 1 0 0 0,0 0 1 0 0,0 0-1 0 0,0-1 0 0 0,0 1 0 0 0,0 0 0 0 0,0 0 0 0 0,0 0 0 0 0,0-1 0 0 0,0 1 0 0 0,0 0 1 0 0,0 0-1 0 0,0 0 0 0 0,0-1 0 0 0,0 1 0 0 0,0 0 0 0 0,0 0 0 0 0,0-1 0 0 0,0 1 1 0 0,0 0-1 0 0,0 0 0 0 0,1 0 0 0 0,-1-1 0 0 0,0 1 0 0 0,0 0 0 0 0,0 0 0 0 0,0 0 0 0 0,0 0 1 0 0,0-1-1 0 0,1 1 0 0 0,-1 0 0 0 0,0 0 0 0 0,0 0 0 0 0,0 0 0 0 0,1 0 0 0 0,-1 0 1 0 0,0-1-1 0 0,0 1 0 0 0,0 0 0 0 0,1 0 0 0 0,-1 0 0 0 0,0 0 0 0 0,20-10-17 0 0,22-5-101 0 0,151-26-1197 0 0,-190 40 1276 0 0,16-2 328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4:04.5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364 1 3878 0 0,'0'0'3636'0'0,"-9"12"16"0"0,3-7 1128 0 0,-20 2-3575 0 0,0 1 0 0 0,1 2 0 0 0,-28 14 0 0 0,25-9-669 0 0,0 1 0 0 0,1 1-1 0 0,1 2 1 0 0,-40 36 0 0 0,61-52-509 0 0,1 2-1 0 0,0-1 0 0 0,1 0 1 0 0,-1 1-1 0 0,1 0 1 0 0,-1 0-1 0 0,1 0 0 0 0,1 0 1 0 0,-1 0-1 0 0,1 1 0 0 0,0-1 1 0 0,0 1-1 0 0,-1 6 1 0 0,3-10-25 0 0,0 1 0 0 0,0-1-1 0 0,0 1 1 0 0,1-1 0 0 0,-1 0 0 0 0,0 1 0 0 0,1-1 0 0 0,0 0 0 0 0,-1 0 0 0 0,1 1 0 0 0,0-1 0 0 0,0 0 0 0 0,1 0 0 0 0,-1 0 0 0 0,0 0 0 0 0,1 0 0 0 0,-1 0 0 0 0,1-1 0 0 0,-1 1 0 0 0,1 0 0 0 0,0-1 0 0 0,0 1 0 0 0,0-1 0 0 0,0 1 0 0 0,0-1 0 0 0,0 0 0 0 0,0 0 0 0 0,0 0 0 0 0,0 0 0 0 0,1-1-1 0 0,-1 1 1 0 0,0 0 0 0 0,4 0 0 0 0,21 4 43 0 0,-1-2 0 0 0,1 0-1 0 0,0-1 1 0 0,0-2-1 0 0,0-1 1 0 0,37-6 0 0 0,49 0 1293 0 0,-138 38-6825 0 0,-63 19-9458 0 0,65-39 9863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4:05.2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61 0 1986 0 0,'0'0'15896'0'0,"-17"26"-12429"0"0,13-17-3000 0 0,0 0 0 0 0,1 1 0 0 0,0 0 1 0 0,-2 17-1 0 0,-5 14 281 0 0,5-22-364 0 0,2 1 0 0 0,0 0 1 0 0,1 0-1 0 0,1 0 0 0 0,1 0 1 0 0,0 1-1 0 0,7 36 1 0 0,-4-48-254 0 0,0 0 1 0 0,0 0 0 0 0,1 0 0 0 0,0 0 0 0 0,0 0 0 0 0,1-1 0 0 0,10 14 0 0 0,-15-21 101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4:05.6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73 1 6854 0 0,'0'0'7941'0'0,"-4"21"-1531"0"0,15 10-3578 0 0,14 53 302 0 0,-24-78-3075 0 0,0-1-1 0 0,0 1 1 0 0,-1 0 0 0 0,0 0 0 0 0,0 0 0 0 0,0-1 0 0 0,-1 1-1 0 0,1 0 1 0 0,-1-1 0 0 0,-1 1 0 0 0,1 0 0 0 0,-4 6 0 0 0,4-8-263 0 0,-1-1 0 0 0,0-1 1 0 0,0 1-1 0 0,0 0 1 0 0,0 0-1 0 0,0-1 0 0 0,-1 1 1 0 0,1-1-1 0 0,-1 0 1 0 0,1 0-1 0 0,-1 0 0 0 0,0 0 1 0 0,0 0-1 0 0,-5 2 1 0 0,-27 4-6030 0 0,34-8 6038 0 0,1 0 0 0 0,-1 0 0 0 0,0 1 0 0 0,0-1 0 0 0,0 0 0 0 0,1 0 0 0 0,-1 0 0 0 0,0 0 0 0 0,0-1 0 0 0,0 1 0 0 0,1 0 0 0 0,-1 0 0 0 0,0 0 0 0 0,0-1 0 0 0,0 1 0 0 0,1 0 0 0 0,-1-1 0 0 0,0 1 0 0 0,1-1 0 0 0,-1 1 0 0 0,0-1 0 0 0,1 1 0 0 0,-1-1 0 0 0,1 1 0 0 0,-1-1 0 0 0,0 1 0 0 0,1-1 0 0 0,0 0 0 0 0,-1 1 0 0 0,1-1 0 0 0,-1 0 0 0 0,1 0 0 0 0,-1 0 0 0 0,3-24-5490 0 0,-1 19 4110 0 0,3-9-3170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4:06.0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101 20 5494 0 0,'-2'1'1324'0'0,"-18"8"10778"0"0,13-5-9620 0 0,-1 4-1803 0 0,1 0 0 0 0,-1 1 0 0 0,2 0-1 0 0,-1 1 1 0 0,1-1 0 0 0,1 1 0 0 0,0 0 0 0 0,0 1-1 0 0,-6 20 1 0 0,10-27-647 0 0,0-1 0 0 0,0 1 0 0 0,1 0-1 0 0,0-1 1 0 0,-1 1 0 0 0,1 0 0 0 0,0 0 0 0 0,1-1 0 0 0,-1 1-1 0 0,1 0 1 0 0,0-1 0 0 0,-1 1 0 0 0,2-1 0 0 0,-1 1-1 0 0,0-1 1 0 0,1 1 0 0 0,-1-1 0 0 0,1 0 0 0 0,0 1-1 0 0,0-1 1 0 0,1 0 0 0 0,-1 0 0 0 0,0-1 0 0 0,1 1-1 0 0,0 0 1 0 0,0-1 0 0 0,0 0 0 0 0,0 0 0 0 0,0 0 0 0 0,0 0-1 0 0,0 0 1 0 0,1 0 0 0 0,-1-1 0 0 0,5 2 0 0 0,5 1-38 0 0,1 0 0 0 0,0-1 0 0 0,-1-1 0 0 0,1 0 0 0 0,0-1 0 0 0,0-1 1 0 0,0 0-1 0 0,0 0 0 0 0,23-5 0 0 0,7-3-364 0 0,71-22 1 0 0,-94 23 55 0 0,1 0 0 0 0,-1-2-1 0 0,22-12 1 0 0,-37 17 185 0 0,1 0 0 0 0,0 0-1 0 0,-1-1 1 0 0,0 0 0 0 0,0 0 0 0 0,0 0 0 0 0,-1-1-1 0 0,0 0 1 0 0,0 0 0 0 0,0 0 0 0 0,-1-1-1 0 0,6-12 1 0 0,-9 17 122 0 0,0 0 0 0 0,0 0 0 0 0,0 0 0 0 0,0 0 0 0 0,-1 0 0 0 0,1 0 0 0 0,-1-1 1 0 0,0 1-1 0 0,0 0 0 0 0,0 0 0 0 0,0-1 0 0 0,0 1 0 0 0,0 0 0 0 0,0 0 0 0 0,-1-1 0 0 0,1 1 0 0 0,-1 0 0 0 0,0 0 0 0 0,1 0 0 0 0,-1 0 0 0 0,0 0 0 0 0,-2-2 0 0 0,1 1 3 0 0,-1 0 1 0 0,0 0-1 0 0,0 0 0 0 0,0 0 0 0 0,0 1 1 0 0,0-1-1 0 0,0 1 0 0 0,-1 0 0 0 0,0 0 1 0 0,1 0-1 0 0,-6-2 0 0 0,-5 0 2 0 0,0 0-1 0 0,0 0 0 0 0,0 1 1 0 0,0 1-1 0 0,-26-1 1 0 0,12 3-98 0 0,0 1-1 0 0,0 2 1 0 0,-49 10 0 0 0,13 9-3916 0 0,43-6-40 0 0,18-9 90 0 0,3 3-3714 0 0,4 0 2468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4:06.4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192 0 5724 0 0,'-14'11'1272'0'0,"0"1"1"0"0,0 0-1 0 0,1 1 0 0 0,1 1 1 0 0,0-1-1 0 0,1 2 0 0 0,-16 27 1 0 0,-3 29 697 0 0,18-30-784 0 0,2-1 0 0 0,-9 74 1 0 0,17-92-929 0 0,1 0 0 0 0,1 0 0 0 0,1 0 0 0 0,0 0 0 0 0,2 0 0 0 0,1-1 0 0 0,7 22 0 0 0,8 10 87 0 0,-14-43-409 0 0,-1-1 0 0 0,2 1 0 0 0,0-1 0 0 0,0 1 0 0 0,0-2 0 0 0,1 1-1 0 0,1-1 1 0 0,-1 0 0 0 0,1 0 0 0 0,1-1 0 0 0,-1 0 0 0 0,19 10 0 0 0,14 3-1026 0 0,-22-13 174 0 0,1-1 0 0 0,-1 0-1 0 0,1-2 1 0 0,0-1 0 0 0,0 0 0 0 0,26 0 0 0 0,-26-3-1624 0 0,0-1 0 0 0,-1-1 1 0 0,31-6-1 0 0,-21 1-2788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4:06.8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90 0 7148 0 0,'-3'3'812'0'0,"1"0"0"0"0,-1-1-1 0 0,1 1 1 0 0,0 0 0 0 0,0 0-1 0 0,0 0 1 0 0,0 0 0 0 0,0 0 0 0 0,-1 7-1 0 0,-7 37 2262 0 0,8-20-2518 0 0,5 44 0 0 0,-2-60-27 0 0,2 39-320 0 0,6 239-1802 0 0,-11-243-505 0 0,-10 51-1 0 0,7-66-489 0 0,-3-1-1 0 0,-16 46 0 0 0,16-54-271 0 0,-3-5-890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8:01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368 1682 4272 0 0,'-8'-12'24927'0'0,"12"2"-21495"0"0,-1 0-7842 0 0,15-174 4701 0 0,-12 86-230 0 0,-5 56 5 0 0,-2 0 1 0 0,-6-46-1 0 0,2 41-24 0 0,-16-156 209 0 0,18 170-211 0 0,3-64 0 0 0,1 36-45 0 0,4 11 105 0 0,-3 40-70 0 0,-1 0 0 0 0,0-1 0 0 0,-1 1 0 0 0,-1-21 0 0 0,1 25-17 0 0,0-1 1 0 0,0 0-1 0 0,0 0 1 0 0,1 0-1 0 0,0 1 1 0 0,0-1-1 0 0,4-9 1 0 0,3-31-5 0 0,-7 34-20 0 0,0 1 0 0 0,1 0-1 0 0,5-18 1 0 0,-9 0 37 0 0,0 14-38 0 0,-4-49-71 0 0,4 53 98 0 0,0-1 0 0 0,1 1 0 0 0,1-1 1 0 0,0 0-1 0 0,1 1 0 0 0,3-22 1 0 0,2 3-58 0 0,-5 22 61 0 0,0 0 0 0 0,1 0 0 0 0,0 0 0 0 0,1 0 0 0 0,0 1 1 0 0,7-16-1 0 0,-9 22-25 0 0,5-25-19 0 0,-6 27 34 0 0,0-1 1 0 0,0 1 0 0 0,0-1 0 0 0,-1 1 0 0 0,1 0 0 0 0,0-1 0 0 0,0 1 0 0 0,-1 0 0 0 0,1-1 0 0 0,0 1 0 0 0,0 0 0 0 0,-1-1-1 0 0,1 1 1 0 0,0 0 0 0 0,-1 0 0 0 0,1-1 0 0 0,0 1 0 0 0,-1 0 0 0 0,1 0 0 0 0,-1-1 0 0 0,1 1 0 0 0,0 0 0 0 0,-1 0-1 0 0,1 0 1 0 0,-1 0 0 0 0,1 0 0 0 0,0 0 0 0 0,-1 0 0 0 0,1 0 0 0 0,-1 0 0 0 0,1 0 0 0 0,-1 0 0 0 0,1 0 0 0 0,0 0-1 0 0,-1 0 1 0 0,1 0 0 0 0,-1 0 0 0 0,-21 12 141 0 0,-16 25-39 0 0,36-35-84 0 0,-160 160 583 0 0,122-124-408 0 0,1 1 1 0 0,-60 81-1 0 0,98-119-200 0 0,13-1 11 0 0,-10 0-15 0 0,0 1 0 0 0,0-1 0 0 0,0 0 0 0 0,0-1 0 0 0,0 1 1 0 0,0 0-1 0 0,0 0 0 0 0,0-1 0 0 0,0 1 0 0 0,0-1 0 0 0,0 0 1 0 0,0 0-1 0 0,0 1 0 0 0,0-1 0 0 0,-1 0 0 0 0,3-2 0 0 0,18-13-88 0 0,-1-1 0 0 0,-1-2 0 0 0,0 0 0 0 0,-1 0 0 0 0,22-32 0 0 0,13-12-278 0 0,-36 41 176 0 0,-1-1 0 0 0,22-39 1 0 0,5-7-93 0 0,-22 33 168 0 0,-20 30 115 0 0,1 1 0 0 0,-1 0 1 0 0,1 0-1 0 0,1 0 1 0 0,-1 0-1 0 0,1 1 0 0 0,0-1 1 0 0,0 1-1 0 0,0 0 1 0 0,6-4-1 0 0,-8 6 13 0 0,4-1-13 0 0,-5 1-11 0 0,1 0-1 0 0,0 1 1 0 0,0-1 0 0 0,1 1-1 0 0,-1-1 1 0 0,0 1-1 0 0,0 0 1 0 0,1 0 0 0 0,-1 0-1 0 0,4-1 1 0 0,-4 1 129 0 0,0 2-116 0 0,0-1 5 0 0,0 0 0 0 0,0 1-1 0 0,0-1 1 0 0,0 1-1 0 0,0 0 1 0 0,0-1-1 0 0,0 1 1 0 0,0 0 0 0 0,0 0-1 0 0,0 1 1 0 0,-1-1-1 0 0,4 3 1 0 0,54 81 353 0 0,55 75 324 0 0,-62-102-412 0 0,-48-54-2362 0 0,9 5 6106 0 0,-5-4-3412 0 0,-1 0-5476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8:02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12 148 3974 0 0,'0'0'10020'0'0,"-7"29"-2558"0"0,9-13-6954 0 0,0-1-1 0 0,1 0 1 0 0,1 0-1 0 0,0 0 1 0 0,1-1-1 0 0,0 1 1 0 0,1-1-1 0 0,1 0 1 0 0,1-1-1 0 0,9 15 1 0 0,-7-11-355 0 0,1 5 263 0 0,-22-55-371 0 0,-22-68-14 0 0,17 57 49 0 0,-12-56 1 0 0,28 97-77 0 0,0 0 1 0 0,-1-1-1 0 0,1 1 1 0 0,0 0-1 0 0,1 0 1 0 0,-1 0-1 0 0,0 0 1 0 0,1 0-1 0 0,0 0 1 0 0,0 0-1 0 0,0 0 1 0 0,0 0-1 0 0,0 0 1 0 0,0 0-1 0 0,1 0 1 0 0,0 0-1 0 0,-1 1 1 0 0,1-1-1 0 0,0 1 1 0 0,0-1-1 0 0,0 1 1 0 0,1 0-1 0 0,-1 0 1 0 0,1 0-1 0 0,-1 0 1 0 0,1 0-1 0 0,-1 1 1 0 0,1-1-1 0 0,0 1 1 0 0,0-1-1 0 0,0 1 1 0 0,3-1-1 0 0,11-4 29 0 0,1 1 1 0 0,-1 0-1 0 0,1 1 0 0 0,20-1 1 0 0,-31 4-15 0 0,-6 0-11 0 0,0 1 0 0 0,1 0 0 0 0,-1-1 0 0 0,0 1 0 0 0,0 0-1 0 0,1 0 1 0 0,-1 0 0 0 0,0 0 0 0 0,1 0 0 0 0,-1 0 0 0 0,0 0 0 0 0,0 1 0 0 0,1-1 0 0 0,-1 0 0 0 0,0 1 0 0 0,0-1 0 0 0,0 1 0 0 0,1-1 0 0 0,-1 1 0 0 0,0 0 0 0 0,0-1 0 0 0,0 1-1 0 0,0 0 1 0 0,0 0 0 0 0,0 0 0 0 0,0-1 0 0 0,0 1 0 0 0,1 2 0 0 0,-2 0 5 0 0,1-1 0 0 0,-1 0 0 0 0,1 1-1 0 0,-1-1 1 0 0,0 1 0 0 0,0-1 0 0 0,0 1 0 0 0,0-1 0 0 0,0 0 0 0 0,-1 1-1 0 0,1-1 1 0 0,-1 1 0 0 0,1-1 0 0 0,-2 3 0 0 0,-3 7 34 0 0,0 0 1 0 0,0-1 0 0 0,-2 1-1 0 0,-13 19 1 0 0,-111 150 339 0 0,130-180-384 0 0,0 0 1 0 0,0 1-1 0 0,0-1 0 0 0,0 0 1 0 0,0 1-1 0 0,0-1 0 0 0,0 1 1 0 0,1-1-1 0 0,-1 1 0 0 0,0-1 1 0 0,1 1-1 0 0,-1-1 0 0 0,1 1 1 0 0,0 0-1 0 0,0-1 0 0 0,-1 1 1 0 0,1 0-1 0 0,0-1 0 0 0,0 1 1 0 0,1 0-1 0 0,-1-1 0 0 0,0 1 1 0 0,0 0-1 0 0,1-1 1 0 0,-1 1-1 0 0,1-1 0 0 0,0 1 1 0 0,-1-1-1 0 0,1 1 0 0 0,0-1 1 0 0,0 1-1 0 0,1 1 0 0 0,1-1 11 0 0,1 0-1 0 0,-1 0 0 0 0,1 0 1 0 0,-1-1-1 0 0,1 1 1 0 0,0-1-1 0 0,0 0 0 0 0,-1 0 1 0 0,1 0-1 0 0,0 0 0 0 0,0-1 1 0 0,0 1-1 0 0,6-1 1 0 0,3 0 31 0 0,1 0 1 0 0,-1-1 0 0 0,0-1-1 0 0,0 0 1 0 0,0 0 0 0 0,0-1 0 0 0,0-1-1 0 0,17-7 1 0 0,-28 10-9 0 0,38-5-54 0 0,23-5-1426 0 0,-61 10 995 0 0,4-11-6721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8:02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43 4286 0 0,'0'0'1563'0'0,"2"-1"-1180"0"0,13-17 9839 0 0,-15 18-10057 0 0,0-1 0 0 0,0 0 0 0 0,0 0 1 0 0,0 0-1 0 0,0 0 0 0 0,0 0 0 0 0,-1 0 1 0 0,1 0-1 0 0,0 0 0 0 0,0 1 1 0 0,-1-1-1 0 0,1 0 0 0 0,0 0 0 0 0,-1 0 1 0 0,1 1-1 0 0,-1-1 0 0 0,1 0 1 0 0,-1 0-1 0 0,0 1 0 0 0,1-1 0 0 0,-1 0 1 0 0,1 1-1 0 0,-1-1 0 0 0,0 1 1 0 0,0-1-1 0 0,1 1 0 0 0,-1-1 0 0 0,-1 0 1 0 0,0 1 4 0 0,-1-1 1 0 0,1 1 0 0 0,0 0 0 0 0,0 0-1 0 0,-1 0 1 0 0,1 0 0 0 0,0 0-1 0 0,0 0 1 0 0,-1 1 0 0 0,1-1 0 0 0,-3 1-1 0 0,-3 2 64 0 0,1 0-1 0 0,0 0 1 0 0,-1 0-1 0 0,1 1 1 0 0,1 0-1 0 0,-10 6 1 0 0,8-3-10 0 0,1 0 1 0 0,1 1 0 0 0,-1-1-1 0 0,1 1 1 0 0,1 0 0 0 0,-1 1 0 0 0,1 0-1 0 0,-6 14 1 0 0,10-20-191 0 0,-1 0 1 0 0,1 0 0 0 0,0 0-1 0 0,0 0 1 0 0,0 0 0 0 0,0 1-1 0 0,1-1 1 0 0,-1 0 0 0 0,1 0-1 0 0,0 1 1 0 0,0-1-1 0 0,0 0 1 0 0,0 0 0 0 0,0 1-1 0 0,1-1 1 0 0,-1 0 0 0 0,1 0-1 0 0,0 0 1 0 0,0 0 0 0 0,0 1-1 0 0,1-2 1 0 0,-1 1-1 0 0,1 0 1 0 0,0 0 0 0 0,0 0-1 0 0,-1-1 1 0 0,2 1 0 0 0,-1-1-1 0 0,3 3 1 0 0,-2-3-52 0 0,1 0-1 0 0,0 0 1 0 0,0 0 0 0 0,0-1-1 0 0,0 0 1 0 0,0 0 0 0 0,0 0-1 0 0,0 0 1 0 0,0-1 0 0 0,0 1-1 0 0,0-1 1 0 0,0 0 0 0 0,0-1-1 0 0,0 1 1 0 0,1-1 0 0 0,-1 1-1 0 0,0-1 1 0 0,0 0 0 0 0,0-1-1 0 0,-1 1 1 0 0,7-4 0 0 0,3 0-141 0 0,-1-2 1 0 0,0 1 0 0 0,0-2 0 0 0,0 1-1 0 0,12-13 1 0 0,-20 16 131 0 0,0 0-1 0 0,0 0 0 0 0,0-1 1 0 0,-1 1-1 0 0,0-1 0 0 0,0 0 1 0 0,0 0-1 0 0,-1 0 1 0 0,0 0-1 0 0,0 0 0 0 0,0 0 1 0 0,0-1-1 0 0,-1 1 1 0 0,0-1-1 0 0,0 1 0 0 0,0-1 1 0 0,-1 0-1 0 0,0 1 0 0 0,-1-11 1 0 0,1 15 44 0 0,0 0 0 0 0,0 0 1 0 0,0 0-1 0 0,0 1 0 0 0,-1-1 1 0 0,1 0-1 0 0,0 0 0 0 0,-1 0 1 0 0,1 0-1 0 0,0 0 0 0 0,-1 1 1 0 0,1-1-1 0 0,-1 0 0 0 0,0 0 1 0 0,1 1-1 0 0,-1-1 0 0 0,1 0 1 0 0,-1 1-1 0 0,0-1 0 0 0,0 1 1 0 0,1-1-1 0 0,-1 1 0 0 0,0-1 1 0 0,0 1-1 0 0,0-1 0 0 0,0 1 1 0 0,1 0-1 0 0,-1 0 0 0 0,0-1 1 0 0,0 1-1 0 0,0 0 0 0 0,0 0 0 0 0,0 0 1 0 0,0 0-1 0 0,0 0 0 0 0,0 0 1 0 0,0 0-1 0 0,1 0 0 0 0,-1 0 1 0 0,0 1-1 0 0,0-1 0 0 0,0 0 1 0 0,0 0-1 0 0,0 1 0 0 0,1-1 1 0 0,-1 1-1 0 0,0-1 0 0 0,0 1 1 0 0,0-1-1 0 0,1 1 0 0 0,-1-1 1 0 0,0 1-1 0 0,1 0 0 0 0,-1-1 1 0 0,1 1-1 0 0,-1 0 0 0 0,0 0 1 0 0,1-1-1 0 0,0 1 0 0 0,-1 0 1 0 0,1 0-1 0 0,-1 0 0 0 0,1 0 1 0 0,0 0-1 0 0,0-1 0 0 0,-1 1 0 0 0,1 0 1 0 0,0 2-1 0 0,-3 13 467 0 0,3-15-473 0 0,-1-1 1 0 0,1 1-1 0 0,0 0 0 0 0,0 0 0 0 0,0 0 0 0 0,-1 0 1 0 0,1 0-1 0 0,0 0 0 0 0,0-1 0 0 0,0 1 0 0 0,0 0 1 0 0,0 0-1 0 0,1 0 0 0 0,-1 0 0 0 0,0 0 0 0 0,0 0 1 0 0,1-1-1 0 0,-1 1 0 0 0,0 0 0 0 0,1 0 0 0 0,-1 0 0 0 0,0-1 1 0 0,2 2-1 0 0,7 17 165 0 0,-8-16-193 0 0,0-1-1 0 0,1 1 1 0 0,-1 0-1 0 0,0 0 0 0 0,1-1 1 0 0,-1 1-1 0 0,1-1 1 0 0,0 1-1 0 0,0-1 0 0 0,0 0 1 0 0,0 0-1 0 0,0 0 1 0 0,1 0-1 0 0,-1 0 0 0 0,1 0 1 0 0,-1-1-1 0 0,1 1 1 0 0,0-1-1 0 0,-1 1 0 0 0,1-1 1 0 0,6 1-1 0 0,-6-1-397 0 0,1 0-1 0 0,0-1 1 0 0,-1 1 0 0 0,1-1-1 0 0,-1 0 1 0 0,1 0-1 0 0,0-1 1 0 0,6 0-1 0 0,-4-1-1482 0 0,-1-1-1 0 0,1 1 1 0 0,0-1-1 0 0,-1 0 1 0 0,0-1-1 0 0,9-5 1 0 0,0-1-2366 0 0,0 1-2428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8:03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1 5350 0 0,'0'0'10082'0'0,"-19"12"-4645"0"0,15-2-5110 0 0,1 1 1 0 0,0-1 0 0 0,1 1 0 0 0,0 0-1 0 0,1 0 1 0 0,0 0 0 0 0,1 0-1 0 0,0-1 1 0 0,1 1 0 0 0,0 0 0 0 0,0 0-1 0 0,1 0 1 0 0,1-1 0 0 0,7 20-1 0 0,-10-29-404 0 0,0-1 0 0 0,0 1-1 0 0,0 0 1 0 0,0-1 0 0 0,1 1-1 0 0,-1-1 1 0 0,0 0 0 0 0,0 1-1 0 0,0-1 1 0 0,1 1 0 0 0,-1-1-1 0 0,0 1 1 0 0,1-1 0 0 0,-1 0-1 0 0,0 1 1 0 0,1-1 0 0 0,-1 1-1 0 0,1-1 1 0 0,-1 0 0 0 0,0 0-1 0 0,1 1 1 0 0,-1-1-1 0 0,1 0 1 0 0,-1 0 0 0 0,1 1-1 0 0,-1-1 1 0 0,1 0 0 0 0,-1 0-1 0 0,1 0 1 0 0,-1 0 0 0 0,1 0-1 0 0,-1 0 1 0 0,1 0 0 0 0,0 0-1 0 0,16-12-1337 0 0,7-27 122 0 0,-20 25 910 0 0,-1 6 467 0 0,0 0 0 0 0,-1 0 0 0 0,0 0 0 0 0,1-19 2509 0 0,-1 28-2582 0 0,1 1-1 0 0,-1 0 1 0 0,0 1 0 0 0,-1-1 0 0 0,1 0 0 0 0,0 0 0 0 0,-1 1 0 0 0,1-1 0 0 0,-1 1-1 0 0,0-1 1 0 0,1 4 0 0 0,2 0 21 0 0,14 21 294 0 0,2-1 0 0 0,1 0 0 0 0,45 40 0 0 0,-47-49-241 0 0,-1 0 0 0 0,-1 2 0 0 0,0 0 0 0 0,-1 0 1 0 0,-1 2-1 0 0,-1 0 0 0 0,16 33 0 0 0,-29-52-72 0 0,0 0 0 0 0,0 0 0 0 0,0 0-1 0 0,-1 1 1 0 0,1-1 0 0 0,-1 0 0 0 0,1 0 0 0 0,-1 1 0 0 0,0-1 0 0 0,0 0 0 0 0,0 1 0 0 0,0-1 0 0 0,0 0 0 0 0,0 1-1 0 0,-1-1 1 0 0,1 0 0 0 0,-1 0 0 0 0,0 1 0 0 0,0-1 0 0 0,1 0 0 0 0,-1 0 0 0 0,-1 0 0 0 0,0 2 0 0 0,-1-1 18 0 0,0 0 0 0 0,0 0 0 0 0,0-1 0 0 0,0 0 0 0 0,0 0 0 0 0,-1 0 0 0 0,1 0 0 0 0,-1 0 0 0 0,1 0 0 0 0,-1-1 0 0 0,0 0 0 0 0,-5 2 0 0 0,-7 0 143 0 0,0-1-1 0 0,0 0 1 0 0,0-2-1 0 0,0 1 0 0 0,-23-4 1 0 0,5-3 4 0 0,0-2 0 0 0,1-1 1 0 0,0-2-1 0 0,1-1 0 0 0,1-2 1 0 0,-37-20-1 0 0,60 30-240 0 0,0-1 0 0 0,0 0-1 0 0,1 0 1 0 0,-13-12 0 0 0,19 16-54 0 0,-2-18-331 0 0,28 22 1019 0 0,6 15-12791 0 0,-13-7 7449 0 0,-16-10 3099 0 0,-20 10-4149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8:05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95 7038 0 0,'-23'-2'3066'0'0,"31"-2"3020"0"0,47-4 3447 0 0,-36 5-11340 0 0,44-3 3182 0 0,1 2-1 0 0,70 4 1 0 0,45-1-491 0 0,605-22-339 0 0,-297 0 58 0 0,-157 4-457 0 0,-286 17-146 0 0,394 2 14 0 0,-301 11 22 0 0,642 60 556 0 0,-618-57-494 0 0,-159-14-86 0 0,31 0 3633 0 0,-28-1-2387 0 0,-1 0-4811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8:05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1 2880 0 0,'0'0'12040'0'0,"-14"16"-4691"0"0,8-9-7026 0 0,-1 1 1 0 0,2 0-1 0 0,-1 0 0 0 0,1 0 1 0 0,0 0-1 0 0,-4 12 0 0 0,4-2 51 0 0,1 0-1 0 0,1 0 0 0 0,1 1 0 0 0,0-1 0 0 0,2 0 0 0 0,0 1 0 0 0,1-1 0 0 0,3 23 1 0 0,-2-35-356 0 0,-1 1-1 0 0,1-1 1 0 0,0 0 0 0 0,0 0 0 0 0,0 1 0 0 0,1-2 0 0 0,0 1 0 0 0,1 0 0 0 0,-1-1 0 0 0,1 1-1 0 0,0-1 1 0 0,0 0 0 0 0,1 0 0 0 0,-1-1 0 0 0,1 1 0 0 0,0-1 0 0 0,0 0 0 0 0,1 0 0 0 0,-1-1 0 0 0,1 1-1 0 0,0-1 1 0 0,0-1 0 0 0,0 1 0 0 0,0-1 0 0 0,0 0 0 0 0,9 2 0 0 0,2-1-129 0 0,0-1 0 0 0,0-1 0 0 0,0 0 0 0 0,0-1 0 0 0,0 0 1 0 0,17-4-1 0 0,-23 2-35 0 0,0 0 0 0 0,-1 0 1 0 0,1-1-1 0 0,-1 0 1 0 0,1-1-1 0 0,-1-1 1 0 0,0 1-1 0 0,-1-1 0 0 0,1-1 1 0 0,11-9-1 0 0,-19 13 124 0 0,0 0 0 0 0,0 0-1 0 0,0-1 1 0 0,0 1 0 0 0,-1-1-1 0 0,1 0 1 0 0,-1 1 0 0 0,0-1 0 0 0,0 0-1 0 0,0 0 1 0 0,0 0 0 0 0,0 0-1 0 0,0 0 1 0 0,-1 0 0 0 0,1-4-1 0 0,-1 5 41 0 0,0-15 322 0 0,0 11-26 0 0,0 18-160 0 0,2-2-75 0 0,0-1 0 0 0,0 0 0 0 0,1 0 0 0 0,1 0 0 0 0,-1 0 0 0 0,2-1-1 0 0,6 12 1 0 0,-4-6-126 0 0,-6-13-279 0 0,2 1 1762 0 0,1 7-7948 0 0,-11-36-15117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8:06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 6152 0 0,'-3'-4'11416'0'0,"6"8"-8842"0"0,3 1-6927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17:18:06.7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93 7842 0 0,'-4'13'8454'0'0,"9"5"-4599"0"0,17 20-2857 0 0,-10-19 296 0 0,-2 2-822 0 0,-7-14-401 0 0,0 0 1 0 0,-1-1-1 0 0,2 0 0 0 0,-1 1 1 0 0,1-1-1 0 0,0 0 0 0 0,0-1 1 0 0,1 1-1 0 0,0-1 0 0 0,0 0 1 0 0,7 6-1 0 0,-10-10-213 0 0,2-1-613 0 0,-1-1 482 0 0,0 0 1 0 0,1 0 0 0 0,-1 0 0 0 0,0 0 0 0 0,0 0 0 0 0,1-1-1 0 0,3-3 1 0 0,2-2-357 0 0,-2-2-1 0 0,1 1 1 0 0,-1-1 0 0 0,-1 0-1 0 0,0-1 1 0 0,9-17-1 0 0,26-28 7907 0 0,-38 71-4785 0 0,-2-9-2444 0 0,0 1 1 0 0,1-1-1 0 0,-1 0 1 0 0,1 0-1 0 0,0-1 1 0 0,1 1-1 0 0,5 9 0 0 0,-5-11-100 0 0,1 0-1 0 0,1-1 1 0 0,-1 0-1 0 0,1 0 0 0 0,0 0 1 0 0,-1 0-1 0 0,2-1 1 0 0,-1 0-1 0 0,0 0 0 0 0,1 0 1 0 0,-1-1-1 0 0,1 1 0 0 0,0-1 1 0 0,0-1-1 0 0,0 1 1 0 0,0-1-1 0 0,0 0 0 0 0,0 0 1 0 0,0-1-1 0 0,0 0 1 0 0,0 0-1 0 0,0 0 0 0 0,0-1 1 0 0,1 0-1 0 0,5-2 0 0 0,-2 1-165 0 0,-1-1 0 0 0,1-1-1 0 0,-1 1 1 0 0,0-1-1 0 0,-1-1 1 0 0,1 0-1 0 0,-1 0 1 0 0,0-1-1 0 0,0 1 1 0 0,0-2-1 0 0,-1 1 1 0 0,0-1-1 0 0,0 0 1 0 0,-1-1-1 0 0,8-11 1 0 0,-9 11 218 0 0,-1 0 0 0 0,1-1 0 0 0,-2 0 0 0 0,1 0 1 0 0,-1 0-1 0 0,0 0 0 0 0,1-14 0 0 0,-3 20 85 0 0,0 0 0 0 0,-1 0 0 0 0,0 0-1 0 0,0 0 1 0 0,0 0 0 0 0,0-1 0 0 0,0 1 0 0 0,0 0 0 0 0,-1 0 0 0 0,0 0 0 0 0,0 0 0 0 0,1 0-1 0 0,-2 0 1 0 0,1 0 0 0 0,0 1 0 0 0,-1-1 0 0 0,1 0 0 0 0,-1 0 0 0 0,0 1 0 0 0,0-1-1 0 0,0 1 1 0 0,0 0 0 0 0,0 0 0 0 0,0-1 0 0 0,-1 1 0 0 0,-2-2 0 0 0,3 3-44 0 0,1 0 1 0 0,0 1-1 0 0,-1-1 1 0 0,1 0 0 0 0,-1 1-1 0 0,1-1 1 0 0,-1 1-1 0 0,1-1 1 0 0,-1 1-1 0 0,1 0 1 0 0,-1 0-1 0 0,1-1 1 0 0,-1 1 0 0 0,1 0-1 0 0,-1 0 1 0 0,1 1-1 0 0,-1-1 1 0 0,1 0-1 0 0,-1 0 1 0 0,1 1 0 0 0,-1-1-1 0 0,1 1 1 0 0,-1-1-1 0 0,1 1 1 0 0,-1 0-1 0 0,1-1 1 0 0,0 1 0 0 0,0 0-1 0 0,-1 0 1 0 0,1 0-1 0 0,0 0 1 0 0,0 0-1 0 0,0 0 1 0 0,0 1-1 0 0,0-1 1 0 0,0 0 0 0 0,0 0-1 0 0,0 1 1 0 0,1-1-1 0 0,-1 1 1 0 0,0-1-1 0 0,1 0 1 0 0,-1 1 0 0 0,1 1-1 0 0,-3 4 69 0 0,1 0 0 0 0,0 0 0 0 0,1 0 0 0 0,0 0-1 0 0,0 0 1 0 0,0 0 0 0 0,1 0 0 0 0,1 10 0 0 0,0-7-121 0 0,1 0 0 0 0,0-1 0 0 0,1 1 0 0 0,0-1 0 0 0,1 0 0 0 0,0 1 0 0 0,7 12 0 0 0,19 13-2320 0 0,-27-32 1591 0 0,1 0 0 0 0,0 0 0 0 0,0 0 0 0 0,1-1 0 0 0,-1 1 0 0 0,0-1 0 0 0,6 2 1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18:41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4292 0 0,'11'-24'21001'0'0,"-10"32"-20769"0"0,0-1 0 0 0,1 0 0 0 0,-1 1 0 0 0,1-1 0 0 0,1 0 0 0 0,-1 0 0 0 0,1 0 1 0 0,1 0-1 0 0,7 11 0 0 0,-8-12-163 0 0,1-1 1 0 0,-1 1 0 0 0,0 0-1 0 0,0 1 1 0 0,0-1 0 0 0,-1 0-1 0 0,0 1 1 0 0,0-1-1 0 0,-1 1 1 0 0,0-1 0 0 0,0 1-1 0 0,0 0 1 0 0,-1 0 0 0 0,-1 9-1 0 0,-3 78 325 0 0,4-92-402 0 0,29-7 173 0 0,6-32 163 0 0,-29 31-322 0 0,1-1-1 0 0,-1 0 1 0 0,0 0 0 0 0,-1 0 0 0 0,0 0-1 0 0,0-1 1 0 0,4-8 0 0 0,10-22-48 0 0,1 1 0 0 0,2 0 0 0 0,35-43 1 0 0,-56 79 55 0 0,6-10-73 0 0,-4 6-339 0 0,0 14 181 0 0,-2-2-1905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18:41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 3168 0 0,'0'0'19513'0'0,"4"19"-16835"0"0,-5-14-2464 0 0,0 0 0 0 0,-1-1 0 0 0,0 1 0 0 0,0 0 0 0 0,-1-1 0 0 0,1 0 0 0 0,-1 1 0 0 0,0-1 0 0 0,-5 6-1 0 0,-3 5 109 0 0,-6 11 104 0 0,-2-2 0 0 0,0 0 0 0 0,-40 37 0 0 0,-1 1-295 0 0,60-62-238 0 0,0 1 0 0 0,0-1-1 0 0,0 0 1 0 0,0 1-1 0 0,-1-1 1 0 0,1 0 0 0 0,0 1-1 0 0,0-1 1 0 0,-1 0 0 0 0,1 1-1 0 0,0-1 1 0 0,0 0 0 0 0,-1 0-1 0 0,1 1 1 0 0,0-1 0 0 0,-1 0-1 0 0,1 0 1 0 0,0 0 0 0 0,-1 1-1 0 0,1-1 1 0 0,0 0 0 0 0,-1 0-1 0 0,1 0 1 0 0,-1 0-1 0 0,1 0 1 0 0,0 0 0 0 0,-1 0-1 0 0,1 0 1 0 0,0 0 0 0 0,-1 0-1 0 0,1 0 1 0 0,-1 0 0 0 0,1 0-1 0 0,0 0 1 0 0,-1 0 0 0 0,1 0-1 0 0,0 0 1 0 0,-1-1 0 0 0,1 1-1 0 0,0 0 1 0 0,-1 0-1 0 0,1 0 1 0 0,0-1 0 0 0,-1 1-1 0 0,1 0 1 0 0,0 0 0 0 0,0-1-1 0 0,-1 1 1 0 0,1 0 0 0 0,0 0-1 0 0,0-1 1 0 0,-1 1 0 0 0,1 0-1 0 0,0-1 1 0 0,0 1 0 0 0,0 0-1 0 0,0-1 1 0 0,-1 0-1 0 0,0-26-3348 0 0,8 3 1083 0 0,11-53-9664 0 0,-14 55 6600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18:42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6914 0 0,'0'0'6970'0'0,"-1"5"-3001"0"0,3 22-426 0 0,55 35 975 0 0,35 26-2668 0 0,-47-55-2487 0 0,-43-32 199 0 0,10-31-13473 0 0,-13 27 13036 0 0,1-3-47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18:42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3696 0 0,'7'7'16637'0'0,"-4"1"-11181"0"0,8 7-7417 0 0,-1-11 4011 0 0,22 1-1712 0 0,-1-2-1 0 0,1-1 1 0 0,-1-1-1 0 0,1-2 1 0 0,39-6-1 0 0,10 0-39 0 0,-66 7-247 0 0,29-2-694 0 0,-44 2 625 0 0,0 0-1 0 0,0 0 0 0 0,0 0 1 0 0,0 0-1 0 0,0 0 0 0 0,0 0 1 0 0,0 1-1 0 0,0-1 1 0 0,0 0-1 0 0,0 0 0 0 0,0 0 1 0 0,0 0-1 0 0,0 0 0 0 0,0 0 1 0 0,0 0-1 0 0,0 0 1 0 0,0 0-1 0 0,0 0 0 0 0,0 1 1 0 0,0-1-1 0 0,0 0 1 0 0,0 0-1 0 0,0 0 0 0 0,0 0 1 0 0,0 0-1 0 0,0 0 0 0 0,1 0 1 0 0,-1 0-1 0 0,0 0 1 0 0,0 0-1 0 0,0 0 0 0 0,0 0 1 0 0,0 0-1 0 0,0 0 1 0 0,0 0-1 0 0,0 0 0 0 0,0 0 1 0 0,0 0-1 0 0,0 0 0 0 0,1 0 1 0 0,-1 0-1 0 0,0 0 1 0 0,-26 7-1123 0 0,-3 2-2409 0 0,1 0-1 0 0,0 2 1 0 0,0 1-1 0 0,-46 28 1 0 0,28-14 2156 0 0,-1-3 8005 0 0,48-22-6408 0 0,-1 0 0 0 0,1 0 1 0 0,0-1-1 0 0,0 1 0 0 0,0 0 0 0 0,0 0 1 0 0,0-1-1 0 0,0 1 0 0 0,0 0 1 0 0,0-1-1 0 0,0 1 0 0 0,0-1 0 0 0,0 0 1 0 0,0 1-1 0 0,0-1 0 0 0,0 0 1 0 0,0 0-1 0 0,0 1 0 0 0,0-1 0 0 0,1 0 1 0 0,-1 0-1 0 0,0 0 0 0 0,0 0 1 0 0,0-1-1 0 0,2 1 0 0 0,34-8 2328 0 0,-24 5-1160 0 0,208-27 7599 0 0,-217 31-10113 0 0,14 1-13405 0 0,-12-4 12036 0 0,5-7-4324 0 0,-5 4 4487 0 0,2-2-1543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18:51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46 6062 0 0,'-7'18'11087'0'0,"13"3"-5547"0"0,24 26-3277 0 0,-11-20-825 0 0,-13-16-1033 0 0,2 1-1 0 0,-1-2 1 0 0,14 15-1 0 0,-17-20-320 0 0,0-1 0 0 0,0 0 0 0 0,1 0 0 0 0,-1 0-1 0 0,1 0 1 0 0,0-1 0 0 0,0 0 0 0 0,0 0 0 0 0,11 5 0 0 0,-9-7-55 0 0,0-1 1 0 0,-1 0 0 0 0,1 0-1 0 0,0 0 1 0 0,0-1 0 0 0,-1 0 0 0 0,1 0-1 0 0,0-1 1 0 0,-1 0 0 0 0,1 0-1 0 0,-1 0 1 0 0,0-1 0 0 0,0 0-1 0 0,8-5 1 0 0,5-3 13 0 0,-1-1-1 0 0,0-1 0 0 0,18-16 1 0 0,-14 10-13 0 0,-2-1 1 0 0,0-1-1 0 0,-1 0 1 0 0,-1-2 0 0 0,25-41-1 0 0,-42 62-54 0 0,-28 7-1380 0 0,25-4 780 0 0,0 0 0 0 0,-1 1 0 0 0,1-1 0 0 0,0 1-1 0 0,0-1 1 0 0,0 1 0 0 0,0 0 0 0 0,0 0 0 0 0,0 0 0 0 0,-3 4 0 0 0,-1 10-7436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18:52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6040 0 0,'-7'7'6141'0'0,"-9"10"-450"0"0,12-13-5271 0 0,1 1 1 0 0,-1-1-1 0 0,1 1 0 0 0,0 0 1 0 0,1 0-1 0 0,-1 0 0 0 0,1 0 1 0 0,0 1-1 0 0,0-1 1 0 0,-2 10-1 0 0,3-4-128 0 0,-1 1 1 0 0,2 0-1 0 0,0 0 1 0 0,0 0-1 0 0,1-1 0 0 0,0 1 1 0 0,1 0-1 0 0,0-1 1 0 0,1 1-1 0 0,1-1 0 0 0,6 16 1 0 0,-8-23-291 0 0,-1 0 0 0 0,1-1 0 0 0,0 1 0 0 0,0-1 0 0 0,1 0 0 0 0,-1 1 0 0 0,1-1 1 0 0,-1 0-1 0 0,1 0 0 0 0,0-1 0 0 0,0 1 0 0 0,0-1 0 0 0,1 1 0 0 0,-1-1 0 0 0,1 0 0 0 0,-1 0 0 0 0,1 0 0 0 0,-1-1 1 0 0,1 1-1 0 0,0-1 0 0 0,0 0 0 0 0,0 0 0 0 0,0 0 0 0 0,0-1 0 0 0,0 0 0 0 0,0 1 0 0 0,0-1 0 0 0,0 0 0 0 0,0-1 0 0 0,0 1 1 0 0,0-1-1 0 0,0 0 0 0 0,0 0 0 0 0,0 0 0 0 0,-1 0 0 0 0,8-4 0 0 0,-7 3-20 0 0,1 0 1 0 0,-1 0-1 0 0,1 0 0 0 0,-1-1 1 0 0,1 0-1 0 0,-1 0 0 0 0,0 0 1 0 0,0 0-1 0 0,-1 0 0 0 0,1-1 1 0 0,-1 0-1 0 0,0 0 0 0 0,0 0 1 0 0,0 0-1 0 0,0 0 0 0 0,-1-1 1 0 0,1 1-1 0 0,-1-1 0 0 0,0 0 1 0 0,-1 1-1 0 0,1-1 0 0 0,-1 0 1 0 0,0 0-1 0 0,0 0 0 0 0,0 0 1 0 0,-1 0-1 0 0,0 0 0 0 0,-1-9 1 0 0,1 14 26 0 0,0-1 0 0 0,0 1 0 0 0,-1-1 0 0 0,1 1 0 0 0,0 0 0 0 0,-1-1 0 0 0,1 1 0 0 0,-1-1 0 0 0,1 1 0 0 0,-1 0 0 0 0,1-1 0 0 0,-1 1 0 0 0,1 0 0 0 0,-1 0 1 0 0,1-1-1 0 0,-1 1 0 0 0,1 0 0 0 0,-1 0 0 0 0,1 0 0 0 0,-1 0 0 0 0,1 0 0 0 0,-1 0 0 0 0,1 0 0 0 0,-1 0 0 0 0,1 0 0 0 0,-1 0 0 0 0,0 0 0 0 0,1 0 0 0 0,-1 0 0 0 0,1 0 0 0 0,-1 0 0 0 0,0 1 0 0 0,-18 3 323 0 0,16-3-276 0 0,1 1-1 0 0,-1 0 1 0 0,0 0 0 0 0,0-1-1 0 0,1 2 1 0 0,-1-1-1 0 0,1 0 1 0 0,0 0-1 0 0,0 1 1 0 0,-1-1 0 0 0,2 1-1 0 0,-1 0 1 0 0,0 0-1 0 0,0-1 1 0 0,1 1 0 0 0,0 0-1 0 0,-2 5 1 0 0,2-2-9 0 0,0 0 0 0 0,0-1 0 0 0,0 1 0 0 0,1 0 1 0 0,0 0-1 0 0,0-1 0 0 0,1 1 0 0 0,0 0 0 0 0,1 7 0 0 0,4 6 32 0 0,0 0-1 0 0,1 0 0 0 0,1-1 1 0 0,18 30-1 0 0,85 116 88 0 0,-34-54-118 0 0,-76-109-48 0 0,0 0 1 0 0,0 0-1 0 0,0 1 1 0 0,0-1-1 0 0,0 0 1 0 0,0 1-1 0 0,0-1 0 0 0,-1 1 1 0 0,1-1-1 0 0,-1 1 1 0 0,1-1-1 0 0,-1 1 1 0 0,1-1-1 0 0,-1 1 1 0 0,0 0-1 0 0,0-1 1 0 0,0 1-1 0 0,0-1 1 0 0,0 1-1 0 0,0 0 1 0 0,0-1-1 0 0,-1 1 1 0 0,1-1-1 0 0,0 1 1 0 0,-1 0-1 0 0,1-1 1 0 0,-1 1-1 0 0,0-1 1 0 0,0 0-1 0 0,1 1 1 0 0,-1-1-1 0 0,-2 3 1 0 0,0-5-59 0 0,0 1 1 0 0,-1-1-1 0 0,1 0 0 0 0,0 0 1 0 0,0 0-1 0 0,0-1 0 0 0,0 1 1 0 0,0-1-1 0 0,1 1 0 0 0,-1-1 1 0 0,-4-4-1 0 0,4 3-370 0 0,0 0 0 0 0,0 0 0 0 0,0 0 0 0 0,1-1 0 0 0,-1 1 0 0 0,1-1 0 0 0,0 0 0 0 0,0 0-1 0 0,0 1 1 0 0,0-1 0 0 0,1-1 0 0 0,0 1 0 0 0,0 0 0 0 0,0 0 0 0 0,-1-7 0 0 0,3 0-2312 0 0,0 1 1 0 0,0-1 0 0 0,1 0-1 0 0,6-20 1 0 0,-7 28 2078 0 0,5-23-5716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18:52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4036 0 0,'0'0'12104'0'0,"4"27"-5386"0"0,-4-25-6562 0 0,0 0 0 0 0,0 1 0 0 0,0-1-1 0 0,0 0 1 0 0,1 0 0 0 0,-1 0 0 0 0,0 0 0 0 0,1 0 0 0 0,0 0 0 0 0,-1 0 0 0 0,1 0 0 0 0,0 0 0 0 0,0 0 0 0 0,0 0 0 0 0,0 0 0 0 0,1 0 0 0 0,1 1 0 0 0,-1 0-140 0 0,1 0 0 0 0,0-1 0 0 0,-1 1 0 0 0,1-1 0 0 0,0 0 0 0 0,0 0 0 0 0,1 0 0 0 0,-1-1 0 0 0,0 1 0 0 0,1-1 0 0 0,-1 0 0 0 0,1 0 0 0 0,-1 0 0 0 0,1 0 0 0 0,4 0 1 0 0,2 0-899 0 0,-1-2 0 0 0,1 1 0 0 0,0-1 0 0 0,15-3 0 0 0,20-7-2940 0 0,-16 4-460 0 0,-7 3-2301 0 0,-11 1-220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18:52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11 140 8138 0 0,'-11'3'13009'0'0,"30"0"-8902"0"0,30 1-3396 0 0,-15-7-455 0 0,0-1 0 0 0,0-1 0 0 0,59-18 0 0 0,32-18-3083 0 0,-110 36 2167 0 0,30-14-2421 0 0,-8-8-4145 0 0,-41 15 509 0 0,3 1 257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18:59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4 6526 0 0,'-1'-1'418'0'0,"-1"1"1"0"0,1-1-1 0 0,0 1 0 0 0,0 0 0 0 0,-1-1 1 0 0,1 1-1 0 0,0 0 0 0 0,-1 0 1 0 0,1 0-1 0 0,0 0 0 0 0,0 0 0 0 0,-1 0 1 0 0,1 0-1 0 0,0 0 0 0 0,-1 1 0 0 0,1-1 1 0 0,0 0-1 0 0,0 1 0 0 0,-1-1 0 0 0,1 1 1 0 0,0-1-1 0 0,0 1 0 0 0,0 0 0 0 0,-1 0 1 0 0,0 1-73 0 0,0 0 1 0 0,1 0 0 0 0,-1 0 0 0 0,1 0-1 0 0,0 0 1 0 0,0 0 0 0 0,0 1-1 0 0,0-1 1 0 0,0 0 0 0 0,0 1 0 0 0,0-1-1 0 0,0 4 1 0 0,-1 10-1 0 0,1 0 1 0 0,0 1-1 0 0,3 21 0 0 0,-2-17 611 0 0,1 5 51 0 0,0 0 0 0 0,8 42 0 0 0,5-34-372 0 0,-13-32-570 0 0,4 36 191 0 0,-10 22-1388 0 0,5-58 454 0 0,17-7-6441 0 0,-13 3 6342 0 0,-1 1 1 0 0,1-1 0 0 0,-1 0-1 0 0,0 0 1 0 0,0 0-1 0 0,1 0 1 0 0,-1-1-1 0 0,-1 1 1 0 0,1-1-1 0 0,5-5 1 0 0,0-1-3229 0 0,5-1-2333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18:59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13326 0 0,'0'0'13794'0'0,"12"19"-12382"0"0,-12-9-1419 0 0,0-1 0 0 0,1 1 0 0 0,0-1 1 0 0,0 1-1 0 0,1-1 0 0 0,3 10 0 0 0,-4-17-565 0 0,16-27-20642 0 0,-10 8 14538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19:00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6360 0 0,'0'0'1810'0'0,"13"-18"4245"0"0,-2 16-5287 0 0,0 0-1 0 0,0 1 1 0 0,0 0 0 0 0,-1 0-1 0 0,1 1 1 0 0,0 1-1 0 0,0 0 1 0 0,19 4 0 0 0,-17-3-258 0 0,-4-1-327 0 0,1 1 1 0 0,-1-1 0 0 0,0 2-1 0 0,1-1 1 0 0,-1 1 0 0 0,0 1-1 0 0,0-1 1 0 0,-1 2 0 0 0,1-1 0 0 0,-1 1-1 0 0,0 0 1 0 0,0 1 0 0 0,0 0-1 0 0,-1 0 1 0 0,0 1 0 0 0,0 0-1 0 0,-1 0 1 0 0,9 13 0 0 0,-13-17-145 0 0,-1 1 0 0 0,0-1-1 0 0,0 0 1 0 0,0 1 0 0 0,-1-1 0 0 0,1 1 0 0 0,-1-1 0 0 0,0 1 0 0 0,0 0 0 0 0,0-1 0 0 0,0 1 0 0 0,0-1 0 0 0,-1 1-1 0 0,0-1 1 0 0,-1 7 0 0 0,-1-2 167 0 0,0 1 0 0 0,0-1 0 0 0,-1 1 0 0 0,-8 14 0 0 0,-25 21 608 0 0,28-36-659 0 0,1 1 0 0 0,1 0 0 0 0,0 1 0 0 0,-9 15 1 0 0,16-24-150 0 0,0-1 0 0 0,0 1 0 0 0,0 0 0 0 0,1 0 0 0 0,-1 0 0 0 0,0-1 0 0 0,1 1 0 0 0,-1 0 0 0 0,1 0 0 0 0,-1-1 0 0 0,1 1 0 0 0,-1 0 0 0 0,1-1 0 0 0,-1 1 0 0 0,1 0 0 0 0,0-1 0 0 0,-1 1 0 0 0,1-1 0 0 0,0 1 0 0 0,0-1 0 0 0,-1 1 0 0 0,1-1 0 0 0,0 0 0 0 0,0 1 0 0 0,0-1 0 0 0,0 0 0 0 0,-1 0 0 0 0,1 0 0 0 0,0 0 0 0 0,0 1 0 0 0,0-1 0 0 0,0 0 0 0 0,0 0 0 0 0,-1-1 0 0 0,1 1 0 0 0,0 0 0 0 0,1 0 0 0 0,13-5-338 0 0,126-45 585 0 0,-96 27-2820 0 0,-5-4-3595 0 0,-20-2-2166 0 0,-15 19 3708 0 0,1-1-2206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19:00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6778 0 0,'0'0'7307'0'0,"-22"17"3503"0"0,14 35-8269 0 0,6-48-2496 0 0,0-1 1 0 0,1 1-1 0 0,-1 0 1 0 0,1 0-1 0 0,0 0 1 0 0,0 1-1 0 0,1-1 1 0 0,-1 0-1 0 0,1 0 1 0 0,0 0-1 0 0,0 1 1 0 0,0-1-1 0 0,0 0 1 0 0,1 0 0 0 0,0 0-1 0 0,0 0 1 0 0,0 0-1 0 0,0 0 1 0 0,1 0-1 0 0,-1 0 1 0 0,1 0-1 0 0,0 0 1 0 0,0-1-1 0 0,1 1 1 0 0,-1-1-1 0 0,1 0 1 0 0,-1 1-1 0 0,1-1 1 0 0,0 0 0 0 0,1-1-1 0 0,-1 1 1 0 0,0 0-1 0 0,1-1 1 0 0,-1 0-1 0 0,1 0 1 0 0,0 0-1 0 0,-1 0 1 0 0,1-1-1 0 0,7 3 1 0 0,2-1-340 0 0,0 0 1 0 0,1 0-1 0 0,-1-1 0 0 0,0-1 1 0 0,0 0-1 0 0,1-1 1 0 0,-1 0-1 0 0,1-1 0 0 0,-1-1 1 0 0,16-3-1 0 0,-20 2-692 0 0,-1 0 0 0 0,1 0 0 0 0,0-1 1 0 0,-1 0-1 0 0,0 0 0 0 0,12-9 0 0 0,-13 8-591 0 0,0-1 0 0 0,0 0 0 0 0,-1-1 0 0 0,0 1 0 0 0,0-1 0 0 0,-1 0 0 0 0,7-11 0 0 0,0-2-4915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19:00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 7286 0 0,'-4'2'1045'0'0,"0"0"0"0"0,0 0 0 0 0,0 1 0 0 0,0-1 0 0 0,1 1 0 0 0,-1 0 0 0 0,1 0 0 0 0,-6 7 0 0 0,6-7-410 0 0,1 1-1 0 0,-1 1 1 0 0,1-1 0 0 0,0 0-1 0 0,0 1 1 0 0,0-1 0 0 0,-2 7-1 0 0,2 4 78 0 0,-1 0-1 0 0,2 0 1 0 0,0 0 0 0 0,1 20-1 0 0,0-12-103 0 0,0-3-249 0 0,1 1-1 0 0,1-1 1 0 0,0 1-1 0 0,8 28 1 0 0,-7-40-847 0 0,0 0 0 0 0,1 0 0 0 0,-1 0 0 0 0,2-1-1 0 0,0 1 1 0 0,0-1 0 0 0,7 9 0 0 0,-11-16 228 0 0,0 0-1 0 0,0 0 0 0 0,0 0 0 0 0,1 0 1 0 0,-1 0-1 0 0,0 0 0 0 0,1-1 1 0 0,-1 1-1 0 0,0 0 0 0 0,1-1 0 0 0,-1 1 1 0 0,1-1-1 0 0,-1 1 0 0 0,1-1 0 0 0,-1 0 1 0 0,1 0-1 0 0,-1 1 0 0 0,1-1 1 0 0,0 0-1 0 0,-1-1 0 0 0,1 1 0 0 0,-1 0 1 0 0,1 0-1 0 0,-1-1 0 0 0,1 1 0 0 0,-1-1 1 0 0,1 1-1 0 0,-1-1 0 0 0,3-1 1 0 0,0 1-742 0 0,-1-1 0 0 0,1 0 0 0 0,-1-1 0 0 0,1 1 0 0 0,-1-1 1 0 0,0 1-1 0 0,0-1 0 0 0,0 0 0 0 0,3-5 0 0 0,1-10-4962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19:00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7250 0 0,'2'-1'10286'0'0,"11"-1"-4974"0"0,79-5-3696 0 0,-38 7-1170 0 0,-1 3 0 0 0,100 17 0 0 0,-151-20-420 0 0,1 1 0 0 0,-1-1 0 0 0,1 1 0 0 0,-1-1 0 0 0,1 1 0 0 0,-1 0 0 0 0,1 0 0 0 0,-1 0 0 0 0,1 0 0 0 0,-1 1 0 0 0,0-1 0 0 0,0 1 0 0 0,0-1 0 0 0,0 1 0 0 0,0 0 0 0 0,0-1 0 0 0,0 1 0 0 0,-1 0 0 0 0,1 0 0 0 0,0 0 0 0 0,-1 1 0 0 0,0-1 0 0 0,0 0 0 0 0,1 1 0 0 0,-1-1 0 0 0,-1 0 0 0 0,1 1 0 0 0,0-1 0 0 0,0 1 0 0 0,-1 0 0 0 0,0-1 0 0 0,1 1 0 0 0,-1-1 0 0 0,0 1 0 0 0,0 0 0 0 0,-1-1 0 0 0,1 1 0 0 0,-2 4 0 0 0,-2 10 193 0 0,-2 0 0 0 0,0 0-1 0 0,-1-1 1 0 0,-18 31 0 0 0,-1 6-73 0 0,18-15-142 0 0,7-32-325 0 0,0 1 0 0 0,-1 0 0 0 0,1-1 0 0 0,-1 0 0 0 0,0 1 0 0 0,-5 7 0 0 0,7-14 132 0 0,0 1 1 0 0,0 0 0 0 0,0-1 0 0 0,0 1-1 0 0,0 0 1 0 0,1-1 0 0 0,-1 1-1 0 0,0-1 1 0 0,0 1 0 0 0,0 0-1 0 0,0-1 1 0 0,1 1 0 0 0,-1-1 0 0 0,0 1-1 0 0,0-1 1 0 0,1 1 0 0 0,-1-1-1 0 0,1 1 1 0 0,-1-1 0 0 0,0 1-1 0 0,1-1 1 0 0,-1 1 0 0 0,1-1-1 0 0,-1 0 1 0 0,1 1 0 0 0,-1-1 0 0 0,1 0-1 0 0,-1 1 1 0 0,1-1 0 0 0,-1 0-1 0 0,1 0 1 0 0,0 0 0 0 0,-1 1-1 0 0,1-1 1 0 0,-1 0 0 0 0,1 0-1 0 0,0 0 1 0 0,-1 0 0 0 0,1 0 0 0 0,0 0-1 0 0,-1 0 1 0 0,1 0 0 0 0,-1 0-1 0 0,1 0 1 0 0,0-1 0 0 0,-1 1-1 0 0,1 0 1 0 0,-1 0 0 0 0,1-1-1 0 0,0 1 1 0 0,1-2-761 0 0,0-1-1 0 0,0 1 0 0 0,0-1 1 0 0,0 1-1 0 0,-1-1 1 0 0,1 1-1 0 0,-1-1 1 0 0,2-6-1 0 0,-1 5-665 0 0,3-11-4415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19:01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8868 0 0,'37'-6'12371'0'0,"24"4"-9042"0"0,7 0-2568 0 0,-68 2-761 0 0,49-7-563 0 0,50-12-1 0 0,-29-7-3742 0 0,-60 21 2649 0 0,-1 0 0 0 0,0 0 1 0 0,0-1-1 0 0,14-12 0 0 0,-15 8-3162 0 0,-3-2-1952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21:01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9 4534 0 0,'0'0'3491'0'0,"-21"-8"8664"0"0,17 8-11675 0 0,1 0 0 0 0,-1 0 0 0 0,1 1 0 0 0,-1-1 0 0 0,1 1 0 0 0,-1 0 0 0 0,1 0 0 0 0,-1 1 0 0 0,1-1 0 0 0,-6 3 0 0 0,-34 29 1409 0 0,27-16-1566 0 0,0 0 0 0 0,-22 32 0 0 0,31-39-255 0 0,1 0 1 0 0,0 0-1 0 0,1 1 1 0 0,0-1-1 0 0,0 1 0 0 0,1 0 1 0 0,-4 20-1 0 0,7-28-64 0 0,1-1 0 0 0,-1 1 0 0 0,1 0 0 0 0,0-1-1 0 0,0 1 1 0 0,1-1 0 0 0,-1 1 0 0 0,0 0 0 0 0,1-1-1 0 0,0 1 1 0 0,-1-1 0 0 0,1 1 0 0 0,0-1 0 0 0,0 1-1 0 0,1-1 1 0 0,1 4 0 0 0,-1-4-14 0 0,0 0 1 0 0,1 0-1 0 0,-1 0 0 0 0,1 0 1 0 0,-1-1-1 0 0,1 1 0 0 0,-1-1 0 0 0,1 1 1 0 0,0-1-1 0 0,0 0 0 0 0,0 0 1 0 0,0 0-1 0 0,0-1 0 0 0,0 1 1 0 0,0-1-1 0 0,0 1 0 0 0,5-1 1 0 0,13 0-55 0 0,-1-1 0 0 0,1-1 0 0 0,-1-1 1 0 0,0-1-1 0 0,0 0 0 0 0,0-1 1 0 0,25-11-1 0 0,-11 2-87 0 0,1-2-1 0 0,-2-1 1 0 0,34-23 0 0 0,-58 33 145 0 0,0 0 0 0 0,0 0-1 0 0,-1 0 1 0 0,1-1 0 0 0,-2 0 0 0 0,9-12 0 0 0,-14 18 26 0 0,-1 1 0 0 0,0-1 0 0 0,1 0 0 0 0,-1 1 1 0 0,0-1-1 0 0,0 0 0 0 0,0 0 0 0 0,0 0 0 0 0,-1 0 0 0 0,1 0 0 0 0,0 0 0 0 0,-1 0 0 0 0,1 0 1 0 0,-1 0-1 0 0,0 0 0 0 0,0 0 0 0 0,0 0 0 0 0,0 0 0 0 0,0 0 0 0 0,0-1 0 0 0,0 1 1 0 0,-1 0-1 0 0,1 0 0 0 0,-1 0 0 0 0,0 0 0 0 0,1 0 0 0 0,-1 0 0 0 0,0 1 0 0 0,0-1 0 0 0,0 0 1 0 0,-1 0-1 0 0,1 0 0 0 0,0 1 0 0 0,0-1 0 0 0,-1 1 0 0 0,1-1 0 0 0,-1 1 0 0 0,-3-3 1 0 0,-3 0 13 0 0,0 0 0 0 0,-1 0 0 0 0,1 0 0 0 0,-1 1 0 0 0,0 1 1 0 0,0-1-1 0 0,0 2 0 0 0,0-1 0 0 0,0 1 0 0 0,0 0 0 0 0,-1 1 1 0 0,-12 1-1 0 0,-17 2 39 0 0,-61 14 0 0 0,79-13-61 0 0,-7 2-269 0 0,-93 21-44 0 0,109-23-764 0 0,0 0 0 0 0,1 1 0 0 0,0 0-1 0 0,-14 9 1 0 0,17-7-1400 0 0,2 0-686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21:17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25 6548 0 0,'-15'-3'14994'0'0,"25"-4"-9284"0"0,32 5-1853 0 0,-25 4-3649 0 0,-1-1 1 0 0,0 0 0 0 0,19-3 0 0 0,-13 1-3 0 0,0 1-1 0 0,0 0 1 0 0,28 5 0 0 0,-31 2-258 0 0,-17-7-245 0 0,26-4-12577 0 0,24-13-206 0 0,-43 12 6634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21:20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31 4300 0 0,'0'-1'202'0'0,"0"0"0"0"0,0 0 0 0 0,0 0 0 0 0,0 0 0 0 0,0 0 0 0 0,0 0 0 0 0,-1 0 0 0 0,1-1 0 0 0,0 2 0 0 0,-1-1 0 0 0,1 0 0 0 0,-1 0 0 0 0,1 0 0 0 0,-1 0 0 0 0,1 0 0 0 0,-1 0 0 0 0,0 0 0 0 0,0 1 0 0 0,1-1 0 0 0,-1 0 0 0 0,0 0 0 0 0,0 1-1 0 0,0-1 1 0 0,0 1 0 0 0,1-1 0 0 0,-6-2 4506 0 0,-15-2 3333 0 0,16 7-7767 0 0,0-1 0 0 0,1 1 0 0 0,-1 0 1 0 0,1 1-1 0 0,-1-1 0 0 0,1 1 0 0 0,0 0 0 0 0,0 0 0 0 0,0 0 0 0 0,0 0 1 0 0,-5 6-1 0 0,-39 51 1218 0 0,27-32-850 0 0,9-13-335 0 0,1 1 1 0 0,1 0-1 0 0,-15 29 1 0 0,21-37-243 0 0,1 0 0 0 0,0 0-1 0 0,1 1 1 0 0,-1-1 0 0 0,1 1 0 0 0,1-1 0 0 0,0 1 0 0 0,0 0 0 0 0,1 0 0 0 0,0 11 0 0 0,1-17-64 0 0,-1-1 0 0 0,0 0 0 0 0,0 0 0 0 0,1 0 0 0 0,0 1 0 0 0,-1-1 0 0 0,1 0 0 0 0,0 0 0 0 0,0 0 0 0 0,0 0 0 0 0,0 0 0 0 0,0 0 0 0 0,1 0 0 0 0,-1-1 0 0 0,0 1 0 0 0,1 0 0 0 0,0-1 0 0 0,-1 1 0 0 0,1-1 0 0 0,0 1 0 0 0,0-1 0 0 0,0 0 0 0 0,3 2 0 0 0,-1-2-17 0 0,0 0 0 0 0,0 0 0 0 0,0 0 0 0 0,1-1 0 0 0,-1 1 0 0 0,0-1 0 0 0,0 0 0 0 0,1 0 1 0 0,-1-1-1 0 0,0 1 0 0 0,8-3 0 0 0,2-1-46 0 0,0 0 1 0 0,0-1 0 0 0,-1-1-1 0 0,1 0 1 0 0,-1-1 0 0 0,17-13-1 0 0,-24 16 40 0 0,20-15-99 0 0,43-41 0 0 0,-64 55 134 0 0,0 0 0 0 0,0 0 0 0 0,-1-1 1 0 0,1 1-1 0 0,-1-1 0 0 0,0 0 0 0 0,-1 0 0 0 0,0 0 0 0 0,0 0 0 0 0,0-1 1 0 0,-1 1-1 0 0,0-1 0 0 0,0 0 0 0 0,0 0 0 0 0,0-7 0 0 0,-2 13 2 0 0,0-1 1 0 0,0 1-1 0 0,0 0 0 0 0,0 0 0 0 0,0-1 0 0 0,0 1 1 0 0,-1 0-1 0 0,1 0 0 0 0,0-1 0 0 0,-1 1 0 0 0,1 0 0 0 0,-1 0 1 0 0,1 0-1 0 0,-1-1 0 0 0,1 1 0 0 0,-1 0 0 0 0,0 0 1 0 0,0 0-1 0 0,1 0 0 0 0,-1 0 0 0 0,0 1 0 0 0,0-1 1 0 0,0 0-1 0 0,0 0 0 0 0,0 0 0 0 0,0 1 0 0 0,-1-1 0 0 0,-1 0 1 0 0,0 0 5 0 0,-1 0 1 0 0,1 1 0 0 0,-1-1 0 0 0,1 1-1 0 0,-1 0 1 0 0,0 0 0 0 0,1 1 0 0 0,-1-1-1 0 0,1 1 1 0 0,-6 1 0 0 0,-7 3 4 0 0,-1 1 1 0 0,1 1-1 0 0,-21 11 1 0 0,33-15-61 0 0,0-1-1 0 0,-1 1 1 0 0,1 0 0 0 0,0 1 0 0 0,1-1-1 0 0,-1 1 1 0 0,-4 5 0 0 0,-8 16-3046 0 0,34 1-4094 0 0,-2-20 3317 0 0,-3-4-2308 0 0,5 0-3058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21:20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10424 0 0,'0'0'3007'0'0,"-7"35"6597"0"0,7-34-9466 0 0,0 0-1 0 0,0 1 1 0 0,0-1 0 0 0,1 0 0 0 0,-1 0 0 0 0,1 1-1 0 0,-1-1 1 0 0,1 0 0 0 0,-1 0 0 0 0,1 0 0 0 0,0 0-1 0 0,0 0 1 0 0,-1 0 0 0 0,1 0 0 0 0,0 0 0 0 0,2 2-1 0 0,-2-3 12 0 0,0 1-1 0 0,0 0 0 0 0,0 0 1 0 0,0 0-1 0 0,0 0 0 0 0,0 1 0 0 0,-1-1 1 0 0,1 0-1 0 0,0 0 0 0 0,-1 0 1 0 0,1 1-1 0 0,-1-1 0 0 0,1 0 0 0 0,-1 1 1 0 0,0-1-1 0 0,1 0 0 0 0,-1 2 1 0 0,29-23-6535 0 0,-17-25-7987 0 0,-11 32 7107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21:21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14 9338 0 0,'1'0'164'0'0,"-1"-1"0"0"0,0 1 0 0 0,0 0 0 0 0,0-1-1 0 0,0 1 1 0 0,0-1 0 0 0,0 1 0 0 0,0 0 0 0 0,1-1 0 0 0,-1 1-1 0 0,0-1 1 0 0,0 1 0 0 0,0 0 0 0 0,-1-1 0 0 0,1 1 0 0 0,0-1 0 0 0,0 1-1 0 0,0 0 1 0 0,0-1 0 0 0,0 1 0 0 0,0 0 0 0 0,0-1 0 0 0,-1 1-1 0 0,1 0 1 0 0,0-1 0 0 0,0 1 0 0 0,-1 0 0 0 0,1-1 0 0 0,0 1-1 0 0,0 0 1 0 0,-1-1 0 0 0,1 1 0 0 0,0 0 0 0 0,-1 0 0 0 0,1 0-1 0 0,0-1 1 0 0,-1 1 0 0 0,1 0 0 0 0,-1 0 0 0 0,1 0 0 0 0,0 0-1 0 0,-1 0 1 0 0,1-1 0 0 0,0 1 0 0 0,-1 0 0 0 0,1 0 0 0 0,-1 0-1 0 0,1 0 1 0 0,0 0 0 0 0,-1 0 0 0 0,1 0 0 0 0,-1 1 0 0 0,1-1-1 0 0,0 0 1 0 0,-1 0 0 0 0,1 0 0 0 0,-1 0 0 0 0,1 0 0 0 0,0 1-1 0 0,-1-1 1 0 0,1 0 0 0 0,0 0 0 0 0,-1 0 0 0 0,1 1 0 0 0,0-1 0 0 0,-1 1-1 0 0,-2 0 2847 0 0,-20 28-1047 0 0,15 5-762 0 0,6-30-1122 0 0,0 0-1 0 0,1 1 1 0 0,-1-1 0 0 0,1 1 0 0 0,0-1-1 0 0,1 1 1 0 0,-1 0 0 0 0,1-1-1 0 0,0 1 1 0 0,0-1 0 0 0,0 1 0 0 0,1 0-1 0 0,-1-1 1 0 0,1 1 0 0 0,0-1-1 0 0,1 1 1 0 0,-1-1 0 0 0,1 0-1 0 0,0 1 1 0 0,4 6 0 0 0,-3-10-76 0 0,0-1 0 0 0,0 1 0 0 0,-1-1 0 0 0,1 1 0 0 0,0-1 0 0 0,0 0 0 0 0,0 0 0 0 0,0 0 0 0 0,0-1 0 0 0,0 1 0 0 0,0-1 0 0 0,-1 1 0 0 0,1-1 0 0 0,0 0 0 0 0,3-2 0 0 0,12-3-29 0 0,17-6 82 0 0,60-30 0 0 0,-76 30-119 0 0,2-9-7640 0 0,-24-2-5013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17:21:21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6488 0 0,'-7'8'1669'0'0,"1"0"0"0"0,0 0-1 0 0,1 0 1 0 0,0 1 0 0 0,0 0 0 0 0,1 0-1 0 0,0 0 1 0 0,-5 17 0 0 0,5-11-454 0 0,1 1-1 0 0,1-1 1 0 0,0 1 0 0 0,1 29 0 0 0,5 2-215 0 0,2 1 0 0 0,20 75 0 0 0,-22-106-427 0 0,1 3-305 0 0,2-1 0 0 0,0 1-1 0 0,15 25 1 0 0,-21-43-145 0 0,4 16 379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7:38:36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19 123 6612 0 0,'-19'-7'14094'0'0,"31"6"-8505"0"0,-10 2-5329 0 0,0 0-1 0 0,0 0 1 0 0,0 0 0 0 0,0-1-1 0 0,0 1 1 0 0,0-1 0 0 0,0 1-1 0 0,1-1 1 0 0,-1 0-1 0 0,0 0 1 0 0,0 0 0 0 0,0 0-1 0 0,0 0 1 0 0,1 0 0 0 0,-1-1-1 0 0,0 1 1 0 0,0-1-1 0 0,3 0 1 0 0,-2 0-853 0 0,0 0 629 0 0,39-7 72 0 0,47-11-31 0 0,1 4-1 0 0,123-5 1 0 0,-11-2-67 0 0,-155 15-151 0 0,-45 7 120 0 0,34-3 72 0 0,381-19-1037 0 0,-378 22 953 0 0,-1 2 1 0 0,68 13-1 0 0,-14-2 94 0 0,47 8 101 0 0,-137-20-156 0 0,33 6-103 0 0,-29-5 118 0 0,0 0 0 0 0,0-1-1 0 0,0 0 1 0 0,0 0 0 0 0,0 0 0 0 0,1-1 0 0 0,7 0 0 0 0,-12 0 32 0 0,39-4-109 0 0,-34 2-976 0 0,-12 0 610 0 0,-19-1 507 0 0,7 1-130 0 0,15 1 7 0 0,-35-18-2235 0 0,19 15-1709 0 0,0 0 0 0 0,0 1-1 0 0,0 0 1 0 0,-27 1-1 0 0,16 2-2482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7:38:38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0 161 3734 0 0,'14'-6'4022'0'0,"0"1"-1"0"0,0 1 1 0 0,17-4 0 0 0,65-7 1871 0 0,115-2-4874 0 0,-167 14 442 0 0,177-2-726 0 0,-131 6-502 0 0,170-22-1 0 0,11-14 222 0 0,-236 33-430 0 0,50 4-1 0 0,24-2-2 0 0,-29-7 12 0 0,-77 6-52 0 0,38 1 155 0 0,101 19 62 0 0,-140-18-221 0 0,15-1 89 0 0,-6 0-12 0 0,-9 0 588 0 0,31-2-576 0 0,14 3-83 0 0,-45-1 16 0 0,36-5 262 0 0,-38 5-281 0 0,0 0 1 0 0,0 0 0 0 0,0 0 0 0 0,0 0-1 0 0,-1 0 1 0 0,1 0 0 0 0,0 0 0 0 0,0 0-1 0 0,0 0 1 0 0,0 0 0 0 0,0 0-1 0 0,0-1 1 0 0,0 1 0 0 0,0 0 0 0 0,0 0-1 0 0,0 0 1 0 0,0 0 0 0 0,0 0 0 0 0,0 0-1 0 0,0 0 1 0 0,0 0 0 0 0,0 0 0 0 0,0-1-1 0 0,0 1 1 0 0,0 0 0 0 0,0 0 0 0 0,0 0-1 0 0,0 0 1 0 0,0 0 0 0 0,0 0 0 0 0,0 0-1 0 0,0 0 1 0 0,0 0 0 0 0,0-1-1 0 0,0 1 1 0 0,0 0 0 0 0,1 0 0 0 0,-1 0-1 0 0,0 0 1 0 0,0 0 0 0 0,0 0 0 0 0,0 0-1 0 0,0 0 1 0 0,0 0 0 0 0,0 0 0 0 0,0 0-1 0 0,0 0 1 0 0,0 0 0 0 0,0 0 0 0 0,1 0-1 0 0,-1 0 1 0 0,0 0 0 0 0,0 0 0 0 0,0 0-1 0 0,0 0 1 0 0,0 0 0 0 0,0 0-1 0 0,0 0 1 0 0,0 0 0 0 0,0 0 0 0 0,1 0-1 0 0,-1 0 1 0 0,0 0 0 0 0,0 0 0 0 0,-12-6-1326 0 0,8 5 328 0 0,1-1 0 0 0,0 1 1 0 0,-1-1-1 0 0,1 0 0 0 0,0 0 1 0 0,0 0-1 0 0,0 0 0 0 0,-4-4 1 0 0,6 5 430 0 0,0 0 0 0 0,0-1 0 0 0,0 1 0 0 0,-1 0 0 0 0,1 0 1 0 0,0 0-1 0 0,-1 0 0 0 0,1 0 0 0 0,-1 1 0 0 0,1-1 1 0 0,-1 0-1 0 0,1 1 0 0 0,-1-1 0 0 0,-3 0 0 0 0,-1-1-2504 0 0,-5-2-4571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7:38:39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 2624 0 0,'0'0'14125'0'0,"-24"1"-12528"0"0,18 0 4060 0 0,6 1-5580 0 0,0 0 0 0 0,0 0 0 0 0,0-1 1 0 0,0 1-1 0 0,1 0 0 0 0,-1 0 0 0 0,1-1 0 0 0,-1 1 0 0 0,1 0 0 0 0,-1-1 1 0 0,1 1-1 0 0,0-1 0 0 0,0 1 0 0 0,0-1 0 0 0,0 1 0 0 0,0-1 0 0 0,0 0 1 0 0,0 1-1 0 0,0-1 0 0 0,1 0 0 0 0,-1 0 0 0 0,0 0 0 0 0,1 0 0 0 0,-1 0 1 0 0,1 0-1 0 0,-1 0 0 0 0,1-1 0 0 0,0 1 0 0 0,-1 0 0 0 0,1-1 0 0 0,0 1 1 0 0,-1-1-1 0 0,3 0 0 0 0,37 11 213 0 0,1-2 1 0 0,75 6-1 0 0,-116-15-277 0 0,-1 0-1 0 0,1 0 0 0 0,0 0 1 0 0,-1 0-1 0 0,1 0 1 0 0,0 0-1 0 0,-1 0 1 0 0,1 0-1 0 0,0 0 1 0 0,-1 0-1 0 0,1 0 0 0 0,0 1 1 0 0,-1-1-1 0 0,1 0 1 0 0,0 0-1 0 0,-1 1 1 0 0,1-1-1 0 0,-1 1 1 0 0,1-1-1 0 0,0 0 0 0 0,-1 1 1 0 0,1-1-1 0 0,-1 1 1 0 0,1 0-1 0 0,-11 10 231 0 0,-29 5 105 0 0,38-15-321 0 0,-9 3 60 0 0,-62 21 698 0 0,2 4 0 0 0,-121 67 0 0 0,190-96-811 0 0,0 1 0 0 0,0 0 1 0 0,0 0-1 0 0,-1-1 0 0 0,1 1 1 0 0,0 0-1 0 0,0 0 0 0 0,0 0 1 0 0,0 0-1 0 0,1 0 0 0 0,-1 0 1 0 0,0 1-1 0 0,0-1 0 0 0,1 0 1 0 0,-1 0-1 0 0,1 0 0 0 0,-1 1 1 0 0,1-1-1 0 0,-1 0 0 0 0,1 1 1 0 0,0-1-1 0 0,-1 3 0 0 0,2-3 6 0 0,-1 0-1 0 0,0-1 1 0 0,1 1-1 0 0,-1 0 0 0 0,1 0 1 0 0,-1-1-1 0 0,1 1 1 0 0,-1 0-1 0 0,1-1 1 0 0,-1 1-1 0 0,1-1 0 0 0,0 1 1 0 0,-1 0-1 0 0,1-1 1 0 0,0 0-1 0 0,-1 1 1 0 0,1-1-1 0 0,0 1 0 0 0,0-1 1 0 0,-1 0-1 0 0,1 1 1 0 0,0-1-1 0 0,0 0 1 0 0,0 0-1 0 0,0 0 0 0 0,-1 0 1 0 0,1 0-1 0 0,0 0 1 0 0,0 0-1 0 0,0 0 1 0 0,0 0-1 0 0,-1 0 0 0 0,1 0 1 0 0,2-1-1 0 0,19-2-681 0 0,-1 0 0 0 0,1-2 0 0 0,-1-1 0 0 0,30-11 0 0 0,-9-4-3830 0 0,-6-6-4024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7:43:31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1663 2508 0 0,'0'0'25435'0'0,"25"-21"-25037"0"0,57-36-246 0 0,85-48-48 0 0,-67 45 76 0 0,-47 23-39 0 0,60-55 0 0 0,-33 26-31 0 0,-59 47-67 0 0,-1-1 0 0 0,27-33 1 0 0,24-25-80 0 0,-15 12 113 0 0,-5 6-98 0 0,-15 23-1 0 0,0 1 32 0 0,41-32 1 0 0,-61 53-15 0 0,0-1 0 0 0,24-29 1 0 0,6-7 13 0 0,-23 29 17 0 0,4-5-52 0 0,1 2 0 0 0,0 1-1 0 0,2 1 1 0 0,39-23 0 0 0,-63 43 40 0 0,0 2-16 0 0,-1-1-1 0 0,1-1 1 0 0,-1 1-1 0 0,0-1 1 0 0,0 1-1 0 0,0-1 0 0 0,0-1 1 0 0,-1 1-1 0 0,1-1 1 0 0,-1 0-1 0 0,4-6 1 0 0,-5 7 2 0 0,-1 1 0 0 0,1-1 1 0 0,0 1-1 0 0,0 0 0 0 0,0 0 0 0 0,1 0 0 0 0,-1 1 1 0 0,1-1-1 0 0,0 1 0 0 0,6-3 0 0 0,20-17 8 0 0,-17 10 9 0 0,0 0 0 0 0,1 1-1 0 0,29-19 1 0 0,-13 11 3 0 0,-29 18-36 0 0,2 0 12 0 0,1 0 0 0 0,-1 0 0 0 0,1-1 0 0 0,-1 1 1 0 0,0-1-1 0 0,0 1 0 0 0,0-1 0 0 0,0 0 0 0 0,5-5 1 0 0,16-8 8 0 0,28-15-36 0 0,-47 27 25 0 0,-3 1-12 0 0,25-18 85 0 0,33-16-25 0 0,-58 35 39 0 0,80-57 300 0 0,-80 57-378 0 0,1 0-1 0 0,-1 0 1 0 0,0 0 0 0 0,1 0 0 0 0,-1 0 0 0 0,0 0-1 0 0,0-1 1 0 0,0 1 0 0 0,0-1 0 0 0,0 0 0 0 0,2-1-1 0 0,4-3 495 0 0,-9 5-492 0 0,1 0 0 0 0,-1 0-1 0 0,1 0 1 0 0,-1 0 0 0 0,1 0 0 0 0,-1 0 0 0 0,1 0 0 0 0,0 0 0 0 0,-1 0-1 0 0,1-1 1 0 0,0 1 0 0 0,0 0 0 0 0,0 0 0 0 0,0 0 0 0 0,0 0-1 0 0,0 0 1 0 0,0-1 0 0 0,0 1 0 0 0,1 0 0 0 0,-1 0 0 0 0,0 0 0 0 0,1 0-1 0 0,-1 0 1 0 0,1 0 0 0 0,-1 0 0 0 0,1 0 0 0 0,1-2 0 0 0,26-23 81 0 0,-5 6 177 0 0,-22 18 135 0 0,-24 26-730 0 0,-26 9 75 0 0,44-30 11 0 0,7-5 30 0 0,28-16 81 0 0,-29 17 136 0 0,1 0 0 0 0,0 0 1 0 0,-1 0-1 0 0,1 0 1 0 0,-1-1-1 0 0,0 1 1 0 0,1 0-1 0 0,-1-1 1 0 0,0 1-1 0 0,0-1 0 0 0,0 0 1 0 0,0 1-1 0 0,0-1 1 0 0,0 0-1 0 0,1-3 1 0 0,-7-3 18 0 0,-14 12-95 0 0,12-1 1002 0 0,-14 7-4206 0 0,20-4-3 0 0,10-2 405 0 0,-13 11-7487 0 0,-8 6 5703 0 0,-10-2-1869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7:43:32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3462 0 0,'-2'0'12297'0'0,"2"0"-12186"0"0,0 1-1 0 0,-1-1 0 0 0,1 1 1 0 0,0-1-1 0 0,0 1 0 0 0,0-1 1 0 0,-1 1-1 0 0,1-1 0 0 0,0 1 1 0 0,0-1-1 0 0,0 1 0 0 0,0-1 1 0 0,0 1-1 0 0,0-1 0 0 0,0 1 1 0 0,0-1-1 0 0,0 1 0 0 0,0-1 1 0 0,0 1-1 0 0,0-1 0 0 0,0 1 1 0 0,0-1-1 0 0,0 1 0 0 0,1-1 1 0 0,-1 1-1 0 0,0-1 0 0 0,0 1 1 0 0,1-1-1 0 0,-1 1 0 0 0,0-1 1 0 0,1 0-1 0 0,-1 1 0 0 0,0-1 1 0 0,1 0-1 0 0,-1 1 0 0 0,0-1 1 0 0,1 0-1 0 0,-1 1 0 0 0,1-1 1 0 0,-1 0-1 0 0,1 0 0 0 0,-1 1 1 0 0,1-1-1 0 0,-1 0 0 0 0,2 0 1 0 0,11 9 936 0 0,1 0 1 0 0,0-2 0 0 0,30 13-1 0 0,-27-13-222 0 0,0 0-1 0 0,27 18 0 0 0,-27-11-571 0 0,-1 0 0 0 0,0 1 0 0 0,-1 1 1 0 0,15 21-1 0 0,11 11 78 0 0,8 3-142 0 0,39 46 214 0 0,-77-84-333 0 0,2 0 0 0 0,-1-1 0 0 0,18 12 0 0 0,28 29 191 0 0,116 156 325 0 0,-153-185-559 0 0,0-2 1 0 0,1-1 0 0 0,45 33 0 0 0,-39-32-25 0 0,-1 0 0 0 0,31 34-1 0 0,-40-39-15 0 0,1 0-1 0 0,0-1 1 0 0,0-2-1 0 0,2 0 1 0 0,28 15-1 0 0,20 14 50 0 0,-59-36-7 0 0,-1 1 1 0 0,0 1-1 0 0,0 0 1 0 0,-1 0-1 0 0,11 16 1 0 0,-13-16-13 0 0,0 0 0 0 0,1-1 1 0 0,0 1-1 0 0,1-1 0 0 0,0-1 1 0 0,0 0-1 0 0,1 0 1 0 0,9 6-1 0 0,74 44-24 0 0,-83-50 40 0 0,1 0-1 0 0,-1 1 1 0 0,-1 1-1 0 0,0-1 0 0 0,9 13 1 0 0,-11-14-6 0 0,0 1 1 0 0,0-1 0 0 0,1 0 0 0 0,-1 0-1 0 0,2-1 1 0 0,-1 0 0 0 0,1-1-1 0 0,13 8 1 0 0,54 29-41 0 0,-73-41 23 0 0,2 0-62 0 0,-1 1 76 0 0,0-1 0 0 0,1 1 0 0 0,-1 0 0 0 0,0 0 0 0 0,0 0 0 0 0,0 1 0 0 0,-1-1 0 0 0,1 1 0 0 0,4 4 0 0 0,14 12 118 0 0,21 20 199 0 0,-37-34-312 0 0,0 1-1 0 0,0-1 1 0 0,1 0-1 0 0,0 0 1 0 0,-1-1-1 0 0,10 6 1 0 0,-10-5-35 0 0,1 0 0 0 0,-1 0 0 0 0,0 1 0 0 0,0-1 0 0 0,-1 1 0 0 0,0 1 0 0 0,0-1 0 0 0,0 0 0 0 0,4 13 0 0 0,-5-14-35 0 0,-2-3 236 0 0,-1-2-223 0 0,0 1 1 0 0,1-1 0 0 0,-1 1-1 0 0,0-1 1 0 0,1 1-1 0 0,-1-1 1 0 0,1 1 0 0 0,-1-1-1 0 0,1 1 1 0 0,-1-1-1 0 0,1 0 1 0 0,-1 1 0 0 0,1-1-1 0 0,-1 0 1 0 0,1 1-1 0 0,0-1 1 0 0,-1 0 0 0 0,1 0-1 0 0,-1 0 1 0 0,1 1 0 0 0,0-1-1 0 0,0 0 1 0 0,1 1-1209 0 0,-15 0 828 0 0,6-1 410 0 0,-1 1 0 0 0,1 0 0 0 0,0 0 0 0 0,0 1 0 0 0,0 0 0 0 0,0 1 0 0 0,1-1 0 0 0,-1 1 0 0 0,0 1 0 0 0,1-1 0 0 0,0 1 0 0 0,0 0 0 0 0,0 0 0 0 0,1 1 0 0 0,-1 0 1 0 0,-7 8-1 0 0,13-12-16 0 0,0 4-280 0 0,0-4 288 0 0,0-1-1 0 0,0 1 1 0 0,0-1 0 0 0,0 1-1 0 0,-1-1 1 0 0,1 1 0 0 0,0-1 0 0 0,0 0-1 0 0,0 1 1 0 0,1-1 0 0 0,-1 1-1 0 0,0-1 1 0 0,0 1 0 0 0,0-1-1 0 0,0 1 1 0 0,0-1 0 0 0,0 0 0 0 0,1 1-1 0 0,-1-1 1 0 0,0 1 0 0 0,0-1-1 0 0,0 0 1 0 0,1 1 0 0 0,-1-1-1 0 0,0 0 1 0 0,1 1 0 0 0,-1-1 0 0 0,0 0-1 0 0,1 1 1 0 0,-1-1 0 0 0,0 0-1 0 0,1 0 1 0 0,-1 0 0 0 0,1 1-1 0 0,-1-1 1 0 0,1 0 0 0 0,-1 0 0 0 0,1 0-1 0 0,8 1-39 0 0,0-2 0 0 0,0 1 0 0 0,0-1-1 0 0,0-1 1 0 0,0 0 0 0 0,0 0 0 0 0,0 0 0 0 0,-1-1-1 0 0,1-1 1 0 0,-1 1 0 0 0,0-2 0 0 0,0 1 0 0 0,0-1-1 0 0,0 0 1 0 0,-1 0 0 0 0,0-1 0 0 0,7-7 0 0 0,-13 12 240 0 0,-10-5 29 0 0,9 6-215 0 0,0-1-1 0 0,-1 1 1 0 0,1-1 0 0 0,-1 1 0 0 0,1-1-1 0 0,-1 1 1 0 0,1-1 0 0 0,-1 1 0 0 0,1-1-1 0 0,-1 1 1 0 0,1 0 0 0 0,-1-1 0 0 0,1 1-1 0 0,-1 0 1 0 0,0 0 0 0 0,1 0-1 0 0,-1-1 1 0 0,0 1 0 0 0,1 0 0 0 0,-1 0-1 0 0,0 0 1 0 0,0 0 0 0 0,-3-1 17 0 0,-28 5 22 0 0,18 2-160 0 0,14 1-356 0 0,0-6 439 0 0,1-1 0 0 0,0 1 0 0 0,0 0 0 0 0,0-1 0 0 0,0 1 1 0 0,0-1-1 0 0,0 0 0 0 0,0 1 0 0 0,0-1 0 0 0,0 0 0 0 0,0 1 0 0 0,0-1 1 0 0,0 0-1 0 0,0 0 0 0 0,0 0 0 0 0,0 0 0 0 0,0 0 0 0 0,1 0 0 0 0,-1 0 0 0 0,0-1 1 0 0,0 1-1 0 0,1-1 0 0 0,7-1-833 0 0,0-1 0 0 0,-1-1 0 0 0,1 1 0 0 0,-1-1 0 0 0,0-1 0 0 0,0 0 0 0 0,0 0 1 0 0,-1 0-1 0 0,0-1 0 0 0,0 0 0 0 0,11-12 0 0 0,-18 17 573 0 0,1 0 1 0 0,-1 0 0 0 0,0 0-1 0 0,1 0 1 0 0,-1 0-1 0 0,0 0 1 0 0,0 0-1 0 0,0 0 1 0 0,1 0-1 0 0,-1 0 1 0 0,0 0-1 0 0,0 0 1 0 0,-1 0-1 0 0,1 0 1 0 0,0 0 0 0 0,0 0-1 0 0,0 0 1 0 0,-1 0-1 0 0,1 0 1 0 0,0 0-1 0 0,-1 0 1 0 0,1 0-1 0 0,-1 0 1 0 0,1 0-1 0 0,-1 0 1 0 0,0 1 0 0 0,1-1-1 0 0,-1 0 1 0 0,0 0-1 0 0,0 1 1 0 0,1-1-1 0 0,-1 0 1 0 0,0 1-1 0 0,0-1 1 0 0,0 1-1 0 0,0-1 1 0 0,0 1 0 0 0,1 0-1 0 0,-1-1 1 0 0,0 1-1 0 0,0 0 1 0 0,0-1-1 0 0,-2 1 1 0 0,-13-1-4996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8:24:2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 5062 0 0,'0'0'15265'0'0,"-29"1"-9496"0"0,-47 47-3773 0 0,58-38-1670 0 0,0 1 1 0 0,-27 21 0 0 0,40-28-276 0 0,0 1 0 0 0,0 0 0 0 0,0 1 0 0 0,1-1 0 0 0,-1 1 1 0 0,1 0-1 0 0,1 0 0 0 0,-1 0 0 0 0,1 0 0 0 0,0 1 0 0 0,-3 11 0 0 0,4-12-32 0 0,1-1-1 0 0,-1 1 1 0 0,1-1 0 0 0,1 1-1 0 0,-1 0 1 0 0,1-1 0 0 0,0 1-1 0 0,0 0 1 0 0,1-1 0 0 0,1 10-1 0 0,-1-12-21 0 0,0 0-1 0 0,0-1 0 0 0,1 1 1 0 0,-1-1-1 0 0,0 1 0 0 0,1-1 1 0 0,0 0-1 0 0,0 1 0 0 0,-1-1 1 0 0,1 0-1 0 0,1 0 1 0 0,-1-1-1 0 0,0 1 0 0 0,0 0 1 0 0,1-1-1 0 0,-1 1 0 0 0,1-1 1 0 0,-1 0-1 0 0,1 0 0 0 0,-1 0 1 0 0,1 0-1 0 0,0 0 0 0 0,3 0 1 0 0,12 3-43 0 0,0-2 0 0 0,0 0 1 0 0,0-1-1 0 0,0-1 0 0 0,0 0 1 0 0,0-1-1 0 0,0-2 0 0 0,-1 0 0 0 0,1 0 1 0 0,23-9-1 0 0,-26 7 1 0 0,0 0 0 0 0,0-1 0 0 0,-1-1 0 0 0,0-1 0 0 0,-1 0 0 0 0,1 0 0 0 0,-2-1 0 0 0,1-1 0 0 0,-1 0 0 0 0,-1-1 0 0 0,20-23 0 0 0,-29 32 96 0 0,0 0 1 0 0,0-1 0 0 0,-1 1 0 0 0,1-1 0 0 0,-1 1-1 0 0,0-1 1 0 0,1 0 0 0 0,-1 0 0 0 0,0 1 0 0 0,-1-1-1 0 0,1 0 1 0 0,0 0 0 0 0,-1 0 0 0 0,0 0 0 0 0,1 0-1 0 0,-1 0 1 0 0,0 0 0 0 0,-1 0 0 0 0,1 0 0 0 0,-1 0-1 0 0,1 0 1 0 0,-1 0 0 0 0,0 1 0 0 0,0-1 0 0 0,0 0-1 0 0,0 0 1 0 0,0 1 0 0 0,-1-1 0 0 0,1 1 0 0 0,-1-1-1 0 0,0 1 1 0 0,0-1 0 0 0,0 1 0 0 0,0 0 0 0 0,0 0-1 0 0,0 0 1 0 0,-1 0 0 0 0,-3-2 0 0 0,-2-1 101 0 0,1 0 0 0 0,-1 1-1 0 0,0 0 1 0 0,0 1 0 0 0,0-1 0 0 0,-1 1 0 0 0,1 1 0 0 0,-1 0 0 0 0,1 0-1 0 0,-1 1 1 0 0,0 0 0 0 0,-12 0 0 0 0,-20 7-872 0 0,40-6 684 0 0,0 0 0 0 0,-1 1 0 0 0,1-1-1 0 0,0 1 1 0 0,0-1 0 0 0,0 1 0 0 0,-1-1 0 0 0,1 1 0 0 0,0 0-1 0 0,0-1 1 0 0,0 1 0 0 0,0 0 0 0 0,0 0 0 0 0,0 0 0 0 0,1 0-1 0 0,-1 0 1 0 0,0 0 0 0 0,0 0 0 0 0,1 0 0 0 0,-1 0 0 0 0,0 0-1 0 0,1 0 1 0 0,-1 0 0 0 0,1 0 0 0 0,0 1 0 0 0,-1-1 0 0 0,1 0-1 0 0,0 2 1 0 0,0-2-75 0 0,0 0 0 0 0,0-1 0 0 0,0 1 0 0 0,0 0-1 0 0,1-1 1 0 0,-1 1 0 0 0,0-1 0 0 0,1 1 0 0 0,-1-1-1 0 0,0 1 1 0 0,1 0 0 0 0,-1-1 0 0 0,1 0 0 0 0,-1 1-1 0 0,1-1 1 0 0,-1 1 0 0 0,1-1 0 0 0,-1 1 0 0 0,1-1-1 0 0,-1 0 1 0 0,1 1 0 0 0,0-1 0 0 0,-1 0 0 0 0,1 0-1 0 0,-1 0 1 0 0,1 1 0 0 0,0-1 0 0 0,-1 0 0 0 0,1 0 0 0 0,0 0-1 0 0,-1 0 1 0 0,1 0 0 0 0,0 0 0 0 0,-1 0 0 0 0,1 0-1 0 0,0-1 1 0 0,26-2-2735 0 0,-26 3 2732 0 0,10-3-1601 0 0,0 0 0 0 0,-1 0 1 0 0,0-1-1 0 0,15-8 0 0 0,17-13-8198 0 0,-26 17 4418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8:24:23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41 382 5668 0 0,'-21'38'8439'0'0,"3"1"-1787"0"0,17-37-6445 0 0,1 1 0 0 0,-1 0 0 0 0,1 0 0 0 0,0 0 0 0 0,0 0 1 0 0,1 0-1 0 0,-1 0 0 0 0,1 0 0 0 0,-1 0 0 0 0,1 0 0 0 0,0 0 0 0 0,0 0 0 0 0,0 0 0 0 0,3 4 0 0 0,-3-6-153 0 0,1 5 225 0 0,1 1 0 0 0,1-1 1 0 0,-1 0-1 0 0,1 0 0 0 0,0 0 0 0 0,1 0 0 0 0,-1-1 0 0 0,1 0 0 0 0,0 0 0 0 0,7 5 0 0 0,-10-9-106 0 0,-2-1-158 0 0,0 0 0 0 0,0 0 1 0 0,1-1-1 0 0,-1 1 0 0 0,0 0 0 0 0,0 0 0 0 0,0-1 0 0 0,1 1 0 0 0,-1 0 0 0 0,0 0 0 0 0,0 0 1 0 0,0 0-1 0 0,1-1 0 0 0,-1 1 0 0 0,0 0 0 0 0,0 0 0 0 0,1 0 0 0 0,-1 0 0 0 0,0 0 1 0 0,0 0-1 0 0,1 0 0 0 0,-1 0 0 0 0,0 0 0 0 0,1 0 0 0 0,-1 0 0 0 0,0 0 0 0 0,0 0 1 0 0,1 0-1 0 0,-1 0 0 0 0,0 0 0 0 0,0 0 0 0 0,1 0 0 0 0,-1 0 0 0 0,0 0 0 0 0,0 0 1 0 0,1 0-1 0 0,-1 1 0 0 0,0-1 0 0 0,0 0 0 0 0,1 0 0 0 0,-1 0 0 0 0,0 0 0 0 0,0 1 0 0 0,0-1 1 0 0,1 0-1 0 0,-1 0 0 0 0,0 0 0 0 0,0 1 0 0 0,0-1 0 0 0,0 0 0 0 0,0 0 0 0 0,1 1 1 0 0,-4-29 16 0 0,3 24-42 0 0,-1 1-1 0 0,0-1 1 0 0,1 0 0 0 0,0 0-1 0 0,0 1 1 0 0,0-1 0 0 0,0 0-1 0 0,1 0 1 0 0,0 1 0 0 0,-1-1-1 0 0,1 0 1 0 0,0 1 0 0 0,1-1-1 0 0,-1 0 1 0 0,1 1 0 0 0,2-4 0 0 0,3-5 83 0 0,1 0 1 0 0,0 1 0 0 0,1 0-1 0 0,0 0 1 0 0,1 1 0 0 0,0 0-1 0 0,1 0 1 0 0,0 1 0 0 0,0 1 0 0 0,1 0-1 0 0,0 1 1 0 0,1 0 0 0 0,-1 1-1 0 0,1 0 1 0 0,0 1 0 0 0,1 0 0 0 0,13-3-1 0 0,-25 8-55 0 0,-1 0-1 0 0,1-1 0 0 0,0 1 1 0 0,0 0-1 0 0,-1 0 1 0 0,1 0-1 0 0,0 0 0 0 0,0 0 1 0 0,-1 0-1 0 0,1 1 1 0 0,0-1-1 0 0,-1 1 0 0 0,1-1 1 0 0,0 1-1 0 0,-1-1 1 0 0,1 1-1 0 0,-1 0 0 0 0,1 0 1 0 0,-1 0-1 0 0,1 0 1 0 0,-1 0-1 0 0,0 0 0 0 0,1 0 1 0 0,-1 0-1 0 0,0 0 1 0 0,0 1-1 0 0,0-1 0 0 0,0 1 1 0 0,0-1-1 0 0,0 0 1 0 0,1 4-1 0 0,1 3 2 0 0,0 1-1 0 0,-1 0 0 0 0,0 0 1 0 0,0 0-1 0 0,0 10 1 0 0,5 17-212 0 0,-6-33 156 0 0,0 0 1 0 0,0-1-1 0 0,1 1 0 0 0,-1 0 1 0 0,1 0-1 0 0,0-1 1 0 0,0 1-1 0 0,0-1 0 0 0,0 1 1 0 0,0-1-1 0 0,0 0 1 0 0,1 0-1 0 0,-1 0 0 0 0,1 0 1 0 0,0 0-1 0 0,-1-1 1 0 0,1 1-1 0 0,5 1 0 0 0,-1-1-48 0 0,-1 0 0 0 0,1-1 0 0 0,0 1 0 0 0,0-1 0 0 0,0-1 0 0 0,0 1 0 0 0,0-1 0 0 0,9-2 0 0 0,1 0-242 0 0,-1-1 0 0 0,1 0 0 0 0,-1-1 0 0 0,0-1 0 0 0,-1-1 0 0 0,27-13 0 0 0,-34 15 214 0 0,0 0-1 0 0,-1-1 1 0 0,0 0 0 0 0,0 0-1 0 0,0-1 1 0 0,-1 0 0 0 0,1 0-1 0 0,-1 0 1 0 0,-1-1 0 0 0,1 0-1 0 0,-1 0 1 0 0,4-9 0 0 0,-8 15 180 0 0,0 0 1 0 0,0-1 0 0 0,-1 1-1 0 0,1-1 1 0 0,-1 1 0 0 0,1-1-1 0 0,-1 1 1 0 0,1-1 0 0 0,-1 0-1 0 0,0 1 1 0 0,0-1 0 0 0,0 1-1 0 0,0-1 1 0 0,0 0 0 0 0,0 1-1 0 0,-1-1 1 0 0,1 1 0 0 0,0-1 0 0 0,-1 0-1 0 0,0-1 1 0 0,0 2-6 0 0,0 0 1 0 0,0 0-1 0 0,1 1 1 0 0,-1-1-1 0 0,0 0 0 0 0,0 0 1 0 0,0 1-1 0 0,0-1 1 0 0,0 1-1 0 0,-1-1 1 0 0,1 1-1 0 0,0-1 1 0 0,0 1-1 0 0,0 0 0 0 0,0-1 1 0 0,0 1-1 0 0,-1 0 1 0 0,1 0-1 0 0,0 0 1 0 0,-2 0-1 0 0,-1 0 50 0 0,-1 0-1 0 0,1 1 1 0 0,-1 0-1 0 0,1 0 1 0 0,0 0 0 0 0,0 0-1 0 0,-1 0 1 0 0,1 1-1 0 0,0 0 1 0 0,0 0-1 0 0,0 0 1 0 0,-6 5 0 0 0,1 1 45 0 0,0 1 1 0 0,1 0-1 0 0,0 0 1 0 0,1 1-1 0 0,-10 14 1 0 0,16-23-163 0 0,0 1-1 0 0,0 0 1 0 0,0 0 0 0 0,0 0-1 0 0,0 0 1 0 0,0 0 0 0 0,1 1-1 0 0,-1-1 1 0 0,1 0 0 0 0,-1 0-1 0 0,1 0 1 0 0,0 1 0 0 0,0-1-1 0 0,0 0 1 0 0,0 0 0 0 0,0 0-1 0 0,0 1 1 0 0,1-1 0 0 0,-1 0-1 0 0,1 0 1 0 0,0 0 0 0 0,-1 0-1 0 0,1 0 1 0 0,0 0 0 0 0,0 0-1 0 0,0 0 1 0 0,1 0 0 0 0,-1 0-1 0 0,0 0 1 0 0,1-1 0 0 0,-1 1-1 0 0,1 0 1 0 0,0-1 0 0 0,-1 0 0 0 0,1 1-1 0 0,0-1 1 0 0,0 0 0 0 0,0 0-1 0 0,3 2 1 0 0,5 1-31 0 0,0 0 0 0 0,0-1 0 0 0,0-1 0 0 0,0 1 0 0 0,0-1 0 0 0,0-1 0 0 0,1 0 0 0 0,-1-1 0 0 0,1 0 0 0 0,-1 0 0 0 0,13-3 0 0 0,-5 1-173 0 0,1-1 0 0 0,-1-1 1 0 0,0-1-1 0 0,0-1 0 0 0,24-11 1 0 0,-29 10-15 0 0,-1 0 1 0 0,-1-1 0 0 0,1 0-1 0 0,-1-1 1 0 0,-1 0 0 0 0,1-1-1 0 0,9-12 1 0 0,-19 20 459 0 0,-1 2-208 0 0,0 1-1 0 0,1-1 0 0 0,-1 0 0 0 0,0 0 0 0 0,0 0 1 0 0,0 0-1 0 0,1 0 0 0 0,-1 0 0 0 0,0 1 0 0 0,0-1 1 0 0,0 0-1 0 0,1 0 0 0 0,-1 0 0 0 0,0 0 0 0 0,0 0 0 0 0,1 0 1 0 0,-1 0-1 0 0,0 0 0 0 0,0 0 0 0 0,0 0 0 0 0,1 0 1 0 0,-1 0-1 0 0,0 0 0 0 0,0 0 0 0 0,1 0 0 0 0,-1 0 1 0 0,0-1-1 0 0,0 1 0 0 0,0 0 0 0 0,1 0 0 0 0,-1 0 0 0 0,0 0 1 0 0,0 0-1 0 0,0 0 0 0 0,1-1 0 0 0,-1 1 0 0 0,0 0 1 0 0,0 0-1 0 0,0 0 0 0 0,0 0 0 0 0,0-1 0 0 0,1 1 1 0 0,-1 0-1 0 0,0 0 0 0 0,0 0 0 0 0,0-1 0 0 0,0 1 1 0 0,0 0-1 0 0,0 0 0 0 0,0-1 0 0 0,0 1 0 0 0,0 0 0 0 0,0 0 1 0 0,0-1-1 0 0,0 1 0 0 0,0 0 0 0 0,0 0 0 0 0,0 0 1 0 0,0-1-1 0 0,0 1 0 0 0,0 0 0 0 0,0 0 0 0 0,0-1 1 0 0,0 1-1 0 0,0 0 0 0 0,-1 0 0 0 0,9 18 392 0 0,-12-6-340 0 0,3-11-77 0 0,1-1 1 0 0,0 1-1 0 0,-1-1 1 0 0,1 1-1 0 0,0-1 1 0 0,-1 0-1 0 0,1 1 0 0 0,0-1 1 0 0,0 1-1 0 0,0 0 1 0 0,-1-1-1 0 0,1 1 1 0 0,0-1-1 0 0,0 1 1 0 0,0-1-1 0 0,0 1 0 0 0,0-1 1 0 0,0 1-1 0 0,0-1 1 0 0,0 1-1 0 0,0 0 1 0 0,0-1-1 0 0,1 1 1 0 0,-1-1-1 0 0,0 1 0 0 0,0-1 1 0 0,0 1-1 0 0,1-1 1 0 0,-1 1-1 0 0,0-1 1 0 0,0 1-1 0 0,1-1 0 0 0,0 1 1 0 0,7 11 73 0 0,-3-4-95 0 0,1 1-1 0 0,0-1 1 0 0,1 0-1 0 0,12 11 1 0 0,-15-16-10 0 0,1 0 0 0 0,-1-1-1 0 0,0 1 1 0 0,1-1 0 0 0,-1 0 0 0 0,1 0 0 0 0,-1-1 0 0 0,1 0 0 0 0,0 1 0 0 0,0-2-1 0 0,0 1 1 0 0,8 0 0 0 0,1 0-401 0 0,1-2 1 0 0,-1 1-1 0 0,0-2 0 0 0,0 0 0 0 0,-1 0 1 0 0,1-1-1 0 0,25-10 0 0 0,-30 9 180 0 0,0 0-1 0 0,0 0 1 0 0,-1-1 0 0 0,0 0-1 0 0,0 0 1 0 0,0-1-1 0 0,0 0 1 0 0,-1-1 0 0 0,0 0-1 0 0,-1 0 1 0 0,1 0-1 0 0,5-9 1 0 0,-12 14 359 0 0,1 1 1 0 0,-1-1-1 0 0,0 0 1 0 0,1 1-1 0 0,-1-1 1 0 0,0 0-1 0 0,0 0 1 0 0,0 1-1 0 0,-1-1 1 0 0,1 0-1 0 0,0 1 1 0 0,-1-1-1 0 0,1 0 0 0 0,-1 1 1 0 0,1-1-1 0 0,-1 1 1 0 0,0-1-1 0 0,1 1 1 0 0,-1-1-1 0 0,0 1 1 0 0,0-1-1 0 0,0 1 1 0 0,-3-3-1 0 0,10 2-532 0 0,1 0-1 0 0,-2-1 1 0 0,1 1 0 0 0,0-2-1 0 0,-1 1 1 0 0,1-1 0 0 0,-1 1-1 0 0,0-1 1 0 0,0-1-1 0 0,0 1 1 0 0,-1-1 0 0 0,5-6-1 0 0,6-4-381 0 0,-5 5 552 0 0,-1 0-1 0 0,0-1 1 0 0,-1 0 0 0 0,-1-1-1 0 0,0 0 1 0 0,0 0 0 0 0,-1 0-1 0 0,-1-1 1 0 0,0 0-1 0 0,0 0 1 0 0,4-27 0 0 0,-7 29 530 0 0,0 0 1 0 0,-1-1-1 0 0,0 1 0 0 0,-1 0 1 0 0,0-1-1 0 0,-1 1 1 0 0,0-1-1 0 0,-1 1 1 0 0,-3-12-1 0 0,5 23-126 0 0,-1-1 1 0 0,1 0-1 0 0,0 0 0 0 0,0 0 1 0 0,0 0-1 0 0,-1 0 0 0 0,1 0 0 0 0,-1 0 1 0 0,1 0-1 0 0,-1 0 0 0 0,1 0 1 0 0,-1 1-1 0 0,1-1 0 0 0,-1 0 0 0 0,1 0 1 0 0,-1 1-1 0 0,0-1 0 0 0,0 0 1 0 0,1 1-1 0 0,-1-1 0 0 0,0 1 0 0 0,0-1 1 0 0,0 1-1 0 0,-1-1 0 0 0,1 1-56 0 0,1 0 0 0 0,-1 1 0 0 0,0-1 0 0 0,0 0 0 0 0,0 1 0 0 0,0-1 0 0 0,1 1 0 0 0,-1-1 0 0 0,0 1 0 0 0,0-1 0 0 0,1 1-1 0 0,-1-1 1 0 0,0 1 0 0 0,1 0 0 0 0,-1-1 0 0 0,1 1 0 0 0,-1 0 0 0 0,1 0 0 0 0,-1 0 0 0 0,1 0 0 0 0,-4 5 186 0 0,1 1 1 0 0,1-1-1 0 0,-1 0 0 0 0,1 1 1 0 0,-2 11-1 0 0,2 3-16 0 0,1 0 0 0 0,1 0 0 0 0,1 0 0 0 0,1 0 0 0 0,1 0 0 0 0,0 0 0 0 0,2 0 0 0 0,8 23 0 0 0,7 9-141 0 0,47 90 1 0 0,-52-114-363 0 0,7 14-1569 0 0,-28-60-7710 0 0,0 6 8328 0 0,-1 0 0 0 0,0 0 1 0 0,0 1-1 0 0,-13-13 0 0 0,14 15 774 0 0,-1 1 1 0 0,0 1 0 0 0,-1-1 0 0 0,-11-6 0 0 0,16 11 791 0 0,0 0 0 0 0,0 0 1 0 0,0 1-1 0 0,0-1 0 0 0,0 1 1 0 0,-1 0-1 0 0,1 0 1 0 0,0 0-1 0 0,-7 0 0 0 0,10 1-290 0 0,-1 0 0 0 0,1 0 0 0 0,-1-1-1 0 0,1 1 1 0 0,-1 0 0 0 0,1 0 0 0 0,-1 0-1 0 0,1 0 1 0 0,-1 1 0 0 0,1-1 0 0 0,-1 0-1 0 0,1 0 1 0 0,-1 0 0 0 0,1 0 0 0 0,-1 0-1 0 0,1 1 1 0 0,-1-1 0 0 0,1 0 0 0 0,-1 0-1 0 0,1 1 1 0 0,-1-1 0 0 0,1 0 0 0 0,0 1-1 0 0,-1-1 1 0 0,1 0 0 0 0,0 1 0 0 0,-1-1-1 0 0,1 1 1 0 0,0-1 0 0 0,-1 1 0 0 0,1-1-1 0 0,0 0 1 0 0,0 1 0 0 0,-1-1 0 0 0,1 2-1 0 0,7 18 2103 0 0,20 14 78 0 0,-17-24-1755 0 0,2 0 1 0 0,-1-1-1 0 0,1 0 0 0 0,0-1 1 0 0,1-1-1 0 0,22 11 1 0 0,-4-5-12 0 0,58 16 1 0 0,-34-15-2458 0 0,58 7-1 0 0,-93-18-479 0 0,0-2-1 0 0,0 0 0 0 0,30-3 1 0 0,-40-2-1981 0 0,7-3-1746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8:24:24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93 3670 0 0,'13'2'8217'0'0,"-1"5"-5479"0"0,-10-6-2552 0 0,-1 0 1 0 0,1 0-1 0 0,0 0 1 0 0,0 0-1 0 0,-1 0 1 0 0,1-1 0 0 0,0 1-1 0 0,0 0 1 0 0,0-1-1 0 0,0 0 1 0 0,0 1-1 0 0,0-1 1 0 0,0 0 0 0 0,0 0-1 0 0,0 0 1 0 0,4 0-1 0 0,-6-1-171 0 0,1 1-1 0 0,0 0 0 0 0,0 0 1 0 0,0-1-1 0 0,-1 1 1 0 0,1 0-1 0 0,0-1 1 0 0,-1 1-1 0 0,1-1 0 0 0,0 1 1 0 0,-1-1-1 0 0,1 1 1 0 0,0-1-1 0 0,-1 0 0 0 0,1 1 1 0 0,-1-1-1 0 0,1 0 1 0 0,-1 1-1 0 0,0-1 1 0 0,1 0-1 0 0,-1 1 0 0 0,1-1 1 0 0,-1 0-1 0 0,0 0 1 0 0,0 0-1 0 0,0 1 0 0 0,1-1 1 0 0,-1-1-1 0 0,-5-30 495 0 0,4 27-231 0 0,-1 1 1 0 0,1-1 0 0 0,-1 1-1 0 0,-1 0 1 0 0,1 0 0 0 0,0 0-1 0 0,-1 0 1 0 0,0 0 0 0 0,0 0 0 0 0,0 1-1 0 0,-7-7 1 0 0,6 9-147 0 0,0 0 0 0 0,0 0 1 0 0,0 0-1 0 0,0 0 0 0 0,0 1 0 0 0,0 0 1 0 0,1-1-1 0 0,-1 1 0 0 0,0 1 0 0 0,0-1 1 0 0,0 1-1 0 0,0-1 0 0 0,0 1 0 0 0,0 0 0 0 0,0 0 1 0 0,1 1-1 0 0,-1-1 0 0 0,0 1 0 0 0,1 0 1 0 0,-1 0-1 0 0,1 0 0 0 0,0 0 0 0 0,0 1 1 0 0,-5 4-1 0 0,0-1 70 0 0,0 1 1 0 0,1 1 0 0 0,-1-1-1 0 0,2 1 1 0 0,-1 0-1 0 0,1 1 1 0 0,0-1 0 0 0,-6 14-1 0 0,10-18-178 0 0,0 0 0 0 0,1 1 0 0 0,-1-1 0 0 0,1 0 0 0 0,0 0 0 0 0,0 1-1 0 0,0-1 1 0 0,1 1 0 0 0,-1-1 0 0 0,1 1 0 0 0,0-1 0 0 0,1 1 0 0 0,-1-1 0 0 0,1 0 0 0 0,0 1 0 0 0,0-1-1 0 0,0 1 1 0 0,1-1 0 0 0,-1 0 0 0 0,1 0 0 0 0,0 0 0 0 0,0 0 0 0 0,0 0 0 0 0,1 0 0 0 0,0-1 0 0 0,-1 1-1 0 0,1-1 1 0 0,0 0 0 0 0,1 0 0 0 0,-1 0 0 0 0,1 0 0 0 0,-1 0 0 0 0,1-1 0 0 0,4 3 0 0 0,1 0-129 0 0,0-1 0 0 0,-1 0 0 0 0,2 0 0 0 0,-1-1 0 0 0,0 0 0 0 0,1-1 0 0 0,-1 0 0 0 0,1-1 0 0 0,0 0 0 0 0,0 0 0 0 0,-1-1 0 0 0,1 0 0 0 0,0 0 0 0 0,15-4 0 0 0,-11 0-109 0 0,1-1 0 0 0,-2 0 0 0 0,1-1-1 0 0,-1-1 1 0 0,0 0 0 0 0,0-1 0 0 0,22-17-1 0 0,-32 22 224 0 0,0 0-1 0 0,-1 0 1 0 0,1 0-1 0 0,-1 0 1 0 0,0 0-1 0 0,0-1 0 0 0,0 1 1 0 0,-1-1-1 0 0,1 1 1 0 0,-1-1-1 0 0,0 0 1 0 0,2-6-1 0 0,7-16 490 0 0,-9 24-185 0 0,17 49 424 0 0,-14-36-718 0 0,0-1 0 0 0,1 1 0 0 0,0-1 0 0 0,0-1-1 0 0,1 1 1 0 0,1-1 0 0 0,0 0 0 0 0,0 0 0 0 0,0-1 0 0 0,1 0 0 0 0,0 0 0 0 0,1-1 0 0 0,0 0 0 0 0,19 11 0 0 0,-24-17-125 0 0,0 0-1 0 0,0 0 1 0 0,0-1 0 0 0,0 0 0 0 0,1 0 0 0 0,-1 0 0 0 0,0 0 0 0 0,0-1-1 0 0,0 1 1 0 0,0-1 0 0 0,0 0 0 0 0,0 0 0 0 0,0-1 0 0 0,0 1-1 0 0,0-1 1 0 0,5-3 0 0 0,60-39-1942 0 0,-55 34 1841 0 0,0-1 1 0 0,-1-1-1 0 0,0 0 0 0 0,-1-1 1 0 0,0 0-1 0 0,16-25 2226 0 0,-30 32-1103 0 0,2 6-907 0 0,0 1 1 0 0,0-1-1 0 0,0 0 0 0 0,-1 0 0 0 0,1 0 0 0 0,0 1 0 0 0,0-1 0 0 0,0 0 0 0 0,0 0 0 0 0,-1 0 0 0 0,1 0 0 0 0,0 1 0 0 0,0-1 0 0 0,0 0 1 0 0,-1 0-1 0 0,1 0 0 0 0,0 0 0 0 0,0 0 0 0 0,-1 0 0 0 0,1 0 0 0 0,0 0 0 0 0,0 0 0 0 0,-1 0 0 0 0,1 0 0 0 0,0 0 0 0 0,0 0 0 0 0,-1 0 0 0 0,1 0 1 0 0,0 0-1 0 0,0 0 0 0 0,-1 0 0 0 0,1 0 0 0 0,0 0 0 0 0,0 0 0 0 0,-1 0 0 0 0,1 0 0 0 0,0 0 0 0 0,0-1 0 0 0,0 1 0 0 0,-1 0 0 0 0,1 0 1 0 0,0 0-1 0 0,0 0 0 0 0,0-1 0 0 0,-1 1 0 0 0,1 0 0 0 0,0 0 0 0 0,0 0 0 0 0,0-1 0 0 0,0 1 0 0 0,0 0 0 0 0,0 0 0 0 0,-1-1 0 0 0,1 1 0 0 0,0 0 1 0 0,0 0-1 0 0,0-1 0 0 0,0 1 0 0 0,0 0 0 0 0,0 0 0 0 0,0-1 0 0 0,0 1 0 0 0,0 0 0 0 0,0 0 0 0 0,0-1 0 0 0,0 1 0 0 0,1-1 0 0 0,-4 4 117 0 0,0 0-1 0 0,0 0 0 0 0,1-1 0 0 0,-1 1 0 0 0,1 1 1 0 0,0-1-1 0 0,0 0 0 0 0,0 1 0 0 0,0-1 0 0 0,0 1 0 0 0,1-1 1 0 0,0 1-1 0 0,-1 0 0 0 0,0 5 0 0 0,2-7-109 0 0,0 0 1 0 0,-1 0-1 0 0,1 1 0 0 0,0-1 0 0 0,0 0 0 0 0,0 0 0 0 0,0 0 1 0 0,0 0-1 0 0,1 0 0 0 0,-1 0 0 0 0,1 0 0 0 0,-1 1 1 0 0,1-1-1 0 0,0 0 0 0 0,0-1 0 0 0,0 1 0 0 0,0 0 0 0 0,0 0 1 0 0,0 0-1 0 0,0 0 0 0 0,1-1 0 0 0,-1 1 0 0 0,0-1 1 0 0,1 1-1 0 0,0-1 0 0 0,-1 0 0 0 0,1 1 0 0 0,0-1 1 0 0,0 0-1 0 0,2 1 0 0 0,12 4-300 0 0,0-1 1 0 0,0-1-1 0 0,1 0 1 0 0,-1-1-1 0 0,1-1 1 0 0,-1-1 0 0 0,1 0-1 0 0,0-1 1 0 0,0-1-1 0 0,0-1 1 0 0,17-3-1 0 0,-13 1-442 0 0,1-1 0 0 0,-1-1-1 0 0,0 0 1 0 0,-1-2 0 0 0,0 0-1 0 0,0-2 1 0 0,0 0 0 0 0,21-15 0 0 0,-38 22 705 0 0,0 1 1 0 0,0-1-1 0 0,0 0 1 0 0,0 0-1 0 0,0 0 1 0 0,0 0 0 0 0,-1-1-1 0 0,0 1 1 0 0,1-1-1 0 0,-1 1 1 0 0,0-1 0 0 0,-1 0-1 0 0,1 0 1 0 0,-1 0-1 0 0,0 0 1 0 0,1-5 0 0 0,-2 8 107 0 0,0-1 1 0 0,0 1 0 0 0,0 0 0 0 0,0-1-1 0 0,0 1 1 0 0,0 0 0 0 0,0-1 0 0 0,-1 1 0 0 0,1 0-1 0 0,0-1 1 0 0,-1 1 0 0 0,0 0 0 0 0,1 0 0 0 0,-1 0-1 0 0,1-1 1 0 0,-1 1 0 0 0,0 0 0 0 0,0 0 0 0 0,0 0-1 0 0,-1-1 1 0 0,-1 0 70 0 0,1 1 0 0 0,0 0-1 0 0,-1 0 1 0 0,1-1 0 0 0,-1 2 0 0 0,1-1 0 0 0,-1 0-1 0 0,1 0 1 0 0,-1 1 0 0 0,0 0 0 0 0,1-1 0 0 0,-1 1-1 0 0,0 0 1 0 0,-3 1 0 0 0,-5 0 191 0 0,1 0 1 0 0,0 1-1 0 0,-1 1 1 0 0,1 0-1 0 0,0 0 1 0 0,0 1-1 0 0,0 1 1 0 0,1-1-1 0 0,0 1 1 0 0,0 1-1 0 0,-16 12 1 0 0,20-15-262 0 0,1 1 1 0 0,-1 0 0 0 0,1 0-1 0 0,-1 0 1 0 0,1 1-1 0 0,0-1 1 0 0,1 1-1 0 0,-1 0 1 0 0,1 0-1 0 0,0 1 1 0 0,0-1-1 0 0,0 1 1 0 0,1-1-1 0 0,0 1 1 0 0,0 0-1 0 0,1 0 1 0 0,-1 0 0 0 0,1 0-1 0 0,1 0 1 0 0,-1 0-1 0 0,1 0 1 0 0,0 6-1 0 0,0-10-97 0 0,1 0-1 0 0,-1 0 1 0 0,1 0-1 0 0,-1 0 1 0 0,1 0-1 0 0,0 0 1 0 0,0 0-1 0 0,0 0 0 0 0,0 0 1 0 0,0-1-1 0 0,0 1 1 0 0,1 0-1 0 0,-1-1 1 0 0,0 1-1 0 0,1-1 1 0 0,0 1-1 0 0,-1-1 1 0 0,1 0-1 0 0,3 2 1 0 0,-1-1-88 0 0,0 0 1 0 0,0-1 0 0 0,0 1 0 0 0,1-1-1 0 0,-1 0 1 0 0,0 0 0 0 0,1-1-1 0 0,-1 1 1 0 0,5-1 0 0 0,7-1-403 0 0,0 0 0 0 0,-1-1 0 0 0,1-1 0 0 0,21-6 0 0 0,-20 4-271 0 0,0 0 1 0 0,-1 0 0 0 0,1-2 0 0 0,-1 0-1 0 0,-1-1 1 0 0,1 0 0 0 0,-1-1-1 0 0,0-1 1 0 0,-1 0 0 0 0,-1-1-1 0 0,1-1 1 0 0,-2 0 0 0 0,16-18-1 0 0,-27 28 212 0 0,-1 0 286 0 0,-1 1 1 0 0,1-1-1 0 0,0 1 0 0 0,-1-1 0 0 0,1 1 0 0 0,-1 0 1 0 0,0-1-1 0 0,1 1 0 0 0,-1-1 0 0 0,0 1 1 0 0,0 0-1 0 0,0 0 0 0 0,-1-2 0 0 0,0 3-355 0 0,-15 1 271 0 0,11-1-5060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8:24:25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25 2806 0 0,'-30'-18'7640'0'0,"-3"12"-4578"0"0,31 6-2923 0 0,0 0 1 0 0,-1 0 0 0 0,1 0-1 0 0,0 1 1 0 0,0 0 0 0 0,-1-1-1 0 0,1 1 1 0 0,0 0 0 0 0,0 0-1 0 0,0 0 1 0 0,0 0 0 0 0,0 0-1 0 0,0 0 1 0 0,0 1 0 0 0,0-1-1 0 0,1 1 1 0 0,-1-1 0 0 0,0 1-1 0 0,1 0 1 0 0,-1 0 0 0 0,1-1-1 0 0,0 1 1 0 0,0 0 0 0 0,-1 0-1 0 0,1 1 1 0 0,-1 3 0 0 0,-1 2 55 0 0,1 0 1 0 0,0 1-1 0 0,0 0 1 0 0,1 0 0 0 0,0-1-1 0 0,0 1 1 0 0,1 0 0 0 0,0 0-1 0 0,1 0 1 0 0,0-1-1 0 0,0 1 1 0 0,1 0 0 0 0,0-1-1 0 0,4 10 1 0 0,6 12 64 0 0,1 0-1 0 0,25 42 1 0 0,-18-37-9 0 0,240 411 956 0 0,-251-430-1171 0 0,-1 0 0 0 0,-1 1 0 0 0,-1 0 0 0 0,0 1 0 0 0,-1-1-1 0 0,0 1 1 0 0,-2 0 0 0 0,3 32 0 0 0,-6-44 3 0 0,0 0 0 0 0,0 0 0 0 0,-1 0 0 0 0,0 0 0 0 0,0 1-1 0 0,0-1 1 0 0,0 0 0 0 0,-1-1 0 0 0,0 1 0 0 0,-1 0 0 0 0,1 0 0 0 0,-1-1 0 0 0,0 0-1 0 0,0 1 1 0 0,-1-1 0 0 0,0 0 0 0 0,1-1 0 0 0,-2 1 0 0 0,1-1 0 0 0,0 0 0 0 0,-1 0-1 0 0,0 0 1 0 0,0 0 0 0 0,0-1 0 0 0,0 0 0 0 0,-1 0 0 0 0,1 0 0 0 0,-1-1 0 0 0,-6 2-1 0 0,4-1-44 0 0,0-1 0 0 0,0 0-1 0 0,-1 0 1 0 0,1-1 0 0 0,0 0 0 0 0,-1-1-1 0 0,1 0 1 0 0,0 0 0 0 0,-1-1-1 0 0,1 0 1 0 0,0 0 0 0 0,0-1-1 0 0,-1 0 1 0 0,1 0 0 0 0,1-1 0 0 0,-1 0-1 0 0,0-1 1 0 0,1 0 0 0 0,-1 0-1 0 0,1 0 1 0 0,-7-7 0 0 0,11 9-83 0 0,0 0 1 0 0,0 0-1 0 0,1 0 1 0 0,0-1-1 0 0,-1 1 1 0 0,1-1 0 0 0,0 1-1 0 0,0-1 1 0 0,0 0-1 0 0,0 0 1 0 0,1 0-1 0 0,-1 0 1 0 0,1 0-1 0 0,0 0 1 0 0,0 0 0 0 0,0-1-1 0 0,0 1 1 0 0,1 0-1 0 0,-1-1 1 0 0,1 1-1 0 0,0 0 1 0 0,0-1-1 0 0,0 1 1 0 0,0 0-1 0 0,0-1 1 0 0,1 1 0 0 0,0 0-1 0 0,-1-1 1 0 0,1 1-1 0 0,1 0 1 0 0,-1 0-1 0 0,0 0 1 0 0,1 0-1 0 0,0 0 1 0 0,-1 0 0 0 0,1 0-1 0 0,3-3 1 0 0,3-5-247 0 0,1 0 1 0 0,0 1 0 0 0,1 0 0 0 0,0 0 0 0 0,0 1 0 0 0,1 1 0 0 0,18-12 0 0 0,6 0-710 0 0,154-101-3256 0 0,-173 108 4229 0 0,0 0 0 0 0,-2 0 1 0 0,1-1-1 0 0,-2-1 0 0 0,0-1 0 0 0,22-33 1 0 0,-35 47 192 0 0,1 0 0 0 0,0 0 0 0 0,-1 0 0 0 0,1 0 0 0 0,-1 0 1 0 0,0 0-1 0 0,0 0 0 0 0,0 0 0 0 0,0 0 0 0 0,0 0 0 0 0,0 0 1 0 0,0-1-1 0 0,-1 1 0 0 0,1 0 0 0 0,-1 0 0 0 0,0 0 0 0 0,1 0 1 0 0,-1 0-1 0 0,0 1 0 0 0,0-1 0 0 0,0 0 0 0 0,0 0 0 0 0,-3-2 1 0 0,2 0 251 0 0,-1 1 1 0 0,0 0-1 0 0,1-1 1 0 0,-1 1-1 0 0,0 1 1 0 0,-1-1-1 0 0,1 0 1 0 0,0 1-1 0 0,-1 0 1 0 0,-5-4-1 0 0,2 5 34 0 0,0-1-1 0 0,0 1 1 0 0,0 1-1 0 0,0-1 1 0 0,1 1 0 0 0,-1 0-1 0 0,0 1 1 0 0,0 0-1 0 0,0 0 1 0 0,-8 2-1 0 0,14-3-365 0 0,-1 0-1 0 0,0 1 0 0 0,1-1 1 0 0,-1 0-1 0 0,0 1 0 0 0,1-1 1 0 0,-1 1-1 0 0,0 0 0 0 0,1 0 1 0 0,-1-1-1 0 0,1 1 0 0 0,-1 0 1 0 0,1 0-1 0 0,0 0 1 0 0,-1 0-1 0 0,1 1 0 0 0,0-1 1 0 0,0 0-1 0 0,0 1 0 0 0,0-1 1 0 0,0 0-1 0 0,0 1 0 0 0,0-1 1 0 0,0 1-1 0 0,1-1 0 0 0,-1 1 1 0 0,0 0-1 0 0,1-1 0 0 0,0 1 1 0 0,-1 0-1 0 0,1-1 1 0 0,0 1-1 0 0,0 0 0 0 0,0 0 1 0 0,0-1-1 0 0,0 1 0 0 0,0 0 1 0 0,0-1-1 0 0,0 1 0 0 0,1 0 1 0 0,-1-1-1 0 0,1 1 0 0 0,0 0 1 0 0,0 1-1 0 0,4 6-26 0 0,0-1 0 0 0,0-1 1 0 0,1 1-1 0 0,0-1 0 0 0,1 0 0 0 0,-1 0 0 0 0,1-1 0 0 0,1 1 1 0 0,-1-2-1 0 0,1 1 0 0 0,0-1 0 0 0,0 0 0 0 0,1-1 0 0 0,-1 0 0 0 0,1 0 1 0 0,17 4-1 0 0,12 2-262 0 0,1-1 0 0 0,67 5 0 0 0,-90-12 89 0 0,-10-1 29 0 0,81 4-1997 0 0,-81-5 1645 0 0,0-1-1 0 0,0 1 1 0 0,0-1 0 0 0,0 0 0 0 0,0-1-1 0 0,0 0 1 0 0,0 1 0 0 0,-1-2-1 0 0,1 1 1 0 0,0-1 0 0 0,-1 0-1 0 0,5-3 1 0 0,-9 5 279 0 0,0 0 0 0 0,0 1-1 0 0,0-1 1 0 0,0 0 0 0 0,0 0-1 0 0,0 1 1 0 0,0-1 0 0 0,0 0-1 0 0,-1 0 1 0 0,1 0 0 0 0,0 0-1 0 0,-1 0 1 0 0,1 0 0 0 0,-1 0 0 0 0,1-1-1 0 0,-1 1 1 0 0,1 0 0 0 0,-1 0-1 0 0,0 0 1 0 0,0 0 0 0 0,1 0-1 0 0,-1-1 1 0 0,0 1 0 0 0,0 0-1 0 0,0 0 1 0 0,0 0 0 0 0,-1-1 0 0 0,1 1-1 0 0,-1-2 1 0 0,0 1-317 0 0,0-1 1 0 0,-1 0-1 0 0,0 1 0 0 0,0-1 1 0 0,0 1-1 0 0,0 0 1 0 0,0 0-1 0 0,0 0 0 0 0,0 0 1 0 0,-4-3-1 0 0,-13-7-3863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17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3150 491 2678 0 0,'-107'-43'5770'0'0,"-51"-18"-1210"0"0,112 45-4025 0 0,-1 3 0 0 0,0 1 0 0 0,-60-7 0 0 0,-45 8 10 0 0,0 7 1 0 0,-1 6-1 0 0,1 7 0 0 0,-178 34 0 0 0,233-26-101 0 0,1 4 0 0 0,1 5 0 0 0,1 3 0 0 0,1 5 0 0 0,2 3 0 0 0,-142 82 0 0 0,166-78-249 0 0,2 4-1 0 0,2 2 1 0 0,3 2 0 0 0,1 3 0 0 0,2 3 0 0 0,4 2 0 0 0,1 3 0 0 0,-79 121 0 0 0,88-111-110 0 0,4 2 0 0 0,3 2 0 0 0,3 1 0 0 0,3 2 0 0 0,4 1 1 0 0,3 1-1 0 0,3 1 0 0 0,-15 143 0 0 0,30-157-77 0 0,2 0 0 0 0,4-1 0 0 0,2 1 0 0 0,3-1 0 0 0,4 0 0 0 0,1 0 0 0 0,4-1 0 0 0,3-1 0 0 0,2-1 0 0 0,3 0 0 0 0,45 85 0 0 0,-38-94-82 0 0,3-1 0 0 0,1-1 0 0 0,4-2 0 0 0,1-2 0 0 0,2-1 0 0 0,60 51 0 0 0,-41-48-2 0 0,3-2 0 0 0,1-3 0 0 0,2-3 0 0 0,110 50 0 0 0,-55-40 167 0 0,3-5 0 0 0,2-5 0 0 0,2-6 0 0 0,1-6 0 0 0,1-5 0 0 0,1-6 0 0 0,241 2 0 0 0,-212-24 13 0 0,0-6 0 0 0,-1-7 0 0 0,0-8 0 0 0,-2-6 1 0 0,-1-7-1 0 0,166-64 0 0 0,-203 56-393 0 0,-3-5 1 0 0,-2-5 0 0 0,165-109 0 0 0,-205 113 56 0 0,-3-3 1 0 0,-2-2-1 0 0,-3-4 0 0 0,-2-3 1 0 0,101-131-1 0 0,-109 115-96 0 0,-4-3 0 0 0,-4-2 0 0 0,-3-2 0 0 0,-4-2 0 0 0,45-142 0 0 0,-62 151 192 0 0,-4-1 0 0 0,-3-1 1 0 0,-4-1-1 0 0,-4 0 0 0 0,-3 0 0 0 0,-9-151 0 0 0,-2 189 67 0 0,-2 0-1 0 0,-1 0 1 0 0,-3 1 0 0 0,-1 1-1 0 0,-3-1 1 0 0,-1 2-1 0 0,-2 0 1 0 0,-2 2 0 0 0,-43-67-1 0 0,32 65 51 0 0,0 1 0 0 0,-3 2 0 0 0,-2 2 0 0 0,0 1 0 0 0,-3 1 0 0 0,-1 3 0 0 0,-1 1 0 0 0,-62-35 0 0 0,5 14 73 0 0,-2 5-1 0 0,-3 4 1 0 0,-1 5-1 0 0,-1 4 1 0 0,-137-25 0 0 0,-6 15 77 0 0,-300-13 0 0 0,18 35-213 0 0,1 0-141 0 0,512 21-45 0 0,-1 0 1 0 0,0-2 0 0 0,0 0-1 0 0,1-1 1 0 0,-28-10-1 0 0,42 13 83 0 0,1 0 0 0 0,-1 0 0 0 0,1 0 0 0 0,0-1-1 0 0,-1 1 1 0 0,1-1 0 0 0,0 1 0 0 0,0-1 0 0 0,0 0 0 0 0,0 0-1 0 0,1 0 1 0 0,-1 0 0 0 0,0 0 0 0 0,1-1 0 0 0,-1 1-1 0 0,1 0 1 0 0,0-1 0 0 0,-2-3 0 0 0,3 3-180 0 0,0-1 1 0 0,0 1-1 0 0,0-1 1 0 0,0 1-1 0 0,1-1 1 0 0,-1 1 0 0 0,1 0-1 0 0,0-1 1 0 0,0 1-1 0 0,0 0 1 0 0,0-1-1 0 0,1 1 1 0 0,-1 0-1 0 0,1 0 1 0 0,0 0-1 0 0,0 0 1 0 0,0 0-1 0 0,3-3 1 0 0,28-31-5679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20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1 202 5308 0 0,'0'-2'7146'0'0,"9"-2"-2880"0"0,29-5-1670 0 0,43-5-2262 0 0,-31 8 524 0 0,277-32 2288 0 0,430-45-2887 0 0,-307 47 420 0 0,-324 32-812 0 0,198 20 0 0 0,-124 2 269 0 0,99-7-593 0 0,-297-11 397 0 0,44 0 75 0 0,-45 0-282 0 0,0 0 0 0 0,1 1-1 0 0,-1-1 1 0 0,0 0 0 0 0,1 0-1 0 0,-1 0 1 0 0,0 0-1 0 0,1-1 1 0 0,-1 1 0 0 0,0 0-1 0 0,1 0 1 0 0,-1-1 0 0 0,0 1-1 0 0,0-1 1 0 0,1 1 0 0 0,-1-1-1 0 0,0 0 1 0 0,0 1-1 0 0,0-1 1 0 0,0 0 0 0 0,2-2-1 0 0,-3 2-440 0 0,0-1 0 0 0,0 0 0 0 0,0 1 0 0 0,-1-1 0 0 0,1 0-1 0 0,0 1 1 0 0,-1-1 0 0 0,0 1 0 0 0,1-1 0 0 0,-1 0 0 0 0,0 1-1 0 0,0-1 1 0 0,-1-1 0 0 0,-1-3-1354 0 0,-3-5-4022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24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1 810 0 0,'16'4'245'0'0,"-13"-3"1789"0"0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25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1014 0 0,'0'0'1789'0'0,"20"10"4714"0"0,-16 1-6378 0 0,0-1 1 0 0,-1 1-1 0 0,0-1 0 0 0,0 1 0 0 0,-1 0 0 0 0,-1 0 1 0 0,1 0-1 0 0,-2 16 0 0 0,7 38 148 0 0,6 31 65 0 0,-11-67-190 0 0,2-1 1 0 0,1 1-1 0 0,10 29 0 0 0,-14-54-176 0 0,0-1 0 0 0,0 0 0 0 0,0 1 0 0 0,0-1 0 0 0,-1 1 0 0 0,1 0 1 0 0,-1-1-1 0 0,0 1 0 0 0,0 3 0 0 0,0-7 12 0 0,0 0 0 0 0,0 1 1 0 0,0-1-1 0 0,0 0 0 0 0,0 0 0 0 0,0 0 1 0 0,0 0-1 0 0,0 0 0 0 0,0 0 0 0 0,-1 1 1 0 0,1-1-1 0 0,0 0 0 0 0,0 0 0 0 0,0 0 1 0 0,0 0-1 0 0,0 0 0 0 0,0 0 0 0 0,0 0 1 0 0,0 0-1 0 0,0 0 0 0 0,0 1 0 0 0,0-1 1 0 0,-1 0-1 0 0,1 0 0 0 0,0 0 0 0 0,0 0 1 0 0,0 0-1 0 0,0 0 0 0 0,0 0 0 0 0,0 0 1 0 0,0 0-1 0 0,-1 0 0 0 0,1 0 0 0 0,0 0 1 0 0,0 0-1 0 0,0 0 0 0 0,0 0 0 0 0,0 0 1 0 0,0 0-1 0 0,0 0 0 0 0,-1 0 0 0 0,1 0 1 0 0,0 0-1 0 0,0 0 0 0 0,0 0 0 0 0,0 0 1 0 0,0 0-1 0 0,0 0 0 0 0,-1 0 0 0 0,1 0 1 0 0,0 0-1 0 0,0 0 0 0 0,0 0 1 0 0,0-1-1 0 0,0 1 0 0 0,0 0 0 0 0,0 0 1 0 0,0 0-1 0 0,0 0 0 0 0,0 0 0 0 0,-1 0 1 0 0,1 0-1 0 0,-10-20-1806 0 0,10 18 1510 0 0,-1-1 0 0 0,1 1-1 0 0,0-1 1 0 0,0 1 0 0 0,0 0-1 0 0,0-1 1 0 0,0 1 0 0 0,0-1 0 0 0,1 1-1 0 0,-1 0 1 0 0,1-1 0 0 0,1-1-1 0 0,1-14-2181 0 0,-3 4 510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27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0 294 5042 0 0,'0'0'12812'0'0,"29"-11"-10875"0"0,56 1-135 0 0,110 2 1 0 0,-16 1-1431 0 0,367-26 132 0 0,87-6-271 0 0,-9-49-177 0 0,-448 42 72 0 0,-127 32 294 0 0,-47 14-281 0 0,34-6-194 0 0,-18 4-41 0 0,0 2 0 0 0,0 0 0 0 0,28 5-1 0 0,11-1-566 0 0,3 0 42 0 0,-58-3 541 0 0,6 0 433 0 0,20-9-5714 0 0,-27 8 5218 0 0,-1 0 1 0 0,1-1 0 0 0,-1 1 0 0 0,1-1 0 0 0,-1 1 0 0 0,0-1-1 0 0,1 1 1 0 0,-1-1 0 0 0,0 0 0 0 0,0 1 0 0 0,1-1 0 0 0,-1 1-1 0 0,0-1 1 0 0,0 0 0 0 0,0 1 0 0 0,0-1 0 0 0,1 1 0 0 0,-1-1 0 0 0,0 0-1 0 0,0 1 1 0 0,0-1 0 0 0,-1 0 0 0 0,1 1 0 0 0,0-1 0 0 0,0 1-1 0 0,0-1 1 0 0,0 0 0 0 0,-1 1 0 0 0,1-1 0 0 0,0 1 0 0 0,0-1-1 0 0,-1 1 1 0 0,1-1 0 0 0,0 1 0 0 0,-1-1 0 0 0,1 1 0 0 0,-1-1-1 0 0,1 1 1 0 0,-1-1 0 0 0,1 1 0 0 0,-1 0 0 0 0,1-1 0 0 0,-1 1 0 0 0,1 0-1 0 0,-1-1 1 0 0,1 1 0 0 0,-1 0 0 0 0,0 0 0 0 0,1-1 0 0 0,-1 1-1 0 0,-1 0 1 0 0,-30-10-6817 0 0,20 9 2757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28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15 3958 0 0,'-14'3'805'0'0,"-25"1"8289"0"0,24-3-8544 0 0,13-1 219 0 0,44 0-674 0 0,64-11-261 0 0,-70 6 109 0 0,0 2-1 0 0,52 0 0 0 0,-88 3 77 0 0,1 0 0 0 0,0 0 0 0 0,0 0 0 0 0,0 0 0 0 0,0-1 0 0 0,-1 1 0 0 0,1 0 0 0 0,0 1 0 0 0,0-1 0 0 0,0 0 0 0 0,0 0 0 0 0,-1 0 0 0 0,1 0 0 0 0,0 1 0 0 0,0-1-1 0 0,0 0 1 0 0,-1 1 0 0 0,1-1 0 0 0,0 1 0 0 0,0-1 0 0 0,-1 1 0 0 0,1-1 0 0 0,0 1 0 0 0,-1-1 0 0 0,1 1 0 0 0,-1-1 0 0 0,1 1 0 0 0,-1 0 0 0 0,1 0 0 0 0,-1-1 0 0 0,1 1 0 0 0,-1 0 0 0 0,0 0 0 0 0,1-1 0 0 0,-1 1 0 0 0,0 0 0 0 0,0 0 0 0 0,1 0 0 0 0,-1-1 0 0 0,0 1 0 0 0,0 0 0 0 0,0 0 0 0 0,0 0 0 0 0,0 0 0 0 0,0 0 0 0 0,0-1 0 0 0,-1 1 0 0 0,1 0 0 0 0,0 0 0 0 0,0 0 0 0 0,-1 0 0 0 0,1-1 0 0 0,0 1 0 0 0,-1 0 0 0 0,1 0 0 0 0,-1 0 0 0 0,-30 38 792 0 0,-134 110 2988 0 0,163-147-3885 0 0,0 0 0 0 0,0 0 1 0 0,0 1-1 0 0,1-1 0 0 0,-1 0 0 0 0,1 1 0 0 0,-1-1 0 0 0,1 1 0 0 0,0-1 0 0 0,0 1 0 0 0,0 0 0 0 0,0-1 1 0 0,1 1-1 0 0,-1 0 0 0 0,1 0 0 0 0,-1 0 0 0 0,1-1 0 0 0,0 1 0 0 0,1 3 0 0 0,-1-5-18 0 0,0 0-1 0 0,0-1 1 0 0,1 1 0 0 0,-1 0-1 0 0,1-1 1 0 0,-1 1-1 0 0,1-1 1 0 0,-1 1 0 0 0,1 0-1 0 0,-1-1 1 0 0,1 1-1 0 0,-1-1 1 0 0,1 1 0 0 0,-1-1-1 0 0,1 0 1 0 0,0 1-1 0 0,-1-1 1 0 0,1 0 0 0 0,0 1-1 0 0,0-1 1 0 0,-1 0-1 0 0,1 0 1 0 0,0 1 0 0 0,0-1-1 0 0,-1 0 1 0 0,1 0-1 0 0,0 0 1 0 0,0 0 0 0 0,-1 0-1 0 0,1 0 1 0 0,0 0-1 0 0,1-1 1 0 0,23-1-2729 0 0,-21 1 2076 0 0,0-1 1 0 0,-1 1-1 0 0,1-1 0 0 0,-1 0 1 0 0,1 1-1 0 0,-1-1 0 0 0,0-1 1 0 0,6-4-1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34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414 287 4290 0 0,'0'0'6993'0'0,"24"-20"-5338"0"0,-19 13-1600 0 0,0 1-1 0 0,-1 0 1 0 0,1-1 0 0 0,-2 0 0 0 0,1 0 0 0 0,-1 0-1 0 0,0 0 1 0 0,0-1 0 0 0,-1 1 0 0 0,0-1 0 0 0,0 1-1 0 0,-1-1 1 0 0,0 0 0 0 0,0 0 0 0 0,-1-14 0 0 0,-1 15 28 0 0,0 1 0 0 0,1-1 0 0 0,-2 1 0 0 0,1 0 0 0 0,-1-1 1 0 0,0 1-1 0 0,0 0 0 0 0,-1 0 0 0 0,0 0 0 0 0,0 1 0 0 0,0-1 1 0 0,-1 1-1 0 0,0 0 0 0 0,0 0 0 0 0,0 0 0 0 0,0 0 0 0 0,-1 0 1 0 0,0 1-1 0 0,-8-6 0 0 0,6 7 37 0 0,0 0 0 0 0,1 0 1 0 0,-1 1-1 0 0,0 0 0 0 0,0 0 0 0 0,0 1 0 0 0,-1 0 1 0 0,1 0-1 0 0,0 0 0 0 0,0 1 0 0 0,0 1 1 0 0,-1-1-1 0 0,1 1 0 0 0,0 0 0 0 0,0 0 1 0 0,0 1-1 0 0,0 0 0 0 0,-7 3 0 0 0,-10 4 714 0 0,2 0-1 0 0,-1 2 0 0 0,-39 25 1 0 0,48-27-492 0 0,1 1 0 0 0,1 1 0 0 0,0 0 0 0 0,0 0 1 0 0,1 1-1 0 0,0 1 0 0 0,1-1 0 0 0,-14 26 0 0 0,20-32-280 0 0,1-1 0 0 0,0 1-1 0 0,1 0 1 0 0,-1-1-1 0 0,1 1 1 0 0,0 0 0 0 0,1 1-1 0 0,-1-1 1 0 0,1 0 0 0 0,0 0-1 0 0,1 1 1 0 0,0-1-1 0 0,0 0 1 0 0,0 1 0 0 0,1-1-1 0 0,0 0 1 0 0,0 0-1 0 0,0 1 1 0 0,1-1 0 0 0,0 0-1 0 0,0 0 1 0 0,0-1 0 0 0,1 1-1 0 0,0 0 1 0 0,6 8-1 0 0,-5-10-31 0 0,-1-1 0 0 0,1 1 0 0 0,0-1-1 0 0,1 0 1 0 0,-1 0 0 0 0,0 0-1 0 0,1-1 1 0 0,0 1 0 0 0,-1-1-1 0 0,1 0 1 0 0,0-1 0 0 0,0 1-1 0 0,0-1 1 0 0,0 0 0 0 0,0 0-1 0 0,0-1 1 0 0,1 1 0 0 0,-1-1-1 0 0,0 0 1 0 0,0 0 0 0 0,0-1 0 0 0,10-2-1 0 0,4 0-197 0 0,-1-2 0 0 0,0 0 0 0 0,0-1 0 0 0,0-1 0 0 0,17-9 0 0 0,-18 8-119 0 0,-1-1 1 0 0,0-2 0 0 0,0 1-1 0 0,22-21 1 0 0,-31 24 185 0 0,1 0 0 0 0,-2-1 0 0 0,1 0 0 0 0,-1 0 0 0 0,0-1 0 0 0,-1 1 0 0 0,0-1 0 0 0,0 0 0 0 0,6-19 0 0 0,-10 27 123 0 0,-1 0 0 0 0,1 0 0 0 0,-1 0 0 0 0,0 0 0 0 0,0 0 0 0 0,1 0 0 0 0,-1 0 0 0 0,0 0 0 0 0,0-1 0 0 0,0 1 0 0 0,0 0 0 0 0,0 0 0 0 0,0 0-1 0 0,-1 0 1 0 0,1 0 0 0 0,0 0 0 0 0,0 0 0 0 0,-1 0 0 0 0,1 0 0 0 0,-1 0 0 0 0,1 0 0 0 0,-1 0 0 0 0,1 0 0 0 0,-1 0 0 0 0,0 0 0 0 0,1 0 0 0 0,-1 0 0 0 0,0 1 0 0 0,0-1 0 0 0,0 0 0 0 0,1 1 0 0 0,-1-1 0 0 0,0 0 0 0 0,0 1 0 0 0,0-1 0 0 0,0 1 0 0 0,0-1 0 0 0,0 1-1 0 0,0 0 1 0 0,0-1 0 0 0,-1 1 0 0 0,1 0 0 0 0,0 0 0 0 0,-2 0 0 0 0,1 0 10 0 0,0-1 0 0 0,-1 1 0 0 0,1 0-1 0 0,0 1 1 0 0,-1-1 0 0 0,1 0 0 0 0,0 1-1 0 0,0-1 1 0 0,0 1 0 0 0,-1 0 0 0 0,1-1-1 0 0,0 1 1 0 0,0 0 0 0 0,0 0 0 0 0,0 1-1 0 0,0-1 1 0 0,0 0 0 0 0,1 1 0 0 0,-1-1-1 0 0,-3 4 1 0 0,1 2 22 0 0,0 0 0 0 0,1 0 0 0 0,0 1-1 0 0,0-1 1 0 0,0 1 0 0 0,1 0 0 0 0,0 0 0 0 0,1 0 0 0 0,-1 0 0 0 0,2 0-1 0 0,-1 1 1 0 0,1-1 0 0 0,0 0 0 0 0,2 10 0 0 0,1 1 3 0 0,1 1 0 0 0,1 0 1 0 0,1-1-1 0 0,14 32 0 0 0,-11-29 13 0 0,-5-11-91 0 0,1 0 0 0 0,0 0 1 0 0,1-1-1 0 0,0 1 0 0 0,12 15 1 0 0,-17-24-109 0 0,4 0 292 0 0,14 2-5954 0 0,-17-7 4694 0 0,1-1 0 0 0,-1 0 0 0 0,0 0 0 0 0,0 0 0 0 0,-1 0 0 0 0,1 0 0 0 0,-1 0 0 0 0,0 0 0 0 0,0 0 0 0 0,0-1 0 0 0,-1 1 0 0 0,1 0 0 0 0,-1-6-1 0 0,0-2-3477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35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5110 0 0,'0'0'6089'0'0,"-38"2"-1776"0"0,31 2-4038 0 0,0 0-1 0 0,0 1 0 0 0,0 0 0 0 0,0 0 0 0 0,1 0 0 0 0,0 1 0 0 0,0 0 0 0 0,1 0 0 0 0,-1 1 0 0 0,1-1 0 0 0,1 1 0 0 0,-1 1 0 0 0,1-1 0 0 0,0 0 0 0 0,1 1 0 0 0,0 0 0 0 0,0 0 0 0 0,1 0 0 0 0,0 0 0 0 0,0 0 0 0 0,0 1 0 0 0,1-1 0 0 0,1 0 0 0 0,0 9 0 0 0,0-14-266 0 0,1-1 0 0 0,0 0 0 0 0,0 1-1 0 0,0-1 1 0 0,0 0 0 0 0,0 1 0 0 0,0-1 0 0 0,1 0-1 0 0,-1 0 1 0 0,1 0 0 0 0,-1 0 0 0 0,1 0-1 0 0,0 0 1 0 0,0-1 0 0 0,-1 1 0 0 0,2-1 0 0 0,-1 1-1 0 0,0-1 1 0 0,0 0 0 0 0,0 1 0 0 0,0-1-1 0 0,1 0 1 0 0,-1-1 0 0 0,1 1 0 0 0,-1 0 0 0 0,0-1-1 0 0,1 1 1 0 0,-1-1 0 0 0,1 0 0 0 0,0 0 0 0 0,-1 0-1 0 0,1 0 1 0 0,-1 0 0 0 0,5-1 0 0 0,6-1-194 0 0,0 1 1 0 0,0-2-1 0 0,-1 0 1 0 0,1 0-1 0 0,18-9 1 0 0,-19 6-11 0 0,-1 0 0 0 0,0-1 0 0 0,0 0 0 0 0,-1 0 1 0 0,17-17-1 0 0,-17 16 348 0 0,-9 7-109 0 0,-1 0 1 0 0,1 1-1 0 0,-1-1 0 0 0,1 0 0 0 0,-1 1 0 0 0,1-1 0 0 0,-1 0 1 0 0,0 0-1 0 0,1 0 0 0 0,-1 1 0 0 0,0-1 0 0 0,0 0 0 0 0,0 0 1 0 0,1 0-1 0 0,-1 0 0 0 0,0 1 0 0 0,0-1 0 0 0,0 0 0 0 0,0 0 1 0 0,-1 0-1 0 0,1 0 0 0 0,0 1 0 0 0,0-1 0 0 0,0 0 0 0 0,-1 0 1 0 0,1 0-1 0 0,0 1 0 0 0,-1-1 0 0 0,1 0 0 0 0,-1 0 0 0 0,1 1 1 0 0,-1-1-1 0 0,1 0 0 0 0,-1 1 0 0 0,1-1 0 0 0,-2-1 0 0 0,-22-17 1329 0 0,15 16-1074 0 0,0 0-1 0 0,0 1 1 0 0,-1 0-1 0 0,1 1 1 0 0,0 0-1 0 0,-1 0 1 0 0,1 1-1 0 0,-1 0 1 0 0,-10 2-1 0 0,18-2-164 0 0,0 0 6 0 0,27-5-10483 0 0,1-2 6116 0 0,-5 0-1660 0 0,-4 1-350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36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5628 0 0,'0'0'4563'0'0,"-16"18"-712"0"0,15-8-3487 0 0,1 1-1 0 0,1-1 0 0 0,0 1 0 0 0,0-1 0 0 0,1 0 0 0 0,0 0 0 0 0,0 1 0 0 0,2-1 1 0 0,4 11-1 0 0,0 4 220 0 0,51 191 3042 0 0,-34-123-1824 0 0,-26-74-832 0 0,-10-17 900 0 0,9-3-1808 0 0,1 0 0 0 0,-1 0 0 0 0,1 0-1 0 0,-1 0 1 0 0,1 0 0 0 0,-1 0 0 0 0,1 0-1 0 0,0 0 1 0 0,0-1 0 0 0,0 1 0 0 0,0 0-1 0 0,0-1 1 0 0,0 1 0 0 0,0-1 0 0 0,0 1-1 0 0,0-1 1 0 0,0 0 0 0 0,0-1 0 0 0,-1-3-58 0 0,1 0 0 0 0,0 0 0 0 0,0-1 0 0 0,0 1 0 0 0,0 0 0 0 0,1 0 0 0 0,0 0 0 0 0,1-1 0 0 0,-1 1 1 0 0,1 0-1 0 0,0 0 0 0 0,1 0 0 0 0,-1 0 0 0 0,1 0 0 0 0,1 0 0 0 0,-1 1 0 0 0,1-1 0 0 0,0 0 1 0 0,0 1-1 0 0,0 0 0 0 0,9-9 0 0 0,1-2-183 0 0,1 2 0 0 0,0 0-1 0 0,2 0 1 0 0,-1 2 0 0 0,27-17 0 0 0,-36 25 152 0 0,1 1 0 0 0,0 0 0 0 0,-1 0 0 0 0,1 1 0 0 0,0-1 0 0 0,0 1 0 0 0,0 1 0 0 0,0 0 0 0 0,1 0 0 0 0,-1 0 0 0 0,0 1 1 0 0,1 0-1 0 0,-1 0 0 0 0,0 1 0 0 0,0-1 0 0 0,1 2 0 0 0,-1-1 0 0 0,0 1 0 0 0,7 3 0 0 0,-6-1 11 0 0,-1 0-1 0 0,0 0 1 0 0,0 1 0 0 0,0 0-1 0 0,-1 0 1 0 0,1 0 0 0 0,-1 1 0 0 0,0 0-1 0 0,-1 0 1 0 0,0 1 0 0 0,0-1 0 0 0,6 11-1 0 0,-8-11 72 0 0,1 0 0 0 0,-1 1 0 0 0,0-1 0 0 0,0 1 1 0 0,-1 0-1 0 0,1 0 0 0 0,-2 0 0 0 0,1 0 0 0 0,-1 0 0 0 0,0 1 0 0 0,0-1 0 0 0,-1 0 0 0 0,0 0 0 0 0,-2 15 0 0 0,0-16-15 0 0,-1 0-1 0 0,0-1 1 0 0,0 1-1 0 0,0-1 1 0 0,0 1-1 0 0,-1-1 1 0 0,0 0 0 0 0,0 0-1 0 0,0-1 1 0 0,-1 1-1 0 0,1-1 1 0 0,-1 0-1 0 0,0 0 1 0 0,-1 0-1 0 0,1-1 1 0 0,-1 0-1 0 0,1 0 1 0 0,-1 0 0 0 0,-7 2-1 0 0,-3 1 45 0 0,0 0-1 0 0,0-1 0 0 0,-1-1 1 0 0,0 0-1 0 0,0-2 0 0 0,-18 2 1 0 0,9-5-68 0 0,1 0 1 0 0,-34-8-1 0 0,57 9-14 0 0,-1-9-1694 0 0,2 9 1633 0 0,1 0 0 0 0,0 0-1 0 0,0-1 1 0 0,0 1 0 0 0,-1 0 0 0 0,1-1-1 0 0,0 1 1 0 0,0 0 0 0 0,0 0-1 0 0,0-1 1 0 0,-1 1 0 0 0,1 0 0 0 0,0-1-1 0 0,0 1 1 0 0,0 0 0 0 0,0-1-1 0 0,0 1 1 0 0,0 0 0 0 0,0-1 0 0 0,0 1-1 0 0,0-1 1 0 0,0 1 0 0 0,0 0-1 0 0,0-1 1 0 0,0 1 0 0 0,0 0 0 0 0,1-1-1 0 0,-1 1 1 0 0,0 0 0 0 0,0-1-1 0 0,0 1 1 0 0,0 0 0 0 0,1 0 0 0 0,-1-1-1 0 0,0 1 1 0 0,0 0 0 0 0,0 0-1 0 0,1-1 1 0 0,-1 1 0 0 0,0 0 0 0 0,1 0-1 0 0,-1-1 1 0 0,0 1 0 0 0,0 0-1 0 0,1 0 1 0 0,-1 0 0 0 0,0 0 0 0 0,1 0-1 0 0,-1 0 1 0 0,1-1 0 0 0,40-17-5361 0 0,-11 9-3342 0 0,-23 7 5449 0 0,3 0-2488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36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4456 0 0,'4'-1'12747'0'0,"8"0"-6063"0"0,9 1-4332 0 0,18 1-4456 0 0,-3-1 2834 0 0,116-10-1242 0 0,-56-3-6090 0 0,-92 13 5375 0 0,-44 13-8393 0 0,12 0 5704 0 0,0 0 934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36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2522 0 0,'0'0'2696'0'0,"22"11"2677"0"0,14-12-552 0 0,60-10 0 0 0,34-18 573 0 0,-128 28-5296 0 0,3 1-2092 0 0,2-2 4420 0 0,-4 1-3025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38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18 200 6542 0 0,'0'0'3643'0'0,"-17"14"3656"0"0,18-12-7236 0 0,0-1-1 0 0,0 1 1 0 0,0-1-1 0 0,0 1 1 0 0,1-1-1 0 0,-1 0 1 0 0,1 0-1 0 0,-1 1 1 0 0,1-1 0 0 0,-1 0-1 0 0,1 0 1 0 0,0 0-1 0 0,-1 0 1 0 0,1-1-1 0 0,0 1 1 0 0,0-1-1 0 0,0 1 1 0 0,-1-1-1 0 0,1 1 1 0 0,0-1-1 0 0,0 0 1 0 0,0 0 0 0 0,0 0-1 0 0,0 0 1 0 0,0 0-1 0 0,0 0 1 0 0,0 0-1 0 0,-1-1 1 0 0,1 1-1 0 0,0-1 1 0 0,0 0-1 0 0,0 1 1 0 0,-1-1-1 0 0,1 0 1 0 0,0 0-1 0 0,-1 0 1 0 0,1 0 0 0 0,0 0-1 0 0,1-2 1 0 0,9-7-48 0 0,0-1 0 0 0,-1 1 0 0 0,-1-2 0 0 0,11-14 0 0 0,-1 4 253 0 0,-3 3-179 0 0,1 2-1 0 0,35-27 0 0 0,-43 37-82 0 0,0 0 0 0 0,1 1-1 0 0,0 0 1 0 0,0 0-1 0 0,0 1 1 0 0,1 1-1 0 0,21-6 1 0 0,-31 10 36 0 0,0 0 0 0 0,0-1 1 0 0,-1 1-1 0 0,1 0 0 0 0,0 0 1 0 0,0 0-1 0 0,-1 0 0 0 0,1 1 1 0 0,0-1-1 0 0,0 0 0 0 0,-1 1 0 0 0,1-1 1 0 0,0 1-1 0 0,-1 0 0 0 0,1-1 1 0 0,0 1-1 0 0,-1 0 0 0 0,1 0 1 0 0,-1 0-1 0 0,0 0 0 0 0,1 0 1 0 0,-1 1-1 0 0,0-1 0 0 0,1 0 1 0 0,-1 0-1 0 0,0 1 0 0 0,0-1 1 0 0,0 1-1 0 0,0-1 0 0 0,-1 1 1 0 0,1 0-1 0 0,0-1 0 0 0,-1 1 1 0 0,1 0-1 0 0,-1-1 0 0 0,1 1 1 0 0,-1 0-1 0 0,0 1 0 0 0,3 11 165 0 0,-2 0 0 0 0,0 0 0 0 0,-1 0 0 0 0,-1 15 0 0 0,0-4-84 0 0,-1-4 17 0 0,-1 28-2784 0 0,4-78 1713 0 0,0 20 798 0 0,0 0-1 0 0,-1 0 1 0 0,-1 0-1 0 0,-2-17 1 0 0,2 23 167 0 0,0 0 0 0 0,0-1 0 0 0,0 1 0 0 0,-1 0 0 0 0,1 0 0 0 0,-1 0 0 0 0,0 0 0 0 0,0 0 0 0 0,0 0 0 0 0,0 0 0 0 0,0 1 0 0 0,-1-1 0 0 0,1 1 0 0 0,-1 0 1 0 0,0-1-1 0 0,-5-2 0 0 0,1 1 123 0 0,-1 1 0 0 0,1 0 1 0 0,-1 1-1 0 0,0 0 0 0 0,0 0 1 0 0,0 0-1 0 0,0 1 1 0 0,0 0-1 0 0,0 1 0 0 0,0 0 1 0 0,0 0-1 0 0,0 1 0 0 0,0-1 1 0 0,0 2-1 0 0,0-1 1 0 0,0 1-1 0 0,0 1 0 0 0,-12 5 1 0 0,11-5 10 0 0,0 1 0 0 0,0 0 1 0 0,1 1-1 0 0,0 0 0 0 0,0 0 1 0 0,0 0-1 0 0,0 1 0 0 0,1 0 1 0 0,0 1-1 0 0,0 0 0 0 0,1 0 0 0 0,0 0 1 0 0,0 1-1 0 0,1 0 0 0 0,-9 16 1 0 0,13-21-134 0 0,0 0 0 0 0,0 0 0 0 0,0 1 0 0 0,0-1 0 0 0,1 0 1 0 0,-1 0-1 0 0,1 0 0 0 0,0 0 0 0 0,0 0 0 0 0,0 1 0 0 0,0-1 0 0 0,1 0 0 0 0,-1 0 1 0 0,1 0-1 0 0,0 0 0 0 0,0 0 0 0 0,0 0 0 0 0,0 0 0 0 0,0 0 0 0 0,1 0 0 0 0,-1 0 1 0 0,1-1-1 0 0,0 1 0 0 0,0 0 0 0 0,0-1 0 0 0,0 0 0 0 0,0 1 0 0 0,0-1 0 0 0,1 0 1 0 0,-1 0-1 0 0,1 0 0 0 0,0-1 0 0 0,3 3 0 0 0,4 1-67 0 0,-1 0 0 0 0,0-1 0 0 0,1-1 0 0 0,0 1 0 0 0,0-1 0 0 0,0-1 0 0 0,0 0 0 0 0,18 1 0 0 0,1-2-411 0 0,0-2 0 0 0,0-1 0 0 0,44-9 0 0 0,-56 8 196 0 0,-1-1 0 0 0,0-1 0 0 0,0 0 1 0 0,-1-1-1 0 0,1-1 0 0 0,-1 0 0 0 0,21-15 0 0 0,-35 21 299 0 0,1 0 0 0 0,-1 0-1 0 0,0 0 1 0 0,0-1 0 0 0,0 1-1 0 0,0 0 1 0 0,0-1 0 0 0,0 1-1 0 0,0-1 1 0 0,-1 1 0 0 0,1-1-1 0 0,0 0 1 0 0,-1 1 0 0 0,1-1-1 0 0,-1 1 1 0 0,0-1 0 0 0,1 0-1 0 0,-1 1 1 0 0,0-1 0 0 0,0 0-1 0 0,0 0 1 0 0,-1-1-1 0 0,1-1 15 0 0,0 3-33 0 0,0 0 1 0 0,0 1 0 0 0,-1-1 0 0 0,1 1-1 0 0,0-1 1 0 0,-1 1 0 0 0,1-1 0 0 0,-1 1-1 0 0,1-1 1 0 0,0 1 0 0 0,-1-1 0 0 0,1 1-1 0 0,-1-1 1 0 0,1 1 0 0 0,-1 0 0 0 0,0-1-1 0 0,1 1 1 0 0,-1 0 0 0 0,1 0 0 0 0,-1-1-1 0 0,1 1 1 0 0,-1 0 0 0 0,0 0 0 0 0,1 0-1 0 0,-1 0 1 0 0,0 0 0 0 0,1 0-1 0 0,-1 0 1 0 0,0 0 0 0 0,1 0 0 0 0,-1 0-1 0 0,1 0 1 0 0,-1 0 0 0 0,0 0 0 0 0,1 0-1 0 0,-1 1 1 0 0,1-1 0 0 0,-1 0 0 0 0,0 1-1 0 0,-25 7 674 0 0,23-6-634 0 0,0 1 0 0 0,0 0-1 0 0,0 0 1 0 0,0 0 0 0 0,0 0 0 0 0,1 0-1 0 0,0 1 1 0 0,-1-1 0 0 0,1 1-1 0 0,0 0 1 0 0,1-1 0 0 0,-1 1-1 0 0,1 0 1 0 0,-1 0 0 0 0,1 0-1 0 0,1 0 1 0 0,-1 1 0 0 0,0-1-1 0 0,1 4 1 0 0,-1 8 36 0 0,0 0-1 0 0,1 0 1 0 0,4 23 0 0 0,-2-33-143 0 0,-1 1 1 0 0,1-1 0 0 0,1 0 0 0 0,0 0 0 0 0,-1 1 0 0 0,2-1 0 0 0,-1-1-1 0 0,1 1 1 0 0,0-1 0 0 0,0 1 0 0 0,0-1 0 0 0,1 0 0 0 0,0-1 0 0 0,0 1-1 0 0,0-1 1 0 0,9 6 0 0 0,-12-9-383 0 0,-2-1 269 0 0,1 1-1 0 0,0-1 1 0 0,0 0-1 0 0,0 0 1 0 0,0 0 0 0 0,0 0-1 0 0,0 0 1 0 0,0 1-1 0 0,0-2 1 0 0,0 1 0 0 0,0 0-1 0 0,0 0 1 0 0,0 0-1 0 0,0 0 1 0 0,0-1 0 0 0,0 1-1 0 0,0 0 1 0 0,0-1-1 0 0,-1 1 1 0 0,1-1-1 0 0,0 1 1 0 0,0-1 0 0 0,0 1-1 0 0,-1-1 1 0 0,2 0-1 0 0,-1-4-675 0 0,0 0-1 0 0,0 1 1 0 0,-1-1-1 0 0,1 1 1 0 0,-1-1 0 0 0,0 0-1 0 0,-1 0 1 0 0,1 1-1 0 0,-1-1 1 0 0,0 1-1 0 0,0-1 1 0 0,0 1-1 0 0,-1-1 1 0 0,0 1-1 0 0,0 0 1 0 0,0-1-1 0 0,0 1 1 0 0,0 0-1 0 0,-4-4 1 0 0,-7-12-5838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38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2972 0 0,'23'22'7291'0'0,"-16"-12"-6152"0"0,-2 1 0 0 0,0-1 0 0 0,0 1 0 0 0,0 0 0 0 0,-2 1 0 0 0,5 18 0 0 0,9 78 2031 0 0,-11-64-1852 0 0,14 78 864 0 0,11 86-417 0 0,-30-191-1726 0 0,1 0 1 0 0,1 0-1 0 0,1 0 0 0 0,0 0 1 0 0,1-1-1 0 0,1 1 0 0 0,1-1 1 0 0,10 18-1 0 0,-16-33-560 0 0,3-32-19633 0 0,-4 18 13822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38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5476 0 0,'0'0'5274'0'0,"-7"22"1062"0"0,12 77-1206 0 0,19 49-2151 0 0,-9-28-1605 0 0,-6-31-727 0 0,23 130 455 0 0,-24-189-1678 0 0,-8-30 508 0 0,0 0 1 0 0,0 0-1 0 0,0 0 1 0 0,0 0-1 0 0,0 0 1 0 0,0 0-1 0 0,0 1 0 0 0,1-1 1 0 0,-1 0-1 0 0,0 0 1 0 0,0 0-1 0 0,0 0 1 0 0,0 0-1 0 0,0 0 1 0 0,0 0-1 0 0,1 0 1 0 0,-1 0-1 0 0,0 0 1 0 0,0 1-1 0 0,0-1 0 0 0,0 0 1 0 0,0 0-1 0 0,1 0 1 0 0,-1 0-1 0 0,0 0 1 0 0,0 0-1 0 0,0 0 1 0 0,0 0-1 0 0,0 0 1 0 0,1 0-1 0 0,-1 0 1 0 0,0 0-1 0 0,0 0 0 0 0,0-1 1 0 0,0 1-1 0 0,0 0 1 0 0,1 0-1 0 0,-1 0 1 0 0,0 0-1 0 0,0 0 1 0 0,0 0-1 0 0,0 0 1 0 0,0 0-1 0 0,0 0 0 0 0,0 0 1 0 0,1-1-1 0 0,-1 1 1 0 0,0 0-1 0 0,0 0 1 0 0,0 0-1 0 0,0 0 1 0 0,0 0-1 0 0,0 0 1 0 0,0-1-1 0 0,0 1 1 0 0,0 0-1 0 0,0 0 0 0 0,0 0 1 0 0,0 0-1 0 0,0 0 1 0 0,0-1-1 0 0,0 1 1 0 0,0 0-1 0 0,0 0 1 0 0,0 0-1 0 0,8-41-9766 0 0,-7 33 9138 0 0,4-23-6283 0 0,1 14 1222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39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4022 0 0,'0'0'5187'0'0,"-12"33"-542"0"0,23 235 4537 0 0,-6-177-7455 0 0,-2-30-887 0 0,2 0 0 0 0,3-1 0 0 0,20 77 0 0 0,-6-91-654 0 0,-22-45-188 0 0,0-1 0 0 0,0 1 0 0 0,0 0 0 0 0,1 0 0 0 0,-1 0 0 0 0,0-1 0 0 0,1 1 0 0 0,-1 0-1 0 0,1-1 1 0 0,-1 1 0 0 0,1 0 0 0 0,-1-1 0 0 0,1 1 0 0 0,-1 0 0 0 0,1-1 0 0 0,0 1 0 0 0,-1-1 0 0 0,1 1 0 0 0,0-1 0 0 0,0 1 0 0 0,-1-1-1 0 0,1 0 1 0 0,0 1 0 0 0,0-1 0 0 0,0 0 0 0 0,-1 0 0 0 0,1 1 0 0 0,0-1 0 0 0,0 0 0 0 0,0 0 0 0 0,0 0 0 0 0,-1 0 0 0 0,1 0-1 0 0,0 0 1 0 0,0 0 0 0 0,0-1 0 0 0,0 1 0 0 0,-1 0 0 0 0,1 0 0 0 0,0-1 0 0 0,0 1 0 0 0,0 0 0 0 0,-1-1 0 0 0,1 1 0 0 0,0-1 0 0 0,-1 1-1 0 0,1-1 1 0 0,0 1 0 0 0,-1-1 0 0 0,1 1 0 0 0,0-1 0 0 0,-1 0 0 0 0,1 0 0 0 0,1-2-83 0 0,1 0 0 0 0,-1 1 0 0 0,-1-1 0 0 0,1 0 0 0 0,0 0 0 0 0,-1 0 0 0 0,0 0 0 0 0,0-1 1 0 0,1 1-1 0 0,-2 0 0 0 0,1 0 0 0 0,0-5 0 0 0,-4-42-5001 0 0,-1 0-4039 0 0,1 26 2044 0 0,6 11 1298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40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4140 0 0,'-1'10'1249'0'0,"-1"0"-1"0"0,2-1 1 0 0,-1 1 0 0 0,1 0-1 0 0,1 0 1 0 0,2 12 0 0 0,3 5-272 0 0,1-1-1 0 0,15 38 1 0 0,-2-6 21 0 0,26 73 219 0 0,-21-72-971 0 0,-16-37 165 0 0,-4-19-138 0 0,-1-13-149 0 0,3-45-25 0 0,-6 45-71 0 0,-1-1 1 0 0,2 1 0 0 0,-1 0 0 0 0,2 0 0 0 0,5-18 0 0 0,-3 17 50 0 0,1-1 0 0 0,0 1 1 0 0,0-1-1 0 0,1 2 1 0 0,1-1-1 0 0,15-16 0 0 0,-18 22 49 0 0,0 0 0 0 0,0 0 0 0 0,0 1 0 0 0,1 0-1 0 0,0 0 1 0 0,0 1 0 0 0,0 0 0 0 0,0 0 0 0 0,0 0 0 0 0,1 0-1 0 0,-1 1 1 0 0,1 0 0 0 0,-1 1 0 0 0,14-2 0 0 0,-16 3 8 0 0,-1 0 1 0 0,0 1-1 0 0,1 0 1 0 0,-1-1 0 0 0,0 1-1 0 0,0 1 1 0 0,1-1-1 0 0,-1 0 1 0 0,0 1-1 0 0,0 0 1 0 0,0-1 0 0 0,-1 1-1 0 0,1 0 1 0 0,0 1-1 0 0,-1-1 1 0 0,1 0-1 0 0,-1 1 1 0 0,0-1 0 0 0,0 1-1 0 0,0 0 1 0 0,0 0-1 0 0,0 0 1 0 0,-1 0-1 0 0,3 6 1 0 0,0-3 11 0 0,-2 1 0 0 0,1 0 0 0 0,-1 0 0 0 0,0 0 0 0 0,0 0 0 0 0,0 1 0 0 0,-1-1 0 0 0,-1 0 0 0 0,1 1 0 0 0,-2 12 0 0 0,-1-6-97 0 0,-2-1 0 0 0,0 0 0 0 0,0 0 0 0 0,-1-1 0 0 0,0 1 0 0 0,-2-1 0 0 0,1 0 0 0 0,-1-1 0 0 0,-1 0 0 0 0,0 0 0 0 0,0 0 0 0 0,-18 16 0 0 0,22-23-125 0 0,0 0 0 0 0,0-1 1 0 0,-1 1-1 0 0,1-1 0 0 0,-1 0 0 0 0,0 0 0 0 0,0 0 1 0 0,0-1-1 0 0,0 1 0 0 0,-1-1 0 0 0,1-1 0 0 0,0 1 1 0 0,-1-1-1 0 0,1 0 0 0 0,-1 0 0 0 0,0 0 1 0 0,1-1-1 0 0,-1 0 0 0 0,0 0 0 0 0,1 0 0 0 0,-1-1 1 0 0,0 0-1 0 0,1 0 0 0 0,-1 0 0 0 0,1-1 0 0 0,-1 0 1 0 0,1 0-1 0 0,0 0 0 0 0,0-1 0 0 0,0 0 0 0 0,0 0 1 0 0,-7-5-1 0 0,5 2-819 0 0,0 1 1 0 0,0-1-1 0 0,1-1 0 0 0,-9-9 1 0 0,14 14-254 0 0,22-15-8071 0 0,0 8 3490 0 0,-9 3 1199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40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4296 0 0,'0'0'1797'0'0,"0"25"3109"0"0,5 50-275 0 0,14 39-1793 0 0,-7-50-1589 0 0,8 49 338 0 0,5-1-1 0 0,49 133 1 0 0,-64-213-1422 0 0,-7-22-155 0 0,0 0 1 0 0,0-1-1 0 0,0 0 1 0 0,1 1-1 0 0,1-1 0 0 0,10 15 1 0 0,-14-22-138 0 0,-2-35-3803 0 0,-3 18 2813 0 0,-14-56-5901 0 0,-1 24-1412 0 0,14 35 4347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40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4098 0 0,'-28'11'10385'0'0,"23"-9"-9982"0"0,0 1 1 0 0,0-1-1 0 0,0 1 1 0 0,0 0-1 0 0,1 0 1 0 0,-1 0-1 0 0,1 1 1 0 0,0 0-1 0 0,0 0 1 0 0,0 0-1 0 0,0 0 1 0 0,1 0-1 0 0,-1 1 1 0 0,1 0-1 0 0,1-1 1 0 0,-1 1-1 0 0,1 0 1 0 0,-1 1-1 0 0,-1 6 1 0 0,-4 12 676 0 0,0 0 0 0 0,-6 44 0 0 0,11-52-824 0 0,0 1-1 0 0,1-1 0 0 0,1 0 0 0 0,1 1 1 0 0,0-1-1 0 0,5 27 0 0 0,-5-39-272 0 0,1-1 0 0 0,0 1-1 0 0,0 0 1 0 0,0-1 0 0 0,1 1-1 0 0,-1-1 1 0 0,1 1 0 0 0,0-1 0 0 0,0 0-1 0 0,0 0 1 0 0,0 0 0 0 0,1 0-1 0 0,-1 0 1 0 0,1 0 0 0 0,0-1-1 0 0,0 1 1 0 0,0-1 0 0 0,0 0 0 0 0,0 1-1 0 0,0-2 1 0 0,1 1 0 0 0,-1 0-1 0 0,1-1 1 0 0,-1 1 0 0 0,1-1-1 0 0,0 0 1 0 0,-1 0 0 0 0,1-1 0 0 0,0 1-1 0 0,0-1 1 0 0,-1 0 0 0 0,1 0-1 0 0,0 0 1 0 0,0 0 0 0 0,4-1-1 0 0,4 0-430 0 0,0-1 0 0 0,0 0 0 0 0,-1 0-1 0 0,1-2 1 0 0,0 1 0 0 0,-1-1 0 0 0,0-1-1 0 0,11-6 1 0 0,-13 6-304 0 0,1-1-1 0 0,-1-1 1 0 0,-1 0-1 0 0,1 0 1 0 0,-1 0 0 0 0,-1-1-1 0 0,1 0 1 0 0,-1-1-1 0 0,7-11 1 0 0,-4 4-818 0 0,-4 7-42 0 0,0 1 0 0 0,-1-1 0 0 0,0 0 0 0 0,6-16 1 0 0,-1 0-4141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41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28 6658 0 0,'-16'6'2278'0'0,"1"0"1"0"0,-1 1-1 0 0,1 1 0 0 0,1 1 0 0 0,-28 20 0 0 0,40-27-2160 0 0,-1 0 0 0 0,0 1-1 0 0,1-1 1 0 0,-1 1-1 0 0,1 0 1 0 0,0 0-1 0 0,0 0 1 0 0,0 0 0 0 0,1 0-1 0 0,-1 0 1 0 0,1 1-1 0 0,-1-1 1 0 0,1 0 0 0 0,0 1-1 0 0,0-1 1 0 0,1 1-1 0 0,-1-1 1 0 0,1 1-1 0 0,0-1 1 0 0,0 1 0 0 0,0 0-1 0 0,0-1 1 0 0,0 1-1 0 0,1-1 1 0 0,0 1 0 0 0,-1-1-1 0 0,1 1 1 0 0,1-1-1 0 0,-1 0 1 0 0,0 1-1 0 0,1-1 1 0 0,0 0 0 0 0,0 0-1 0 0,0 0 1 0 0,2 3-1 0 0,1 0-122 0 0,0 1 0 0 0,0-1 0 0 0,0-1 0 0 0,1 1 0 0 0,0-1 0 0 0,0 0 0 0 0,0 0 0 0 0,1-1 0 0 0,-1 1 0 0 0,1-1 0 0 0,0-1 0 0 0,10 4 0 0 0,-5-3-325 0 0,0 0-1 0 0,1-1 0 0 0,0-1 1 0 0,0 0-1 0 0,0 0 1 0 0,25-2-1 0 0,-14-1-360 0 0,-1-2 0 0 0,1 0 0 0 0,-1-2 0 0 0,0 0 0 0 0,0-2 0 0 0,-1-1 0 0 0,40-19 0 0 0,-54 23 461 0 0,-1-1 1 0 0,0 0 0 0 0,0 0-1 0 0,0-1 1 0 0,0 0 0 0 0,-1 0-1 0 0,0 0 1 0 0,0-1 0 0 0,-1 0-1 0 0,9-15 1 0 0,-12 20 217 0 0,0-1-1 0 0,-1 0 1 0 0,0 0-1 0 0,1 0 1 0 0,-1 0 0 0 0,0 0-1 0 0,0 0 1 0 0,-1-1-1 0 0,1 1 1 0 0,-1 0-1 0 0,1 0 1 0 0,-1-1 0 0 0,0 1-1 0 0,0 0 1 0 0,0-1-1 0 0,-1 1 1 0 0,1 0-1 0 0,-1 0 1 0 0,0 0 0 0 0,0-1-1 0 0,0 1 1 0 0,0 0-1 0 0,-1 0 1 0 0,1 0-1 0 0,-1 1 1 0 0,0-1 0 0 0,0 0-1 0 0,0 0 1 0 0,0 1-1 0 0,0 0 1 0 0,-3-4-1 0 0,-5-1 349 0 0,0 0-1 0 0,0 1 1 0 0,-1 0-1 0 0,0 1 0 0 0,0 0 1 0 0,0 1-1 0 0,-1 0 1 0 0,1 0-1 0 0,-1 1 0 0 0,0 1 1 0 0,0 0-1 0 0,-18 0 0 0 0,2 0 460 0 0,-1 3-1 0 0,1 0 0 0 0,0 1 0 0 0,-35 8 0 0 0,59-9-869 0 0,-1 0 0 0 0,1 0 0 0 0,-1 1-1 0 0,1-1 1 0 0,0 1 0 0 0,-1 0 0 0 0,1 0-1 0 0,0 0 1 0 0,-3 4 0 0 0,6-6-5 0 0,1 1 1 0 0,0-1-1 0 0,0 1 1 0 0,0 0-1 0 0,0-1 1 0 0,0 1-1 0 0,0-1 1 0 0,0 1-1 0 0,0 0 0 0 0,0-1 1 0 0,0 1-1 0 0,1-1 1 0 0,-1 1-1 0 0,0 0 1 0 0,0-1-1 0 0,0 1 0 0 0,1-1 1 0 0,-1 1-1 0 0,0-1 1 0 0,1 1-1 0 0,-1-1 1 0 0,1 1-1 0 0,-1-1 1 0 0,0 1-1 0 0,1-1 0 0 0,-1 0 1 0 0,1 1-1 0 0,-1-1 1 0 0,1 0-1 0 0,-1 1 1 0 0,1-1-1 0 0,-1 0 1 0 0,1 0-1 0 0,0 1 0 0 0,0-1 1 0 0,17 10-1599 0 0,-2-4-2035 0 0,1 0-1 0 0,33 5 1 0 0,-26-8-1898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41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 7020 0 0,'-3'0'73'0'0,"-26"3"2308"0"0,1 0 0 0 0,-1 2 0 0 0,1 2 0 0 0,-39 13 1 0 0,66-20-2362 0 0,0 1 0 0 0,0-1 0 0 0,0 1 0 0 0,0-1 1 0 0,0 1-1 0 0,-1-1 0 0 0,1 1 0 0 0,0 0 1 0 0,0 0-1 0 0,0-1 0 0 0,0 1 0 0 0,1 0 0 0 0,-1 0 1 0 0,0 0-1 0 0,0 0 0 0 0,1 0 0 0 0,-1 0 1 0 0,0 0-1 0 0,1 0 0 0 0,-1 0 0 0 0,1 1 0 0 0,-1-1 1 0 0,1 0-1 0 0,-1 1 0 0 0,2 0-40 0 0,-1-1-1 0 0,0 0 1 0 0,1 1-1 0 0,-1-1 1 0 0,1 0-1 0 0,-1 0 1 0 0,1 0-1 0 0,0 0 1 0 0,-1 0 0 0 0,1 1-1 0 0,0-1 1 0 0,0 0-1 0 0,0-1 1 0 0,0 1-1 0 0,0 0 1 0 0,0 0-1 0 0,0 0 1 0 0,2 0-1 0 0,4 4-165 0 0,1-1 0 0 0,-1 0 0 0 0,1 0 0 0 0,0-1 0 0 0,11 3 0 0 0,88 15-1747 0 0,-72-15 1566 0 0,0 1 1 0 0,-1 1-1 0 0,50 20 0 0 0,-81-27 475 0 0,0 0-1 0 0,0 0 0 0 0,-1 1 1 0 0,1-1-1 0 0,0 1 0 0 0,-1 0 1 0 0,1 0-1 0 0,-1 0 1 0 0,1 0-1 0 0,-1 0 0 0 0,0 1 1 0 0,0-1-1 0 0,0 1 1 0 0,-1-1-1 0 0,1 1 0 0 0,0 0 1 0 0,-1-1-1 0 0,0 1 1 0 0,1 0-1 0 0,-1 0 0 0 0,0 0 1 0 0,-1 0-1 0 0,1 0 0 0 0,-1 0 1 0 0,1 1-1 0 0,-1-1 1 0 0,0 0-1 0 0,0 0 0 0 0,0 0 1 0 0,0 0-1 0 0,-1 0 1 0 0,1 1-1 0 0,-1-1 0 0 0,0 0 1 0 0,0 0-1 0 0,0 0 1 0 0,0 0-1 0 0,-1-1 0 0 0,-2 5 1 0 0,0 3 237 0 0,-1-2 0 0 0,-1 1 1 0 0,0-1-1 0 0,0 1 0 0 0,0-2 1 0 0,-1 1-1 0 0,0-1 0 0 0,-1 0 0 0 0,0 0 1 0 0,-15 9-1 0 0,8-8-175 0 0,-1 0 0 0 0,0-1 0 0 0,0-1 0 0 0,-1 0 0 0 0,1-1 1 0 0,-1-1-1 0 0,0-1 0 0 0,-1 0 0 0 0,1-1 0 0 0,0-1 0 0 0,-1-1 0 0 0,1 0 0 0 0,-1-2 0 0 0,1 0 0 0 0,-27-6 0 0 0,42 7-249 0 0,-1 0-1 0 0,0 0 0 0 0,1 0 0 0 0,-1 0 0 0 0,1 0 0 0 0,-1-1 1 0 0,1 1-1 0 0,-1-1 0 0 0,1 0 0 0 0,0 1 0 0 0,0-1 0 0 0,0 0 0 0 0,0 0 1 0 0,0-1-1 0 0,1 1 0 0 0,-1 0 0 0 0,1-1 0 0 0,-1 1 0 0 0,1-1 1 0 0,0 1-1 0 0,0-1 0 0 0,0 1 0 0 0,0-1 0 0 0,0 0 0 0 0,1 0 0 0 0,-1 1 1 0 0,1-1-1 0 0,0-6 0 0 0,0 5-198 0 0,0-1 0 0 0,1 1-1 0 0,0 0 1 0 0,0-1 0 0 0,0 1 0 0 0,0 0 0 0 0,1-1-1 0 0,-1 1 1 0 0,1 0 0 0 0,0 0 0 0 0,1 0 0 0 0,-1 0-1 0 0,1 1 1 0 0,0-1 0 0 0,-1 1 0 0 0,7-6 0 0 0,2-1-1553 0 0,1 0 1 0 0,1 1 0 0 0,0 1 0 0 0,0 0-1 0 0,1 0 1 0 0,17-6 0 0 0,-7 4-3710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41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0 7082 0 0,'-15'26'3160'0'0,"0"0"-1"0"0,-17 45 1 0 0,21-41-1235 0 0,1 0-1 0 0,-7 41 1 0 0,11-36-1373 0 0,2-1-1 0 0,2 1 1 0 0,0 0 0 0 0,3 0 0 0 0,1-1-1 0 0,1 1 1 0 0,2-1 0 0 0,2 0-1 0 0,20 63 1 0 0,-23-87-595 0 0,0 1 0 0 0,1-1 1 0 0,0 0-1 0 0,1 0 0 0 0,0 0 0 0 0,1-1 0 0 0,0 0 0 0 0,15 16 0 0 0,-18-21-281 0 0,0-1 0 0 0,1 1 0 0 0,0-1 0 0 0,0 0 0 0 0,0 0 0 0 0,0 0 0 0 0,0-1 0 0 0,7 3 0 0 0,-8-4-229 0 0,0 0 1 0 0,1 0 0 0 0,-1 0 0 0 0,0-1-1 0 0,0 0 1 0 0,1 0 0 0 0,-1 0 0 0 0,0 0 0 0 0,0-1-1 0 0,1 1 1 0 0,-1-1 0 0 0,4-1 0 0 0,-5 0-120 0 0,0 1 1 0 0,0-1 0 0 0,0 0 0 0 0,0 0-1 0 0,0 0 1 0 0,0 0 0 0 0,-1-1 0 0 0,1 1-1 0 0,-1-1 1 0 0,0 1 0 0 0,0-1 0 0 0,0 0 0 0 0,0 0-1 0 0,0 0 1 0 0,2-6 0 0 0,3-15-5938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42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22 266 7422 0 0,'-4'7'1274'0'0,"1"1"-1"0"0,0-1 1 0 0,0 1-1 0 0,1-1 1 0 0,0 1 0 0 0,1 0-1 0 0,-2 11 1 0 0,3-12-713 0 0,-1 1 0 0 0,1 0-1 0 0,1-1 1 0 0,0 1 0 0 0,0-1 0 0 0,0 1 0 0 0,5 12 0 0 0,-4-15-476 0 0,0 0 1 0 0,0 0-1 0 0,1 0 0 0 0,-1 0 1 0 0,1-1-1 0 0,0 1 0 0 0,1-1 1 0 0,-1 0-1 0 0,1 0 0 0 0,0 0 0 0 0,0 0 1 0 0,0 0-1 0 0,0-1 0 0 0,1 0 1 0 0,-1 0-1 0 0,1 0 0 0 0,0-1 1 0 0,0 1-1 0 0,0-1 0 0 0,0 0 1 0 0,0-1-1 0 0,0 1 0 0 0,1-1 0 0 0,-1 0 1 0 0,11 1-1 0 0,-8-2-125 0 0,-1 0 0 0 0,0 0 1 0 0,1 0-1 0 0,-1-1 0 0 0,0 0 0 0 0,1-1 0 0 0,-1 1 1 0 0,0-1-1 0 0,0-1 0 0 0,0 0 0 0 0,0 0 0 0 0,-1 0 1 0 0,1 0-1 0 0,-1-1 0 0 0,0 0 0 0 0,0-1 1 0 0,0 1-1 0 0,0-1 0 0 0,-1 0 0 0 0,0-1 0 0 0,0 1 1 0 0,4-7-1 0 0,-2 1 48 0 0,0 0-1 0 0,-1-1 1 0 0,0 1 0 0 0,-1-1 0 0 0,-1 0 0 0 0,0-1 0 0 0,0 1-1 0 0,-1-1 1 0 0,-1 1 0 0 0,0-1 0 0 0,0 0 0 0 0,-2-16 0 0 0,0 14 121 0 0,0 0 0 0 0,-2 0-1 0 0,0 0 1 0 0,0 0 0 0 0,-1 0 0 0 0,-1 0 0 0 0,-10-24 0 0 0,10 31-90 0 0,1 1-1 0 0,-1 0 1 0 0,-1 0-1 0 0,1 0 1 0 0,-1 1 0 0 0,-1 0-1 0 0,1 0 1 0 0,-1 0-1 0 0,0 0 1 0 0,0 1 0 0 0,0 0-1 0 0,-1 0 1 0 0,0 1 0 0 0,0 0-1 0 0,-12-6 1 0 0,13 9-257 0 0,1-1 1 0 0,0 1-1 0 0,-1 0 1 0 0,1 0-1 0 0,-1 0 1 0 0,1 1-1 0 0,-1 0 1 0 0,1 0-1 0 0,-1 0 1 0 0,1 1-1 0 0,-1 0 1 0 0,1 0 0 0 0,0 0-1 0 0,-1 1 1 0 0,-5 2-1 0 0,9-3-232 0 0,-1 0-1 0 0,1 0 1 0 0,0 0 0 0 0,0 1-1 0 0,-1-1 1 0 0,1 1-1 0 0,0-1 1 0 0,0 1 0 0 0,1 0-1 0 0,-1 0 1 0 0,0 0 0 0 0,1 0-1 0 0,-3 4 1 0 0,3-4-32 0 0,0 0 1 0 0,1 0 0 0 0,-1 0-1 0 0,1 0 1 0 0,-1 0-1 0 0,1 0 1 0 0,0 0 0 0 0,0 0-1 0 0,0 1 1 0 0,0-1-1 0 0,0 0 1 0 0,0 0 0 0 0,0 0-1 0 0,1 0 1 0 0,-1 0-1 0 0,1 0 1 0 0,0 0 0 0 0,0 0-1 0 0,1 2 1 0 0,3 8-5240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42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5192 0 0,'2'1'237'0'0,"-1"0"-1"0"0,1 1 1 0 0,-1-1-1 0 0,1 0 1 0 0,-1 0-1 0 0,1 0 0 0 0,0 0 1 0 0,-1-1-1 0 0,1 1 1 0 0,0 0-1 0 0,0-1 1 0 0,0 1-1 0 0,0-1 1 0 0,-1 0-1 0 0,1 1 1 0 0,0-1-1 0 0,0 0 1 0 0,0 0-1 0 0,0 0 1 0 0,4-1-1 0 0,51-7 2006 0 0,-35 5-1679 0 0,11-1 135 0 0,9 1-709 0 0,0-2 0 0 0,0-2 1 0 0,77-24-1 0 0,-112 28-914 0 0,-1 1-1 0 0,0-1 1 0 0,0 0 0 0 0,0 0 0 0 0,-1-1 0 0 0,1 0-1 0 0,6-5 1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8T19:02:42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5938 0 0,'55'51'10417'0'0,"-41"-40"-9685"0"0,-1 1 1 0 0,0 1 0 0 0,-1 0 0 0 0,0 0-1 0 0,-1 1 1 0 0,0 0 0 0 0,-1 1-1 0 0,12 25 1 0 0,-14-24-537 0 0,-1 1-1 0 0,0 1 0 0 0,-2-1 1 0 0,0 1-1 0 0,0 0 1 0 0,1 23-1 0 0,-3-7-127 0 0,-1-17-515 0 0,-1-1 0 0 0,0 1 0 0 0,-3 24 0 0 0,0-9-906 0 0,-5 31-3251 0 0,6-60 4002 0 0,0 0-1 0 0,0 0 0 0 0,0 0 1 0 0,0 0-1 0 0,-1 0 0 0 0,1-1 1 0 0,-1 1-1 0 0,1 0 0 0 0,-1-1 1 0 0,0 1-1 0 0,0-1 0 0 0,0 0 1 0 0,0 0-1 0 0,-1 0 0 0 0,1 0 1 0 0,-1 0-1 0 0,-4 3 1 0 0,-8 1-5173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02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5 4184 0 0,'1'-3'8561'0'0,"-7"2"-3289"0"0,-22 3-1600 0 0,-36 8-2825 0 0,42-4-544 0 0,1 1 0 0 0,0 1 0 0 0,0 2 0 0 0,0 0 0 0 0,1 0 0 0 0,1 2 0 0 0,0 1 0 0 0,1 0 0 0 0,0 1 0 0 0,1 1 0 0 0,0 1 0 0 0,2 0 0 0 0,0 2 0 0 0,1-1 0 0 0,-15 24 0 0 0,25-35-242 0 0,1 1-1 0 0,0 0 1 0 0,0 0 0 0 0,0 0-1 0 0,1 0 1 0 0,0 0-1 0 0,0 0 1 0 0,1 0 0 0 0,0 1-1 0 0,0-1 1 0 0,0 0-1 0 0,1 1 1 0 0,1-1 0 0 0,-1 1-1 0 0,1-1 1 0 0,2 9-1 0 0,-1-10-43 0 0,0 0 0 0 0,0-1 0 0 0,0 1 0 0 0,1-1-1 0 0,0 1 1 0 0,0-1 0 0 0,1 0 0 0 0,-1 0 0 0 0,1 0-1 0 0,0-1 1 0 0,1 1 0 0 0,-1-1 0 0 0,1 0-1 0 0,-1 0 1 0 0,1 0 0 0 0,0-1 0 0 0,1 0 0 0 0,-1 0-1 0 0,9 3 1 0 0,8 2-18 0 0,1-1-1 0 0,0-1 0 0 0,0-1 1 0 0,0-1-1 0 0,1-1 0 0 0,0-2 1 0 0,39-1-1 0 0,-19-3-118 0 0,1-1 1 0 0,-2-3-1 0 0,50-14 0 0 0,-28-7 301 0 0,-65 28-175 0 0,1 0 0 0 0,-1-1 0 0 0,0 1 0 0 0,0 0-1 0 0,1-1 1 0 0,-1 1 0 0 0,0 0 0 0 0,0-1 0 0 0,0 1 0 0 0,0-1 0 0 0,1 1 0 0 0,-1 0 0 0 0,0-1 0 0 0,0 1 0 0 0,0-1 0 0 0,0 1 0 0 0,0-1 0 0 0,0 1 0 0 0,0 0 0 0 0,0-1 0 0 0,0 1 0 0 0,0-1 0 0 0,0 1 0 0 0,-1-1 0 0 0,1 1 0 0 0,0 0 0 0 0,0-1 0 0 0,0 1 0 0 0,0 0 0 0 0,-1-1 0 0 0,1 1 0 0 0,0-1 0 0 0,0 1 0 0 0,-1 0 0 0 0,1 0 0 0 0,0-1 0 0 0,-1 1 0 0 0,1 0 0 0 0,-1-1 0 0 0,-10-11 84 0 0,6 11-87 0 0,0 0 1 0 0,-1 0-1 0 0,1 1 1 0 0,0-1 0 0 0,0 1-1 0 0,-1 0 1 0 0,1 1 0 0 0,0-1-1 0 0,-1 1 1 0 0,1 0 0 0 0,-8 3-1 0 0,11-3-157 0 0,1 1-2110 0 0,1-1 2178 0 0,0-1 0 0 0,0 1 0 0 0,0-1 0 0 0,0 1 0 0 0,0 0 0 0 0,0-1 0 0 0,0 1 0 0 0,0-1 0 0 0,0 1 0 0 0,0-1 0 0 0,1 1 0 0 0,-1-1 0 0 0,0 1 0 0 0,0-1 0 0 0,1 1 0 0 0,-1-1 0 0 0,0 1 0 0 0,1-1 0 0 0,-1 0 0 0 0,0 1 0 0 0,1-1 0 0 0,-1 1 0 0 0,0-1 0 0 0,1 0 0 0 0,-1 1 0 0 0,1-1 0 0 0,0 0 0 0 0,21 4-2518 0 0,24-12-6801 0 0,-41 6 8111 0 0,5-2-334 0 0,-3 3-2960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03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13 4300 0 0,'-2'-3'7450'0'0,"-13"-7"-5551"0"0,12 12-1485 0 0,-1 0 0 0 0,1 1-1 0 0,-1-1 1 0 0,1 1 0 0 0,0 0 0 0 0,0 0-1 0 0,0 0 1 0 0,1 0 0 0 0,-1 1 0 0 0,1-1-1 0 0,-3 5 1 0 0,2-4 19 0 0,-4 7 0 0 0,0 0-1 0 0,0 1 0 0 0,1 0 0 0 0,0 0 1 0 0,1 0-1 0 0,0 0 0 0 0,1 1 1 0 0,1 0-1 0 0,0 0 0 0 0,1 0 0 0 0,0 0 1 0 0,1 0-1 0 0,0 25 0 0 0,2-31-353 0 0,0 1 1 0 0,0-1-1 0 0,0 1 0 0 0,1-1 0 0 0,0 0 0 0 0,0 0 0 0 0,1 0 0 0 0,0 0 1 0 0,1 0-1 0 0,-1-1 0 0 0,1 1 0 0 0,0-1 0 0 0,1 0 0 0 0,-1 0 0 0 0,1 0 0 0 0,1-1 1 0 0,-1 0-1 0 0,1 0 0 0 0,0 0 0 0 0,0-1 0 0 0,0 1 0 0 0,0-1 0 0 0,1-1 1 0 0,0 0-1 0 0,11 5 0 0 0,12 0-575 0 0,-1 0 0 0 0,1-3 1 0 0,0 0-1 0 0,1-2 0 0 0,43 0 1 0 0,-71-3 471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03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4862 0 0,'-26'23'10056'0'0,"16"4"-3957"0"0,9-23-5768 0 0,1 1-1 0 0,0 0 1 0 0,1 0 0 0 0,-1-1-1 0 0,1 1 1 0 0,0 0-1 0 0,0-1 1 0 0,0 1 0 0 0,1-1-1 0 0,0 1 1 0 0,2 4-1 0 0,3 4-267 0 0,0-1 0 0 0,1-1 0 0 0,0 1 0 0 0,1-1 0 0 0,0-1 0 0 0,1 0 0 0 0,17 14-1 0 0,-24-20-180 0 0,1-1-1 0 0,0-1 0 0 0,0 1 1 0 0,0-1-1 0 0,0 1 0 0 0,0-1 1 0 0,0 0-1 0 0,6 1 0 0 0,-9-3-54 0 0,0 0-1 0 0,1 0 1 0 0,-1 0 0 0 0,0 0-1 0 0,0 0 1 0 0,0 0 0 0 0,0-1-1 0 0,0 1 1 0 0,0 0-1 0 0,1-1 1 0 0,-1 1 0 0 0,0-1-1 0 0,0 0 1 0 0,0 1 0 0 0,0-1-1 0 0,0 0 1 0 0,-1 1-1 0 0,1-1 1 0 0,0 0 0 0 0,0 0-1 0 0,0 0 1 0 0,-1 0 0 0 0,1 0-1 0 0,0 0 1 0 0,-1 0-1 0 0,1 0 1 0 0,-1 0 0 0 0,1 0-1 0 0,-1 0 1 0 0,0 0-1 0 0,1 0 1 0 0,-1 0 0 0 0,0 0-1 0 0,0-1 1 0 0,0 1 0 0 0,0 0-1 0 0,0-2 1 0 0,1-3-1156 0 0,0 1 0 0 0,-1-1 0 0 0,0 0 0 0 0,0 1 0 0 0,-1-1 0 0 0,0 0 0 0 0,0 1 0 0 0,-2-9 0 0 0,-4 3-4523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03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10 4790 0 0,'-7'-10'10627'0'0,"20"13"-8854"0"0,23 13-7421 0 0,-18 1-1829 0 0,-13-8 3422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04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 3920 0 0,'0'0'4281'0'0,"-41"20"1548"0"0,35-17-5339 0 0,1 0 1 0 0,0 1-1 0 0,0 0 0 0 0,1 0 1 0 0,-1 0-1 0 0,1 0 0 0 0,0 1 1 0 0,0 0-1 0 0,0 0 0 0 0,1 0 0 0 0,0 0 1 0 0,0 1-1 0 0,-4 8 0 0 0,5-8-233 0 0,0 1-1 0 0,0 0 0 0 0,1-1 0 0 0,-1 1 0 0 0,1 0 1 0 0,1 0-1 0 0,0 0 0 0 0,0 0 0 0 0,0 0 1 0 0,1 0-1 0 0,1 7 0 0 0,-1-8-235 0 0,0 0 0 0 0,1 0 0 0 0,0 0 0 0 0,0 0 0 0 0,1 0-1 0 0,0 0 1 0 0,0-1 0 0 0,0 1 0 0 0,0-1 0 0 0,1 0 0 0 0,0 0 0 0 0,0-1 0 0 0,0 1 0 0 0,1-1 0 0 0,0 1-1 0 0,0-2 1 0 0,0 1 0 0 0,0 0 0 0 0,0-1 0 0 0,1 0 0 0 0,-1 0 0 0 0,1-1 0 0 0,0 1 0 0 0,0-1 0 0 0,0-1 0 0 0,0 1-1 0 0,12 1 1 0 0,-4-3-552 0 0,1 0 0 0 0,0-2 0 0 0,0 1-1 0 0,-1-2 1 0 0,1 0 0 0 0,-1 0 0 0 0,0-2-1 0 0,0 1 1 0 0,0-2 0 0 0,-1 0 0 0 0,0-1-1 0 0,0 0 1 0 0,0-1 0 0 0,19-15 0 0 0,-30 21 106 0 0,0 0 1 0 0,0 0-1 0 0,0 0 1 0 0,0 0-1 0 0,0 0 1 0 0,0 0 0 0 0,0 0-1 0 0,-1-1 1 0 0,1 1-1 0 0,-1-1 1 0 0,0 1-1 0 0,0-1 1 0 0,0 1 0 0 0,0-1-1 0 0,0 0 1 0 0,0 0-1 0 0,-1 1 1 0 0,1-1-1 0 0,-1 0 1 0 0,0 0 0 0 0,0 0-1 0 0,0 0 1 0 0,0 1-1 0 0,0-1 1 0 0,-1 0-1 0 0,1 0 1 0 0,-1 0 0 0 0,0 1-1 0 0,-1-5 1 0 0,-3-5-3419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04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4716 0 0,'6'59'8368'0'0,"3"19"-4304"0"0,-8-59-3173 0 0,1 0 0 0 0,0 1 1 0 0,10 30-1 0 0,-2-18-82 0 0,2 0 1 0 0,2-1-1 0 0,0 0 0 0 0,25 36 0 0 0,-31-54-933 0 0,1-1 0 0 0,0 0-1 0 0,1 0 1 0 0,0-1-1 0 0,1-1 1 0 0,0 0 0 0 0,1 0-1 0 0,0-1 1 0 0,0-1 0 0 0,1 0-1 0 0,0 0 1 0 0,16 5-1 0 0,-27-12-164 0 0,1 0-1 0 0,-1 0 1 0 0,1 0-1 0 0,-1 0 0 0 0,1-1 1 0 0,0 0-1 0 0,-1 1 1 0 0,1-1-1 0 0,0 0 0 0 0,-1 0 1 0 0,1 0-1 0 0,0-1 1 0 0,-1 1-1 0 0,1-1 0 0 0,0 1 1 0 0,-1-1-1 0 0,1 0 1 0 0,-1 0-1 0 0,1 0 0 0 0,-1 0 1 0 0,5-3-1 0 0,-4 1-562 0 0,0 0 0 0 0,0 0 0 0 0,0 0 0 0 0,0 0 0 0 0,0-1 0 0 0,0 1 0 0 0,-1-1 0 0 0,0 0 0 0 0,0 0 0 0 0,0 0 0 0 0,0 0 0 0 0,1-5 1 0 0,4-9-4827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04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 6886 0 0,'-25'30'5755'0'0,"-6"9"1088"0"0,-3 16-3285 0 0,26-43-3099 0 0,0-1-1 0 0,1 1 1 0 0,0 1-1 0 0,0-1 0 0 0,2 1 1 0 0,0 0-1 0 0,0 0 1 0 0,-3 19-1 0 0,7-30-449 0 0,1 0 0 0 0,0 0 0 0 0,0 0-1 0 0,0 0 1 0 0,0 0 0 0 0,0 0 0 0 0,1 0-1 0 0,-1 0 1 0 0,1 0 0 0 0,-1 0 0 0 0,1 0 0 0 0,-1 0-1 0 0,1 0 1 0 0,0 0 0 0 0,0-1 0 0 0,0 1 0 0 0,0 0-1 0 0,1 0 1 0 0,-1-1 0 0 0,0 1 0 0 0,1-1-1 0 0,2 3 1 0 0,0-1-44 0 0,1 0 0 0 0,-1-1-1 0 0,1 1 1 0 0,0-1-1 0 0,0 0 1 0 0,0 0 0 0 0,0-1-1 0 0,9 3 1 0 0,8-1-280 0 0,0-1-1 0 0,-1-1 1 0 0,31-2 0 0 0,148-17-2350 0 0,-70-7-2235 0 0,-128 24 3967 0 0,-14 0-8140 0 0,-13 6 6527 0 0,22-5 1480 0 0,-11 2-3528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08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 5986 0 0,'-4'-1'4239'0'0,"-23"1"4423"0"0,24 2-8326 0 0,1 0 1 0 0,0 1 0 0 0,-1 0 0 0 0,1-1 0 0 0,0 1-1 0 0,1 0 1 0 0,-1 0 0 0 0,0 0 0 0 0,1 0 0 0 0,0 0-1 0 0,0 0 1 0 0,0 1 0 0 0,0-1 0 0 0,0 0 0 0 0,1 1-1 0 0,-1-1 1 0 0,1 0 0 0 0,0 1 0 0 0,0 4 0 0 0,4 76 883 0 0,-4-77-994 0 0,5 18 112 0 0,0 1 0 0 0,2-2-1 0 0,1 1 1 0 0,1-1 0 0 0,22 43-1 0 0,-25-55-451 0 0,5 11 488 0 0,-4-15-3521 0 0,2-27 206 0 0,1-11-1516 0 0,-7 14 2765 0 0,-1-20-7826 0 0,-3 18 1944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08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4638 0 0,'0'0'11367'0'0,"37"5"-6146"0"0,288-30-773 0 0,-176 10-6024 0 0,-148 14 1436 0 0,0 1 1 0 0,0 0 0 0 0,0-1-1 0 0,0 1 1 0 0,0 0-1 0 0,0 0 1 0 0,1 0 0 0 0,-1 0-1 0 0,0 0 1 0 0,0 0-1 0 0,0 1 1 0 0,0-1 0 0 0,0 0-1 0 0,0 0 1 0 0,0 1-1 0 0,1-1 1 0 0,-1 1 0 0 0,0-1-1 0 0,0 1 1 0 0,0-1-1 0 0,0 1 1 0 0,-1 0 0 0 0,3 1-1 0 0,-3-1 32 0 0,0 0 0 0 0,0 0 0 0 0,0 0 0 0 0,0 0 0 0 0,0 0 0 0 0,0 0 0 0 0,-1 0 1 0 0,1 0-1 0 0,0 0 0 0 0,-1 0 0 0 0,1 0 0 0 0,-1 0 0 0 0,1 0 0 0 0,-1 0 0 0 0,1 0 0 0 0,-1-1 0 0 0,1 1 0 0 0,-1 0 0 0 0,0 0 0 0 0,0 0 0 0 0,-51 46-3619 0 0,46-43 2832 0 0,-67 53-7710 0 0,45-36 3365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09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0 168 4452 0 0,'16'-12'2845'0'0,"1"0"0"0"0,1 2 0 0 0,32-16 0 0 0,-19 14-482 0 0,53-15 1 0 0,156-16-941 0 0,-180 34-478 0 0,-33 7-850 0 0,-22 2 97 0 0,0 0 0 0 0,0 0-1 0 0,0 0 1 0 0,0-1 0 0 0,0 0-1 0 0,0 0 1 0 0,0 0 0 0 0,0-1-1 0 0,0 1 1 0 0,8-5 0 0 0,-12 5-348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09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3916 0 0,'-1'1'589'0'0,"-1"1"1"0"0,1 0-1 0 0,0-1 0 0 0,0 1 0 0 0,0 0 0 0 0,0-1 1 0 0,0 1-1 0 0,0 0 0 0 0,0 0 0 0 0,1 0 0 0 0,-1 0 1 0 0,1-1-1 0 0,-1 1 0 0 0,1 3 0 0 0,2 35 3164 0 0,21 33-464 0 0,2-5-947 0 0,-13-31-1448 0 0,2-1 1 0 0,2 0-1 0 0,30 49 1 0 0,-11-29-332 0 0,47 66 388 0 0,-51-71-3416 0 0,-31-73-5699 0 0,-2 15 7206 0 0,-1 1-1 0 0,0 0 1 0 0,0 1 0 0 0,0-1-1 0 0,-1 1 1 0 0,1-1-1 0 0,-1 1 1 0 0,-6-5 0 0 0,0-3-1882 0 0,-2-5-2278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10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90 6278 0 0,'0'0'6718'0'0,"-1"0"-6427"0"0,0 1 1 0 0,0-1-1 0 0,0 0 0 0 0,1 1 0 0 0,-1-1 0 0 0,0 1 1 0 0,0-1-1 0 0,1 1 0 0 0,-1-1 0 0 0,0 1 1 0 0,0-1-1 0 0,1 1 0 0 0,-1 0 0 0 0,1-1 1 0 0,-1 1-1 0 0,1 0 0 0 0,-2 1 0 0 0,6 3 134 0 0,-1 0 0 0 0,1-1-1 0 0,1 0 1 0 0,-1 1 0 0 0,0-1 0 0 0,1-1-1 0 0,0 1 1 0 0,0-1 0 0 0,0 0 0 0 0,10 5-1 0 0,60 23 805 0 0,-48-22-1123 0 0,1-1 0 0 0,0-2 0 0 0,1-1 0 0 0,-1-1 0 0 0,1-1 0 0 0,0-2 0 0 0,-1-1 0 0 0,56-7 0 0 0,-62 3-764 0 0,1 0 0 0 0,-1-2 0 0 0,-1-1-1 0 0,1 0 1 0 0,-1-2 0 0 0,0 0-1 0 0,22-15 1 0 0,-39 22 504 0 0,0-1 0 0 0,0 0 0 0 0,0-1 0 0 0,0 1 0 0 0,0-1 0 0 0,-1 0 0 0 0,0 0 1 0 0,1 0-1 0 0,-1 0 0 0 0,-1 0 0 0 0,1-1 0 0 0,-1 1 0 0 0,3-8 0 0 0,-4 9 162 0 0,0 0 1 0 0,0 1-1 0 0,-1-1 1 0 0,1 0-1 0 0,-1 0 0 0 0,1 0 1 0 0,-1 1-1 0 0,0-1 0 0 0,0 0 1 0 0,-1 0-1 0 0,1 0 0 0 0,0 0 1 0 0,-1 1-1 0 0,0-1 1 0 0,0 0-1 0 0,0 0 0 0 0,0 1 1 0 0,0-1-1 0 0,0 1 0 0 0,-1-1 1 0 0,1 1-1 0 0,-1-1 0 0 0,-2-2 1 0 0,2 4 88 0 0,1 0 1 0 0,-1 0-1 0 0,1 0 0 0 0,-1 0 1 0 0,0 0-1 0 0,0 0 0 0 0,0 0 1 0 0,0 1-1 0 0,1-1 1 0 0,-1 1-1 0 0,0-1 0 0 0,0 1 1 0 0,0 0-1 0 0,0 0 0 0 0,0 0 1 0 0,0 0-1 0 0,0 0 0 0 0,0 0 1 0 0,0 1-1 0 0,0-1 0 0 0,0 1 1 0 0,0-1-1 0 0,0 1 1 0 0,1 0-1 0 0,-4 1 0 0 0,-1 1 282 0 0,0 0 1 0 0,-1 0-1 0 0,1 0 0 0 0,0 1 0 0 0,-7 6 0 0 0,9-6-243 0 0,1 1 0 0 0,-1-1 0 0 0,1 0 0 0 0,0 1 0 0 0,0 0 0 0 0,0 0 0 0 0,0 0 0 0 0,1 0 0 0 0,0 0 0 0 0,0 1 0 0 0,1-1 0 0 0,-1 0 0 0 0,1 1 0 0 0,1 0 0 0 0,-1-1 0 0 0,1 1 0 0 0,-1-1 0 0 0,2 1 0 0 0,-1 0 0 0 0,1-1-1 0 0,-1 1 1 0 0,2-1 0 0 0,-1 1 0 0 0,4 9 0 0 0,-1-4-54 0 0,0 0 0 0 0,0 0-1 0 0,1-1 1 0 0,1 1 0 0 0,0-1 0 0 0,0 0-1 0 0,1-1 1 0 0,0 1 0 0 0,1-2-1 0 0,17 17 1 0 0,-15-18-282 0 0,0 0-1 0 0,1 0 1 0 0,-1-1-1 0 0,2-1 1 0 0,-1 0-1 0 0,0 0 1 0 0,1-1-1 0 0,0 0 1 0 0,0-1-1 0 0,17 2 1 0 0,-21-4-319 0 0,0 0-1 0 0,0-1 1 0 0,0 0 0 0 0,0 0 0 0 0,0-1-1 0 0,0 0 1 0 0,0 0 0 0 0,0-1 0 0 0,0 0 0 0 0,0-1-1 0 0,-1 1 1 0 0,1-1 0 0 0,-1-1 0 0 0,0 1-1 0 0,0-1 1 0 0,0-1 0 0 0,7-5 0 0 0,-12 9 30 0 0,0-1 0 0 0,0 1 0 0 0,-1-1 0 0 0,1 0 1 0 0,0 0-1 0 0,-1 0 0 0 0,1 0 0 0 0,-1 0 0 0 0,0 0 0 0 0,0 0 1 0 0,0-1-1 0 0,0 1 0 0 0,0 0 0 0 0,0-1 0 0 0,0 1 0 0 0,-1-1 1 0 0,1 1-1 0 0,-1 0 0 0 0,0-1 0 0 0,0 1 0 0 0,0-4 0 0 0,-6-8-4168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10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23 118 5596 0 0,'-2'1'489'0'0,"1"0"0"0"0,-1 0 1 0 0,1 0-1 0 0,-1 0 0 0 0,1 0 0 0 0,0 0 0 0 0,0 0 0 0 0,-1 0 0 0 0,1 1 0 0 0,0-1 1 0 0,0 1-1 0 0,0-1 0 0 0,0 1 0 0 0,1-1 0 0 0,-1 1 0 0 0,0-1 0 0 0,0 1 0 0 0,1 0 0 0 0,-1-1 1 0 0,1 1-1 0 0,0 0 0 0 0,0-1 0 0 0,-1 1 0 0 0,1 3 0 0 0,1-1-15 0 0,-1 1 0 0 0,1-1 1 0 0,0 0-1 0 0,1 1 0 0 0,-1-1 0 0 0,1 0 0 0 0,0 1 0 0 0,0-1 0 0 0,4 6 0 0 0,3 3-11 0 0,1 1 0 0 0,1-1 0 0 0,0-1-1 0 0,20 18 1 0 0,-24-24-443 0 0,1 0-1 0 0,0 0 1 0 0,0-1-1 0 0,0 0 0 0 0,1-1 1 0 0,-1 1-1 0 0,1-2 1 0 0,0 1-1 0 0,1-2 1 0 0,-1 1-1 0 0,16 2 1 0 0,-21-5-138 0 0,0 0 0 0 0,0 0 0 0 0,0 0 0 0 0,-1 0 0 0 0,1-1 0 0 0,0 1 0 0 0,0-1 0 0 0,-1 0 0 0 0,1 0 0 0 0,-1-1 0 0 0,1 1 1 0 0,-1-1-1 0 0,1 0 0 0 0,-1 1 0 0 0,0-2 0 0 0,0 1 0 0 0,1 0 0 0 0,-2 0 0 0 0,1-1 0 0 0,0 0 0 0 0,0 0 0 0 0,-1 1 0 0 0,0-2 0 0 0,0 1 0 0 0,1 0 1 0 0,-2 0-1 0 0,1-1 0 0 0,0 1 0 0 0,-1-1 0 0 0,1 1 0 0 0,-1-1 0 0 0,1-4 0 0 0,2-11-221 0 0,0 0 0 0 0,-2 0 0 0 0,0-1 0 0 0,-1 1 0 0 0,-2-28 0 0 0,1 11 361 0 0,0 34 233 0 0,-8-19 1638 0 0,6 25-1703 0 0,-1 1-1 0 0,1 0 0 0 0,0-1 1 0 0,0 1-1 0 0,1 0 0 0 0,0 0 1 0 0,0 0-1 0 0,0 0 1 0 0,0 0-1 0 0,1 0 0 0 0,0 0 1 0 0,0 0-1 0 0,0 0 0 0 0,0 1 1 0 0,1-1-1 0 0,0 0 0 0 0,0 0 1 0 0,1 0-1 0 0,-1-1 0 0 0,1 1 1 0 0,2 5-1 0 0,-1-5-158 0 0,1 1-1 0 0,0-1 1 0 0,0 0-1 0 0,0 0 1 0 0,0 0-1 0 0,1-1 1 0 0,0 0-1 0 0,0 1 1 0 0,0-2-1 0 0,0 1 1 0 0,1 0-1 0 0,0-1 1 0 0,-1 0-1 0 0,1-1 1 0 0,0 1-1 0 0,0-1 1 0 0,7 1-1 0 0,-3-1-314 0 0,0-1 0 0 0,0 0 0 0 0,0 0 0 0 0,0-1 0 0 0,0-1 0 0 0,0 0 0 0 0,-1 0 0 0 0,1-1 0 0 0,0 0 0 0 0,13-5 0 0 0,-7 2-306 0 0,-1-2-1 0 0,0 0 1 0 0,0 0-1 0 0,0-1 1 0 0,-1-1-1 0 0,0-1 1 0 0,-1 0-1 0 0,0 0 1 0 0,-1-1-1 0 0,0-1 1 0 0,0 0-1 0 0,-2-1 1 0 0,13-18-1 0 0,30-58 1893 0 0,-52 87-319 0 0,-20 38 3405 0 0,16-25-4201 0 0,0 0-1 0 0,1 1 1 0 0,0-1 0 0 0,1 0-1 0 0,0 1 1 0 0,0-1 0 0 0,2 1 0 0 0,-1-1-1 0 0,1 1 1 0 0,1-1 0 0 0,0 0-1 0 0,1 0 1 0 0,0 0 0 0 0,1 0-1 0 0,0 0 1 0 0,0 0 0 0 0,1-1 0 0 0,9 14-1 0 0,-7-13-674 0 0,1-1-1 0 0,0 1 0 0 0,0-2 1 0 0,11 10-1 0 0,-11-11-684 0 0,1-1 0 0 0,0 0 1 0 0,1 0-1 0 0,16 8 0 0 0,-22-13 136 0 0,0-1 0 0 0,0 1 1 0 0,0-1-1 0 0,0 0 0 0 0,0 0 0 0 0,0 0 0 0 0,0 0 0 0 0,0-1 0 0 0,8 0 1 0 0,0-3-5172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11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9 7256 0 0,'0'0'9151'0'0,"-2"0"-8628"0"0,-1 1 0 0 0,1 0 0 0 0,0-1 0 0 0,0 1 0 0 0,0 0 1 0 0,1 0-1 0 0,-1 0 0 0 0,0 0 0 0 0,0 0 0 0 0,-2 2 1 0 0,5 5-28 0 0,1-1 0 0 0,0 1 1 0 0,0-1-1 0 0,0 0 0 0 0,1 1 0 0 0,0-1 1 0 0,1 0-1 0 0,7 12 0 0 0,-3-6-220 0 0,1-1 0 0 0,-1 0 0 0 0,2-1 0 0 0,10 11 0 0 0,-19-21-388 0 0,0 0-1 0 0,0 0 1 0 0,0 0 0 0 0,-1 0-1 0 0,1 0 1 0 0,0-1-1 0 0,0 1 1 0 0,0 0 0 0 0,0 0-1 0 0,1-1 1 0 0,-1 1 0 0 0,0-1-1 0 0,0 1 1 0 0,0-1-1 0 0,0 1 1 0 0,1-1 0 0 0,-1 0-1 0 0,0 1 1 0 0,1-1-1 0 0,-1 0 1 0 0,0 0 0 0 0,0 0-1 0 0,1 0 1 0 0,-1 0 0 0 0,0 0-1 0 0,0-1 1 0 0,1 1-1 0 0,-1 0 1 0 0,0 0 0 0 0,0-1-1 0 0,1 1 1 0 0,-1-1-1 0 0,0 1 1 0 0,0-1 0 0 0,0 0-1 0 0,0 0 1 0 0,0 1-1 0 0,0-1 1 0 0,0 0 0 0 0,0 0-1 0 0,0 0 1 0 0,0 0 0 0 0,0 0-1 0 0,-1 0 1 0 0,1 0-1 0 0,0 0 1 0 0,-1 0 0 0 0,1 0-1 0 0,-1 0 1 0 0,1-1-1 0 0,-1 1 1 0 0,1 0 0 0 0,-1 0-1 0 0,0-1 1 0 0,0-1-1 0 0,2-4-707 0 0,0 0-1 0 0,-1 1 1 0 0,0-1-1 0 0,0 0 0 0 0,-1 0 1 0 0,1 0-1 0 0,-2 0 1 0 0,1 0-1 0 0,-3-10 0 0 0,-10-31-6524 0 0,3 23 1200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1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5654 0 0,'0'0'11029'0'0,"35"13"-5667"0"0,1-5-3958 0 0,35 10-1411 0 0,-29-1-5573 0 0,-38-14 4455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11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7600 0 0,'0'0'4172'0'0,"23"25"2142"0"0,-12-8-5039 0 0,1-1-1 0 0,20 21 1 0 0,-17-22-992 0 0,0-1-1 0 0,0-1 1 0 0,2 0 0 0 0,27 16-1 0 0,-41-27-345 0 0,1 0 0 0 0,-1 0 1 0 0,1-1-1 0 0,0 1 0 0 0,-1-1 0 0 0,1 0 0 0 0,0 0 0 0 0,0 0 0 0 0,0-1 0 0 0,0 1 0 0 0,0-1 0 0 0,0 0 0 0 0,0 0 0 0 0,0 0 0 0 0,0-1 0 0 0,-1 0 0 0 0,1 1 0 0 0,4-2 0 0 0,-3-1-108 0 0,1 1 1 0 0,-1-1-1 0 0,0 0 0 0 0,0 0 0 0 0,-1-1 0 0 0,1 1 0 0 0,-1-1 0 0 0,0 0 1 0 0,1 0-1 0 0,-2 0 0 0 0,5-6 0 0 0,3-6-360 0 0,-1-2 1 0 0,0 1-1 0 0,-1-1 1 0 0,-1 0-1 0 0,11-38 1 0 0,-15 42 522 0 0,-2 1 1 0 0,1-1 0 0 0,-2 1-1 0 0,1-17 1 0 0,-2 28 1052 0 0,-8 35 2399 0 0,7-22-3126 0 0,1 0 0 0 0,0 0 0 0 0,1 0 0 0 0,0 0 0 0 0,0 0 0 0 0,1 0 0 0 0,1 0 0 0 0,0 0 0 0 0,0-1 0 0 0,1 1 0 0 0,0-1 0 0 0,11 17 0 0 0,-5-9-299 0 0,0-2 1 0 0,2 1-1 0 0,0-1 1 0 0,0-1-1 0 0,2 0 1 0 0,19 17-1 0 0,-20-24-522 0 0,-1 0 0 0 0,1 0-1 0 0,1-1 1 0 0,-1-1-1 0 0,1 0 1 0 0,0-1-1 0 0,1-1 1 0 0,-1 0-1 0 0,1-1 1 0 0,0 0-1 0 0,0-1 1 0 0,-1-1-1 0 0,23 0 1 0 0,22-3-5676 0 0,114-18 1 0 0,-170 19 5962 0 0,51-7-5761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12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4992 0 0,'-3'0'474'0'0,"0"0"-1"0"0,1 0 1 0 0,-1 0-1 0 0,0 0 1 0 0,0 0 0 0 0,0 1-1 0 0,0-1 1 0 0,1 1-1 0 0,-1 0 1 0 0,0 0-1 0 0,0 0 1 0 0,1 0-1 0 0,-1 0 1 0 0,1 0 0 0 0,-1 1-1 0 0,1-1 1 0 0,0 1-1 0 0,-1 0 1 0 0,1 0-1 0 0,0 0 1 0 0,0 0-1 0 0,-3 4 1 0 0,-10 24 803 0 0,8-11-720 0 0,1 0 0 0 0,1 0 0 0 0,1 1 1 0 0,1-1-1 0 0,1 1 0 0 0,0 0 1 0 0,1 0-1 0 0,2 0 0 0 0,0 0 1 0 0,1 0-1 0 0,0 0 0 0 0,9 29 1 0 0,-6-31-463 0 0,1 1 0 0 0,0-1 1 0 0,1 0-1 0 0,1-1 1 0 0,1 0-1 0 0,1 0 1 0 0,0-1-1 0 0,1 0 1 0 0,0-1-1 0 0,2 0 1 0 0,0-1-1 0 0,29 25 0 0 0,-34-33-208 0 0,1 0 0 0 0,-1-1 0 0 0,1 0-1 0 0,1-1 1 0 0,-1 0 0 0 0,1 0-1 0 0,-1-1 1 0 0,1-1 0 0 0,0 1-1 0 0,0-2 1 0 0,0 1 0 0 0,0-1 0 0 0,1-1-1 0 0,-1 0 1 0 0,0 0 0 0 0,0-1-1 0 0,0 0 1 0 0,0-1 0 0 0,0 0-1 0 0,12-4 1 0 0,-12 2-69 0 0,1 0 0 0 0,-1 0 0 0 0,0-1 0 0 0,0 0 0 0 0,-1-1 0 0 0,0 0 0 0 0,0-1 0 0 0,0 1 1 0 0,-1-2-1 0 0,0 1 0 0 0,0-1 0 0 0,-1 0 0 0 0,0-1 0 0 0,0 0 0 0 0,-1 0 0 0 0,0-1 0 0 0,0 1 0 0 0,4-13 0 0 0,6-44 242 0 0,-17 67 14 0 0,1-1 1 0 0,0 0-1 0 0,-1 1 1 0 0,1-1-1 0 0,-1 0 1 0 0,1 0-1 0 0,0 1 1 0 0,-1-1-1 0 0,1 0 1 0 0,-1 0-1 0 0,1 1 1 0 0,-1-1-1 0 0,1 0 1 0 0,-1 0-1 0 0,1 0 1 0 0,-1 0-1 0 0,1 0 1 0 0,-1 0-1 0 0,1 0 1 0 0,-1 0-1 0 0,1 0 1 0 0,-1 0-1 0 0,1 0 1 0 0,-1 0-1 0 0,1 0 1 0 0,-1 0-1 0 0,1-1 1 0 0,-1 1-1 0 0,1 0 1 0 0,-1 0-1 0 0,1 0 1 0 0,-1-1-1 0 0,1 1 1 0 0,0 0 0 0 0,-1-1-1 0 0,1 1 1 0 0,-1 0-1 0 0,1-1 1 0 0,0 1-1 0 0,-1-1 1 0 0,1 1-1 0 0,0 0 1 0 0,0-1-1 0 0,-1 1 1 0 0,1-1-1 0 0,0 1 1 0 0,0-1-1 0 0,0 1 1 0 0,-1-2-1 0 0,2 9 22 0 0,1 0-1 0 0,-1-1 1 0 0,1 0-1 0 0,0 1 1 0 0,1-1 0 0 0,-1 0-1 0 0,1 0 1 0 0,0 0-1 0 0,1 0 1 0 0,5 7 0 0 0,11 22 15 0 0,-18-31-288 0 0,0 0-1 0 0,1 0 1 0 0,-1 0 0 0 0,1 0 0 0 0,0 0-1 0 0,0 0 1 0 0,6 6 0 0 0,17 6-5108 0 0,-26-55-7849 0 0,-6 27 8227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1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6904 0 0,'0'0'7913'0'0,"13"3"-7312"0"0,-8-2-797 0 0,-1 1 1 0 0,1-1-1 0 0,-1 1 0 0 0,1 0 1 0 0,-1 0-1 0 0,1 0 0 0 0,-1 1 1 0 0,0 0-1 0 0,6 5 1 0 0,9 5-2637 0 0,-13 13-4031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13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5 5400 0 0,'-8'-2'1036'0'0,"0"1"1"0"0,0 0-1 0 0,-1 1 0 0 0,1 0 1 0 0,0 0-1 0 0,0 1 0 0 0,0 0 1 0 0,-15 4-1 0 0,20-4-848 0 0,-1 0 0 0 0,1 1 0 0 0,0-1 1 0 0,0 1-1 0 0,0-1 0 0 0,0 1 0 0 0,0 0 0 0 0,0 0 0 0 0,1 1 1 0 0,-1-1-1 0 0,1 1 0 0 0,-1-1 0 0 0,1 1 0 0 0,0 0 0 0 0,0 0 0 0 0,0 0 1 0 0,0 0-1 0 0,1 0 0 0 0,-1 0 0 0 0,1 0 0 0 0,0 0 0 0 0,-2 7 1 0 0,3-7-174 0 0,-1 0 1 0 0,1-1 0 0 0,-1 1 0 0 0,1 0-1 0 0,0 0 1 0 0,0 0 0 0 0,1 0 0 0 0,-1 0-1 0 0,0-1 1 0 0,1 1 0 0 0,0 0 0 0 0,-1 0 0 0 0,1-1-1 0 0,1 1 1 0 0,-1 0 0 0 0,0-1 0 0 0,0 1-1 0 0,1-1 1 0 0,0 0 0 0 0,-1 1 0 0 0,1-1-1 0 0,0 0 1 0 0,0 0 0 0 0,0 0 0 0 0,0 0-1 0 0,1 0 1 0 0,-1-1 0 0 0,0 1 0 0 0,1-1-1 0 0,4 3 1 0 0,8 3-31 0 0,1-1 0 0 0,0 0-1 0 0,0-1 1 0 0,21 3 0 0 0,-7-1 226 0 0,18 6-179 0 0,46 20 0 0 0,-80-28 81 0 0,0 1-1 0 0,-1 1 1 0 0,0 0-1 0 0,-1 1 1 0 0,1 0-1 0 0,-2 1 1 0 0,1 0-1 0 0,10 12 1 0 0,-21-20-61 0 0,0 0 0 0 0,0 0 1 0 0,0 0-1 0 0,0 0 1 0 0,0 0-1 0 0,0 0 0 0 0,0 0 1 0 0,-1 0-1 0 0,1 1 0 0 0,0-1 1 0 0,-1 0-1 0 0,1 0 0 0 0,-1 1 1 0 0,1-1-1 0 0,-1 0 1 0 0,0 1-1 0 0,0-1 0 0 0,1 0 1 0 0,-1 1-1 0 0,0-1 0 0 0,0 0 1 0 0,0 1-1 0 0,0-1 1 0 0,-1 0-1 0 0,1 1 0 0 0,0-1 1 0 0,-1 0-1 0 0,1 1 0 0 0,-1-1 1 0 0,1 0-1 0 0,-1 0 1 0 0,1 1-1 0 0,-1-1 0 0 0,0 0 1 0 0,0 0-1 0 0,1 0 0 0 0,-1 0 1 0 0,0 0-1 0 0,0 0 1 0 0,0 0-1 0 0,0 0 0 0 0,0 0 1 0 0,-1 0-1 0 0,1-1 0 0 0,0 1 1 0 0,-2 0-1 0 0,-4 3 127 0 0,0-1 0 0 0,1 0-1 0 0,-1-1 1 0 0,0 0 0 0 0,0 0 0 0 0,-14 2-1 0 0,-10-3-10 0 0,-1-2-1 0 0,1-1 0 0 0,0-1 0 0 0,0-2 1 0 0,0 0-1 0 0,0-3 0 0 0,1 0 0 0 0,-43-19 0 0 0,71 26-563 0 0,3-1-398 0 0,0 0 581 0 0,0 0 1 0 0,0 0-1 0 0,0 0 1 0 0,0 1-1 0 0,0-1 1 0 0,0 0 0 0 0,1 1-1 0 0,-1-1 1 0 0,1 1-1 0 0,-1-1 1 0 0,1 1-1 0 0,0 0 1 0 0,-1-1 0 0 0,1 1-1 0 0,0 0 1 0 0,0 0-1 0 0,0 0 1 0 0,0 1-1 0 0,0-1 1 0 0,3-1 0 0 0,54-8-1794 0 0,-29 6 396 0 0,118-25-10386 0 0,-123 22 7301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13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4820 0 0,'-3'0'3394'0'0,"-22"6"4265"0"0,26 9-6642 0 0,1 0-1 0 0,0 0 1 0 0,1 0 0 0 0,0 0 0 0 0,2 0 0 0 0,9 23 0 0 0,48 89 1430 0 0,-30-63-1503 0 0,122 202 733 0 0,-83-151-1968 0 0,-60-88-241 0 0,0-2-875 0 0,-9-42-12647 0 0,-4 13 13382 0 0,1-1 0 0 0,-1 1 0 0 0,0 0-1 0 0,0 0 1 0 0,0 0 0 0 0,0 0 0 0 0,-4-5 0 0 0,1 2-668 0 0,-11-15-3704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13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5278 0 0,'3'4'797'0'0,"1"0"0"0"0,-1 0 0 0 0,1 0 0 0 0,0-1 0 0 0,-1 0 0 0 0,2 1 0 0 0,-1-1 0 0 0,6 3 0 0 0,46 16 2818 0 0,-22-14-2276 0 0,55 5 0 0 0,-56-9-251 0 0,46 7-33 0 0,152 16 686 0 0,-188-25-4481 0 0,67-6 0 0 0,-93 0 1035 0 0,-10 2-619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34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37 4902 0 0,'0'0'5133'0'0,"-23"-21"5531"0"0,22 20-10452 0 0,0 0 1 0 0,-1-1-1 0 0,1 1 1 0 0,-1 0-1 0 0,1 0 1 0 0,-1 0-1 0 0,1 0 1 0 0,-1 0-1 0 0,0 0 1 0 0,0 0-1 0 0,1 0 0 0 0,-1 1 1 0 0,0-1-1 0 0,0 1 1 0 0,0-1-1 0 0,0 1 1 0 0,1 0-1 0 0,-1 0 1 0 0,0 0-1 0 0,0 0 1 0 0,0 0-1 0 0,0 0 1 0 0,0 0-1 0 0,0 1 1 0 0,0-1-1 0 0,-3 2 1 0 0,-59 12 1527 0 0,62-14-1578 0 0,-66 28 950 0 0,68-28-1107 0 0,-1 0 0 0 0,0 1-1 0 0,1-1 1 0 0,-1 1-1 0 0,1-1 1 0 0,-1 0 0 0 0,1 1-1 0 0,-1-1 1 0 0,1 1 0 0 0,-1-1-1 0 0,1 1 1 0 0,0-1 0 0 0,-1 1-1 0 0,1 0 1 0 0,0-1-1 0 0,-1 1 1 0 0,1-1 0 0 0,0 1-1 0 0,0 0 1 0 0,0-1 0 0 0,-1 1-1 0 0,1 0 1 0 0,0-1 0 0 0,0 1-1 0 0,0 0 1 0 0,0-1-1 0 0,0 1 1 0 0,0 0 0 0 0,0-1-1 0 0,0 1 1 0 0,1-1 0 0 0,-1 1-1 0 0,0 0 1 0 0,0-1 0 0 0,1 1-1 0 0,-1 0 1 0 0,0-1-1 0 0,0 1 1 0 0,1-1 0 0 0,-1 1-1 0 0,1-1 1 0 0,-1 1 0 0 0,0-1-1 0 0,1 1 1 0 0,-1-1 0 0 0,1 1-1 0 0,26 22 5 0 0,3-13 11 0 0,0 0 1 0 0,36 6-1 0 0,-46-13-21 0 0,0 1-1 0 0,0 2 0 0 0,0 0 0 0 0,-1 0 0 0 0,0 2 0 0 0,0 1 0 0 0,-1 0 0 0 0,26 18 1 0 0,-41-25 5 0 0,-1 0 0 0 0,1 0 0 0 0,-1 0 0 0 0,0 0 0 0 0,0 1 0 0 0,0-1 0 0 0,0 0 0 0 0,0 1 0 0 0,0 0 0 0 0,-1-1 0 0 0,1 1 0 0 0,-1 0 0 0 0,0 0 0 0 0,0 0 0 0 0,0 0 0 0 0,0 0 0 0 0,0 0 0 0 0,-1 0 0 0 0,1 0 0 0 0,-1 6 0 0 0,-1-4 10 0 0,1 0 0 0 0,-1-1 0 0 0,-1 1 0 0 0,1 0 0 0 0,-1-1-1 0 0,0 1 1 0 0,0-1 0 0 0,0 1 0 0 0,0-1 0 0 0,-1 0 0 0 0,0 0-1 0 0,-4 5 1 0 0,0-1 16 0 0,-1 1 0 0 0,1-2 1 0 0,-2 1-1 0 0,1-1 0 0 0,-1-1 0 0 0,0 0 0 0 0,-1 0 0 0 0,1 0 1 0 0,-1-1-1 0 0,0-1 0 0 0,-18 6 0 0 0,20-8-30 0 0,0 0 1 0 0,0 0-1 0 0,-1-1 1 0 0,1 0-1 0 0,0 0 1 0 0,0-1-1 0 0,-1 0 1 0 0,1-1-1 0 0,0 0 1 0 0,-1 0-1 0 0,1-1 0 0 0,0 1 1 0 0,0-2-1 0 0,0 1 1 0 0,0-1-1 0 0,1-1 1 0 0,-1 0-1 0 0,1 0 1 0 0,0 0-1 0 0,-11-9 1 0 0,-17-20-368 0 0,35 32 358 0 0,0 0 1 0 0,1 1 0 0 0,-1-1-1 0 0,0 0 1 0 0,1 1-1 0 0,-1-1 1 0 0,1 1 0 0 0,-1-1-1 0 0,1 0 1 0 0,-1 1-1 0 0,1-1 1 0 0,-1 1-1 0 0,1 0 1 0 0,-1-1 0 0 0,1 1-1 0 0,0-1 1 0 0,-1 1-1 0 0,1 0 1 0 0,0-1 0 0 0,-1 1-1 0 0,1 0 1 0 0,0 0-1 0 0,0 0 1 0 0,-1-1-1 0 0,2 1 1 0 0,20-7-125 0 0,-9 6-347 0 0,0 1 0 0 0,0 0 0 0 0,1 1-1 0 0,-1 0 1 0 0,20 5 0 0 0,-24-4-377 0 0,-6-2 318 0 0,-1 1 0 0 0,0-1 1 0 0,0 1-1 0 0,0 0 0 0 0,-1 0 1 0 0,1 0-1 0 0,0 0 0 0 0,0 0 0 0 0,0 1 1 0 0,-1-1-1 0 0,1 0 0 0 0,0 1 1 0 0,1 1-1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35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97 5288 0 0,'0'0'1962'0'0,"-27"4"2873"0"0,17 0 1674 0 0,9-3-6278 0 0,-1 0 0 0 0,1 0 0 0 0,0 0 0 0 0,0 0 0 0 0,0 0 0 0 0,0 1 0 0 0,0-1 0 0 0,0 0 0 0 0,0 1 0 0 0,1-1 0 0 0,-1 1 0 0 0,0-1 0 0 0,1 1 0 0 0,-1-1 0 0 0,1 1 0 0 0,0-1 0 0 0,-1 1 0 0 0,1-1 0 0 0,0 1 0 0 0,0-1 0 0 0,0 1 0 0 0,0 0 0 0 0,1 2 0 0 0,-1-2-130 0 0,1 0-1 0 0,1 0 1 0 0,-1 0-1 0 0,0-1 1 0 0,0 1 0 0 0,1 0-1 0 0,-1-1 1 0 0,1 1 0 0 0,-1-1-1 0 0,1 0 1 0 0,0 1 0 0 0,-1-1-1 0 0,1 0 1 0 0,0 0 0 0 0,3 1-1 0 0,5 2-2 0 0,1 0 0 0 0,-1-1 0 0 0,1 0 0 0 0,0-1 0 0 0,-1 0 0 0 0,13 0 0 0 0,3-1 41 0 0,1-1 0 0 0,-1-1 0 0 0,31-6 0 0 0,-51 7-191 0 0,0-1 0 0 0,0 0 0 0 0,0 0 1 0 0,-1-1-1 0 0,1 0 0 0 0,0 0 0 0 0,0 0 0 0 0,-1-1 0 0 0,0 0 0 0 0,1 0 0 0 0,-1 0 0 0 0,0-1 0 0 0,0 1 0 0 0,-1-1 0 0 0,1 0 0 0 0,-1-1 0 0 0,0 1 1 0 0,0-1-1 0 0,0 0 0 0 0,4-7 0 0 0,-7 9 93 0 0,0 0 0 0 0,1 0 0 0 0,-1 0 0 0 0,0 0 1 0 0,0 0-1 0 0,-1 0 0 0 0,1 0 0 0 0,-1 0 0 0 0,1-1 0 0 0,-1 1 1 0 0,0 0-1 0 0,0 0 0 0 0,-1-1 0 0 0,1 1 0 0 0,0 0 1 0 0,-1 0-1 0 0,0 0 0 0 0,0 0 0 0 0,0 0 0 0 0,0 0 0 0 0,0 0 1 0 0,-1 0-1 0 0,0 0 0 0 0,1 0 0 0 0,-1 1 0 0 0,0-1 0 0 0,0 1 1 0 0,0-1-1 0 0,0 1 0 0 0,-1 0 0 0 0,1 0 0 0 0,-1 0 0 0 0,1 0 1 0 0,-1 0-1 0 0,0 1 0 0 0,0-1 0 0 0,0 1 0 0 0,0-1 0 0 0,0 1 1 0 0,0 0-1 0 0,0 0 0 0 0,0 1 0 0 0,0-1 0 0 0,0 1 0 0 0,-1-1 1 0 0,1 1-1 0 0,0 0 0 0 0,0 0 0 0 0,0 1 0 0 0,-1-1 0 0 0,1 0 1 0 0,0 1-1 0 0,0 0 0 0 0,0 0 0 0 0,0 0 0 0 0,0 0 1 0 0,0 1-1 0 0,0-1 0 0 0,0 1 0 0 0,-2 1 0 0 0,-6 3 45 0 0,0 0 0 0 0,1 1 0 0 0,0 0-1 0 0,1 1 1 0 0,-1 0 0 0 0,1 1 0 0 0,1 0 0 0 0,0 0 0 0 0,0 0-1 0 0,1 1 1 0 0,0 0 0 0 0,0 1 0 0 0,-6 14 0 0 0,13-20-72 0 0,0 0 0 0 0,-1 0 1 0 0,2 0-1 0 0,-1 0 0 0 0,0 0 1 0 0,1 0-1 0 0,0 0 1 0 0,0 0-1 0 0,1-1 0 0 0,-1 1 1 0 0,1 0-1 0 0,0-1 0 0 0,0 1 1 0 0,1-1-1 0 0,5 8 1 0 0,-1-5-14 0 0,1 0 0 0 0,-1 0 0 0 0,1-1 0 0 0,1-1 0 0 0,-1 1 0 0 0,1-1 0 0 0,0-1 0 0 0,0 1 0 0 0,0-1 0 0 0,1-1 0 0 0,0 0 0 0 0,-1 0 1 0 0,1-1-1 0 0,0-1 0 0 0,0 1 0 0 0,17-1 0 0 0,-14-1-46 0 0,0 0 0 0 0,1 0 0 0 0,-1-2 1 0 0,1 1-1 0 0,-1-2 0 0 0,0 0 0 0 0,0-1 0 0 0,0 0 0 0 0,-1 0 1 0 0,1-2-1 0 0,-1 1 0 0 0,13-10 0 0 0,-22 13 38 0 0,-1 1 0 0 0,1-1 0 0 0,-1 0 0 0 0,0 0 0 0 0,0-1 0 0 0,0 1 0 0 0,0 0 0 0 0,0-1 0 0 0,-1 1 0 0 0,1-1 0 0 0,-1 1 0 0 0,0-1 0 0 0,1 0 0 0 0,-1 0 0 0 0,0 1 0 0 0,-1-1 0 0 0,1 0 0 0 0,0 0 0 0 0,-1 0 0 0 0,0 0 0 0 0,0 0 0 0 0,0 0 0 0 0,0-5 0 0 0,-3 4-17 0 0,0 0 0 0 0,0 1 1 0 0,-1 0-1 0 0,1-1 0 0 0,-1 1 1 0 0,0 1-1 0 0,0-1 0 0 0,0 0 1 0 0,-4-1-1 0 0,6 3-216 0 0,30-1-22692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35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8 5946 0 0,'-19'-8'13323'0'0,"19"38"-9890"0"0,2 0-1711 0 0,8 47 1 0 0,-5-46-859 0 0,2 49 1 0 0,-5-53-572 0 0,1 0 0 0 0,1-1 0 0 0,1 1-1 0 0,2-1 1 0 0,18 49 0 0 0,-18-56-328 0 0,-2 3-5190 0 0,-10-24 1030 0 0,-21-36-2195 0 0,10 13 2227 0 0,0 11 140 0 0,-3 1-1561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8:36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3726 0 0,'0'0'13340'0'0,"7"23"-8515"0"0,0-17-4341 0 0,0 0 1 0 0,1-1-1 0 0,-1 0 1 0 0,1 0-1 0 0,0-1 1 0 0,0 0 0 0 0,0 0-1 0 0,1-1 1 0 0,-1 0-1 0 0,1-1 1 0 0,0 0-1 0 0,0 0 1 0 0,9 1 0 0 0,6-1-203 0 0,1 0 0 0 0,0-1 1 0 0,37-5-1 0 0,-37 2-1543 0 0,2-1 3718 0 0,-10 1-4531 0 0,-1 1-5083 0 0,1 1-7232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48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5918 0 0,'-2'-1'6321'0'0,"-20"3"4224"0"0,19 3-10216 0 0,1 0 1 0 0,0 0-1 0 0,0 1 1 0 0,1-1-1 0 0,0 1 1 0 0,-1 0 0 0 0,2-1-1 0 0,-1 1 1 0 0,1 0-1 0 0,0 10 1 0 0,9 70 766 0 0,-4-54-504 0 0,3 64 383 0 0,12 78-23 0 0,-19-173-963 0 0,-1 0 0 0 0,0 0 0 0 0,0 1-1 0 0,1-1 1 0 0,-1 0 0 0 0,1 0 0 0 0,-1 0 0 0 0,1 0 0 0 0,0 0-1 0 0,-1 0 1 0 0,1 0 0 0 0,0 0 0 0 0,0 0 0 0 0,-1-1-1 0 0,1 1 1 0 0,0 0 0 0 0,0 0 0 0 0,1 0 0 0 0,4 3-110 0 0,11-23-897 0 0,-15 14 470 0 0,0 0-1 0 0,0-1 1 0 0,0 1 0 0 0,-1-1 0 0 0,0 0-1 0 0,0 1 1 0 0,-1-1 0 0 0,0 0-1 0 0,0 0 1 0 0,0-5 0 0 0,-9-60-6438 0 0,8 67 6491 0 0,-11-36-7666 0 0,7 21 1183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48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4842 0 0,'0'0'10593'0'0,"24"14"-6484"0"0,-3-9-3395 0 0,0 0 0 0 0,1-2 0 0 0,-1 0-1 0 0,1-1 1 0 0,0-2 0 0 0,36-3 0 0 0,-10 2-75 0 0,37-1 448 0 0,102-14-1 0 0,-184 16-917 0 0,26 2 1179 0 0,-37 2 2058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1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39 4020 0 0,'0'-15'20467'0'0,"0"13"-20537"0"0,0 1 59 0 0,-1 0 0 0 0,1 0 0 0 0,0 0-1 0 0,-1 0 1 0 0,1 0 0 0 0,-1 0-1 0 0,1 0 1 0 0,-1 0 0 0 0,1 0 0 0 0,-1 0-1 0 0,0 0 1 0 0,1 0 0 0 0,-1 1 0 0 0,0-1-1 0 0,0 0 1 0 0,0 0 0 0 0,0 1-1 0 0,0-1 1 0 0,0 0 0 0 0,0 1 0 0 0,0-1-1 0 0,0 1 1 0 0,0-1 0 0 0,0 1-1 0 0,0 0 1 0 0,0 0 0 0 0,0-1 0 0 0,0 1-1 0 0,0 0 1 0 0,0 0 0 0 0,-1 0-1 0 0,1 0 1 0 0,0 0 0 0 0,0 0 0 0 0,0 0-1 0 0,0 1 1 0 0,0-1 0 0 0,0 0 0 0 0,0 0-1 0 0,-2 1 1 0 0,-44 14 172 0 0,35-8 49 0 0,0 0-1 0 0,0 2 1 0 0,1-1-1 0 0,1 1 0 0 0,-1 1 1 0 0,2 0-1 0 0,-1 0 0 0 0,1 1 1 0 0,1 0-1 0 0,0 1 1 0 0,0 0-1 0 0,1 0 0 0 0,1 0 1 0 0,0 1-1 0 0,1 0 0 0 0,-5 17 1 0 0,9-27-195 0 0,1 0 0 0 0,-1-1 0 0 0,1 1 0 0 0,-1 0 1 0 0,1 0-1 0 0,0 0 0 0 0,0 0 0 0 0,0-1 0 0 0,1 1 0 0 0,-1 0 0 0 0,1 0 0 0 0,-1 0 1 0 0,1-1-1 0 0,0 1 0 0 0,0 0 0 0 0,0-1 0 0 0,1 1 0 0 0,-1-1 0 0 0,1 1 1 0 0,-1-1-1 0 0,1 1 0 0 0,0-1 0 0 0,0 0 0 0 0,0 0 0 0 0,0 0 0 0 0,0 0 1 0 0,0 0-1 0 0,0-1 0 0 0,1 1 0 0 0,-1-1 0 0 0,3 2 0 0 0,1-1-38 0 0,-1 0 0 0 0,1 0-1 0 0,0 0 1 0 0,-1-1 0 0 0,1 0-1 0 0,0 0 1 0 0,0-1 0 0 0,0 1-1 0 0,0-1 1 0 0,0 0 0 0 0,-1-1-1 0 0,1 0 1 0 0,8-1 0 0 0,-3-2-83 0 0,0 1 1 0 0,0-2 0 0 0,0 1 0 0 0,-1-1 0 0 0,1-1 0 0 0,-1 0 0 0 0,-1 0-1 0 0,1-1 1 0 0,-1 0 0 0 0,13-13 0 0 0,-18 15 50 0 0,0 0 0 0 0,1 0 0 0 0,-1 0 0 0 0,-1 0 0 0 0,1 0 0 0 0,-1-1 0 0 0,0 0 0 0 0,0 0 0 0 0,-1 1 0 0 0,0-2 0 0 0,0 1 0 0 0,0 0 0 0 0,-1 0 0 0 0,1-1 0 0 0,-2 1 0 0 0,1 0 0 0 0,-1-1 0 0 0,0 1 0 0 0,-1-13 0 0 0,0 17 70 0 0,0-1 0 0 0,0 1 0 0 0,0-1 0 0 0,-1 1 0 0 0,1 0 0 0 0,0-1 0 0 0,-1 1 0 0 0,0 0 0 0 0,1 0 0 0 0,-1 0 0 0 0,0 0 1 0 0,0 1-1 0 0,0-1 0 0 0,0 0 0 0 0,-1 1 0 0 0,1-1 0 0 0,0 1 0 0 0,-1 0 0 0 0,1 0 0 0 0,0 0 0 0 0,-1 0 0 0 0,0 0 0 0 0,1 1 0 0 0,-1-1 0 0 0,1 1 0 0 0,-1-1 0 0 0,0 1 0 0 0,1 0 0 0 0,-4 0 0 0 0,5 0 0 0 0,0 0 1 0 0,-1 1-1 0 0,1-1 1 0 0,0 0-1 0 0,0 0 0 0 0,0 0 1 0 0,0 1-1 0 0,-1-1 0 0 0,1 1 1 0 0,0-1-1 0 0,0 1 1 0 0,0-1-1 0 0,0 1 0 0 0,0 0 1 0 0,0-1-1 0 0,0 1 0 0 0,0 0 1 0 0,1 0-1 0 0,-1 0 1 0 0,0 0-1 0 0,0 0 0 0 0,1 0 1 0 0,-1 0-1 0 0,0 0 0 0 0,1 0 1 0 0,-1 0-1 0 0,1 0 1 0 0,-1 0-1 0 0,1 0 0 0 0,0 1 1 0 0,-1-1-1 0 0,1 0 0 0 0,0 0 1 0 0,0 0-1 0 0,0 1 0 0 0,0 1 1 0 0,3 42 601 0 0,2-20-180 0 0,1 0-1 0 0,17 44 0 0 0,-14-39-221 0 0,-9-26-192 0 0,1 0 1 0 0,0 0-1 0 0,0 1 0 0 0,1-2 0 0 0,-1 1 1 0 0,1 0-1 0 0,0 0 0 0 0,0 0 1 0 0,0-1-1 0 0,0 1 0 0 0,1-1 1 0 0,2 4-1 0 0,-3-5 55 0 0,0 13-1231 0 0,8-23-6231 0 0,5-13-3064 0 0,-7 9 6292 0 0,-6 9 3834 0 0,8-10-5316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1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5066 0 0,'-5'19'2102'0'0,"0"1"0"0"0,1 0 0 0 0,1 0 0 0 0,-1 30 0 0 0,3-27-913 0 0,0 16 266 0 0,2 1 1 0 0,2-1-1 0 0,2 0 1 0 0,11 48 0 0 0,-5-28-660 0 0,-9-48-637 0 0,0 0 0 0 0,1 0 1 0 0,1 0-1 0 0,6 16 0 0 0,-8-26 510 0 0,-4-1-681 0 0,1 0 0 0 0,0 0-1 0 0,-1 0 1 0 0,1-1-1 0 0,0 1 1 0 0,0-1 0 0 0,0 1-1 0 0,-1-1 1 0 0,1 1-1 0 0,0-1 1 0 0,0 0 0 0 0,0 0-1 0 0,0 1 1 0 0,0-1-1 0 0,0 0 1 0 0,0 0-1 0 0,0 0 1 0 0,0 0 0 0 0,1 0-1 0 0,-1 0 1 0 0,0 0-1 0 0,1 0 1 0 0,-1-1 0 0 0,0 1-1 0 0,1 0 1 0 0,0 0-1 0 0,-1-1 1 0 0,1 1 0 0 0,0 0-1 0 0,-1 0 1 0 0,1-1-1 0 0,0 1 1 0 0,0 0-1 0 0,0-1 1 0 0,0 1 0 0 0,0 0-1 0 0,1 0 1 0 0,-1-1-1 0 0,1-1 1 0 0,-1-2-89 0 0,1 0 0 0 0,0 0 0 0 0,0 0 1 0 0,1 0-1 0 0,-1 0 0 0 0,1 1 0 0 0,0-1 0 0 0,0 1 0 0 0,5-8 0 0 0,9-8-382 0 0,-10 12 262 0 0,-1 0 0 0 0,1 1 1 0 0,1 0-1 0 0,0 0 1 0 0,-1 1-1 0 0,2 0 1 0 0,-1 0-1 0 0,1 1 1 0 0,0 0-1 0 0,0 0 1 0 0,15-6-1 0 0,-17 8 237 0 0,1 1 0 0 0,-1 0 0 0 0,1 0-1 0 0,0 1 1 0 0,-1 0 0 0 0,1 0 0 0 0,0 0-1 0 0,0 1 1 0 0,-1 0 0 0 0,1 0 0 0 0,12 3-1 0 0,-17-3 54 0 0,1 1-1 0 0,-1 0 1 0 0,1 0 0 0 0,-1 0-1 0 0,0 1 1 0 0,1-1-1 0 0,-1 1 1 0 0,0-1 0 0 0,0 1-1 0 0,0-1 1 0 0,0 1 0 0 0,0 0-1 0 0,-1 0 1 0 0,1 0-1 0 0,0 0 1 0 0,-1 1 0 0 0,0-1-1 0 0,1 0 1 0 0,-1 1-1 0 0,0-1 1 0 0,0 1 0 0 0,0-1-1 0 0,0 1 1 0 0,-1-1-1 0 0,1 1 1 0 0,-1-1 0 0 0,0 1-1 0 0,1 0 1 0 0,-1-1-1 0 0,-1 1 1 0 0,1 0 0 0 0,0-1-1 0 0,-1 6 1 0 0,-1 5 184 0 0,-1 0 1 0 0,0 1 0 0 0,0-1-1 0 0,-1-1 1 0 0,-1 1-1 0 0,0-1 1 0 0,-8 14-1 0 0,8-18-130 0 0,0 0-1 0 0,0 0 0 0 0,0 0 0 0 0,-1-1 1 0 0,0 0-1 0 0,-1 0 0 0 0,1 0 0 0 0,-1-1 1 0 0,-1 0-1 0 0,1 0 0 0 0,-11 5 0 0 0,14-9-86 0 0,1-1-1 0 0,-1 1 1 0 0,1-1 0 0 0,-1 0-1 0 0,1 0 1 0 0,-1 0 0 0 0,0-1-1 0 0,0 1 1 0 0,1-1-1 0 0,-1 0 1 0 0,0 0 0 0 0,0 0-1 0 0,1-1 1 0 0,-1 1 0 0 0,0-1-1 0 0,0 0 1 0 0,1 0-1 0 0,-1 0 1 0 0,1-1 0 0 0,-1 1-1 0 0,1-1 1 0 0,0 0 0 0 0,-1 0-1 0 0,1 0 1 0 0,0 0-1 0 0,0 0 1 0 0,0-1 0 0 0,1 0-1 0 0,-1 1 1 0 0,0-1 0 0 0,-3-5-1 0 0,6 6 18 0 0,-13-15-499 0 0,14 16 174 0 0,0 0 1 0 0,0-1-1 0 0,0 1 1 0 0,0 0-1 0 0,1 0 1 0 0,-1 1-1 0 0,0-1 1 0 0,1 0-1 0 0,-1 0 1 0 0,0 0 0 0 0,1 1-1 0 0,-1-1 1 0 0,1 1-1 0 0,-1-1 1 0 0,1 1-1 0 0,-1 0 1 0 0,1 0-1 0 0,0-1 1 0 0,-1 1-1 0 0,1 0 1 0 0,-1 0-1 0 0,1 1 1 0 0,-1-1-1 0 0,4 1 1 0 0,-2-1-1894 0 0,18 10-9335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3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136 518 3206 0 0,'1'37'8297'0'0,"-3"6"1340"0"0,3-28-7742 0 0,-1-13-1539 0 0,-11-30 389 0 0,5 1-644 0 0,0-1 0 0 0,-2-49 1 0 0,-3-15-286 0 0,4 42 70 0 0,4 28 84 0 0,-1 1-1 0 0,-10-35 0 0 0,-4-2 10 0 0,-13-34 334 0 0,31 91-297 0 0,-14-36 564 0 0,11 22 2511 0 0,3 15-3079 0 0,1-1-1 0 0,-1 1 1 0 0,0-1-1 0 0,1 1 1 0 0,-1 0 0 0 0,1-1-1 0 0,-1 1 1 0 0,1 0 0 0 0,-1-1-1 0 0,0 1 1 0 0,1 0 0 0 0,-1 0-1 0 0,1-1 1 0 0,-1 1 0 0 0,1 0-1 0 0,0 0 1 0 0,-1 0 0 0 0,1 0-1 0 0,-1 0 1 0 0,1 0 0 0 0,-1 0-1 0 0,1 0 1 0 0,-1 0-1 0 0,1 0 1 0 0,-1 0 0 0 0,1 0-1 0 0,-1 0 1 0 0,1 0 0 0 0,0 0-1 0 0,-1 0 1 0 0,1 1 0 0 0,22 4 232 0 0,-21-5-212 0 0,27 6 39 0 0,0-1 1 0 0,0-2-1 0 0,0-1 1 0 0,51-3 0 0 0,117-21 257 0 0,-164 18-132 0 0,-31 3 183 0 0,-20 19-1056 0 0,7-5-5528 0 0,5 13-5396 0 0,5-10 6256 0 0,-3-7-756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3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5714 0 0,'0'0'4460'0'0,"25"-11"1481"0"0,3 4-4400 0 0,0 2 0 0 0,0 1 0 0 0,1 1 0 0 0,46 2 0 0 0,-10-1-652 0 0,46-1 53 0 0,-108 3-819 0 0,21 0 288 0 0,-19 0-4342 0 0,8 10-8024 0 0,-6-9 6849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3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2702 0 0,'-1'2'8710'0'0,"-7"6"-4069"0"0,-1 1-3502 0 0,1 0 0 0 0,0 1 0 0 0,-12 16 0 0 0,13-13-522 0 0,1 0 0 0 0,0 0 0 0 0,0 0 0 0 0,2 1 0 0 0,0 0 0 0 0,0 0 1 0 0,-2 23-1 0 0,6-33-565 0 0,0 0 0 0 0,0-1 1 0 0,0 1-1 0 0,0 0 1 0 0,1-1-1 0 0,0 1 1 0 0,-1 0-1 0 0,1-1 0 0 0,1 1 1 0 0,-1-1-1 0 0,0 1 1 0 0,1-1-1 0 0,0 0 0 0 0,0 0 1 0 0,0 1-1 0 0,0-1 1 0 0,0-1-1 0 0,1 1 1 0 0,-1 0-1 0 0,1 0 0 0 0,0-1 1 0 0,0 0-1 0 0,0 1 1 0 0,0-1-1 0 0,0 0 0 0 0,0-1 1 0 0,0 1-1 0 0,1 0 1 0 0,-1-1-1 0 0,1 0 1 0 0,-1 0-1 0 0,1 0 0 0 0,0 0 1 0 0,6 0-1 0 0,8 1-136 0 0,-1-1-1 0 0,0 0 1 0 0,0-2-1 0 0,0 0 0 0 0,1-1 1 0 0,-1-1-1 0 0,0 0 1 0 0,-1-1-1 0 0,1-1 1 0 0,-1 0-1 0 0,0-2 1 0 0,0 0-1 0 0,-1 0 1 0 0,1-2-1 0 0,17-13 0 0 0,-30 21 72 0 0,-1-1 0 0 0,1 0 0 0 0,-1 0 0 0 0,0 0 0 0 0,0 0 0 0 0,0 0 0 0 0,0 0 0 0 0,0-1 0 0 0,0 1 0 0 0,-1-1 0 0 0,1 1-1 0 0,-1-1 1 0 0,0 0 0 0 0,1 0 0 0 0,-1 1 0 0 0,0-4 0 0 0,-1 4 51 0 0,1 0 0 0 0,-1-1 1 0 0,0 1-1 0 0,-1 0 0 0 0,1 0 0 0 0,0 0 0 0 0,-1 0 0 0 0,1 0 1 0 0,-1 0-1 0 0,1 0 0 0 0,-1 0 0 0 0,0 0 0 0 0,0 1 0 0 0,0-1 1 0 0,0 0-1 0 0,0 0 0 0 0,-1 1 0 0 0,0-3 0 0 0,-2 1 62 0 0,0-1 0 0 0,-1 0 0 0 0,1 1 0 0 0,-1 0-1 0 0,1 0 1 0 0,-1 0 0 0 0,0 0 0 0 0,0 1 0 0 0,-1 0 0 0 0,1 0-1 0 0,0 0 1 0 0,-1 1 0 0 0,1 0 0 0 0,-1 0 0 0 0,-9-1 0 0 0,-48 5 401 0 0,61-3-513 0 0,37 1-9134 0 0,-10-5 3649 0 0,-11 2-2007 0 0,1 0 1052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4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41 4850 0 0,'-1'3'617'0'0,"-1"0"0"0"0,1 0 0 0 0,0 0 1 0 0,1 1-1 0 0,-1-1 0 0 0,0 0 0 0 0,1 0 0 0 0,0 1 0 0 0,0-1 0 0 0,0 0 0 0 0,0 0 0 0 0,0 1 0 0 0,1-1 0 0 0,-1 0 0 0 0,1 0 1 0 0,1 4-1 0 0,2 2 425 0 0,1 0 0 0 0,-1 0 0 0 0,13 16 0 0 0,-3-4 319 0 0,33 34 648 0 0,-46-54-1355 0 0,2 3-375 0 0,5 4 514 0 0,-15-13-389 0 0,-1-2-399 0 0,1 0 1 0 0,1-1-1 0 0,-1 0 1 0 0,1 0-1 0 0,0 0 0 0 0,1-1 1 0 0,0 0-1 0 0,0 0 1 0 0,1 0-1 0 0,1-1 1 0 0,-1 1-1 0 0,1-1 0 0 0,1 0 1 0 0,0 0-1 0 0,-2-17 1 0 0,4 24 3 0 0,0 0-1 0 0,0 0 1 0 0,1 0 0 0 0,-1 0 0 0 0,1 0 0 0 0,-1 0 0 0 0,1 0-1 0 0,0 0 1 0 0,0 0 0 0 0,0 0 0 0 0,1 0 0 0 0,-1 1-1 0 0,1-1 1 0 0,-1 1 0 0 0,1-1 0 0 0,0 1 0 0 0,0-1 0 0 0,0 1-1 0 0,0 0 1 0 0,0 0 0 0 0,1 0 0 0 0,-1 0 0 0 0,1 0-1 0 0,-1 1 1 0 0,1-1 0 0 0,0 1 0 0 0,0-1 0 0 0,-1 1 0 0 0,1 0-1 0 0,0 0 1 0 0,0 1 0 0 0,4-2 0 0 0,2 1 175 0 0,1 0 0 0 0,-1 0 0 0 0,0 1 0 0 0,1 0 0 0 0,-1 1 0 0 0,1 0 1 0 0,-1 1-1 0 0,0-1 0 0 0,15 6 0 0 0,126 56 1209 0 0,-148-63-1291 0 0,-1 0-88 0 0,-1 0-1 0 0,0 0 0 0 0,1 0 0 0 0,-1-1 1 0 0,0 1-1 0 0,1 0 0 0 0,-1 0 1 0 0,0 0-1 0 0,1 0 0 0 0,-1 0 1 0 0,1 0-1 0 0,-1 0 0 0 0,0 0 1 0 0,1 0-1 0 0,-1 0 0 0 0,0 0 1 0 0,1 0-1 0 0,-1 0 0 0 0,0 0 0 0 0,1 0 1 0 0,-1 0-1 0 0,1 0 0 0 0,-1 0 1 0 0,0 0-1 0 0,1 1 0 0 0,-1-1 1 0 0,0 0-1 0 0,0 0 0 0 0,1 0 1 0 0,-1 1-1 0 0,0-1 0 0 0,1 0 1 0 0,-1 0-1 0 0,0 1 0 0 0,0-1 0 0 0,1 0 1 0 0,-1 1-1 0 0,0-1 0 0 0,0 0 1 0 0,0 1-1 0 0,0-1 0 0 0,1 0 1 0 0,-1 1-1 0 0,0-1 0 0 0,0 0 1 0 0,0 1-1 0 0,0 0 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6210 0 0,'5'-5'8757'0'0,"4"15"-3809"0"0,12 32-2022 0 0,3 5-1185 0 0,-12-31-1429 0 0,-5-5 37 0 0,1 0 1 0 0,0-1 0 0 0,16 16 0 0 0,-23-24-336 0 0,0-1 0 0 0,1 1 0 0 0,0-1 1 0 0,-1 0-1 0 0,1 0 0 0 0,0 1 0 0 0,0-1 1 0 0,0 0-1 0 0,0 0 0 0 0,0 0 0 0 0,0-1 1 0 0,0 1-1 0 0,0 0 0 0 0,0-1 0 0 0,0 0 0 0 0,0 1 1 0 0,0-1-1 0 0,0 0 0 0 0,1 0 0 0 0,-1 0 1 0 0,0 0-1 0 0,0 0 0 0 0,0-1 0 0 0,0 1 1 0 0,0-1-1 0 0,0 1 0 0 0,0-1 0 0 0,0 0 1 0 0,3-1-1 0 0,4-6-308 0 0,1 0 0 0 0,-1 0 0 0 0,-1-1 0 0 0,0 0 0 0 0,0 0 1 0 0,-1-1-1 0 0,0 0 0 0 0,10-21 0 0 0,-8 15-3 0 0,1 1-1 0 0,0 0 1 0 0,12-13 0 0 0,-19 25 472 0 0,0 0 1 0 0,0 0-1 0 0,0 0 1 0 0,0 1-1 0 0,0-1 1 0 0,1 1-1 0 0,4-3 1 0 0,-7 4-129 0 0,0 1 0 0 0,0 0 0 0 0,0 0 0 0 0,1-1 1 0 0,-1 1-1 0 0,0 0 0 0 0,0 0 0 0 0,0 0 1 0 0,0 1-1 0 0,0-1 0 0 0,0 0 0 0 0,1 0 1 0 0,-1 1-1 0 0,0-1 0 0 0,0 0 0 0 0,0 1 1 0 0,0-1-1 0 0,0 1 0 0 0,0-1 0 0 0,0 1 1 0 0,0 0-1 0 0,-1-1 0 0 0,1 1 0 0 0,0 0 1 0 0,0 0-1 0 0,0-1 0 0 0,-1 1 0 0 0,1 0 1 0 0,0 0-1 0 0,-1 0 0 0 0,1 0 0 0 0,0 1 0 0 0,4 7 246 0 0,-1 0 0 0 0,1 1 0 0 0,-2-1-1 0 0,1 1 1 0 0,3 18 0 0 0,12 31 415 0 0,-16-52-624 0 0,3 6-4 0 0,0 0 1 0 0,1-1-1 0 0,0 0 1 0 0,1 0-1 0 0,12 14 0 0 0,-18-23-94 0 0,0-1-1 0 0,0 0 0 0 0,1 0 0 0 0,-1 0 0 0 0,1 0 0 0 0,-1-1 0 0 0,1 1 0 0 0,-1-1 0 0 0,1 1 0 0 0,0-1 0 0 0,0 0 1 0 0,0 0-1 0 0,0 0 0 0 0,0 0 0 0 0,-1-1 0 0 0,2 1 0 0 0,-1-1 0 0 0,0 0 0 0 0,0 0 0 0 0,0 0 0 0 0,0 0 1 0 0,0 0-1 0 0,0-1 0 0 0,0 1 0 0 0,0-1 0 0 0,0 0 0 0 0,0 0 0 0 0,-1 0 0 0 0,1 0 0 0 0,0-1 0 0 0,3-1 1 0 0,9-8-60 0 0,0-1 1 0 0,0 0 0 0 0,-1 0 0 0 0,-1-1 0 0 0,-1-1 0 0 0,1-1 0 0 0,-2 0-1 0 0,16-27 1 0 0,-3 8 43 0 0,-23 32 88 0 0,7-14 417 0 0,2 64-272 0 0,-9-39-185 0 0,0 0 0 0 0,1 1 0 0 0,0-1 0 0 0,0 0 0 0 0,1 0 0 0 0,1 0 0 0 0,6 13 0 0 0,-8-20-2 0 0,3 7-422 0 0,0-1 1 0 0,0-1-1 0 0,1 1 1 0 0,0-1-1 0 0,8 8 1 0 0,-12-14-175 0 0,0 1 0 0 0,0-1 0 0 0,0 1 0 0 0,1-1 0 0 0,-1 0 0 0 0,0 0 0 0 0,1 0 0 0 0,-1 0 0 0 0,0 0 0 0 0,4 0 0 0 0,-3-1-318 0 0,-1 0 0 0 0,0 1 0 0 0,1-2 0 0 0,-1 1 0 0 0,0 0 0 0 0,0 0 0 0 0,1-1 0 0 0,-1 1 0 0 0,0-1 0 0 0,0 0 0 0 0,0 0 1 0 0,1 0-1 0 0,1-1 0 0 0,10-5-6306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5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6280 0 0,'0'0'9508'0'0,"-17"12"-4717"0"0,17-7-4547 0 0,-1 0 0 0 0,1-1 0 0 0,0 1 0 0 0,0 0 0 0 0,1-1 0 0 0,0 1 1 0 0,-1 0-1 0 0,1-1 0 0 0,1 1 0 0 0,-1 0 0 0 0,4 6 0 0 0,-3-5 90 0 0,76 204 3397 0 0,-67-183-3505 0 0,73 142 668 0 0,-44-93-1523 0 0,-33-62 677 0 0,4 9-4322 0 0,-5-22 1056 0 0,0-14-70 0 0,-6 9 2770 0 0,0 1 0 0 0,-1-1 0 0 0,1 0 0 0 0,-1 0 0 0 0,0 0-1 0 0,0 0 1 0 0,-1 1 0 0 0,1-1 0 0 0,-1 0 0 0 0,0 1 0 0 0,0 0 0 0 0,0-1 0 0 0,0 1 0 0 0,0 0-1 0 0,-4-3 1 0 0,-6-13-3095 0 0,-4-8-1798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6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3294 0 0,'17'-5'2558'0'0,"0"2"-1"0"0,1 0 1 0 0,33-1-1 0 0,-24 5-1138 0 0,-1 0 0 0 0,28 6 0 0 0,-1 3 384 0 0,100 35-1 0 0,-118-33-1441 0 0,-1 2 0 0 0,-1 2 0 0 0,0 1 0 0 0,-1 1 0 0 0,39 29 0 0 0,-59-39-273 0 0,-2 1 0 0 0,1 0 0 0 0,-1 0 0 0 0,-1 1 0 0 0,0 0 0 0 0,0 1 0 0 0,-1-1 0 0 0,0 2 0 0 0,-1-1 0 0 0,0 1 1 0 0,-1 0-1 0 0,0 1 0 0 0,-1 0 0 0 0,0 0 0 0 0,-1 0 0 0 0,-1 0 0 0 0,3 22 0 0 0,-6-25 16 0 0,0 0 1 0 0,-1 0-1 0 0,-1 1 0 0 0,0-1 1 0 0,0 0-1 0 0,-1 0 0 0 0,0 0 1 0 0,0-1-1 0 0,-1 1 0 0 0,-1-1 1 0 0,0 0-1 0 0,0 0 0 0 0,0 0 0 0 0,-1-1 1 0 0,-1 0-1 0 0,1 0 0 0 0,-1 0 1 0 0,-1-1-1 0 0,1 0 0 0 0,-14 9 1 0 0,7-5-18 0 0,0-2 0 0 0,0 0 0 0 0,-1-1 1 0 0,0 0-1 0 0,-1-1 0 0 0,0-1 0 0 0,0 0 1 0 0,0-1-1 0 0,-1-1 0 0 0,1-1 0 0 0,-32 3 1 0 0,46-6-132 0 0,0 1 1 0 0,1-1 0 0 0,-1 0-1 0 0,0 0 1 0 0,0 0 0 0 0,0 0-1 0 0,1-1 1 0 0,-1 1 0 0 0,0 0-1 0 0,0-1 1 0 0,1 1 0 0 0,-1-1-1 0 0,0 0 1 0 0,1 1 0 0 0,-1-1-1 0 0,1 0 1 0 0,-1 0 0 0 0,1 0-1 0 0,-1 0 1 0 0,1 0 0 0 0,-1-1-1 0 0,1 1 1 0 0,0 0 0 0 0,0-1-1 0 0,0 1 1 0 0,0-1 0 0 0,0 1-1 0 0,0-1 1 0 0,0 1 0 0 0,0-1-1 0 0,1 0 1 0 0,-1 1 0 0 0,0-4-1 0 0,1 4-358 0 0,7-21-1414 0 0,53 10-4295 0 0,-52 11 4185 0 0,-1 1 0 0 0,1 0 0 0 0,0 0 0 0 0,0 1 1 0 0,-1 0-1 0 0,13 3 0 0 0,-10-1-3151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6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6358 0 0,'0'0'3982'0'0,"-12"36"3844"0"0,11-32-7547 0 0,0 1 0 0 0,1-1-1 0 0,0 1 1 0 0,0 0 0 0 0,0-1 0 0 0,0 1-1 0 0,1 0 1 0 0,0-1 0 0 0,0 1-1 0 0,0-1 1 0 0,1 0 0 0 0,-1 1 0 0 0,1-1-1 0 0,0 0 1 0 0,0 0 0 0 0,6 8-1 0 0,-4-6-121 0 0,2-1 0 0 0,-1 1 1 0 0,0-1-1 0 0,1 0 0 0 0,0-1 0 0 0,0 1 0 0 0,1-1 0 0 0,-1 0 0 0 0,13 5 0 0 0,-7-4-491 0 0,0-1-1 0 0,1 0 1 0 0,-1-1 0 0 0,1 0 0 0 0,-1-1 0 0 0,1 0-1 0 0,0-1 1 0 0,0 0 0 0 0,0-1 0 0 0,-1-1 0 0 0,1 0-1 0 0,16-4 1 0 0,-24 4 88 0 0,-1-1 0 0 0,1 0-1 0 0,0-1 1 0 0,-1 1-1 0 0,1-1 1 0 0,-1 0 0 0 0,0 0-1 0 0,0 0 1 0 0,0-1 0 0 0,0 1-1 0 0,-1-1 1 0 0,1 0 0 0 0,-1 0-1 0 0,6-9 1 0 0,-7 9 331 0 0,0 0 0 0 0,0 0 0 0 0,0 0 0 0 0,0-1 0 0 0,-1 1 0 0 0,0-1 1 0 0,1 1-1 0 0,-2-1 0 0 0,1 0 0 0 0,0-5 0 0 0,2-5 2644 0 0,0 14-767 0 0,-2 11-1264 0 0,0 8-484 0 0,1 1 0 0 0,0 0 1 0 0,2-1-1 0 0,0 1 0 0 0,10 27 1 0 0,44 91 815 0 0,-27-68-769 0 0,-5-11 104 0 0,26 67 431 0 0,-47-109-662 0 0,0 1 0 0 0,-1 0-1 0 0,0 0 1 0 0,-2 0 0 0 0,2 26-1 0 0,-4-39-99 0 0,1-1 0 0 0,-1 0 0 0 0,0 0 0 0 0,0 0 0 0 0,-1 1 0 0 0,1-1 0 0 0,-1 0 0 0 0,0 0 0 0 0,1 0 0 0 0,-1 0 1 0 0,-1 0-1 0 0,1 0 0 0 0,0 0 0 0 0,-1 0 0 0 0,1 0 0 0 0,-1-1 0 0 0,0 1 0 0 0,0 0 0 0 0,0-1 0 0 0,0 0 0 0 0,0 1 0 0 0,-1-1 0 0 0,1 0 0 0 0,-1 0 0 0 0,0 0 0 0 0,1-1 0 0 0,-1 1 0 0 0,0-1 0 0 0,0 1 0 0 0,0-1 0 0 0,0 0 0 0 0,0 0 0 0 0,0 0 0 0 0,0-1 0 0 0,0 1 0 0 0,-1-1 0 0 0,1 1 0 0 0,-5-1 0 0 0,-5-1 22 0 0,0 0-1 0 0,1-1 0 0 0,-1 0 0 0 0,1-1 1 0 0,0 0-1 0 0,-1-1 0 0 0,1 0 0 0 0,-18-11 1 0 0,11 5-23 0 0,1 0 1 0 0,-31-26 0 0 0,41 30-58 0 0,0-1 0 0 0,1 0 1 0 0,0 0-1 0 0,0-1 1 0 0,1 0-1 0 0,0 0 1 0 0,0 0-1 0 0,-5-12 1 0 0,9 17-49 0 0,1 0 0 0 0,0 0 0 0 0,-1-1 0 0 0,1 1-1 0 0,0 0 1 0 0,1-1 0 0 0,-1 1 0 0 0,1 0 0 0 0,-1-1 0 0 0,1 1 0 0 0,0-1 0 0 0,0 1 0 0 0,1-1 0 0 0,-1 1-1 0 0,1 0 1 0 0,-1-1 0 0 0,1 1 0 0 0,0 0 0 0 0,0-1 0 0 0,1 1 0 0 0,-1 0 0 0 0,1 0 0 0 0,0 0 0 0 0,-1 0-1 0 0,1 0 1 0 0,0 1 0 0 0,1-1 0 0 0,-1 0 0 0 0,0 1 0 0 0,1 0 0 0 0,0-1 0 0 0,-1 1 0 0 0,6-3 0 0 0,1 0-1034 0 0,1-1 1 0 0,-1 1 0 0 0,20-7 0 0 0,29-5-6884 0 0,-48 14 5660 0 0,4 0-9477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7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5176 0 0,'0'0'10760'0'0,"13"31"-6154"0"0,-6-23-3833 0 0,0 0-1 0 0,0 0 1 0 0,-1 0-1 0 0,-1 1 1 0 0,9 17-1 0 0,-9-16-470 0 0,0 0 0 0 0,1-1 0 0 0,0 0 0 0 0,1 0 0 0 0,8 9 0 0 0,-14-17-371 0 0,0 0 0 0 0,0-1-1 0 0,0 1 1 0 0,0-1 0 0 0,1 1-1 0 0,-1-1 1 0 0,0 1 0 0 0,0-1-1 0 0,1 0 1 0 0,-1 0 0 0 0,0 1-1 0 0,0-1 1 0 0,1 0 0 0 0,-1 0-1 0 0,0 0 1 0 0,1-1 0 0 0,-1 1-1 0 0,0 0 1 0 0,0 0 0 0 0,1-1 0 0 0,-1 1-1 0 0,0 0 1 0 0,0-1 0 0 0,0 0-1 0 0,1 1 1 0 0,-1-1 0 0 0,0 1-1 0 0,0-1 1 0 0,0 0 0 0 0,0 0-1 0 0,0 0 1 0 0,0 0 0 0 0,-1 0-1 0 0,1 0 1 0 0,1-1 0 0 0,37-44-2015 0 0,-32 35 1473 0 0,75-99-2712 0 0,-34 32 7976 0 0,-47 78-4579 0 0,0 1 0 0 0,0-1 0 0 0,0 1 0 0 0,0-1 0 0 0,-1 1 0 0 0,1 0 0 0 0,0 0 0 0 0,0-1 0 0 0,-1 1 0 0 0,1 0 0 0 0,-1 0 0 0 0,1 0 0 0 0,0-1 0 0 0,-1 1-1 0 0,0 0 1 0 0,1 0 0 0 0,-1 0 0 0 0,0 0 0 0 0,1 0 0 0 0,-1 0 0 0 0,0 0 0 0 0,0 0 0 0 0,0 2 0 0 0,2 28 469 0 0,-2-21-258 0 0,4 7-90 0 0,1 0 0 0 0,1-1-1 0 0,0 0 1 0 0,1 0 0 0 0,1 0-1 0 0,0 0 1 0 0,1-2 0 0 0,20 26-1 0 0,-26-35-337 0 0,1 0 0 0 0,0 0 0 0 0,0 0 0 0 0,1-1 0 0 0,-1 1 0 0 0,1-1 1 0 0,0 0-1 0 0,6 3 0 0 0,-10-6-65 0 0,0-1 1 0 0,1 1 0 0 0,-1-1 0 0 0,0 0 0 0 0,0 1-1 0 0,1-1 1 0 0,-1 0 0 0 0,0 0 0 0 0,1 0 0 0 0,-1 0-1 0 0,0 0 1 0 0,0 0 0 0 0,1 0 0 0 0,-1 0 0 0 0,0-1-1 0 0,0 1 1 0 0,1 0 0 0 0,-1-1 0 0 0,0 1 0 0 0,0-1 0 0 0,0 1-1 0 0,1-1 1 0 0,-1 0 0 0 0,0 1 0 0 0,0-1 0 0 0,0 0-1 0 0,0 0 1 0 0,0 0 0 0 0,0 0 0 0 0,-1 0 0 0 0,1 0-1 0 0,0 0 1 0 0,0 0 0 0 0,-1 0 0 0 0,1 0 0 0 0,-1 0-1 0 0,1-1 1 0 0,-1 1 0 0 0,1 0 0 0 0,-1 0 0 0 0,0 0-1 0 0,1-3 1 0 0,-1 3-172 0 0,1-1-1 0 0,-1 1 1 0 0,0 0-1 0 0,0-1 1 0 0,0 1 0 0 0,0-1-1 0 0,0 1 1 0 0,0 0-1 0 0,0-1 1 0 0,0 1-1 0 0,0-1 1 0 0,-1 1-1 0 0,1-1 1 0 0,-1 1 0 0 0,1 0-1 0 0,-1-1 1 0 0,1 1-1 0 0,-1 0 1 0 0,0 0-1 0 0,-1-2 1 0 0,-2-5-3310 0 0,3 0-1924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8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5252 0 0,'-14'8'21841'0'0,"9"20"-17387"0"0,7 16-7079 0 0,0-31 4749 0 0,0-3-2236 0 0,0-1 0 0 0,1 1 0 0 0,0-1-1 0 0,1 1 1 0 0,8 15 0 0 0,-11-24-642 0 0,22-23-12898 0 0,-22 11 11526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8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7244 0 0,'-1'20'14430'0'0,"0"1"-8553"0"0,1-17-5584 0 0,0 0 0 0 0,0 0 0 0 0,0-1 0 0 0,1 1 0 0 0,-1 0 0 0 0,1-1 0 0 0,0 1 0 0 0,0-1 0 0 0,2 7 0 0 0,-1-8 323 0 0,2 4 573 0 0,-1 0-37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9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4242 0 0,'0'0'18882'0'0,"17"23"-15460"0"0,-15-14-3063 0 0,0 1 1 0 0,0 0-1 0 0,-1 0 1 0 0,-1 0-1 0 0,0 0 1 0 0,0 0-1 0 0,-3 12 0 0 0,2 35 537 0 0,1-49-902 0 0,1-1-1 0 0,0 0 1 0 0,0 0 0 0 0,0 0-1 0 0,1 0 1 0 0,0 0 0 0 0,1 0-1 0 0,0 0 1 0 0,0-1 0 0 0,0 1 0 0 0,1-1-1 0 0,-1 0 1 0 0,10 11 0 0 0,-12-17-131 0 0,-1 1 0 0 0,1 0 1 0 0,-1-1-1 0 0,1 1 0 0 0,-1-1 1 0 0,1 1-1 0 0,-1-1 0 0 0,1 1 0 0 0,0-1 1 0 0,-1 0-1 0 0,1 1 0 0 0,0-1 1 0 0,-1 0-1 0 0,1 1 0 0 0,0-1 1 0 0,-1 0-1 0 0,1 0 0 0 0,0 0 1 0 0,0 1-1 0 0,0-1 0 0 0,-1 0 1 0 0,1 0-1 0 0,0 0 0 0 0,0 0 1 0 0,-1-1-1 0 0,1 1 0 0 0,0 0 1 0 0,0 0-1 0 0,1-1 0 0 0,-1 0-130 0 0,0 0 0 0 0,0 0 0 0 0,0 0 1 0 0,-1 0-1 0 0,1 0 0 0 0,0-1 0 0 0,0 1 0 0 0,-1 0 0 0 0,1-1 0 0 0,0 1 0 0 0,-1 0 0 0 0,0-1 0 0 0,1 1 0 0 0,-1-2 0 0 0,4-50-5965 0 0,-4 51 5808 0 0,1-5-806 0 0,-2 0 0 0 0,1 0 0 0 0,-1 1 0 0 0,0-1 0 0 0,-1 0 0 0 0,1 1 0 0 0,-4-9 0 0 0,-3-9-4380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9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6966 0 0,'0'0'14356'0'0,"32"3"-12545"0"0,-20 4-2774 0 0,19 11-3881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9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4106 0 0,'0'0'3615'0'0,"1"28"1591"0"0,3-11-3810 0 0,1 1-1 0 0,1-1 0 0 0,13 28 1 0 0,5 16 1038 0 0,118 389 3993 0 0,-132-415-6187 0 0,-8-25-270 0 0,0-1-1 0 0,1 1 0 0 0,0-1 0 0 0,1 0 0 0 0,0 0 1 0 0,5 9-1 0 0,-7-16-588 0 0,-3-12-5287 0 0,1 5 4674 0 0,-1 0 0 0 0,0 0 0 0 0,0 0 0 0 0,0 1-1 0 0,-4-9 1 0 0,-5-6-5351 0 0,-1 6-289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49:5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6576 0 0,'0'0'9109'0'0,"12"32"-3742"0"0,-6-24-5082 0 0,1 0 0 0 0,0 0-1 0 0,0-1 1 0 0,1 0 0 0 0,0-1 0 0 0,0 0-1 0 0,1 0 1 0 0,0-1 0 0 0,0 0-1 0 0,0 0 1 0 0,0-1 0 0 0,1 0 0 0 0,0-1-1 0 0,0 0 1 0 0,0-1 0 0 0,0 0-1 0 0,0 0 1 0 0,0-1 0 0 0,20 0 0 0 0,-2-1-405 0 0,-1-2 1 0 0,1 0 0 0 0,-1-2-1 0 0,1-1 1 0 0,-1-1-1 0 0,34-13 1 0 0,-48 15-421 0 0,-1-1-1 0 0,0-1 1 0 0,-1 0-1 0 0,0-1 1 0 0,15-10-1 0 0,-23 14 383 0 0,1 1 0 0 0,-1-1 0 0 0,0 0 0 0 0,0 0-1 0 0,0 0 1 0 0,0-1 0 0 0,0 1 0 0 0,-1-1 0 0 0,1 0 0 0 0,-1 1-1 0 0,0-1 1 0 0,0 0 0 0 0,-1 0 0 0 0,1 0 0 0 0,-1-1-1 0 0,0 1 1 0 0,0 0 0 0 0,1-7 0 0 0,-2 9 187 0 0,0 0 0 0 0,0 0 1 0 0,0-1-1 0 0,0 1 0 0 0,0 0 0 0 0,0 0 1 0 0,0 0-1 0 0,-1 0 0 0 0,0 0 0 0 0,1 0 1 0 0,-1 0-1 0 0,0 0 0 0 0,0 0 0 0 0,0 0 1 0 0,0 1-1 0 0,0-1 0 0 0,0 0 0 0 0,0 0 1 0 0,-1 1-1 0 0,1-1 0 0 0,-1 1 0 0 0,1-1 1 0 0,-1 1-1 0 0,1 0 0 0 0,-1 0 0 0 0,0 0 1 0 0,0-1-1 0 0,0 2 0 0 0,1-1 0 0 0,-1 0 1 0 0,0 0-1 0 0,0 1 0 0 0,0-1 0 0 0,0 1 1 0 0,0-1-1 0 0,-1 1 0 0 0,1 0 0 0 0,0 0 1 0 0,0 0-1 0 0,0 0 0 0 0,0 0 0 0 0,0 0 1 0 0,0 1-1 0 0,-2 0 0 0 0,-3 0 234 0 0,1 0-1 0 0,-1 1 0 0 0,1 0 1 0 0,0 0-1 0 0,-1 1 1 0 0,1 0-1 0 0,1 0 1 0 0,-1 0-1 0 0,0 1 0 0 0,1 0 1 0 0,-1 0-1 0 0,-7 8 1 0 0,9-8-155 0 0,1 0-1 0 0,0 0 1 0 0,0 1 0 0 0,0-1 0 0 0,1 1 0 0 0,-1-1 0 0 0,1 1 0 0 0,0 0-1 0 0,1 0 1 0 0,-1 0 0 0 0,1 0 0 0 0,0 0 0 0 0,0 0 0 0 0,0 0 0 0 0,1 0 0 0 0,0 0-1 0 0,0 1 1 0 0,0-1 0 0 0,1 0 0 0 0,-1 0 0 0 0,1 0 0 0 0,1 0 0 0 0,-1 0-1 0 0,1 0 1 0 0,-1 0 0 0 0,6 8 0 0 0,-4-7-249 0 0,1 0-1 0 0,0-1 1 0 0,1 0 0 0 0,-1 0-1 0 0,1 0 1 0 0,0 0-1 0 0,0-1 1 0 0,0 0 0 0 0,1 0-1 0 0,0 0 1 0 0,-1-1 0 0 0,1 0-1 0 0,0 0 1 0 0,1 0 0 0 0,-1-1-1 0 0,0 0 1 0 0,1 0-1 0 0,0 0 1 0 0,-1-1 0 0 0,12 1-1 0 0,-7-2-585 0 0,1 0-1 0 0,-1 0 0 0 0,0-1 1 0 0,1 0-1 0 0,19-6 0 0 0,11-12-3926 0 0,-39 17 3557 0 0,0 0 1 0 0,0-1 0 0 0,0 1-1 0 0,0-1 1 0 0,0 0-1 0 0,0 0 1 0 0,-1 0 0 0 0,4-6-1 0 0,1-2-4331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50:00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4122 0 0,'-4'21'7499'0'0,"1"-2"-1636"0"0,4-5-5357 0 0,2-1 283 0 0,1 1 1 0 0,1-1 0 0 0,0 0 0 0 0,0-1-1 0 0,1 1 1 0 0,1-1 0 0 0,0 0 0 0 0,1-1-1 0 0,15 18 1 0 0,-14-19-658 0 0,0 0-1 0 0,0-1 1 0 0,1 0-1 0 0,0-1 0 0 0,1 0 1 0 0,0 0-1 0 0,0-1 1 0 0,1-1-1 0 0,-1 0 0 0 0,16 5 1 0 0,-26-10-226 0 0,1 0-1 0 0,0-1 1 0 0,0 1 0 0 0,0-1 0 0 0,0 0-1 0 0,0 1 1 0 0,0-1 0 0 0,0 0 0 0 0,-1 0-1 0 0,1-1 1 0 0,0 1 0 0 0,0 0 0 0 0,0-1-1 0 0,0 1 1 0 0,0-1 0 0 0,0 1 0 0 0,-1-1-1 0 0,1 0 1 0 0,0 0 0 0 0,0 0 0 0 0,1-1-1 0 0,0-1-97 0 0,0 1 0 0 0,-1-1 0 0 0,1 0 0 0 0,-1 0-1 0 0,0 0 1 0 0,0 0 0 0 0,0-1 0 0 0,0 1-1 0 0,0 0 1 0 0,1-6 0 0 0,2-10-534 0 0,0 0 0 0 0,-1-1-1 0 0,1-29 1 0 0,-3 29 538 0 0,9-47-167 0 0,-8 52 3108 0 0,3 24-1401 0 0,9 38-564 0 0,-10-30-166 0 0,-2-8-474 0 0,2 5 150 0 0,0-1 0 0 0,1 1 0 0 0,0-1 0 0 0,1 0 0 0 0,14 21 0 0 0,-18-31-404 0 0,0 0 1 0 0,0 0-1 0 0,0 0 1 0 0,0 0 0 0 0,1-1-1 0 0,-1 1 1 0 0,1-1 0 0 0,0 0-1 0 0,-1 0 1 0 0,1 0-1 0 0,0-1 1 0 0,0 1 0 0 0,0-1-1 0 0,1 0 1 0 0,-1 0 0 0 0,0 0-1 0 0,0-1 1 0 0,0 1-1 0 0,1-1 1 0 0,-1 0 0 0 0,0 0-1 0 0,0-1 1 0 0,1 1-1 0 0,6-3 1 0 0,2 0-539 0 0,-1 0 0 0 0,1-1 0 0 0,-1 0 0 0 0,0-1 0 0 0,0 0 0 0 0,-1-1 0 0 0,0-1 0 0 0,0 0 0 0 0,0 0 0 0 0,-1-1 0 0 0,0 0 0 0 0,9-10 0 0 0,-10 9 497 0 0,-1-1 1 0 0,-1 0-1 0 0,1-1 1 0 0,-2 1 0 0 0,1-2-1 0 0,-2 1 1 0 0,8-18-1 0 0,-13 28 268 0 0,0 0 0 0 0,0 0 0 0 0,0 0 0 0 0,0 0 0 0 0,0 0 0 0 0,1 0-1 0 0,-1 0 1 0 0,0 0 0 0 0,1 0 0 0 0,-1 1 0 0 0,0-1 0 0 0,1 0 0 0 0,0 0-1 0 0,-1 0 1 0 0,1 0 0 0 0,-1 1 0 0 0,1-1 0 0 0,0 0 0 0 0,-1 1 0 0 0,1-1-1 0 0,0 0 1 0 0,0 1 0 0 0,0-1 0 0 0,1 0 0 0 0,8 24 989 0 0,-4-5-976 0 0,2 4-153 0 0,1 1 0 0 0,2-2 0 0 0,-1 1 0 0 0,2-1-1 0 0,21 27 1 0 0,-10-20-1310 0 0,13 17-6367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50:01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50 4550 0 0,'0'0'7063'0'0,"-7"-34"-2036"0"0,5 32-4768 0 0,0 1 0 0 0,0-1 0 0 0,0 1 0 0 0,0 0 0 0 0,-1-1 0 0 0,1 1 0 0 0,0 0 0 0 0,-1 0 0 0 0,1 0 0 0 0,-1 1 0 0 0,1-1 0 0 0,-1 0 0 0 0,1 1 0 0 0,-1 0 1 0 0,1 0-1 0 0,-1 0 0 0 0,1 0 0 0 0,-1 0 0 0 0,0 0 0 0 0,1 0 0 0 0,-1 1 0 0 0,1-1 0 0 0,-4 2 0 0 0,-4 1 396 0 0,0-1 0 0 0,0 1 0 0 0,1 1 0 0 0,-17 7 0 0 0,17-5-409 0 0,0 0 0 0 0,0 0 0 0 0,0 1 0 0 0,1 0 0 0 0,0 1-1 0 0,0 0 1 0 0,1 0 0 0 0,0 0 0 0 0,0 1 0 0 0,1 0 0 0 0,-5 10 0 0 0,9-16-229 0 0,1 1 1 0 0,-1 0-1 0 0,1-1 0 0 0,0 1 1 0 0,-1 0-1 0 0,2 0 0 0 0,-1-1 1 0 0,0 1-1 0 0,1 0 0 0 0,0 0 1 0 0,0 0-1 0 0,0 0 0 0 0,0 0 1 0 0,1 0-1 0 0,-1-1 0 0 0,1 1 1 0 0,0 0-1 0 0,0 0 0 0 0,1 0 0 0 0,-1-1 1 0 0,1 1-1 0 0,-1-1 0 0 0,1 1 1 0 0,0-1-1 0 0,1 0 0 0 0,-1 0 1 0 0,1 0-1 0 0,-1 0 0 0 0,1 0 1 0 0,0 0-1 0 0,0-1 0 0 0,0 1 1 0 0,7 3-1 0 0,-1 0-47 0 0,1-1 0 0 0,0 0 0 0 0,0-1 0 0 0,1 0 0 0 0,-1-1 0 0 0,1 0 0 0 0,0 0 0 0 0,0-1 0 0 0,0 0 0 0 0,0-1 0 0 0,0-1 0 0 0,0 0 0 0 0,20-2 0 0 0,-9 0-31 0 0,-1-2 0 0 0,0 0 0 0 0,0-2 0 0 0,0 0 0 0 0,0-1 0 0 0,20-10 0 0 0,-36 14 91 0 0,0 0-1 0 0,-1-1 0 0 0,1 1 0 0 0,0-1 1 0 0,-1 0-1 0 0,0 0 0 0 0,0 0 1 0 0,4-5-1 0 0,-7 7-22 0 0,-10-16-436 0 0,-18 25-645 0 0,18-3-5056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50:02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5042 0 0,'-3'0'750'0'0,"1"1"0"0"0,0 0 0 0 0,0 0 0 0 0,0 0 0 0 0,-1 0 0 0 0,1 0 0 0 0,0 0 0 0 0,0 0 0 0 0,1 0 0 0 0,-1 1 0 0 0,0-1 0 0 0,0 1 0 0 0,1 0 0 0 0,-1-1 0 0 0,1 1 0 0 0,-1 0 0 0 0,1 0 0 0 0,0 0 0 0 0,0 0 0 0 0,-1 0 0 0 0,0 4 0 0 0,-1 23 433 0 0,6 4-251 0 0,2 0-1 0 0,1 0 1 0 0,1 0 0 0 0,19 51 0 0 0,-6-18-267 0 0,34 96 435 0 0,-35-93-739 0 0,12 34 80 0 0,-15-50-248 0 0,-5-17-76 0 0,18 79 327 0 0,13 39 6 0 0,-42-153-550 0 0,0 0 0 0 0,0 0 0 0 0,0 0 1 0 0,1 0-1 0 0,-1 0 0 0 0,0 0 0 0 0,1 0 0 0 0,-1 0 0 0 0,1-1 0 0 0,-1 1 1 0 0,1 0-1 0 0,-1 0 0 0 0,1 0 0 0 0,0-1 0 0 0,-1 1 0 0 0,1 0 0 0 0,0-1 1 0 0,-1 1-1 0 0,1 0 0 0 0,0-1 0 0 0,0 1 0 0 0,1 0 0 0 0,-2-1-74 0 0,1-1-1 0 0,0 1 1 0 0,-1-1-1 0 0,1 1 1 0 0,0 0-1 0 0,-1-1 1 0 0,1 1-1 0 0,-1-1 1 0 0,1 1-1 0 0,-1-1 1 0 0,1 1-1 0 0,-1-1 1 0 0,0 0-1 0 0,1 1 1 0 0,-1-1-1 0 0,0 0 1 0 0,1 1-1 0 0,-1-1 1 0 0,0 0-1 0 0,0 1 1 0 0,0-1-1 0 0,1 0 1 0 0,0-5-740 0 0,1 1 0 0 0,-1 0 0 0 0,-1-1 0 0 0,1 1 0 0 0,-1 0 0 0 0,1-1 0 0 0,-2-7 0 0 0,-16-37-9701 0 0,12 32 3719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50:0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4340 0 0,'3'-9'10647'0'0,"-2"8"-10367"0"0,19-3 4719 0 0,32 3-2427 0 0,-40 1-1196 0 0,110-6 982 0 0,135-23-1 0 0,-159 15-2396 0 0,-24 2-889 0 0,-71 11 562 0 0,-26 20-3003 0 0,-4 2-2220 0 0,12-1-7755 0 0,10-12 8068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50:0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16 4154 0 0,'0'-1'391'0'0,"0"0"0"0"0,0 1 0 0 0,-1-1 0 0 0,1 0 0 0 0,-1 0 0 0 0,1 0 0 0 0,0 1 0 0 0,-1-1 0 0 0,0 0 0 0 0,1 1 0 0 0,-1-1 0 0 0,1 0 0 0 0,-1 1 0 0 0,0-1 0 0 0,1 1 0 0 0,-1-1 1 0 0,0 1-1 0 0,0-1 0 0 0,1 1 0 0 0,-1 0 0 0 0,0-1 0 0 0,0 1 0 0 0,0 0 0 0 0,0-1 0 0 0,1 1 0 0 0,-1 0 0 0 0,0 0 0 0 0,0 0 0 0 0,0 0 0 0 0,-1 0 0 0 0,-5-1 2594 0 0,-28 9 45 0 0,16 11-1776 0 0,1 0 1 0 0,1 1-1 0 0,-21 30 0 0 0,24-31-776 0 0,9-12-354 0 0,1 0 0 0 0,-1 0 0 0 0,1 0 0 0 0,0 0 0 0 0,1 1 0 0 0,0 0 1 0 0,0 0-1 0 0,1 0 0 0 0,0 0 0 0 0,0 0 0 0 0,1 0 0 0 0,0 0 0 0 0,0 1 0 0 0,1-1 0 0 0,0 0 0 0 0,0 1 1 0 0,3 13-1 0 0,-1-17-119 0 0,0 1 1 0 0,0-1-1 0 0,0 0 1 0 0,0 1 0 0 0,1-1-1 0 0,0 0 1 0 0,0 0-1 0 0,0-1 1 0 0,1 1-1 0 0,-1-1 1 0 0,1 0 0 0 0,0 0-1 0 0,1 0 1 0 0,-1 0-1 0 0,1-1 1 0 0,-1 1 0 0 0,1-1-1 0 0,0 0 1 0 0,0-1-1 0 0,0 1 1 0 0,1-1 0 0 0,-1 0-1 0 0,1 0 1 0 0,-1-1-1 0 0,11 2 1 0 0,6 0-145 0 0,-1-1-1 0 0,1-1 1 0 0,41-3 0 0 0,-52 1 85 0 0,0 0 0 0 0,-1-1 1 0 0,1 0-1 0 0,-1 0 0 0 0,0-1 1 0 0,0-1-1 0 0,0 0 0 0 0,0 0 1 0 0,-1-1-1 0 0,10-6 1 0 0,-17 9 48 0 0,1 0 1 0 0,-1 0 0 0 0,0 0 0 0 0,0 0 0 0 0,0-1 0 0 0,0 1-1 0 0,0-1 1 0 0,-1 1 0 0 0,1-1 0 0 0,-1 0 0 0 0,1 0-1 0 0,-1 1 1 0 0,0-1 0 0 0,0 0 0 0 0,0 0 0 0 0,-1 0 0 0 0,1 0-1 0 0,-1 0 1 0 0,0 0 0 0 0,1-1 0 0 0,-2 1 0 0 0,1 0 0 0 0,0 0-1 0 0,0 0 1 0 0,-2-5 0 0 0,1 6-207 0 0,0 0 1 0 0,0 0-1 0 0,0 0 0 0 0,0 1 0 0 0,0-1 1 0 0,0 0-1 0 0,0 0 0 0 0,-1 1 1 0 0,1-1-1 0 0,-1 1 0 0 0,1-1 1 0 0,-1 1-1 0 0,1 0 0 0 0,-5-3 0 0 0,5 3-1404 0 0,-11-9-5427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20:50:03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4964 0 0,'0'0'13477'0'0,"-1"1"-13173"0"0,0 0-1 0 0,0-1 1 0 0,0 1 0 0 0,0 0 0 0 0,0 0 0 0 0,0 0 0 0 0,0 0 0 0 0,0 0 0 0 0,1 0 0 0 0,-1 0 0 0 0,0 1 0 0 0,1-1 0 0 0,-1 0 0 0 0,0 2 0 0 0,31 77 3130 0 0,34 145-1 0 0,-44-147-2627 0 0,9 31-132 0 0,61 215 181 0 0,-62-235-1354 0 0,-22-79 58 0 0,-5-10 256 0 0,-1 0-1 0 0,0 1 1 0 0,1-1-1 0 0,-1 0 1 0 0,1 0-1 0 0,-1 0 1 0 0,1 0-1 0 0,-1 0 1 0 0,1 0-1 0 0,-1 0 1 0 0,0 0-1 0 0,1 0 1 0 0,-1 0-1 0 0,1 0 1 0 0,-1-1-1 0 0,1 1 1 0 0,-1 0-1 0 0,0 0 1 0 0,1 0-1 0 0,-1 0 1 0 0,1-1-1 0 0,-1 1 1 0 0,0 0-1 0 0,1 0 1 0 0,-1-1-1 0 0,0 1 1 0 0,1-1-1 0 0,0 0-346 0 0,1 0-1 0 0,-1-1 1 0 0,0 1-1 0 0,0 0 1 0 0,0-1-1 0 0,0 1 0 0 0,0 0 1 0 0,-1-1-1 0 0,1 0 1 0 0,0 1-1 0 0,-1-1 1 0 0,1 1-1 0 0,0-3 1 0 0,3-30-12064 0 0,-4 19 6597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3.4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63 200 0 0,'20'-28'6151'0'0,"-14"20"-4088"0"0,8-10 1886 0 0,2 9 11824 0 0,-18 16-15458 0 0,-68 190 2734 0 0,-6 48-1782 0 0,75-230-1267 0 0,3-5 0 0 0,10-10 0 0 0,-8-2 0 0 0,-1 1 0 0 0,1-1 0 0 0,-1 0 0 0 0,0 0 0 0 0,0 0 0 0 0,0 0 0 0 0,0 0 0 0 0,-1-1 0 0 0,1 1 0 0 0,-1-1 0 0 0,1 0 0 0 0,-1 0 0 0 0,0 0 0 0 0,0 0 0 0 0,0 0 0 0 0,2-5 0 0 0,27-36 0 0 0,-25 37-72 0 0,-5 6-302 0 0,-4 6-3658 0 0,-10 13 3746 0 0,10-14 30 0 0,-10 11-1370 0 0,5-5-2031 0 0,5-5 1897 0 0,-3 3-1908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4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8 824 0 0,'-18'-3'5373'0'0,"-4"-1"6696"0"0,-6 4-186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4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133 169 328 0 0,'0'0'2060'0'0,"-3"-11"821"0"0,-3-2 5360 0 0,3 13-7947 0 0,0 0 0 0 0,0 1 0 0 0,0-1-1 0 0,0 1 1 0 0,0-1 0 0 0,0 1 0 0 0,1 0 0 0 0,-1 0 0 0 0,0 0 0 0 0,1 1 0 0 0,-1-1 0 0 0,0 1 0 0 0,1-1-1 0 0,0 1 1 0 0,-1 0 0 0 0,1 0 0 0 0,0 0 0 0 0,0 0 0 0 0,-3 4 0 0 0,-5 4 395 0 0,1 0-1 0 0,0 0 1 0 0,-10 16 0 0 0,16-22-487 0 0,0 1 0 0 0,1 0 1 0 0,-1 1-1 0 0,1-1 0 0 0,0 0 1 0 0,1 1-1 0 0,-1-1 0 0 0,1 0 1 0 0,0 1-1 0 0,0 0 0 0 0,1 8 1 0 0,0-12-175 0 0,1 0 0 0 0,-1 0 0 0 0,1 0 0 0 0,-1 0 1 0 0,1 0-1 0 0,0 0 0 0 0,0 0 0 0 0,0 0 0 0 0,0-1 1 0 0,0 1-1 0 0,0 0 0 0 0,0 0 0 0 0,1-1 0 0 0,-1 1 0 0 0,1-1 1 0 0,-1 1-1 0 0,1-1 0 0 0,0 0 0 0 0,-1 1 0 0 0,1-1 0 0 0,0 0 1 0 0,0 0-1 0 0,0 0 0 0 0,0-1 0 0 0,0 1 0 0 0,0 0 1 0 0,0-1-1 0 0,0 1 0 0 0,0-1 0 0 0,0 0 0 0 0,0 1 0 0 0,0-1 1 0 0,0 0-1 0 0,3-1 0 0 0,16 1-57 0 0,0-1 1 0 0,0-1-1 0 0,-1 0 1 0 0,1-2-1 0 0,-1-1 1 0 0,36-12-1 0 0,114-58-509 0 0,-154 67 445 0 0,0-1 1 0 0,-1 0-1 0 0,26-22 1 0 0,-36 26 114 0 0,0 1 0 0 0,0-1 1 0 0,-1 0-1 0 0,1 0 1 0 0,-1 0-1 0 0,0-1 0 0 0,-1 1 1 0 0,1-1-1 0 0,-1 0 1 0 0,0 0-1 0 0,-1 0 0 0 0,1-1 1 0 0,1-8-1 0 0,-3 12 42 0 0,-1 0 0 0 0,0 1-1 0 0,1-1 1 0 0,-1 0 0 0 0,-1 0-1 0 0,1 1 1 0 0,0-1 0 0 0,-1 0-1 0 0,1 1 1 0 0,-1-1 0 0 0,0 1 0 0 0,1-1-1 0 0,-1 0 1 0 0,-1 1 0 0 0,1 0-1 0 0,0-1 1 0 0,-1 1 0 0 0,1 0-1 0 0,-1 0 1 0 0,-2-3 0 0 0,0 1 35 0 0,0 1 1 0 0,0 0 0 0 0,0 0 0 0 0,0 0-1 0 0,-1 1 1 0 0,1 0 0 0 0,-1 0 0 0 0,0 0-1 0 0,0 0 1 0 0,-6-1 0 0 0,-2 0 81 0 0,-1 1 0 0 0,0 0 0 0 0,0 1-1 0 0,0 0 1 0 0,0 1 0 0 0,0 1 0 0 0,-15 2 0 0 0,-20 13-738 0 0,47-15 257 0 0,0-1 0 0 0,0 1 0 0 0,0 0 0 0 0,0 0 0 0 0,1 0 0 0 0,-1 0 0 0 0,1 1 0 0 0,-1-1 0 0 0,1 0 0 0 0,-1 1 0 0 0,1-1 0 0 0,-1 1 0 0 0,1-1 0 0 0,0 1 0 0 0,0 0 0 0 0,0-1 0 0 0,0 1 0 0 0,0 0 0 0 0,0 0 0 0 0,1 0 0 0 0,-1 0 0 0 0,1 0 0 0 0,-1 3 0 0 0,3 2-5661 0 0,4 2 3236 0 0,-4-8 1075 0 0,0 3-4285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5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640 59 1344 0 0,'-1'-16'4822'0'0,"0"13"-4119"0"0,-1 0 1 0 0,0 0-1 0 0,1 0 1 0 0,-1 1-1 0 0,0-1 1 0 0,-1 1-1 0 0,1-1 0 0 0,0 1 1 0 0,-1 0-1 0 0,1 0 1 0 0,-1 0-1 0 0,0 0 1 0 0,1 0-1 0 0,-7-3 0 0 0,4 4-270 0 0,-1 0-1 0 0,1 0 0 0 0,0 1 0 0 0,0-1 0 0 0,-1 1 0 0 0,1 0 0 0 0,0 1 0 0 0,-11 1 0 0 0,-33 8 432 0 0,0 1 0 0 0,-83 33 0 0 0,100-33-637 0 0,13-4-87 0 0,-82 33 598 0 0,94-36-674 0 0,-1 0 0 0 0,1 0 0 0 0,0 0 1 0 0,1 1-1 0 0,-1 0 0 0 0,1 0 0 0 0,0 1 0 0 0,0 0 0 0 0,0 0 0 0 0,-6 10 0 0 0,9-10-35 0 0,0 1-1 0 0,1-1 0 0 0,0 1 1 0 0,0 0-1 0 0,0 0 1 0 0,1 0-1 0 0,0 0 0 0 0,0 0 1 0 0,1 0-1 0 0,0 8 0 0 0,8 71 126 0 0,-7-79-142 0 0,41 205 205 0 0,3 34-35 0 0,-43-227-28 0 0,-1 1 1 0 0,-1-1-1 0 0,0 0 0 0 0,-2 0 1 0 0,0 1-1 0 0,-1-1 0 0 0,-1 0 1 0 0,0-1-1 0 0,-2 1 0 0 0,-13 30 1 0 0,-18 2 770 0 0,8-13-12 0 0,27-36-842 0 0,0 0 1 0 0,0 0 0 0 0,1 0-1 0 0,-1 0 1 0 0,-1 0 0 0 0,1-1 0 0 0,0 1-1 0 0,0 0 1 0 0,-1-1 0 0 0,1 0-1 0 0,0 0 1 0 0,-1 0 0 0 0,-3 2-1 0 0,-9 1 198 0 0,7-4-273 0 0,36 11-108 0 0,-8-1 72 0 0,45 6-129 0 0,104 13 1 0 0,19 4-1401 0 0,-174-28 798 0 0,1 0 1 0 0,-1 1 0 0 0,14 8-1 0 0,-18-9-701 0 0,0 0 1 0 0,0-1-1 0 0,1 0 0 0 0,-1-1 0 0 0,16 4 0 0 0,-9-6-4884 0 0,-9-2 4444 0 0,13 3-2838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6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12 48 0 0,'0'0'5909'0'0,"1"-1"-5128"0"0,0 0 0 0 0,0 0 1 0 0,0 0-1 0 0,0 1 0 0 0,0-1 0 0 0,0 0 0 0 0,0 0 0 0 0,0 0 0 0 0,0 1 1 0 0,1-1-1 0 0,-1 1 0 0 0,0-1 0 0 0,0 1 0 0 0,1-1 0 0 0,-1 1 0 0 0,3-1 0 0 0,-2 4-562 0 0,1 0-1 0 0,0 0 0 0 0,-1 1 1 0 0,0-1-1 0 0,1 0 1 0 0,-1 1-1 0 0,-1-1 0 0 0,1 1 1 0 0,0 0-1 0 0,-1-1 0 0 0,0 1 1 0 0,0 0-1 0 0,0 0 0 0 0,0 0 1 0 0,-1 0-1 0 0,1 0 0 0 0,-1 0 1 0 0,0 0-1 0 0,0 0 0 0 0,-1 0 1 0 0,1 0-1 0 0,-1 0 1 0 0,-2 7-1 0 0,-3 3 205 0 0,0 0 0 0 0,-1-1 1 0 0,0 1-1 0 0,-1-2 0 0 0,-1 1 0 0 0,0-1 0 0 0,-1-1 1 0 0,0 0-1 0 0,-14 12 0 0 0,-10 13 1314 0 0,33-35-897 0 0,-4 5 933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51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 18 1472 0 0,'18'-17'25418'0'0,"-25"42"-24389"0"0,-1 1 0 0 0,-1-1 0 0 0,-20 38 0 0 0,-3 9 321 0 0,10-10-1144 0 0,-24 120-1 0 0,45-180-318 0 0,0-1 0 0 0,1 1 0 0 0,-1 0 0 0 0,1 0 0 0 0,0-1 0 0 0,0 1 0 0 0,-1 0 0 0 0,1 0 0 0 0,0 0 0 0 0,1-1 0 0 0,-1 1 0 0 0,0 0 0 0 0,0 0 0 0 0,1 0 0 0 0,-1-1 0 0 0,1 1 0 0 0,0 0 0 0 0,-1-1 0 0 0,1 1 0 0 0,0 0 0 0 0,0-1 0 0 0,0 1 0 0 0,0-1 0 0 0,0 0 0 0 0,0 1 0 0 0,1-1 0 0 0,-1 0 0 0 0,0 1 0 0 0,1-1 0 0 0,-1 0 0 0 0,1 0 0 0 0,-1 0 0 0 0,1 0 0 0 0,0-1 0 0 0,-1 1 0 0 0,1 0 0 0 0,0-1 0 0 0,-1 1 0 0 0,1-1 0 0 0,0 1 0 0 0,0-1 0 0 0,0 0 0 0 0,-1 0 0 0 0,1 0 0 0 0,0 0 0 0 0,0 0 0 0 0,0 0 0 0 0,-1-1 0 0 0,1 1 0 0 0,0 0 0 0 0,0-1 0 0 0,1 0 0 0 0,20-9-2604 0 0,10-9-7225 0 0,-28 16 8050 0 0,15-11-4983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51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0 2276 0 0,'0'0'30126'0'0,"-2"3"-29812"0"0,-7 8-332 0 0,7-8-424 0 0,8 4-10923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52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106 180 764 0 0,'0'0'1978'0'0,"-5"-11"1780"0"0,5 7-541 0 0,0 4-2830 0 0,0-1 0 0 0,0 0 0 0 0,0 0 0 0 0,1 1 0 0 0,-1-1 0 0 0,0 0 0 0 0,0 0 0 0 0,-1 0 0 0 0,1 1 0 0 0,0-1 0 0 0,0 0 0 0 0,0 0 0 0 0,0 1 0 0 0,-1-1 0 0 0,1 0 0 0 0,0 1 0 0 0,-1-1 0 0 0,1 0 0 0 0,0 0 0 0 0,-1 1 0 0 0,1-1 0 0 0,-1 1 0 0 0,1-1 0 0 0,-1 0 0 0 0,1 1 0 0 0,-1-1 0 0 0,0 1 0 0 0,1 0 1 0 0,-1-1-1 0 0,-1 0 0 0 0,0 1-133 0 0,0 0 0 0 0,0 1 0 0 0,0-1 0 0 0,0 1 0 0 0,0-1 0 0 0,-1 1 0 0 0,1 0 0 0 0,0-1 0 0 0,0 1 0 0 0,1 0 0 0 0,-1 0 0 0 0,-2 2 0 0 0,-1 0 140 0 0,-1 0-1 0 0,1 0 1 0 0,0 1 0 0 0,1-1-1 0 0,-1 1 1 0 0,0 0 0 0 0,1 1-1 0 0,0-1 1 0 0,0 1 0 0 0,-6 9 0 0 0,9-11-312 0 0,0-1 1 0 0,0 1 0 0 0,0-1 0 0 0,1 1-1 0 0,-1-1 1 0 0,1 1 0 0 0,0-1 0 0 0,0 1-1 0 0,-1-1 1 0 0,2 1 0 0 0,-1-1 0 0 0,0 1-1 0 0,0 0 1 0 0,1-1 0 0 0,-1 1 0 0 0,1-1 0 0 0,0 0-1 0 0,0 1 1 0 0,0-1 0 0 0,0 1 0 0 0,0-1-1 0 0,1 0 1 0 0,-1 0 0 0 0,1 0 0 0 0,-1 0-1 0 0,1 0 1 0 0,3 3 0 0 0,2 2-16 0 0,0-1 0 0 0,1 0 0 0 0,0 0 0 0 0,0-1 0 0 0,0 0 0 0 0,1 0 0 0 0,0-1-1 0 0,0 0 1 0 0,0-1 0 0 0,0 0 0 0 0,14 3 0 0 0,15 2-80 0 0,59 3-1 0 0,-68-8-29 0 0,13 1-193 0 0,52-2 0 0 0,-82-2 174 0 0,-1-1 0 0 0,0 0 0 0 0,1-1 0 0 0,-1 0 0 0 0,0-1 0 0 0,0 0 1 0 0,-1 0-1 0 0,1-1 0 0 0,17-9 0 0 0,-25 10 72 0 0,1 1 1 0 0,0-1-1 0 0,-1 1 1 0 0,1-1-1 0 0,-1 0 1 0 0,0 0-1 0 0,0-1 1 0 0,0 1-1 0 0,0 0 1 0 0,-1-1-1 0 0,0 0 1 0 0,1 0-1 0 0,-1 0 1 0 0,0 0-1 0 0,-1 0 1 0 0,1 0-1 0 0,-1 0 1 0 0,0 0 0 0 0,1-6-1 0 0,-2 4 29 0 0,0-1 0 0 0,0 1-1 0 0,-1 0 1 0 0,0 0 0 0 0,0 0 0 0 0,0 0-1 0 0,-1 0 1 0 0,0 0 0 0 0,0 0 0 0 0,-1 1-1 0 0,1-1 1 0 0,-6-6 0 0 0,-1-3 44 0 0,-1 1 0 0 0,-1 0 0 0 0,0 1 0 0 0,-1 1-1 0 0,-1-1 1 0 0,0 2 0 0 0,0 0 0 0 0,-25-16 0 0 0,-30-12-83 0 0,62 36-163 0 0,5 2-837 0 0,10 5-8787 0 0,26 11 1533 0 0,-10-5 632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53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1244 0 0,'0'0'11074'0'0,"7"1"-9927"0"0,225 63 4202 0 0,-42-10-3666 0 0,9-10-519 0 0,-94-23-222 0 0,144 49-1 0 0,-248-70-874 0 0,1 1 0 0 0,0 0 0 0 0,-1-1-1 0 0,1 1 1 0 0,0 0 0 0 0,-1 0 0 0 0,0 0-1 0 0,1 0 1 0 0,-1 0 0 0 0,1 0 0 0 0,-1 1 0 0 0,0-1-1 0 0,0 0 1 0 0,0 1 0 0 0,0-1 0 0 0,0 1 0 0 0,0-1-1 0 0,0 1 1 0 0,0-1 0 0 0,-1 1 0 0 0,1 0 0 0 0,0-1-1 0 0,-1 1 1 0 0,0 0 0 0 0,1 0 0 0 0,-1-1-1 0 0,0 1 1 0 0,0 0 0 0 0,0 0 0 0 0,0-1 0 0 0,0 1-1 0 0,0 0 1 0 0,-1 3 0 0 0,-2 5 239 0 0,0 0-1 0 0,0 0 1 0 0,-1-1 0 0 0,-9 17 0 0 0,4-8-35 0 0,-32 69 899 0 0,8-18-3 0 0,-41 124 0 0 0,57-133-863 0 0,2 1 1 0 0,-10 104-1 0 0,23-140-231 0 0,1 0 1 0 0,2 0-1 0 0,0 0 1 0 0,2 0-1 0 0,0 0 1 0 0,2-1-1 0 0,1 1 1 0 0,0-1-1 0 0,16 34 1 0 0,-17-45-135 0 0,8 13-212 0 0,-14-27 277 0 0,1 1 1 0 0,0 0-1 0 0,0 0 1 0 0,0 0-1 0 0,-1 0 0 0 0,1 0 1 0 0,0 0-1 0 0,0 0 1 0 0,0 0-1 0 0,0 0 0 0 0,-1 0 1 0 0,1 0-1 0 0,0 0 1 0 0,0 0-1 0 0,0 0 0 0 0,-1 0 1 0 0,1 1-1 0 0,0-1 1 0 0,0 0-1 0 0,0 0 0 0 0,-1 0 1 0 0,1 0-1 0 0,0 0 1 0 0,0 0-1 0 0,0 0 0 0 0,0 1 1 0 0,0-1-1 0 0,-1 0 1 0 0,1 0-1 0 0,0 0 1 0 0,0 0-1 0 0,0 0 0 0 0,0 1 1 0 0,0-1-1 0 0,0 0 1 0 0,0 0-1 0 0,0 0 0 0 0,0 1 1 0 0,0-1-1 0 0,-1 0 1 0 0,1 0-1 0 0,0 0 0 0 0,0 1 1 0 0,0-1-1 0 0,0 0 1 0 0,0 0-1 0 0,0 0 0 0 0,1 0 1 0 0,-1 1-1 0 0,0-1 1 0 0,0 0-1 0 0,0 0 0 0 0,0 0 1 0 0,0 1-1 0 0,0-1 1 0 0,0 0-1 0 0,0 0 0 0 0,0 0 1 0 0,0 0-1 0 0,1 1 1 0 0,-31-20 3 0 0,-1 1 0 0 0,0 2 0 0 0,-2 1 0 0 0,1 1 1 0 0,-2 2-1 0 0,1 2 0 0 0,-59-11 0 0 0,-103-8-8 0 0,162 26 0 0 0,0 2 0 0 0,0 1 0 0 0,-63 8 0 0 0,68-1-1890 0 0,25-6 1260 0 0,-1 1 1 0 0,1-1 0 0 0,0 0-1 0 0,0 1 1 0 0,0-1 0 0 0,1 1-1 0 0,-1 0 1 0 0,0 0 0 0 0,1 0-1 0 0,-1 1 1 0 0,-2 3 0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9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8 460 0 0,'0'0'5593'0'0,"-5"-4"-4396"0"0,5 2 438 0 0,4 2 3609 0 0,21 5-5066 0 0,-19-4 554 0 0,15-8 1313 0 0,-15 8-6763 0 0,-2 9 38 0 0,-4-7 358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6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10 1020 0 0,'10'-10'20274'0'0,"-51"120"-15505"0"0,-85 165 1 0 0,87-183-2850 0 0,37-90-1965 0 0,1 0 0 0 0,0 0 1 0 0,0 0-1 0 0,0 0 0 0 0,0 0 0 0 0,0 1 0 0 0,0-1 0 0 0,0 0 1 0 0,1 0-1 0 0,-1 1 0 0 0,1-1 0 0 0,-1 0 0 0 0,1 1 0 0 0,0-1 1 0 0,0 4-1 0 0,2-6-102 0 0,-1 0 0 0 0,0 0 1 0 0,0 0-1 0 0,0-1 1 0 0,1 1-1 0 0,-1 0 0 0 0,0-1 1 0 0,0 1-1 0 0,0-1 1 0 0,0 1-1 0 0,0-1 0 0 0,0 1 1 0 0,0-1-1 0 0,0 0 1 0 0,0 0-1 0 0,0 1 0 0 0,0-1 1 0 0,0 0-1 0 0,0-2 0 0 0,51-50-5633 0 0,-23 3-5776 0 0,-17 26 4937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7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 2344 0 0,'0'0'13984'0'0,"-8"0"-10273"0"0,5 0-5751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8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5 820 0 0,'7'-4'15861'0'0,"-17"57"-13407"0"0,6-39-1594 0 0,1-1 1 0 0,0 1 0 0 0,-1 21-1 0 0,4-30-691 0 0,0-1 0 0 0,0 1-1 0 0,0 0 1 0 0,1 0 0 0 0,-1-1-1 0 0,1 1 1 0 0,1-1 0 0 0,-1 1-1 0 0,1 0 1 0 0,-1-1 0 0 0,6 8-1 0 0,-5-9-109 0 0,1 0 0 0 0,-1 0 0 0 0,1-1-1 0 0,0 0 1 0 0,0 1 0 0 0,0-1 0 0 0,0 0 0 0 0,0 0-1 0 0,0-1 1 0 0,1 1 0 0 0,-1-1 0 0 0,1 1-1 0 0,-1-1 1 0 0,1 0 0 0 0,-1 0 0 0 0,7 0-1 0 0,-5 0-67 0 0,0 0-1 0 0,0-1 0 0 0,0 1 0 0 0,0-1 1 0 0,-1 0-1 0 0,1-1 0 0 0,0 1 0 0 0,0-1 1 0 0,0 0-1 0 0,0 0 0 0 0,-1-1 0 0 0,1 1 1 0 0,-1-1-1 0 0,1 0 0 0 0,-1 0 0 0 0,1 0 1 0 0,-1-1-1 0 0,0 0 0 0 0,0 0 0 0 0,-1 0 1 0 0,1 0-1 0 0,0 0 0 0 0,-1-1 0 0 0,0 1 1 0 0,4-6-1 0 0,-6 7 1 0 0,0 0 39 0 0,0 1-1 0 0,0 0 1 0 0,0-1-1 0 0,0 1 1 0 0,0-1-1 0 0,0 1 1 0 0,0-1-1 0 0,-1 0 1 0 0,1 1-1 0 0,-1-1 1 0 0,1 0-1 0 0,-1 1 1 0 0,0-1-1 0 0,1 0 1 0 0,-1 0-1 0 0,0 1 1 0 0,0-1-1 0 0,0 0 1 0 0,0 0-1 0 0,-1 1 1 0 0,1-1-1 0 0,0 0 1 0 0,-1 1-1 0 0,1-1 1 0 0,-1 0-1 0 0,0 1 1 0 0,1-1-1 0 0,-1 1 1 0 0,0-1-1 0 0,0 1 1 0 0,0-1-1 0 0,0 1 1 0 0,0-1-1 0 0,-1 1 1 0 0,1 0-1 0 0,0 0 0 0 0,0 0 1 0 0,-3-2-1 0 0,-1-1 146 0 0,-1 0 0 0 0,0 0-1 0 0,1 0 1 0 0,-2 1-1 0 0,1-1 1 0 0,0 1 0 0 0,-1 1-1 0 0,1 0 1 0 0,-1 0-1 0 0,0 0 1 0 0,1 0 0 0 0,-1 1-1 0 0,0 0 1 0 0,0 1 0 0 0,0 0-1 0 0,0 0 1 0 0,0 0-1 0 0,0 1 1 0 0,0 0 0 0 0,0 0-1 0 0,0 1 1 0 0,1-1-1 0 0,-1 2 1 0 0,0-1 0 0 0,-7 5-1 0 0,13-7-172 0 0,1 1 0 0 0,-1-1 0 0 0,1 1 0 0 0,-1-1 0 0 0,1 1 0 0 0,-1-1 0 0 0,1 1 0 0 0,-1-1 0 0 0,1 1 0 0 0,0 0 0 0 0,-1-1 0 0 0,1 1 0 0 0,0 0 0 0 0,-1-1 0 0 0,1 1 0 0 0,0 0 0 0 0,0-1 0 0 0,0 1 0 0 0,-1 0 0 0 0,1 0 0 0 0,0-1 0 0 0,0 1 0 0 0,0 0 0 0 0,0 0 0 0 0,1-1 0 0 0,-1 1 0 0 0,0 0 0 0 0,0 0 0 0 0,0-1 0 0 0,0 1 0 0 0,1 0 0 0 0,0 0 0 0 0,9 20-207 0 0,-6-18 121 0 0,-1 1 0 0 0,1-1 0 0 0,1 0 0 0 0,-1 0-1 0 0,0-1 1 0 0,1 1 0 0 0,-1-1 0 0 0,1 0 0 0 0,0 0-1 0 0,0 0 1 0 0,0-1 0 0 0,0 0 0 0 0,0 0-1 0 0,10 1 1 0 0,-8-1-62 0 0,0 0 0 0 0,0-1 0 0 0,1 0 0 0 0,-1-1 0 0 0,0 1 0 0 0,1-1 0 0 0,-1-1-1 0 0,0 1 1 0 0,11-5 0 0 0,-17 6 162 0 0,1-1-1 0 0,-1 0 0 0 0,0 0 0 0 0,0 1 1 0 0,0-1-1 0 0,1 0 0 0 0,-1 0 0 0 0,0 0 1 0 0,0 0-1 0 0,0 0 0 0 0,-1 0 0 0 0,1 0 1 0 0,0-1-1 0 0,0 1 0 0 0,-1 0 1 0 0,1 0-1 0 0,0-1 0 0 0,-1 1 0 0 0,1-1 1 0 0,-1 1-1 0 0,0 0 0 0 0,1-1 0 0 0,-1 1 1 0 0,0-1-1 0 0,0 1 0 0 0,0 0 0 0 0,0-1 1 0 0,0 1-1 0 0,0-1 0 0 0,-1 1 1 0 0,1-1-1 0 0,0 1 0 0 0,-1 0 0 0 0,1-1 1 0 0,-1 1-1 0 0,1 0 0 0 0,-1-1 0 0 0,0 1 1 0 0,1 0-1 0 0,-1 0 0 0 0,0 0 0 0 0,0 0 1 0 0,0-1-1 0 0,-1 0 0 0 0,-3-5 216 0 0,-1 1 0 0 0,1 0-1 0 0,-1 0 1 0 0,0 1 0 0 0,0-1 0 0 0,-1 1-1 0 0,-7-4 1 0 0,-13-10 118 0 0,26 18-541 0 0,-2 3-2448 0 0,-10 20-1602 0 0,13-11-585 0 0,5 0-3460 0 0,6 0 2180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50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0 788 0 0,'0'0'16328'0'0,"-8"29"-13612"0"0,-2 14-1505 0 0,-1 0 1 0 0,-2-1 0 0 0,-2 0-1 0 0,-32 63 1 0 0,41-85-4119 0 0,6-20 2785 0 0,0 1 0 0 0,0-1 1 0 0,0 0-1 0 0,0 0 1 0 0,0 1-1 0 0,0-1 0 0 0,1 0 1 0 0,-1 0-1 0 0,0 0 1 0 0,0 1-1 0 0,0-1 0 0 0,1 0 1 0 0,-1 0-1 0 0,0 0 1 0 0,0 0-1 0 0,0 0 0 0 0,1 1 1 0 0,-1-1-1 0 0,0 0 1 0 0,0 0-1 0 0,1 0 0 0 0,-1 0 1 0 0,0 0-1 0 0,0 0 1 0 0,1 0-1 0 0,-1 0 0 0 0,0 0 1 0 0,0 0-1 0 0,1 0 1 0 0,-1 0-1 0 0,0 0 0 0 0,0 0 1 0 0,1 0-1 0 0,-1 0 0 0 0,0 0 1 0 0,0 0-1 0 0,1 0 1 0 0,34-17-8966 0 0,-30 14 8229 0 0,8-7-3875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16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20 740 0 0,'-18'-15'4648'0'0,"10"11"-96"0"0,6 4-4206 0 0,0 0 1 0 0,1 0 0 0 0,-1 0-1 0 0,0 0 1 0 0,1 0 0 0 0,-1 0-1 0 0,1 0 1 0 0,-1 1 0 0 0,0-1 0 0 0,1 1-1 0 0,-1-1 1 0 0,1 1 0 0 0,-1-1-1 0 0,1 1 1 0 0,0 0 0 0 0,-1 0 0 0 0,1 0-1 0 0,0 0 1 0 0,-1 0 0 0 0,1 0-1 0 0,0 0 1 0 0,0 0 0 0 0,0 1-1 0 0,0-1 1 0 0,0 0 0 0 0,0 1 0 0 0,0-1-1 0 0,1 1 1 0 0,-1-1 0 0 0,0 1-1 0 0,1-1 1 0 0,-1 1 0 0 0,1-1-1 0 0,-1 1 1 0 0,1 2 0 0 0,-5 10 251 0 0,-2 3 1102 0 0,-24 56 3260 0 0,8-20-2052 0 0,19-48-2886 0 0,0 0 1 0 0,1 1-1 0 0,0 0 1 0 0,0 0-1 0 0,1 0 1 0 0,-1 0-1 0 0,-2 12 1 0 0,0-4-23 0 0,5 1 0 0 0,1-14 0 0 0,-1 1 0 0 0,1-1 0 0 0,0 1 0 0 0,0-1 0 0 0,-1 1 0 0 0,1-1 0 0 0,0 0 0 0 0,0 1 0 0 0,0-1 0 0 0,1 0 0 0 0,-1 0 0 0 0,0 0 0 0 0,0 0 0 0 0,1 0 0 0 0,-1 0 0 0 0,1 0 0 0 0,-1 0 0 0 0,0-1 0 0 0,1 1 0 0 0,-1 0 0 0 0,1-1 0 0 0,0 1 0 0 0,-1-1 0 0 0,1 0 0 0 0,-1 0 0 0 0,1 1 0 0 0,0-1 0 0 0,-1 0 0 0 0,4-1 0 0 0,231 21 0 0 0,-226-20 0 0 0,10-1 0 0 0,-6 1 0 0 0,-4 1-77 0 0,-8-1-440 0 0,-22 17-8799 0 0,16-13 7040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16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57 1044,'0'-54'10173,"0"52"-7981,-1 2-2068,0 0-1,1 0 1,-1-1-1,0 1 1,0 0 0,0 0-1,1 0 1,-1 0-1,0 0 1,0 0-1,0 0 1,1 1-1,-1-1 1,0 0 0,0 0-1,1 1 1,-1-1-1,0 0 1,1 1-1,-1-1 1,0 0-1,1 1 1,-1-1 0,0 1-1,-34 62 2879,-15 28-190,22-27-1141,-9 21 1681,-48 158-1,83-230-3061,-1-1 0,2 1-1,0 0 1,0 16 0,1-25-469,0-1 1,0 1-1,1 0 1,-1-1-1,1 1 1,0-1-1,-1 1 1,2-1-1,-1 1 0,0-1 1,1 1-1,-1-1 1,1 0-1,0 0 1,0 0-1,0 0 1,1 0-1,2 3 1,-4-6-15,0 0 1,0 1-1,0-1 1,0 0-1,0 0 1,0 0-1,0 1 1,0-1-1,0 0 1,0-1-1,0 1 1,0 0-1,0 0 1,0 0-1,0 0 1,0-1-1,0 1 1,0-1-1,0 1 1,0 0-1,0-1 1,0 0-1,-1 1 1,2-2-1,22-18-3808,-21 17 1802,14-11-4511,-4-1 514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17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226 146 188 0 0,'-5'-42'5583'0'0,"3"36"-4482"0"0,1 0 0 0 0,0 0 0 0 0,0 0 0 0 0,1 0 0 0 0,0 0 0 0 0,0 0 0 0 0,1-10 0 0 0,0 14-950 0 0,-1 0 0 0 0,1 0 1 0 0,0 0-1 0 0,0 0 0 0 0,1 0 1 0 0,-1 0-1 0 0,0 0 1 0 0,1 0-1 0 0,-1 1 0 0 0,1-1 1 0 0,-1 0-1 0 0,1 1 0 0 0,0-1 1 0 0,0 1-1 0 0,-1 0 1 0 0,1 0-1 0 0,0-1 0 0 0,0 1 1 0 0,1 0-1 0 0,-1 1 0 0 0,0-1 1 0 0,0 0-1 0 0,0 1 1 0 0,0-1-1 0 0,4 0 0 0 0,11-2 379 0 0,1 0 0 0 0,0 2 0 0 0,0 0 1 0 0,22 1-1 0 0,-30 0-301 0 0,-1 1 1 0 0,0 1-1 0 0,1-1 1 0 0,-1 1 0 0 0,0 1-1 0 0,0-1 1 0 0,0 2 0 0 0,-1-1-1 0 0,16 10 1 0 0,-22-12-114 0 0,0 0 0 0 0,-1 1-1 0 0,1-1 1 0 0,0 1 0 0 0,-1 0 0 0 0,0-1 0 0 0,1 1 0 0 0,-1 0-1 0 0,0 0 1 0 0,0 0 0 0 0,0 0 0 0 0,0 0 0 0 0,0 0 0 0 0,-1 0 0 0 0,1 1-1 0 0,0-1 1 0 0,-1 0 0 0 0,0 0 0 0 0,0 0 0 0 0,1 1 0 0 0,-1-1 0 0 0,0 0-1 0 0,-1 0 1 0 0,1 1 0 0 0,0-1 0 0 0,-1 0 0 0 0,1 0 0 0 0,-1 0 0 0 0,0 0-1 0 0,0 1 1 0 0,0-1 0 0 0,0 0 0 0 0,0 0 0 0 0,0-1 0 0 0,0 1-1 0 0,0 0 1 0 0,-3 2 0 0 0,-3 6 291 0 0,-1 0 0 0 0,0 0 1 0 0,-1-1-1 0 0,0 0 0 0 0,-14 11 0 0 0,-42 27 663 0 0,-87 46 0 0 0,73-46-749 0 0,68-42-321 0 0,1 2 0 0 0,-1 0 0 0 0,1 0 0 0 0,0 1 0 0 0,0 0 0 0 0,1 0 0 0 0,1 1 0 0 0,-1 1 0 0 0,1-1 0 0 0,1 1 0 0 0,-8 13 0 0 0,13-20 0 0 0,1 0 0 0 0,0 1 0 0 0,0-1 0 0 0,0 0 0 0 0,0 0 0 0 0,0 0 0 0 0,1 1 0 0 0,0-1 0 0 0,-1 0 0 0 0,1 1 0 0 0,0-1 0 0 0,1 0 0 0 0,-1 1 0 0 0,1-1 0 0 0,-1 0 0 0 0,1 1 0 0 0,0-1 0 0 0,0 0 0 0 0,3 5 0 0 0,-1-4 0 0 0,0 1 0 0 0,0-1 0 0 0,1 0 0 0 0,-1 0 0 0 0,1-1 0 0 0,0 1 0 0 0,0-1 0 0 0,0 0 0 0 0,0 0 0 0 0,1 0 0 0 0,6 3 0 0 0,9 2 0 0 0,0-1 0 0 0,0-1 0 0 0,0 0 0 0 0,1-1 0 0 0,25 2 0 0 0,199 13 0 0 0,-149-14 0 0 0,-86-5-138 0 0,-8 0-695 0 0,-12 2-770 0 0,-115 33-6332 0 0,56-17-1512 0 0,-1 0 2245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18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9 216,'-4'-9'23010,"-4"27"-14706,-15 54-10161,12-39 4849,4-8-2975,0 0 0,2 0 0,0 1 0,2 0 0,0 35 0,8-36-1504,-5-25 1384,1 1 1,-1-1 0,0 0-1,0 0 1,1 0-1,-1 0 1,0 1 0,1-1-1,-1 0 1,0 0 0,1 0-1,-1 0 1,1 0-1,-1 0 1,0 0 0,1 0-1,-1 0 1,0 0-1,1 0 1,-1 0 0,0 0-1,1 0 1,-1-1-1,0 1 1,1 0 0,-1 0-1,0 0 1,1 0-1,-1-1 1,0 1 0,0 0-1,1 0 1,-1 0-1,1-1 1,19-28-8090,-14 10 812,-5-5 564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19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1508,'0'0'17809,"6"-1"-16983,261-21 4017,147 22-2968,-377 0-1641,150 9-1255,-243-7-1376,-97 19 0,27-3-4392,85-12 1303,9-1 421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19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25 249 316 0 0,'0'0'2124'0'0,"10"2"1265"0"0,-8 1 1314 0 0,-3 30-1250 0 0,-3 0 0 0 0,-9 40 0 0 0,7-40-2125 0 0,0 1 1 0 0,0 43-1 0 0,6-16 276 0 0,4 0 1 0 0,2-1 0 0 0,16 75-1 0 0,-16-115-1353 0 0,-4-27-763 0 0,-5-29-42 0 0,-3-32-323 0 0,3-1-1 0 0,11-116 1 0 0,0 8 92 0 0,-10 102 590 0 0,0 38 400 0 0,2-1 0 0 0,8-69 0 0 0,-7 104-175 0 0,0-1 0 0 0,0 0 0 0 0,0 1 1 0 0,1-1-1 0 0,-1 1 0 0 0,1-1 0 0 0,0 1 0 0 0,0 0 1 0 0,0 0-1 0 0,1 0 0 0 0,-1 0 0 0 0,1 0 0 0 0,0 0 1 0 0,-1 0-1 0 0,1 1 0 0 0,0 0 0 0 0,1 0 0 0 0,-1-1 1 0 0,0 2-1 0 0,1-1 0 0 0,-1 0 0 0 0,1 1 0 0 0,-1-1 1 0 0,1 1-1 0 0,0 0 0 0 0,-1 0 0 0 0,8 0 0 0 0,10-1 47 0 0,0 0 0 0 0,0 2 0 0 0,41 3 0 0 0,-40-1 17 0 0,322 45-230 0 0,-343-47-22 0 0,0-1 0 0 0,0 2 1 0 0,1-1-1 0 0,-1 0 1 0 0,0 0-1 0 0,0 0 1 0 0,0 0-1 0 0,0 1 1 0 0,0-1-1 0 0,0 0 0 0 0,0 1 1 0 0,0-1-1 0 0,0 1 1 0 0,0-1-1 0 0,0 1 1 0 0,0 0-1 0 0,0-1 0 0 0,0 1 1 0 0,0 0-1 0 0,-1 0 1 0 0,1-1-1 0 0,0 1 1 0 0,-1 0-1 0 0,1 0 0 0 0,0 0 1 0 0,-1 0-1 0 0,2 2 1 0 0,-3-1 32 0 0,1-1 1 0 0,0 1-1 0 0,-1-1 1 0 0,1 1-1 0 0,-1-1 1 0 0,0 1-1 0 0,0-1 1 0 0,1 0-1 0 0,-1 1 1 0 0,0-1-1 0 0,0 0 1 0 0,0 1-1 0 0,0-1 1 0 0,0 0-1 0 0,-1 0 1 0 0,-1 2 0 0 0,-11 7-1356 0 0,1 0 1 0 0,-28 13 0 0 0,-26 11-7258 0 0,31-14 3735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19.9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24 664 0 0,'-16'9'11090'0'0,"12"-5"-4144"0"0,23-1-1446 0 0,54-12-5499 0 0,-64 8 1866 0 0,251-26 4086 0 0,-201 25-5785 0 0,1 2 1 0 0,78 11-1 0 0,-122-9-1824 0 0,35 7 255 0 0,-36-2-4145 0 0,0 2-5882 0 0,-9-5 4406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20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678 24 904 0 0,'0'0'1890'0'0,"-3"-2"-46"0"0,-14-9 1497 0 0,-19 0 4862 0 0,18 12-7747 0 0,-34 5 2360 0 0,-53 6 1589 0 0,81-10-3431 0 0,-1-1 1 0 0,1-2-1 0 0,0 0 1 0 0,-38-8-1 0 0,8 1 2001 0 0,51 8-2483 0 0,-15 3 66 0 0,10 7-557 0 0,0 1 0 0 0,1 0 1 0 0,0 0-1 0 0,1 1 0 0 0,1 0 1 0 0,-1 0-1 0 0,2 0 0 0 0,0 1 0 0 0,-4 16 1 0 0,-9 25-4 0 0,-13 31 2 0 0,3 1 0 0 0,5 1 0 0 0,3 1 0 0 0,-13 146 0 0 0,30-181 0 0 0,1 0 0 0 0,3 0 0 0 0,9 56 0 0 0,-10-101 0 0 0,5 18 0 0 0,-4-22 0 0 0,-4-29 0 0 0,-3 4 0 0 0,4 4 0 0 0,0 4 0 0 0,-2 1 0 0 0,4 1 0 0 0,14 10 0 0 0,30 14 0 0 0,0 2 0 0 0,64 30 0 0 0,-26-9 0 0 0,-34-20-674 0 0,-35-12 87 0 0,0 0-1 0 0,0 1 0 0 0,-1 1 1 0 0,23 12-1 0 0,-25-28-15176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0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269 160 784,'0'-39'6423,"-8"-47"5790,8 84-11109,-11-30 7959,10 31-8595,0 7-306,-1 0 0,0-1 0,0 1 0,0-1 0,-1 0 0,1 0 1,-2 0-1,1 0 0,-7 8 0,-8 15 288,4-2-396,-95 206 351,93-193-369,2 0 1,2 1-1,1 1 1,-5 42-1,13-63-25,-2 39-83,5-56-385,4-7-3867,13-19 1184,-11 14-1638,0-2-4255,0 2 2863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1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1252,'-1'2'21408,"0"1"-19773,-4 7-4745,2-5 4890,-60 82-164,60-74-2312,4-13 482,-1 1-1,0-1 1,0 1 0,1-1 0,-1 0 0,0 1 0,0-1 0,1 1 0,-1-1-1,1 0 1,-1 1 0,0-1 0,1 0 0,-1 1 0,1-1 0,-1 0 0,1 0-1,-1 1 1,0-1 0,1 0 0,-1 0 0,1 0 0,-1 0 0,1 0 0,1 0-1,25-2-8838,-2-3 3841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1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212 193 1204,'-5'-3'684,"0"0"1,1 1-1,-1-1 1,0 1-1,0 0 0,-1 0 1,1 0-1,0 1 0,0 0 1,-1 0-1,1 0 1,-1 1-1,1 0 0,-1 0 1,1 0-1,-1 1 0,1 0 1,-1 0-1,1 0 0,0 0 1,-10 5-1,8-2-225,1 0 1,0 0-1,0 1 0,0 0 0,0 0 0,1 1 1,-1-1-1,1 1 0,1 0 0,-7 11 0,8-14-297,1 1 0,0-1-1,0 1 1,1-1-1,-1 1 1,1 0-1,-1 0 1,1 0-1,1 0 1,-1 0-1,0 0 1,1 0 0,0 0-1,0 0 1,0 0-1,0 0 1,1 0-1,-1 0 1,1 0-1,0-1 1,0 1-1,3 5 1,-2-7-101,1 1 1,0 0-1,0-1 1,0 1-1,0-1 1,0 0-1,0 0 1,1 0-1,-1-1 1,1 1-1,-1-1 1,1 1-1,0-1 1,-1-1-1,8 2 1,60 4 394,-35-6-336,1-2-1,59-11 0,-77 9-142,0-1-1,0-1 0,-1-1 1,1 0-1,-1-1 0,28-18 1,-42 24 43,1-1 1,-1 0-1,0-1 1,0 1-1,0-1 0,0 0 1,0 0-1,-1 0 1,0 0-1,0 0 1,0-1-1,0 0 1,-1 1-1,0-1 1,0 0-1,0 0 0,0 0 1,-1-1-1,0 1 1,0 0-1,0-11 1,-2 10 85,1 0 1,-2 0-1,1 0 1,-1 0-1,0 0 1,0 0-1,-1 0 0,1 0 1,-1 1-1,-1-1 1,1 1-1,-1 0 1,0 0-1,0 0 1,0 1-1,-1-1 1,1 1-1,-10-6 1,-3-2 70,-1 2 1,0 0 0,0 1 0,-1 1 0,0 0-1,0 1 1,-1 2 0,1 0 0,-2 1-1,1 1 1,0 0 0,0 2 0,-28 1 0,47 0-264,-1 0 0,1 0 1,-1 0-1,0 0 1,1 0-1,-1 1 1,1-1-1,-1 0 0,1 1 1,-1-1-1,1 1 1,0 0-1,-1-1 1,1 1-1,0 0 1,-1 0-1,1 0 0,0 0 1,0 0-1,0 0 1,0 0-1,-1 1 1,1 0-46,1-1 1,0 0 0,0 0-1,0 0 1,0 1 0,0-1 0,1 0-1,-1 0 1,0 0 0,1 0 0,-1 1-1,0-1 1,1 0 0,-1 0-1,1 0 1,0 0 0,-1 0 0,1 0-1,0 0 1,0 0 0,1 1 0,4 4-1093,0 0 1,1 0-1,0 0 1,1-1 0,-1 0-1,14 6 1,15 6-5675,1-1 523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1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22 1676,'0'0'1885,"-3"-21"17357,-2 28-18828,-80 116 4302,69-97-4397,1 1-1,-22 54 1,36-80-435,0 1-1,1-1 0,-1 0 0,0 0 0,1 0 1,-1 1-1,1-1 0,0 0 0,-1 1 0,1-1 1,0 0-1,0 1 0,0-1 0,0 0 0,0 1 1,0-1-1,0 0 0,0 1 0,1-1 0,-1 0 1,0 1-1,1-1 0,-1 0 0,1 0 0,-1 1 1,1-1-1,0 0 0,0 0 0,-1 0 0,1 0 1,0 0-1,0 0 0,0 0 0,0 0 0,0 0 1,0 0-1,0-1 0,1 1 0,-1 0 1,0-1-1,0 1 0,0-1 0,1 1 0,-1-1 1,0 0-1,1 1 0,2-1 0,4 0-1353,-1 0 0,1 0 1,0-1-1,0 0 0,0 0 0,-1-1 0,9-2 0,34-13-5010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2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0 1596 0 0,'-13'53'14418'0'0,"8"-35"-12069"0"0,-1 0-1 0 0,0 0 1 0 0,-14 25-1 0 0,11-24-842 0 0,0 1 1 0 0,-9 32-1 0 0,4-7-574 0 0,9-31-659 0 0,1-1-1 0 0,0 1 1 0 0,1 0-1 0 0,1 1 1 0 0,0-1-1 0 0,0 18 1 0 0,2-31-327 0 0,-1 0-1 0 0,1 0 1 0 0,0 0-1 0 0,0 0 1 0 0,0 0-1 0 0,0 0 1 0 0,1 0-1 0 0,-1 1 1 0 0,0-1-1 0 0,0 0 1 0 0,1 0-1 0 0,-1 0 1 0 0,1 0-1 0 0,-1 0 1 0 0,1 0-1 0 0,-1 0 1 0 0,1 0-1 0 0,-1 0 1 0 0,1-1-1 0 0,0 1 1 0 0,0 1-1 0 0,11-2-2204 0 0,-10 0 1669 0 0,1 0-1612 0 0,2-3-593 0 0,0 1 1793 0 0,13-9-2841 0 0,-5 0-3078 0 0,-5 0 197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3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0 708,'0'0'21791,"-26"13"-17224,-3 23 434,28-34-4566,0-1-207,-2 5-354,11-17-766,-7 10 403,0 0 0,0 0 0,0-1 0,0 1-1,1 0 1,-1 0 0,0 0 0,1 1 0,-1-1-1,0 0 1,1 1 0,-1-1 0,1 0 0,0 1 0,-1 0-1,3-1 1,-1 1-1790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3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22 796 0 0,'0'0'8670'0'0,"-5"-13"-3823"0"0,5 12-4610 0 0,0 1 0 0 0,-1 0 1 0 0,1-1-1 0 0,0 1 0 0 0,0 0 1 0 0,0-1-1 0 0,0 1 0 0 0,0-1 1 0 0,0 1-1 0 0,0 0 0 0 0,-1-1 1 0 0,1 1-1 0 0,0 0 1 0 0,0 0-1 0 0,-1-1 0 0 0,1 1 1 0 0,0 0-1 0 0,0-1 0 0 0,-1 1 1 0 0,1 0-1 0 0,0 0 0 0 0,-1 0 1 0 0,1-1-1 0 0,0 1 0 0 0,-1 0 1 0 0,1 0-1 0 0,0 0 1 0 0,-1 0-1 0 0,1-1 0 0 0,0 1 1 0 0,-1 0-1 0 0,1 0 0 0 0,-1 0 1 0 0,1 0-1 0 0,0 0 0 0 0,-1 0 1 0 0,1 0-1 0 0,0 0 0 0 0,-1 0 1 0 0,0 1-1 0 0,-12 14 393 0 0,0 0-1 0 0,1 1 1 0 0,1 1-1 0 0,0 0 1 0 0,2 0-1 0 0,-1 1 1 0 0,2 1 0 0 0,1-1-1 0 0,0 1 1 0 0,1 1-1 0 0,1-1 1 0 0,-2 23-1 0 0,6-38-616 0 0,0 0-1 0 0,0 0 1 0 0,1 0 0 0 0,0 0-1 0 0,0 0 1 0 0,0 0-1 0 0,0 0 1 0 0,0-1-1 0 0,1 1 1 0 0,0 0-1 0 0,0 0 1 0 0,0 0-1 0 0,0 0 1 0 0,1 0 0 0 0,-1-1-1 0 0,1 1 1 0 0,0-1-1 0 0,0 1 1 0 0,0-1-1 0 0,0 0 1 0 0,1 0-1 0 0,0 0 1 0 0,-1 0 0 0 0,1 0-1 0 0,5 3 1 0 0,0-1 6 0 0,0-1 0 0 0,1 0 1 0 0,-1 0-1 0 0,1-1 0 0 0,0-1 0 0 0,0 1 1 0 0,0-1-1 0 0,0-1 0 0 0,1 0 1 0 0,10 1-1 0 0,21-2-544 0 0,1-1 0 0 0,0-2 0 0 0,-1-2 1 0 0,43-11-1 0 0,-72 11-3216 0 0,-19 0-5070 0 0,-9 2 408 0 0,12 2 9153 0 0,-3 0-6340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5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435 161 132 0 0,'10'-12'3328'0'0,"-7"1"4400"0"0,-4 8-7333 0 0,0 1 0 0 0,0-1 0 0 0,-1 0 0 0 0,1 1 0 0 0,-1-1 0 0 0,1 1 0 0 0,-1-1 0 0 0,0 1-1 0 0,0 0 1 0 0,-1 0 0 0 0,1-1 0 0 0,0 2 0 0 0,-1-1 0 0 0,1 0 0 0 0,-1 0 0 0 0,1 1 0 0 0,-1-1 0 0 0,-5-1 0 0 0,1 1-13 0 0,1 1 0 0 0,-1-1 1 0 0,0 1-1 0 0,0 0 1 0 0,0 1-1 0 0,0 0 0 0 0,1 0 1 0 0,-9 1-1 0 0,-11 3 393 0 0,1 1 0 0 0,0 2 1 0 0,-41 15-1 0 0,50-15-425 0 0,0 0 0 0 0,0 1-1 0 0,1 0 1 0 0,0 1 0 0 0,1 1 0 0 0,0 0 0 0 0,0 1 0 0 0,1 1 0 0 0,-12 13 0 0 0,22-21-277 0 0,-1 0-1 0 0,1 0 1 0 0,0 0-1 0 0,0 1 1 0 0,0-1-1 0 0,0 1 1 0 0,1 0 0 0 0,0 0-1 0 0,0 0 1 0 0,0 0-1 0 0,1 0 1 0 0,-1 0-1 0 0,1 0 1 0 0,1 0 0 0 0,-1 1-1 0 0,1-1 1 0 0,0 0-1 0 0,0 1 1 0 0,0-1-1 0 0,1 0 1 0 0,-1 1-1 0 0,2-1 1 0 0,-1 0 0 0 0,0 0-1 0 0,1 0 1 0 0,0 0-1 0 0,0 0 1 0 0,0 0-1 0 0,1-1 1 0 0,0 1 0 0 0,0-1-1 0 0,0 1 1 0 0,4 3-1 0 0,5 5-16 0 0,0-2-1 0 0,1 1 0 0 0,0-2 1 0 0,1 0-1 0 0,0 0 1 0 0,1-2-1 0 0,0 0 1 0 0,0 0-1 0 0,28 9 0 0 0,3-2-161 0 0,1-2 0 0 0,55 9 0 0 0,-48-14-298 0 0,0-1 0 0 0,0-3 1 0 0,80-4-1 0 0,-105-2 64 0 0,0-2 1 0 0,0 0-1 0 0,0-2 1 0 0,-1-1-1 0 0,1-2 1 0 0,-2 0-1 0 0,0-2 1 0 0,31-17-1 0 0,-51 24 282 0 0,-1 0 0 0 0,1 0 0 0 0,-1-1-1 0 0,0 0 1 0 0,-1 0 0 0 0,1 0 0 0 0,-1-1 0 0 0,0 0-1 0 0,0 0 1 0 0,-1 0 0 0 0,0-1 0 0 0,0 1 0 0 0,0-1 0 0 0,-1 0-1 0 0,0 0 1 0 0,0-1 0 0 0,-1 1 0 0 0,0 0 0 0 0,0-1-1 0 0,-1 1 1 0 0,1-12 0 0 0,-1 8 85 0 0,-2 1 0 0 0,1 0 0 0 0,-1 0 1 0 0,-1 0-1 0 0,0 0 0 0 0,0 0 0 0 0,-1 1 0 0 0,0-1 0 0 0,-1 1 0 0 0,0 0 1 0 0,0-1-1 0 0,-1 2 0 0 0,-1-1 0 0 0,1 1 0 0 0,-1-1 0 0 0,-9-8 0 0 0,-4-2 102 0 0,-2 1-1 0 0,0 1 1 0 0,-1 1-1 0 0,-1 1 1 0 0,0 1-1 0 0,-1 1 1 0 0,-1 1-1 0 0,0 1 1 0 0,0 1-1 0 0,-1 1 1 0 0,0 1-1 0 0,-1 2 0 0 0,1 0 1 0 0,-1 2-1 0 0,-1 1 1 0 0,1 1-1 0 0,0 2 1 0 0,-31 3-1 0 0,53-3-258 0 0,1 0-1 0 0,0 1 1 0 0,0-1-1 0 0,0 1 1 0 0,0 0 0 0 0,0 0-1 0 0,0 1 1 0 0,0-1-1 0 0,1 1 1 0 0,-1 0-1 0 0,0 0 1 0 0,1 0 0 0 0,-1 1-1 0 0,1-1 1 0 0,0 1-1 0 0,0 0 1 0 0,0 0-1 0 0,0 0 1 0 0,0 0-1 0 0,1 0 1 0 0,-3 5-1 0 0,3-5-283 0 0,1-1-1 0 0,1 1 0 0 0,-1 0 0 0 0,0 0 0 0 0,1 0 0 0 0,-1-1 0 0 0,1 1 1 0 0,0 0-1 0 0,0 0 0 0 0,0 0 0 0 0,0 0 0 0 0,1 4 0 0 0,1-1-746 0 0,-1-1 0 0 0,1 0 0 0 0,0 0 0 0 0,0-1 0 0 0,1 1 0 0 0,-1 0 0 0 0,1-1 0 0 0,3 6 0 0 0,13 11-4282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6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29 200,'0'0'1337,"5"-2"-639,8-5-437,30-13 15597,-49 28-11771,-34 42-1876,-46 77 1302,76-108-3604,0 0 0,1 1 0,0 0 0,2 0 0,-5 23 0,11-41-179,0 0 1,1 1-1,0-1 0,0 1 0,0-1 0,0 1 1,0-1-1,0 0 0,1 1 0,-1-1 0,1 1 1,-1-1-1,2 4 0,7 2-4063,4-5-3676,5-4 1541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6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31 1260 0 0,'5'-20'6315'0'0,"-7"9"7817"0"0,-9 30-13244 0 0,1 1 0 0 0,1 0 0 0 0,0 0 0 0 0,2 1 0 0 0,0 0 0 0 0,1 0 0 0 0,-4 33 0 0 0,-4 7 127 0 0,11-44-1101 0 0,1 1-1 0 0,1-1 1 0 0,0 1-1 0 0,2 19 1 0 0,0-4-3298 0 0,0-20 2104 0 0,0-12 477 0 0,-1 1 0 0 0,1-1-1 0 0,-1 0 1 0 0,1 0 0 0 0,0 0 0 0 0,-1 0 0 0 0,1 1 0 0 0,0-1 0 0 0,0 0 0 0 0,0 0 0 0 0,-1-1 0 0 0,1 1-1 0 0,0 0 1 0 0,0 0 0 0 0,1 0 0 0 0,1 1 0 0 0,9 2-5426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6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11 1024 0 0,'0'0'8814'0'0,"-6"-1"-6932"0"0,-1-2-1222 0 0,-4 0 38 0 0,-2 0 4948 0 0,9 7-5032 0 0,0 1 0 0 0,0 0 0 0 0,0 1 0 0 0,0-1 0 0 0,1 0-1 0 0,0 1 1 0 0,0 0 0 0 0,-3 9 0 0 0,4-9-758 0 0,-3 19-2875 0 0,6-25 2770 0 0,-1 1-1 0 0,0-1 1 0 0,0 1 0 0 0,0-1 0 0 0,1 1 0 0 0,-1-1 0 0 0,0 1 0 0 0,0-1 0 0 0,1 1 0 0 0,-1-1 0 0 0,0 0 0 0 0,1 1 0 0 0,-1-1-1 0 0,1 0 1 0 0,-1 1 0 0 0,1-1 0 0 0,-1 0 0 0 0,0 1 0 0 0,1-1 0 0 0,-1 0 0 0 0,1 0 0 0 0,-1 1 0 0 0,1-1 0 0 0,-1 0 0 0 0,1 0 0 0 0,-1 0-1 0 0,1 0 1 0 0,0 0 0 0 0,-1 0 0 0 0,1 0 0 0 0,-1 0 0 0 0,1 0 0 0 0,-1 0 0 0 0,1 0 0 0 0,-1 0 0 0 0,1 0 0 0 0,-1 0 0 0 0,1 0-1 0 0,-1-1 1 0 0,1 1 0 0 0,-1 0 0 0 0,1 0 0 0 0,-1-1 0 0 0,1 1 0 0 0,-1 0 0 0 0,1-1 0 0 0,16-5-5026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7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0 424 0 0,'-8'1'1384'0'0,"0"1"0"0"0,0 0 0 0 0,0 0 0 0 0,0 0 0 0 0,0 1 1 0 0,1 1-1 0 0,-1-1 0 0 0,1 1 0 0 0,0 0 0 0 0,0 1 0 0 0,1 0 0 0 0,-10 7 0 0 0,6-2 25 0 0,0 0 0 0 0,1 1 0 0 0,0 0 0 0 0,1 0 0 0 0,0 1 0 0 0,-9 18 0 0 0,17-28-1343 0 0,0-1 0 0 0,0 0 0 0 0,0 0 0 0 0,0 0 0 0 0,0 1 0 0 0,0-1 1 0 0,0 0-1 0 0,1 0 0 0 0,-1 0 0 0 0,1 0 0 0 0,-1 1 0 0 0,1-1 0 0 0,-1 0 0 0 0,1 0 0 0 0,0 0 0 0 0,-1 0 0 0 0,1 0 1 0 0,0 0-1 0 0,0-1 0 0 0,1 3 0 0 0,19 16 645 0 0,-11-13-572 0 0,1 0-1 0 0,0-1 0 0 0,1-1 0 0 0,-1 1 1 0 0,1-2-1 0 0,0 0 0 0 0,18 2 0 0 0,-3 1 48 0 0,17 4-686 0 0,0-2 0 0 0,1-3 0 0 0,0-1 0 0 0,47-2 0 0 0,-50-6-5838 0 0,-39 4 2091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7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227 5 228 0 0,'-2'-1'616'0'0,"0"0"0"0"0,0 0 0 0 0,0 1-1 0 0,0-1 1 0 0,0 1 0 0 0,-1 0 0 0 0,1-1 0 0 0,0 1 0 0 0,0 0 0 0 0,0 0-1 0 0,0 0 1 0 0,0 1 0 0 0,-1-1 0 0 0,1 0 0 0 0,-3 2 0 0 0,2-1-116 0 0,0 1 0 0 0,0-1 1 0 0,0 1-1 0 0,0 0 1 0 0,1 0-1 0 0,-1 0 1 0 0,0 0-1 0 0,1 0 0 0 0,-3 4 1 0 0,-4 6 333 0 0,0 0 1 0 0,1 1-1 0 0,-11 24 0 0 0,6-12 406 0 0,-5 13-529 0 0,2 1-1 0 0,1 0 1 0 0,2 1 0 0 0,2 1-1 0 0,1 0 1 0 0,-6 62 0 0 0,15-91-977 0 0,0 1 1 0 0,1 0 0 0 0,0-1-1 0 0,3 18 1 0 0,-3-26-171 0 0,1 0 0 0 0,0 0 1 0 0,0-1-1 0 0,1 1 0 0 0,-1 0 1 0 0,1 0-1 0 0,3 6 0 0 0,-4-9-102 0 0,1 1 0 0 0,-1-1 0 0 0,0 0 0 0 0,0 1 0 0 0,0-1-1 0 0,1 0 1 0 0,-1 0 0 0 0,1 0 0 0 0,-1 0 0 0 0,1 0 0 0 0,-1 0 0 0 0,1 0 0 0 0,0-1-1 0 0,-1 1 1 0 0,1-1 0 0 0,0 1 0 0 0,-1-1 0 0 0,3 1 0 0 0,15-1-4859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7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7 1628,'0'0'11721,"1"-1"-11561,-1 1 0,1-1 0,-1 1 0,1-1 0,-1 1 0,1 0 0,-1-1 0,1 1 0,-1 0 0,1-1 0,0 1 0,-1 0 0,1 0 0,0-1 0,-1 1 0,1 0 0,0 0 0,-1 0 0,1 0 0,0 0 0,-1 0 0,1 0 0,0 0 1,-1 0-1,1 0 0,1 1 0,172 84 5835,-172-84-5923,1 0-1,-1 0 0,1 1 0,-1-1 0,0 1 0,0 0 0,0-1 0,0 1 0,0 0 0,0 0 0,0 0 0,-1 1 0,1-1 0,-1 0 0,1 1 0,-1-1 0,0 1 0,0-1 0,0 1 0,0 0 0,0 5 0,-1-5 151,0 1 0,-1 0 1,1 0-1,-1 0 0,0 0 1,0-1-1,-1 1 1,1 0-1,-1-1 0,1 1 1,-1-1-1,0 0 0,-4 6 1,-8 6 662,1 0 0,-2-1 1,0-1-1,-25 18 0,29-23-885,-59 49 0,66-53 0,-1 1 0,1 0 0,0 0 0,0 0 0,0 0 0,1 1 0,0 0 0,0 0 0,0-1 0,1 1 0,-2 8 0,3-11 0,1-1 0,0 0 0,0 0 0,0 0 0,0 1 0,1-1 0,-1 0 0,0 0 0,1 0 0,-1 0 0,1 0 0,0 0 0,0 0 0,0 0 0,0 0 0,0 0 0,0 0 0,1 0 0,-1-1 0,1 1 0,-1 0 0,1-1 0,-1 1 0,1-1 0,0 0 0,0 0 0,0 0 0,-1 1 0,1-2 0,0 1 0,4 1 0,6 3 0,0-1 0,0 0 0,26 3 0,-25-5 0,76 12 0,0-5 0,1-3 0,150-11 0,-229 3 16,-7 1-25,-1 0 0,1 1 0,0-1 0,0 1 0,0 0 0,0 0 0,0 0 0,0 1 0,0-1 0,4 2 0,-10-1-160,-1-1-1,0 1 1,0 0-1,0-1 0,0 1 1,1 0-1,-1 1 0,0-1 1,-3 2-1,-8 4-498,-65 22-4671,2 0-6839,40-13 4980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18:11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11 322 564 0 0,'0'0'5806'0'0,"-2"-4"-4822"0"0,-5-15 7828 0 0,6 7-7892 0 0,8 11 7769 0 0,-1 3-8668 0 0,1 0 0 0 0,0-1 0 0 0,0 0 0 0 0,0-1 0 0 0,0 1 0 0 0,0-1 0 0 0,0-1 0 0 0,0 1 0 0 0,0-1 0 0 0,0 0 0 0 0,0-1 0 0 0,-1 0 0 0 0,1 0 0 0 0,11-5 0 0 0,83-35 635 0 0,-100 41-607 0 0,0 1 1 0 0,0-1-1 0 0,0 1 0 0 0,0-1 1 0 0,0 1-1 0 0,0-1 1 0 0,0 1-1 0 0,-1-1 0 0 0,1 0 1 0 0,0 0-1 0 0,0 1 1 0 0,-1-1-1 0 0,1 0 0 0 0,0 0 1 0 0,-1 0-1 0 0,1 0 1 0 0,-1 0-1 0 0,1 0 0 0 0,-1 0 1 0 0,1 0-1 0 0,-1 0 1 0 0,0 0-1 0 0,0 0 0 0 0,1 0 1 0 0,-1 0-1 0 0,0 0 1 0 0,0 0-1 0 0,0 0 0 0 0,0 0 1 0 0,0 0-1 0 0,0 0 1 0 0,-1 0-1 0 0,1 0 0 0 0,0 0 1 0 0,0 0-1 0 0,-1 0 1 0 0,1 0-1 0 0,-1 0 0 0 0,1 0 1 0 0,-1 0-1 0 0,1 0 1 0 0,-1 0-1 0 0,1 0 0 0 0,-1 0 1 0 0,0 1-1 0 0,0-1 1 0 0,1 0-1 0 0,-1 1 0 0 0,0-1 1 0 0,0 0-1 0 0,0 1 1 0 0,-1-2-1 0 0,-6-1 82 0 0,1 1 0 0 0,-1 0 0 0 0,0 0 0 0 0,1 0-1 0 0,-1 1 1 0 0,0 0 0 0 0,0 1 0 0 0,0-1 0 0 0,0 2 0 0 0,0-1 0 0 0,0 1 0 0 0,0 0 0 0 0,1 1-1 0 0,-1 0 1 0 0,0 0 0 0 0,1 0 0 0 0,0 1 0 0 0,-1 0 0 0 0,1 1 0 0 0,0 0 0 0 0,0 0-1 0 0,1 0 1 0 0,-1 1 0 0 0,1 0 0 0 0,-9 10 0 0 0,8-2-131 0 0,11-1 0 0 0,-3-9-22 0 0,2-1-1 0 0,-1 0 1 0 0,0 0 0 0 0,0 0 0 0 0,1 0-1 0 0,-1 0 1 0 0,1-1 0 0 0,0 1-1 0 0,-1-1 1 0 0,1 0 0 0 0,0 0 0 0 0,0 1-1 0 0,0-2 1 0 0,0 1 0 0 0,0 0 0 0 0,0-1-1 0 0,0 1 1 0 0,0-1 0 0 0,6 0-1 0 0,66-6-643 0 0,-61 4 584 0 0,-3 0-40 0 0,-1 1 4 0 0,-1 0 0 0 0,1-1 0 0 0,-1 0 0 0 0,0-1-1 0 0,0 0 1 0 0,0 0 0 0 0,16-9 0 0 0,-24 12 129 0 0,0 0 0 0 0,0-1 0 0 0,0 1 0 0 0,0-1 0 0 0,0 1 0 0 0,0-1 0 0 0,-1 1 0 0 0,1-1 0 0 0,0 1 0 0 0,0-1 0 0 0,0 0 0 0 0,-1 0 0 0 0,1 1 0 0 0,0-1 0 0 0,-1 0 0 0 0,1 0 0 0 0,-1 0 0 0 0,1 0 0 0 0,-1 1 0 0 0,1-1 0 0 0,-1 0 0 0 0,1 0 0 0 0,-1 0 0 0 0,0 0 0 0 0,0 0 0 0 0,1 0 0 0 0,-1 0 0 0 0,0-2 0 0 0,-1 2 22 0 0,1-1 1 0 0,-1 1-1 0 0,0-1 1 0 0,0 1 0 0 0,0 0-1 0 0,0-1 1 0 0,0 1-1 0 0,0 0 1 0 0,0 0 0 0 0,0 0-1 0 0,0-1 1 0 0,0 1-1 0 0,-1 0 1 0 0,1 1-1 0 0,-3-2 1 0 0,-3-2 98 0 0,0 0 0 0 0,0 0 0 0 0,-1 1 0 0 0,0 1 0 0 0,-8-3 0 0 0,14 5-33 0 0,-13 1-348 0 0,14-1 220 0 0,1 0 0 0 0,0 0 0 0 0,-1 0 0 0 0,1 0 1 0 0,0 1-1 0 0,0-1 0 0 0,-1 0 0 0 0,1 0 0 0 0,0 0 0 0 0,-1 0 0 0 0,1 0 0 0 0,0 1 0 0 0,0-1 0 0 0,-1 0 0 0 0,1 0 0 0 0,0 0 0 0 0,0 1 0 0 0,-1-1 0 0 0,1 0 0 0 0,0 0 0 0 0,0 1 0 0 0,0-1 0 0 0,0 0 0 0 0,-1 1 0 0 0,1-1 1 0 0,0 0-1 0 0,0 0 0 0 0,0 1 0 0 0,0-1 0 0 0,0 0 0 0 0,0 1 0 0 0,0-1 0 0 0,0 0 0 0 0,0 1 0 0 0,0-1 0 0 0,0 0 0 0 0,0 1 0 0 0,0-1 0 0 0,0 0 0 0 0,0 1 0 0 0,0-1 0 0 0,0 0 0 0 0,0 0 0 0 0,1 1 0 0 0,-1-1 0 0 0,0 0 1 0 0,0 1-1 0 0,0-1 0 0 0,21 9-735 0 0,29-3-424 0 0,-49-6 964 0 0,35-2-899 0 0,-36 2 1141 0 0,0 0 1 0 0,0 0-1 0 0,1 0 1 0 0,-1 0 0 0 0,0 0-1 0 0,0 0 1 0 0,0 0 0 0 0,1 0-1 0 0,-1 0 1 0 0,0 0 0 0 0,0 0-1 0 0,1 0 1 0 0,-1 0 0 0 0,0 0-1 0 0,0 0 1 0 0,0-1 0 0 0,1 1-1 0 0,-1 0 1 0 0,0 0-1 0 0,0 0 1 0 0,0 0 0 0 0,1 0-1 0 0,-1-1 1 0 0,0 1 0 0 0,0 0-1 0 0,0 0 1 0 0,0 0 0 0 0,0 0-1 0 0,1-1 1 0 0,-1 1 0 0 0,0 0-1 0 0,0 0 1 0 0,0 0 0 0 0,0-1-1 0 0,0 1 1 0 0,0 0 0 0 0,0 0-1 0 0,0-1 1 0 0,0 1-1 0 0,0 0 1 0 0,0 0 0 0 0,0 0-1 0 0,0-1 1 0 0,0 1 0 0 0,0 0-1 0 0,0 0 1 0 0,0-1 0 0 0,0 1-1 0 0,0 0 1 0 0,-10-9 1266 0 0,6 7-1600 0 0,0-1 3824 0 0,8 2-3444 0 0,73-7-64 0 0,0 2 1 0 0,122 8-1 0 0,-133 0-1 0 0,564-6 0 0 0,-429-6 0 0 0,233 17 0 0 0,-338-4 0 0 0,53 5 0 0 0,-102-3 0 0 0,1-2 0 0 0,-1-2 0 0 0,1-3 0 0 0,64-9 0 0 0,-93 9 0 0 0,37-19 0 0 0,-40 15 0 0 0,6-1 0 0 0,1 1 0 0 0,1 1 0 0 0,-1 0 0 0 0,1 2 0 0 0,0 1 0 0 0,25 1 0 0 0,28-3 0 0 0,-67 2 0 0 0,53 5 0 0 0,-52-2 0 0 0,2-1 0 0 0,93 0 0 0 0,-93 1 0 0 0,-1 0 0 0 0,2 0 0 0 0,-11-1 0 0 0,-3-1 0 0 0,-17-13 0 0 0,2 9 0 0 0,9 5 0 0 0,1 0 0 0 0,-1 0 0 0 0,1 0 0 0 0,-1 1 0 0 0,0 0 0 0 0,1 0 0 0 0,-1 0 0 0 0,-9 5 0 0 0,11-5 0 0 0,-7 5 0 0 0,3 3 0 0 0,7-9 0 0 0,1 1 0 0 0,-1 0 0 0 0,1-1 0 0 0,-1 1 0 0 0,1 0 0 0 0,-1 0 0 0 0,1-1 0 0 0,0 1 0 0 0,-1 0 0 0 0,1 0 0 0 0,0 0 0 0 0,0 0 0 0 0,0-1 0 0 0,0 1 0 0 0,-1 0 0 0 0,1 0 0 0 0,0 0 0 0 0,1 0 0 0 0,-1 0 0 0 0,0-1 0 0 0,0 1 0 0 0,0 0 0 0 0,0 0 0 0 0,1 0 0 0 0,-1 0 0 0 0,0-1 0 0 0,1 1 0 0 0,-1 0 0 0 0,1 0 0 0 0,-1-1 0 0 0,1 1 0 0 0,-1 0 0 0 0,1-1 0 0 0,-1 1 0 0 0,1 0 0 0 0,0-1 0 0 0,-1 1 0 0 0,1-1 0 0 0,0 1 0 0 0,-1-1 0 0 0,1 1 0 0 0,0-1 0 0 0,0 0 0 0 0,0 1 0 0 0,-1-1 0 0 0,1 0 0 0 0,0 0 0 0 0,0 1 0 0 0,1-1 0 0 0,-1 0 0 0 0,25 10 0 0 0,0-2 0 0 0,0-1 0 0 0,0-1 0 0 0,1-1 0 0 0,0-2 0 0 0,0 0 0 0 0,0-2 0 0 0,0-1 0 0 0,0-1 0 0 0,0-1 0 0 0,49-11 0 0 0,-72 12 0 0 0,0 0 0 0 0,1 0 0 0 0,-1-1 0 0 0,0 0 0 0 0,0 0 0 0 0,-1 0 0 0 0,1 0 0 0 0,0 0 0 0 0,-1-1 0 0 0,1 1 0 0 0,-1-1 0 0 0,0 0 0 0 0,0 0 0 0 0,0 0 0 0 0,3-5 0 0 0,-5 7 0 0 0,0-1 0 0 0,-1 1 0 0 0,1-1 0 0 0,-1 0 0 0 0,0 1 0 0 0,1-1 0 0 0,-1 0 0 0 0,0 1 0 0 0,0-1 0 0 0,0 0 0 0 0,0 1 0 0 0,0-1 0 0 0,-1 0 0 0 0,1 1 0 0 0,0-1 0 0 0,-1 1 0 0 0,1-1 0 0 0,-1 0 0 0 0,1 1 0 0 0,-1-1 0 0 0,0 1 0 0 0,0 0 0 0 0,0-1 0 0 0,0 1 0 0 0,0 0 0 0 0,0-1 0 0 0,0 1 0 0 0,0 0 0 0 0,-3-2 0 0 0,-33-21 0 0 0,37 23 0 0 0,-13-4 0 0 0,1 0 0 0 0,-1 0 0 0 0,0 1 0 0 0,0 1 0 0 0,-1 0 0 0 0,-21-1 0 0 0,30 3 0 0 0,1 1 0 0 0,0-1 0 0 0,-1 1 0 0 0,1 0 0 0 0,-1 1 0 0 0,1-1 0 0 0,-1 1 0 0 0,1 0 0 0 0,0 0 0 0 0,0 0 0 0 0,-1 0 0 0 0,1 1 0 0 0,0 0 0 0 0,0 0 0 0 0,0 0 0 0 0,0 0 0 0 0,1 1 0 0 0,-1-1 0 0 0,1 1 0 0 0,-1 0 0 0 0,1 0 0 0 0,0 0 0 0 0,0 0 0 0 0,-3 5 0 0 0,1 4 0 0 0,4-10 0 0 0,1 0 0 0 0,-1 0 0 0 0,0 0 0 0 0,1 0 0 0 0,-1 0 0 0 0,1 0 0 0 0,0 0 0 0 0,0 0 0 0 0,0 1 0 0 0,0-1 0 0 0,0 0 0 0 0,0 0 0 0 0,1 0 0 0 0,-1 0 0 0 0,1 0 0 0 0,-1 0 0 0 0,1 0 0 0 0,0 0 0 0 0,0 0 0 0 0,0 0 0 0 0,0 0 0 0 0,0-1 0 0 0,0 1 0 0 0,0 0 0 0 0,3 2 0 0 0,1 3 0 0 0,-1-2 0 0 0,0 0 0 0 0,0-1 0 0 0,0 1 0 0 0,0-1 0 0 0,1 0 0 0 0,-1 0 0 0 0,1-1 0 0 0,0 1 0 0 0,0-1 0 0 0,0 0 0 0 0,1-1 0 0 0,-1 1 0 0 0,1-1 0 0 0,0 0 0 0 0,-1 0 0 0 0,1-1 0 0 0,0 0 0 0 0,0 0 0 0 0,0 0 0 0 0,0 0 0 0 0,0-1 0 0 0,0 0 0 0 0,0-1 0 0 0,0 1 0 0 0,0-1 0 0 0,8-2 0 0 0,-11 2 0 0 0,0-1 0 0 0,0 1 0 0 0,0 0 0 0 0,0-1 0 0 0,-1 0 0 0 0,1 0 0 0 0,0 0 0 0 0,-1 0 0 0 0,0 0 0 0 0,1 0 0 0 0,-1 0 0 0 0,0-1 0 0 0,0 1 0 0 0,0-1 0 0 0,0 0 0 0 0,-1 0 0 0 0,1 1 0 0 0,-1-1 0 0 0,0 0 0 0 0,0 0 0 0 0,0-1 0 0 0,0 1 0 0 0,0 0 0 0 0,0 0 0 0 0,-1 0 0 0 0,0 0 0 0 0,1-1 0 0 0,-1 1 0 0 0,-1 0 0 0 0,1 0 0 0 0,0-1 0 0 0,-2-2 0 0 0,-4-19 0 0 0,6 22 0 0 0,-1 0 0 0 0,1 0 0 0 0,-1 0 0 0 0,0 0 0 0 0,0 0 0 0 0,0 1 0 0 0,0-1 0 0 0,-1 0 0 0 0,1 1 0 0 0,-4-5 0 0 0,-3-2 0 0 0,-1 1 0 0 0,-1-1 0 0 0,0 2 0 0 0,-15-10 0 0 0,15 10 0 0 0,-10-1-3077 0 0,0 9-7714 0 0,4 2 4279 0 0,-8-2-455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18:12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90 892 0 0,'10'0'2170'0'0,"30"2"8593"0"0,-32-3-10150 0 0,16-9 8221 0 0,-16 6-5019 0 0,-10 0-3482 0 0,1 3-265 0 0,0-1 1 0 0,0 0 0 0 0,0 1-1 0 0,0-1 1 0 0,-1 1-1 0 0,1-1 1 0 0,0 1-1 0 0,-1 0 1 0 0,1-1-1 0 0,0 1 1 0 0,-1 0 0 0 0,0 0-1 0 0,1 0 1 0 0,-1 0-1 0 0,0 0 1 0 0,1 1-1 0 0,-1-1 1 0 0,0 0-1 0 0,0 1 1 0 0,0-1 0 0 0,0 1-1 0 0,-2 0 1 0 0,1 0 146 0 0,-2 1 9 0 0,-11 5 23 0 0,-1 1 0 0 0,1 0 0 0 0,0 1 0 0 0,-24 17 0 0 0,34-20-178 0 0,1-1 0 0 0,-1 1 1 0 0,1 0-1 0 0,0 0 0 0 0,0 0 1 0 0,1 1-1 0 0,-1 0 0 0 0,1 0 1 0 0,1 0-1 0 0,-1 0 0 0 0,1 1 0 0 0,0-1 1 0 0,1 1-1 0 0,-1 0 0 0 0,-1 8 1 0 0,4-13-56 0 0,-1 1 0 0 0,1 0 1 0 0,0-1-1 0 0,0 1 0 0 0,0 0 0 0 0,0 0 1 0 0,0 0-1 0 0,1-1 0 0 0,-1 1 1 0 0,1 0-1 0 0,0-1 0 0 0,0 1 1 0 0,0-1-1 0 0,0 1 0 0 0,0-1 1 0 0,0 1-1 0 0,1-1 0 0 0,-1 1 0 0 0,1-1 1 0 0,0 0-1 0 0,0 0 0 0 0,-1 0 1 0 0,1 0-1 0 0,0 0 0 0 0,1-1 1 0 0,-1 1-1 0 0,0 0 0 0 0,1-1 1 0 0,-1 0-1 0 0,0 1 0 0 0,1-1 0 0 0,0 0 1 0 0,-1 0-1 0 0,1-1 0 0 0,-1 1 1 0 0,5 0-1 0 0,9 2 0 0 0,-1 0-1 0 0,0-1 1 0 0,1-1 0 0 0,29-1 0 0 0,-16-1-98 0 0,-1-2-1 0 0,0 0 1 0 0,0-2 0 0 0,0-1 0 0 0,31-12 0 0 0,-44 13 16 0 0,-1-1 0 0 0,0-1 0 0 0,0 0 0 0 0,-1-1 1 0 0,0-1-1 0 0,0 0 0 0 0,-1-1 0 0 0,0 0 0 0 0,0 0 0 0 0,-1-2 0 0 0,9-11 0 0 0,-18 21 89 0 0,-1 0 0 0 0,1 0 0 0 0,-1 0-1 0 0,0-1 1 0 0,0 1 0 0 0,1 0 0 0 0,-1 0 0 0 0,-1-1 0 0 0,1 1-1 0 0,0 0 1 0 0,-1-1 0 0 0,1 1 0 0 0,-1-1 0 0 0,1 1 0 0 0,-1-1-1 0 0,0 1 1 0 0,0-1 0 0 0,-1 1 0 0 0,1-1 0 0 0,0 1 0 0 0,-1-1-1 0 0,1 1 1 0 0,-1-1 0 0 0,0 1 0 0 0,0 0 0 0 0,0-1 0 0 0,0 1-1 0 0,0 0 1 0 0,-1 0 0 0 0,1 0 0 0 0,0 0 0 0 0,-1 0-1 0 0,0 0 1 0 0,1 0 0 0 0,-1 0 0 0 0,0 1 0 0 0,0-1 0 0 0,0 1-1 0 0,0-1 1 0 0,-4-1 0 0 0,-4-3 86 0 0,-1 0 0 0 0,1 1 0 0 0,-1 0 0 0 0,0 0-1 0 0,0 1 1 0 0,-1 1 0 0 0,-16-4 0 0 0,9 4-107 0 0,18 2 0 0 0,0 1 0 0 0,0 0 0 0 0,1 0 0 0 0,-1 0 0 0 0,0-1 0 0 0,0 1 0 0 0,0 0 0 0 0,0 0 0 0 0,0 0 0 0 0,0 0 0 0 0,0 1 0 0 0,0-1 0 0 0,0 0 0 0 0,0 0 0 0 0,0 1 0 0 0,1-1 0 0 0,-1 0 0 0 0,0 1 0 0 0,0-1 0 0 0,0 1 0 0 0,0-1 0 0 0,0 2 0 0 0,-7 2 0 0 0,1 2 0 0 0,7-6-26 0 0,0 1-1 0 0,-1 0 1 0 0,1-1 0 0 0,0 1-1 0 0,-1-1 1 0 0,1 1-1 0 0,0 0 1 0 0,0-1 0 0 0,0 1-1 0 0,0 0 1 0 0,0-1 0 0 0,0 1-1 0 0,0 0 1 0 0,0-1-1 0 0,0 1 1 0 0,0 0 0 0 0,0 0-1 0 0,0-1 1 0 0,0 1 0 0 0,0-1-1 0 0,1 1 1 0 0,-1 0-1 0 0,0-1 1 0 0,0 1 0 0 0,1 0-1 0 0,-1-1 1 0 0,0 1 0 0 0,1-1-1 0 0,-1 1 1 0 0,1-1 0 0 0,-1 1-1 0 0,1-1 1 0 0,-1 1-1 0 0,1-1 1 0 0,-1 1 0 0 0,1-1-1 0 0,-1 0 1 0 0,1 1 0 0 0,0-1-1 0 0,-1 0 1 0 0,1 0-1 0 0,1 1 1 0 0,18 7-1597 0 0,22 1-4416 0 0,-24-9-5115 0 0,-15 0 8932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18:12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1 628 0 0,'0'0'1907'0'0,"0"31"13491"0"0,1-21-13613 0 0,0 0-573 0 0,1-1 1 0 0,-2 0-1 0 0,1 0 1 0 0,-2 17-1 0 0,1-7-406 0 0,0-16-761 0 0,-2 6-436 0 0,6-10-5628 0 0,13-13 2642 0 0,-6-3-3110 0 0,-3 2 666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18:12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1348 0 0,'0'0'4845'0'0,"7"-5"-2430"0"0,-1 5 2054 0 0,64 24 3202 0 0,22 7-2528 0 0,-84-27-4784 0 0,-3-2-12 0 0,1 1 0 0 0,-1-1 0 0 0,1 0 0 0 0,0 0 0 0 0,-1-1 0 0 0,1 1 0 0 0,9-1 0 0 0,-16 2-188 0 0,-1-1-1 0 0,1 0 1 0 0,0 0-1 0 0,-1 0 1 0 0,1 0 0 0 0,-1 0-1 0 0,1 0 1 0 0,-1 0 0 0 0,0 0-1 0 0,-3 1 1 0 0,3 0-68 0 0,-107 75 1814 0 0,101-72-1905 0 0,8-6 0 0 0,-1 0 0 0 0,0 0 0 0 0,1 1 0 0 0,-1-1 0 0 0,1 0 0 0 0,-1 1 0 0 0,1-1 0 0 0,-1 1 0 0 0,1-1 0 0 0,-1 1 0 0 0,1-1 0 0 0,0 1 0 0 0,-1-1 0 0 0,1 1 0 0 0,0-1 0 0 0,-1 1 0 0 0,1-1 0 0 0,0 1 0 0 0,-1 0 0 0 0,1-1 0 0 0,0 1 0 0 0,0-1 0 0 0,0 1 0 0 0,0 0 0 0 0,0-1 0 0 0,0 1 0 0 0,0 1 0 0 0,-1 6 0 0 0,0-7 0 0 0,1 0 0 0 0,0 1 0 0 0,0-1 0 0 0,0 1 0 0 0,0-1 0 0 0,0 0 0 0 0,1 1 0 0 0,-1-1 0 0 0,0 0 0 0 0,1 1 0 0 0,-1-1 0 0 0,0 0 0 0 0,1 1 0 0 0,0-1 0 0 0,-1 0 0 0 0,1 0 0 0 0,0 0 0 0 0,0 0 0 0 0,-1 1 0 0 0,1-1 0 0 0,0 0 0 0 0,0 0 0 0 0,0-1 0 0 0,0 1 0 0 0,0 0 0 0 0,1 0 0 0 0,-1 0 0 0 0,0-1 0 0 0,3 2 0 0 0,26 6 0 0 0,-29-8 0 0 0,41 2-2123 0 0,-37-2 1369 0 0,0 0-1 0 0,-1 0 1 0 0,1-1 0 0 0,-1 0-1 0 0,1 0 1 0 0,-1 0 0 0 0,1 0 0 0 0,-1-1-1 0 0,1 1 1 0 0,-1-1 0 0 0,0-1 0 0 0,0 1-1 0 0,0 0 1 0 0,4-4 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18:13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52 424 0 0,'1'-1'340'0'0,"0"0"1"0"0,-1 0-1 0 0,1 0 0 0 0,-1-1 1 0 0,1 1-1 0 0,-1 0 0 0 0,1-1 1 0 0,-1 1-1 0 0,0 0 0 0 0,0-1 1 0 0,0 1-1 0 0,0 0 0 0 0,0-1 1 0 0,0 1-1 0 0,0 0 0 0 0,0-1 1 0 0,0 1-1 0 0,-1 0 0 0 0,1-1 1 0 0,0 1-1 0 0,-1 0 0 0 0,1 0 1 0 0,-1 0-1 0 0,0-1 0 0 0,1 1 1 0 0,-1 0-1 0 0,0 0 0 0 0,0 0 1 0 0,1 0-1 0 0,-1 0 0 0 0,0 0 1 0 0,0 0-1 0 0,-2-1 0 0 0,0 0 63 0 0,0 1-1 0 0,1 0 0 0 0,-1 0 0 0 0,0 0 0 0 0,1 0 0 0 0,-1 0 1 0 0,0 0-1 0 0,0 1 0 0 0,0 0 0 0 0,1-1 0 0 0,-1 1 0 0 0,0 0 1 0 0,0 0-1 0 0,0 1 0 0 0,0-1 0 0 0,0 0 0 0 0,-4 2 0 0 0,-2 1 279 0 0,-1 0 0 0 0,1 0-1 0 0,0 1 1 0 0,0 0-1 0 0,0 1 1 0 0,-14 10-1 0 0,22-14-639 0 0,-1-1 0 0 0,1 1 0 0 0,0 0 0 0 0,0 0 0 0 0,0 0 0 0 0,0 0 0 0 0,0 0 0 0 0,0 0 0 0 0,0 0 0 0 0,0 0 0 0 0,0 0 0 0 0,0 0 0 0 0,1 0 0 0 0,-1 1 0 0 0,0-1 0 0 0,1 0 0 0 0,-1 1 0 0 0,1-1 0 0 0,-1 0 0 0 0,1 1 0 0 0,0-1 0 0 0,0 0 0 0 0,0 1 0 0 0,-1-1 0 0 0,1 1 0 0 0,0-1 0 0 0,1 1 0 0 0,-1-1 0 0 0,0 0 0 0 0,0 1 0 0 0,1-1 0 0 0,-1 0 0 0 0,1 1 0 0 0,-1-1 0 0 0,1 0 0 0 0,-1 1 0 0 0,1-1 0 0 0,0 0 0 0 0,0 0 0 0 0,-1 0 0 0 0,1 1 0 0 0,0-1 0 0 0,0 0 0 0 0,1 1 0 0 0,8 6 107 0 0,-1 1-1 0 0,1-1 1 0 0,0-1-1 0 0,15 9 0 0 0,4 3 439 0 0,-19-10-357 0 0,-6-7-136 0 0,-1 1-1 0 0,1 0 1 0 0,-1 0-1 0 0,0 1 1 0 0,0-1-1 0 0,0 1 0 0 0,4 6 1 0 0,-6-8-89 0 0,-1-1 0 0 0,1 1 0 0 0,-1-1 0 0 0,0 1 0 0 0,1-1 0 0 0,-1 1 0 0 0,0 0 0 0 0,0-1 0 0 0,0 1 0 0 0,0-1 0 0 0,-1 1-1 0 0,1 0 1 0 0,0-1 0 0 0,-1 1 0 0 0,1-1 0 0 0,-1 1 0 0 0,1-1 0 0 0,-1 1 0 0 0,1-1 0 0 0,-1 0 0 0 0,0 1 0 0 0,0-1 0 0 0,0 0 0 0 0,0 1 0 0 0,0-1 0 0 0,0 0 0 0 0,0 0 0 0 0,-3 2 0 0 0,1 0-279 0 0,0 0 0 0 0,-1-1-1 0 0,0 1 1 0 0,0-1 0 0 0,0 0 0 0 0,0 0-1 0 0,0 0 1 0 0,0-1 0 0 0,-7 3 0 0 0,-11 4-2643 0 0,8-8-1148 0 0,4-3-4058 0 0,-10-1 2282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18:13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12 600 0 0,'35'-12'17814'0'0,"56"22"-11286"0"0,29 3-3552 0 0,2-8-7163 0 0,-110-6 3312 0 0,-5 0-1584 0 0,0 1-7042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18:33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18 332 0 0,'0'0'15535'0'0,"4"-2"-14608"0"0,16-6 11050 0 0,-16 1-11221 0 0,-11 8 2464 0 0,-5 4-3217 0 0,0 0 0 0 0,1 0 0 0 0,0 2 0 0 0,0-1 1 0 0,1 1-1 0 0,-1 1 0 0 0,-12 13 0 0 0,16-15-3 0 0,1 0-1 0 0,0 1 1 0 0,0 0-1 0 0,1 0 1 0 0,0 1 0 0 0,0-1-1 0 0,1 1 1 0 0,0 0 0 0 0,0 0-1 0 0,1 0 1 0 0,0 1-1 0 0,-3 12 1 0 0,6-19 0 0 0,-1 1 0 0 0,1 0 0 0 0,0-1 0 0 0,0 1 0 0 0,0 0 0 0 0,0 0 0 0 0,0-1 0 0 0,0 1 0 0 0,1 0 0 0 0,0-1 0 0 0,-1 1 0 0 0,1-1 0 0 0,0 1 0 0 0,0 0 0 0 0,0-1 0 0 0,0 0 0 0 0,1 1 0 0 0,-1-1 0 0 0,1 0 0 0 0,2 3 0 0 0,-1-2 0 0 0,0 0 0 0 0,1-1 0 0 0,0 1 0 0 0,-1-1 0 0 0,1 1 0 0 0,0-1 0 0 0,0-1 0 0 0,0 1 0 0 0,1 0 0 0 0,-1-1 0 0 0,6 1 0 0 0,6 1 0 0 0,-1-1 0 0 0,1-1 0 0 0,0-1 0 0 0,0 0 0 0 0,28-4 0 0 0,-17 0 0 0 0,-1-1 0 0 0,0-1 0 0 0,45-18 0 0 0,-63 21 0 0 0,0-1 0 0 0,0 0 0 0 0,0 0 0 0 0,-1 0 0 0 0,1-1 0 0 0,-1 0 0 0 0,-1-1 0 0 0,1 0 0 0 0,-1 0 0 0 0,0 0 0 0 0,0-1 0 0 0,-1 1 0 0 0,0-1 0 0 0,0-1 0 0 0,6-12 0 0 0,-7 18 0 0 0,-2-1 0 0 0,-4-28 0 0 0,2 29 0 0 0,0 1 0 0 0,1 0 0 0 0,-1 0 0 0 0,0 1 0 0 0,0-1 0 0 0,0 0 0 0 0,0 0 0 0 0,0 0 0 0 0,0 0 0 0 0,0 0 0 0 0,-1 0 0 0 0,1 0 0 0 0,0 0 0 0 0,0 0 0 0 0,-1 0 0 0 0,1 0 0 0 0,0 0 0 0 0,-1 1 0 0 0,1-1 0 0 0,-1 0 0 0 0,1 0 0 0 0,-1 0 0 0 0,0 1 0 0 0,1-1 0 0 0,-1 0 0 0 0,0 1 0 0 0,0-1 0 0 0,1 0 0 0 0,-2 0 0 0 0,-11-6 0 0 0,-1 2 0 0 0,-3 2 0 0 0,1 3 0 0 0,-5 5 8 0 0,20-1-30 0 0,1-3 5 0 0,-1 0-333 0 0,3 3-2352 0 0,-1-2 2377 0 0,0 0 0 0 0,0-1-1 0 0,0 1 1 0 0,0 0 0 0 0,1 0-1 0 0,-1-1 1 0 0,1 1 0 0 0,0-1 0 0 0,-1 1-1 0 0,1-1 1 0 0,0 0 0 0 0,0 1 0 0 0,0-1-1 0 0,-1 0 1 0 0,5 1 0 0 0,7 3-4545 0 0,3 0-3906 0 0,-5-2 2686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18:33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1352,'20'-13'10088,"2"7"-3342,7 5-2013,15 5-2002,0 0-1619,190-12 1715,-216 6-2598,-38 2-1053,1 0-1469,19 2 1864,0-1-1,1 0 1,0 1-1,-1-1 1,1 0-1,0 1 1,0-1-1,0 0 1,-1 0-1,1 1 1,0-1-1,1 0 1,-1 0-1,0 0 1,0 0-1,0-1 1,1 1-1,-1 0 1,0 0-1,3 0 1,-2 0-490,2-1-389,1 0-5208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18:33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20 968,'12'-8'5351,"-1"1"-2236,2 2 10551,-15 16-12837,-2 1 1,1-1-1,-1 0 0,-1 0 1,0-1-1,-9 16 0,5-12-63,2 1-1,0 0 1,-6 20 0,6 7-2227,7-41 1289,0 0-1,0 0 1,1 0-1,-1 0 1,1 0-1,-1 0 1,1 0-1,-1 0 0,1 0 1,0 0-1,0 0 1,-1 0-1,1 0 1,0 0-1,0 0 1,0-1-1,0 1 1,0 0-1,0-1 1,0 1-1,0-1 1,0 1-1,2 0 0,-1-1-268,0 0 0,0 1 0,-1-1 0,1-1 1,0 1-1,0 0 0,0 0 0,0-1 0,0 1 0,0-1 0,-1 1 0,1-1 0,0 0 0,0 0 0,-1 1 0,1-1 0,2-2 0,6-2-6747,7-2 867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18:34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28 248,'4'-17'8053,"-4"10"703,-2 7-8583,1-1 0,0 1 1,0-1-1,-1 1 0,1-1 0,0 1 0,-1 0 1,1 0-1,0-1 0,-1 1 0,1 0 0,0 0 1,-1 0-1,1 1 0,0-1 0,-1 0 0,1 0 1,0 1-1,0-1 0,-1 1 0,1-1 1,0 1-1,0 0 0,0-1 0,0 1 0,-1 0 1,1 0-1,0 0 0,1-1 0,-1 1 0,0 0 1,0 1-1,0-1 0,0 0 0,0 1 1,-38 49 2619,34-43-2068,3-6-668,1 0 0,-1 0 1,1 0-1,0 0 0,0 0 0,0 0 0,0 0 1,0 0-1,0 0 0,0 0 0,1 1 0,-1-1 1,1 0-1,0 0 0,0 1 0,0-1 0,0 0 0,0 1 1,0-1-1,0 0 0,1 0 0,-1 1 0,1-1 1,0 0-1,0 0 0,0 0 0,0 0 0,0 1 1,0-2-1,0 1 0,0 0 0,1 0 0,-1 0 0,1-1 1,0 1-1,-1 0 0,1-1 0,0 0 0,0 1 1,0-1-1,4 2 0,1 1-104,1-1 0,-1 0 1,1 0-1,0 0 0,0-1 0,1 0 1,-1-1-1,0 0 0,0 0 0,15-1 1,-4-1-128,0-1 1,0-1 0,36-9 0,-50 10 233,0 1 0,-1-1 0,1 0 0,-1-1 0,1 1 0,-1-1-1,0 0 1,0 0 0,0 0 0,0 0 0,-1-1 0,1 1 0,-1-1 0,0 0 0,0 0 0,-1 0-1,1-1 1,-1 1 0,0-1 0,2-5 0,-3 9 4,0-1-1,-1 0 1,1 1-1,-1-1 1,1 0-1,-1 0 1,0 1 0,0-1-1,0 0 1,0 0-1,0 0 1,0 1-1,0-1 1,0 0 0,-1 0-1,1 1 1,-1-1-1,1 0 1,-1 0-1,0 1 1,0-1 0,0 1-1,0-1 1,0 1-1,0-1 1,0 1-1,0 0 1,-3-3 0,-3 0 143,-1-1 0,0 2 1,0-1-1,0 1 1,-1 0-1,1 1 1,-13-3-1,9 3-207,0-1-32,-1 4-7515,20 8 3722,11 4-728,-10-8-1231,6-1-418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18:34.5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28 540,'0'0'1819,"0"-10"1152,-2 4 4874,0 5-7517,1 0 0,-1 0 0,1 0-1,-1 0 1,1 0 0,-1 0 0,1 0 0,-1 1-1,0-1 1,0 0 0,1 1 0,-1 0 0,0-1 0,0 1-1,0 0 1,1 0 0,-1 0 0,0 0 0,0 0-1,0 0 1,1 1 0,-4 0 0,0 1 147,0 0 0,0 0 0,0 0 0,0 1 0,0 0 0,0 0 0,-7 6 0,4-2 0,0 1 1,0-1-1,0 2 1,1-1-1,0 1 1,1 0-1,-9 16 1,15-23-437,-1 0 1,0-1-1,1 1 1,-1-1 0,1 1-1,-1 0 1,1-1-1,0 1 1,0 0-1,0-1 1,0 1 0,0 0-1,0-1 1,0 1-1,0 0 1,1-1 0,-1 1-1,1 0 1,-1-1-1,1 1 1,0-1 0,-1 1-1,1-1 1,0 1-1,1 1 1,1-1-27,0 0 0,-1 1 0,1-1-1,0 0 1,0 0 0,1-1 0,-1 1 0,0-1 0,1 1 0,-1-1 0,5 1 0,5 1-88,1-1 1,-1 0 0,0-1 0,1-1 0,17-1-1,-17 0 5,-1-2-1,1 1 0,-1-2 0,0 1 1,21-11-1,-29 12 93,0 0 0,0-1 0,-1 0 0,1 0 0,-1 0 0,1 0 0,-1-1 0,0 0 0,-1 0 1,1 0-1,-1 0 0,0 0 0,0-1 0,0 1 0,0-1 0,-1 0 0,3-6 0,-5 9-11,0 0 0,0 1-1,0-1 1,0 0 0,0 1 0,0-1 0,-1 0-1,1 1 1,-1-1 0,1 0 0,-1 1-1,1-1 1,-1 1 0,0-1 0,0 1 0,0-1-1,0 1 1,0 0 0,0-1 0,0 1 0,0 0-1,-1 0 1,1 0 0,0 0 0,-1 0 0,1 0-1,-1 0 1,1 0 0,-1 1 0,1-1 0,-1 1-1,-1-1 1,-5-2-97,1 0 1,0 1-1,-1 0 0,1 0 0,-13-1 0,5 3-963,-1 1-1,1 1 0,0 0 1,-20 5-1,10-1-3763,-1-2-3578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18:37.3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3 1124,'0'0'12932,"12"-2"-12323,3 8-425,1 0-1,0-1 0,0-1 1,17 2-1,16 4-163,-45-8-21,2 1 31,-6-2-23,0-1 1,0 1 0,0 0-1,0-1 1,0 1 0,0 0-1,0-1 1,0 1-1,0 0 1,0-1 0,0 1-1,0-1 1,0 1 0,-1 0-1,1-1 1,0 1-1,0-1 1,-1 1 0,1 0-1,0-1 1,-1 1 0,1-1-1,-1 1 1,1-1-1,-1 0 1,1 1 0,-1-1-1,1 1 1,-1-1 0,1 0-1,-2 1 1,-16 15 157,18-16-162,-37 28 492,0 1 0,-60 65 0,96-94-544,0 1 1,0-1-1,1 1 0,-1 0 0,0-1 0,1 1 1,-1-1-1,1 1 0,-1 0 0,1 0 0,-1-1 1,1 1-1,-1 0 0,1 0 0,0-1 0,-1 1 1,1 0-1,0 0 0,0 0 0,0 0 0,0 0 1,0-1-1,0 1 0,0 0 0,0 0 0,0 0 1,0 0-1,0 0 0,0-1 0,0 1 0,1 0 1,-1 0-1,0 0 0,1-1 0,-1 1 0,1 0 1,-1 0-1,1-1 0,-1 1 0,1 0 0,-1-1 1,1 1-1,0 0 0,-1-1 0,1 1 0,0-1 1,0 1-1,2 0-547,-1 0 1,0 0-1,1 0 0,-1-1 1,0 1-1,1-1 1,-1 1-1,1-1 0,-1 0 1,1 0-1,-1 0 1,1 0-1,4-2 0,8-3-3255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31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8 184 1520 0 0,'0'0'307'0'0,"-1"0"0"0"0,1-1 0 0 0,-1 1 1 0 0,1-1-1 0 0,-1 1 0 0 0,1 0 0 0 0,-1-1 0 0 0,1 1 0 0 0,-1-1 0 0 0,1 1 0 0 0,0-1 0 0 0,-1 1 0 0 0,1-1 0 0 0,0 1 1 0 0,-1-1-1 0 0,1 1 0 0 0,0-1 0 0 0,0 0 0 0 0,0 1 0 0 0,-1-1 0 0 0,1 1 0 0 0,0-1 0 0 0,0 0 0 0 0,0 1 0 0 0,0-1 1 0 0,0 1-1 0 0,0-1 0 0 0,0 0 0 0 0,0 1 0 0 0,0-1 0 0 0,1 0 0 0 0,-1 1 0 0 0,0-1 0 0 0,0 0 0 0 0,22-11 3269 0 0,35 1-2172 0 0,-54 11-895 0 0,270-25 5332 0 0,144 6-3223 0 0,-53 24-1468 0 0,-152 1 667 0 0,323-31 1 0 0,-528 24-1801 0 0,33-4 275 0 0,-1-1-1 0 0,-1-2 1 0 0,1-1-1 0 0,-1-3 1 0 0,52-22-1 0 0,-77 29-291 0 0,-2 2 0 0 0,0 3 0 0 0,-11 13 0 0 0,-9 2 0 0 0,6-3-10 0 0,3-9-54 0 0,6 1 626 0 0,-5 5-4348 0 0,-2-8 3000 0 0,1 0 1 0 0,0 1-1 0 0,-1-1 0 0 0,1 0 0 0 0,-1 0 0 0 0,1 0 1 0 0,-1 0-1 0 0,0 0 0 0 0,1 0 0 0 0,-1 0 0 0 0,0 0 0 0 0,0 0 1 0 0,1 0-1 0 0,-1 0 0 0 0,-2 1 0 0 0,-3 2-5608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9:17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87 1472,'-14'-9'31280,"35"9"-31275,-1-1 0,39-6 0,-16 1-5,626-13 0,-507 20 0,-139-4 0,-17-2 0,-24-6 0,1 4 0,2 2 0,3 0 0,3 1-1672,3-2 3717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38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36 0 0,'0'0'7472'0'0,"-24"9"14391"0"0,29 8-20438 0 0,-5 42-768 0 0,3-1 0 0 0,12 67 0 0 0,-12-101-657 0 0,-1-14 0 0 0,0 1 0 0 0,1 0 0 0 0,0-1 0 0 0,1 0 0 0 0,7 16 0 0 0,-5-14 0 0 0,2-2 0 0 0,-3-1 0 0 0,0 0 0 0 0,-1-2 0 0 0,2 1 0 0 0,2 1 0 0 0,1-3 0 0 0,-2-1 0 0 0,5-2 0 0 0,2 1 0 0 0,-11-4 0 0 0,0 0 0 0 0,0 1 0 0 0,1-1 0 0 0,-1 0 0 0 0,0 0 0 0 0,0-1 0 0 0,0 1 0 0 0,1-1 0 0 0,-1 0 0 0 0,0 0 0 0 0,0 0 0 0 0,0 0 0 0 0,0 0 0 0 0,0 0 0 0 0,-1-1 0 0 0,1 0 0 0 0,0 1 0 0 0,4-5 0 0 0,27-31 0 0 0,-33 36 0 0 0,7-12 0 0 0,-1-1 0 0 0,0 0 0 0 0,-1 0 0 0 0,-1 0 0 0 0,7-24 0 0 0,-7 20 0 0 0,1 1 0 0 0,0-1 0 0 0,11-18 0 0 0,-3 1 0 0 0,-11 25 0 0 0,0 0 0 0 0,1 0 0 0 0,1 0 0 0 0,-1 1 0 0 0,2 0 0 0 0,-1 0 0 0 0,1 0 0 0 0,9-9 0 0 0,-11 9 0 0 0,-3 1-201 0 0,-17 22-2641 0 0,6-6-22 0 0,3-2-3652 0 0,1 1-1182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9:12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34 1440,'0'0'1505,"-19"-25"28242,50 20-29706,50 1 0,-71 5-42,0 0 0,0 0 0,1 1 0,-1 0 0,-1 1 0,15 5 0,-22-6 1,1 0 0,0-1 0,-1 1 0,0 0 0,1 0 0,-1 0 0,0 1 0,0-1 0,0 0 0,0 1 0,0-1 0,-1 1 0,1 0 0,-1 0 0,0 0 0,0-1 0,0 1 0,0 0 0,0 0 0,-1 0 0,1 0 0,-1 1 0,0-1 0,0 0 0,0 0 0,0 0 0,-1 0 0,1 0 0,-1 0 0,1 0 0,-1 0 0,-2 3 0,-1 9 0,-1-1 0,-1 1 0,-1-1 0,0 0 0,-1-1 0,0 0 0,-1 0 0,0 0 0,-1-1 0,-1-1 0,1 0 0,-2 0 0,-12 9 0,15-14 0,-6-4 0,-1-5 0,16 3 0,0 0 0,0 0 0,-1 0 0,1 0 0,0 0 0,0 0 0,0 0 0,0 0 0,-1 0 0,1 0 0,0 0 0,0 0 0,0 0 0,-1 0 0,1 0 0,0 0 0,0 0 0,0 0 0,0 0 0,0-1 0,-1 1 0,1 0 0,0 0 0,0 0 0,0 0 0,0 0 0,0-1 0,0 1 0,0 0 0,-1 0 0,1 0 0,0 0 0,0-1 0,0 1 0,0 0 0,0 0 0,0 0 0,0 0 0,0-1 0,0 1 0,0 0 0,0 0 0,0 0 0,0-1 0,0 1 0,0 0 0,0 0 0,0 0 0,0 0 0,1-1 0,-1 1 0,0 0 0,0 0 0,0 0 0,0 0 0,0 0 0,0-1 0,1 1 0,23-4 0,20-1 0,-16 2 0,0 1 0,0 1 0,0 2 0,1 1 0,29 6 0,-46-6 0,-2 3 0,-1-2-221,-7-2-993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13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2 788 0 0,'-1'-1'2914'0'0,"-10"0"10390"0"0,3 20-12027 0 0,1 0 1 0 0,1 0 0 0 0,1 1 0 0 0,0-1-1 0 0,2 1 1 0 0,0 0 0 0 0,0 36 0 0 0,12 15 1682 0 0,-9-71-2940 0 0,0 1 0 0 0,0-1-1 0 0,0 1 1 0 0,0-1 0 0 0,0 1 0 0 0,0-1 0 0 0,0 1-1 0 0,-1-1 1 0 0,1 1 0 0 0,1-1 0 0 0,-1 1 0 0 0,0-1-1 0 0,0 1 1 0 0,0-1 0 0 0,0 1 0 0 0,0-1 0 0 0,0 1-1 0 0,0-1 1 0 0,1 1 0 0 0,-1-1 0 0 0,0 1 0 0 0,0-1-1 0 0,1 1 1 0 0,-1-1 0 0 0,0 0 0 0 0,1 1-1 0 0,-1-1 1 0 0,0 0 0 0 0,1 1 0 0 0,-1-1 0 0 0,1 0-1 0 0,-1 1 1 0 0,1-1 0 0 0,-1 0 0 0 0,0 0 0 0 0,1 1-1 0 0,-1-1 1 0 0,1 0 0 0 0,-1 0 0 0 0,1 0 0 0 0,-1 0-1 0 0,1 0 1 0 0,-1 0 0 0 0,1 0 0 0 0,-1 0 0 0 0,1 0-1 0 0,-1 0 1 0 0,1 0 0 0 0,-1 0 0 0 0,1 0 0 0 0,-1 0-1 0 0,1 0 1 0 0,-1 0 0 0 0,1-1 0 0 0,-1 1-1 0 0,1 0 1 0 0,-1 0 0 0 0,1-1 0 0 0,-1 1 0 0 0,1 0-1 0 0,-1-1 1 0 0,0 1 0 0 0,1 0 0 0 0,-1-1 0 0 0,3-1 2 0 0,0 0 1 0 0,-1 0 0 0 0,1 0 0 0 0,-1 0 0 0 0,0-1 0 0 0,0 1 0 0 0,0-1 0 0 0,3-5 0 0 0,63-119 33 0 0,-13 18-4 0 0,-53 107 388 0 0,-3 5-134 0 0,-4 17-10 0 0,-3 9-317 0 0,2 0-1 0 0,-3 34 1 0 0,8-52 21 0 0,2 0 0 0 0,0 1 0 0 0,0-1 0 0 0,1 0 0 0 0,0 0 0 0 0,1 0 0 0 0,0 0 0 0 0,6 14 0 0 0,-7-22 0 0 0,0 0 0 0 0,0 0 0 0 0,0 0 0 0 0,0 0 0 0 0,0 0 0 0 0,0 0 0 0 0,1-1 0 0 0,-1 1 0 0 0,1-1 0 0 0,0 1 0 0 0,0-1 0 0 0,0 0 0 0 0,0 0 0 0 0,0-1 0 0 0,0 1 0 0 0,1 0 0 0 0,-1-1 0 0 0,1 0 0 0 0,-1 0 0 0 0,1 0 0 0 0,-1 0 0 0 0,1-1 0 0 0,-1 1 0 0 0,1-1 0 0 0,0 0 0 0 0,-1 0 0 0 0,1 0 0 0 0,-1-1 0 0 0,7 0 0 0 0,-2-1 1 0 0,0 0 1 0 0,-1 0-1 0 0,1-1 0 0 0,-1 0 0 0 0,0 0 1 0 0,0-1-1 0 0,0 0 0 0 0,0 0 0 0 0,-1-1 1 0 0,1 1-1 0 0,-1-1 0 0 0,0-1 0 0 0,-1 1 1 0 0,9-11-1 0 0,3-6-79 0 0,-2-1 0 0 0,23-45 0 0 0,-16 8 86 0 0,-21 58 18 0 0,-1-4-61 0 0,0 4 61 0 0,-1 5 154 0 0,-5 52-172 0 0,1-23-7 0 0,1 0-1 0 0,2 0 0 0 0,1 0 0 0 0,2 0 1 0 0,5 35-1 0 0,2-41-1881 0 0,3-20-3010 0 0,-8-8 3681 0 0,-1 1 0 0 0,0 0 0 0 0,0 0 0 0 0,0-1 0 0 0,0 1 0 0 0,0-1-1 0 0,0 0 1 0 0,-1 0 0 0 0,1 0 0 0 0,2-3 0 0 0,-3 3 494 0 0,6-6-6012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9:13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0 508,'0'0'11714,"5"1"-10475,5 0-697,1-1 1563,0 2 1,-1-1 0,1 2 0,17 5-1,-25-7-1751,0 0 0,0 1 0,0-1 1,0 1-1,-1 0 0,1-1 0,0 1 0,-1 0 0,0 1 0,1-1 0,-1 0 0,0 1 0,0-1 0,-1 1 0,1 0 0,0 0 0,-1 0 0,0-1 0,1 1 0,-1 0 0,0 1 0,0 2 0,0-5-351,-1 0-1,0 0 1,0 0 0,1 0 0,-1 0 0,0 0 0,0 0-1,0 0 1,0 0 0,0 0 0,0 0 0,0 0 0,-1 0 0,1 0-1,0 0 1,0 0 0,-1 0 0,1 0 0,-1 0 0,1-1-1,-1 1 1,1 0 0,-1 0 0,1 0 0,-1 0 0,0-1 0,1 1-1,-1 0 1,-1 0 0,0 0 5,-4 8-8,0 0 0,-1 0 0,-1-1 0,1 0 0,-2 0 0,1-1 0,-1 0 0,0-1 0,-13 8 0,-57 42 0,79-56 0,-1 0 0,1 0 0,0 0 0,0 0 0,0 0 0,0 0 0,0 0 0,0 0 0,-1 0 0,1 0 0,0 1 0,0-1 0,0 0 0,0 0 0,0 0 0,0 0 0,0 0 0,0 0 0,0 0 0,-1 1 0,1-1 0,0 0 0,0 0 0,0 0 0,0 0 0,0 0 0,0 1 0,0-1 0,0 0 0,0 0 0,0 0 0,0 0 0,0 0 0,0 1 0,0-1 0,0 0 0,0 0 0,0 0 0,0 0 0,0 0 0,0 0 0,0 1 0,1-1 0,-1 0 0,0 0 0,0 0 0,0 0 0,0 0 0,0 0 0,0 1 0,0-1 0,0 0 0,1 0 0,-1 0 0,0 0 0,0 0 0,0 0 0,0 0 0,0 0 0,0 0 0,1 0 0,-1 0 0,0 0 0,0 0 0,0 0 0,9 3 0,0 0 0,0-1 0,0 0 0,1-1 0,-1 0 0,0 0 0,0-1 0,17-2 0,15 2 0,-28 0 0,3-1 0,0 0 0,-4 1-43,-10 0-346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31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11 1416 0 0,'0'0'11463'0'0,"-3"5"-10205"0"0,-3 5-395 0 0,1 0 0 0 0,1 0 0 0 0,0 1-1 0 0,0-1 1 0 0,1 1 0 0 0,0 0 0 0 0,-2 21-1 0 0,-1 85 5065 0 0,11-98-4382 0 0,7-23-906 0 0,14-29-421 0 0,-24 30-147 0 0,13-19 20 0 0,-1 0 1 0 0,0-1 0 0 0,-2-1 0 0 0,-1 0 0 0 0,9-29-1 0 0,3 8 1788 0 0,-23 43-1287 0 0,-3 8-336 0 0,-8 16-225 0 0,2-6-29 0 0,1 1 0 0 0,0 0 0 0 0,1 0 0 0 0,1 1 0 0 0,0 0 0 0 0,2 0 0 0 0,0 0 0 0 0,1 1 0 0 0,-1 21 0 0 0,5-26-2 0 0,3-1 0 0 0,5-5 0 0 0,5-7 0 0 0,1-8 0 0 0,-1 0 0 0 0,-1-1 0 0 0,1 0 0 0 0,-1-1 0 0 0,0 0 0 0 0,-1-1 0 0 0,0-1 0 0 0,11-13 0 0 0,35-46 15 0 0,-47 53-105 0 0,1 1 0 0 0,1 1 0 0 0,16-15 0 0 0,-15 15-71 0 0,-5 8 494 0 0,-2 24-160 0 0,-7-3-173 0 0,-9 21 0 0 0,7-29 0 0 0,1-1 0 0 0,0 1 0 0 0,0 0 0 0 0,1-1 0 0 0,-1 1 0 0 0,1 0 0 0 0,0-1 0 0 0,2 9 0 0 0,-2 4 0 0 0,1-4 0 0 0,2-1 0 0 0,-2-4 0 0 0,-1 0-27 0 0,0-7-143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9:31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1 296,'0'0'23752,"5"26"-20098,-28 45 722,0 33-3687,20-95-689,3-9 0,2 65 0,-1-52 0,3-2 0,0-7 0,1-25 0,-5-2-478,1-3-5667,3 7-7196,1 4 6143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32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1476 0 0,'0'0'1952'0'0,"1"1"-1403"0"0,12 10 12343 0 0,-13 3-10735 0 0,-1 0-1 0 0,-1 0 1 0 0,-4 17 0 0 0,-15 41 1741 0 0,13-45-2793 0 0,0 0-1 0 0,-3 29 1 0 0,6-36-1038 0 0,3-15-152 0 0,0 1-1 0 0,1 0 1 0 0,-1 0 0 0 0,2 0 0 0 0,-1 1 0 0 0,1-1 0 0 0,-1 0-1 0 0,3 11 1 0 0,7-26-10625 0 0,0-13 7388 0 0,-6 9-3874 0 0,-2-2 1132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32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0 476 0 0,'0'0'1661'0'0,"-10"0"1126"0"0,5 1 1339 0 0,3-1-3733 0 0,1 1 1 0 0,0-1-1 0 0,0 1 0 0 0,0 0 0 0 0,0-1 0 0 0,0 1 1 0 0,0 0-1 0 0,0 0 0 0 0,0 0 0 0 0,0-1 0 0 0,0 1 1 0 0,0 0-1 0 0,0 0 0 0 0,0 0 0 0 0,0 2 0 0 0,0-1 946 0 0,12 26 3036 0 0,-5-23-4002 0 0,0 0 1 0 0,0-1-1 0 0,1 1 0 0 0,0-1 0 0 0,0-1 0 0 0,0 1 0 0 0,1-1 0 0 0,-1-1 1 0 0,1 1-1 0 0,-1-1 0 0 0,1 0 0 0 0,0-1 0 0 0,8 1 0 0 0,5-1-1419 0 0,0-1-1 0 0,0-1 0 0 0,34-6 1 0 0,-30-2-2000 0 0,-3-3-4206 0 0,-18 9 4807 0 0,6-4-2813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32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 1624 0 0,'-3'2'752'0'0,"0"1"-1"0"0,1 0 1 0 0,-1-1-1 0 0,1 1 1 0 0,-1 0-1 0 0,1 0 1 0 0,0 0-1 0 0,0 1 1 0 0,0-1-1 0 0,0 1 0 0 0,1-1 1 0 0,0 1-1 0 0,-1-1 1 0 0,0 7-1 0 0,-9 62 4724 0 0,8-36-2641 0 0,0-9 298 0 0,1 47 0 0 0,2-55-1983 0 0,0-18-1110 0 0,0 0 1 0 0,0-1-1 0 0,0 1 0 0 0,0 0 0 0 0,0 0 1 0 0,0-1-1 0 0,0 1 0 0 0,0 0 0 0 0,0 0 1 0 0,1-1-1 0 0,-1 1 0 0 0,0 0 1 0 0,1 0-1 0 0,-1-1 0 0 0,0 1 0 0 0,1 0 1 0 0,-1-1-1 0 0,1 1 0 0 0,-1-1 1 0 0,1 1-1 0 0,-1 0 0 0 0,2 0 0 0 0,0 0-57 0 0,-1-1-1 0 0,1 0 1 0 0,-1 1-1 0 0,1-1 0 0 0,-1 0 1 0 0,1 0-1 0 0,0 0 1 0 0,-1 0-1 0 0,1 0 0 0 0,-1 0 1 0 0,1-1-1 0 0,-1 1 1 0 0,1 0-1 0 0,-1-1 0 0 0,1 1 1 0 0,-1-1-1 0 0,1 0 1 0 0,-1 1-1 0 0,1-1 1 0 0,-1 0-1 0 0,0 0 0 0 0,1 0 1 0 0,-1 0-1 0 0,0 0 1 0 0,0 0-1 0 0,2-2 0 0 0,-1 0 4 0 0,16-11-533 0 0,-2 0 0 0 0,0-2 0 0 0,0 0 0 0 0,23-32 1 0 0,-31 38 330 0 0,66-98 244 0 0,-68 102 3994 0 0,-6 10-1873 0 0,-9 24-1414 0 0,-5 20-945 0 0,13-37 211 0 0,0 0 0 0 0,0 0 0 0 0,1 0 0 0 0,0 0 0 0 0,2 14 0 0 0,-1-23-57 0 0,0 1 1 0 0,0 0-1 0 0,0-1 0 0 0,1 1 0 0 0,-1 0 1 0 0,0-1-1 0 0,1 1 0 0 0,0-1 0 0 0,-1 0 1 0 0,1 1-1 0 0,0-1 0 0 0,0 0 0 0 0,1 0 1 0 0,-1-1-1 0 0,0 1 0 0 0,1 0 1 0 0,-1-1-1 0 0,1 1 0 0 0,-1-1 0 0 0,1 0 1 0 0,-1 0-1 0 0,1 0 0 0 0,0 0 0 0 0,0 0 1 0 0,0 0-1 0 0,0-1 0 0 0,-1 0 0 0 0,1 1 1 0 0,0-1-1 0 0,0 0 0 0 0,0 0 1 0 0,0-1-1 0 0,0 1 0 0 0,0-1 0 0 0,4-1 1 0 0,9-2-965 0 0,1-2 1 0 0,-1 0 0 0 0,0-1-1 0 0,27-16 1 0 0,-28 15 640 0 0,10-7-366 0 0,-1-2 0 0 0,33-28-1 0 0,-31 24 1829 0 0,-24 19-688 0 0,4-3 56 0 0,-6 5-409 0 0,0 0 1 0 0,0 0-1 0 0,0 0 1 0 0,0 0-1 0 0,0 1 1 0 0,0-1 0 0 0,0 0-1 0 0,0 0 1 0 0,0 0-1 0 0,0 0 1 0 0,0 0-1 0 0,0 0 1 0 0,0 0 0 0 0,0 0-1 0 0,0 1 1 0 0,0-1-1 0 0,0 0 1 0 0,0 0 0 0 0,0 0-1 0 0,0 0 1 0 0,0 0-1 0 0,0 0 1 0 0,1 0-1 0 0,-1 0 1 0 0,0 0 0 0 0,0 0-1 0 0,0 1 1 0 0,0-1-1 0 0,0 0 1 0 0,0 0-1 0 0,0 0 1 0 0,0 0 0 0 0,0 0-1 0 0,0 0 1 0 0,0 0-1 0 0,1 0 1 0 0,-1 0 0 0 0,0 0-1 0 0,0 0 1 0 0,0 0-1 0 0,0 0 1 0 0,0 0-1 0 0,0 0 1 0 0,0 0 0 0 0,0 0-1 0 0,1 0 1 0 0,-1 0-1 0 0,0 0 1 0 0,0 0-1 0 0,0 0 1 0 0,0 0 0 0 0,0 0-1 0 0,-59 147 1028 0 0,42-106-3163 0 0,2-9-5703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33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1 188 0 0,'0'0'13222'0'0,"2"3"-11796"0"0,19 19 2450 0 0,34 29-1 0 0,-7-8-317 0 0,-45-41-3291 0 0,0 1 1 0 0,-1 0-1 0 0,0 0 0 0 0,1-1 1 0 0,-1 1-1 0 0,0 1 0 0 0,0-1 1 0 0,-1 0-1 0 0,1 0 0 0 0,-1 1 0 0 0,1-1 1 0 0,1 8-1 0 0,-4-10-204 0 0,0 1-1 0 0,1 0 0 0 0,-1 0 1 0 0,0-1-1 0 0,0 1 1 0 0,0 0-1 0 0,0-1 1 0 0,0 1-1 0 0,0-1 1 0 0,-1 1-1 0 0,1-1 1 0 0,0 0-1 0 0,-1 0 1 0 0,1 1-1 0 0,-1-1 1 0 0,0 0-1 0 0,-2 1 1 0 0,-34 18 749 0 0,34-18-770 0 0,-41 19 707 0 0,44-20-667 0 0,1-1-74 0 0,-1 0-1 0 0,1 0 0 0 0,0 0 0 0 0,-1 0 0 0 0,1 0 1 0 0,0 0-1 0 0,0 0 0 0 0,-1 1 0 0 0,1-1 1 0 0,0 0-1 0 0,0 0 0 0 0,-1 0 0 0 0,1 0 0 0 0,0 1 1 0 0,0-1-1 0 0,-1 0 0 0 0,1 0 0 0 0,0 0 1 0 0,0 1-1 0 0,0-1 0 0 0,-1 0 0 0 0,1 0 1 0 0,0 1-1 0 0,0-1 0 0 0,0 0 0 0 0,0 0 0 0 0,0 1 1 0 0,0-1-1 0 0,-1 0 0 0 0,1 0 0 0 0,0 1 1 0 0,0-1-1 0 0,0 0 0 0 0,0 1 0 0 0,0-1 0 0 0,0 0 1 0 0,0 1-1 0 0,0-1 0 0 0,0 0 0 0 0,0 0 1 0 0,1 1-1 0 0,-1-1 0 0 0,6 5-4 0 0,1-1 1 0 0,-1-1-1 0 0,1 1 1 0 0,0-1-1 0 0,1 0 1 0 0,-1-1-1 0 0,0 1 0 0 0,9 0 1 0 0,70 10-22 0 0,-47-8-36 0 0,-2-2-2240 0 0,-17-9-2059 0 0,-20-2 917 0 0,-24-16-14429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33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 68 0 0,'-8'2'1377'0'0,"0"1"0"0"0,0 0 0 0 0,1 1 0 0 0,-1 0 0 0 0,1 0 1 0 0,0 1-1 0 0,-13 10 0 0 0,10-5 46 0 0,0 0 1 0 0,1 0 0 0 0,0 1-1 0 0,-10 15 1 0 0,3 2 571 0 0,0 1 0 0 0,2 0-1 0 0,-15 43 1 0 0,18-38-816 0 0,2 0-1 0 0,0 0 1 0 0,3 1-1 0 0,-4 44 1 0 0,9-57-1093 0 0,0 0 1 0 0,2 0-1 0 0,0 0 1 0 0,2 0-1 0 0,0 0 1 0 0,1 0-1 0 0,14 41 1 0 0,-11-48-74 0 0,1-1 1 0 0,0 1-1 0 0,1-1 0 0 0,0-1 1 0 0,1 1-1 0 0,1-2 0 0 0,0 1 0 0 0,1-2 1 0 0,0 1-1 0 0,1-2 0 0 0,0 0 1 0 0,0 0-1 0 0,1-1 0 0 0,1-1 1 0 0,-1 0-1 0 0,21 7 0 0 0,-8-4-1189 0 0,2-1-1 0 0,0-1 1 0 0,34 5-1 0 0,13-3-4870 0 0,-3-8-3410 0 0,-27-4 2271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34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1380 0 0,'0'0'12021'0'0,"5"-11"-3003"0"0,32 54-6696 0 0,-1 1-1 0 0,-2 1 0 0 0,41 74 0 0 0,-48-74-2032 0 0,-2 0 0 0 0,-2 2 0 0 0,35 98 0 0 0,-52-125-296 0 0,-1 0 0 0 0,-1 1 0 0 0,0-1 0 0 0,-2 1-1 0 0,0 0 1 0 0,-2 0 0 0 0,0 0 0 0 0,-1-1 0 0 0,-1 1-1 0 0,-1 0 1 0 0,-1-1 0 0 0,-12 37 0 0 0,3-23 7 0 0,-2-2 0 0 0,-36 58 0 0 0,46-82 0 0 0,0 2 0 0 0,1-2-207 0 0,3-6-967 0 0,1-8-3476 0 0,-3-17-320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42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11 844 0 0,'11'-11'28265'0'0,"-24"34"-27516"0"0,-1-1 1 0 0,-2 0-1 0 0,0-2 0 0 0,-20 21 0 0 0,-14 18-837 0 0,40-46 88 0 0,-1 0 0 0 0,1 1 0 0 0,1 1 0 0 0,-12 22 0 0 0,16-26 0 0 0,1 0 0 0 0,3-4-27 0 0,0-3-1539 0 0,-6 4 3551 0 0,3-4-7146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43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7 584 0 0,'1'-1'2777'0'0,"10"-5"9989"0"0,-2 34-9288 0 0,-1 0-1 0 0,8 45 1 0 0,-11-46-2263 0 0,1 0 1 0 0,1 0-1 0 0,1-1 1 0 0,14 32-1 0 0,-1-13-1087 0 0,-12-24-128 0 0,1-1 1 0 0,1-1-1 0 0,1 0 1 0 0,22 28-1 0 0,-28-40 0 0 0,2-6 0 0 0,-4-16-257 0 0,-3 11-1060 0 0,-11-10-1623 0 0,2 4-2615 0 0,-3 2-3799 0 0,9 7 7453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44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44 376 0 0,'0'0'9515'0'0,"4"-26"-4052"0"0,-2 25-4664 0 0,9-11 8206 0 0,8 8-6094 0 0,23 7-3209 0 0,-35-2 1160 0 0,8 1-496 0 0,-2-1 384 0 0,-1 1 0 0 0,1 0 0 0 0,19 7 1 0 0,-29-6-339 0 0,-2-1-402 0 0,-1 0 1 0 0,1-1-1 0 0,-1 1 0 0 0,0 0 1 0 0,0 0-1 0 0,0 0 1 0 0,0-1-1 0 0,0 1 1 0 0,-1 0-1 0 0,1 0 1 0 0,0 0-1 0 0,-1-1 1 0 0,0 1-1 0 0,1 0 1 0 0,-1 0-1 0 0,0-1 1 0 0,0 1-1 0 0,0-1 0 0 0,0 1 1 0 0,0-1-1 0 0,0 1 1 0 0,0-1-1 0 0,0 1 1 0 0,-1-1-1 0 0,1 0 1 0 0,0 0-1 0 0,-1 0 1 0 0,0 0-1 0 0,1 0 1 0 0,-3 1-1 0 0,-2 3 21 0 0,-34 22-31 0 0,32-23 0 0 0,0 1 0 0 0,0 0 0 0 0,1 0 0 0 0,0 0 0 0 0,0 1 0 0 0,0 0 0 0 0,1 1 0 0 0,0 0 0 0 0,-9 11 0 0 0,15-18 0 0 0,0 0 0 0 0,-1 1 0 0 0,1-1 0 0 0,0 0 0 0 0,0 0 0 0 0,0 1 0 0 0,0-1 0 0 0,-1 0 0 0 0,1 1 0 0 0,0-1 0 0 0,0 0 0 0 0,0 0 0 0 0,0 1 0 0 0,0-1 0 0 0,0 0 0 0 0,0 1 0 0 0,0-1 0 0 0,0 0 0 0 0,0 1 0 0 0,0-1 0 0 0,0 0 0 0 0,0 1 0 0 0,0-1 0 0 0,0 0 0 0 0,0 1 0 0 0,0-1 0 0 0,0 0 0 0 0,0 0 0 0 0,0 1 0 0 0,1-1 0 0 0,-1 0 0 0 0,0 1 0 0 0,0-1 0 0 0,0 0 0 0 0,1 0 0 0 0,-1 1 0 0 0,0-1 0 0 0,0 0 0 0 0,0 0 0 0 0,1 0 0 0 0,-1 1 0 0 0,0-1 0 0 0,1 0 0 0 0,-1 0 0 0 0,0 0 0 0 0,0 0 0 0 0,1 0 0 0 0,-1 1 0 0 0,0-1 0 0 0,1 0 0 0 0,8 1 0 0 0,-1 0 0 0 0,-1 0 0 0 0,1 0 0 0 0,-1-1 0 0 0,1 0 0 0 0,0-1 0 0 0,9-1 0 0 0,17-1 0 0 0,25-1 0 0 0,4-3 0 0 0,-49 5 0 0 0,-3 0-129 0 0,-9 1-664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16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30 888 0 0,'0'0'24592'0'0,"1"7"-23657"0"0,4 86 3496 0 0,-6-71-4157 0 0,1 0 1 0 0,1-1-1 0 0,1 1 1 0 0,1 0-1 0 0,1-1 1 0 0,14 42-1 0 0,-15-56-274 0 0,0 1 0 0 0,1-1 0 0 0,-1 0 0 0 0,2 0 0 0 0,-1-1 0 0 0,7 8 0 0 0,-9-12 0 0 0,-1-1 0 0 0,1 1 0 0 0,0-1 0 0 0,1 1 0 0 0,-1-1 0 0 0,0 0 0 0 0,0 1 0 0 0,1-1 0 0 0,-1 0 0 0 0,0-1 0 0 0,1 1 0 0 0,-1 0 0 0 0,1-1 0 0 0,-1 1 0 0 0,1-1 0 0 0,-1 0 0 0 0,1 0 0 0 0,-1 0 0 0 0,1 0 0 0 0,-1 0 0 0 0,1-1 0 0 0,-1 1 0 0 0,6-2 0 0 0,10-4 0 0 0,1-1 0 0 0,-1-1 0 0 0,0-1 0 0 0,-1-1 0 0 0,0 0 0 0 0,0-1 0 0 0,-1 0 0 0 0,27-27 0 0 0,-8 5 0 0 0,-3-2 0 0 0,44-60 0 0 0,-56 69 0 0 0,-8 11 0 0 0,-1 0 0 0 0,17-32 0 0 0,-25 36 0 0 0,-3 11 0 0 0,-1-1 0 0 0,1 1 0 0 0,0 0 0 0 0,0-1 0 0 0,0 1 0 0 0,0 0 0 0 0,0 0 0 0 0,-1-1 0 0 0,1 1 0 0 0,0 0 0 0 0,0 0 0 0 0,0-1 0 0 0,-1 1 0 0 0,1 0 0 0 0,0 0 0 0 0,0 0 0 0 0,-1-1 0 0 0,1 1 0 0 0,0 0 0 0 0,0 0 0 0 0,-1 0 0 0 0,1 0 0 0 0,0 0 0 0 0,-1 0 0 0 0,1 0 0 0 0,0-1 0 0 0,-1 1 0 0 0,1 0 0 0 0,0 0 0 0 0,-1 0 0 0 0,1 0 0 0 0,0 0 0 0 0,-1 0 0 0 0,1 1 0 0 0,0-1 0 0 0,0 0 0 0 0,-1 0 0 0 0,1 0 0 0 0,0 0 0 0 0,-1 0 0 0 0,1 0 0 0 0,0 0 0 0 0,0 1 0 0 0,-1-1 0 0 0,1 0 0 0 0,0 0 0 0 0,0 0 0 0 0,-1 1 0 0 0,1-1 0 0 0,0 0 0 0 0,0 0 0 0 0,0 1 0 0 0,-1-1 0 0 0,-23 14 0 0 0,17-8 0 0 0,3-3 0 0 0,-1 0 0 0 0,1 0 0 0 0,0 0 0 0 0,1 1 0 0 0,-1 0 0 0 0,1 0 0 0 0,-1 0 0 0 0,1 0 0 0 0,0 1 0 0 0,-4 7 0 0 0,3 0 0 0 0,-7 7-2002 0 0,7-12 413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16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0 716 0 0,'0'0'22492'0'0,"-4"4"-21800"0"0,-13 12 191 0 0,-3 3 186 0 0,1 1 1 0 0,-28 36-1 0 0,44-51-963 0 0,-1 0 0 0 0,1 0 0 0 0,0 0 0 0 0,0 0 0 0 0,0 1 0 0 0,1 0 0 0 0,0-1 0 0 0,0 1 0 0 0,0 0-1 0 0,1 0 1 0 0,-1 0 0 0 0,2 0 0 0 0,-1 0 0 0 0,1 0 0 0 0,0 0 0 0 0,0 0 0 0 0,0 0 0 0 0,2 9 0 0 0,0-11-83 0 0,0 0-1 0 0,0 0 1 0 0,1 0-1 0 0,-1 0 1 0 0,1-1-1 0 0,-1 1 1 0 0,1-1-1 0 0,0 1 1 0 0,1-1-1 0 0,-1 0 1 0 0,0 0-1 0 0,1-1 1 0 0,0 1-1 0 0,-1-1 1 0 0,1 0-1 0 0,0 0 1 0 0,0 0-1 0 0,1 0 1 0 0,-1 0-1 0 0,0-1 1 0 0,1 0-1 0 0,-1 0 1 0 0,0 0-1 0 0,1-1 1 0 0,7 1-1 0 0,9 0-68 0 0,0-1-1 0 0,0 0 0 0 0,41-7 0 0 0,-43 3-39 0 0,0 0-1 0 0,0-1 1 0 0,-1 0-1 0 0,0-2 1 0 0,33-16-1 0 0,-43 19 108 0 0,-1 0-1 0 0,0-1 0 0 0,0 0 1 0 0,0 0-1 0 0,0 0 0 0 0,-1-1 0 0 0,0 0 1 0 0,0 0-1 0 0,-1-1 0 0 0,1 0 1 0 0,-1 0-1 0 0,-1 0 0 0 0,1 0 1 0 0,-1-1-1 0 0,5-13 0 0 0,-9 18 55 0 0,1 0-1 0 0,-1 0 1 0 0,1 0-1 0 0,-1 0 1 0 0,0 0-1 0 0,0 0 1 0 0,0 0-1 0 0,0 0 1 0 0,-1 0-1 0 0,1 0 1 0 0,-1 0-1 0 0,0 0 1 0 0,0 0 0 0 0,0 0-1 0 0,0 1 1 0 0,0-1-1 0 0,-1 0 1 0 0,1 0-1 0 0,-1 1 1 0 0,0-1-1 0 0,0 1 1 0 0,0 0-1 0 0,0-1 1 0 0,0 1-1 0 0,0 0 1 0 0,0 0-1 0 0,-1 0 1 0 0,1 1-1 0 0,-1-1 1 0 0,-3-1 0 0 0,1 0-62 0 0,0 1 0 0 0,-1 0 0 0 0,0 0 0 0 0,0 0 0 0 0,1 1 0 0 0,-1 0 0 0 0,0 0 0 0 0,0 0 0 0 0,0 1 0 0 0,0 0 0 0 0,0 0 0 0 0,0 0 1 0 0,0 1-1 0 0,0 0 0 0 0,0 0 0 0 0,0 0 0 0 0,0 1 0 0 0,-9 3 0 0 0,0 4-4 0 0,4 0-109 0 0,9-8-412 0 0,8 8-785 0 0,-6-8 1222 0 0,0-1 0 0 0,0 1 0 0 0,1 0 0 0 0,-1 0 0 0 0,0-1 0 0 0,0 1 0 0 0,0 0 0 0 0,1-1 0 0 0,-1 1 0 0 0,0 0 0 0 0,1-1 0 0 0,-1 1 0 0 0,1-1 0 0 0,-1 1 0 0 0,1 0 0 0 0,-1-1 0 0 0,1 1 0 0 0,-1-1 0 0 0,1 0 1 0 0,-1 1-1 0 0,1-1 0 0 0,1 1 0 0 0,3 1-782 0 0,0 0 1 0 0,0-1 0 0 0,0 0-1 0 0,0 0 1 0 0,1 0 0 0 0,-1-1 0 0 0,10 0-1 0 0,25-9-11632 0 0,-26 4 6978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17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3 92 0 0,'0'-1'380'0'0,"1"1"-1"0"0,0 0 1 0 0,0-1 0 0 0,-1 1 0 0 0,1 0-1 0 0,0 0 1 0 0,0 0 0 0 0,0-1-1 0 0,-1 1 1 0 0,1 0 0 0 0,0 0 0 0 0,0 0-1 0 0,0 0 1 0 0,-1 1 0 0 0,1-1-1 0 0,0 0 1 0 0,0 0 0 0 0,0 0 0 0 0,-1 0-1 0 0,1 1 1 0 0,0-1 0 0 0,0 0-1 0 0,-1 1 1 0 0,1-1 0 0 0,0 1 0 0 0,-1-1-1 0 0,1 1 1 0 0,-1-1 0 0 0,1 1-1 0 0,0-1 1 0 0,-1 1 0 0 0,1 1 0 0 0,-10 24 5958 0 0,2-11-6051 0 0,-18 34 3428 0 0,-47 70 0 0 0,7-12-1651 0 0,52-93-2429 0 0,13-14 107 0 0,-1 1 1 0 0,0-1-1 0 0,1 0 1 0 0,-1 0-1 0 0,0 1 1 0 0,1-1-1 0 0,-1 0 1 0 0,0 0-1 0 0,1 0 1 0 0,-1 0-1 0 0,0 0 1 0 0,0 0-1 0 0,1 0 1 0 0,-1 0-1 0 0,0 0 1 0 0,1-1-1 0 0,-1 1 1 0 0,0 0-1 0 0,1 0 1 0 0,-1 0-1 0 0,1-1 1 0 0,-1 1-1 0 0,0 0 1 0 0,1-1-1 0 0,-2 0 1 0 0,0-1-803 0 0,0 0 0 0 0,0 0 0 0 0,0 0 1 0 0,0-1-1 0 0,1 1 0 0 0,-1-1 0 0 0,0 1 1 0 0,1-1-1 0 0,0 0 0 0 0,-2-3 0 0 0,-3-12-4580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17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1 160 0 0,'0'0'10813'0'0,"4"6"-9191"0"0,32 49 3018 0 0,-26-36-3194 0 0,1-1 0 0 0,1 0 0 0 0,1-1-1 0 0,1 0 1 0 0,0-1 0 0 0,26 23 0 0 0,-7-13-120 0 0,-17-13-816 0 0,0 0 1 0 0,2-1 0 0 0,-1-1-1 0 0,1 0 1 0 0,1-2 0 0 0,0 0-1 0 0,24 7 1 0 0,-42-15-518 0 0,-1-1 0 0 0,1 1 1 0 0,0-1-1 0 0,0 0 0 0 0,-1 0 0 0 0,1 1 0 0 0,0-1 1 0 0,0 0-1 0 0,0 0 0 0 0,-1 0 0 0 0,1 0 0 0 0,0 0 0 0 0,0 0 1 0 0,0 0-1 0 0,0 0 0 0 0,0 0 0 0 0,-1 0 0 0 0,1 0 1 0 0,0-1-1 0 0,0 1 0 0 0,0 0 0 0 0,-1-1 0 0 0,1 1 0 0 0,0 0 1 0 0,0-1-1 0 0,-1 1 0 0 0,1-1 0 0 0,0 1 0 0 0,-1-1 1 0 0,1 1-1 0 0,0-2 0 0 0,2 1-443 0 0,2-7-436 0 0,-5 5-2197 0 0,-4-9-4446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17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1 168 0 0,'0'0'31392'0'0,"6"4"-30629"0"0,4 0-719 0 0,1 0 1 0 0,-1 0-1 0 0,1-1 1 0 0,0 0-1 0 0,0-1 0 0 0,0 0 1 0 0,0-1-1 0 0,0 0 1 0 0,21-2-1 0 0,46-6-319 0 0,-50 5-2898 0 0,-16 2-4965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18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1 224 0 0,'-13'11'5180'0'0,"13"-11"-4885"0"0,-1 1 1 0 0,1-1-1 0 0,0 0 0 0 0,-1 0 1 0 0,1 1-1 0 0,-1-1 0 0 0,1 0 1 0 0,-1 1-1 0 0,1-1 0 0 0,0 1 1 0 0,-1-1-1 0 0,1 0 0 0 0,0 1 1 0 0,0-1-1 0 0,-1 1 0 0 0,1-1 1 0 0,0 1-1 0 0,0-1 0 0 0,0 0 1 0 0,-1 1-1 0 0,1-1 0 0 0,0 1 1 0 0,0-1-1 0 0,0 1 0 0 0,0-1 1 0 0,0 1-1 0 0,0 0 0 0 0,0-1 1 0 0,0 1-1 0 0,0-1 0 0 0,0 1 1 0 0,15 4 706 0 0,0-1 0 0 0,0-1 0 0 0,0 0 0 0 0,0-1 1 0 0,0-1-1 0 0,0 0 0 0 0,1-1 0 0 0,-1-1 0 0 0,0 0 1 0 0,17-4-1 0 0,56-2 1246 0 0,-2 7-912 0 0,-84 0-1254 0 0,9 0 17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21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0 244,'0'0'6599,"-19"22"-435,13-12-5474,0-1 0,1 1 1,1 0-1,0 1 1,0-1-1,1 1 1,0-1-1,1 1 1,0 0-1,1 0 0,0 0 1,1 0-1,1 13 1,-1-21-587,1-1 0,-1 1 0,1-1 0,-1 1 0,1-1 0,0 0 0,0 1 0,0-1 0,1 0 0,-1 0 0,0 1 0,1-1 0,0 0 0,-1-1 0,1 1 0,0 0 0,0 0 0,0-1 0,0 1 0,3 1 0,-3-2 12,1-3-30,5-2-61,0-1 1,-1 0-1,0 0 1,0-1-1,0 0 1,-1 0-1,1-1 1,-2 0-1,7-8 1,44-74 532,-43 65-128,7-4 546,-20 27-963,0 1 0,1 0 0,-1 0 0,0 0 1,0 0-1,0 0 0,0 0 0,1 0 0,-1 0 0,0 0 0,0 0 0,0 0 1,0 0-1,1 0 0,-1 0 0,0 0 0,0 0 0,0 0 0,1 0 0,-1 0 1,0 0-1,0 0 0,0 0 0,0 0 0,1 0 0,-1 0 0,0 0 0,0 0 1,0 0-1,0 1 0,1-1 0,-1 0 0,0 0 0,0 0 0,0 0 0,0 0 0,0 0 1,0 1-1,0-1 0,1 0 0,-1 0 0,0 0 0,0 0 0,0 1 0,0-1 1,0 0-1,0 0 0,0 0 0,0 1 0,0-1 0,0 0 0,0 0 0,0 0 1,0 0-1,0 1 0,0-1 0,0 0 0,0 0 0,0 0 0,0 0 0,0 1 0,0-1 1,-1 0-1,-8 61 1127,3-27-889,3-12-69,1-11-40,0 0 0,1 0-1,1 20 1,1-29-135,-1 0-1,0 0 0,0 0 1,1 0-1,-1 0 1,1 0-1,0 1 0,0-1 1,0-1-1,0 1 0,0 0 1,0 0-1,0 0 0,1 0 1,-1-1-1,0 1 1,1-1-1,0 1 0,-1-1 1,1 0-1,0 1 0,0-1 1,0 0-1,2 1 0,0-2-40,-1 0 0,1 0-1,0 0 1,0 0-1,0-1 1,-1 1 0,1-1-1,0 0 1,0 0-1,-1-1 1,1 1 0,-1-1-1,1 1 1,-1-1-1,0 0 1,0-1 0,4-2-1,14-7-245,-1 2 141,0-2-1,-2 0 1,1-1 0,-1 0-1,-1-2 1,-1 0 0,0-1-1,-1-1 1,15-20 0,-30 37 181,0 0 1,0 1-1,0-1 1,0 0-1,0 0 1,0 0-1,0 0 1,0 0-1,0 1 1,0-1-1,0 0 1,0 0 0,0 0-1,0 0 1,0 0-1,0 1 1,1-1-1,-1 0 1,0 0-1,0 0 1,0 0-1,0 0 1,0 0-1,0 1 1,0-1 0,0 0-1,1 0 1,-1 0-1,0 0 1,0 0-1,0 0 1,0 0-1,0 0 1,1 0-1,-1 0 1,0 0-1,0 0 1,0 0 0,0 0-1,0 0 1,1 0-1,-1 0 1,0 0-1,0 0 1,0 0-1,0 0 1,1 0-1,-1 0 1,0 0-1,0 0 1,0 0 0,0 0-1,0 0 1,1 0-1,-6 31 1302,-15 57-470,14-65-789,4-15-85,2-7 0,-1-1 0,1 1 0,0 0 0,0 0 0,-1 0 0,1 0 0,0 0 0,0 0 0,0-1 0,0 1 0,0 0 0,0 0 0,0 0 0,0 0 0,0 0 0,1 0 0,-1 0 0,0 0 0,0-1 0,1 1 0,0 1 0,4 11 0,-4-12-43,-1 0 1,1 1-1,-1-1 0,1 0 1,0 0-1,0 1 0,-1-1 0,1 0 1,0 0-1,0 0 0,0 0 1,0 0-1,0 0 0,1 0 1,-1 0-1,0-1 0,0 1 0,1 0 1,-1-1-1,0 1 0,1-1 1,-1 1-1,0-1 0,1 1 1,-1-1-1,1 0 0,-1 0 0,0 0 1,1 0-1,-1 0 0,3 0 1,34-15-2868,-33 12 2402,37-21-5543,-25 13 340,-9 5 612,2-3-1155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21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0 104,'0'0'8631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21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0 120 732,'7'-25'6234,"-2"17"-4414,-1 0 0,1 0 0,1 1 1,12-14-1,-3 5 5881,-9 9-4977,5 3-3866,-9 3 60,9-14-6799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22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0 688,'0'2'24810,"-3"19"-24192,-18 28 2483,16-39-2594,0 0 0,1 1 0,0 0 0,1-1 1,0 1-1,-1 12 0,1-8-507,3 0 0,0-15 0,0 0 0,-1 0 0,1 1 0,0-1 0,0 0 0,0 0 0,0 0 0,0 1 0,0-1 0,0 0 0,0 0 0,0 1 0,0-1 0,0 0 0,0 0 0,0 1 0,0-1 0,0 0 0,0 0 0,0 1 0,0-1 0,1 0 0,-1 0 0,0 0 0,0 1 0,0-1 0,0 0 0,0 0 0,1 0 0,-1 0 0,0 1 0,0-1 0,0 0 0,0 0 0,1 0 0,-1 0 0,0 0 0,0 0 0,1 1 0,-1-1 0,0 0 0,0 0 0,0 0 0,1 0 0,-1 0 0,0 0 0,0 0 0,1 0 0,3-2-44,-1 0 0,1 0 0,-1 0 0,0 0 0,1-1 0,-1 1 0,0-1 0,0 0 0,-1 0 0,1 0 0,0 0 0,3-7 0,12-23-5199,-11 16-1011,-2 0-3335,-2 4 3340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22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1616,'5'-5'-153,"2"-5"12109,-5 6-10284,-1 2-488,38-20 5041,132-2-766,-169 23-5239,2 1-1863,23 2 6877,-18-1-8208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23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11 1288 0 0,'0'0'13885'0'0,"-2"6"-12663"0"0,-2 28 977 0 0,4-22-1031 0 0,-1-1 0 0 0,0 0 1 0 0,-1 0-1 0 0,-6 21 0 0 0,8 1 744 0 0,0-32-1830 0 0,0 1 1 0 0,0-1-1 0 0,0 0 0 0 0,0 1 1 0 0,0-1-1 0 0,0 0 0 0 0,1 0 1 0 0,-1 1-1 0 0,0-1 0 0 0,1 0 1 0 0,-1 0-1 0 0,0 1 0 0 0,1-1 0 0 0,0 0 1 0 0,-1 0-1 0 0,1 0 0 0 0,0 0 1 0 0,-1 0-1 0 0,1 0 0 0 0,0 0 1 0 0,0 0-1 0 0,0 0 0 0 0,1 1 1 0 0,45-41-859 0 0,61-66 1 0 0,-90 87 761 0 0,18-8 243 0 0,-34 25 76 0 0,7 38 1168 0 0,-18 37 233 0 0,8-70-1622 0 0,1 1-1 0 0,0-1 1 0 0,0 1-1 0 0,1-1 1 0 0,-1 0-1 0 0,1 1 1 0 0,0-1-1 0 0,0 0 1 0 0,1 0-1 0 0,1 6 1 0 0,-1-8-84 0 0,-1-1 1 0 0,1 1 0 0 0,0-1-1 0 0,0 1 1 0 0,-1-1 0 0 0,1 0-1 0 0,0 0 1 0 0,0 0 0 0 0,0 0 0 0 0,0 0-1 0 0,0 0 1 0 0,0 0 0 0 0,1-1-1 0 0,-1 1 1 0 0,0-1 0 0 0,0 1-1 0 0,0-1 1 0 0,1 0 0 0 0,-1 0-1 0 0,0 0 1 0 0,4-1 0 0 0,13 0-242 0 0,0-2 0 0 0,0 0 0 0 0,-1-1-1 0 0,1-1 1 0 0,-1 0 0 0 0,0-1 0 0 0,0-2 0 0 0,-1 0 0 0 0,0 0 0 0 0,-1-2 0 0 0,1 0 0 0 0,22-19 0 0 0,-37 27 282 0 0,0 0 0 0 0,0 0 0 0 0,1 0-1 0 0,-1 1 1 0 0,1-1 0 0 0,-1 1 0 0 0,1-1 0 0 0,-1 1 0 0 0,1 0 0 0 0,4-1 0 0 0,-2 10 597 0 0,-11 16-380 0 0,3-15-323 0 0,0 0 1 0 0,1 0 0 0 0,0 0-1 0 0,0 0 1 0 0,1 1-1 0 0,0 9 1 0 0,1-17-328 0 0,3 14-1984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24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16,'0'0'243,"-1"0"0,1 0-1,0 0 1,-1 0 0,1 0 0,0 0 0,-1 0-1,1 0 1,0 1 0,-1-1 0,1 0 0,0 0 0,-1 0-1,1 0 1,0 0 0,-1 1 0,1-1 0,0 0-1,0 0 1,-1 0 0,1 1 0,0-1 0,0 0-1,0 0 1,-1 1 0,1-1 0,0 0 0,0 1-1,0-1 1,0 0 0,0 1 0,-1-1 0,1 0-1,0 1 1,0-1 0,0 0 0,0 1 0,12 9 2077,28 4-342,-2-11 1135,-31-3-2257,0 0 0,-1 1 0,1 0 0,0 0-1,0 0 1,8 4 0,-13-4 901,-2 1-1617,0 0 0,-1 1 0,1-1-1,-1 0 1,0 1 0,0-1 0,1 0 0,-1 0-1,-1 0 1,1 0 0,0 0 0,0 0 0,-1 0-1,1 0 1,-1 0 0,-3 2 0,-37 28 1166,0 1 135,40-31-1395,1 0 0,0 0 0,0 0 0,0 0 0,0 0 0,0 1 0,0-1 0,0 0 0,1 1 0,-1-1 0,1 1 0,-1-1 0,1 1 0,0-1 0,0 1 0,1-1 0,-1 0 0,0 1 0,1-1 0,1 5-1,2-3-15,1-1 0,0 0 0,0 0 0,0 0 0,1 0 0,-1-1 0,7 2 0,-7-2 13,4 2-284,0 0-1,0-1 1,0 0 0,0-1-1,1 0 1,-1 0 0,1-1-1,-1 0 1,1-1 0,11 0-1,-20 0 32,0-1-1,0 1 1,0 0-1,0-1 1,0 1-1,0 0 1,0-1-1,-1 1 1,1-1-1,0 1 1,0-1-1,0 0 1,-1 1-1,1-1 0,0 0 1,-1 1-1,1-1 1,-1 0-1,1 0 1,-1 0-1,1 0 1,-1 1-1,1-1 1,-1 0-1,1-2 1,-3-3-4260,-18-17-9306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24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1 104,'0'0'5659,"0"10"-3663,-2-4 1577,-72 120 4037,19-39-3977,-71 149 0,119-220-3332,-1 1 0,2 0 0,0 1 0,2 0 0,0-1 0,0 2 0,2-1 0,0 0 0,1 22 0,2-32-247,0 0 0,0 1 0,1-1 0,-1 0 0,2 0 0,-1-1 1,1 1-1,1 0 0,-1-1 0,1 0 0,0 1 0,1-2 0,0 1 0,0 0 0,0-1 0,1 0 0,0 0 0,0-1 0,1 0 0,-1 0 0,1 0 0,12 5 0,-1-1-649,1-2 0,-1 0 0,1-2 0,1 0 0,-1-1 0,1-1-1,36 2 1,-40-3-1073,11 0-824,-7-6-8789,-8 0 5514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25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1 820 0 0,'0'0'11208'0'0,"5"3"-10123"0"0,22 12 1547 0 0,54 23 0 0 0,10 5-429 0 0,-56-24-1438 0 0,-1 1 0 0 0,-1 3 0 0 0,-1 0-1 0 0,-1 2 1 0 0,45 47 0 0 0,-63-58-535 0 0,-1 1 1 0 0,-1 0-1 0 0,0 0 1 0 0,-1 1-1 0 0,-1 1 0 0 0,0 0 1 0 0,-1 0-1 0 0,-1 0 0 0 0,-1 1 1 0 0,-1 0-1 0 0,0 0 0 0 0,-1 1 1 0 0,3 36-1 0 0,-7-35 135 0 0,-1-1-1 0 0,-1 0 1 0 0,-1 1-1 0 0,-1-1 1 0 0,0-1-1 0 0,-1 1 1 0 0,-1 0 0 0 0,-1-1-1 0 0,0-1 1 0 0,-16 27-1 0 0,8-13-1 0 0,13-20-363 0 0,0-2-72 0 0,1-7-326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34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65 124 804 0 0,'0'0'3913'0'0,"-11"-3"6057"0"0,3 17-8840 0 0,1 0 1 0 0,0 0 0 0 0,1 1 0 0 0,1 0 0 0 0,0 0-1 0 0,1 0 1 0 0,-4 31 0 0 0,8-45-1034 0 0,-1 2 95 0 0,0 0 0 0 0,1 1-1 0 0,-1-1 1 0 0,1 0-1 0 0,0 1 1 0 0,-1-1 0 0 0,2 0-1 0 0,-1 1 1 0 0,0-1-1 0 0,1 0 1 0 0,-1 1 0 0 0,1-1-1 0 0,0 0 1 0 0,0 0 0 0 0,0 0-1 0 0,2 4 1 0 0,-2-6 114 0 0,2-4-174 0 0,9-11-37 0 0,-1-1 1 0 0,-1 0 0 0 0,0-1-1 0 0,-1 0 1 0 0,-1 0-1 0 0,11-34 1 0 0,-7 21 16 0 0,24-46 1 0 0,6-3 646 0 0,-42 76-657 0 0,-2 22 902 0 0,-2-1-1 0 0,-11 37 1 0 0,-10 47-529 0 0,24-101-475 0 0,-4 54 0 0 0,5-51 0 0 0,0 0 0 0 0,0 0 0 0 0,1 0 0 0 0,-1-1 0 0 0,1 1 0 0 0,0 0 0 0 0,0 0 0 0 0,1 0 0 0 0,-1-1 0 0 0,5 9 0 0 0,-5-12 0 0 0,1 1 0 0 0,-1-1 0 0 0,0 0 0 0 0,0 0 0 0 0,0 0 0 0 0,1 0 0 0 0,-1 0 0 0 0,0 0 0 0 0,1 0 0 0 0,-1-1 0 0 0,1 1 0 0 0,-1-1 0 0 0,1 1 0 0 0,-1-1 0 0 0,1 1 0 0 0,0-1 0 0 0,-1 0 0 0 0,1 1 0 0 0,0-1 0 0 0,-1 0 0 0 0,1 0 0 0 0,-1 0 0 0 0,1-1 0 0 0,2 1 0 0 0,31-11 0 0 0,-34 11 0 0 0,16-8-42 0 0,-1 0-1 0 0,0-1 1 0 0,-1-1 0 0 0,0 0 0 0 0,23-21-1 0 0,61-70-1007 0 0,-58 57 810 0 0,-26 30 499 0 0,-11 16 177 0 0,-17 27 389 0 0,2-5-801 0 0,-12 46-24 0 0,22-59 0 0 0,-2 3 0 0 0,2 1 0 0 0,1 7-400 0 0,0-22 143 0 0,0 1 1 0 0,0 0-1 0 0,1-1 1 0 0,-1 1-1 0 0,0 0 1 0 0,1-1-1 0 0,-1 1 1 0 0,1-1-1 0 0,-1 1 1 0 0,1-1-1 0 0,-1 1 1 0 0,1-1-1 0 0,-1 1 0 0 0,1-1 1 0 0,0 0-1 0 0,-1 1 1 0 0,1-1-1 0 0,-1 0 1 0 0,1 1-1 0 0,0-1 1 0 0,-1 0-1 0 0,1 0 1 0 0,0 0-1 0 0,0 1 0 0 0,-1-1 1 0 0,2 0-1 0 0,26-6-14103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35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6 732,'3'-5'30887,"-4"23"-30657,-1 0-1,-1 0 1,0 0-1,-11 30 1,5-10-230,5-27 0,3 2 0,0-10 0,13-17-196,-9 10-817,-3-6-10564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36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1356,'3'-12'11072,"-2"12"-10762,0-1 1,0 1-1,0 0 0,0 0 1,0-1-1,0 1 0,0 0 1,0 0-1,0 0 1,0 0-1,0 1 0,-1-1 1,1 0-1,0 0 1,0 0-1,0 1 0,0-1 1,0 1-1,0-1 0,0 0 1,0 1-1,-1 0 1,1-1-1,0 1 0,0-1 1,-1 1-1,1 0 1,0 0-1,0 1 0,1 0 223,-1 1 0,0 0 1,0 0-1,0 1 0,0-1 0,0 0 0,0 0 0,-1 0 0,1 5 0,-1 9 904,-1 1 1,-4 27-1,3-28-1206,1 1 0,1 0 0,1-1-1,1 1 1,5 29 0,-6-46-402,-1 1 1,1-1-1,-1 1 0,1-1 0,-1 0 1,1 1-1,0-1 0,-1 0 1,1 1-1,0-1 0,0 0 1,0 0-1,0 0 0,0 0 0,0 0 1,1 0-1,-1 0 0,0 0 1,0 0-1,1-1 0,-1 1 0,0-1 1,1 1-1,-1-1 0,1 1 1,-1-1-1,1 0 0,-1 1 0,1-1 1,-1 0-1,1 0 0,-1 0 1,3-1-1,22-8-6294,-24 8 5606,-1 0 1,1 0 0,-1-1 0,1 1 0,-1 0 0,0-1 0,1 0 0,-1 1 0,0-1 0,0 0-1,0 1 1,1-3 0,-1-6-4396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37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17 268,'-27'-8'4240,"1"2"-1035,24 6-2176,-7-2 9647,49 10-9330,-1-1-1,1-2 0,41 0 0,55-3-2209,-98-10-3936,-26 4-5878,-4 1 5921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37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80 100 0 0,'14'-14'17413'0'0,"-17"27"-12991"0"0,2 12-5467 0 0,-5 22 3728 0 0,4-40-2328 0 0,1 0 1 0 0,0 1-1 0 0,0-1 1 0 0,1 0-1 0 0,-1 1 1 0 0,2-1-1 0 0,-1 0 1 0 0,1 1-1 0 0,2 10 1 0 0,0-3 309 0 0,-3-14-652 0 0,-1-1-1 0 0,1 1 1 0 0,0-1-1 0 0,0 1 1 0 0,0-1 0 0 0,0 1-1 0 0,0-1 1 0 0,0 1-1 0 0,0-1 1 0 0,0 1-1 0 0,1-1 1 0 0,-1 1-1 0 0,0-1 1 0 0,0 1-1 0 0,0-1 1 0 0,1 1-1 0 0,-1-1 1 0 0,0 1-1 0 0,0-1 1 0 0,1 0-1 0 0,-1 1 1 0 0,0-1-1 0 0,1 1 1 0 0,-1-1-1 0 0,0 0 1 0 0,1 1-1 0 0,-1-1 1 0 0,1 0-1 0 0,-1 0 1 0 0,0 1-1 0 0,1-1 1 0 0,-1 0-1 0 0,1 0 1 0 0,-1 0-1 0 0,1 1 1 0 0,-1-1-1 0 0,1 0 1 0 0,-1 0 0 0 0,1 0-1 0 0,0 0 1 0 0,1 0-9 0 0,2-1-191 0 0,2-2 108 0 0,-1 0 0 0 0,0 0 0 0 0,0 0 0 0 0,0-1 0 0 0,0 1 0 0 0,-1-1 0 0 0,1 0 0 0 0,-1-1 0 0 0,7-8 0 0 0,34-55-628 0 0,-11 15 392 0 0,18-26 303 0 0,-52 78 63 0 0,1 0 0 0 0,-1 0 0 0 0,1 0 0 0 0,0-1-1 0 0,-1 1 1 0 0,1 0 0 0 0,0 0 0 0 0,0 0 0 0 0,0 0-1 0 0,0 1 1 0 0,0-1 0 0 0,0 0 0 0 0,0 0 0 0 0,0 0-1 0 0,0 1 1 0 0,1-1 0 0 0,-1 1 0 0 0,0-1 0 0 0,0 1-1 0 0,0-1 1 0 0,3 1 0 0 0,-3 0 27 0 0,-1 1-1 0 0,1-1 1 0 0,0 1-1 0 0,-1-1 1 0 0,1 1-1 0 0,0 0 1 0 0,-1-1 0 0 0,1 1-1 0 0,-1 0 1 0 0,1 0-1 0 0,-1-1 1 0 0,0 1 0 0 0,1 0-1 0 0,-1 0 1 0 0,0 0-1 0 0,1 0 1 0 0,-1 0 0 0 0,0-1-1 0 0,0 1 1 0 0,0 0-1 0 0,0 0 1 0 0,0 2 0 0 0,1 5 318 0 0,-1 1 0 0 0,0 0 0 0 0,0 0 0 0 0,-1-1 0 0 0,-3 13 0 0 0,1-7-193 0 0,0 0 1 0 0,1 1-1 0 0,0 0 1 0 0,2-1-1 0 0,0 21 1 0 0,0-1-237 0 0,0-27 33 0 0,0-6 0 0 0,0 0 0 0 0,0-1 0 0 0,0 1 0 0 0,0 0 0 0 0,0 0 0 0 0,0-1 0 0 0,0 1 0 0 0,0 0 0 0 0,0 0 0 0 0,0-1 0 0 0,0 1 0 0 0,0 0 0 0 0,0 0 0 0 0,1-1 0 0 0,-1 1 0 0 0,0 0 0 0 0,1-1 0 0 0,-1 1 0 0 0,0 0 0 0 0,1-1 0 0 0,-1 1 0 0 0,1-1 0 0 0,-1 1 0 0 0,1-1 0 0 0,-1 1 0 0 0,1-1 0 0 0,0 1 0 0 0,-1-1 0 0 0,1 1 0 0 0,-1-1 0 0 0,1 0 0 0 0,0 1 0 0 0,-1-1 0 0 0,1 0 0 0 0,0 1 0 0 0,0-1 0 0 0,-1 0 0 0 0,1 0 0 0 0,1 0 0 0 0,12 3 0 0 0,-12-3-7 0 0,-1 1 0 0 0,1-1 0 0 0,-1 0 0 0 0,1 0 0 0 0,-1 0 0 0 0,1 0 0 0 0,-1 0 0 0 0,0 0 0 0 0,1 0 0 0 0,-1 0 0 0 0,1 0 0 0 0,-1-1 0 0 0,1 1 0 0 0,-1-1 0 0 0,0 1 0 0 0,1-1 0 0 0,-1 0 0 0 0,0 1 0 0 0,1-1 0 0 0,-1 0 0 0 0,0 0 0 0 0,0 0 0 0 0,0 0 0 0 0,2-1 0 0 0,-1-1-55 0 0,21-13-418 0 0,-1-2 0 0 0,0 0 0 0 0,-1-1 0 0 0,24-29 0 0 0,-8 9 332 0 0,-37 38 175 0 0,1 0 1 0 0,-1 0-1 0 0,1 0 0 0 0,0 0 1 0 0,0 0-1 0 0,-1 0 1 0 0,1 1-1 0 0,0-1 0 0 0,0 0 1 0 0,0 0-1 0 0,0 1 0 0 0,0-1 1 0 0,0 1-1 0 0,0-1 0 0 0,0 1 1 0 0,0-1-1 0 0,0 1 0 0 0,0-1 1 0 0,2 1-1 0 0,-5 18 621 0 0,-2 9-544 0 0,2-4-34 0 0,-1 18-2353 0 0,3-39 1941 0 0,0 0-1 0 0,0-1 1 0 0,1 1 0 0 0,-1 0 0 0 0,0 0-1 0 0,1 0 1 0 0,-1-1 0 0 0,1 1 0 0 0,0 0-1 0 0,0-1 1 0 0,-1 1 0 0 0,1 0-1 0 0,0-1 1 0 0,0 1 0 0 0,0-1 0 0 0,1 1-1 0 0,-1-1 1 0 0,2 2 0 0 0,8 4-6710 0 0,-2-2 4042 0 0,-3-3 737 0 0,6 3-3481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38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6 88,'-6'-6'21351,"15"15"-20600,0 0-1,1-1 1,-1-1-1,2 0 1,16 10-1,-20-14-358,-5-2-265,0 0 0,0 0 0,0 0 0,0 1 1,0-1-1,0 0 0,-1 1 0,1-1 0,0 1 0,-1 0 0,1-1 1,-1 1-1,0 0 0,1 0 0,-1 0 0,2 4 0,-3-5 650,-1 3-356,-1 0-299,0 0-1,0-1 0,0 1 0,-1-1 1,1 1-1,-1-1 0,1 0 0,-1 0 1,0 0-1,-1 0 0,1 0 0,-5 2 1,-6 7 377,-1 0 0,-21 26 0,27-27-499,10-1 0,10-1 0,3-4 0,0-1 0,0-1 0,0 0 0,0 0 0,0-2 0,0 0 0,0 0 0,21-3 0,-31 2 0,1 0-196,1 1 1,0-1-1,-1 0 1,1 0-1,-1-1 0,1 0 1,7-2-1,-4 0-4524,-7 2 2930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38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14 1136,'-45'-13'9146,"26"17"-7960,1 1 0,0 1-1,0 1 1,0 0 0,0 2-1,1 0 1,1 0 0,0 2-1,-27 21 1,27-17-573,0 0-1,1 0 1,1 2-1,0-1 1,1 2 0,1 0-1,1 0 1,0 1-1,1 1 1,1 0 0,2 0-1,-1 0 1,2 1 0,-3 22-1,7-32-500,1 1-1,0-1 0,1 1 1,0-1-1,1 1 1,0-1-1,1 1 1,0-1-1,1 0 0,0 0 1,1 0-1,0 0 1,11 19-1,-10-23-117,0 0 0,0 0 0,1 0 0,0-1 0,0 0 0,0 0 0,1 0 0,0-1 0,0 0 0,0 0 0,1-1-1,-1 0 1,1 0 0,0-1 0,0 0 0,1 0 0,-1-1 0,1 0 0,9 1 0,-1-1-833,-1-1 0,1-1 0,30-3 0,-16-2-5264,0-2-5619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39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7 1236 0 0,'-4'-6'19118'0'0,"3"17"-18538"0"0,0 1-1 0 0,1-1 1 0 0,0 0 0 0 0,1 1-1 0 0,1-1 1 0 0,0 0 0 0 0,0 1 0 0 0,8 19-1 0 0,40 90 1842 0 0,-27-68-1625 0 0,-2 0 0 0 0,-3 2-1 0 0,-2 0 1 0 0,-2 0 0 0 0,10 89 0 0 0,-23-134-796 0 0,-1 1 0 0 0,0 0 0 0 0,0-1 0 0 0,-1 1 0 0 0,0 0 0 0 0,-1-1 0 0 0,-5 19 0 0 0,4-23 0 0 0,1 0 0 0 0,-1 1 0 0 0,0-2 0 0 0,-1 1 0 0 0,1 0 0 0 0,-1-1 0 0 0,-1 1 0 0 0,1-1 0 0 0,-1 0 0 0 0,1-1 0 0 0,-1 1 0 0 0,-1-1 0 0 0,1 0 0 0 0,0 0 0 0 0,-8 4 0 0 0,1-1 0 0 0,5 0 0 0 0,1-1-5 0 0,4-5-161 0 0,10-15-11801 0 0,-1 6 8981 0 0,-3 1-3531 0 0,1-3 259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59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57 1684,'0'0'20396,"-3"4"-19670,-10 14 8,13-17-668,0 0 0,-1-1 0,1 1-1,0-1 1,0 1 0,-1 0 0,1 0 0,0-1-1,0 1 1,0 0 0,0-1 0,0 1 0,0 0-1,0-1 1,0 1 0,0 0 0,0 0-1,0-1 1,1 1 0,-1 0 0,0-1 0,0 1-1,1 0 1,0 0 0,-1 0 33,0-1 1,1 1-1,-1 0 1,0 0-1,1 0 0,-1 0 1,0-1-1,0 1 0,0 0 1,0 0-1,0 0 1,0 0-1,0 0 0,0 0 1,0 0-1,0-1 0,0 1 1,-1 2-1,-12 54 4168,13-55-4204,-1 0 0,1-1-1,0 1 1,0 0 0,0-1-1,0 1 1,0 0 0,0-1 0,0 1-1,1 0 1,-1-1 0,0 1-1,1 1 1,3 16 460,-8 27-495,1-24-29,0 0 1,2 0-1,3 35 1,1-47 0,2 0 0,-4 1 0,3-2 0,6-3 0,7-8 0,-11 0 0,0-1 0,0-1 0,0 1 0,-1-1 0,0 0 0,1 0 0,-2 0 0,1-1 0,0 0 0,-1 0 0,0 0 0,0 0 0,0-1 0,5-11 0,6-13 0,18-53 0,-25 61 0,10-45 0,-14 48 0,1 1 0,14-36 0,0 10 0,-17 33 0,-2 11 0,0 0 0,0 0 0,0 0 0,0-1 0,0 1 0,-1 0 0,1 0 0,0 0 0,0 0 0,0 0 0,0 0 0,0 0 0,0-1 0,0 1 0,0 0 0,0 0 0,0 0 0,0 0 0,0 0 0,0 0 0,0 0 0,1 0 0,-1-1 0,0 1 0,0 0 0,0 0 0,0 0 0,0 0 0,0 0 0,0 0 0,0 0 0,0 0 0,0 0 0,0-1 0,0 1 0,0 0 0,1 0 0,-1 0 0,0 0 0,0 0 0,0 0 0,0 0 0,0 0 0,0 0 0,0 0 0,0 0 0,1 0 0,-1 0 0,0 0 0,0 0 0,0 0 0,0 0 0,0 0 0,0 0 0,0 0 0,1 0 0,-1 0 0,0 0 0,0 0 0,0 0 0,0 0 0,0 0 0,0 0 0,0 0 0,0 0 0,1 1 0,-1-1 0,0 0 0,7 16-94,-6-11-562,18-16-9959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59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14 1024,'-11'-13'21469,"-128"155"-12343,108-108-8074,-5 8-947,-18 18-114,47-48 14,6-9-14,0 0 0,0-1-1,0 1 1,0 0 0,-1 0-1,1-1 1,-1 1 0,1-1-1,-1 1 1,0-1 0,0 0-1,0 0 1,-4 3 0,10-9 100,2-3-1121,0 1 0,-1-1 0,0 0 0,0-1 0,6-14 0,7-22-4328,-10 26 1354,-1-1-3993,1 7 2827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59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28 1212,'-16'-28'18298,"14"35"-17253,0 1-1,0-1 0,1 0 0,0 1 1,1-1-1,-1 1 0,1-1 0,1 1 0,0-1 1,3 15-1,-1-13-926,0 0 0,0-1 0,1 1 0,1-1 0,-1 0 0,1 0 0,1 0 0,-1 0 0,1-1 0,1 0 0,-1-1 0,1 1 0,0-1 0,10 6 0,0 0-118,3 2 0,0-2 0,1 0 0,0-1 0,24 8 0,-36-13 0,-5-2-219,11-5-2178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9:01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1 712,'0'0'19493,"-2"5"-17946,-8 21 908,2 1-1,-6 27 1,-8 64 1349,10-50-3957,9-60 160,5 60-99,-2-65-476,2-9-3805,5-23 1997,-6 22 1264,0-1 0,-1 0 0,0 0 0,0 0 0,-1 0 0,0 0 0,0 0 0,-1 0 0,-4-13 0,-19-15-406,22 33 1785,0 0 0,0 0-1,0 1 1,0-1 0,-1 1 0,1 0 0,-8-4 0,8 5 358,-7-1 5017,9 4-5539,1-1 0,-1 0 0,1 0 0,0 1 0,-1-1 0,1 0 0,0 1 0,0-1 0,0 0 0,0 1 0,0-1-1,0 0 1,1 1 0,-1-1 0,0 0 0,1 0 0,-1 1 0,1-1 0,-1 0 0,1 0 0,-1 0 0,1 0 0,0 1 0,0-1 0,0 0 0,1 1-1,3 2 200,-1 0 0,1 0 0,0-1 0,0 1 0,0-1 0,9 3 0,11 5 1165,50 11 1,-72-21-1342,19 1 512,-17-3-3012,3 0-3595,-14-1 4410,-1-1 850,-7-3-250,0 0-2637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48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15 324 0 0,'0'0'32429'0'0,"0"-4"-32417"0"0,-2-7-10 0 0,-8 25-2 0 0,-3 5 0 0 0,5-6 0 0 0,-4 36 0 0 0,11-37 0 0 0,-1 1 0 0 0,-4-2 0 0 0,4 0 0 0 0,-2 1 0 0 0,0 1 0 0 0,3 0 0 0 0,-3 1 0 0 0,3 1 0 0 0,1-3 0 0 0,-3 0 0 0 0,2-8 0 0 0,-3-28 0 0 0,4 3 0 0 0,4 7 0 0 0,-3 2 0 0 0,-1 1 0 0 0,3-2 0 0 0,2-1 0 0 0,-4 0 0 0 0,-1 1 0 0 0,3 4 0 0 0,-3 5 0 0 0,-16 90 0 0 0,10-54 0 0 0,2 0 0 0 0,1 1 0 0 0,1 58 0 0 0,2-78 0 0 0,1-2 0 0 0,-1-11 0 0 0,0 0 0 0 0,0 0 0 0 0,0 0 0 0 0,0 0 0 0 0,0 0 0 0 0,0-1 0 0 0,0 1 0 0 0,0 0 0 0 0,1 0 0 0 0,-1 0 0 0 0,0 0 0 0 0,0 0 0 0 0,0 0 0 0 0,0 0 0 0 0,0 0 0 0 0,0 0 0 0 0,0 0 0 0 0,0 0 0 0 0,0 0 0 0 0,1 0 0 0 0,-1 0 0 0 0,0 0 0 0 0,0 0 0 0 0,0 0 0 0 0,0 0 0 0 0,0 0 0 0 0,0 0 0 0 0,0 0 0 0 0,0 0 0 0 0,1 0 0 0 0,-1 0 0 0 0,0 0 0 0 0,0 0 0 0 0,0 0 0 0 0,0 0 0 0 0,0 1 0 0 0,0-1 0 0 0,0 0 0 0 0,0 0 0 0 0,0 0 0 0 0,0 0 0 0 0,1 0 0 0 0,-1 0 0 0 0,0 0 0 0 0,0 0 0 0 0,0 0 0 0 0,0 0 0 0 0,0 0 0 0 0,0 1 0 0 0,0-1 0 0 0,0 0 0 0 0,0 0 0 0 0,0 0 0 0 0,0 0 0 0 0,0 0 0 0 0,0 0 0 0 0,0 0 0 0 0,0 0 0 0 0,0 1 0 0 0,0-1 0 0 0,0 0 0 0 0,0 0 0 0 0,0 0 0 0 0,0 0 0 0 0,0 0 0 0 0,7-18 0 0 0,-1 4 0 0 0,-5 3 0 0 0,6-45 0 0 0,-4 34 0 0 0,0 0 0 0 0,12-39 0 0 0,-11 51 0 0 0,0-3 0 0 0,1 0 0 0 0,-4 2 0 0 0,-5 19 0 0 0,0-2 0 0 0,0 0 0 0 0,0 0 0 0 0,1 0 0 0 0,0 1 0 0 0,1-1 0 0 0,-4 14 0 0 0,-13 71 0 0 0,12-59 0 0 0,6-19 0 0 0,1 0 0 0 0,0-2 0 0 0,0 0-41 0 0,0-9-223 0 0,-1-5-534 0 0,1 0 552 0 0,-1 0 0 0 0,0 1 0 0 0,1-1 0 0 0,-1 0 0 0 0,-1 1 0 0 0,1-1-1 0 0,0 1 1 0 0,-1-1 0 0 0,-3-4 0 0 0,-11-14-6161 0 0,6 8-5559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27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9 460,'0'0'1085,"16"-6"2478,-12 4-6657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28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48 332,'11'-10'26458,"-27"35"-25923,-30 49 1459,-44 93 0,54-75-1030,35-90-927,1-1-152,0-1 112,0 0 1,-1 0-1,1 0 0,0 1 0,0-1 0,0 0 1,0 0-1,0 0 0,0 1 0,-1-1 0,1 0 0,0 0 1,0 0-1,0 1 0,0-1 0,0 0 0,0 0 1,0 1-1,0-1 0,0 0 0,0 0 0,0 0 0,0 1 1,0-1-1,0 0 0,0 0 0,1 1 0,-1-1 1,0 0-1,0 0 0,0 0 0,0 0 0,0 1 1,0-1-1,0 0 0,1 0 0,-1 0 0,0 0 0,0 1 1,0-1-1,0 0 0,1 0 0,-1 0 0,0 0 1,0 0-1,0 0 0,1 0 0,-1 1 0,0-1 0,0 0 1,1 0-1,-1 0 0,0 0 0,0 0 0,0 0 1,1 0-1,-1 0 0,0 0 0,0 0 0,1 0 1,17-18-127,-1 0 0,-1 0 0,-1-2 0,16-24 1,52-98-733,-58 96 627,20-36-11,-42 76 345,6-7 939,-9 18 276,-1 33-1046,5 28-269,-4-49 0,1 0 0,1 0 0,4 23 0,3-4 0,-3-10 0,1-1 0,13 31 0,-16-48 0,-2-3 0,0 0 0,0-1 0,0 1 0,1-1 0,-1 0 0,1 0 0,7 8 0,64 43 0,-65-48 0,-2-3-34,-5-3-355,-7-3-2562,-2 0 3863,-5-2-3439,-27-6-14405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28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55 584,'-3'-9'8939,"15"-5"-8720,-5 10 2641,-5 4-1015,0-1-1285,-1 0 0,1 1 0,0-1 0,0 1 0,0-1 0,0 1 0,-1 0-1,1 0 1,0 0 0,0 0 0,0 0 0,3 1 0,19 3 1230,0-2-1,26 1 1,13-6 994,109-18-1,-169 20-2695,4 0-84,-9 3 4,0-1-2,6-1-6,53-10-38,-56 9-213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29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0 109 1112 0 0,'11'-17'25658'0'0,"-7"29"-24329"0"0,0 0-1 0 0,-1 0 1 0 0,3 22-1 0 0,-2 43-645 0 0,5 12-683 0 0,-3-54 0 0 0,-6-31 0 0 0,1 0 0 0 0,0 1 0 0 0,1-1 0 0 0,-1 0 0 0 0,0 0 0 0 0,1 0 0 0 0,0 0 0 0 0,0-1 0 0 0,0 1 0 0 0,1 0 0 0 0,-1-1 0 0 0,1 0 0 0 0,0 1 0 0 0,0-1 0 0 0,0 0 0 0 0,0-1 0 0 0,0 1 0 0 0,1 0 0 0 0,-1-1 0 0 0,1 0 0 0 0,0 0 0 0 0,0 0 0 0 0,0 0 0 0 0,0-1 0 0 0,0 1 0 0 0,0-1 0 0 0,0 0 0 0 0,6 1 0 0 0,-6-2 0 0 0,0 1 0 0 0,0-1 0 0 0,0 0 0 0 0,0 0 0 0 0,0-1 0 0 0,0 1 0 0 0,0-1 0 0 0,0 0 0 0 0,0 0 0 0 0,0 0 0 0 0,-1 0 0 0 0,1-1 0 0 0,0 0 0 0 0,-1 1 0 0 0,1-1 0 0 0,-1-1 0 0 0,0 1 0 0 0,0 0 0 0 0,0-1 0 0 0,0 0 0 0 0,5-5 0 0 0,21-56 0 0 0,-15-18 0 0 0,-12 68 0 0 0,-1 0 0 0 0,2 0 0 0 0,0 0 0 0 0,0 0 0 0 0,1 0 0 0 0,1 1 0 0 0,0 0 0 0 0,11-18 0 0 0,-16 30 0 0 0,17-25 0 0 0,1 1 0 0 0,29-30 0 0 0,-38 47 0 0 0,1 2 0 0 0,-2 0-141 0 0,-6 5-651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30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1 344,'0'0'18001,"-4"2"-17098,-16 14 1080,1 0-1,1 1 1,-25 28-1,7-6 352,-37 37 790,72-74-3467,25-26-22406,-15 15 17381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30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1364,'0'0'12057,"2"5"-10284,3 12-21,1-1 1,1 0-1,1 0 0,0 0 0,1-1 1,12 16-1,1-4 17,1 0 0,34 28 0,-52-51-1769,0 1 0,0 0 0,1 0 0,0-1 0,0 0 0,1 0 0,-1 0 0,1-1 0,13 5 0,-11-3 0,-2 0 0,2-1 0,-2 0-165,-5-3-753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49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52 1340 0 0,'-1'-1'507'0'0,"0"1"1"0"0,0-1-1 0 0,1 1 0 0 0,-1 0 0 0 0,0-1 1 0 0,1 1-1 0 0,-1-1 0 0 0,1 0 0 0 0,-1 1 1 0 0,1-1-1 0 0,-1 1 0 0 0,1-1 0 0 0,-1 0 0 0 0,1 0 1 0 0,-1 1-1 0 0,1-1 0 0 0,0 0 0 0 0,-1 1 1 0 0,1-1-1 0 0,0 0 0 0 0,0 0 0 0 0,0 0 1 0 0,0 1-1 0 0,0-1 0 0 0,-1 0 0 0 0,1 0 1 0 0,1 0-1 0 0,-1 0 0 0 0,0 1 0 0 0,0-1 1 0 0,0 0-1 0 0,0 0 0 0 0,0 1 0 0 0,1-1 1 0 0,0-1-1 0 0,11-7 4548 0 0,7 2-4795 0 0,-13 4 31 0 0,1 2-1 0 0,-1-1 1 0 0,1 1 0 0 0,0 0 0 0 0,-1 0 0 0 0,1 1 0 0 0,0-1 0 0 0,0 2 0 0 0,-1-1 0 0 0,1 1 0 0 0,0 0 0 0 0,0 0 0 0 0,-1 1 0 0 0,1 0 0 0 0,-1 0 0 0 0,0 1 0 0 0,0-1-1 0 0,0 1 1 0 0,0 1 0 0 0,0-1 0 0 0,0 1 0 0 0,-1 0 0 0 0,0 0 0 0 0,0 1 0 0 0,6 6 0 0 0,-6-6-281 0 0,-1 0 0 0 0,-1 0 1 0 0,1 0-1 0 0,-1 0 0 0 0,0 0 0 0 0,0 1 1 0 0,0 0-1 0 0,-1-1 0 0 0,0 1 0 0 0,0 0 1 0 0,0 0-1 0 0,-1 0 0 0 0,0 0 0 0 0,0 1 1 0 0,-1-1-1 0 0,0 0 0 0 0,0 0 0 0 0,0 0 1 0 0,-1 1-1 0 0,1-1 0 0 0,-2 0 0 0 0,1 0 1 0 0,-1 0-1 0 0,0 0 0 0 0,0 0 1 0 0,0 0-1 0 0,-5 7 0 0 0,-1-1-10 0 0,0 0 0 0 0,-1 0 0 0 0,0-1 0 0 0,-1-1 0 0 0,-1 1 0 0 0,1-1 0 0 0,-2-1 0 0 0,1 0 0 0 0,-1-1 0 0 0,-23 13 0 0 0,5-7 0 0 0,0-1 0 0 0,-1-1 0 0 0,0-1 0 0 0,-35 6 0 0 0,55-16 0 0 0,10-1 0 0 0,1 0 0 0 0,0 0 0 0 0,0 0 0 0 0,-1 0 0 0 0,1 0 0 0 0,0 0 0 0 0,0 0 0 0 0,-1-1 0 0 0,1 1 0 0 0,0 0 0 0 0,0 0 0 0 0,0 0 0 0 0,-1-1 0 0 0,1 1 0 0 0,0 0 0 0 0,0 0 0 0 0,0 0 0 0 0,0-1 0 0 0,-1 1 0 0 0,1 0 0 0 0,0 0 0 0 0,0-1 0 0 0,0 1 0 0 0,0 0 0 0 0,0 0 0 0 0,0-1 0 0 0,0 1 0 0 0,0 0 0 0 0,0 0 0 0 0,0-1 0 0 0,0 1 0 0 0,0 0 0 0 0,0-1 0 0 0,0 1 0 0 0,0 0 0 0 0,0 0 0 0 0,0-1 0 0 0,0 1 0 0 0,0 0 0 0 0,0 0 0 0 0,0-1 0 0 0,1 1 0 0 0,-1 0 0 0 0,0-1 0 0 0,3-3 0 0 0,1 1 0 0 0,0-1 0 0 0,0 1 0 0 0,0-1 0 0 0,0 1 0 0 0,0 0 0 0 0,1 0 0 0 0,-1 1 0 0 0,1 0 0 0 0,0-1 0 0 0,0 2 0 0 0,0-1 0 0 0,0 0 0 0 0,0 1 0 0 0,0 0 0 0 0,10-1 0 0 0,14-1 0 0 0,49-1 0 0 0,-52 4 0 0 0,0 1 0 0 0,0 0 0 0 0,0 2 0 0 0,-1 2 0 0 0,1 0 0 0 0,25 9 0 0 0,-49-12 0 0 0,23 10 0 0 0,-12-6 0 0 0,-7 2 0 0 0,2-2 0 0 0,-1-1 0 0 0,3-1-45 0 0,-8-4-397 0 0,-20-30-26374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0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92 0 0,'0'0'13774'0'0,"-3"4"-12185"0"0,-2 4-926 0 0,0 0-1 0 0,1 1 1 0 0,0 0 0 0 0,0-1 0 0 0,1 1-1 0 0,0 1 1 0 0,1-1 0 0 0,0 0 0 0 0,0 1-1 0 0,1-1 1 0 0,0 1 0 0 0,0-1 0 0 0,2 1-1 0 0,-1-1 1 0 0,1 1 0 0 0,4 17 0 0 0,7 13 1313 0 0,-11-39-1941 0 0,0 1 0 0 0,-1-1 0 0 0,1 1 0 0 0,0-1-1 0 0,0 0 1 0 0,0 1 0 0 0,0-1 0 0 0,0 0 0 0 0,1 0-1 0 0,-1 0 1 0 0,0 0 0 0 0,0 0 0 0 0,1 0 0 0 0,-1 0-1 0 0,1 0 1 0 0,-1-1 0 0 0,1 1 0 0 0,-1 0 0 0 0,1-1 0 0 0,2 1-1 0 0,-2-1-72 0 0,31-29-456 0 0,-11-5 153 0 0,-12 18 376 0 0,0 0 0 0 0,13-29 0 0 0,-2 17 502 0 0,-1 3 551 0 0,-20 24-903 0 0,1-9-60 0 0,-6 41 2036 0 0,3-13-2156 0 0,-2 1-4 0 0,1 0 1 0 0,1 1-1 0 0,2 32 1 0 0,0-48-2 0 0,0-1 0 0 0,0 0 0 0 0,0 0 0 0 0,1 1 0 0 0,-1-1 0 0 0,1 0 0 0 0,0 0 0 0 0,0 0-1 0 0,0 0 1 0 0,1 0 0 0 0,-1 0 0 0 0,1 0 0 0 0,-1 0 0 0 0,1 0 0 0 0,0-1 0 0 0,0 1 0 0 0,0-1 0 0 0,1 1 0 0 0,-1-1 0 0 0,0 0 0 0 0,1 0 0 0 0,0 0 0 0 0,-1 0 0 0 0,1-1 0 0 0,0 1 0 0 0,0-1 0 0 0,0 1 0 0 0,5 1 0 0 0,-1-2 0 0 0,-1-1 0 0 0,1 1 0 0 0,0-1 0 0 0,-1 0 0 0 0,1-1 0 0 0,-1 1 0 0 0,1-1 0 0 0,-1-1 0 0 0,0 1 0 0 0,1-1 0 0 0,-1 0 0 0 0,0 0 0 0 0,0-1 0 0 0,0 0 0 0 0,0 0 0 0 0,-1-1 0 0 0,1 1 0 0 0,-1-1 0 0 0,0 0 0 0 0,6-6 0 0 0,1-2-176 0 0,-1-1 0 0 0,0 0 0 0 0,-1-1 0 0 0,0 0 1 0 0,-1 0-1 0 0,0-1 0 0 0,6-17 0 0 0,-10 22 171 0 0,17-28 775 0 0,-22 38-762 0 0,0-1 0 0 0,0 1 0 0 0,0 0 0 0 0,0 0 0 0 0,0 0 0 0 0,0 0 0 0 0,0 0 0 0 0,0 0 0 0 0,0 0 0 0 0,0 0 0 0 0,0 0 0 0 0,0-1 0 0 0,1 1 0 0 0,-1 0 0 0 0,0 0 0 0 0,0 0 0 0 0,0 0 0 0 0,0 0 0 0 0,0 0 0 0 0,0 0 0 0 0,0 0 0 0 0,0 0 0 0 0,0 0 0 0 0,0 0 0 0 0,0 0 0 0 0,0 0 0 0 0,1 0 0 0 0,-1 0 0 0 0,0 0 0 0 0,0-1 0 0 0,0 1 0 0 0,0 0 0 0 0,0 0 0 0 0,0 0 0 0 0,0 0 0 0 0,0 0 0 0 0,0 0 0 0 0,1 0 0 0 0,-1 0 0 0 0,0 0 0 0 0,0 0 0 0 0,0 0 0 0 0,0 1 0 0 0,0-1 0 0 0,0 0 0 0 0,0 0 0 0 0,0 0 0 0 0,0 0 0 0 0,1 0 0 0 0,-1 0 0 0 0,0 0 0 0 0,0 0 0 0 0,0 0 0 0 0,0 0 0 0 0,0 0 0 0 0,0 0 0 0 0,0 0 0 0 0,0 0 0 0 0,0 0 0 0 0,0 1 0 0 0,0-1 0 0 0,0 0 0 0 0,0 0 0 0 0,0 0 0 0 0,0 0 0 0 0,0 0 0 0 0,0 0 0 0 0,1 0 0 0 0,-1 0 0 0 0,-3 19 74 0 0,1-8-82 0 0,0 1 0 0 0,1-1 0 0 0,0 1 0 0 0,2 19 0 0 0,-1-9 0 0 0,1-14 0 0 0,0 0 0 0 0,0 0 0 0 0,0 0 0 0 0,1 0 0 0 0,0 0 0 0 0,1-1 0 0 0,0 1 0 0 0,5 10 0 0 0,-6-10-11 0 0,16-6-3592 0 0,-11-3-2548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1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1272 0 0,'0'0'1592'0'0,"33"-9"6116"0"0,49 30-637 0 0,-59-17-5255 0 0,-1 2-1 0 0,0 0 0 0 0,33 14 1 0 0,-55-20-1771 0 0,1 1 0 0 0,-1-1 0 0 0,1 0 0 0 0,-1 0 0 0 0,1 1 0 0 0,-1-1 0 0 0,1 0 0 0 0,-1 1 0 0 0,1-1 1 0 0,-1 1-1 0 0,0-1 0 0 0,1 1 0 0 0,-1-1 0 0 0,0 0 0 0 0,1 1 0 0 0,-1-1 0 0 0,0 1 0 0 0,1 0 0 0 0,-1-1 0 0 0,0 1 0 0 0,0-1 0 0 0,0 1 0 0 0,0-1 0 0 0,0 1 0 0 0,0-1 0 0 0,1 1 1 0 0,-1 0-1 0 0,-1-1 0 0 0,1 1 0 0 0,0-1 0 0 0,0 1 0 0 0,0-1 0 0 0,0 1 0 0 0,0 0 0 0 0,0-1 0 0 0,-1 1 0 0 0,1-1 0 0 0,0 1 0 0 0,0-1 0 0 0,-1 1 0 0 0,1-1 0 0 0,0 1 0 0 0,-1-1 1 0 0,1 0-1 0 0,0 1 0 0 0,-1-1 0 0 0,1 1 0 0 0,-1-1 0 0 0,1 0 0 0 0,-1 1 0 0 0,-22 16 1037 0 0,0-5-271 0 0,0-2-1 0 0,-2 0 1 0 0,-26 6 0 0 0,-8 4 415 0 0,80-5-1213 0 0,-11-11-13 0 0,1 0 0 0 0,0 0 0 0 0,1-1 0 0 0,-1-1 0 0 0,0 0 0 0 0,22 1 0 0 0,13 2 0 0 0,68 13-1797 0 0,-112-17 1232 0 0,-48-17-11929 0 0,13 13 4213 0 0,15 4 2863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1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29 120 0 0,'0'0'10939'0'0,"5"-2"-9841"0"0,7-3-409 0 0,0 0 0 0 0,0 1-1 0 0,1 0 1 0 0,0 2 0 0 0,-1-1-1 0 0,1 1 1 0 0,0 1 0 0 0,17 0 0 0 0,115 8 2409 0 0,-127-5-2718 0 0,300 25 3538 0 0,319 25 854 0 0,163-43-2529 0 0,-784-9-2244 0 0,-10 0-1 0 0,0-1 0 0 0,0 1 0 0 0,0-1 0 0 0,0 0-1 0 0,0-1 1 0 0,0 1 0 0 0,7-4 0 0 0,-11 4-211 0 0,-9 0-553 0 0,-7 1-165 0 0,1 0 1 0 0,-1 0-1 0 0,-22 4 0 0 0,-20 6-4641 0 0,2 0-4828 0 0,15-4 3609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2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414 9 696 0 0,'0'0'13857'0'0,"-4"-1"-13056"0"0,-12-5-20 0 0,12 4 754 0 0,0 3-753 0 0,-20 7 82 0 0,1 0 0 0 0,0 1 0 0 0,0 2 0 0 0,1 0 0 0 0,1 1 0 0 0,0 1 0 0 0,1 1 0 0 0,0 1 1 0 0,1 1-1 0 0,1 1 0 0 0,-25 28 0 0 0,31-32-632 0 0,1 1 0 0 0,0 1 0 0 0,1 0 0 0 0,1 0 0 0 0,0 1 0 0 0,1 0 1 0 0,1 1-1 0 0,0-1 0 0 0,1 1 0 0 0,1 1 0 0 0,1-1 0 0 0,1 1 0 0 0,0 0 1 0 0,1-1-1 0 0,1 1 0 0 0,2 34 0 0 0,1-40-232 0 0,1 0 0 0 0,0 0 0 0 0,1 0 0 0 0,0-1 0 0 0,1 1 0 0 0,0-1 0 0 0,1 0 0 0 0,0-1 0 0 0,1 1 0 0 0,0-1 0 0 0,0 0 0 0 0,1-1 0 0 0,1 0 0 0 0,0 0 0 0 0,0-1 0 0 0,0 0 0 0 0,1 0 0 0 0,15 8 0 0 0,-7-5 0 0 0,1 0 0 0 0,1-2 0 0 0,-1 0 0 0 0,1-1 0 0 0,1-1 0 0 0,-1-1 0 0 0,1-1 0 0 0,0-1 0 0 0,40 3 0 0 0,-48-5 0 0 0,-10-2 0 0 0,0 1 0 0 0,0-1 0 0 0,0 0 0 0 0,0 0 0 0 0,1 0 0 0 0,-1 0 0 0 0,0-1 0 0 0,0 1 0 0 0,0-1 0 0 0,0 1 0 0 0,0-1 0 0 0,0 0 0 0 0,0-1 0 0 0,0 1 0 0 0,0 0 0 0 0,0-1 0 0 0,-1 0 0 0 0,1 1 0 0 0,-1-1 0 0 0,1 0 0 0 0,2-3 0 0 0,2-5 0 0 0,-6-4 0 0 0,-5-1 0 0 0,-6 4 0 0 0,1 2 0 0 0,0 1 0 0 0,0 1 0 0 0,0 1 0 0 0,1 1-123 0 0,6 4-544 0 0,-8 0-6849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3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16 137 1360 0 0,'0'0'12500'0'0,"-15"37"-4831"0"0,15-30-6996 0 0,0 1 1 0 0,0-1-1 0 0,1 1 0 0 0,0 0 0 0 0,0-1 0 0 0,1 1 1 0 0,4 13-1 0 0,-5-20-598 0 0,0 1 0 0 0,0-1 1 0 0,-1 1-1 0 0,1-1 0 0 0,1 0 1 0 0,-1 1-1 0 0,0-1 0 0 0,0 0 1 0 0,0 0-1 0 0,1 0 0 0 0,-1 0 1 0 0,0 0-1 0 0,1 0 0 0 0,-1 0 1 0 0,1 0-1 0 0,2 0 0 0 0,-1 0-94 0 0,0 0-1 0 0,1-1 1 0 0,-1 0 0 0 0,0 0-1 0 0,0 0 1 0 0,0 0-1 0 0,0 0 1 0 0,0-1-1 0 0,0 1 1 0 0,0-1-1 0 0,0 0 1 0 0,4-1 0 0 0,0-1-128 0 0,0-1 1 0 0,0 1 0 0 0,0-1 0 0 0,-1-1-1 0 0,0 1 1 0 0,1-1 0 0 0,-2 0 0 0 0,1 0-1 0 0,-1-1 1 0 0,1 0 0 0 0,-2 0 0 0 0,8-10-1 0 0,4-11-397 0 0,24-52-1 0 0,-22 41 490 0 0,1 1 694 0 0,-19 36-448 0 0,3-7-71 0 0,-2 5 225 0 0,-4 7 1783 0 0,-11 26-1085 0 0,-15 43 1 0 0,26-63-839 0 0,0 1 1 0 0,0-1 0 0 0,1 1 0 0 0,0 0 0 0 0,1 0-1 0 0,0 0 1 0 0,1 0 0 0 0,2 17 0 0 0,-2-26-241 0 0,0 0 1 0 0,1-1-1 0 0,-1 1 0 0 0,1 0 1 0 0,0 0-1 0 0,-1 0 1 0 0,1-1-1 0 0,0 1 0 0 0,0 0 1 0 0,0-1-1 0 0,1 1 1 0 0,-1-1-1 0 0,0 1 0 0 0,0-1 1 0 0,1 0-1 0 0,-1 1 0 0 0,1-1 1 0 0,-1 0-1 0 0,1 0 1 0 0,-1 0-1 0 0,1 0 0 0 0,0 0 1 0 0,0 0-1 0 0,-1-1 0 0 0,1 1 1 0 0,0-1-1 0 0,0 1 1 0 0,0-1-1 0 0,0 0 0 0 0,0 1 1 0 0,0-1-1 0 0,0 0 1 0 0,-1 0-1 0 0,1 0 0 0 0,0-1 1 0 0,2 1-1 0 0,5-2-327 0 0,-1 1 0 0 0,0-1 0 0 0,0 0 0 0 0,0 0 0 0 0,-1-1 0 0 0,1 0 1 0 0,9-6-1 0 0,-6 2-59 0 0,1 0 1 0 0,-1-1-1 0 0,0-1 1 0 0,-1 0-1 0 0,0 0 1 0 0,-1-1-1 0 0,0 0 1 0 0,0-1-1 0 0,10-16 1 0 0,13-23 920 0 0,-31 49 86 0 0,-1-6 3067 0 0,0 7-3538 0 0,-4 7 25 0 0,1 0 0 0 0,-1 0 0 0 0,1 0-1 0 0,0 0 1 0 0,1 1 0 0 0,0-1 0 0 0,0 1 0 0 0,1-1 0 0 0,0 1 0 0 0,0 0 0 0 0,0-1 0 0 0,1 1-1 0 0,0 0 1 0 0,2 8 0 0 0,11 37-553 0 0,2-19-4319 0 0,-8-32 2785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53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1148,'0'0'5073,"13"51"8376,1 21-5262,-13-70-7944,0-2-413,1 1 1,0-1-1,-1 0 1,1 0-1,-1 0 0,1 0 1,0 0-1,-1 0 1,1 0-1,0 0 1,-1-1-1,1 1 0,-1-1 1,1 1-1,-1-1 1,1 0-1,-1 1 1,1-1-1,-1 0 0,2-2 1,8-17-4002,1-4-4256,-10 21 6527,-1-5-3749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3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1144 0 0,'0'0'5660'0'0,"-2"5"-3830"0"0,-1 8-118 0 0,0 1 0 0 0,1 0 0 0 0,1 0 0 0 0,0 0 0 0 0,1 15 0 0 0,-2 36 1650 0 0,-1-25-507 0 0,4 54-1 0 0,0-27-5486 0 0,-1-62 1935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3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1676 0 0,'8'4'3167'0'0,"0"0"0"0"0,0 0 0 0 0,0-1 0 0 0,16 5 0 0 0,58 6 1668 0 0,-64-12-6173 0 0,1-2 0 0 0,32-2 0 0 0,-41 1-197 0 0,0-1 0 0 0,-1 0 0 0 0,1 0 0 0 0,-1-1 1 0 0,0 0-1 0 0,12-6 0 0 0,-12 2-2733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4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7 620 0 0,'0'0'5096'0'0,"-4"3"-3368"0"0,-19 10 1675 0 0,25 22 3819 0 0,-1-28-6485 0 0,0-1 0 0 0,-1 1 0 0 0,0-1 0 0 0,0 1 0 0 0,-1 0 0 0 0,-1 8-1 0 0,0-7-40 0 0,1 0 0 0 0,-1 0 0 0 0,2 1 0 0 0,-1-1 0 0 0,1 0 0 0 0,1 13 0 0 0,0-21-736 0 0,-1 1 0 0 0,0-1 0 0 0,0 1 0 0 0,1-1 0 0 0,-1 1 0 0 0,0-1 0 0 0,1 0 0 0 0,-1 1-1 0 0,0-1 1 0 0,1 0 0 0 0,-1 0 0 0 0,1 1 0 0 0,-1-1 0 0 0,0 0 0 0 0,1 0 0 0 0,-1 1 0 0 0,1-1 0 0 0,-1 0-1 0 0,1 0 1 0 0,-1 0 0 0 0,1 0 0 0 0,-1 0 0 0 0,1 0 0 0 0,-1 0 0 0 0,1 0 0 0 0,-1 0 0 0 0,1 0 0 0 0,-1 0 0 0 0,1 0-1 0 0,-1 0 1 0 0,1 0 0 0 0,-1 0 0 0 0,1 0 0 0 0,-1-1 0 0 0,1 1 0 0 0,-1 0 0 0 0,0 0 0 0 0,1-1 0 0 0,19-7-1248 0 0,-19 8 1427 0 0,7-6-623 0 0,1 1-1 0 0,-1-1 1 0 0,0 0-1 0 0,-1 0 1 0 0,0-1 0 0 0,0 0-1 0 0,0-1 1 0 0,-1 0-1 0 0,0 0 1 0 0,0 0 0 0 0,-1 0-1 0 0,6-12 1 0 0,-4 7 777 0 0,1 0-1 0 0,0 1 1 0 0,17-18 0 0 0,-24 29 361 0 0,6-5 375 0 0,-7 12 5692 0 0,-4 11-6465 0 0,-1 5 706 0 0,0 0-1 0 0,2 1 1 0 0,-2 41-1 0 0,5-62-960 0 0,0 0 0 0 0,0 0-1 0 0,0 0 1 0 0,0 0 0 0 0,0 0 0 0 0,0 0 0 0 0,1 0 0 0 0,-1 0-1 0 0,1 0 1 0 0,-1-1 0 0 0,1 1 0 0 0,0 0 0 0 0,0 0-1 0 0,0 0 1 0 0,0-1 0 0 0,0 1 0 0 0,0 0 0 0 0,0-1-1 0 0,0 1 1 0 0,1-1 0 0 0,-1 0 0 0 0,1 1 0 0 0,-1-1 0 0 0,1 0-1 0 0,-1 0 1 0 0,1 0 0 0 0,0 0 0 0 0,0 0 0 0 0,-1 0-1 0 0,1 0 1 0 0,0-1 0 0 0,0 1 0 0 0,2 0 0 0 0,1-1-40 0 0,0 1 0 0 0,-1-1 1 0 0,1 0-1 0 0,0 0 0 0 0,0-1 1 0 0,-1 1-1 0 0,1-1 1 0 0,0 0-1 0 0,-1 0 0 0 0,6-3 1 0 0,7-5-444 0 0,0-1 0 0 0,0 0 0 0 0,-1-2 1 0 0,0 0-1 0 0,-1-1 0 0 0,25-27 0 0 0,-7 8 348 0 0,-17 20 1575 0 0,-17 19-516 0 0,-27 40-1363 0 0,0-1-4876 0 0,24-35 2461 0 0,-1 4-9011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54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1 636,'19'2'1875,"0"0"0,0 2 0,0 0-1,-1 1 1,1 1 0,-1 1 0,0 0 0,20 13 0,-31-16-1021,0 0 0,-1 0 0,0 1 0,1 0 0,-2 0 0,7 7 0,-11-11-680,0 1 1,0-1-1,0 1 1,0-1-1,0 1 1,-1 0-1,1-1 1,0 1-1,-1 0 1,0 0 0,1-1-1,-1 1 1,0 0-1,0 0 1,0-1-1,0 1 1,0 0-1,-1 0 1,1 0-1,0-1 1,-1 1-1,1 0 1,-1-1-1,0 1 1,1 0 0,-1-1-1,0 1 1,0-1-1,0 1 1,0-1-1,-3 3 1,-2 2 171,0 0 1,-1 0 0,0 0 0,0-1 0,0 0-1,-1 0 1,1-1 0,-14 5 0,-67 23 226,24-2-573,57-23 0,9 4 0,6-7 0,0-1 0,0 1 0,0-2 0,1 1 0,-1-1 0,1-1 0,0 1 0,12-1 0,0 2 0,3 0-85,13 3-225,0-1 0,0-3 0,38-1 0,-69-2-177,0 1 0,0-1-1,0-1 1,-1 1 0,1-1 0,9-4 0,5-9-4013,-9-6-7323,-10 8 5238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5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1184 0 0,'27'-6'7869'0'0,"-10"8"-6626"0"0,-1 0 0 0 0,1 0 0 0 0,-1 2 0 0 0,0 0 0 0 0,0 1 0 0 0,0 0 0 0 0,-1 2 0 0 0,0 0 0 0 0,0 0-1 0 0,0 1 1 0 0,-1 1 0 0 0,21 18 0 0 0,-26-20-865 0 0,0 1 0 0 0,-1 0 0 0 0,-1 1-1 0 0,1-1 1 0 0,-1 1 0 0 0,-1 1 0 0 0,0-1-1 0 0,0 1 1 0 0,-1 0 0 0 0,0 1 0 0 0,-1-1 0 0 0,0 1-1 0 0,-1 0 1 0 0,0 0 0 0 0,0 0 0 0 0,-1 1 0 0 0,-1-1-1 0 0,0 0 1 0 0,-1 21 0 0 0,-1-20-377 0 0,0-1 0 0 0,-1 0 0 0 0,0 0-1 0 0,-1 0 1 0 0,0 0 0 0 0,-1 0 0 0 0,0-1 0 0 0,-1 1 0 0 0,0-1-1 0 0,0 0 1 0 0,-1-1 0 0 0,-9 11 0 0 0,-4 3-28 0 0,-2-2-1 0 0,0-1 1 0 0,-1 0-1 0 0,-27 17 1 0 0,47-36-628 0 0,5-6-1238 0 0,26-50-2407 0 0,-2 21-5170 0 0,-20 17-2413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3:01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155 169 864 0 0,'0'0'17296'0'0,"0"0"-17225"0"0,0 0 1 0 0,1 0 0 0 0,-1 0 0 0 0,0 0 0 0 0,0 0-1 0 0,1 0 1 0 0,-1 0 0 0 0,0 0 0 0 0,1 0 0 0 0,-1 0-1 0 0,0 0 1 0 0,1 0 0 0 0,-1 0 0 0 0,0 0 0 0 0,0 0-1 0 0,1 0 1 0 0,-1 0 0 0 0,0 0 0 0 0,1 0 0 0 0,-1 0-1 0 0,0 0 1 0 0,1 0 0 0 0,-1 0 0 0 0,0 1 0 0 0,0-1-1 0 0,1 0 1 0 0,-1 0 0 0 0,0 0 0 0 0,0 1 0 0 0,1-1-1 0 0,-1 0 1 0 0,0 0 0 0 0,0 1 0 0 0,0-1 0 0 0,0 0-1 0 0,1 0 1 0 0,-1 1 0 0 0,0-1 0 0 0,0 0 0 0 0,0 0-1 0 0,0 1 1 0 0,0-1 0 0 0,0 0 0 0 0,0 1 0 0 0,-57 94 4270 0 0,28-49-2021 0 0,-26 57-1 0 0,33-59-642 0 0,21-41-1298 0 0,1-2-377 0 0,1 0 0 0 0,-1-1 1 0 0,1 1-1 0 0,-1 0 0 0 0,1-1 0 0 0,-1 1 0 0 0,1-1 0 0 0,-1 1 0 0 0,1-1 0 0 0,-1 1 0 0 0,1-1 0 0 0,0 1 0 0 0,-1-1 0 0 0,1 1 0 0 0,0-1 0 0 0,0 0 1 0 0,-1 0-1 0 0,1 1 0 0 0,0-1 0 0 0,0 0 0 0 0,-1 0 0 0 0,1 0 0 0 0,0 0 0 0 0,0 1 0 0 0,0-1 0 0 0,-1 0 0 0 0,2-1 0 0 0,12-9-170 0 0,0-1 0 0 0,-1 0 0 0 0,0-1 0 0 0,-1-1 0 0 0,0 0 0 0 0,-1-1 0 0 0,13-21-1 0 0,60-114-931 0 0,-4-34 1749 0 0,-75 159 1385 0 0,-3 38-2035 0 0,0 1 0 0 0,0 0 0 0 0,1 0 0 0 0,0 0 0 0 0,8 19 0 0 0,-1-12 0 0 0,0 0 0 0 0,2-1 0 0 0,0 0 0 0 0,2 0 0 0 0,0-2 0 0 0,1 0 0 0 0,1 0 0 0 0,1-2 0 0 0,30 26 0 0 0,-41-37-264 0 0,-5-5-1118 0 0,-8-3-2650 0 0,-33-6 87 0 0,2 7-8029 0 0,20 2 5692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02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1368,'0'0'14247,"7"-1"-12817,228-2 8250,62-2-3638,-283 4-6042,0-1 0,0 0 0,-37 18-2424,8-8-4018,-1-4-7007,5-2 7569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3:02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1268 0 0,'0'0'12199'0'0,"3"5"-10540"0"0,7 10 382 0 0,-2 1 0 0 0,0 0-1 0 0,-1 1 1 0 0,0 0 0 0 0,-2 0 0 0 0,8 34-1 0 0,8 116 1316 0 0,-20-133-3356 0 0,-2-27 0 0 0,1 1 0 0 0,0-1 0 0 0,1 1 0 0 0,-1-1 0 0 0,2 0 0 0 0,-1 1 0 0 0,1-1 0 0 0,0 0 0 0 0,0 0 0 0 0,1 0 0 0 0,0 0 0 0 0,6 10 0 0 0,-8-16 0 0 0,-1 0 0 0 0,1 1 0 0 0,0-1 0 0 0,0 0 0 0 0,0 0 0 0 0,0 1 0 0 0,1-1 0 0 0,-1 0 0 0 0,0 0 0 0 0,0 0 0 0 0,1-1 0 0 0,-1 1 0 0 0,0 0 0 0 0,1 0 0 0 0,-1-1 0 0 0,1 1 0 0 0,-1-1 0 0 0,1 1 0 0 0,-1-1 0 0 0,1 0 0 0 0,-1 0 0 0 0,1 1 0 0 0,-1-1 0 0 0,1 0 0 0 0,0 0 0 0 0,-1-1 0 0 0,1 1 0 0 0,-1 0 0 0 0,1 0 0 0 0,-1-1 0 0 0,1 1 0 0 0,-1-1 0 0 0,1 1 0 0 0,-1-1 0 0 0,1 0 0 0 0,-1 1 0 0 0,0-1 0 0 0,1 0 0 0 0,0-1 0 0 0,5-3 0 0 0,-1 0 0 0 0,0 0 0 0 0,0-1 0 0 0,-1 0 0 0 0,6-6 0 0 0,-10 10 0 0 0,24-30 0 0 0,-1-1 0 0 0,-2-1 0 0 0,28-60 0 0 0,-17 9 0 0 0,-28 77 0 0 0,3-1 0 0 0,-3-2 0 0 0,0 2 0 0 0,0 0 0 0 0,-7 9-234 0 0,0 0 0 0 0,0-1-1 0 0,0 1 1 0 0,0 0 0 0 0,0 0 0 0 0,0 1-1 0 0,0-1 1 0 0,0 0 0 0 0,0 1 0 0 0,0-1-1 0 0,0 1 1 0 0,0-1 0 0 0,0 1 0 0 0,-2 1-1 0 0,-10 5-2682 0 0,0 0-1788 0 0,-1-2-4756 0 0,1-2 2619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03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13 20,'-6'-12'27420,"-3"31"-26481,0-1 0,-2 0 0,0 0 0,-1-1 0,-26 27 0,21-24-1246,-4 3 307,12-14 0,0 1 0,1 1 0,-13 18 0,23-49-14918,2 11 12067,-2 2-4092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03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 2884,'0'-49'2893,"0"48"-2743,0 1 0,0-1 0,0 0 0,1 1 0,-1-1 0,0 0 0,0 1 0,1-1 0,-1 0 0,0 1 0,1-1 0,-1 0 0,0 1 0,1-1 0,-1 1 0,1-1 0,-1 1 0,1-1 0,0 1 0,-1 0 0,1-1 0,-1 1 0,1 0 0,0-1 0,-1 1 0,1 0 0,0-1 0,-1 1 0,1 0 0,0 0 0,-1 0 0,1 0 0,0 0 0,0 0 0,-1 0 0,1 0 0,0 0 0,-1 0 0,1 0 0,0 0 0,-1 1 0,1-1 0,0 0 0,-1 1 0,2-1 0,0 1 480,1 0 0,-1-1 1,0 1-1,0 0 1,1 0-1,-1 0 1,0 1-1,0-1 0,0 0 1,0 1-1,0-1 1,2 4-1,1 4 1049,29 48 6287,-28-48-7516,1-1 0,-1 0 0,2 0 0,9 8 0,-8-9-450,-6-3 0,1-1 0,0 0 0,0 0 0,1 0 0,-1 0 0,1-1 0,-1 0 0,1 0 0,0 0 0,0 0 0,0-1 0,0 0 0,0 0 0,5 1 0,35-1-988,-25-11-3716,-19 10 4026,5-7-929,4-10-18547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04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76,'0'0'4261,"9"-11"7960,-1 8-10648,4 2-705,0 1 1,0 1-1,0 0 0,0 1 1,0 0-1,0 0 0,0 2 1,-1-1-1,0 1 1,0 1-1,15 8 0,-25-12-748,0 1 0,0-1-1,0 0 1,0 1 0,0-1-1,0 1 1,-1-1 0,1 1 0,0 0-1,-1-1 1,1 1 0,-1 0-1,0-1 1,1 1 0,-1 0 0,0-1-1,0 1 1,0 0 0,0 0-1,-1-1 1,1 1 0,0 0-1,-1-1 1,1 1 0,-1 0 0,0-1-1,1 1 1,-2 2 0,-1 2-14,-1 0 0,1 0 1,-1 0-1,0 0 0,0 0 1,-7 5-1,-2 1-106,0-1 0,0-1 0,-29 16 0,14-9 0,15-10 0,13-6 0,0-1 0,0 0 0,-1 0 0,1 0 0,0 1 0,-1-1 0,1 0 0,0 0 0,0 1 0,-1-1 0,1 0 0,0 1 0,0-1 0,0 0 0,-1 1 0,1-1 0,0 0 0,0 1 0,0-1 0,0 0 0,0 1 0,0-1 0,0 1 0,0-1 0,0 0 0,0 1 0,0-1 0,0 0 0,0 1 0,0-1 0,0 1 0,0-1 0,0 0 0,0 1 0,1-1 0,-1 0 0,0 1 0,0-1 0,0 0 0,1 1 0,-1-1 0,0 0 0,0 0 0,1 1 0,-1-1 0,0 0 0,1 1 0,8 6 0,-4-5 0,0 1 0,0-1 0,0-1 0,1 1 0,-1-1 0,1 0 0,-1 0 0,1 0 0,-1-1 0,1 0 0,6 0 0,16 1 0,-3 1 0,1-1 0,0 1 0,28 7 0,-49-8 940,0-1-3342,2-2-4267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2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31 332 0 0,'-5'-7'19181'0'0,"37"2"-15848"0"0,-1 1 0 0 0,58 0 1 0 0,-10 1-1269 0 0,-60 0-1912 0 0,-17 2-318 0 0,0 0-1 0 0,0 0 1 0 0,0 1-1 0 0,0-1 0 0 0,0 1 1 0 0,0 0-1 0 0,0-1 0 0 0,0 1 1 0 0,1 0-1 0 0,-1 0 1 0 0,0 1-1 0 0,0-1 0 0 0,0 0 1 0 0,0 0-1 0 0,0 1 1 0 0,0 0-1 0 0,0-1 0 0 0,0 1 1 0 0,0 0-1 0 0,0 0 1 0 0,2 1-1 0 0,-3 0-718 0 0,3 6-769 0 0,-4-3-4448 0 0,-1-1 5243 0 0,-2 3 446 0 0,-2 1-8923 0 0,-3 1 4362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2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22 840 0 0,'0'0'14165'0'0,"7"-1"-12778"0"0,171-7 7770 0 0,5-1-4669 0 0,-142 6-4574 0 0,-39 3-136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2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23 1168 0 0,'0'-1'354'0'0,"0"1"-1"0"0,1-1 1 0 0,-1 1-1 0 0,0-1 1 0 0,1 1 0 0 0,-1-1-1 0 0,0 1 1 0 0,0-1-1 0 0,1 1 1 0 0,-1-1 0 0 0,0 1-1 0 0,0-1 1 0 0,0 1-1 0 0,0-1 1 0 0,0 1-1 0 0,0-1 1 0 0,0 0 0 0 0,0 1-1 0 0,0-1 1 0 0,0 1-1 0 0,0-1 1 0 0,0 1-1 0 0,0-1 1 0 0,0 0 0 0 0,0 1-1 0 0,-1-1 1 0 0,1 1-1 0 0,0-1 1 0 0,0 1 0 0 0,-1-1-1 0 0,1 1 1 0 0,-1-1-1 0 0,-18-3 3906 0 0,-26 11-1317 0 0,35-3-2436 0 0,0 0 0 0 0,0 1 0 0 0,1 0 0 0 0,-1 1 0 0 0,1 0 0 0 0,0 0 0 0 0,1 1 0 0 0,-1 0 0 0 0,1 0 0 0 0,1 1 0 0 0,0 0 0 0 0,0 1 0 0 0,0-1 0 0 0,-9 19 0 0 0,-4 8 760 0 0,1 1 0 0 0,-21 60 1 0 0,35-81-1193 0 0,0 0 1 0 0,0 0-1 0 0,2 0 1 0 0,0 0-1 0 0,1 1 1 0 0,0-1-1 0 0,1 1 1 0 0,1 0-1 0 0,0-1 1 0 0,2 1-1 0 0,0 0 1 0 0,0-1-1 0 0,1 1 1 0 0,1-1-1 0 0,1 0 1 0 0,0 0-1 0 0,12 24 1 0 0,-15-36-71 0 0,1 0-1 0 0,-1 0 1 0 0,0-1 0 0 0,1 1-1 0 0,0-1 1 0 0,-1 1 0 0 0,1-1-1 0 0,0 0 1 0 0,0 0-1 0 0,0 0 1 0 0,1-1 0 0 0,4 3-1 0 0,-7-3-109 0 0,1-1 0 0 0,-1 1 0 0 0,1-1 0 0 0,-1 1 0 0 0,1-1 0 0 0,-1 0 0 0 0,1 1 0 0 0,-1-1 0 0 0,1 0 0 0 0,0 0 0 0 0,-1 0 0 0 0,1 0 0 0 0,-1 0 0 0 0,1-1 0 0 0,-1 1 0 0 0,1 0 0 0 0,-1-1 0 0 0,1 1 0 0 0,-1-1 0 0 0,1 1 0 0 0,-1-1 0 0 0,1 0 0 0 0,-1 0 0 0 0,0 0 0 0 0,0 0 0 0 0,1 0 0 0 0,-1 0 0 0 0,0 0 0 0 0,0 0 0 0 0,1-2 0 0 0,0 1-332 0 0,-1 0 0 0 0,-1 0 0 0 0,1 0 0 0 0,0 0 0 0 0,0 0 0 0 0,-1 0 0 0 0,1 0 0 0 0,-1-1-1 0 0,0 1 1 0 0,0-5 0 0 0,4-12-3295 0 0,-3 12-2049 0 0,-5-5 1184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3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3 988 0 0,'6'-3'14171'0'0,"-8"69"-10971"0"0,0-27-676 0 0,2 1 0 0 0,5 39 0 0 0,-6-78-2476 0 0,1 1 0 0 0,1-1 1 0 0,-1 0-1 0 0,0 0 0 0 0,0 0 0 0 0,0 0 1 0 0,0 0-1 0 0,1 0 0 0 0,-1 0 0 0 0,1 0 0 0 0,-1 0 1 0 0,1 0-1 0 0,-1 0 0 0 0,1 0 0 0 0,-1 0 1 0 0,1 0-1 0 0,0 0 0 0 0,0 0 0 0 0,-1 0 1 0 0,1-1-1 0 0,0 1 0 0 0,0 0 0 0 0,0 0 0 0 0,0-1 1 0 0,0 1-1 0 0,0-1 0 0 0,2 2 0 0 0,-1-2-35 0 0,-1-1 0 0 0,1 1 0 0 0,0 0 0 0 0,0 0 1 0 0,0-1-1 0 0,0 1 0 0 0,-1-1 0 0 0,1 1 0 0 0,0-1 0 0 0,0 0 0 0 0,-1 1 0 0 0,1-1 0 0 0,0 0 0 0 0,2-3 0 0 0,6-3-93 0 0,-1-1 0 0 0,0-1 0 0 0,13-16-1 0 0,22-33-57 0 0,-28 34 304 0 0,39-42 1 0 0,-30 40 880 0 0,-20 21 2102 0 0,-9 14-3006 0 0,-11 20 216 0 0,1 0 0 0 0,-18 56 0 0 0,31-83-359 0 0,0 0 0 0 0,1 0 0 0 0,-1 0 0 0 0,1 0 0 0 0,0 0 0 0 0,0 1 0 0 0,0-1 0 0 0,0 0 0 0 0,0 0 0 0 0,0 0 0 0 0,0 0 0 0 0,0 0 0 0 0,1 0 0 0 0,0 0 0 0 0,-1 0 0 0 0,1 0 0 0 0,0 0 0 0 0,0 0 0 0 0,0 0 0 0 0,0-1 0 0 0,0 1 0 0 0,0 0 0 0 0,0 0 0 0 0,1-1 0 0 0,-1 1 0 0 0,3 1 0 0 0,-1-1-1 0 0,0-1 0 0 0,0 1 0 0 0,0-1 0 0 0,1 0-1 0 0,-1 0 1 0 0,0-1 0 0 0,0 1 0 0 0,1-1 0 0 0,-1 1 0 0 0,1-1 0 0 0,-1 0 0 0 0,0-1-1 0 0,1 1 1 0 0,-1 0 0 0 0,0-1 0 0 0,1 0 0 0 0,-1 0 0 0 0,0 0 0 0 0,0 0 0 0 0,0 0-1 0 0,0-1 1 0 0,0 1 0 0 0,3-3 0 0 0,3 0-42 0 0,13-7-367 0 0,0-2 1 0 0,-1 0-1 0 0,0-2 1 0 0,-1 0-1 0 0,-1-1 1 0 0,19-20-1 0 0,31-25-123 0 0,-49 44 3737 0 0,-28 27-3182 0 0,2 1 0 0 0,-1 0 0 0 0,2 1 1 0 0,0 0-1 0 0,0 0 0 0 0,1 0 0 0 0,0 0 0 0 0,1 1 1 0 0,0-1-1 0 0,1 1 0 0 0,0 17 0 0 0,1-27-265 0 0,1 0 1 0 0,0 0-1 0 0,0 0 1 0 0,0 0-1 0 0,1 0 1 0 0,-1 0-1 0 0,0 0 1 0 0,1-1-1 0 0,0 1 1 0 0,0 0-1 0 0,0 0 1 0 0,0-1-1 0 0,0 1 1 0 0,3 4-1 0 0,-3-6-1219 0 0,13-3-1386 0 0,-7-1-4433 0 0,5-3 646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3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1 492 0 0,'33'-1'27856'0'0,"-31"4"-26130"0"0,-1 0-3848 0 0,-4 12 2939 0 0,-9 48 2703 0 0,9-22-8129 0 0,4-40 4446 0 0,-1-1 0 0 0,0 0 1 0 0,0 1-1 0 0,0-1 0 0 0,1 0 1 0 0,-1 0-1 0 0,0 1 0 0 0,0-1 0 0 0,1 0 1 0 0,-1 0-1 0 0,0 0 0 0 0,1 1 1 0 0,-1-1-1 0 0,0 0 0 0 0,1 0 0 0 0,-1 0 1 0 0,0 0-1 0 0,1 0 0 0 0,-1 0 0 0 0,0 1 1 0 0,1-1-1 0 0,-1 0 0 0 0,0 0 1 0 0,1 0-1 0 0,-1 0 0 0 0,1 0 0 0 0,-1-1 1 0 0,0 1-1 0 0,1 0 0 0 0,-1 0 1 0 0,0 0-1 0 0,1 0 0 0 0,-1 0 0 0 0,0 0 1 0 0,1-1-1 0 0,-1 1 0 0 0,0 0 0 0 0,0 0 1 0 0,1 0-1 0 0,-1-1 0 0 0,0 1 1 0 0,1 0-1 0 0,-1 0 0 0 0,0-1 0 0 0,0 1 1 0 0,0 0-1 0 0,1 0 0 0 0,-1-1 1 0 0,0 0-1 0 0,20-13-7974 0 0,-19 13 7786 0 0,11-12-5865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4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2 120 0 0,'0'0'18038'0'0,"4"-1"-17086"0"0,6 0 186 0 0,0 2 0 0 0,0-1 0 0 0,0 1 0 0 0,18 4 0 0 0,5 1-589 0 0,37 1 1324 0 0,77-2 0 0 0,-145-5-1586 0 0,22-3 815 0 0,-21 0-5001 0 0,-25-6 3002 0 0,17 6-105 0 0,-5 3-1982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4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0 328 0 0,'0'0'5424'0'0,"-3"5"-3577"0"0,-5 7-468 0 0,2 0 1 0 0,-1 1-1 0 0,2 0 1 0 0,0 0 0 0 0,0 0-1 0 0,1 1 1 0 0,1 0-1 0 0,-3 26 1 0 0,0 14 2355 0 0,3 57 0 0 0,3-109-3731 0 0,0-1 0 0 0,0 0 1 0 0,0 0-1 0 0,0 0 1 0 0,0 0-1 0 0,0 1 1 0 0,0-1-1 0 0,0 0 1 0 0,0 0-1 0 0,0 0 1 0 0,1 0-1 0 0,-1 0 1 0 0,0 1-1 0 0,1-1 1 0 0,-1 0-1 0 0,1 0 0 0 0,-1 0 1 0 0,1 0-1 0 0,0 0 1 0 0,-1 0-1 0 0,1 0 1 0 0,0 0-1 0 0,0-1 1 0 0,0 1-1 0 0,0 0 1 0 0,0 0-1 0 0,0-1 1 0 0,0 1-1 0 0,0 0 1 0 0,0-1-1 0 0,0 1 1 0 0,0-1-1 0 0,0 0 0 0 0,0 1 1 0 0,0-1-1 0 0,0 0 1 0 0,0 1-1 0 0,1-1 1 0 0,-1 0-1 0 0,0 0 1 0 0,0 0-1 0 0,0 0 1 0 0,0 0-1 0 0,1 0 1 0 0,-1-1-1 0 0,0 1 1 0 0,0 0-1 0 0,0-1 0 0 0,0 1 1 0 0,0 0-1 0 0,1-1 1 0 0,-1 1-1 0 0,0-1 1 0 0,1-1-1 0 0,5-1-274 0 0,0-1 0 0 0,-1 1 0 0 0,1-1 0 0 0,-1-1 0 0 0,0 1 0 0 0,-1-1 0 0 0,11-11 0 0 0,97-134-2666 0 0,-106 138 2300 0 0,10-9 5227 0 0,-17 21-4496 0 0,1 1 0 0 0,-1-1 0 0 0,1 0 0 0 0,-1 1 0 0 0,1-1 0 0 0,-1 1 0 0 0,1-1 0 0 0,-1 0 0 0 0,1 1 0 0 0,-1-1 0 0 0,0 1 0 0 0,1-1 0 0 0,-1 1 0 0 0,0 0 0 0 0,1-1 0 0 0,-1 1 0 0 0,0-1 0 0 0,0 1 0 0 0,0-1 0 0 0,1 1 0 0 0,-1 0 0 0 0,0-1 0 0 0,0 1 0 0 0,0 0 0 0 0,0-1 0 0 0,0 1 0 0 0,0-1 0 0 0,0 1 0 0 0,0 0 0 0 0,0-1 0 0 0,-1 1 0 0 0,1 1 0 0 0,0 6 214 0 0,-1 0 0 0 0,0 0 0 0 0,-1 1 0 0 0,0-1 0 0 0,-5 14 0 0 0,6-19-234 0 0,0-1-37 0 0,0 1-1 0 0,0 0 1 0 0,0-1 0 0 0,1 1 0 0 0,-1 0 0 0 0,1-1-1 0 0,-1 1 1 0 0,1 0 0 0 0,0 0 0 0 0,0-1 0 0 0,0 1-1 0 0,0 0 1 0 0,1 0 0 0 0,-1-1 0 0 0,1 1 0 0 0,0 0-1 0 0,0-1 1 0 0,2 6 0 0 0,-2-7-93 0 0,1 1 0 0 0,0-1 0 0 0,0 1 0 0 0,0-1 1 0 0,0 0-1 0 0,0 1 0 0 0,0-1 0 0 0,0 0 0 0 0,0 0 0 0 0,0-1 0 0 0,0 1 1 0 0,1 0-1 0 0,-1-1 0 0 0,0 1 0 0 0,1-1 0 0 0,-1 0 0 0 0,0 0 0 0 0,1 0 1 0 0,-1 0-1 0 0,4-1 0 0 0,4 0-248 0 0,1-1 1 0 0,-1 0-1 0 0,0-1 0 0 0,0 0 1 0 0,0-1-1 0 0,0 0 1 0 0,-1-1-1 0 0,0 0 0 0 0,0 0 1 0 0,0-1-1 0 0,15-12 1 0 0,38-21-83 0 0,-54 32 766 0 0,2-3 344 0 0,-10 10-708 0 0,0 1-1 0 0,0-1 1 0 0,0 0-1 0 0,0 0 0 0 0,0 0 1 0 0,0 0-1 0 0,0 0 1 0 0,1 0-1 0 0,-1 0 0 0 0,0 0 1 0 0,0 0-1 0 0,0 0 1 0 0,0 1-1 0 0,0-1 0 0 0,0 0 1 0 0,0 0-1 0 0,0 0 1 0 0,0 0-1 0 0,0 0 1 0 0,0 0-1 0 0,0 0 0 0 0,0 0 1 0 0,0 0-1 0 0,0 0 1 0 0,1 0-1 0 0,-1 0 0 0 0,0 0 1 0 0,0 0-1 0 0,0 0 1 0 0,0 0-1 0 0,0 0 0 0 0,0 0 1 0 0,0 0-1 0 0,0 0 1 0 0,0 0-1 0 0,0 0 0 0 0,1 0 1 0 0,-1 0-1 0 0,0 0 1 0 0,0 0-1 0 0,0 0 0 0 0,0 0 1 0 0,0 0-1 0 0,0 0 1 0 0,0 0-1 0 0,0 0 0 0 0,0 0 1 0 0,0 0-1 0 0,0 0 1 0 0,1 0-1 0 0,-1 0 0 0 0,0 0 1 0 0,0 0-1 0 0,0 0 1 0 0,0 0-1 0 0,-7 47-2699 0 0,12-20-2967 0 0,12-5-5571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5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1204 0 0,'0'0'12267'0'0,"4"5"-11157"0"0,11 8 150 0 0,0 0 1 0 0,2-1 0 0 0,-1-1-1 0 0,1 0 1 0 0,1-2 0 0 0,30 14-1 0 0,-16-8 1606 0 0,-83 22-690 0 0,40-33-1921 0 0,5-2-19 0 0,-1 0 0 0 0,1 1-1 0 0,0 0 1 0 0,0 0 0 0 0,0 0-1 0 0,-6 5 1 0 0,11-7-55 0 0,5 1-170 0 0,0 0 0 0 0,1 0-1 0 0,-1-1 1 0 0,0 0 0 0 0,1 0 0 0 0,7 1 0 0 0,24 2-656 0 0,0-2 0 0 0,0-2 0 0 0,69-7 0 0 0,-102 7 262 0 0,-1-1 0 0 0,1 1 0 0 0,-1-1 0 0 0,0 1 0 0 0,1-1 0 0 0,-1 0 0 0 0,0 0 0 0 0,1 0 0 0 0,-1-1 0 0 0,0 1 0 0 0,0 0 1 0 0,3-4-1 0 0,3-8-11880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5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0 504 0 0,'0'0'5733'0'0,"4"4"-3801"0"0,16 18 1562 0 0,0 0 0 0 0,21 32 1 0 0,30 63 2743 0 0,41 127 1154 0 0,-105-227-7138 0 0,0-2-228 0 0,-1 0-1 0 0,0 0 1 0 0,-1 1 0 0 0,-1 0-1 0 0,-1-1 1 0 0,0 2 0 0 0,-1-1-1 0 0,1 18 1 0 0,-6-18-26 0 0,-2 0 0 0 0,-1-6 0 0 0,-8-8-167 0 0,9-4-561 0 0,1 0 1 0 0,-1 0 0 0 0,1 0 0 0 0,-1-1 0 0 0,1 1-1 0 0,0-1 1 0 0,0 0 0 0 0,0 0 0 0 0,-6-7-1 0 0,6 7-433 0 0,0-1-1 0 0,0 1 0 0 0,-1-1 1 0 0,1 1-1 0 0,-1 0 0 0 0,1 1 0 0 0,-1-1 1 0 0,-7-2-1 0 0,-2 1-4466 0 0,1 3 428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6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7 852 0 0,'8'3'710'0'0,"1"0"-1"0"0,-1-1 1 0 0,0 0 0 0 0,1 0 0 0 0,-1 0-1 0 0,1-2 1 0 0,0 1 0 0 0,-1-1-1 0 0,1 0 1 0 0,13-2 0 0 0,18 1 830 0 0,679 6 9909 0 0,362-20-4788 0 0,-407 6-3660 0 0,-566 10-2272 0 0,205 28-1 0 0,-244-21-728 0 0,-132-9-1247 0 0,-40 0-4998 0 0,-13 0-5123 0 0,95 2 6956 0 0,-11-1-927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7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525 23 776 0 0,'0'0'3375'0'0,"9"-6"6845"0"0,-13 3-9792 0 0,-1 1-1 0 0,1 0 1 0 0,0 0 0 0 0,0 0 0 0 0,-1 1 0 0 0,1 0 0 0 0,-1 0 0 0 0,1 0 0 0 0,-1 0-1 0 0,1 1 1 0 0,-1-1 0 0 0,0 1 0 0 0,1 0 0 0 0,-9 2 0 0 0,1 0 232 0 0,0 0 0 0 0,1 1 1 0 0,-1 1-1 0 0,1 0 0 0 0,-16 8 1 0 0,-8 7 815 0 0,1 2 0 0 0,-49 38 0 0 0,57-38-806 0 0,1 0 0 0 0,0 2 0 0 0,2 1 0 0 0,-32 42 0 0 0,47-55-653 0 0,0 0 0 0 0,1 1 0 0 0,0 0 0 0 0,1 0 0 0 0,0 1 0 0 0,1-1 0 0 0,0 1 0 0 0,1 1 0 0 0,1-1 0 0 0,0 1 0 0 0,1-1 0 0 0,0 1 0 0 0,0 24 0 0 0,3-30-17 0 0,1 0 0 0 0,-1 0 0 0 0,2-1 0 0 0,-1 1 0 0 0,1 0 0 0 0,0-1 0 0 0,0 0 0 0 0,1 1 0 0 0,0-1 0 0 0,0-1 0 0 0,1 1 0 0 0,0-1 0 0 0,0 1 0 0 0,0-1 0 0 0,1-1 0 0 0,0 1 0 0 0,0-1 0 0 0,0 0 0 0 0,1 0 0 0 0,0-1 0 0 0,9 5 0 0 0,1 0 0 0 0,0-1 0 0 0,1-1 0 0 0,0 0 0 0 0,1-1 0 0 0,0-1 0 0 0,-1-1 0 0 0,35 3 0 0 0,-39-7 0 0 0,3-2 0 0 0,-3-2 0 0 0,-3-2 0 0 0,-3-1 0 0 0,-4-3 0 0 0,-9-4-45 0 0,3 11-215 0 0,-3-1-3086 0 0,4-13-4214 0 0,4 0-1326 0 0,-1 12 5990 0 0,-1-6-2602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7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92 0 0,'0'0'3418'0'0,"-4"2"-1694"0"0,1-1-1224 0 0,1 1 0 0 0,-1-1 0 0 0,1 1-1 0 0,-1 0 1 0 0,1 0 0 0 0,0 0 0 0 0,-1 0-1 0 0,1 0 1 0 0,0 0 0 0 0,1 1-1 0 0,-1-1 1 0 0,0 0 0 0 0,1 1 0 0 0,-1 0-1 0 0,1-1 1 0 0,0 1 0 0 0,0 0 0 0 0,0 0-1 0 0,0 0 1 0 0,0 0 0 0 0,1 0-1 0 0,-1 3 1 0 0,-2 9 473 0 0,0 0-1 0 0,2 1 1 0 0,-1-1 0 0 0,2 1-1 0 0,0 0 1 0 0,1-1 0 0 0,1 1-1 0 0,0-1 1 0 0,1 1 0 0 0,1-1-1 0 0,6 17 1 0 0,-9-31-1004 0 0,-1 0 1 0 0,1 0 0 0 0,0 0-1 0 0,0 0 1 0 0,0 0-1 0 0,0 0 1 0 0,0 0-1 0 0,0 0 1 0 0,0-1-1 0 0,0 1 1 0 0,0 0-1 0 0,0-1 1 0 0,0 1-1 0 0,0 0 1 0 0,1-1-1 0 0,-1 0 1 0 0,0 1 0 0 0,0-1-1 0 0,1 0 1 0 0,-1 1-1 0 0,0-1 1 0 0,1 0-1 0 0,-1 0 1 0 0,0 0-1 0 0,1 0 1 0 0,-1 0-1 0 0,0 0 1 0 0,1-1-1 0 0,-1 1 1 0 0,0 0-1 0 0,0-1 1 0 0,1 1-1 0 0,0-1 1 0 0,37-20-1612 0 0,-23 6 953 0 0,0-1 0 0 0,-2 0 1 0 0,0-1-1 0 0,0-1 0 0 0,15-28 0 0 0,23-49 1212 0 0,-47 86 2272 0 0,-10 14-2360 0 0,-5 8-58 0 0,1 0 1 0 0,0 1-1 0 0,1 0 1 0 0,1 0-1 0 0,0 1 1 0 0,1 0-1 0 0,-8 30 1 0 0,12-38-261 0 0,0 0 1 0 0,0 1-1 0 0,1-1 0 0 0,0 1 1 0 0,0 0-1 0 0,1-1 1 0 0,0 1-1 0 0,1-1 0 0 0,1 15 1 0 0,-1-20-128 0 0,0-1 1 0 0,-1 1-1 0 0,1 0 1 0 0,0-1-1 0 0,0 1 1 0 0,0-1-1 0 0,0 1 1 0 0,0-1 0 0 0,0 1-1 0 0,0-1 1 0 0,0 0-1 0 0,1 0 1 0 0,-1 1-1 0 0,0-1 1 0 0,1 0-1 0 0,-1 0 1 0 0,1 0-1 0 0,2 0 1 0 0,-1 0-83 0 0,1 0 0 0 0,-1 0 0 0 0,1 0-1 0 0,-1-1 1 0 0,1 1 0 0 0,-1-1 0 0 0,1 0 0 0 0,0 0 0 0 0,-1-1 0 0 0,1 1 0 0 0,-1-1 0 0 0,6-1 0 0 0,9-3-482 0 0,1-2 0 0 0,-1 0 1 0 0,0-1-1 0 0,-1-1 1 0 0,0 0-1 0 0,0-2 1 0 0,-1 0-1 0 0,0 0 0 0 0,-1-2 1 0 0,24-24-1 0 0,-23 19 195 0 0,-8 9 5953 0 0,-14 15-5338 0 0,1 0-1 0 0,0-1 1 0 0,1 1-1 0 0,0 1 1 0 0,0-1-1 0 0,0 1 1 0 0,0 0-1 0 0,1 0 1 0 0,0 0-1 0 0,-3 14 1 0 0,4-15-119 0 0,1 1 0 0 0,0 0 1 0 0,0-1-1 0 0,1 1 0 0 0,0 0 0 0 0,0-1 1 0 0,0 1-1 0 0,1 0 0 0 0,0 0 1 0 0,2 6-1 0 0,15 44-1065 0 0,-8-41-2864 0 0,4 0-4612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8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5 804 0 0,'0'0'8739'0'0,"21"-5"1026"0"0,-16 36-3611 0 0,-6 22-2233 0 0,0-26-2738 0 0,1-26-1266 0 0,0 1 0 0 0,-1-1 0 0 0,1 1 0 0 0,0-1 0 0 0,0 1 0 0 0,1-1 0 0 0,-1 1 1 0 0,0-1-1 0 0,0 1 0 0 0,1-1 0 0 0,-1 1 0 0 0,1-1 0 0 0,-1 1 0 0 0,1-1 0 0 0,0 1 0 0 0,1 1 0 0 0,-1-2-41 0 0,-1-1-1 0 0,1 0 1 0 0,0 0 0 0 0,-1-1 0 0 0,1 1-1 0 0,-1 0 1 0 0,1 0 0 0 0,0 0 0 0 0,-1 0-1 0 0,1 0 1 0 0,-1-1 0 0 0,1 1 0 0 0,-1 0-1 0 0,1-1 1 0 0,-1 1 0 0 0,1 0-1 0 0,-1-1 1 0 0,1 1 0 0 0,-1 0 0 0 0,1-1-1 0 0,-1 1 1 0 0,1-1 0 0 0,-1 1 0 0 0,0-1-1 0 0,1 1 1 0 0,-1-1 0 0 0,0 0 0 0 0,29-50-7343 0 0,-26 47 6825 0 0,2-18-8944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8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0 804 0 0,'0'0'13275'0'0,"0"7"-11813"0"0,-1 3-1088 0 0,-2 12 2051 0 0,2 0 0 0 0,2 38 0 0 0,1-25 240 0 0,-1 54-1 0 0,-2-41-1561 0 0,2-24-468 0 0,0-17-2611 0 0,-1-2-4117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8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0 636 0 0,'4'0'14809'0'0,"26"2"-14065"0"0,-20-1-239 0 0,135 17 5039 0 0,-121-18-6650 0 0,48-4 1 0 0,-47 0-3167 0 0,-9-3-2745 0 0,-6 3 2103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9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16 664 0 0,'0'0'318'0'0,"-1"0"0"0"0,1-1-1 0 0,-1 1 1 0 0,1 0 0 0 0,-1 0 0 0 0,1 0-1 0 0,-1-1 1 0 0,1 1 0 0 0,-1 0-1 0 0,1 0 1 0 0,-1 0 0 0 0,1 0 0 0 0,-1 0-1 0 0,1 0 1 0 0,-1 0 0 0 0,1 0 0 0 0,-1 0-1 0 0,1 0 1 0 0,-1 0 0 0 0,1 0 0 0 0,-1 1-1 0 0,1-1 1 0 0,-1 0 0 0 0,1 0 0 0 0,-1 0-1 0 0,1 1 1 0 0,-1-1 0 0 0,1 0 0 0 0,0 1-1 0 0,-1-1 1 0 0,0 1 0 0 0,-5 19 4719 0 0,8 37-1880 0 0,0-41-1338 0 0,7 68 1881 0 0,-9-83-3656 0 0,-1 6 135 0 0,0 0-1 0 0,1 0 0 0 0,0-1 0 0 0,1 1 0 0 0,-1 0 1 0 0,1-1-1 0 0,1 1 0 0 0,-1 0 0 0 0,1-1 0 0 0,0 0 1 0 0,0 1-1 0 0,1-1 0 0 0,0 0 0 0 0,0 0 0 0 0,5 6 1 0 0,-6-11-300 0 0,-1-1 0 0 0,1 1 1 0 0,0-1-1 0 0,0 0 0 0 0,0 0 1 0 0,0 0-1 0 0,0 0 1 0 0,0 0-1 0 0,-1 0 0 0 0,1 0 1 0 0,0 0-1 0 0,0-1 0 0 0,0 1 1 0 0,0-1-1 0 0,-1 0 1 0 0,1 1-1 0 0,0-1 0 0 0,0 0 1 0 0,-1 0-1 0 0,3-1 0 0 0,-3 1 96 0 0,9-6-562 0 0,0-1 0 0 0,0 0 0 0 0,-1 0 0 0 0,0-1 0 0 0,-1 0 0 0 0,0 0-1 0 0,0-1 1 0 0,10-18 0 0 0,44-89-1628 0 0,-32 57 2948 0 0,-24 48 475 0 0,1-1 5755 0 0,-24 111-3837 0 0,7-28-1288 0 0,9-65-1780 0 0,1-2-76 0 0,-1 0 1 0 0,1 0-1 0 0,-1 0 0 0 0,1 0 0 0 0,0 0 0 0 0,0 0 1 0 0,0 0-1 0 0,1 0 0 0 0,-1 0 0 0 0,1 3 1 0 0,0-4-129 0 0,0 0 1 0 0,0-1 0 0 0,0 1 0 0 0,0-1-1 0 0,0 1 1 0 0,0-1 0 0 0,0 0 0 0 0,0 1 0 0 0,0-1-1 0 0,1 0 1 0 0,-1 0 0 0 0,1 0 0 0 0,-1 0 0 0 0,1 0-1 0 0,-1 0 1 0 0,1 0 0 0 0,-1-1 0 0 0,1 1-1 0 0,0 0 1 0 0,-1-1 0 0 0,1 0 0 0 0,0 1 0 0 0,-1-1-1 0 0,1 0 1 0 0,0 0 0 0 0,0 0 0 0 0,0 0 0 0 0,-1 0-1 0 0,1 0 1 0 0,0 0 0 0 0,-1-1 0 0 0,1 1-1 0 0,0 0 1 0 0,0-1 0 0 0,-1 0 0 0 0,1 1 0 0 0,-1-1-1 0 0,4-2 1 0 0,8-3-633 0 0,0 0-1 0 0,-1-2 1 0 0,20-13-1 0 0,-24 15 376 0 0,105-80-425 0 0,-91 72 3433 0 0,-22 14-2540 0 0,1 0 0 0 0,-1 0 0 0 0,0 0 0 0 0,1 0 0 0 0,-1 0 0 0 0,0 1 0 0 0,1-1 0 0 0,-1 0-1 0 0,0 0 1 0 0,0 0 0 0 0,1 1 0 0 0,-1-1 0 0 0,0 0 0 0 0,0 0 0 0 0,1 1 0 0 0,-1-1 0 0 0,0 0 0 0 0,0 0-1 0 0,0 1 1 0 0,1-1 0 0 0,-1 0 0 0 0,0 1 0 0 0,0-1 0 0 0,0 0 0 0 0,0 1 0 0 0,0-1 0 0 0,0 0-1 0 0,0 0 1 0 0,0 1 0 0 0,0-1 0 0 0,0 0 0 0 0,0 1 0 0 0,0-1 0 0 0,0 0 0 0 0,0 1 0 0 0,0-1 0 0 0,0 1-1 0 0,-13 51 2796 0 0,8-38-2925 0 0,2 1-115 0 0,1 0 1 0 0,0 0 0 0 0,0 26 0 0 0,2-41-72 0 0,1 1-1 0 0,-1 0 1 0 0,1-1-1 0 0,-1 1 1 0 0,1 0 0 0 0,-1-1-1 0 0,1 1 1 0 0,0-1 0 0 0,-1 1-1 0 0,1-1 1 0 0,0 1 0 0 0,-1-1-1 0 0,1 1 1 0 0,0-1 0 0 0,0 0-1 0 0,0 1 1 0 0,-1-1 0 0 0,1 0-1 0 0,0 0 1 0 0,0 0-1 0 0,0 1 1 0 0,-1-1 0 0 0,1 0-1 0 0,0 0 1 0 0,0 0 0 0 0,0 0-1 0 0,0 0 1 0 0,0-1 0 0 0,-1 1-1 0 0,1 0 1 0 0,0 0 0 0 0,0-1-1 0 0,0 1 1 0 0,1-1-1 0 0,1-1-780 0 0,4-1-339 0 0,0-3-5855 0 0,6-5 1699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9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57 632 0 0,'0'0'3088'0'0,"-2"-4"-1614"0"0,1 4-1303 0 0,1-1 0 0 0,-1 1-1 0 0,1-1 1 0 0,-1 0 0 0 0,1 1-1 0 0,0-1 1 0 0,-1 0 0 0 0,1 0-1 0 0,0 1 1 0 0,-1-1 0 0 0,1 0-1 0 0,0 0 1 0 0,0 1 0 0 0,0-1-1 0 0,0 0 1 0 0,0 0 0 0 0,0 0-1 0 0,0 1 1 0 0,0-1 0 0 0,0 0-1 0 0,0 0 1 0 0,0 1 0 0 0,0-1-1 0 0,1 0 1 0 0,-1 0 0 0 0,0 1-1 0 0,0-1 1 0 0,1 0 0 0 0,-1 0-1 0 0,1 1 1 0 0,-1-1 0 0 0,1 1-1 0 0,-1-1 1 0 0,1 0 0 0 0,2-2 298 0 0,0 1 1 0 0,0 0 0 0 0,0 0-1 0 0,0 1 1 0 0,0-1 0 0 0,1 1-1 0 0,-1-1 1 0 0,6 0 0 0 0,2-1 420 0 0,0 0 0 0 0,0 1 0 0 0,0 1 0 0 0,0 0 0 0 0,1 0 0 0 0,-1 1 0 0 0,0 1 0 0 0,0 0 0 0 0,0 0 1 0 0,17 5-1 0 0,-28-6-794 0 0,1 1-1 0 0,0-1 1 0 0,-1 0 0 0 0,1 1 0 0 0,-1-1 0 0 0,1 1 0 0 0,-1 0 0 0 0,0-1 0 0 0,1 1 0 0 0,-1-1 0 0 0,1 1-1 0 0,-1 0 1 0 0,0-1 0 0 0,0 1 0 0 0,1 0 0 0 0,-1-1 0 0 0,0 1 0 0 0,0 0 0 0 0,0-1 0 0 0,0 1 0 0 0,0 0-1 0 0,0-1 1 0 0,0 1 0 0 0,0 0 0 0 0,0-1 0 0 0,0 1 0 0 0,0 0 0 0 0,0 0 0 0 0,0-1 0 0 0,-1 1 0 0 0,1 0-1 0 0,0-1 1 0 0,-1 2 0 0 0,-8 19 944 0 0,3-11-742 0 0,0-1 1 0 0,0 1-1 0 0,-1-1 0 0 0,0 0 0 0 0,-1-1 1 0 0,0 0-1 0 0,0 0 0 0 0,-1 0 0 0 0,0-1 1 0 0,-11 6-1 0 0,13-4-298 0 0,21-2 0 0 0,15-4-1 0 0,-22-6-5 0 0,-2 0-6 0 0,4 2-142 0 0,94-18-810 0 0,-92 16 14 0 0,0 0-1 0 0,0 0 1 0 0,0-1-1 0 0,-1-1 0 0 0,1 0 1 0 0,16-11-1 0 0,-16-4-3621 0 0,-7 10-4339 0 0,1-5 1858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40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1444 0 0,'0'0'8429'0'0,"5"3"-6692"0"0,38 25 3137 0 0,46 39 1 0 0,100 103 2619 0 0,-86-62-4186 0 0,-90-93-3207 0 0,-2 0 0 0 0,1 1 0 0 0,-2 1 0 0 0,0 0 0 0 0,10 25 0 0 0,-18-37-101 0 0,0-1 0 0 0,0 1 0 0 0,-1-1 0 0 0,1 1 0 0 0,-1 0 0 0 0,0 0 0 0 0,-1-1 0 0 0,1 1 0 0 0,-1 0 0 0 0,0 0 0 0 0,0 0 0 0 0,0 0 0 0 0,-1 0 0 0 0,0-1 0 0 0,0 1 0 0 0,0 0 0 0 0,0 0 0 0 0,-1-1 0 0 0,0 1 0 0 0,0-1 0 0 0,0 1 0 0 0,0-1 0 0 0,-1 0 0 0 0,0 0 0 0 0,0 0 0 0 0,0 0 0 0 0,0-1 0 0 0,0 1 0 0 0,-1-1 0 0 0,-5 4 0 0 0,-7 4 0 0 0,0-2 0 0 0,-1 0 0 0 0,0-1 0 0 0,-1-1 0 0 0,0 0 0 0 0,0-1 0 0 0,-36 6 0 0 0,46-10-29 0 0,6-1-163 0 0,5-5-2818 0 0,11-13 2382 0 0,-11 13-134 0 0,12-13-7693 0 0,-14 16 7773 0 0,10-12-8389 0 0,-10 4 3481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45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91 672 0 0,'-3'-9'25188'0'0,"-112"178"-18197"0"0,85-127-7075 0 0,-9 26 84 0 0,36-58 0 0 0,2 3 0 0 0,4 0 0 0 0,9-8 0 0 0,-11-4 0 0 0,0-1 0 0 0,0 0 0 0 0,0 1 0 0 0,0-1 0 0 0,0 0 0 0 0,0 0 0 0 0,1 0 0 0 0,-1 0 0 0 0,0 0 0 0 0,0 0 0 0 0,0 0 0 0 0,0 0 0 0 0,0-1 0 0 0,0 1 0 0 0,0 0 0 0 0,0-1 0 0 0,0 1 0 0 0,0-1 0 0 0,0 1 0 0 0,0-1 0 0 0,0 1 0 0 0,0-1 0 0 0,0 0 0 0 0,0 1 0 0 0,0-1 0 0 0,1-1 0 0 0,0 0 0 0 0,9-6-64 0 0,0 0-1 0 0,-1 0 1 0 0,0-1-1 0 0,0-1 1 0 0,-1 1-1 0 0,0-2 1 0 0,10-14-1 0 0,-5 4-405 0 0,0 0-1 0 0,19-47 0 0 0,-3-26-440 0 0,-13 30 776 0 0,-9 29 695 0 0,-8 34-256 0 0,10 45 1993 0 0,-4-10-2390 0 0,16 50-1 0 0,-8-49 94 0 0,-7-16 0 0 0,1 1 0 0 0,16 26 0 0 0,-20-40 0 0 0,0 0 0 0 0,0-1 0 0 0,0 1 0 0 0,1-1 0 0 0,0 0 0 0 0,0-1 0 0 0,0 1 0 0 0,0-1 0 0 0,1 0 0 0 0,0 0 0 0 0,0-1 0 0 0,6 4 0 0 0,-1-4 0 0 0,2 2 0 0 0,-12-5-36 0 0,-1 0 0 0 0,1 0 1 0 0,0 1-1 0 0,-1-1 0 0 0,1 0 0 0 0,-1 0 1 0 0,1 0-1 0 0,0 0 0 0 0,-1 0 0 0 0,1 0 1 0 0,0 0-1 0 0,-1 0 0 0 0,1 0 0 0 0,0 0 1 0 0,-1 0-1 0 0,1 0 0 0 0,0 0 0 0 0,-1-1 0 0 0,1 1 1 0 0,-1 0-1 0 0,1 0 0 0 0,0-1 0 0 0,-1 1 1 0 0,1-1-1 0 0,-1 1 0 0 0,1 0 0 0 0,-1-1 1 0 0,1 1-1 0 0,-1-1 0 0 0,1 1 0 0 0,-1-1 0 0 0,0 1 1 0 0,1-1-1 0 0,-1 1 0 0 0,0-1 0 0 0,1 0 1 0 0,-1 1-1 0 0,0-1 0 0 0,0 1 0 0 0,1-1 1 0 0,-1 0-1 0 0,0 1 0 0 0,0-2 0 0 0,-6-12-6053 0 0,2 10 4807 0 0,-12-7-474 0 0,8 7-2267 0 0,-1 1-3498 0 0,-7-2 1607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45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1 284 0 0,'0'0'13325'0'0,"4"2"-11868"0"0,9 5-220 0 0,1-1 0 0 0,-1 0 0 0 0,1-1 0 0 0,1-1 0 0 0,-1 0-1 0 0,0-1 1 0 0,1 0 0 0 0,17 0 0 0 0,127-2 1507 0 0,-58-3-1519 0 0,47-5 1375 0 0,-174 12-3227 0 0,23-4-426 0 0,-5 2-5906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46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1696 0 0,'0'0'14687'0'0,"6"3"-13287"0"0,3 3-539 0 0,-1 0 0 0 0,1 0 0 0 0,-1 1 0 0 0,0 0 0 0 0,-1 0 0 0 0,0 1 0 0 0,0 0 0 0 0,0 0 0 0 0,-1 1 0 0 0,-1 0 0 0 0,6 9 0 0 0,-6-6 164 0 0,-1 0 0 0 0,0 0 0 0 0,4 21 0 0 0,-2-6-473 0 0,7 18-552 0 0,-13-44 0 0 0,1 2 0 0 0,-1 0 0 0 0,1-1 0 0 0,0 1 0 0 0,0 0 0 0 0,0-1 0 0 0,0 1 0 0 0,0-1 0 0 0,0 1 0 0 0,0-1 0 0 0,1 0 0 0 0,0 0 0 0 0,-1 1 0 0 0,1-1 0 0 0,0 0 0 0 0,0 0 0 0 0,0-1 0 0 0,0 1 0 0 0,0 0 0 0 0,0-1 0 0 0,4 3 0 0 0,3 0 0 0 0,2-1 0 0 0,-10-2 0 0 0,0-1 0 0 0,0 0 0 0 0,0 1 0 0 0,0-1 0 0 0,0 0 0 0 0,0 1 0 0 0,0-1 0 0 0,0 0 0 0 0,1 0 0 0 0,-1 0 0 0 0,0 0 0 0 0,0 0 0 0 0,0 0 0 0 0,0 0 0 0 0,0-1 0 0 0,0 1 0 0 0,1 0 0 0 0,-1-1 0 0 0,0 1 0 0 0,0 0 0 0 0,0-1 0 0 0,0 1 0 0 0,0-1 0 0 0,0 0 0 0 0,0 1 0 0 0,-1-1 0 0 0,1 0 0 0 0,1-1 0 0 0,0 1 0 0 0,2-3 0 0 0,0 1 0 0 0,0 0 0 0 0,0-1 0 0 0,0 1 0 0 0,-1-1 0 0 0,1 0 0 0 0,-1-1 0 0 0,0 1 0 0 0,0 0 0 0 0,-1-1 0 0 0,1 0 0 0 0,-1 1 0 0 0,2-8 0 0 0,1 1 0 0 0,28-55 0 0 0,-9 19 0 0 0,32-88 0 0 0,-52 128 0 0 0,1 1 0 0 0,9-35 0 0 0,-13 31 0 0 0,0 6 0 0 0,-6 28 0 0 0,3-9-126 0 0,-3-5-2534 0 0,-11 1-11620 0 0,12-10 10518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47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1 888,'0'0'13033,"-6"3"-11508,-4 4-613,0 1 0,1-1 0,0 2 0,0-1 0,1 1 1,0 0-1,-13 21 0,-43 85 4349,29-50-2631,25-47-4330,13-25-2922,11-35-2886,-12 24 1148,3-4 488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48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1540,'1'-7'16780,"5"38"-14757,-1 0-1,0 33 1,6 44 2317,-9-88-3645,-1-16-576,-1 0 0,0 0 1,1-1-1,-1 1 0,1 0 0,0-1 1,0 1-1,1-1 0,-1 1 0,1-1 0,0 0 1,2 5-1,-2-5-1023,3 8 2650,1-32-23290,-5 16 15765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48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58 148 0 0,'0'0'3287'0'0,"5"-2"-1628"0"0,34-7 2417 0 0,41-5 0 0 0,107-3 3040 0 0,-4 2 1199 0 0,-141 14-4244 0 0,-35 3-4052 0 0,-3 5-126 0 0,-3-5-572 0 0,15-7-7767 0 0,-3-1 1456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3:07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1 616 0 0,'0'0'20181'0'0,"1"3"-18563"0"0,7 13 838 0 0,0-1 1 0 0,18 28-1 0 0,29 19 341 0 0,-30-41-2751 0 0,0-1 1 0 0,2 0-1 0 0,36 19 1 0 0,-44-27-47 0 0,-8-4 0 0 0,-6-2 0 0 0,-3-4 0 0 0,-2-1 0 0 0,-26-3-132 0 0,19 2-647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08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0 8,'0'0'6779,"-1"5"-4981,-28 102 7898,18-76-6589,2 0 0,-8 46 0,9 17 1767,11-73-4573,4-6-311,-1-6 10,1-5-80,-6-4 6,0 0 0,0-1-1,0 1 1,0 0 0,0 0 0,0-1 0,0 1 0,0 0-1,0-1 1,0 1 0,0-1 0,0 1 0,0-1 0,0 1-1,0-1 1,-1 0 0,1 0 0,0 1 0,0-1 0,-1 0-1,1 0 1,0 0 0,-1 0 0,1 0 0,-1 0-1,1-1 1,13-26-4315,-7 10 675,1-10-6877,-4 11 3849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54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115 147 368,'-3'-33'11291,"3"33"-11167,0 0-1,0-1 1,0 1-1,0 0 1,0 0 0,0 0-1,0 0 1,0 0-1,0-1 1,0 1 0,0 0-1,0 0 1,-1 0-1,1 0 1,0 0-1,0 0 1,0 0 0,0-1-1,0 1 1,0 0-1,-1 0 1,1 0 0,0 0-1,0 0 1,0 0-1,0 0 1,0 0 0,-1 0-1,1 0 1,0 0-1,0 0 1,0 0-1,0 0 1,-1 0 0,1 0-1,0 0 1,0 0-1,0 0 1,0 0 0,0 0-1,-1 0 1,1 0-1,0 0 1,0 0 0,0 0-1,0 0 1,0 1-1,-1-1 1,1 0-1,0 0 1,0 0 0,0 0-1,0 0 1,0 0-1,0 0 1,0 1 0,0-1-1,0 0 1,-1 0-1,1 0 1,0 0 0,0 0-1,0 1 1,0-1-1,0 0 1,0 0-1,0 0 1,0 1 0,-20 52 8315,10-24-9098,5-15 1044,-15 36 1756,-26 104 0,42-115-2008,5-27-133,0-12 0,-1 1 0,0-1 0,0 0 0,1 0 0,-1 1 0,0-1 0,1 0 0,-1 0 0,0 1 0,1-1 0,-1 0 0,0 0 0,1 0 0,-1 0 0,0 0 0,1 1 0,-1-1 0,0 0 0,1 0 0,-1 0 0,1 0 0,-1 0 0,0 0 0,1 0 0,-1 0 0,1 0 0,-1-1 0,0 1 0,1 0 0,-1 0 0,0 0 0,1 0 0,0-1 0,6-2 0,0 0 0,0-1 0,0 0 0,-1-1 0,1 0 0,-1 0 0,0 0 0,0 0 0,-1-1 0,0 0 0,8-12 0,53-87 0,-52 80 0,18-38 0,18-28 0,12-10 0,-57 91 0,-4 9 0,-1 1 0,0 0 0,0 0 0,1 0 0,-1-1 0,0 1 0,0 0 0,1 0 0,-1 0 0,0 0 0,0-1 0,1 1 0,-1 0 0,0 0 0,1 0 0,-1 0 0,0 0 0,0 0 0,1 0 0,-1 0 0,0 0 0,1 0 0,-1 0 0,0 0 0,1 0 0,-1 0 0,0 0 0,0 0 0,1 0 0,-1 1 0,0-1 0,1 0 0,-1 0 0,0 0 0,0 0 0,1 1 0,-1-1 0,0 0 0,0 0 0,1 0 0,-1 1 0,0-1 0,0 0 0,0 0 0,0 1 0,1-1 0,-1 0 0,0 1 0,0-1 0,0 0 0,0 1 0,10 16 0,4 56 0,22 87 0,-5-69 0,6 24 0,-35-106 0,0 2 0,2 0 0,1-2-4,-4-7-302,-8-27-18481,4 20 16576,2-1-4232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55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40 100 752,'-28'8'2422,"17"-4"9041,45-18-9789,1 1 1,1 2-1,0 1 0,0 2 0,1 2 0,0 1 0,0 2 1,50 2-1,-55 7-567,34 11 848,-56-15-1955,-1 3 0,3-5 0,-2-10 0,1-5-60,-1-1-2965,-7 2-6506,6-1-5135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55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1 148,'0'0'11866,"1"5"-10568,5 16 476,-1 1 1,-1-1-1,-1 1 1,0 31-1,-2-28-835,1-1-1,2 1 1,0-1 0,1 0-1,2 0 1,18 45 0,-21-61-800,1 0 1,0 0-1,0 0 1,1 0-1,0-1 1,0 0 0,1 0-1,-1-1 1,1 0-1,1 0 1,-1 0-1,1-1 1,0 0 0,14 5-1,-21-9-30,29-22 384,-27 16-393,1 0-1,-1-1 0,-1 1 1,1 0-1,-1-1 1,0 0-1,0 0 1,-1 1-1,0-1 0,0 0 1,0 0-1,-1-11 1,5-19-76,1-14-24,-6 40 0,1 1 0,0-1 0,1 0 0,0 0 0,1 1 0,-1-1 0,2 1 0,-1 0 0,9-14 0,7-9 0,-15 24 0,1 0 0,1 0 0,-1 0 0,1 0 0,10-9 0,-9 9 0,1-2 0,1 1 0,-4 3 0,2 2-75,-6 3-428,-3 6-629,-8 11-1845,-12 5-13085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56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33 912,'0'0'1347,"3"-12"9501,-5 11-10559,1 0-1,-1 0 0,0-1 0,0 1 1,1 0-1,-1 1 0,0-1 1,0 0-1,0 0 0,0 1 1,0-1-1,0 1 0,0 0 1,0 0-1,0-1 0,-1 1 1,1 1-1,0-1 0,0 0 1,0 0-1,0 1 0,0-1 1,0 1-1,0 0 0,0-1 1,0 1-1,1 0 0,-1 0 1,-3 3-1,-4 1 296,1 1 1,0 0-1,1 0 0,-1 1 1,-6 8-1,12-13-507,1 0 0,-1-1 0,1 1 0,-1 0 0,1 1 1,0-1-1,0 0 0,0 0 0,0 0 0,0 1 0,0-1 0,1 1 0,-1-1 0,1 0 0,0 1 0,-1-1 1,1 1-1,0-1 0,1 1 0,-1-1 0,0 0 0,1 1 0,-1-1 0,1 1 0,0-1 0,0 0 0,0 1 0,0-1 1,0 0-1,0 0 0,0 0 0,1 0 0,-1 0 0,1 0 0,0 0 0,-1-1 0,1 1 0,4 2 0,2 3 26,0-1-1,0 0 1,1-1-1,0 0 1,0 0 0,0-1-1,1 0 1,10 2-1,-6-2-126,0-1 1,1-1-1,-1 0 1,1-1-1,-1 0 1,1-1-1,-1-1 1,1 0-1,-1-1 1,1-1-1,-1 0 1,0-1-1,0 0 1,21-11-1,-33 14 24,0 0 0,0 0-1,0 0 1,0-1-1,0 1 1,0-1 0,0 0-1,0 0 1,0 1-1,-1-1 1,1 0 0,-1 0-1,1-1 1,-1 1-1,0 0 1,0 0 0,0-1-1,0 1 1,0 0-1,-1-1 1,1 1 0,-1-1-1,0 1 1,1-1-1,-1 1 1,0-1 0,0 1-1,-1-1 1,1 1-1,0-1 1,-1 1 0,0-1-1,1 1 1,-1 0 0,-2-4-1,0 0 80,0 0 1,0 1-1,-1 0 0,1-1 1,-1 1-1,0 1 0,-1-1 1,1 1-1,-1-1 0,0 1 0,0 0 1,-10-5-1,4 3 134,0 1 0,-1 0-1,1 1 1,-1 1 0,-23-5 0,31 7-200,-1 1 0,1 0 0,0 0 1,-1 0-1,1 0 0,0 1 0,0-1 0,-1 1 1,1 0-1,0 0 0,0 1 0,0-1 0,0 1 1,0 0-1,0 0 0,1 1 0,-1-1 0,1 1 1,-4 3-1,6-6-89,0 1 0,1 0 0,-1-1 0,0 1 0,1 0 1,-1 0-1,1 0 0,-1 0 0,1 0 0,-1-1 0,1 1 0,0 0 0,-1 0 0,1 0 1,0 0-1,0 0 0,0 0 0,0 0 0,0 0 0,0 0 0,0 0 0,0 0 1,0 0-1,0 0 0,1 2 0,17 22-1187,10-4-3456,-6-8-7620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56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0 616,'0'0'20710,"-4"2"-19655,-8 5-241,1 1-1,1 0 0,-1 0 0,1 1 0,1 0 0,-1 1 0,-12 19 1,-10 7 376,12-14-724,-20 20 145,17-12-3232,22-28 1629,1-2 757,0 0 1,0 0 0,-1 1-1,1-1 1,0 0 0,0 0-1,-1 0 1,1 0 0,0 1-1,-1-1 1,1 0 0,0 0-1,-1 0 1,1 0 0,0 0-1,-1 0 1,1 0 0,0 0-1,-1 0 1,1 0 0,0 0-1,-1 0 1,1 0 0,0 0-1,-1 0 1,1-1 0,0 1-1,-1 0 1,1 0 0,0 0-1,0 0 1,-1-1 0,1 1-1,0 0 1,-1 0 0,1 0-1,0-1 1,0 1 0,0 0-1,-1 0 1,1-1 0,0 1-1,0-1 1,-5-7-6584,3 4 6009,2 3 1210,-2-10-6029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57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0 100,'0'0'10938,"4"4"-9312,39 67 6090,-32-49-5816,2-1 0,15 20 0,-20-31-1351,0-1 0,1 0-1,0-1 1,0 0 0,1-1-1,0 1 1,21 10-1,-25-15-449,0-1 0,1 1-1,-1-1 1,0 0 0,1 0-1,0-1 1,-1 0 0,1 0-1,0-1 1,-1 1-1,1-2 1,0 1 0,-1-1-1,1 0 1,12-3 0,-18 4-200,1-1 0,0 1 0,0 0 0,-1-1 1,1 0-1,0 1 0,-1-1 0,1 0 0,-1 0 1,1 0-1,-1 0 0,1 0 0,-1 0 0,0 0 1,1-1-1,-1 1 0,0 0 0,0-1 0,0 1 1,0-1-1,0 1 0,0-1 0,-1 1 0,1-1 1,0 0-1,0-1 0,-1 2-1,-1 0-1,1 0 1,0 0-1,0 0 1,-1 0-1,1 0 1,0 0-1,-1 1 1,1-1 0,-1 0-1,1 0 1,-1 1-1,1-1 1,-1 0-1,0 1 1,1-1-1,-1 0 1,0 1 0,0-1-1,1 1 1,-1-1-1,0 1 1,0-1-1,0 1 1,0 0-1,0 0 1,1-1 0,-1 1-1,0 0 1,0 0-1,0 0 1,0 0-1,-1 0 1,-19 1-4922,3 5-6346,10-1 6053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57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0 180,'0'0'21488,"0"8"-20291,8 120 4821,2 17-2134,-8-112-3884,2-21 0,-4-12 0,0 0 0,0 0 0,0 0 0,0 0 0,0 1 0,0-1-1,0 0 1,0 0 0,0 0 0,0 0 0,0 0 0,0 1 0,0-1 0,0 0 0,0 0 0,0 0 0,0 0 0,1 0-1,-1 0 1,0 0 0,0 1 0,0-1 0,0 0 0,0 0 0,0 0 0,1 0 0,-1 0 0,0 0 0,0 0 0,0 0 0,0 0-1,0 0 1,1 0 0,-1 0 0,0 0 0,0 0 0,0 0 0,0 0 0,0 0 0,1 0 0,-1 0 0,0 0 0,0 0-1,0 0 1,0 0 0,0 0 0,1 0 0,-1 0 0,0 0 0,0 0 0,0 0 0,0-1 0,0 1 0,0 0 0,1 0 0,-1 0-1,0 0 1,0 0 0,0 0 0,0 0 0,0-1 0,0 1 0,6-16 12,1-21-326,-7 36 220,0-36-4415,-2 20-486,4-1-4556,2 4 2065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6:09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4 0 0,'0'0'3878'0'0,"-15"15"-6321"0"0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03:04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492 46 1116 0 0,'0'-1'63'0'0,"13"-29"26858"0"0,-44 16-23643 0 0,13 13-3090 0 0,1 1 1 0 0,-1 1 0 0 0,1 1 0 0 0,-1 0 0 0 0,1 2 0 0 0,-1-1 0 0 0,-25 11 0 0 0,-1 2-250 0 0,-71 38 0 0 0,104-48 61 0 0,0 0 0 0 0,0 1 0 0 0,1 0 0 0 0,0 1 0 0 0,0 0 0 0 0,1 1 0 0 0,0 0 0 0 0,0 0 0 0 0,1 1 0 0 0,1 0 0 0 0,0 0 0 0 0,0 1 0 0 0,0 0 0 0 0,2 0 0 0 0,-8 19 0 0 0,12-26 0 0 0,0 0 0 0 0,0 0 0 0 0,1 0 0 0 0,-1 0 0 0 0,1 0 0 0 0,0 1 0 0 0,0-1 0 0 0,0 0 0 0 0,1 0 0 0 0,-1 1 0 0 0,1-1 0 0 0,0 0 0 0 0,0 0 0 0 0,1 0 0 0 0,-1 0 0 0 0,1 0 0 0 0,0-1 0 0 0,0 1 0 0 0,0 0 0 0 0,0-1 0 0 0,1 1 0 0 0,-1-1 0 0 0,1 0 0 0 0,0 0 0 0 0,0 0 0 0 0,0 0 0 0 0,0 0 0 0 0,7 3 0 0 0,2 2 0 0 0,0 0 0 0 0,0-1 0 0 0,1-1 0 0 0,0 0 0 0 0,0-1 0 0 0,0 0 0 0 0,21 4 0 0 0,-12-5 0 0 0,0-1 0 0 0,1 0 0 0 0,-1-2 0 0 0,42-2 0 0 0,-56 1 0 0 0,1-1 0 0 0,0-1 0 0 0,-1 0 0 0 0,1 0 0 0 0,-1 0 0 0 0,1-1 0 0 0,-1 0 0 0 0,0-1 0 0 0,0 0 0 0 0,0 0 0 0 0,-1-1 0 0 0,1 0 0 0 0,-1 0 0 0 0,-1 0 0 0 0,9-9 0 0 0,-13 12 0 0 0,1-1 0 0 0,-1 1 0 0 0,0-1 0 0 0,-1 0 0 0 0,1 0 0 0 0,0 0 0 0 0,-1 0 0 0 0,1 0 0 0 0,-1 0 0 0 0,0 0 0 0 0,0 0 0 0 0,0 0 0 0 0,-1-1 0 0 0,1 1 0 0 0,-1 0 0 0 0,1-1 0 0 0,-1 1 0 0 0,0 0 0 0 0,-1-1 0 0 0,1 1 0 0 0,0 0 0 0 0,-1-1 0 0 0,0 1 0 0 0,0 0 0 0 0,0 0 0 0 0,0 0 0 0 0,0 0 0 0 0,-1 0 0 0 0,1 0 0 0 0,-1 0 0 0 0,0 0 0 0 0,0 0 0 0 0,0 1 0 0 0,0-1 0 0 0,0 1 0 0 0,-1-1 0 0 0,1 1 0 0 0,-4-2 0 0 0,-4-4 0 0 0,1 0 0 0 0,-1 2 0 0 0,-1-1 0 0 0,1 1 0 0 0,-1 0 0 0 0,0 1 0 0 0,0 1 0 0 0,-1-1 0 0 0,-12-2 0 0 0,22 7 0 0 0,-3-1 0 0 0,1 0 0 0 0,-1 0 0 0 0,1 0 0 0 0,-1 1 0 0 0,0-1 0 0 0,1 1 0 0 0,-1 0 0 0 0,0 1 0 0 0,1-1 0 0 0,-1 1 0 0 0,1 0 0 0 0,-1 0 0 0 0,1 1 0 0 0,-5 1 0 0 0,1 4 0 0 0,10 5 0 0 0,11 1 0 0 0,-4-7 0 0 0,-4-3-502 0 0,17 9-2546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5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1 112,'0'0'11678,"-3"2"-9561,0-1-1578,1 0 1,-1 1 0,1-1 0,0 1 0,-1 0 0,1-1 0,0 1-1,0 0 1,0 1 0,0-1 0,0 0 0,1 0 0,-1 1 0,1-1-1,0 1 1,-1 0 0,1-1 0,0 1 0,0 0 0,1 0 0,-1-1-1,1 1 1,-1 0 0,1 0 0,0 0 0,0 5 0,-1 5 770,1 10 348,9-11-3620,-8-10 815,23-16-6328,-14 3 2325,-6 5-45,4-4-719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0 120 652,'2'-14'4347,"39"-26"4739,-34 36-8360,0-1 0,0 1-1,0 1 1,1-1-1,12-3 1,22-4 1117,0 2 0,0 2 0,49-2-1,-60 6-656,-30 4-1092,1-1-1,-1 0 1,1 0 0,-1 1-1,1-1 1,-1 1 0,1 0 0,-1-1-1,1 1 1,-1 0 0,0 0 0,0-1-1,1 1 1,-1 0 0,0 0 0,0 1-1,0-1 1,0 0 0,0 0-1,0 0 1,0 1 0,-1-1 0,1 1-1,0-1 1,-1 0 0,1 1 0,-1-1-1,1 1 1,-1-1 0,0 1-1,0-1 1,1 1 0,-1 0 0,0-1-1,0 1 1,-1-1 0,1 1 0,0-1-1,0 1 1,-1 1 0,-7 20 427,0 1-1,-1-1 1,-14 23 0,15-32-538,0 1 0,1 0-1,1 0 1,0 0 0,1 1 0,1 0-1,1 0 1,-3 27 0,12 3-767,-5-44-414,3-6-3515,-2 2 4250,0 0 0,0 0 0,0 0 0,-1 0-1,1 0 1,-1-1 0,1 1 0,-1-1 0,0 1-1,0-1 1,1-3 0,3-8-3586,-6 8-2182,-8-13 477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5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2 316,'-63'-2'6010,"60"2"-4078,-4 6-374,9-1 2666,6 0-3927,0-1 0,0 0-1,0 0 1,1-1 0,-1 0 0,1-1-1,0 0 1,0 0 0,0-1 0,0 0-1,0 0 1,12-1 0,22-2-1912,58-11 0,-42 5-1783,-28 5-868,-3-3 326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6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24 84,'0'0'3269,"-2"-2"-1692,0 0-1078,0 0-1,0 0 0,-1 0 0,1 0 0,0 1 0,0-1 0,-1 1 0,1 0 1,-1 0-1,0 0 0,1 0 0,-1 0 0,0 0 0,1 1 0,-1-1 0,0 1 1,0 0-1,1 0 0,-1 0 0,-4 0 0,-68 12 5754,37-4-3973,18-5-1253,13-3-670,0 1-1,0-1 1,0 1 0,0 1-1,0 0 1,0 0 0,0 0 0,0 1-1,1-1 1,-1 2 0,1-1 0,0 1-1,-6 4 1,11-7-125,3 15 317,2-11-483,2-1 0,-1-1 0,0 1 0,1-1 0,-1 0 1,1 0-1,0 0 0,0-1 0,0 0 0,0 0 0,1 0 0,-1-1 1,0 0-1,9 0 0,65 17 998,-66-12-1043,-7-2-20,-5-4 0,-1 1 0,0-1 0,0 0 0,0 1 0,0-1 0,0 1 0,0 0 0,0-1 0,0 1 0,0 0 0,0-1 0,0 1 0,-1 0 0,1 0 0,0 0 0,0 0 0,-1-1 0,1 1 0,-1 0 0,1 0 0,-1 1 0,1-1 0,-1 0 0,1 0 0,-1 0 0,0 0 0,1 2 0,1 20 0,-2-22 0,0 0 0,0 0 0,0 0 0,0 0 0,0 0 0,0 0 0,-1 1 0,1-1 0,0 0 0,0 0 0,-1 0 0,1 0 0,-1 0 0,1 0 0,-1 0 0,1 0 0,-1 0 0,0 0 0,1-1 0,-3 2 0,-3 7-23,-1 0 0,0-1 0,0 0 0,-10 9 0,-34 14-9094,35-31-3665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6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20 748,'7'-8'2711,"-2"5"1111,60-5 4292,41 13-3772,-18 0-3239,-21-1-1225,-6 1-2681,-19-7-6912,-30 0 5103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6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3 216,'-2'-2'18286,"-52"28"-15655,1 3 0,2 2 0,1 2-1,-82 71 1,118-94-2415,12-8-356,0-1 1,-1 1-1,1-1 1,0 1-1,0 0 1,0 0-1,0 0 1,1 0-1,-1 0 1,0 1-1,1-1 1,0 0-1,-3 5 1,4-5-1003,9-11-8547,7-9 6768,-5 1-3189,-1 1 453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6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1052,'8'-16'797,"-1"-22"16061,-6 43-15870,0 2-694,0 0-1,0-1 1,1 1-1,0-1 1,0 1-1,1-1 1,0 0 0,0 0-1,0 0 1,1 0-1,0 0 1,0-1-1,0 0 1,1 0-1,0 0 1,0 0 0,0-1-1,6 4 1,-4-3-887,1 0 0,0-1 0,0-1 0,0 1 1,16 4-1,-14-6-1877,1 0 0,0 0 0,-1-1 0,21 0 0,-9-3-2800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7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44 232,'21'-13'10516,"79"-1"-2627,54 4-3305,-90 4-4019,-49 5-5323,-59 11 509,-10 0-3070,27-4 3123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7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4936,'-17'1'619,"1"2"-1,-1 0 0,-23 7 0,38-9 48,0 1 391,-3 2-858,8-1 2918,8 1-2335,1 0-1,0-1 0,0 0 1,0-1-1,0 0 0,0-1 1,0 0-1,18-2 0,111-16 3179,-30 3-4029,-36 7-2018,8 0-2556,-30 6-3425,-33 1 3247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7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10 1204,'-10'-9'17030,"5"33"-14546,0 1 0,-18 45 0,13-39-171,-12 48 0,19-55-1663,-5 20-1823,1-22-3962,3-10-8329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18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1272,'0'0'2284,"-28"7"10292,22 29-5192,12 27-1678,0-7-2304,-7-13-3354,-2 0-1,-12 66 1,14-57-48,1-38 0,0-4-49,1-12-218,0 0 0,0-1 0,0 1 0,0 0 0,0 0 0,1 0 1,-1 0-1,1 0 0,0 0 0,-1 1 0,1-1 0,3-2 0,19-16-5768,-11 10-3562,0 0 1942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19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368 8 1916,'-2'-7'16430,"-6"8"-15685,0 0 0,-1 1-1,1 0 1,0 0 0,0 1 0,0 0-1,1 0 1,-1 1 0,1 0-1,-13 8 1,-74 61 3645,75-56-3418,-3 1-402,5-5-528,1 0 1,0 2-1,1-1 1,0 2-1,2 0 1,-18 25-1,27-31-42,-1 1 0,7-11-108,0 0 0,0 0 0,0 0 0,0 0 0,0-1 0,0 1 0,0-1 0,0 1-1,0-1 1,0 0 0,0 0 0,2-1 0,1-1-888,-1 0-1,0-1 1,0 0-1,0 0 1,-1 0-1,1 0 0,-1 0 1,0-1-1,0 1 1,2-7-1,4-3-6876,0-1 831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19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1180,'0'0'12912,"-3"4"-10819,0 2-1292,0 0 1,1 0 0,0 0-1,0 1 1,0-1-1,1 0 1,0 1-1,0-1 1,1 1-1,0-1 1,0 1 0,0-1-1,2 11 1,1-5-124,0-1 1,1 1 0,0-1-1,1 1 1,0-1 0,13 19-1,-3-8-590,0-1-1,2-1 0,1 0 0,0-2 0,2 0 0,28 21 0,-8-8-87,-28-26 0,0-5-325,-3-3-1142,3-4-9081,-4 3 3176,2-1 34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19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1416,'0'0'12363,"7"-1"-10909,313-17 12086,-304 22-13112,-12-2-2472,-27 16-20909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20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1488,'0'0'12633,"5"2"-10773,24 5 1723,0-1-1,57 5 0,-25-5-1129,86 10 1064,-145-16-3922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21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23 520,'-1'-2'26965,"0"0"-24817,-4-5-6707,3 4 6934,0 2-2298,1 0 0,-1 0 0,1 0 0,-1 0 0,1 0 0,-1 1-1,1-1 1,-1 1 0,0-1 0,1 1 0,-1 0 0,0 0 0,1-1 0,-1 1 0,0 0-1,1 0 1,-4 1 0,-29 4 635,31-5-615,-7 3 86,0 0 0,0 1 0,1 0 0,-1 0 0,1 1 0,0 0 0,1 1 0,-1 0 0,1 0 0,0 1 0,1 0 0,-1 0 0,1 1 0,1 0 0,-9 12 0,13-17-178,-1 1 0,1-1-1,0 1 1,1-1 0,-1 1-1,0-1 1,1 1 0,0 0-1,0 0 1,0 0 0,0 0-1,1-1 1,0 1 0,0 0-1,0 0 1,0 0 0,0 0 0,1 0-1,-1 0 1,1 0 0,0 0-1,1 0 1,-1-1 0,1 1-1,-1 0 1,1-1 0,0 0-1,0 1 1,1-1 0,-1 0-1,1 0 1,-1 0 0,1 0 0,0 0-1,0-1 1,0 0 0,1 1-1,-1-1 1,0 0 0,1 0-1,5 1 1,8 4-46,0 0 1,0-2-1,1 0 0,0-1 1,0-1-1,0 0 0,0-2 1,1 0-1,-1-1 0,0 0 1,1-2-1,-1 0 0,0-1 1,0-1-1,28-10 0,-42 13 54,-1-1-1,1 1 1,-1-1-1,0 0 1,1 0-1,-1 0 1,0 0-1,0 0 1,0-1-1,-1 1 1,1-1-1,-1 0 1,1 0-1,-1 0 1,0 0-1,0 0 1,0 0 0,0-1-1,-1 1 1,1-1-1,-1 1 1,0-1-1,0 0 1,0 1-1,-1-1 1,1 0-1,-1 0 1,0 1-1,0-1 1,0 0-1,-1 0 1,1 1-1,-1-1 1,0 0-1,0 1 1,0-1-1,0 1 1,-1-1-1,0 1 1,1-1-1,-1 1 1,0 0-1,-1 0 1,1 0-1,0 0 1,-1 0-1,0 1 1,0-1-1,1 1 1,-2 0-1,-5-4 1,-5-5-13,9 8 0,-1-1 0,1 1 0,-1 0 0,0 0 0,1 0 0,-9-2 0,3 4 0,-2 12 0,13-10-9,0 0 0,0 0 0,0 0 0,0 0 0,0 0 0,1 0 0,-1 0 1,0-1-1,0 1 0,1 0 0,-1 0 0,0 0 0,1 0 0,-1-1 0,1 1 0,-1 0 0,1 0 0,-1-1 0,2 2 0,19 16-3701,3-3-10647,-11-8 6193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21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0 1192,'-16'7'1084,"0"-1"141,-1-1 3264,14-4-3839,0 0 0,1 1 0,-1-1-1,1 1 1,-1-1 0,1 1 0,0 0 0,0 0-1,0 0 1,0 0 0,0 1 0,0-1 0,0 0-1,1 1 1,-1-1 0,1 1 0,0-1 0,0 1 0,0 0-1,-1 5 1,0-4-297,1 0 0,0 0 0,1 1 0,-1-1-1,1 0 1,-1 0 0,1 1 0,1-1 0,-1 0 0,1 0-1,-1 0 1,3 8 0,-2-11-489,-1 0 1,1 0-1,-1-1 0,1 1 1,-1 0-1,1 0 1,-1-1-1,1 1 0,0 0 1,-1-1-1,1 1 0,0-1 1,0 1-1,-1-1 0,1 1 1,0-1-1,0 0 0,0 1 1,0-1-1,0 0 0,-1 0 1,1 1-1,0-1 0,0 0 1,0 0-1,0 0 1,0 0-1,0 0 0,0 0 1,0 0-1,0-1 0,-1 1 1,1 0-1,0 0 0,1-1 1,27-18-11267,-20 8 5812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21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56 236,'-1'-3'624,"1"1"0,-1-1-1,1 0 1,-1 1 0,1-1 0,0 1-1,0-1 1,0 0 0,1 1 0,0-4-1,0-14 7611,8 18-7106,-1 1-1,1 1 1,0-1-1,-1 1 1,18 3-1,160 41 5190,-126-28-4681,-58-15-1561,0-1-1,1 0 0,-1 1 0,0-1 0,0 1 0,1 0 0,-1 0 0,0 0 0,0 0 0,0 0 0,0 0 0,0 1 1,0-1-1,0 1 0,-1-1 0,1 1 0,0 0 0,-1-1 0,1 1 0,-1 0 0,0 0 0,0 0 0,0 0 0,0 0 1,0 0-1,0 1 0,0-1 0,0 0 0,-1 0 0,0 1 0,1-1 0,-1 0 0,0 1 0,0-1 0,0 0 1,0 1-1,-1 2 0,-3 7-115,0 0 0,0-1 0,-1 1 0,-1-1 1,-13 20-1,4-4 188,4-8-147,6-12 0,0 1 0,1-1 0,0 1 0,1 0 0,0 0 0,0 0 0,1 1 0,-1-1 0,2 1 0,-2 10 0,-1 2 0,3-20-184,1 1 0,-1-1-1,1 1 1,0-1 0,0 1 0,0-1 0,0 1-1,0-1 1,0 1 0,0-1 0,0 1-1,0-1 1,1 1 0,0 1 0,-1-3-101,0 1 0,1-1 1,-1 0-1,0 1 0,1-1 0,-1 0 0,0 0 1,0 0-1,1 1 0,-1-1 0,1 0 1,-1 0-1,0 0 0,1 0 0,-1 0 1,0 0-1,1 0 0,-1 0 0,1 0 1,-1 0-1,0 0 0,1 0 0,-1 0 1,0 0-1,1 0 0,-1 0 0,1 0 1,-1 0-1,0 0 0,1-1 0,14-8-8948,-12 7 9221,5-7-6699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21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1640,'0'0'8229,"3"2"-6367,7 5-843,0 0 0,0-1 0,1-1 0,-1 0 1,1 0-1,16 4 0,-7-4-148,-1 0 0,2-2 0,22 1 1,18-3-2293,93-11 1,-100 5-1415,9-3-5417,-25-3 3514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22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40 152,'-3'-4'764,"0"1"0,-1-1 0,1 1 0,-1 0 0,1 1 0,-1-1 0,0 0 0,0 1 0,0 0 0,0 0 0,0 0 0,-1 1 1,1-1-1,-1 1 0,1 0 0,-1 0 0,1 1 0,-1-1 0,1 1 0,-10 1 0,9-1-94,-1 1 0,0 0 0,1 0 1,-1 1-1,0-1 0,1 1 0,0 1 0,-1-1 0,1 1 1,0-1-1,0 2 0,1-1 0,-1 0 0,1 1 1,-1 0-1,-6 8 0,9-9-511,0 0 0,-1 0 0,1 0-1,1 0 1,-1 1 0,0-1 0,1 1 0,-1-1 0,1 1 0,0 0 0,1-1-1,-1 1 1,0 0 0,1 0 0,0-1 0,0 1 0,0 0 0,0 0 0,1 0 0,0-1-1,-1 1 1,1 0 0,1-1 0,-1 1 0,0-1 0,1 1 0,0-1 0,0 0-1,0 1 1,4 3 0,6 8-113,1-1 1,1 0-1,0-1 0,29 21 0,-21-17-25,9 5-21,42 24 0,-37-25 0,-28-15 0,-8-6 0,0 0 0,1 1 0,-1-1 0,0 0 0,0 0 0,0 0 0,0 0 0,1 1 0,-1-1 0,0 0 0,0 0 0,0 1 0,0-1 0,0 0 0,0 0 0,0 0 0,0 1 0,0-1 0,0 0 0,0 0 0,0 1 0,0-1 0,0 0 0,0 1 0,0-1 0,0 0 0,0 0 0,0 0 0,0 1 0,0-1 0,0 0 0,0 0 0,0 1 0,0-1 0,0 0 0,-1 0 0,1 1 0,0-1 0,0 0 0,0 0 0,-1 1 0,-4 2-3,0 0 0,0 0 0,-1 0 0,1-1 1,-1 0-1,1 0 0,-1 0 0,0-1 0,0 0 0,0 0 0,0 0 0,0-1 0,-9 0 0,-9 0-1357,0-1 0,-30-6-1,-6-9-4407,24-4-5819,20 8 5237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22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1272,'241'-22'13369,"-208"21"-12429,12-1-719,-12-1-9154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44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369 220 424 0 0,'-223'-121'13723'0'0,"112"56"-11510"0"0,100 60-1250 0 0,-12-11-5090 0 0,25 10 393 0 0,17 1 861 0 0,20 3-836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46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50 1488 0 0,'18'-29'9398'0'0,"-18"29"-9522"0"0,2-6 1300 0 0,2-8 13196 0 0,-13 32-7915 0 0,-5 16-6457 0 0,-12 51 0 0 0,13-42 0 0 0,-30 100 0 0 0,39-136 0 0 0,-4 35 0 0 0,7-29 0 0 0,1 0 0 0 0,0 1 0 0 0,2-3 0 0 0,4-7-38 0 0,8-11-1720 0 0,-7-1 143 0 0,-1 3-5177 0 0,-3 3 3637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46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17 1552 0 0,'-7'-16'27356'0'0,"155"30"-23704"0"0,21 2-3445 0 0,-127-12-207 0 0,-41-4 0 0 0,-1 0 0 0 0,0 0 0 0 0,-1 0 0 0 0,1 0 0 0 0,0 0 0 0 0,0 1 0 0 0,0-1 0 0 0,0 0 0 0 0,0 0 0 0 0,0 0 0 0 0,0 0 0 0 0,0 0 0 0 0,0 0 0 0 0,0 0 0 0 0,0 0 0 0 0,0 1 0 0 0,0-1 0 0 0,0 0 0 0 0,0 0 0 0 0,1 0 0 0 0,-1 0 0 0 0,0 0 0 0 0,0 0 0 0 0,0 0 0 0 0,0 0 0 0 0,0 0 0 0 0,0 1 0 0 0,0-1 0 0 0,0 0 0 0 0,0 0 0 0 0,0 0 0 0 0,0 0 0 0 0,0 0 0 0 0,0 0 0 0 0,1 0 0 0 0,-1 0 0 0 0,0 0 0 0 0,0 0 0 0 0,0 0 0 0 0,0 0 0 0 0,0 0 0 0 0,0 0 0 0 0,0 0 0 0 0,0 0 0 0 0,0 0 0 0 0,1 0 0 0 0,-1 0 0 0 0,0 0 0 0 0,0 0 0 0 0,0 0 0 0 0,0 0 0 0 0,0 0 0 0 0,0 0 0 0 0,0 0 0 0 0,0 0 0 0 0,1 0 0 0 0,-1 0 0 0 0,0 0 0 0 0,0 0 0 0 0,0 0 0 0 0,0 0 0 0 0,0 0 0 0 0,-17 10-222 0 0,13-7-1060 0 0,8-3-967 0 0,12 3-681 0 0,-12-3-1977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1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19 1188 0 0,'4'-19'29724'0'0,"-71"73"-28846"0"0,-61 64 0 0 0,64-57-779 0 0,52-50-108 0 0,0 0-3 0 0,0 0 0 0 0,1 0 0 0 0,0 1 0 0 0,1 1 0 0 0,1 0-1 0 0,0 0 1 0 0,-13 28 0 0 0,27-40-1251 0 0,-4 0 1132 0 0,-1-1 1 0 0,1 1 0 0 0,0-1 0 0 0,-1 1-1 0 0,1-1 1 0 0,0 0 0 0 0,0 0-1 0 0,-1 1 1 0 0,1-1 0 0 0,0 0 0 0 0,0 0-1 0 0,0 0 1 0 0,-1 0 0 0 0,1 0-1 0 0,0 0 1 0 0,0 0 0 0 0,0 0 0 0 0,0 0-1 0 0,-1 0 1 0 0,1 0 0 0 0,0-1-1 0 0,0 1 1 0 0,-1 0 0 0 0,2-1 0 0 0,7-7-1774 0 0,5-4-2837 0 0,-1-2-3874 0 0,-4 0 1371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1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1108 0 0,'0'0'18398'0'0,"-1"4"-16649"0"0,-3 13 155 0 0,1 1 0 0 0,1-1-1 0 0,1 1 1 0 0,0 0-1 0 0,5 34 1 0 0,-3-44-1899 0 0,0-1-1 0 0,1 0 1 0 0,0 0 0 0 0,0 0 0 0 0,1 0-1 0 0,0 0 1 0 0,0 0 0 0 0,1-1 0 0 0,-1 1-1 0 0,1-1 1 0 0,1 0 0 0 0,-1 0 0 0 0,1-1-1 0 0,0 1 1 0 0,1-1 0 0 0,-1 0 0 0 0,1 0-1 0 0,7 4 1 0 0,-9-8-103 0 0,0 1 0 0 0,0-1 0 0 0,0 0 0 0 0,0 0 0 0 0,0-1 1 0 0,0 1-1 0 0,0-1 0 0 0,1 0 0 0 0,-1 0 0 0 0,0 0 0 0 0,8-2 0 0 0,5-3-3767 0 0,-4-3-3826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2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1220 0 0,'0'0'11787'0'0,"3"-2"-10453"0"0,5-2-472 0 0,1 0-1 0 0,-1 1 1 0 0,0 0 0 0 0,1 0 0 0 0,0 1 0 0 0,0 0 0 0 0,-1 1 0 0 0,1 0 0 0 0,0 0 0 0 0,12 1-1 0 0,33-5 1714 0 0,-18 1-704 0 0,43 0 1 0 0,-4 0-1702 0 0,-58 9-2988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2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1036 0 0,'-9'1'319'0'0,"-15"0"16984"0"0,30 1-16507 0 0,14 6-70 0 0,1-2 1 0 0,0 0 0 0 0,0-2-1 0 0,1 0 1 0 0,29 1 0 0 0,33 6 149 0 0,-81-11-2407 0 0,5 0 3848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3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240 134 588 0 0,'17'-14'5531'0'0,"22"-41"5300"0"0,-38 54-9949 0 0,-2-40 5986 0 0,-4 37-6553 0 0,0 2 0 0 0,0-1 0 0 0,0 1 0 0 0,0-1-1 0 0,0 1 1 0 0,-1 1 0 0 0,1-1 0 0 0,-1 1 0 0 0,1 0-1 0 0,-1 0 1 0 0,0 1 0 0 0,1-1 0 0 0,-1 1 0 0 0,1 0-1 0 0,-1 1 1 0 0,-10 2 0 0 0,-2-1 218 0 0,0 2 1 0 0,0 0-1 0 0,1 1 1 0 0,-18 8-1 0 0,28-10-529 0 0,1 0-1 0 0,-1 1 1 0 0,1-1 0 0 0,0 1 0 0 0,1 0-1 0 0,-1 1 1 0 0,1-1 0 0 0,0 1 0 0 0,0 1-1 0 0,0-1 1 0 0,1 0 0 0 0,-1 1-1 0 0,-4 10 1 0 0,7-13-4 0 0,1-1 0 0 0,0 1 0 0 0,0 0 0 0 0,1 0 0 0 0,-1 0 0 0 0,1 0-1 0 0,-1-1 1 0 0,1 1 0 0 0,0 0 0 0 0,0 0 0 0 0,0 0 0 0 0,1 0 0 0 0,-1 0 0 0 0,1 0-1 0 0,-1 0 1 0 0,1 0 0 0 0,0-1 0 0 0,0 1 0 0 0,0 0 0 0 0,0 0 0 0 0,1-1 0 0 0,-1 1 0 0 0,1-1-1 0 0,0 1 1 0 0,0-1 0 0 0,-1 0 0 0 0,2 0 0 0 0,-1 0 0 0 0,0 0 0 0 0,0 0 0 0 0,0 0-1 0 0,1 0 1 0 0,-1-1 0 0 0,1 1 0 0 0,4 1 0 0 0,8 5 0 0 0,1 0 0 0 0,0-1 0 0 0,1 0 0 0 0,0-1 0 0 0,0-1 0 0 0,0-1 0 0 0,26 3 0 0 0,-30-5 0 0 0,0-1 0 0 0,0-1 0 0 0,-1 0 0 0 0,1 0 0 0 0,0-1 0 0 0,0-1 0 0 0,-1-1 0 0 0,1 1 0 0 0,-1-2 0 0 0,1 0 0 0 0,13-6 0 0 0,-23 8 0 0 0,0 0 0 0 0,1-1 0 0 0,-1 1 0 0 0,0-1 0 0 0,0 1 0 0 0,-1-1 0 0 0,5-5 0 0 0,-2 2 0 0 0,-4 4 0 0 0,1 1 0 0 0,-1-1 0 0 0,-1 1 0 0 0,1-1 0 0 0,0 0 0 0 0,0 0 0 0 0,-1 1 0 0 0,1-1 0 0 0,-1 0 0 0 0,1 0 0 0 0,-1 0 0 0 0,0 0 0 0 0,0 0 0 0 0,1 1 0 0 0,-1-1 0 0 0,-1 0 0 0 0,1 0 0 0 0,0 0 0 0 0,0 0 0 0 0,-1 0 0 0 0,1 1 0 0 0,-2-5 0 0 0,0 2 0 0 0,0 0 0 0 0,-1-1 0 0 0,1 1 0 0 0,-1 0 0 0 0,1 0 0 0 0,-1 0 0 0 0,-1 1 0 0 0,1-1 0 0 0,0 1 0 0 0,-1-1 0 0 0,-5-3 0 0 0,-4 0 0 0 0,5 2-88 0 0,6 4-620 0 0,26 24-25214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1792 0 0,'0'0'16090'0'0,"-5"4"-14638"0"0,-2 2-1286 0 0,-52 45 5166 0 0,55-48-5239 0 0,1 0 1 0 0,0 1 0 0 0,0 0-1 0 0,0-1 1 0 0,0 1 0 0 0,1 0-1 0 0,0 1 1 0 0,0-1-1 0 0,0 0 1 0 0,0 1 0 0 0,1-1-1 0 0,-1 1 1 0 0,1-1 0 0 0,-1 9-1 0 0,3-12-369 0 0,0 0 0 0 0,1 0 0 0 0,-1 0 0 0 0,0 0 0 0 0,0 0 0 0 0,1 0 0 0 0,-1-1 0 0 0,1 1 0 0 0,-1 0 0 0 0,0-1 0 0 0,1 1 0 0 0,-1-1 0 0 0,1 0 0 0 0,0 1 0 0 0,-1-1 0 0 0,1 0 0 0 0,1 0 0 0 0,-3 0 275 0 0,4 0-1418 0 0,0 0 0 0 0,1-1 0 0 0,-1 1 1 0 0,0-1-1 0 0,0 0 0 0 0,0 0 1 0 0,6-3-1 0 0,-8 3 1186 0 0,18-7-5211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4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65 1292 0 0,'-6'-30'5753'0'0,"5"19"-2581"0"0,-1-2 3545 0 0,2 12-6640 0 0,0 1 0 0 0,0 0 0 0 0,0-1 0 0 0,0 1-1 0 0,0-1 1 0 0,0 1 0 0 0,0-1 0 0 0,0 1 0 0 0,1 0-1 0 0,-1-1 1 0 0,0 1 0 0 0,0-1 0 0 0,0 1 0 0 0,1 0 0 0 0,-1-1-1 0 0,0 1 1 0 0,0 0 0 0 0,1-1 0 0 0,-1 1 0 0 0,0 0 0 0 0,1-1-1 0 0,-1 1 1 0 0,0 0 0 0 0,1 0 0 0 0,-1-1 0 0 0,1 1-1 0 0,-1 0 1 0 0,0 0 0 0 0,1 0 0 0 0,-1 0 0 0 0,1 0 0 0 0,-1-1-1 0 0,0 1 1 0 0,1 0 0 0 0,-1 0 0 0 0,1 0 0 0 0,-1 0 0 0 0,1 0-1 0 0,-1 0 1 0 0,0 0 0 0 0,1 0 0 0 0,-1 1 0 0 0,1-1-1 0 0,-1 0 1 0 0,1 0 0 0 0,-1 0 0 0 0,0 0 0 0 0,1 1 0 0 0,-1-1-1 0 0,0 0 1 0 0,1 0 0 0 0,0 1 0 0 0,26 8 2453 0 0,-26-9-2575 0 0,29 11 1557 0 0,288 104 5420 0 0,-313-113-6821 0 0,21 11 582 0 0,-19-4-665 0 0,-8 8-28 0 0,-4-9 0 0 0,1 0 0 0 0,-2 0 0 0 0,1 0 0 0 0,-1-1 0 0 0,0 0 0 0 0,0 0 0 0 0,-1-1 0 0 0,0 0 0 0 0,-8 7 0 0 0,4-5 0 0 0,1 2 0 0 0,0-1 0 0 0,-10 14 0 0 0,18-21-343 0 0,-21 38 258 0 0,22-18-5229 0 0,1-21 4645 0 0,1 0 0 0 0,-1 0 0 0 0,1-1 0 0 0,0 1 0 0 0,-1 0 0 0 0,1 0 0 0 0,0-1 0 0 0,-1 1 0 0 0,1 0 1 0 0,0-1-1 0 0,0 1 0 0 0,-1-1 0 0 0,1 1 0 0 0,0-1 0 0 0,0 1 0 0 0,0-1 0 0 0,0 1 0 0 0,0-1 0 0 0,0 0 0 0 0,0 0 1 0 0,0 1-1 0 0,1-1 0 0 0,13 3-5875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4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5 824 0 0,'-21'-4'14939'0'0,"20"3"-14780"0"0,12 13 2007 0 0,-7-8-1987 0 0,0-1 1 0 0,1 1 0 0 0,-1-1-1 0 0,1 0 1 0 0,0 0-1 0 0,7 3 1 0 0,23 4-664 0 0,0-1 1 0 0,1-2-1 0 0,38 2 0 0 0,-38-6-4674 0 0,49-3 0 0 0,-57-3 1168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4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43 140 0 0,'0'0'1493'0'0,"-2"-4"-10"0"0,-4-7-227 0 0,4 9-320 0 0,1-1-1 0 0,-1 1 0 0 0,0 0 0 0 0,0 0 0 0 0,0 0 0 0 0,0 0 0 0 0,-1 0 0 0 0,1 0 0 0 0,-1 1 1 0 0,-3-3-1 0 0,4 3 333 0 0,-19-1 3150 0 0,14 5-3874 0 0,0 1 0 0 0,0 0 0 0 0,0 1 0 0 0,0 0 0 0 0,1 0 0 0 0,0 0 0 0 0,0 1 1 0 0,0-1-1 0 0,1 1 0 0 0,0 1 0 0 0,0-1 0 0 0,0 1 0 0 0,1 0 0 0 0,0 0 0 0 0,1 0 1 0 0,-6 14-1 0 0,11-18-490 0 0,0 1 0 0 0,0-1 0 0 0,0 0 0 0 0,0 1 1 0 0,0-1-1 0 0,1 0 0 0 0,-1-1 0 0 0,1 1 0 0 0,0 0 0 0 0,0-1 0 0 0,0 1 1 0 0,5 2-1 0 0,26 11 172 0 0,-22-11 53 0 0,-1 0 1 0 0,0 1-1 0 0,0 0 1 0 0,-1 0-1 0 0,1 1 1 0 0,-1 0-1 0 0,12 13 1 0 0,-15-11-274 0 0,-2 2-6 0 0,-1 1 0 0 0,-3-11 0 0 0,-1 0 0 0 0,0 0 0 0 0,0 0 0 0 0,0 0 0 0 0,0 0 0 0 0,0 0 0 0 0,0 0 0 0 0,0-1 0 0 0,0 1 0 0 0,0 0 0 0 0,0 0 0 0 0,-1 0 0 0 0,1 0 0 0 0,0 0 0 0 0,-1 0 0 0 0,1 0 0 0 0,0 0 0 0 0,-1 0 0 0 0,1-1 0 0 0,-1 1 0 0 0,0 0 0 0 0,1 0 0 0 0,-1-1 0 0 0,1 1 0 0 0,-1 0 0 0 0,0-1 0 0 0,0 1 0 0 0,1-1 0 0 0,-1 1 0 0 0,0 0 0 0 0,-2 0 0 0 0,-2 2-195 0 0,-2 0 0 0 0,1 0-1 0 0,0-1 1 0 0,-1 0 0 0 0,1 0 0 0 0,-1 0 0 0 0,1-1 0 0 0,-1 0-1 0 0,0 0 1 0 0,0-1 0 0 0,-6 0 0 0 0,7 0-759 0 0,1 0 0 0 0,0 0 0 0 0,0-1 0 0 0,0 0 0 0 0,0 0 0 0 0,0 0 0 0 0,0 0-1 0 0,-8-5 1 0 0,-6-8-9684 0 0,13 4 4342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4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51 1396 0 0,'21'-7'3043'0'0,"0"1"0"0"0,1 0-1 0 0,30-3 1 0 0,26 5-783 0 0,-74 4-3168 0 0,21-4-253 0 0,-13-2-5622 0 0,0-3 2860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6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0 472 0 0,'0'0'27694'0'0,"-2"8"-26454"0"0,-7 35-120 0 0,2 2 1 0 0,-3 53-1 0 0,13-64-1120 0 0,4-15 0 0 0,-6-18-107 0 0,-1 0 0 0 0,0 0 0 0 0,1 0 0 0 0,-1 0 0 0 0,1 0 1 0 0,-1 0-1 0 0,1 0 0 0 0,-1 0 0 0 0,1 0 0 0 0,0 0 0 0 0,-1 0 0 0 0,1-1 0 0 0,0 1 0 0 0,0 0 0 0 0,0-1 0 0 0,0 1 1 0 0,0-1-1 0 0,-1 1 0 0 0,1-1 0 0 0,0 1 0 0 0,0-1 0 0 0,0 1 0 0 0,0-1 0 0 0,0 0 0 0 0,1 1 0 0 0,-1-1 1 0 0,0 0-1 0 0,0 0 0 0 0,0 0 0 0 0,0 0 0 0 0,0 0 0 0 0,0 0 0 0 0,0 0 0 0 0,0-1 0 0 0,0 1 0 0 0,2-1 0 0 0,21-8-3463 0 0,-9 2-714 0 0,-3-1-3928 0 0,0 0 1048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6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1508 0 0,'0'-2'2797'0'0,"3"-10"7695"0"0,69 19-3943 0 0,24 1-2967 0 0,1-19-2890 0 0,-71 8-3609 0 0,-16-2 218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6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13 300 0 0,'0'0'12119'0'0,"3"-2"-11225"0"0,3-1-1061 0 0,18-1 14136 0 0,-17 0-12782 0 0,-2 5 3241 0 0,9 5-4391 0 0,14 6-654 0 0,21 6-681 0 0,-33-17-4470 0 0,3-1-5313 0 0,-3-3 3207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28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 5830 0 0,'-3'-1'3472'0'0,"-19"-1"11291"0"0,13 58-11097 0 0,6-45-3545 0 0,1-1 0 0 0,0 1 0 0 0,-1 19 0 0 0,2-13-89 0 0,1 0 0 0 0,1 0-1 0 0,1 0 1 0 0,0 0 0 0 0,1-1 0 0 0,1 1 0 0 0,1-1-1 0 0,0 0 1 0 0,1 0 0 0 0,12 24 0 0 0,-15-36-42 0 0,0 1 1 0 0,1-1-1 0 0,0 0 1 0 0,0 0-1 0 0,0 0 1 0 0,0-1 0 0 0,0 0-1 0 0,1 1 1 0 0,-1-1-1 0 0,1-1 1 0 0,0 1-1 0 0,0-1 1 0 0,0 0 0 0 0,8 3-1 0 0,-10-5 76 0 0,22-9 95 0 0,-21-5-86 0 0,1 0 0 0 0,-2 0 0 0 0,3-18 0 0 0,12-45-41 0 0,-12 61-49 0 0,1 1 0 0 0,0 0 0 0 0,1 0 0 0 0,1 1 0 0 0,0 0 0 0 0,1 0 0 0 0,1 1 0 0 0,0 1 0 0 0,0 0 0 0 0,1 0 0 0 0,1 1 0 0 0,0 1 0 0 0,0 0 0 0 0,1 0 0 0 0,22-10 0 0 0,-31 18-1743 0 0,3-1 5414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28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3744 0 0,'0'0'13052'0'0,"-19"11"-3291"0"0,24-8-9698 0 0,0 1 0 0 0,1-1 0 0 0,-1 0 0 0 0,1-1 1 0 0,-1 1-1 0 0,1-1 0 0 0,0 0 0 0 0,0 0 0 0 0,0-1 0 0 0,0 0 1 0 0,0 0-1 0 0,8 0 0 0 0,82 0-285 0 0,-73-2 274 0 0,97-7 841 0 0,-112 15-591 0 0,-6-4-1923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30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 8224 0 0,'0'0'2403'0'0,"-23"11"10826"0"0,7-2-12214 0 0,-41 67 1220 0 0,34-44-1793 0 0,-49 53-1 0 0,69-81-417 0 0,-1 0-1 0 0,1 0 1 0 0,0 0 0 0 0,0 0 0 0 0,1 1-1 0 0,-1-1 1 0 0,-2 9 0 0 0,-14 20-2587 0 0,18-32 1618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30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6102 0 0,'-11'-1'15239'0'0,"16"12"-11867"0"0,17 12-2802 0 0,2-4 31 0 0,1-2 0 0 0,0 0 0 0 0,1-2 1 0 0,33 14-1 0 0,-50-24-1336 0 0,3 1 3290 0 0,-4-3-4101 0 0,-2-1-4242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46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 1350 0 0,'0'0'22164'0'0,"-30"12"-20144"0"0,8 17-1741 0 0,1 2 1 0 0,1 0-1 0 0,-23 49 0 0 0,36-65-204 0 0,1 0-1 0 0,0 0 0 0 0,1 0 1 0 0,1 0-1 0 0,0 1 0 0 0,1 0 1 0 0,1 0-1 0 0,1-1 0 0 0,0 1 1 0 0,2 24-1 0 0,0-29-71 0 0,1 1 1 0 0,0-1 0 0 0,1 0-1 0 0,0 0 1 0 0,1 0-1 0 0,9 19 1 0 0,-9-25-20 0 0,-1 1 0 0 0,1-1-1 0 0,0 0 1 0 0,1 0 0 0 0,-1 0 0 0 0,1 0 0 0 0,0-1 0 0 0,0 0 0 0 0,0 0 0 0 0,1 0-1 0 0,-1-1 1 0 0,11 6 0 0 0,3-4 357 0 0,-10-2 647 0 0,-17 5-577 0 0,7-7-437 0 0,16-10-10699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48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0 6740 0 0,'-29'12'11906'0'0,"6"11"-6498"0"0,-10 41-4341 0 0,13-22 455 0 0,15-32-1293 0 0,-4 3 33 0 0,1 1 1 0 0,1 0 0 0 0,0 1 0 0 0,-9 30 0 0 0,15-42-251 0 0,0 0 1 0 0,1 0-1 0 0,-1 0 0 0 0,1 0 1 0 0,0 1-1 0 0,0-1 1 0 0,0 0-1 0 0,0 0 0 0 0,0 0 1 0 0,1 0-1 0 0,0 0 1 0 0,-1 0-1 0 0,1 0 0 0 0,0 0 1 0 0,0 0-1 0 0,1 0 0 0 0,-1 0 1 0 0,1 0-1 0 0,-1 0 1 0 0,1-1-1 0 0,0 1 0 0 0,0-1 1 0 0,0 0-1 0 0,0 1 1 0 0,0-1-1 0 0,1 0 0 0 0,-1 0 1 0 0,1 0-1 0 0,-1 0 0 0 0,1-1 1 0 0,5 3-1 0 0,7 3-21 0 0,1-1 1 0 0,-1 0-1 0 0,2-2 0 0 0,-1 1 0 0 0,0-2 1 0 0,1 0-1 0 0,-1-2 0 0 0,26 1 1 0 0,-8-3 531 0 0,0-1 0 0 0,0-2 0 0 0,38-10 1 0 0,-70 13 668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48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21 4548 0 0,'-11'7'8911'0'0,"8"-14"-3177"0"0,2-2 1146 0 0,33 14-6226 0 0,24-1-386 0 0,0-3 0 0 0,102-11 0 0 0,19-1-4426 0 0,-164 15 823 0 0,-20 5 854 0 0,-34 14-1836 0 0,27-16 1503 0 0,-18 15-2988 0 0,20-12 1192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49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 3118 0 0,'0'0'14226'0'0,"-33"0"-12525"0"0,10 11-1238 0 0,1 1 0 0 0,1 1 0 0 0,0 1 0 0 0,1 1 0 0 0,0 0 0 0 0,1 2 0 0 0,-25 28 0 0 0,52-13-318 0 0,-6-30-139 0 0,0 1 0 0 0,0-1 0 0 0,0 0 0 0 0,0 0-1 0 0,1 0 1 0 0,0 0 0 0 0,-1 0 0 0 0,1 0 0 0 0,0-1-1 0 0,0 1 1 0 0,-1-1 0 0 0,1 0 0 0 0,0 0 0 0 0,1 0-1 0 0,-1 0 1 0 0,0 0 0 0 0,0-1 0 0 0,0 1 0 0 0,0-1 0 0 0,1 0-1 0 0,-1 0 1 0 0,4-1 0 0 0,71-7-208 0 0,-65 6 38 0 0,73-19-877 0 0,-81 20 837 0 0,0 0 0 0 0,0-1 0 0 0,0 0-1 0 0,-1 0 1 0 0,1-1 0 0 0,-1 1-1 0 0,1-1 1 0 0,-1 0 0 0 0,0 0 0 0 0,0 0-1 0 0,-1-1 1 0 0,1 0 0 0 0,6-7 0 0 0,-10 9-178 0 0,0 2 299 0 0,0-1 0 0 0,-1 0 0 0 0,1 1 1 0 0,-1-1-1 0 0,1 1 0 0 0,-1-1 0 0 0,1 1 0 0 0,-1-1 0 0 0,1 0 0 0 0,-1 1 1 0 0,1 0-1 0 0,-1-1 0 0 0,0 1 0 0 0,1-1 0 0 0,-1 1 0 0 0,0 0 1 0 0,0 0-1 0 0,1-1 0 0 0,-1 1 0 0 0,0 0 0 0 0,0 0 0 0 0,1 0 1 0 0,-1 0-1 0 0,0 0 0 0 0,0 0 0 0 0,1 0 0 0 0,-1 0 0 0 0,0 0 0 0 0,0 0 1 0 0,-1 0-1 0 0,-27 6-4809 0 0,11 3 2034 0 0,13-6-1351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49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 4054 0 0,'0'0'5177'0'0,"-32"0"153"0"0,24 3-4874 0 0,0 0 1 0 0,0 1-1 0 0,0 0 0 0 0,0 1 1 0 0,1-1-1 0 0,-1 1 0 0 0,1 1 1 0 0,0 0-1 0 0,-11 12 1 0 0,6-7-283 0 0,11-10-164 0 0,0 0 0 0 0,-1 0 0 0 0,1 0 0 0 0,0 1 0 0 0,0-1 0 0 0,0 0 0 0 0,0 1 0 0 0,0-1 0 0 0,0 1 0 0 0,1-1 0 0 0,-1 1 0 0 0,0-1 1 0 0,1 1-1 0 0,-1-1 0 0 0,1 1 0 0 0,-1 0 0 0 0,1-1 0 0 0,0 1 0 0 0,0 0 0 0 0,0-1 0 0 0,0 1 0 0 0,0 0 0 0 0,0-1 0 0 0,0 1 0 0 0,0 0 0 0 0,1-1 0 0 0,-1 1 0 0 0,1 0 0 0 0,-1-1 0 0 0,1 1 0 0 0,0-1 0 0 0,0 1 0 0 0,0 1 0 0 0,1-1-29 0 0,0 0-1 0 0,0 0 0 0 0,0 0 0 0 0,0 0 0 0 0,1 0 0 0 0,-1 0 1 0 0,0-1-1 0 0,1 1 0 0 0,-1-1 0 0 0,1 1 0 0 0,-1-1 0 0 0,1 0 1 0 0,0 0-1 0 0,-1-1 0 0 0,1 1 0 0 0,0 0 0 0 0,0-1 0 0 0,0 0 1 0 0,0 1-1 0 0,3-1 0 0 0,28-3-500 0 0,-1-1 0 0 0,0-1-1 0 0,0-2 1 0 0,-1-1 0 0 0,1-2 0 0 0,44-20-1 0 0,-75 30 600 0 0,-1-1 1 0 0,1 1-1 0 0,-1-1 0 0 0,0 0 0 0 0,1 1 0 0 0,-1-1 0 0 0,0 0 0 0 0,0 0 0 0 0,1 0 0 0 0,-1 0 0 0 0,0 0 0 0 0,0 0 0 0 0,0 0 0 0 0,0 0 0 0 0,0-1 0 0 0,-1 1 0 0 0,1 0 0 0 0,0 0 0 0 0,0-1 0 0 0,0-2 0 0 0,-1 3 44 0 0,0 0 0 0 0,0 0 1 0 0,0 0-1 0 0,-1 0 0 0 0,1 0 0 0 0,0 0 1 0 0,-1 0-1 0 0,1 0 0 0 0,0 0 0 0 0,-1 0 0 0 0,0 0 1 0 0,1 0-1 0 0,-1 0 0 0 0,1 0 0 0 0,-1 0 1 0 0,0 1-1 0 0,0-1 0 0 0,1 0 0 0 0,-1 0 1 0 0,0 1-1 0 0,-1-2 0 0 0,-4-1 218 0 0,1-1 1 0 0,-1 1-1 0 0,1 1 1 0 0,-1-1-1 0 0,0 1 0 0 0,0 0 1 0 0,-1 0-1 0 0,-6-1 1 0 0,4 2-243 0 0,0 0 1 0 0,1 0-1 0 0,-1 1 0 0 0,0 1 1 0 0,0 0-1 0 0,0 0 1 0 0,-15 4-1 0 0,23-5-690 0 0,14 17-11470 0 0,10-19 5873 0 0,-10 0 1221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50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5600 0 0,'-14'14'3316'0'0,"13"-14"-3190"0"0,1 0 1 0 0,-1 0-1 0 0,0 0 1 0 0,1 0-1 0 0,-12-11 10281 0 0,9 11-10202 0 0,0 1-1 0 0,0-1 0 0 0,0 1 1 0 0,0-1-1 0 0,0 1 1 0 0,0 0-1 0 0,0 0 0 0 0,0 0 1 0 0,0 1-1 0 0,1-1 1 0 0,-1 1-1 0 0,0-1 0 0 0,1 1 1 0 0,-1 0-1 0 0,1 0 1 0 0,0 0-1 0 0,0 0 0 0 0,0 1 1 0 0,0-1-1 0 0,0 0 1 0 0,0 1-1 0 0,1 0 0 0 0,-1-1 1 0 0,1 1-1 0 0,-3 5 1 0 0,1 1 15 0 0,0 0-1 0 0,0 0 1 0 0,1 0 0 0 0,0 0 0 0 0,1 0 0 0 0,0 1 0 0 0,0 9 0 0 0,3-15-243 0 0,0-1 0 0 0,0 0 0 0 0,0 0 0 0 0,0 0 0 0 0,0-1 0 0 0,1 1 0 0 0,-1 0 0 0 0,1-1-1 0 0,0 0 1 0 0,0 1 0 0 0,0-1 0 0 0,0 0 0 0 0,0-1 0 0 0,0 1 0 0 0,0 0 0 0 0,5 1 0 0 0,-1-2-84 0 0,0 1-1 0 0,1-1 0 0 0,-1 0 1 0 0,1 0-1 0 0,-1-1 1 0 0,1 0-1 0 0,-1 0 1 0 0,1-1-1 0 0,10-2 0 0 0,71-22-1450 0 0,-55 15-6 0 0,-32 10 853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50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5 6910 0 0,'-1'-1'338'0'0,"0"1"-1"0"0,0-1 0 0 0,0 1 1 0 0,0-1-1 0 0,-1 1 1 0 0,1 0-1 0 0,0-1 0 0 0,0 1 1 0 0,0 0-1 0 0,0 0 0 0 0,-1 0 1 0 0,1 0-1 0 0,0 0 1 0 0,0 0-1 0 0,0 0 0 0 0,0 0 1 0 0,-1 0-1 0 0,1 1 1 0 0,0-1-1 0 0,0 0 0 0 0,0 1 1 0 0,0-1-1 0 0,0 1 0 0 0,0-1 1 0 0,0 1-1 0 0,0 0 1 0 0,0-1-1 0 0,0 1 0 0 0,0 0 1 0 0,0 0-1 0 0,0-1 1 0 0,1 1-1 0 0,-1 0 0 0 0,0 0 1 0 0,1 0-1 0 0,-1 0 1 0 0,0 0-1 0 0,1 0 0 0 0,-1 0 1 0 0,1 0-1 0 0,0 1 0 0 0,-1-1 1 0 0,1 1-1 0 0,-5 7-1137 0 0,-17 20 2820 0 0,19-25-1860 0 0,0 0-1 0 0,0-1 0 0 0,0 1 0 0 0,0 0 1 0 0,1 0-1 0 0,-1 1 0 0 0,1-1 1 0 0,0 1-1 0 0,0-1 0 0 0,1 1 0 0 0,-1-1 1 0 0,1 1-1 0 0,0 0 0 0 0,0 6 0 0 0,1-9-145 0 0,0 0 0 0 0,0 0 0 0 0,0 0 0 0 0,1 0-1 0 0,-1 0 1 0 0,1 0 0 0 0,0 0 0 0 0,-1 0-1 0 0,1 0 1 0 0,0 0 0 0 0,0 0 0 0 0,0-1 0 0 0,0 1-1 0 0,0 0 1 0 0,1-1 0 0 0,-1 1 0 0 0,0-1-1 0 0,1 1 1 0 0,2 1 0 0 0,0 0-15 0 0,0-1-1 0 0,1 1 1 0 0,-1-1-1 0 0,1 1 1 0 0,0-1 0 0 0,0-1-1 0 0,8 3 1 0 0,-1-1-61 0 0,1-1-1 0 0,0 0 1 0 0,0-1 0 0 0,0-1-1 0 0,22-2 1 0 0,104-20-3927 0 0,-136 21 3136 0 0,9-2-6424 0 0,-34 6-1472 0 0,12 0 4376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51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4296 0 0,'0'0'7959'0'0,"6"13"-6338"0"0,10 8-438 0 0,1 0 0 0 0,1-1 0 0 0,1-1 0 0 0,36 28-1 0 0,-26-23-16 0 0,33 36-1 0 0,-4-1-238 0 0,-32-32-482 0 0,29 34 1 0 0,-47-51-356 0 0,-1 0 1 0 0,-1 1-1 0 0,1-1 1 0 0,-2 1-1 0 0,0 0 1 0 0,0 1 0 0 0,5 20-1 0 0,-7-22 3 0 0,-1 0 0 0 0,0 1 0 0 0,-1-1 0 0 0,0 0 0 0 0,0 1 0 0 0,-1-1 0 0 0,-1 0 0 0 0,0 1 0 0 0,0-1 0 0 0,-1 0 0 0 0,0 0 0 0 0,-1 1 0 0 0,0-2 0 0 0,-1 1 0 0 0,-6 13 0 0 0,8-21 81 0 0,4 7 2660 0 0,-3-1-5629 0 0,31-3-17045 0 0,-17-13 13334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51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5022 0 0,'0'0'14948'0'0,"28"-4"-12771"0"0,135-10-1048 0 0,-3 0-8513 0 0,-157 14 6164 0 0,-41 13-9544 0 0,20-6 6866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51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6482 0 0,'0'0'3807'0'0,"31"2"1389"0"0,141 11 2579 0 0,89 5-4366 0 0,-254-17-847 0 0,1 0-3480 0 0,24 9-16126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53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3 3114 0 0,'-5'1'15770'0'0,"0"-4"-16880"0"0,3 2 2066 0 0,-27 9 1265 0 0,2-4-1298 0 0,2 1-178 0 0,-1 0 1 0 0,-33 12-1 0 0,36-2-505 0 0,23-14-257 0 0,-1-1-1 0 0,1 0 1 0 0,0 1 0 0 0,0-1-1 0 0,0 1 1 0 0,-1-1-1 0 0,1 0 1 0 0,0 1 0 0 0,0-1-1 0 0,0 1 1 0 0,0-1-1 0 0,0 1 1 0 0,0-1 0 0 0,0 1-1 0 0,0-1 1 0 0,0 0-1 0 0,0 1 1 0 0,0-1-1 0 0,0 1 1 0 0,0-1 0 0 0,1 1-1 0 0,-1-1 1 0 0,0 0-1 0 0,0 1 1 0 0,0-1 0 0 0,0 0-1 0 0,1 1 1 0 0,-1-1-1 0 0,0 1 1 0 0,1-1 0 0 0,-1 1-1 0 0,6 3-80 0 0,-1-1 1 0 0,0 1-1 0 0,1-1 0 0 0,0 0 0 0 0,0 0 1 0 0,6 2-1 0 0,-9-4 170 0 0,214 74-287 0 0,-215-74 431 0 0,-2 5-135 0 0,0-4-65 0 0,1 0 0 0 0,-1 1-1 0 0,0-1 1 0 0,0 0 0 0 0,-1 1-1 0 0,1-1 1 0 0,0 0 0 0 0,-1 1 0 0 0,0-1-1 0 0,1 0 1 0 0,-1 0 0 0 0,0 0 0 0 0,0 1-1 0 0,0-1 1 0 0,0 0 0 0 0,-1 0-1 0 0,1-1 1 0 0,0 1 0 0 0,-1 0 0 0 0,0 0-1 0 0,-1 1 1 0 0,-12 11 47 0 0,0 0-1 0 0,-1-1 1 0 0,-23 14 0 0 0,-18 16-448 0 0,51-43-4201 0 0,7-11 3186 0 0,11-18 460 0 0,54-45-3445 0 0,-58 66 3009 0 0,1 0 0 0 0,0 1 0 0 0,0 1 1 0 0,0-1-1 0 0,1 1 0 0 0,17-7 0 0 0,-21 10-1151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53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6628 0 0,'-23'-1'3996'0'0,"17"5"407"0"0,12 84-2584 0 0,-2-61-1170 0 0,-2 0 0 0 0,-1 44-1 0 0,-33 136 120 0 0,30-168-2664 0 0,2-13-781 0 0,-9-52-4335 0 0,-5-28 13795 0 0,30 62-6382 0 0,-1-2 1 0 0,1 0-1 0 0,0-1 1 0 0,0 0-1 0 0,21 2 1 0 0,-10-6-627 0 0,0 0 0 0 0,0-2 1 0 0,0-2-1 0 0,46-9 1 0 0,103-35-1415 0 0,-173 46 1613 0 0,25-9-227 0 0,0 0 0 0 0,45-26 0 0 0,-50 14 1203 0 0,-16 14-285 0 0,-5 6 445 0 0,-8-22 2128 0 0,3 23-3069 0 0,1 0-1 0 0,-1-1 0 0 0,0 1 0 0 0,0 0 1 0 0,0 0-1 0 0,1 0 0 0 0,-1 1 0 0 0,0-1 1 0 0,0 1-1 0 0,0-1 0 0 0,0 1 0 0 0,0 0 1 0 0,0 0-1 0 0,0 1 0 0 0,0-1 0 0 0,0 0 0 0 0,0 1 1 0 0,0 0-1 0 0,-4 1 0 0 0,-3 1 50 0 0,0 1 0 0 0,0-1 0 0 0,1 2-1 0 0,-13 6 1 0 0,17-7-158 0 0,-1 1 0 0 0,1-1 0 0 0,-1 1-1 0 0,1-1 1 0 0,1 2 0 0 0,-1-1 0 0 0,1 0 0 0 0,0 1-1 0 0,0 0 1 0 0,0 0 0 0 0,1 0 0 0 0,0 0 0 0 0,-3 10-1 0 0,5-13-84 0 0,0 0-1 0 0,0 0 1 0 0,1 0 0 0 0,-1-1-1 0 0,1 1 1 0 0,0 0-1 0 0,0 0 1 0 0,0 0-1 0 0,0 0 1 0 0,0 0-1 0 0,1 0 1 0 0,-1-1-1 0 0,1 1 1 0 0,0 0-1 0 0,0 0 1 0 0,0-1-1 0 0,0 1 1 0 0,0 0-1 0 0,1-1 1 0 0,-1 1-1 0 0,1-1 1 0 0,-1 0-1 0 0,1 1 1 0 0,0-1-1 0 0,0 0 1 0 0,0 0-1 0 0,0 0 1 0 0,1 0-1 0 0,-1 0 1 0 0,0-1-1 0 0,1 1 1 0 0,-1-1-1 0 0,6 2 1 0 0,-2 0-338 0 0,1-1-1 0 0,-1-1 1 0 0,1 0 0 0 0,-1 0 0 0 0,1 0 0 0 0,0 0 0 0 0,0-1 0 0 0,-1 0 0 0 0,1-1 0 0 0,0 1-1 0 0,-1-1 1 0 0,1-1 0 0 0,-1 1 0 0 0,1-1 0 0 0,7-4 0 0 0,43-19-4328 0 0,-9-4-3629 0 0,-32 17 3151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54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2760 0 0,'1'3'416'0'0,"0"-1"-1"0"0,0 0 1 0 0,0 0-1 0 0,0 0 1 0 0,0 1 0 0 0,0-1-1 0 0,-1 0 1 0 0,1 1-1 0 0,-1-1 1 0 0,0 1-1 0 0,1-1 1 0 0,-1 1 0 0 0,-1 3-1 0 0,4 20 1874 0 0,-2-18-1752 0 0,29 104 3448 0 0,-26-99-3847 0 0,0 0 1 0 0,2 0-1 0 0,-1-1 1 0 0,2 1 0 0 0,0-2-1 0 0,9 14 1 0 0,-15-23-350 0 0,2-3-269 0 0,-1 0 383 0 0,0-1 0 0 0,0 1 0 0 0,0 0 0 0 0,0-1 0 0 0,0 1 0 0 0,0-1 0 0 0,0 0 0 0 0,-1 0 0 0 0,3-2 0 0 0,-2-9 184 0 0,-1-1 0 0 0,-1 1-1 0 0,0 0 1 0 0,-1-1 0 0 0,0 1-1 0 0,-1 0 1 0 0,0 0 0 0 0,-2 0-1 0 0,1 0 1 0 0,-1 0 0 0 0,-10-21 0 0 0,-6-22 1441 0 0,18 52-1437 0 0,0-1 1 0 0,1 0-1 0 0,0 0 0 0 0,0 0 1 0 0,0 0-1 0 0,0 0 0 0 0,1 0 1 0 0,0 0-1 0 0,0 0 0 0 0,0 0 1 0 0,1 0-1 0 0,1-7 0 0 0,-1 10-85 0 0,1-1 0 0 0,-1 0-1 0 0,1 1 1 0 0,-1-1 0 0 0,1 1 0 0 0,0 0-1 0 0,0 0 1 0 0,0-1 0 0 0,0 1-1 0 0,1 0 1 0 0,-1 1 0 0 0,0-1 0 0 0,1 0-1 0 0,0 1 1 0 0,-1-1 0 0 0,1 1-1 0 0,0 0 1 0 0,-1 0 0 0 0,1 0-1 0 0,0 0 1 0 0,6-1 0 0 0,14-3-5 0 0,0 0 0 0 0,1 2 0 0 0,0 0 0 0 0,0 1 0 0 0,-1 2 1 0 0,1 1-1 0 0,0 0 0 0 0,0 2 0 0 0,36 8 0 0 0,-59-11 32 0 0,1 1 0 0 0,-1-1 0 0 0,1 0 0 0 0,-1 1 0 0 0,0-1 0 0 0,1 1 0 0 0,-1-1-1 0 0,0 1 1 0 0,0-1 0 0 0,1 1 0 0 0,-1 0 0 0 0,0 0 0 0 0,0 0 0 0 0,0-1 0 0 0,0 1 0 0 0,0 0 0 0 0,0 1 0 0 0,0-1 0 0 0,0 0 0 0 0,0 0 0 0 0,0 0 0 0 0,-1 0 0 0 0,1 1 0 0 0,0-1 0 0 0,-1 0 0 0 0,1 1 0 0 0,-1-1-1 0 0,1 2 1 0 0,-2-1 60 0 0,1 1-1 0 0,-1-1 1 0 0,0 0-1 0 0,1 1 0 0 0,-1-1 1 0 0,0 0-1 0 0,0 0 1 0 0,-1 0-1 0 0,1 0 1 0 0,0 0-1 0 0,-1 0 0 0 0,1 0 1 0 0,-1 0-1 0 0,0-1 1 0 0,-1 2-1 0 0,-10 8 372 0 0,0 0 1 0 0,-1-2-1 0 0,-24 14 0 0 0,37-21-530 0 0,-1-1 0 0 0,1 0 1 0 0,-1 0-1 0 0,1 0 0 0 0,-1 0 0 0 0,0-1 1 0 0,1 1-1 0 0,-1 0 0 0 0,0-1 0 0 0,1 1 1 0 0,-1-1-1 0 0,0 1 0 0 0,0-1 0 0 0,0 0 0 0 0,1 0 1 0 0,-1 0-1 0 0,0 0 0 0 0,0 0 0 0 0,0 0 1 0 0,1-1-1 0 0,-1 1 0 0 0,0 0 0 0 0,0-1 0 0 0,1 0 1 0 0,-1 1-1 0 0,0-1 0 0 0,1 0 0 0 0,-1 0 1 0 0,1 0-1 0 0,-1 0 0 0 0,-1-1 0 0 0,2 1-549 0 0,21-27-3213 0 0,-8 21 2013 0 0,16-7-1315 0 0,-4 9-3769 0 0,-8 4 2423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30T18:53:54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3 5254 0 0,'-8'-1'949'0'0,"0"0"-1"0"0,0 0 1 0 0,1 1-1 0 0,-1 0 1 0 0,0 1 0 0 0,0 0-1 0 0,0 0 1 0 0,-15 5-1 0 0,-57 23 2786 0 0,79-28-3723 0 0,0-1 0 0 0,0 0 0 0 0,0 0 0 0 0,1 1 0 0 0,-1-1 1 0 0,0 1-1 0 0,0-1 0 0 0,1 1 0 0 0,-1-1 0 0 0,0 1 0 0 0,1-1 0 0 0,-1 1 0 0 0,0 0 0 0 0,1-1 0 0 0,-1 1 0 0 0,1 0 0 0 0,-1-1 0 0 0,1 1 0 0 0,0 0 0 0 0,-1 0 0 0 0,1-1 0 0 0,0 1 0 0 0,-1 0 1 0 0,1 0-1 0 0,0 0 0 0 0,0 0 0 0 0,0-1 0 0 0,0 1 0 0 0,-1 0 0 0 0,1 0 0 0 0,1 0 0 0 0,-1 0 0 0 0,0 0 0 0 0,0 0 0 0 0,0-1 0 0 0,0 1 0 0 0,1 0 0 0 0,-1 0 0 0 0,0 0 0 0 0,1-1 0 0 0,-1 1 0 0 0,0 0 1 0 0,1 0-1 0 0,-1-1 0 0 0,1 1 0 0 0,-1 0 0 0 0,1-1 0 0 0,0 1 0 0 0,-1 0 0 0 0,1-1 0 0 0,0 1 0 0 0,-1-1 0 0 0,1 1 0 0 0,0-1 0 0 0,1 1 0 0 0,41 30-240 0 0,-41-31 243 0 0,58 30 36 0 0,-45-24 123 0 0,0 1 1 0 0,0 1-1 0 0,0 1 0 0 0,-1 0 0 0 0,19 15 0 0 0,-31-22-77 0 0,0 0 1 0 0,0 1-1 0 0,-1-1 0 0 0,1 1 0 0 0,0-1 0 0 0,-1 1 1 0 0,0-1-1 0 0,0 1 0 0 0,0 0 0 0 0,0 0 0 0 0,0 0 1 0 0,0-1-1 0 0,-1 1 0 0 0,1 0 0 0 0,-1 0 0 0 0,0 0 0 0 0,0 0 1 0 0,0 0-1 0 0,0 0 0 0 0,0 0 0 0 0,-1 0 0 0 0,1 0 1 0 0,-1 0-1 0 0,0 0 0 0 0,0-1 0 0 0,0 1 0 0 0,0 0 1 0 0,-1 0-1 0 0,1-1 0 0 0,-1 1 0 0 0,1-1 0 0 0,-1 0 1 0 0,0 1-1 0 0,0-1 0 0 0,-4 4 0 0 0,2-2-108 0 0,0 1 1 0 0,-1-1-1 0 0,1 0 1 0 0,-1 0-1 0 0,0 0 0 0 0,0-1 1 0 0,-1 1-1 0 0,1-1 0 0 0,0-1 1 0 0,-1 1-1 0 0,0-1 1 0 0,0 0-1 0 0,0 0 0 0 0,0-1 1 0 0,0 1-1 0 0,-12 0 0 0 0,15-2-210 0 0,-1-1 1 0 0,1 1-1 0 0,0 0 0 0 0,-1-1 0 0 0,1 0 0 0 0,0 0 0 0 0,0 0 0 0 0,-1 0 0 0 0,1-1 0 0 0,0 1 1 0 0,0-1-1 0 0,0 1 0 0 0,0-1 0 0 0,1 0 0 0 0,-1 0 0 0 0,0-1 0 0 0,1 1 0 0 0,0 0 0 0 0,-1-1 0 0 0,1 0 1 0 0,-3-5-1 0 0,-9-29-4680 0 0,10-5-4242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2:54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2 121 7698 0 0,'-2'4'9024'0'0,"5"6"-3645"0"0,11 20-2101 0 0,21 30-2421 0 0,-32-55-702 0 0,4 5 157 0 0,-1-1 1 0 0,0 1 0 0 0,-1 1-1 0 0,0-1 1 0 0,6 22 0 0 0,-8-26-223 0 0,0 0 1 0 0,1 1 0 0 0,-1-1-1 0 0,1-1 1 0 0,1 1 0 0 0,8 10 0 0 0,-12-15 7 0 0,31 6 74 0 0,-28-11-168 0 0,0 0 1 0 0,0 0-1 0 0,0-1 1 0 0,-1 1-1 0 0,0-1 1 0 0,0 1-1 0 0,0-1 1 0 0,0 0-1 0 0,-1-1 1 0 0,0 1-1 0 0,3-11 1 0 0,4-5 2 0 0,21-65-48 0 0,-26 69 40 0 0,1 0 0 0 0,1 0-1 0 0,0 0 1 0 0,1 1 0 0 0,1 0 0 0 0,19-28-1 0 0,8-8 51 0 0,-34 50-45 0 0,-2 14-520 0 0,3 14-5402 0 0,-1-25 4530 0 0,2 4 1564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2:54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5710 0 0,'11'7'3384'0'0,"-20"-3"2291"0"0,-9 3-900 0 0,8 2-4404 0 0,-35 66 4489 0 0,31-50-4159 0 0,0-1-1 0 0,-2-1 0 0 0,-24 30 1 0 0,38-52-440 0 0,-3 5-1233 0 0,-7-23-12068 0 0,10-6 5532 0 0,2 9 1208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2:55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4698 0 0,'6'11'14217'0'0,"14"11"-8851"0"0,32 27-5027 0 0,-38-37 1337 0 0,46 33-298 0 0,-47-37-1136 0 0,-1 1 0 0 0,-1-1-1 0 0,13 13 1 0 0,-21-19-2313 0 0,19 6 7010 0 0,-13-5-6115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2:55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 6842 0 0,'0'0'14635'0'0,"-26"18"-10266"0"0,14 1-3617 0 0,2 0 0 0 0,0 1 0 0 0,1 0 0 0 0,-8 27 0 0 0,14-37-680 0 0,0-1 0 0 0,1 1 0 0 0,1-1 1 0 0,-1 1-1 0 0,1 0 0 0 0,1 0 1 0 0,0 0-1 0 0,0 0 0 0 0,1 0 1 0 0,1-1-1 0 0,4 19 0 0 0,-4-23-69 0 0,0 1 0 0 0,1-1 0 0 0,0 0-1 0 0,0 0 1 0 0,0 0 0 0 0,0 0 0 0 0,1 0-1 0 0,0-1 1 0 0,0 0 0 0 0,0 1 0 0 0,1-2-1 0 0,-1 1 1 0 0,1 0 0 0 0,0-1 0 0 0,0 0 0 0 0,0 0-1 0 0,1 0 1 0 0,8 2 0 0 0,3 1-15 0 0,1-1 0 0 0,0-1 1 0 0,0 0-1 0 0,29 1 0 0 0,-45-5 46 0 0,16 2 2079 0 0,-11-1-3838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2:57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6536 0 0,'0'0'12850'0'0,"-30"3"-9320"0"0,25 6-2842 0 0,0 0 1 0 0,1 1-1 0 0,1-1 0 0 0,0 1 1 0 0,0 0-1 0 0,1 0 0 0 0,-2 15 1 0 0,-4 15 397 0 0,6-36-1047 0 0,1 0 0 0 0,0 0 1 0 0,0 0-1 0 0,1 0 1 0 0,-1 0-1 0 0,1 0 0 0 0,-1 0 1 0 0,1 0-1 0 0,1 0 1 0 0,-1 0-1 0 0,0 0 1 0 0,1 0-1 0 0,0 0 0 0 0,0 0 1 0 0,0 0-1 0 0,1 0 1 0 0,-1 0-1 0 0,1-1 0 0 0,0 1 1 0 0,0-1-1 0 0,0 1 1 0 0,0-1-1 0 0,1 0 1 0 0,-1 1-1 0 0,1-1 0 0 0,0-1 1 0 0,0 1-1 0 0,0 0 1 0 0,0-1-1 0 0,1 1 0 0 0,4 2 1 0 0,4 0-25 0 0,-1 0-1 0 0,1-1 1 0 0,0-1 0 0 0,0 0 0 0 0,0 0 0 0 0,0-1-1 0 0,1-1 1 0 0,-1 0 0 0 0,0-1 0 0 0,14-1 0 0 0,-23 1 10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2:5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6182 0 0,'0'0'11756'0'0,"37"-7"-7685"0"0,54-2-1569 0 0,161-36-1 0 0,-246 43-4154 0 0,4-2 5903 0 0,-5 2-8411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00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3938 0 0,'0'0'13135'0'0,"12"33"-10403"0"0,0 52 882 0 0,-13-40-2761 0 0,0-24-616 0 0,1 1-1 0 0,0-1 0 0 0,2 0 0 0 0,0 0 1 0 0,7 27-1 0 0,3-22-1471 0 0,-11-25 1024 0 0,0-1 0 0 0,0 0 0 0 0,0 1 1 0 0,0-1-1 0 0,0 0 0 0 0,-1 0 0 0 0,1 0 0 0 0,0 0 0 0 0,0 0 1 0 0,0 0-1 0 0,0 0 0 0 0,0 0 0 0 0,0 0 0 0 0,0 0 0 0 0,0 0 1 0 0,0-1-1 0 0,0 1 0 0 0,0 0 0 0 0,0-1 0 0 0,0 1 1 0 0,-1-1-1 0 0,1 1 0 0 0,0-1 0 0 0,1 0 0 0 0,1-9-2409 0 0,-4-15-6372 0 0,1 21 6562 0 0,0-10-2694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0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54 6112 0 0,'-14'-2'19349'0'0,"43"1"-17776"0"0,5 1-3270 0 0,-16 0 3520 0 0,189-33-909 0 0,-130 18-892 0 0,-68 14-1783 0 0,1 2 3780 0 0,-2-2-264 0 0,-3 0-4629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00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6358 0 0,'0'0'10516'0'0,"-2"1"-9902"0"0,1 0 0 0 0,0 1 0 0 0,0-1 0 0 0,0 1 0 0 0,0-1 0 0 0,0 1 1 0 0,0-1-1 0 0,1 1 0 0 0,-1 0 0 0 0,0-1 0 0 0,1 1 0 0 0,-1 2 0 0 0,14 63 1865 0 0,-5-22-1649 0 0,2-1 0 0 0,26 77 0 0 0,-20-93-532 0 0,1 1-628 0 0,-13-11-3704 0 0,-2-30-779 0 0,-2-8-610 0 0,-8-6-2935 0 0,7 13 1214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01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5320 0 0,'0'0'3039'0'0,"37"14"2559"0"0,-16-6-4295 0 0,-1 1-1 0 0,0 1 1 0 0,0 1 0 0 0,-1 1-1 0 0,0 0 1 0 0,19 18 0 0 0,17 10 78 0 0,-41-31-1072 0 0,0 1 1 0 0,-1 1 0 0 0,0 0 0 0 0,0 1-1 0 0,-1 1 1 0 0,-1-1 0 0 0,0 2 0 0 0,-1 0-1 0 0,16 28 1 0 0,-21-31-229 0 0,0 0-1 0 0,-1 0 1 0 0,-1 0-1 0 0,1 1 1 0 0,-2-1 0 0 0,0 1-1 0 0,0 0 1 0 0,-1 0-1 0 0,0 0 1 0 0,-1 0 0 0 0,-1 0-1 0 0,0-1 1 0 0,0 1-1 0 0,-1 0 1 0 0,-4 11 0 0 0,5-19-73 0 0,0 0 1 0 0,0-1 0 0 0,0 1 0 0 0,0-1-1 0 0,-1 1 1 0 0,1-1 0 0 0,-1 1 0 0 0,0-1-1 0 0,0 0 1 0 0,0 0 0 0 0,-1 0 0 0 0,-2 3 0 0 0,3-5-60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01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7200 0 0,'-6'0'12281'0'0,"31"5"-9327"0"0,42 5-2453 0 0,7-10 222 0 0,91-13 0 0 0,-141 11-886 0 0,-21 2-202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02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5086 0 0,'0'0'8495'0'0,"15"10"-3027"0"0,47-7-1569 0 0,88-6-1 0 0,-25-1-5088 0 0,-121 3-1874 0 0,13-4 2398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21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8 2976 0 0,'0'0'10415'0'0,"-2"-1"-9688"0"0,1 0-1 0 0,-1 0 0 0 0,0 0 0 0 0,0 0 0 0 0,0 1 0 0 0,1-1 0 0 0,-1 1 0 0 0,0-1 1 0 0,0 1-1 0 0,0 0 0 0 0,-2-1 0 0 0,2 2-522 0 0,0 0 0 0 0,0 0 0 0 0,0 1 0 0 0,0-1 0 0 0,0 0 1 0 0,0 1-1 0 0,1-1 0 0 0,-1 1 0 0 0,0 0 0 0 0,1-1 0 0 0,0 1 0 0 0,-1 0 0 0 0,1 0 0 0 0,0 0 0 0 0,0 0 0 0 0,0 0 1 0 0,0 0-1 0 0,0 0 0 0 0,0 5 0 0 0,-13 19 691 0 0,9-20-771 0 0,1 1 0 0 0,-1 0-1 0 0,2 0 1 0 0,-1 0-1 0 0,1 0 1 0 0,0 1 0 0 0,1 0-1 0 0,-1-1 1 0 0,1 1-1 0 0,0 8 1 0 0,-11 32 338 0 0,11-43-414 0 0,-7 16 109 0 0,2 1-1 0 0,0 0 0 0 0,1 0 1 0 0,-3 24-1 0 0,9-40-138 0 0,-1 0 0 0 0,1 0 0 0 0,0 0 0 0 0,0 0 0 0 0,1 0 1 0 0,-1-1-1 0 0,1 1 0 0 0,1 0 0 0 0,-1 0 0 0 0,1-1 0 0 0,0 1 0 0 0,0-1 0 0 0,1 1 0 0 0,0-1 1 0 0,0 0-1 0 0,0 0 0 0 0,0 0 0 0 0,1-1 0 0 0,-1 1 0 0 0,1-1 0 0 0,5 4 0 0 0,-2-2-10 0 0,0-1 0 0 0,1 0 0 0 0,0 0 0 0 0,-1-1 0 0 0,1 0 0 0 0,1 0 0 0 0,-1-1-1 0 0,0 0 1 0 0,1-1 0 0 0,0 0 0 0 0,9 1 0 0 0,4-1 13 0 0,-1 0 0 0 0,0-2-1 0 0,30-3 1 0 0,-48 3 146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21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2724 0 0,'0'0'13833'0'0,"-24"16"-6587"0"0,21-12-6946 0 0,1 1-1 0 0,0-1 1 0 0,0 0-1 0 0,0 1 1 0 0,1 0 0 0 0,-1-1-1 0 0,1 1 1 0 0,0 0-1 0 0,1 0 1 0 0,-1 7-1 0 0,-2 52 637 0 0,3-64-924 0 0,0 6 27 0 0,0 0 0 0 0,1 0 0 0 0,-1-1 1 0 0,1 1-1 0 0,0-1 0 0 0,1 1 0 0 0,-1-1 0 0 0,1 1 0 0 0,0-1 0 0 0,1 0 0 0 0,-1 0 0 0 0,1 0 0 0 0,0 0 0 0 0,0 0 0 0 0,0 0 0 0 0,1-1 1 0 0,0 0-1 0 0,0 0 0 0 0,0 0 0 0 0,0 0 0 0 0,9 5 0 0 0,-4-4-12 0 0,0 0 0 0 0,1 0 0 0 0,0-1 0 0 0,0-1-1 0 0,0 0 1 0 0,0 0 0 0 0,0-1 0 0 0,1 0 0 0 0,-1-1 0 0 0,1 0 0 0 0,12 0 0 0 0,17-3-390 0 0,-38 2 150 0 0,-33-14-21530 0 0,13 12 14855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22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6886 0 0,'0'0'16635'0'0,"28"14"-14677"0"0,-14-10-1701 0 0,-1-2-1 0 0,1 0 0 0 0,0 0 0 0 0,1-1 0 0 0,-1-1 0 0 0,0 0 0 0 0,0-1 1 0 0,0-1-1 0 0,19-4 0 0 0,47-18-3759 0 0,-10-9-7366 0 0,-59 25 5249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22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5364 0 0,'0'0'16513'0'0,"26"11"-14821"0"0,71 22 178 0 0,111 44 207 0 0,-183-66-1974 0 0,-1 2 0 0 0,0 0 0 0 0,-1 2 0 0 0,-1 0 1 0 0,0 2-1 0 0,20 20 0 0 0,-36-32-56 0 0,-1-1 0 0 0,-1 1 0 0 0,1 1 0 0 0,-1-1 0 0 0,0 1 0 0 0,0 0-1 0 0,0 0 1 0 0,-1 0 0 0 0,0 0 0 0 0,0 0 0 0 0,-1 1 0 0 0,0 0 0 0 0,0-1 0 0 0,0 1 0 0 0,-1 0 0 0 0,0 0 0 0 0,0 0 0 0 0,-1 0 0 0 0,0 0 0 0 0,0-1 0 0 0,-1 1 0 0 0,1 0-1 0 0,-2 0 1 0 0,1 0 0 0 0,-1 0 0 0 0,0-1 0 0 0,0 1 0 0 0,-1-1 0 0 0,1 1 0 0 0,-2-1 0 0 0,-5 9 0 0 0,-28 39 48 0 0,36-52-165 0 0,-2 1 905 0 0,-6 2-3124 0 0,4-1-1688 0 0,15-7 1669 0 0,-2-1 1537 0 0,10-13-12250 0 0,-12 9 10003 0 0,1-3-2180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38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5880 0 0,'-25'2'4233'0'0,"16"-1"894"0"0,4 2-4395 0 0,1 0 0 0 0,-1 0-1 0 0,1 0 1 0 0,0 0 0 0 0,0 1 0 0 0,0 0-1 0 0,1 0 1 0 0,-1 0 0 0 0,1 0 0 0 0,0 0-1 0 0,-5 10 1 0 0,2-3-103 0 0,1 0 1 0 0,1 1-1 0 0,0 0 1 0 0,-4 21-1 0 0,2 2-159 0 0,2 1 0 0 0,1 54 0 0 0,4-83-431 0 0,-1 1 1 0 0,1-1-1 0 0,0 0 1 0 0,1 0-1 0 0,0 0 1 0 0,0 0-1 0 0,1 0 1 0 0,-1 0-1 0 0,2 0 1 0 0,-1-1-1 0 0,1 1 1 0 0,0-1-1 0 0,0 0 1 0 0,0 0-1 0 0,1 0 1 0 0,0-1-1 0 0,0 0 1 0 0,1 0-1 0 0,-1 0 1 0 0,1 0-1 0 0,0-1 1 0 0,11 6-1 0 0,-10-6-243 0 0,0-1-1 0 0,0 0 1 0 0,0 0-1 0 0,1 0 1 0 0,0-1 0 0 0,-1 0-1 0 0,1-1 1 0 0,0 1-1 0 0,0-1 1 0 0,0-1 0 0 0,0 0-1 0 0,-1 0 1 0 0,1 0-1 0 0,0-1 1 0 0,0 0-1 0 0,0-1 1 0 0,0 0 0 0 0,-1 0-1 0 0,1 0 1 0 0,13-7-1 0 0,-18 6-609 0 0,1 1-1 0 0,0 0 1 0 0,-1-1-1 0 0,1 0 0 0 0,-1 0 1 0 0,0 0-1 0 0,0 0 0 0 0,5-7 1 0 0,2-8-9821 0 0,-6 8 3430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39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6910 0 0,'0'0'7263'0'0,"-10"9"-1142"0"0,-10 11-2605 0 0,18-14-3217 0 0,0 0-1 0 0,1 0 1 0 0,-1 1-1 0 0,1-1 1 0 0,1 0-1 0 0,-1 1 1 0 0,2 9-1 0 0,-3 22 710 0 0,1-33-959 0 0,0 0 0 0 0,1 0 0 0 0,0 0 0 0 0,0 0 1 0 0,0 1-1 0 0,1-1 0 0 0,0 0 0 0 0,0 0 0 0 0,0 0 1 0 0,1 0-1 0 0,-1 0 0 0 0,1-1 0 0 0,0 1 0 0 0,1 0 1 0 0,-1-1-1 0 0,1 1 0 0 0,0-1 0 0 0,0 0 0 0 0,0 0 1 0 0,0 0-1 0 0,1 0 0 0 0,0-1 0 0 0,0 1 0 0 0,0-1 1 0 0,5 4-1 0 0,0-2-42 0 0,1 0 1 0 0,-1 0 0 0 0,1-1 0 0 0,-1 0-1 0 0,1-1 1 0 0,0 0 0 0 0,1 0-1 0 0,-1-1 1 0 0,0-1 0 0 0,1 0 0 0 0,17 0-1 0 0,48-10-1473 0 0,-73 9 647 0 0,3-14-10813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39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7070 0 0,'0'0'11810'0'0,"31"9"-9484"0"0,-14-6-2388 0 0,0 0 0 0 0,0-2 0 0 0,1 0 0 0 0,-1-1 1 0 0,0 0-1 0 0,25-5 0 0 0,-29 3-977 0 0,0-1 0 0 0,0 0 0 0 0,-1-1 0 0 0,1 0 1 0 0,-1-1-1 0 0,0-1 0 0 0,0 0 0 0 0,20-13 0 0 0,-11-6-5277 0 0,-3 3 1227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39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5090 0 0,'0'0'6388'0'0,"20"15"-3118"0"0,39 23-441 0 0,3-2 0 0 0,74 31 0 0 0,-67-35-1347 0 0,105 67 0 0 0,-167-94-1407 0 0,0 0-1 0 0,-1 1 0 0 0,1-1 1 0 0,-1 1-1 0 0,0 0 0 0 0,-1 1 1 0 0,1-1-1 0 0,-1 1 0 0 0,-1 0 1 0 0,1 0-1 0 0,4 12 1 0 0,-8-15-32 0 0,1 0 0 0 0,-1 0 1 0 0,0 0-1 0 0,0 1 1 0 0,0-1-1 0 0,-1 0 0 0 0,0 1 1 0 0,0-1-1 0 0,0 1 1 0 0,0-1-1 0 0,0 0 1 0 0,-1 1-1 0 0,0-1 0 0 0,0 0 1 0 0,0 1-1 0 0,-1-1 1 0 0,1 0-1 0 0,-1 0 1 0 0,0 0-1 0 0,0 0 0 0 0,0-1 1 0 0,-5 7-1 0 0,-2 9-1465 0 0,21-18-5499 0 0,13-10-2571 0 0,-11 2 5899 0 0,-6 1-3047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40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4078 0 0,'3'4'16486'0'0,"29"-7"-12714"0"0,30-6-3956 0 0,68-22 758 0 0,-67 16-4174 0 0,-60 15 2235 0 0,8-2-2013 0 0,-1-1-1011 0 0,-19 11 1083 0 0,-4 0-362 0 0,-1 3-1338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40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4604 0 0,'0'0'8710'0'0,"27"9"-2786"0"0,242-48 3277 0 0,-260 38-11081 0 0,13 0 6279 0 0,-13 1-6032 0 0,0-1-5660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11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5602 0 0,'7'6'23876'0'0,"9"-6"-20227"0"0,5-1-3433 0 0,30-4-4319 0 0,-28 2 6112 0 0,281-47-602 0 0,-299 52-1185 0 0,-1 1-64 0 0,14-6-7853 0 0,-7 1 6576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12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0 389 6234 0 0,'4'-3'21863'0'0,"4"3"-19021"0"0,-4 0-6525 0 0,0-1 3847 0 0,-1 1-38 0 0,21-1-87 0 0,0-2 0 0 0,0-1 0 0 0,-1-1 0 0 0,1-1 0 0 0,-1 0 0 0 0,0-2 0 0 0,-1-1 0 0 0,0-1 0 0 0,0-1 0 0 0,-1 0 0 0 0,-1-2 0 0 0,0-1 0 0 0,30-25 0 0 0,-43 32-60 0 0,0 0 1 0 0,-1 0-1 0 0,0-1 0 0 0,0 0 0 0 0,-1 0 0 0 0,0 0 0 0 0,-1 0 1 0 0,0-1-1 0 0,0 0 0 0 0,-1 0 0 0 0,4-12 0 0 0,-6 15 40 0 0,0 1 0 0 0,0 0-1 0 0,0-1 1 0 0,-1 0-1 0 0,0 1 1 0 0,0-1-1 0 0,0 1 1 0 0,-1-1-1 0 0,1 1 1 0 0,-1-1 0 0 0,-1 1-1 0 0,1-1 1 0 0,-1 1-1 0 0,0 0 1 0 0,0 0-1 0 0,-1 0 1 0 0,1 0 0 0 0,-1 0-1 0 0,0 1 1 0 0,-5-7-1 0 0,6 10-1 0 0,0-1 0 0 0,0 0 0 0 0,-1 1 0 0 0,1-1-1 0 0,-1 1 1 0 0,1 0 0 0 0,-1-1 0 0 0,1 1 0 0 0,-1 0 0 0 0,0 1-1 0 0,-2-2 1 0 0,-3 0 15 0 0,6 2 17 0 0,-23 20 102 0 0,19-11-89 0 0,0 1 0 0 0,0 0-1 0 0,1 1 1 0 0,0-1-1 0 0,1 1 1 0 0,0 0 0 0 0,1 0-1 0 0,-4 23 1 0 0,-6 99 736 0 0,11-86-548 0 0,-1 5-79 0 0,2 0-1 0 0,3 1 1 0 0,2-1-1 0 0,3 0 1 0 0,15 63-1 0 0,-15-90-84 0 0,2-1 0 0 0,0 1-1 0 0,2-2 1 0 0,0 0 0 0 0,21 30 0 0 0,-31-51-22 0 0,3 1 2380 0 0,-3 4-5878 0 0,17-12-11099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13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5358 0 0,'3'-10'13959'0'0,"-3"10"-13696"0"0,27-9 4518 0 0,47-3-5969 0 0,-55 9 2695 0 0,-11 1-1414 0 0,0 1 63 0 0,0-1 0 0 0,0 1 0 0 0,1 0 0 0 0,-1 1 0 0 0,0 0 0 0 0,10 1 0 0 0,-17-1-103 0 0,0 0 1 0 0,-1 1-1 0 0,1-1 1 0 0,0 0-1 0 0,0 0 0 0 0,-1 0 1 0 0,1 1-1 0 0,0-1 0 0 0,-1 0 1 0 0,1 1-1 0 0,0-1 0 0 0,-1 1 1 0 0,1-1-1 0 0,-1 0 0 0 0,1 1 1 0 0,0 0-1 0 0,-1-1 0 0 0,1 1 1 0 0,-1-1-1 0 0,1 1 0 0 0,-1 0 1 0 0,0-1-1 0 0,1 1 1 0 0,-1 0-1 0 0,0-1 0 0 0,1 1 1 0 0,-1 0-1 0 0,0-1 0 0 0,0 1 1 0 0,0 0-1 0 0,1 1 0 0 0,-2 0 15 0 0,1 1 0 0 0,-1-1 0 0 0,1 0 0 0 0,-1 0 0 0 0,0 0 0 0 0,0 0 0 0 0,0 0 0 0 0,0 0 0 0 0,0 0 0 0 0,-3 4 0 0 0,-42 42 669 0 0,44-46-627 0 0,-41 43 457 0 0,40-41-563 0 0,0-1 0 0 0,0 0 0 0 0,1 1 0 0 0,0-1 0 0 0,0 1 0 0 0,0 0-1 0 0,0 0 1 0 0,0 0 0 0 0,1 0 0 0 0,-1 0 0 0 0,0 7 0 0 0,2-9-64 0 0,9 19-307 0 0,9-17 377 0 0,0-2-1 0 0,1 0 1 0 0,-1-1-1 0 0,0-1 1 0 0,1-1 0 0 0,-1-1-1 0 0,35-6 1 0 0,-21 3-152 0 0,-30 4-83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22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341 178 5880 0 0,'0'0'19454'0'0,"18"-16"-19071"0"0,18-17-342 0 0,-35 30-25 0 0,0 0 0 0 0,1 0 1 0 0,-1 0-1 0 0,0-1 0 0 0,-1 1 0 0 0,1 0 1 0 0,0-1-1 0 0,-1 1 0 0 0,0 0 0 0 0,0-1 1 0 0,0 1-1 0 0,-1-7 0 0 0,1 9 18 0 0,0-2 36 0 0,0-1 0 0 0,0 1 1 0 0,0 0-1 0 0,0 0 0 0 0,-1 0 1 0 0,1-1-1 0 0,-1 1 0 0 0,0 0 1 0 0,0 0-1 0 0,0 0 0 0 0,-1 0 0 0 0,1 0 1 0 0,-1 1-1 0 0,1-1 0 0 0,-1 0 1 0 0,0 1-1 0 0,0-1 0 0 0,0 1 1 0 0,0-1-1 0 0,0 1 0 0 0,-1 0 1 0 0,1 0-1 0 0,-4-2 0 0 0,2 3-19 0 0,0-1 0 0 0,0 0 0 0 0,0 1 0 0 0,0 0 0 0 0,0 0 0 0 0,-1 0 0 0 0,1 1-1 0 0,0-1 1 0 0,0 1 0 0 0,-1 0 0 0 0,1 1 0 0 0,0-1 0 0 0,-1 1 0 0 0,1-1 0 0 0,0 1 0 0 0,-7 3 0 0 0,-11 4 99 0 0,0 1 0 0 0,1 1 0 0 0,0 1 0 0 0,1 0 0 0 0,0 2 0 0 0,1 1 0 0 0,0 0 0 0 0,1 1 0 0 0,1 1 0 0 0,0 1 1 0 0,-20 26-1 0 0,32-36-153 0 0,1-1 0 0 0,0 1 0 0 0,0 0 1 0 0,1 1-1 0 0,0-1 0 0 0,0 1 1 0 0,0-1-1 0 0,1 1 0 0 0,1 0 0 0 0,-1 0 1 0 0,1 0-1 0 0,0 0 0 0 0,1 0 1 0 0,0 0-1 0 0,0 0 0 0 0,1-1 1 0 0,0 1-1 0 0,0 0 0 0 0,1 0 0 0 0,0 0 1 0 0,0 0-1 0 0,1-1 0 0 0,0 1 1 0 0,0-1-1 0 0,1 0 0 0 0,0 0 0 0 0,0 0 1 0 0,1-1-1 0 0,0 1 0 0 0,0-1 1 0 0,0 0-1 0 0,1-1 0 0 0,0 1 0 0 0,0-1 1 0 0,0 0-1 0 0,1 0 0 0 0,-1-1 1 0 0,1 0-1 0 0,0 0 0 0 0,1-1 0 0 0,-1 0 1 0 0,0 0-1 0 0,1-1 0 0 0,0 1 1 0 0,12 0-1 0 0,-6-2-73 0 0,1-1 0 0 0,-1 0 0 0 0,0-1 0 0 0,0-1-1 0 0,0 0 1 0 0,0-1 0 0 0,0-1 0 0 0,0 0 0 0 0,-1-1 0 0 0,0 0 0 0 0,22-13 0 0 0,-27 14 42 0 0,0-1 0 0 0,0-1 0 0 0,0 1 0 0 0,0-1 0 0 0,-1-1 0 0 0,0 1 0 0 0,0-1 0 0 0,-1 0 0 0 0,0-1 1 0 0,0 0-1 0 0,0 0 0 0 0,-1 0 0 0 0,-1 0 0 0 0,1-1 0 0 0,-1 0 0 0 0,-1 0 0 0 0,5-18 0 0 0,-8 25 44 0 0,1-1-1 0 0,-1 1 1 0 0,-1-1 0 0 0,1 1-1 0 0,0 0 1 0 0,0-1 0 0 0,-1 1-1 0 0,0-1 1 0 0,1 1 0 0 0,-1 0-1 0 0,0-1 1 0 0,0 1-1 0 0,0 0 1 0 0,-2-2 0 0 0,-4-18 266 0 0,4 59 278 0 0,-1-2 1 0 0,-18 70-1 0 0,13-68-262 0 0,3-12-404 0 0,1-1 1 0 0,-2 48-1 0 0,7-70-108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23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4456 0 0,'0'0'5404'0'0,"-21"10"6241"0"0,-21 66-6254 0 0,31-61-4901 0 0,0 1 0 0 0,1 0 0 0 0,1 1-1 0 0,-12 29 1 0 0,0-12-175 0 0,19-31-318 0 0,-1 1 1 0 0,1-1-1 0 0,-1 0 1 0 0,1 1 0 0 0,0-1-1 0 0,1 1 1 0 0,-1 0-1 0 0,1-1 1 0 0,-1 1-1 0 0,1 0 1 0 0,-1 6-1 0 0,2-9-195 0 0,0-31-14322 0 0,0 1 6477 0 0,0 16 1196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23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5056 0 0,'0'0'11269'0'0,"-18"21"-4738"0"0,40 28-2168 0 0,-20-41-4052 0 0,2 1-1 0 0,-1 0 1 0 0,1-1 0 0 0,0 0-1 0 0,1 0 1 0 0,0-1-1 0 0,7 10 1 0 0,25 18 390 0 0,-36-34-568 0 0,3 5-78 0 0,-1-2 276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03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3834 0 0,'0'0'17177'0'0,"19"17"-14140"0"0,-9 1-2160 0 0,2-1-1 0 0,21 24 0 0 0,-9-11-377 0 0,-7-7-218 0 0,2 0 1 0 0,0-2 0 0 0,31 28 0 0 0,-12-23-156 0 0,-37-25 898 0 0,6-34-1029 0 0,7 4 7 0 0,2 1 0 0 0,1 0-1 0 0,1 1 1 0 0,1 1 0 0 0,1 1 0 0 0,2 0 0 0 0,0 2 0 0 0,39-31 0 0 0,-56 49-1 0 0,1 1 0 0 0,0-1 1 0 0,0 1-1 0 0,0 1 1 0 0,0-1-1 0 0,0 1 0 0 0,1 0 1 0 0,13-3-1 0 0,-18 5 3 0 0,14 15-1473 0 0,-21-5 182 0 0,3-4-848 0 0,0 0 0 0 0,0-1 1 0 0,-1 1-1 0 0,1-1 0 0 0,-1 0 0 0 0,0 0 0 0 0,-1 0 1 0 0,-6 7-1 0 0,-2-2-5351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03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8 6060 0 0,'-8'-7'1132'0'0,"-1"6"4948"0"0,0 19 4335 0 0,3-2-11472 0 0,-14 48 4196 0 0,19-55-2924 0 0,-1 0 0 0 0,0 0 0 0 0,-1 0-1 0 0,0 0 1 0 0,-1-1 0 0 0,1 1 0 0 0,-2-1 0 0 0,-9 15 0 0 0,-21 48 304 0 0,34-69-662 0 0,0-30-14010 0 0,-6-7 6595 0 0,3 18 1208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03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18 2802 0 0,'-7'-18'4477'0'0,"37"20"369"0"0,-18-1-3429 0 0,0 1 0 0 0,0 0 0 0 0,0 1 0 0 0,0 1 0 0 0,0 0 0 0 0,-1 0 0 0 0,17 10 0 0 0,79 52 2363 0 0,-5-3-2624 0 0,-90-56-2573 0 0,5 2 4973 0 0,-4-3-4857 0 0,-4-3-5746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05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12 5752 0 0,'-13'-12'21495'0'0,"7"18"-20577"0"0,5-5-537 0 0,-3 2-260 0 0,0-1 0 0 0,0 1 0 0 0,0 0 1 0 0,1 0-1 0 0,-1 0 0 0 0,-5 7 0 0 0,7-7-35 0 0,-12 11-13 0 0,2 1 0 0 0,0 0 0 0 0,1 1 0 0 0,0 0 1 0 0,1 0-1 0 0,1 1 0 0 0,1 1 0 0 0,0 0 0 0 0,1 0 0 0 0,1 0 0 0 0,1 1 0 0 0,1 0 0 0 0,0 0 0 0 0,1 0 0 0 0,1 0 0 0 0,1 20 0 0 0,1-32-71 0 0,0 0 1 0 0,1 0-1 0 0,-1 0 0 0 0,1-1 0 0 0,1 1 0 0 0,-1 0 0 0 0,1-1 0 0 0,0 1 1 0 0,1-1-1 0 0,0 1 0 0 0,0-1 0 0 0,0 0 0 0 0,1 0 0 0 0,0-1 1 0 0,0 1-1 0 0,0-1 0 0 0,0 0 0 0 0,1 0 0 0 0,0 0 0 0 0,0 0 0 0 0,1-1 1 0 0,-1 0-1 0 0,1 0 0 0 0,0-1 0 0 0,0 1 0 0 0,0-1 0 0 0,0-1 1 0 0,1 1-1 0 0,-1-1 0 0 0,1 0 0 0 0,0 0 0 0 0,-1-1 0 0 0,1 0 0 0 0,10 0 1 0 0,9 1 12 0 0,-1-1 1 0 0,1-2 0 0 0,0 0 0 0 0,-1-2 0 0 0,50-11 0 0 0,-73 13 114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06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6580 0 0,'-3'2'1060'0'0,"1"0"0"0"0,-1 0 0 0 0,1 0 0 0 0,0 0 0 0 0,0 0 0 0 0,0 1 0 0 0,0-1 0 0 0,0 1 0 0 0,0-1 0 0 0,-2 6 0 0 0,-9 33 3447 0 0,10-20-3974 0 0,2 1 0 0 0,0 24 0 0 0,1-33 336 0 0,0-10-807 0 0,1 0-1 0 0,0 0 0 0 0,-1 0 0 0 0,1 0 0 0 0,0-1 1 0 0,0 1-1 0 0,1 0 0 0 0,-1 0 0 0 0,1-1 0 0 0,-1 1 1 0 0,1-1-1 0 0,0 1 0 0 0,0-1 0 0 0,0 0 0 0 0,0 0 1 0 0,0 0-1 0 0,0 0 0 0 0,1 0 0 0 0,-1 0 0 0 0,1-1 1 0 0,-1 1-1 0 0,1-1 0 0 0,2 2 0 0 0,4 1 86 0 0,-1-1 0 0 0,1 1 0 0 0,-1-1 0 0 0,1-1 0 0 0,17 3 1 0 0,-13-4-121 0 0,-1-1 0 0 0,0-1 0 0 0,1 0 0 0 0,-1 0 0 0 0,0-1 1 0 0,0-1-1 0 0,17-5 0 0 0,-26 7-40 0 0,11-3 1502 0 0,-9 2-3050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06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8020 0 0,'74'-12'13096'0'0,"40"13"-9188"0"0,-76 1-4354 0 0,60-4 0 0 0,-66-5-3078 0 0,-29 7 2874 0 0,-1-1 1 0 0,1 0 0 0 0,-1 0-1 0 0,1 0 1 0 0,-1 0-1 0 0,0-1 1 0 0,0 1 0 0 0,1-1-1 0 0,-1 1 1 0 0,3-4-1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06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5682 0 0,'1'5'5959'0'0,"14"2"-3431"0"0,32 11-1760 0 0,-22-9 912 0 0,26 11 20 0 0,-1 2 0 0 0,52 32-1 0 0,-81-42-1448 0 0,-1 1-1 0 0,-1 1 1 0 0,0 1-1 0 0,-1 1 1 0 0,-1 1 0 0 0,0 0-1 0 0,20 28 1 0 0,-35-41-164 0 0,1-1-1 0 0,-1 1 1 0 0,0 0 0 0 0,-1 0 0 0 0,1 0-1 0 0,-1 0 1 0 0,1 0 0 0 0,-1 0 0 0 0,0 0 0 0 0,-1 1-1 0 0,1-1 1 0 0,-1 0 0 0 0,0 0 0 0 0,0 1-1 0 0,0-1 1 0 0,0 0 0 0 0,-1 1 0 0 0,0-1 0 0 0,0 0-1 0 0,0 0 1 0 0,0 0 0 0 0,-1 0 0 0 0,-3 7-1 0 0,4-9 117 0 0,20 1-1775 0 0,4-2 619 0 0,-21-2 356 0 0,0-2-1722 0 0,1 1 1563 0 0,-1-1 1 0 0,1 1-1 0 0,-1-1 1 0 0,1 1-1 0 0,0 0 1 0 0,0 0-1 0 0,0 0 1 0 0,4-2-1 0 0,7-5-7603 0 0,-3 1 2971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07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 6710 0 0,'0'-9'10664'0'0,"-6"19"-4571"0"0,6 0-7496 0 0,6 34 3216 0 0,-5-36-1601 0 0,0 1 1 0 0,0 0-1 0 0,0-1 0 0 0,1 1 1 0 0,5 12-1 0 0,12 36 251 0 0,-16-45-355 0 0,0-1 0 0 0,1 0-1 0 0,0 0 1 0 0,0 0 0 0 0,1 0 0 0 0,1-1 0 0 0,0 0-1 0 0,14 19 1 0 0,-11-19 980 0 0,-7-6-2930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3:0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5940 0 0,'32'0'9572'0'0,"12"-2"-4232"0"0,212-12-781 0 0,-254 13-4363 0 0,23 0 647 0 0,-12-2-11201 0 0,-5 1 8361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27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338 300 4686 0 0,'0'0'14559'0'0,"0"-33"-12778"0"0,3-26-715 0 0,-1 36-883 0 0,-1 1 1 0 0,-3-37-1 0 0,1 52-39 0 0,0 0 1 0 0,-1 1 0 0 0,0-1-1 0 0,0 1 1 0 0,-1 0 0 0 0,0 0 0 0 0,0 0-1 0 0,0 0 1 0 0,-1 0 0 0 0,-5-7-1 0 0,7 11-54 0 0,0-1 0 0 0,0 1 0 0 0,0 0 0 0 0,0 0-1 0 0,0 0 1 0 0,-1 1 0 0 0,1-1 0 0 0,0 0 0 0 0,-1 1 0 0 0,1 0 0 0 0,-1-1-1 0 0,0 1 1 0 0,1 0 0 0 0,-1 0 0 0 0,0 1 0 0 0,0-1 0 0 0,0 0-1 0 0,0 1 1 0 0,1 0 0 0 0,-1 0 0 0 0,0 0 0 0 0,0 0 0 0 0,0 0-1 0 0,0 0 1 0 0,-5 2 0 0 0,-7 3 76 0 0,1 1 0 0 0,0 1 0 0 0,0 0 0 0 0,0 0 0 0 0,1 1-1 0 0,1 1 1 0 0,-1 0 0 0 0,1 1 0 0 0,1 1 0 0 0,0-1 0 0 0,0 2 0 0 0,-11 15 0 0 0,14-17-116 0 0,1 0 1 0 0,1 0 0 0 0,0 1-1 0 0,0 0 1 0 0,1 0 0 0 0,1 0 0 0 0,0 1-1 0 0,0-1 1 0 0,1 1 0 0 0,0 0-1 0 0,1 0 1 0 0,1 0 0 0 0,0 0-1 0 0,0 1 1 0 0,1-1 0 0 0,2 14 0 0 0,-1-22-51 0 0,0 1 0 0 0,0-1 1 0 0,0 0-1 0 0,1 1 1 0 0,-1-1-1 0 0,1 0 0 0 0,0 0 1 0 0,0 0-1 0 0,1 0 1 0 0,-1 0-1 0 0,1-1 0 0 0,0 1 1 0 0,0-1-1 0 0,0 1 1 0 0,0-1-1 0 0,6 4 0 0 0,-2-3-3 0 0,-1 0 1 0 0,1 0-1 0 0,0-1 0 0 0,-1 0 0 0 0,1-1 0 0 0,1 1 0 0 0,-1-1 0 0 0,0-1 1 0 0,11 2-1 0 0,0-2-36 0 0,1 0 0 0 0,-1-1 0 0 0,1-1 0 0 0,-1-1 0 0 0,0-1 0 0 0,1 0 0 0 0,22-8 1 0 0,-35 9 24 0 0,0 1 0 0 0,0-1 0 0 0,-1 0 0 0 0,1-1 0 0 0,-1 0 0 0 0,1 0 0 0 0,-1 0 0 0 0,0 0 0 0 0,0-1 0 0 0,-1 1 0 0 0,1-1 0 0 0,-1-1 0 0 0,0 1 0 0 0,0-1 1 0 0,0 1-1 0 0,0-1 0 0 0,-1 0 0 0 0,0 0 0 0 0,0-1 0 0 0,3-6 0 0 0,0-27 384 0 0,6 69-573 0 0,-12-28 208 0 0,0 35 179 0 0,6 50 0 0 0,-3-65-111 0 0,14 75 298 0 0,-15-88-388 0 0,0-1-1 0 0,1 0 1 0 0,0 0-1 0 0,1 0 1 0 0,-1-1 0 0 0,1 1-1 0 0,1-1 1 0 0,0 0 0 0 0,5 7-1 0 0,-8-12-138 0 0,-12-15-10693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27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3 3630 0 0,'-32'-2'20544'0'0,"22"3"-19605"0"0,-4 20 18 0 0,1 0 0 0 0,-20 47 1 0 0,21-41-721 0 0,-27 44 0 0 0,8-12-498 0 0,30-57-255 0 0,9-89-22196 0 0,-4 67 17756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28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5830 0 0,'0'0'8862'0'0,"1"30"-2065"0"0,12-15-6021 0 0,1 0-1 0 0,1 0 1 0 0,0-2-1 0 0,1 0 0 0 0,1-1 1 0 0,0 0-1 0 0,36 17 1 0 0,11 9 185 0 0,-56-33 1722 0 0,4 2-4946 0 0,-2 1-4264 0 0,-10-7 6192 0 0,0-1-1 0 0,0 1 0 0 0,1-1 0 0 0,-1 1 1 0 0,0-1-1 0 0,0 0 0 0 0,0 1 0 0 0,1-1 1 0 0,-1 1-1 0 0,0-1 0 0 0,0 1 0 0 0,0-1 1 0 0,0 1-1 0 0,0-1 0 0 0,0 1 0 0 0,0-1 1 0 0,0 1-1 0 0,0-1 0 0 0,0 1 0 0 0,0-1 1 0 0,-1 1-1 0 0,1-1 0 0 0,0 0 0 0 0,0 1 1 0 0,0-1-1 0 0,0 1 0 0 0,-1-1 0 0 0,1 1 0 0 0,0-1 1 0 0,-5 4-4030 0 0,4-4 4029 0 0,1 0 0 0 0,-1 0 1 0 0,0 0-1 0 0,-16 7-6409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36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3174 0 0,'0'0'16526'0'0,"-37"3"-9029"0"0,23 3-7234 0 0,1 1-1 0 0,-1 0 0 0 0,1 1 1 0 0,0 0-1 0 0,1 1 0 0 0,-20 18 1 0 0,25-20-198 0 0,0 0 1 0 0,0 1-1 0 0,1-1 1 0 0,0 1-1 0 0,0 1 0 0 0,1-1 1 0 0,0 1-1 0 0,0 0 1 0 0,1 0-1 0 0,1 1 1 0 0,-4 11-1 0 0,7-17-67 0 0,-1-1-1 0 0,1 1 1 0 0,0-1-1 0 0,0 1 1 0 0,1-1 0 0 0,-1 1-1 0 0,1-1 1 0 0,0 1-1 0 0,-1-1 1 0 0,2 1 0 0 0,-1-1-1 0 0,0 1 1 0 0,1-1-1 0 0,-1 0 1 0 0,1 0 0 0 0,0 0-1 0 0,0 0 1 0 0,0 0 0 0 0,1 0-1 0 0,-1-1 1 0 0,1 1-1 0 0,5 3 1 0 0,-2 0-4 0 0,1-1-1 0 0,0 0 1 0 0,0 0 0 0 0,1-1-1 0 0,-1 0 1 0 0,1 0 0 0 0,0-1-1 0 0,12 3 1 0 0,-3-2-5 0 0,1-1-1 0 0,0-1 1 0 0,0-1 0 0 0,-1-1 0 0 0,1 0-1 0 0,0-1 1 0 0,18-4 0 0 0,14-5-76 0 0,54-18 1 0 0,-87 19 198 0 0,-24 1-316 0 0,1 3-65 0 0,-23 17-3001 0 0,18-7-3419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36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13 6192 0 0,'0'0'2072'0'0,"-24"-3"2422"0"0,14 3 3180 0 0,-1 2-7045 0 0,0 1 0 0 0,0 1 0 0 0,0 0 0 0 0,0 1-1 0 0,0 0 1 0 0,1 1 0 0 0,0 0 0 0 0,0 0 0 0 0,0 1 0 0 0,-13 13 0 0 0,18-15-533 0 0,0 0-1 0 0,0 0 1 0 0,0 1 0 0 0,1-1 0 0 0,0 1 0 0 0,0 0-1 0 0,1 1 1 0 0,-5 10 0 0 0,6-14-84 0 0,1 1 0 0 0,0-1 0 0 0,0 1 0 0 0,1 0 0 0 0,-1-1 1 0 0,1 1-1 0 0,0 0 0 0 0,0 0 0 0 0,0-1 0 0 0,0 1 0 0 0,1 0 0 0 0,0-1 0 0 0,-1 1 0 0 0,1 0 0 0 0,1-1 0 0 0,-1 1 0 0 0,2 3 1 0 0,0-4-34 0 0,-1 0 1 0 0,1 0-1 0 0,0 0 1 0 0,0-1-1 0 0,0 1 1 0 0,0-1-1 0 0,0 0 1 0 0,0 0 0 0 0,1 0-1 0 0,-1 0 1 0 0,1 0-1 0 0,-1-1 1 0 0,1 1-1 0 0,0-1 1 0 0,0 0-1 0 0,-1 0 1 0 0,1-1-1 0 0,0 1 1 0 0,6-1 0 0 0,7 1-83 0 0,-1 0 1 0 0,0-1 0 0 0,20-3 0 0 0,-6-1-291 0 0,-1-1-1 0 0,0-2 1 0 0,0-1-1 0 0,-1-1 1 0 0,0-1-1 0 0,0-2 1 0 0,-2 0-1 0 0,40-25 1 0 0,-63 35 436 0 0,-1 0 0 0 0,1 0 0 0 0,0 0 1 0 0,0 0-1 0 0,-1 0 0 0 0,0-1 0 0 0,1 1 0 0 0,-1-1 1 0 0,0 1-1 0 0,0-1 0 0 0,0 0 0 0 0,-1 0 0 0 0,1 0 1 0 0,-1 0-1 0 0,1 0 0 0 0,-1 0 0 0 0,0 0 0 0 0,0-1 1 0 0,0 1-1 0 0,-1 0 0 0 0,1-1 0 0 0,-1 1 1 0 0,0 0-1 0 0,0-1 0 0 0,-1-5 0 0 0,0 6 65 0 0,0 0 0 0 0,-1 0 0 0 0,1-1-1 0 0,-1 1 1 0 0,0 0 0 0 0,0 1 0 0 0,-1-1 0 0 0,1 0 0 0 0,0 0-1 0 0,-1 1 1 0 0,0 0 0 0 0,1-1 0 0 0,-1 1 0 0 0,0 0 0 0 0,0 0-1 0 0,0 1 1 0 0,-1-1 0 0 0,1 1 0 0 0,0-1 0 0 0,-1 1 0 0 0,1 0-1 0 0,0 0 1 0 0,-1 0 0 0 0,-4 0 0 0 0,-8-1 39 0 0,0 0 1 0 0,0 0-1 0 0,0 2 1 0 0,-1 0 0 0 0,-17 2-1 0 0,28-1-187 0 0,0 0 1 0 0,-1 0-1 0 0,1 0 0 0 0,0 0 0 0 0,0 1 0 0 0,1 0 1 0 0,-1 1-1 0 0,0-1 0 0 0,1 1 0 0 0,-1 0 1 0 0,1 1-1 0 0,0-1 0 0 0,0 1 0 0 0,0 0 0 0 0,1 0 1 0 0,-8 9-1 0 0,10-12-167 0 0,1 0 0 0 0,0 0 1 0 0,0 1-1 0 0,0-1 0 0 0,0 0 0 0 0,0 1 1 0 0,0-1-1 0 0,0 1 0 0 0,1-1 0 0 0,-1 1 1 0 0,0-1-1 0 0,1 1 0 0 0,-1 0 0 0 0,1-1 0 0 0,0 1 1 0 0,-1 0-1 0 0,1-1 0 0 0,0 1 0 0 0,0 0 1 0 0,0-1-1 0 0,0 1 0 0 0,0 0 0 0 0,1-1 1 0 0,-1 1-1 0 0,1 0 0 0 0,-1-1 0 0 0,1 1 1 0 0,-1 0-1 0 0,1-1 0 0 0,0 1 0 0 0,0-1 1 0 0,-1 1-1 0 0,1-1 0 0 0,0 0 0 0 0,1 1 1 0 0,-1-1-1 0 0,0 0 0 0 0,0 0 0 0 0,0 0 0 0 0,1 0 1 0 0,-1 0-1 0 0,1 0 0 0 0,-1 0 0 0 0,2 1 1 0 0,3 0-846 0 0,-1 0 0 0 0,1 0 0 0 0,0-1 1 0 0,0 1-1 0 0,0-1 0 0 0,0-1 0 0 0,0 1 0 0 0,0-1 1 0 0,0 0-1 0 0,0 0 0 0 0,0-1 0 0 0,8-2 0 0 0,16-3-4051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37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0 6304 0 0,'0'0'1652'0'0,"-32"4"5346"0"0,4 5-3483 0 0,-42 21 0 0 0,29-11-1444 0 0,40-19-2035 0 0,1 0 0 0 0,-1 0 0 0 0,1 0 0 0 0,-1 0 0 0 0,1 0 0 0 0,0 0 0 0 0,-1 0 0 0 0,1 0 0 0 0,-1 0 0 0 0,1 1-1 0 0,-1-1 1 0 0,1 0 0 0 0,0 0 0 0 0,-1 1 0 0 0,1-1 0 0 0,0 0 0 0 0,-1 0 0 0 0,1 1 0 0 0,0-1 0 0 0,-1 0 0 0 0,1 1 0 0 0,0-1-1 0 0,0 0 1 0 0,-1 1 0 0 0,1-1 0 0 0,0 1 0 0 0,0-1 0 0 0,0 1 0 0 0,-1-1 0 0 0,1 0 0 0 0,0 1 0 0 0,0-1 0 0 0,0 1 0 0 0,0-1-1 0 0,0 1 1 0 0,0-1 0 0 0,0 1 0 0 0,0-1 0 0 0,0 1 0 0 0,18 10 262 0 0,29 0-371 0 0,15-8 132 0 0,-46-4-44 0 0,-1 1 0 0 0,1 1 1 0 0,-1 0-1 0 0,0 1 0 0 0,1 0 0 0 0,-1 2 1 0 0,0 0-1 0 0,24 10 0 0 0,-33-11 70 0 0,-1 1 0 0 0,0 0 0 0 0,0 0 0 0 0,0 0 0 0 0,0 0 0 0 0,-1 1 0 0 0,0 0 0 0 0,0 0 0 0 0,0 0 0 0 0,0 1 0 0 0,-1-1 0 0 0,0 1 0 0 0,0 0 0 0 0,0 0 0 0 0,-1 0 0 0 0,0 0 0 0 0,0 0 0 0 0,-1 1 0 0 0,1-1 0 0 0,-1 0 0 0 0,0 11 1 0 0,-2-11-45 0 0,0 0 0 0 0,0 0 0 0 0,-1 0 1 0 0,0 0-1 0 0,0 0 0 0 0,0 0 0 0 0,-1-1 1 0 0,0 1-1 0 0,0-1 0 0 0,0 1 1 0 0,-1-1-1 0 0,1 0 0 0 0,-1 0 0 0 0,0-1 1 0 0,-1 1-1 0 0,1-1 0 0 0,-1 0 0 0 0,0 0 1 0 0,0-1-1 0 0,0 1 0 0 0,-8 2 1 0 0,1 2 30 0 0,-1-1 1 0 0,0-1-1 0 0,0-1 1 0 0,-1 0-1 0 0,1 0 1 0 0,-1-1-1 0 0,0-1 1 0 0,-17 2-1 0 0,-39-6-28 0 0,66 0-79 0 0,-1 0 0 0 0,1 1 0 0 0,0-2 0 0 0,0 1-1 0 0,0 0 1 0 0,0-1 0 0 0,0 0 0 0 0,0 0 0 0 0,0 0 0 0 0,0 0 0 0 0,1-1 0 0 0,-1 1 0 0 0,-3-5 0 0 0,6 6-11 0 0,21 10-15077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38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 5622 0 0,'0'0'13582'0'0,"-38"25"-7863"0"0,24-10-5179 0 0,0 0 0 0 0,0 2 0 0 0,2 0 0 0 0,0 0 0 0 0,1 1 1 0 0,-12 27-1 0 0,12-24-181 0 0,-6 11 310 0 0,1 1 1 0 0,-22 69-1 0 0,33-87-572 0 0,2-1-1 0 0,0 1 1 0 0,1 0 0 0 0,0 0-1 0 0,1 0 1 0 0,1 0 0 0 0,0 0-1 0 0,1 0 1 0 0,1 0 0 0 0,3 17-1 0 0,-2-25-68 0 0,0 1-1 0 0,0-1 0 0 0,0 0 1 0 0,1 0-1 0 0,0 0 0 0 0,1 0 1 0 0,0-1-1 0 0,0 1 0 0 0,0-1 1 0 0,0 0-1 0 0,1-1 0 0 0,0 0 1 0 0,1 0-1 0 0,-1 0 0 0 0,1 0 1 0 0,0-1-1 0 0,14 6 0 0 0,-6-3-20 0 0,1-1 0 0 0,0 0 0 0 0,0-1 0 0 0,1-1 0 0 0,0-1 0 0 0,-1 0 0 0 0,22 0 0 0 0,-35-2 53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44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4812 0 0,'0'0'9220'0'0,"-19"28"-3437"0"0,13-18-4906 0 0,0 1-1 0 0,0 1 1 0 0,1-1 0 0 0,1 1-1 0 0,0 0 1 0 0,-4 20 0 0 0,-9 27 401 0 0,13-41-1051 0 0,1-1-1 0 0,1 1 1 0 0,1-1 0 0 0,1 31-1 0 0,0-35-148 0 0,0-6-60 0 0,0 0 1 0 0,1 0 0 0 0,0-1 0 0 0,0 1-1 0 0,0 0 1 0 0,1 0 0 0 0,0-1 0 0 0,0 1-1 0 0,1-1 1 0 0,0 0 0 0 0,0 1 0 0 0,0-2 0 0 0,1 1-1 0 0,7 8 1 0 0,-8-10-12 0 0,1 0-1 0 0,0-1 1 0 0,0 0-1 0 0,0 0 1 0 0,0 0 0 0 0,0 0-1 0 0,1-1 1 0 0,0 1-1 0 0,-1-1 1 0 0,1 0 0 0 0,0-1-1 0 0,0 1 1 0 0,0-1-1 0 0,0 0 1 0 0,0 0 0 0 0,0-1-1 0 0,0 1 1 0 0,0-1-1 0 0,0 0 1 0 0,9-2 0 0 0,3 0 20 0 0,-1-2 1 0 0,0 0 0 0 0,0-1 0 0 0,0 0 0 0 0,0-2-1 0 0,-1 0 1 0 0,0 0 0 0 0,-1-1 0 0 0,1-1-1 0 0,-2-1 1 0 0,1 0 0 0 0,-1 0 0 0 0,-1-1 0 0 0,0-1-1 0 0,-1 0 1 0 0,0-1 0 0 0,0 0 0 0 0,-2-1 0 0 0,1 0-1 0 0,7-17 1 0 0,-15 26 36 0 0,-1 1 0 0 0,1-1 0 0 0,-1 0 0 0 0,0 1 0 0 0,0-1 0 0 0,-1 0 0 0 0,1 0 0 0 0,-1 0 0 0 0,0 0 0 0 0,0 0 0 0 0,-1 1-1 0 0,0-1 1 0 0,1 0 0 0 0,-2 0 0 0 0,1 1 0 0 0,0-1 0 0 0,-1 0 0 0 0,0 1 0 0 0,0-1 0 0 0,0 1 0 0 0,-1 0 0 0 0,1 0 0 0 0,-1 0 0 0 0,-5-5 0 0 0,3 2-34 0 0,-1 0 1 0 0,0 1-1 0 0,0 0 1 0 0,-1 0 0 0 0,0 0-1 0 0,0 1 1 0 0,0 0-1 0 0,-1 0 1 0 0,1 1 0 0 0,-1 0-1 0 0,0 1 1 0 0,-11-4-1 0 0,14 5-113 0 0,0 1-1 0 0,0 0 0 0 0,0 1 0 0 0,0-1 1 0 0,0 1-1 0 0,0 0 0 0 0,0 1 0 0 0,0-1 0 0 0,0 1 1 0 0,0 0-1 0 0,0 0 0 0 0,0 0 0 0 0,0 1 1 0 0,0 0-1 0 0,1 0 0 0 0,-1 0 0 0 0,1 0 1 0 0,-8 6-1 0 0,7-6-1565 0 0,-21 9 3812 0 0,17-8-4382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45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8648 0 0,'-20'10'14059'0'0,"47"-2"-11070"0"0,54 3-1834 0 0,1-4 1 0 0,111-3-1 0 0,-154-4-989 0 0,32-2 167 0 0,-68 2 600 0 0,-4 5-4066 0 0,0-3 2446 0 0,0 0 1 0 0,0 1-1 0 0,0-1 1 0 0,0 0-1 0 0,0 0 1 0 0,0 0 0 0 0,-1 0-1 0 0,1 0 1 0 0,-1 0-1 0 0,0 0 1 0 0,1 0-1 0 0,-4 2 1 0 0,-10 14-10347 0 0,9-7 3551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45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8 4846 0 0,'0'0'15279'0'0,"-34"-8"-10273"0"0,17 12-4434 0 0,1 1-1 0 0,-1 0 1 0 0,1 1 0 0 0,0 1-1 0 0,-29 17 1 0 0,44-24-560 0 0,-1 1-1 0 0,1 0 1 0 0,0 0 0 0 0,-1 0-1 0 0,1 0 1 0 0,0 0 0 0 0,0 0-1 0 0,0 1 1 0 0,-1-1 0 0 0,1 0 0 0 0,1 1-1 0 0,-1-1 1 0 0,0 0 0 0 0,0 1-1 0 0,0-1 1 0 0,1 1 0 0 0,-1-1-1 0 0,1 1 1 0 0,-1 0 0 0 0,1-1 0 0 0,0 1-1 0 0,-1-1 1 0 0,1 1 0 0 0,0 0-1 0 0,0-1 1 0 0,0 1 0 0 0,0 0-1 0 0,1-1 1 0 0,-1 1 0 0 0,0-1-1 0 0,1 1 1 0 0,-1 0 0 0 0,1-1 0 0 0,-1 1-1 0 0,1-1 1 0 0,0 1 0 0 0,1 0-1 0 0,-1 2-9 0 0,1-1 1 0 0,1 0-1 0 0,-1 0 0 0 0,0 0 0 0 0,1 0 0 0 0,0-1 0 0 0,-1 1 0 0 0,1-1 0 0 0,0 0 0 0 0,0 1 1 0 0,0-1-1 0 0,1 0 0 0 0,-1-1 0 0 0,0 1 0 0 0,1-1 0 0 0,3 2 0 0 0,11-1-3 0 0,0-1 0 0 0,0 0-1 0 0,0-1 1 0 0,0-1 0 0 0,0-1-1 0 0,0-1 1 0 0,0 0 0 0 0,19-7-1 0 0,25-3 146 0 0,-59 13 581 0 0,29-37-30601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14:46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13 4902 0 0,'-16'-13'21465'0'0,"40"18"-21055"0"0,1 0 0 0 0,0 1 0 0 0,-1 1 1 0 0,0 2-1 0 0,-1 0 0 0 0,28 16 0 0 0,-2-3-122 0 0,0-2-70 0 0,9 4 67 0 0,94 54 0 0 0,-138-70-205 0 0,1 1-1 0 0,-2 1 0 0 0,1 1 1 0 0,-2 0-1 0 0,1 0 0 0 0,-1 1 1 0 0,-1 1-1 0 0,0 0 0 0 0,-1 1 1 0 0,-1 0-1 0 0,11 20 0 0 0,-17-27-29 0 0,-1 0 0 0 0,0 0 0 0 0,-1 0 0 0 0,0 0 0 0 0,0 0 0 0 0,0 1 0 0 0,-1-1 0 0 0,0 0 0 0 0,0 0 0 0 0,-1 0 0 0 0,0 1 0 0 0,0-1 0 0 0,-1 0 0 0 0,0 0 0 0 0,-4 10 0 0 0,3-7 20 0 0,-2 0 0 0 0,1 0 0 0 0,-2 0 0 0 0,1-1 1 0 0,-1 0-1 0 0,0 0 0 0 0,-1 0 0 0 0,0-1 0 0 0,-12 11 0 0 0,-8 4-78 0 0,26-22-9 0 0,12 5-508 0 0,-6-4-1249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58:56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3459 243 2404 0 0,'-8'-11'549'0'0,"1"1"1"0"0,-2 0-1 0 0,1 1 1 0 0,-1-1-1 0 0,-1 2 0 0 0,0-1 1 0 0,0 1-1 0 0,0 1 0 0 0,-1 0 1 0 0,0 0-1 0 0,-1 1 1 0 0,-19-7-1 0 0,-6-2-284 0 0,-1 2-1 0 0,-69-14 1 0 0,59 20-124 0 0,0 2 0 0 0,0 1 0 0 0,0 3 0 0 0,0 2 0 0 0,-88 14 0 0 0,-237 66 38 0 0,363-79-181 0 0,-216 56 402 0 0,4 10 0 0 0,-319 143 0 0 0,435-158-174 0 0,2 5 1 0 0,-134 97-1 0 0,168-101-78 0 0,2 3 1 0 0,2 3-1 0 0,-108 129 0 0 0,97-89 31 0 0,4 3 1 0 0,-95 177-1 0 0,127-198-199 0 0,4 2 1 0 0,4 1-1 0 0,3 2 0 0 0,-24 118 0 0 0,37-119 71 0 0,4 0 0 0 0,4 1 0 0 0,4 0 0 0 0,11 163 0 0 0,1-187-57 0 0,3-1 0 0 0,2-1 0 0 0,4 1 0 0 0,1-2 0 0 0,4-1 0 0 0,2 0 0 0 0,46 83-1 0 0,-20-59-13 0 0,5-2 0 0 0,2-2 0 0 0,4-3 0 0 0,4-2 0 0 0,82 73 0 0 0,-52-64-84 0 0,4-4 0 0 0,3-4-1 0 0,167 93 1 0 0,-165-114 15 0 0,3-5 0 0 0,1-5 0 0 0,3-4 0 0 0,1-5 0 0 0,1-5 0 0 0,2-5 1 0 0,0-5-1 0 0,1-5 0 0 0,1-5 0 0 0,1-5 0 0 0,116-10 0 0 0,-109-5-74 0 0,-1-6 0 0 0,-1-4 1 0 0,-1-6-1 0 0,-1-5 0 0 0,-2-6 0 0 0,-1-5 1 0 0,-2-4-1 0 0,-3-6 0 0 0,-1-4 0 0 0,124-87 1 0 0,-85 36-30 0 0,-6-7 0 0 0,-4-6-1 0 0,154-173 1 0 0,-138 115 506 0 0,-8-7 0 0 0,135-220-1 0 0,-225 310-42 0 0,-3-3 0 0 0,-5-3 0 0 0,-4-1-1 0 0,-5-2 1 0 0,-4-2 0 0 0,-5-2 0 0 0,27-167-1 0 0,-51 220-238 0 0,-3-1-1 0 0,-2 1 0 0 0,-3-1 0 0 0,-2 0 0 0 0,-2 1 0 0 0,-3 0 0 0 0,-3 0 0 0 0,-18-62 0 0 0,16 78-72 0 0,-2 1-1 0 0,-2 0 0 0 0,-1 1 0 0 0,-2 1 1 0 0,-1 1-1 0 0,-2 0 0 0 0,-1 2 1 0 0,-2 1-1 0 0,-1 0 0 0 0,-2 2 0 0 0,-56-48 1 0 0,20 31-37 0 0,-2 3 0 0 0,-2 2 0 0 0,-1 4 0 0 0,-140-56 1 0 0,-312-74-30 0 0,231 92 163 0 0,-2 13-1 0 0,-528-44 1 0 0,782 105-825 0 0,-75 3-1 0 0,98 1 111 0 0,0 1 1 0 0,1 0-1 0 0,-15 5 0 0 0,19-5-336 0 0,0 1 0 0 0,1 1-1 0 0,-1 0 1 0 0,1 0 0 0 0,-10 8 0 0 0,7-3-1729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58:57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4486 413 2540 0 0,'-14'-32'5691'0'0,"11"22"-5331"0"0,1 1 0 0 0,-1-1 0 0 0,-1 1 0 0 0,0 0 1 0 0,0 0-1 0 0,0 0 0 0 0,-1 1 0 0 0,-1-1 0 0 0,0 1 0 0 0,-8-9 0 0 0,-1 0-317 0 0,-1 0 0 0 0,0 2-1 0 0,-1 0 1 0 0,-1 1-1 0 0,0 0 1 0 0,-1 2-1 0 0,-1 0 1 0 0,0 1 0 0 0,-42-16-1 0 0,8 7-87 0 0,-1 3-1 0 0,-100-18 1 0 0,6 14 38 0 0,-237-5 0 0 0,-152 42 292 0 0,317 1-32 0 0,-281 58 0 0 0,383-49-246 0 0,1 6 0 0 0,1 5 0 0 0,-220 102-1 0 0,212-73 2 0 0,3 6 0 0 0,3 4 0 0 0,4 6 0 0 0,-154 141 0 0 0,193-150 83 0 0,4 3 0 0 0,2 3-1 0 0,5 3 1 0 0,3 3 0 0 0,3 2 0 0 0,-79 161 0 0 0,110-184-40 0 0,2 1 1 0 0,3 1 0 0 0,4 0-1 0 0,2 2 1 0 0,3 0 0 0 0,-7 95-1 0 0,17-105 12 0 0,3 0 0 0 0,3 0 0 0 0,2 0 0 0 0,3 0 0 0 0,2-1-1 0 0,3 0 1 0 0,2 0 0 0 0,22 54 0 0 0,0-25-33 0 0,5-2 0 0 0,2-2-1 0 0,5-1 1 0 0,3-3 0 0 0,117 138 0 0 0,-46-82-51 0 0,7-6-1 0 0,157 121 1 0 0,-146-141-94 0 0,5-6-1 0 0,4-7 1 0 0,4-7-1 0 0,4-6 0 0 0,3-7 1 0 0,4-7-1 0 0,2-7 0 0 0,290 65 1 0 0,-230-80 82 0 0,2-10-1 0 0,1-9 1 0 0,319-5 0 0 0,-387-27-19 0 0,-1-8 0 0 0,-1-6 0 0 0,0-7 0 0 0,-2-7 0 0 0,261-91-1 0 0,-284 71 57 0 0,-2-5 0 0 0,-3-6 0 0 0,-3-6 0 0 0,152-110 0 0 0,-192 115 18 0 0,-3-3-1 0 0,-3-4 1 0 0,-3-4-1 0 0,-3-2 1 0 0,-4-4-1 0 0,84-128 1 0 0,-113 143 213 0 0,-4-2 1 0 0,-2-1-1 0 0,-4-1 1 0 0,-3-2-1 0 0,-3-1 1 0 0,-4-1-1 0 0,-2-1 0 0 0,-4-1 1 0 0,-4 0-1 0 0,-2-1 1 0 0,-4 0-1 0 0,-4 0 1 0 0,-12-113-1 0 0,2 133-242 0 0,-3 0 0 0 0,-2 1 0 0 0,-3 0 0 0 0,-2 1 1 0 0,-2 1-1 0 0,-3 2 0 0 0,-2 0 0 0 0,-3 1 0 0 0,-61-83 0 0 0,38 69-127 0 0,-4 2 0 0 0,-2 2 0 0 0,-3 3-1 0 0,-2 2 1 0 0,-3 4 0 0 0,-84-54 0 0 0,-28-2-17 0 0,-215-97-1 0 0,-206-46 434 0 0,408 173-399 0 0,92 35-2080 0 0,-165-47 0 0 0,244 86 750 0 0,0 1 0 0 0,0 1-1 0 0,0 1 1 0 0,-29 0-1 0 0,5 5-2746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58:59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3058 0 0,'0'0'7179'0'0,"3"0"-6872"0"0,0-1-1 0 0,0 1 0 0 0,0 0 0 0 0,0 0 0 0 0,0 0 0 0 0,0 0 1 0 0,-1 0-1 0 0,5 2 0 0 0,-8 1-296 0 0,-1 1-1 0 0,1-1 1 0 0,-1 1 0 0 0,1-1-1 0 0,0 1 1 0 0,0-1-1 0 0,0 1 1 0 0,1 0 0 0 0,0 0-1 0 0,-1-1 1 0 0,1 1-1 0 0,0 0 1 0 0,1 0 0 0 0,-1-1-1 0 0,1 1 1 0 0,0 0-1 0 0,-1-1 1 0 0,2 1 0 0 0,-1 0-1 0 0,0-1 1 0 0,1 1 0 0 0,-1-1-1 0 0,1 0 1 0 0,0 0-1 0 0,0 1 1 0 0,1-1 0 0 0,-1-1-1 0 0,1 1 1 0 0,-1 0-1 0 0,1 0 1 0 0,0-1 0 0 0,0 0-1 0 0,0 1 1 0 0,0-1 0 0 0,0 0-1 0 0,1-1 1 0 0,-1 1-1 0 0,0-1 1 0 0,1 1 0 0 0,-1-1-1 0 0,1 0 1 0 0,0 0-1 0 0,-1 0 1 0 0,1-1 0 0 0,0 0-1 0 0,0 1 1 0 0,0-1-1 0 0,4-1 1 0 0,8-2-29 0 0,-1 0-1 0 0,1-2 1 0 0,-1 1-1 0 0,0-2 1 0 0,0 0 0 0 0,-1-1-1 0 0,0-1 1 0 0,26-17 0 0 0,5-10-54 0 0,47-44 0 0 0,-90 77 78 0 0,31-33 33 0 0,-31 33 21 0 0,0 1-1 0 0,-1-1 1 0 0,1 0 0 0 0,-1 1-1 0 0,0-1 1 0 0,1 0-1 0 0,-1 0 1 0 0,0 0-1 0 0,0 0 1 0 0,0 0-1 0 0,-1-1 1 0 0,1 1-1 0 0,0 0 1 0 0,-1 0 0 0 0,0 0-1 0 0,1-1 1 0 0,-1 1-1 0 0,0-3 1 0 0,-1 4-20 0 0,0 0 1 0 0,0 0-1 0 0,0 0 0 0 0,-1 0 1 0 0,1 0-1 0 0,0 0 1 0 0,-1 0-1 0 0,1 1 0 0 0,0-1 1 0 0,-1 1-1 0 0,1-1 1 0 0,-1 1-1 0 0,1-1 0 0 0,-1 1 1 0 0,1 0-1 0 0,-1-1 0 0 0,1 1 1 0 0,-1 0-1 0 0,1 0 1 0 0,-1 0-1 0 0,1 1 0 0 0,-1-1 1 0 0,0 0-1 0 0,1 0 1 0 0,-3 2-1 0 0,-44 9 594 0 0,48-11-614 0 0,-172 63 2781 0 0,149-52-2463 0 0,-1 0 1 0 0,2 2-1 0 0,0 1 1 0 0,-40 32-1 0 0,60-45-385 0 0,1 0 1 0 0,-1 0-1 0 0,0 0 0 0 0,1 1 0 0 0,0-1 0 0 0,-1 0 0 0 0,1 1 1 0 0,0-1-1 0 0,0 1 0 0 0,0-1 0 0 0,0 1 0 0 0,0 0 0 0 0,0 0 1 0 0,0-1-1 0 0,0 1 0 0 0,1 0 0 0 0,-1 0 0 0 0,1 0 0 0 0,-1 0 1 0 0,1 0-1 0 0,0 0 0 0 0,0-1 0 0 0,0 1 0 0 0,0 0 0 0 0,0 0 1 0 0,0 0-1 0 0,0 0 0 0 0,1 0 0 0 0,-1 0 0 0 0,1 0 0 0 0,-1 0 1 0 0,1-1-1 0 0,0 1 0 0 0,0 0 0 0 0,0 0 0 0 0,0-1 0 0 0,0 1 1 0 0,0 0-1 0 0,0-1 0 0 0,0 1 0 0 0,1-1 0 0 0,-1 0 0 0 0,2 2 1 0 0,4 2-93 0 0,0 0 1 0 0,0-1-1 0 0,0 1 1 0 0,0-2 0 0 0,1 1-1 0 0,-1-1 1 0 0,1 0-1 0 0,0 0 1 0 0,11 1 0 0 0,7 0-63 0 0,-1-2 0 0 0,1 0 1 0 0,-1-2-1 0 0,1-1 0 0 0,0-1 1 0 0,-1-1-1 0 0,0-1 0 0 0,0-1 1 0 0,0-2-1 0 0,45-17 0 0 0,-27-1 1863 0 0,-43 24-1584 0 0,1 0 0 0 0,-1 0 0 0 0,0 1-1 0 0,1-1 1 0 0,-1 0 0 0 0,0 0 0 0 0,0 0 0 0 0,0 0 0 0 0,0 0-1 0 0,0 0 1 0 0,0 0 0 0 0,0 0 0 0 0,0 0 0 0 0,0 0-1 0 0,0 0 1 0 0,0 0 0 0 0,0 0 0 0 0,-1 0 0 0 0,1 0 0 0 0,0 0-1 0 0,-1 0 1 0 0,1 0 0 0 0,-1 1 0 0 0,1-1 0 0 0,-1 0-1 0 0,1 0 1 0 0,-1 0 0 0 0,0 1 0 0 0,1-1 0 0 0,-2-1 0 0 0,-4-2 45 0 0,0 0 0 0 0,0 0 0 0 0,0 1 0 0 0,-1-1 0 0 0,1 1 0 0 0,-1 1 0 0 0,0-1 0 0 0,0 1 0 0 0,0 0 0 0 0,0 1 0 0 0,-14-2 0 0 0,-8 0-11 0 0,-45 3 0 0 0,73 0-116 0 0,-14 0-473 0 0,1 1 1 0 0,-1 0 0 0 0,-18 5-1 0 0,31-6 230 0 0,0 1 0 0 0,0-1-1 0 0,0 0 1 0 0,0 1 0 0 0,0-1-1 0 0,0 1 1 0 0,0 0-1 0 0,1-1 1 0 0,-1 1 0 0 0,0 0-1 0 0,0 0 1 0 0,1 0 0 0 0,-1 0-1 0 0,1 1 1 0 0,-1-1 0 0 0,1 0-1 0 0,-1 1 1 0 0,1-1 0 0 0,0 1-1 0 0,0-1 1 0 0,0 1 0 0 0,0-1-1 0 0,0 1 1 0 0,0 0-1 0 0,0 0 1 0 0,0 0 0 0 0,1-1-1 0 0,-1 1 1 0 0,1 0 0 0 0,-1 0-1 0 0,1 0 1 0 0,0 0 0 0 0,-1 0-1 0 0,2 4 1 0 0,7 5-3873 0 0,0-2-1608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59:00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379 111 4936 0 0,'-73'-24'8293'0'0,"71"23"-7712"0"0,0 1-507 0 0,1-1 0 0 0,0 1-1 0 0,0 0 1 0 0,-1 0-1 0 0,1-1 1 0 0,0 1 0 0 0,-1 0-1 0 0,1 0 1 0 0,0 0 0 0 0,-1 0-1 0 0,1 1 1 0 0,0-1-1 0 0,-1 0 1 0 0,1 0 0 0 0,0 1-1 0 0,0-1 1 0 0,-1 1-1 0 0,1-1 1 0 0,0 1 0 0 0,0 0-1 0 0,-2 1 1 0 0,2-2-87 0 0,1 1-1 0 0,0 0 1 0 0,-1-1 0 0 0,1 1-1 0 0,0 0 1 0 0,-1 0 0 0 0,1-1 0 0 0,0 1-1 0 0,0 0 1 0 0,0 0 0 0 0,0 0-1 0 0,0-1 1 0 0,0 1 0 0 0,0 0 0 0 0,0 0-1 0 0,0 0 1 0 0,0 0 0 0 0,0-1-1 0 0,0 1 1 0 0,0 0 0 0 0,1 0 0 0 0,-1-1-1 0 0,0 1 1 0 0,1 0 0 0 0,-1 0-1 0 0,1 0 1 0 0,20 20-142 0 0,32 7-37 0 0,-42-24 138 0 0,0-1 0 0 0,1-1 0 0 0,-1 0 0 0 0,1 0 0 0 0,-1-1 0 0 0,1-1 0 0 0,0 0 0 0 0,21-3 0 0 0,-25 2 59 0 0,0 0-1 0 0,1-1 1 0 0,-1 0-1 0 0,-1 0 0 0 0,1-1 1 0 0,0 0-1 0 0,-1-1 0 0 0,1 0 1 0 0,-1 0-1 0 0,0 0 0 0 0,0-1 1 0 0,-1 0-1 0 0,8-7 0 0 0,-12 11 77 0 0,-1-1-1 0 0,1 1 1 0 0,-1-1-1 0 0,1 0 1 0 0,-1 1-1 0 0,0-1 1 0 0,0 0-1 0 0,0 0 1 0 0,0 0-1 0 0,0 0 1 0 0,0 0-1 0 0,-1 0 1 0 0,1 0-1 0 0,0 0 1 0 0,-1 0-1 0 0,0 0 0 0 0,1 0 1 0 0,-1 0-1 0 0,0-1 1 0 0,0 1-1 0 0,-1 0 1 0 0,1 0-1 0 0,0 0 1 0 0,-1 0-1 0 0,1 0 1 0 0,-1 0-1 0 0,1 0 1 0 0,-1 0-1 0 0,0 0 1 0 0,0 0-1 0 0,0 0 1 0 0,0 0-1 0 0,0 0 0 0 0,-1 0 1 0 0,1 1-1 0 0,0-1 1 0 0,-1 1-1 0 0,1-1 1 0 0,-1 1-1 0 0,0-1 1 0 0,1 1-1 0 0,-1 0 1 0 0,-3-2-1 0 0,-3-2 188 0 0,0 0 0 0 0,-1 1 0 0 0,1 0 0 0 0,-1 0 0 0 0,1 1 0 0 0,-1 0 0 0 0,0 1-1 0 0,-1 0 1 0 0,-11-2 0 0 0,-3 3 89 0 0,-1 1-1 0 0,1 1 0 0 0,-39 6 0 0 0,49-4-312 0 0,-1 0 0 0 0,1 0 0 0 0,1 2 0 0 0,-1-1 0 0 0,0 2 0 0 0,1 0 0 0 0,-17 10 0 0 0,27-14-137 0 0,0 0 1 0 0,0 0 0 0 0,0 0 0 0 0,1 1 0 0 0,-1-1-1 0 0,1 0 1 0 0,-1 1 0 0 0,1 0 0 0 0,0 0 0 0 0,0-1-1 0 0,0 1 1 0 0,1 1 0 0 0,-1-1 0 0 0,1 0 0 0 0,-1 0-1 0 0,1 0 1 0 0,0 1 0 0 0,0-1 0 0 0,1 1 0 0 0,-1-1-1 0 0,1 0 1 0 0,-1 1 0 0 0,1-1 0 0 0,0 1 0 0 0,0-1-1 0 0,1 1 1 0 0,-1-1 0 0 0,2 6 0 0 0,0-5-22 0 0,0 0 0 0 0,-1 0-1 0 0,2 0 1 0 0,-1 0 0 0 0,0-1 0 0 0,1 1 0 0 0,0-1 0 0 0,0 1 0 0 0,0-1 0 0 0,0 0 0 0 0,0 0 0 0 0,1 0 0 0 0,0-1 0 0 0,-1 1 0 0 0,1-1 0 0 0,0 0 0 0 0,0 0 0 0 0,0 0-1 0 0,0 0 1 0 0,0-1 0 0 0,1 0 0 0 0,6 2 0 0 0,2-1 136 0 0,0 0 0 0 0,0 0 0 0 0,0-2 1 0 0,1 1-1 0 0,-1-2 0 0 0,0 0 0 0 0,0 0 0 0 0,0-1 0 0 0,0-1 0 0 0,0 0 0 0 0,0-1 0 0 0,-1 0 0 0 0,14-7 1 0 0,-26 11 35 0 0,0 0 0 0 0,1-1 0 0 0,-1 1 0 0 0,1-1 0 0 0,-1 1 0 0 0,1-1 0 0 0,-1 1 0 0 0,0-1 0 0 0,1 1 0 0 0,-1-1 0 0 0,0 1 0 0 0,0-1 0 0 0,1 1 0 0 0,-1-1 0 0 0,0 1 0 0 0,0-1 0 0 0,0 0 0 0 0,0 1 0 0 0,0-1 0 0 0,0 1 0 0 0,0-1 0 0 0,0 0 0 0 0,0 1 0 0 0,0-1 0 0 0,0 1 0 0 0,0-1 0 0 0,0 0 0 0 0,0 1 0 0 0,-1-1 0 0 0,1 1 0 0 0,0-1 0 0 0,0 1 1 0 0,-1-1-1 0 0,1 1 0 0 0,0-1 0 0 0,-1 1 0 0 0,1-1 0 0 0,0 1 0 0 0,-1-1 0 0 0,0 0 0 0 0,-16-16 683 0 0,6 11-727 0 0,0 0 0 0 0,0 0 0 0 0,-1 1-1 0 0,0 1 1 0 0,0 0 0 0 0,0 1 0 0 0,0 0 0 0 0,-1 1 0 0 0,1 0 0 0 0,-25 0 0 0 0,-7 3-3806 0 0,-79 13 1 0 0,49-4-3278 0 0,37-7 1158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59:01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94 2486 0 0,'0'0'809'0'0,"-31"2"3272"0"0,26-5-3466 0 0,-2 0 1 0 0,1 0-1 0 0,0 1 1 0 0,0-1-1 0 0,-1 1 1 0 0,1 1-1 0 0,-1-1 1 0 0,0 1-1 0 0,1 0 1 0 0,-1 1-1 0 0,-7-1 1 0 0,12 2 612 0 0,41 6-616 0 0,34-7 636 0 0,141-18 0 0 0,-98 5-664 0 0,1006-38 1292 0 0,3 75-1884 0 0,-993-18-249 0 0,-33-1 2244 0 0,-33-2-4023 0 0,-11-2-3704 0 0,-1 0-5125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59:02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501 1 1996 0 0,'-17'-1'1208'0'0,"0"1"-1"0"0,0 1 1 0 0,0 1 0 0 0,1 0-1 0 0,-1 2 1 0 0,-29 8 0 0 0,44-11 163 0 0,-20 8 884 0 0,-29 17-944 0 0,0 2-1 0 0,-55 41 0 0 0,64-41-1152 0 0,-27 21-182 0 0,68-49 20 0 0,1 1-1 0 0,-1-1 1 0 0,0 1-1 0 0,0 0 1 0 0,1 0-1 0 0,-1-1 1 0 0,0 1-1 0 0,1 0 1 0 0,-1 0-1 0 0,1 0 1 0 0,-1-1-1 0 0,1 1 1 0 0,-1 0-1 0 0,1 0 1 0 0,0 0-1 0 0,0 0 1 0 0,-1 0-1 0 0,1 0 1 0 0,0 0-1 0 0,0 0 1 0 0,0 0-1 0 0,0 0 1 0 0,0 0-1 0 0,0 0 1 0 0,0 0-1 0 0,0 0 1 0 0,0 0-1 0 0,1 0 1 0 0,-1 0-1 0 0,1 2 1 0 0,1 7-13 0 0,0-8 3 0 0,-1-1 1 0 0,1 0 0 0 0,0 1 0 0 0,-1-1 0 0 0,1 0 0 0 0,0 0-1 0 0,0 0 1 0 0,0 0 0 0 0,0 0 0 0 0,0 0 0 0 0,0-1 0 0 0,4 2-1 0 0,-4-2-33 0 0,25 6 49 0 0,0-1 0 0 0,0-1 1 0 0,1-1-1 0 0,0-2 1 0 0,48-4-1 0 0,-9 2-12 0 0,153 3-29 0 0,-218-2 557 0 0,6 0 1069 0 0,21 6-11130 0 0,-26-4 8774 0 0,2 2-43 0 0,2-4-3339 0 0,10-1-396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59:03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3470 0 0,'168'39'11002'0'0,"88"0"-10084"0"0,-43-6-665 0 0,-191-27 1220 0 0,-29 3 3477 0 0,1-3-4674 0 0,5-5 59 0 0,0 0-474 0 0,1 1-1 0 0,-1-1 1 0 0,0 1-1 0 0,1-1 1 0 0,0 1-1 0 0,-1-1 1 0 0,1 1-1 0 0,0 0 1 0 0,0-1-1 0 0,0 1 1 0 0,0-1-1 0 0,0 1 1 0 0,0-1-1 0 0,1 1 1 0 0,-1 0-1 0 0,0-1 1 0 0,1 1-1 0 0,-1-1 1 0 0,1 1-1 0 0,-1-1 1 0 0,1 0-1 0 0,1 2 1 0 0,1-1 45 0 0,0 0 0 0 0,0 0 0 0 0,1 0 0 0 0,-2 0 1 0 0,1 0-1 0 0,0 1 0 0 0,0-1 0 0 0,-1 1 0 0 0,4 4 0 0 0,3 2-164 0 0,-8-8 427 0 0,-27 33 39 0 0,-121 149 472 0 0,142-174-93 0 0,2 15-5113 0 0,3-18 4015 0 0,0-4-405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8T18:59:07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4780 0 0,'0'0'6166'0'0,"-13"32"-3711"0"0,9 388 957 0 0,1-343-3323 0 0,1-35 48 0 0,5 57 1 0 0,-2-53-144 0 0,1 13-861 0 0,2-47 178 0 0,2-21-121 0 0,3-21 725 0 0,-3 0-1 0 0,0 0 0 0 0,-2-1 1 0 0,-1 1-1 0 0,-1-41 0 0 0,5-64 475 0 0,-14 77 27 0 0,0 26-261 0 0,6 29-63 0 0,0 0-1 0 0,0 0 1 0 0,0 0 0 0 0,0 0-1 0 0,1 0 1 0 0,-1 0 0 0 0,1 0 0 0 0,0 0-1 0 0,0-4 1 0 0,-4 32-27 0 0,1-1-1 0 0,2 1 1 0 0,0 0-1 0 0,4 32 1 0 0,-1 8 13 0 0,-1-39-250 0 0,2-1-1 0 0,0-1 1 0 0,1 1-1 0 0,2 0 1 0 0,1-1-1 0 0,17 42 0 0 0,-24-65 162 0 0,1-1-1 0 0,-1 1 1 0 0,1 0-1 0 0,-1-1 1 0 0,1 1-1 0 0,-1-1 1 0 0,1 1-1 0 0,0-1 0 0 0,-1 1 1 0 0,1-1-1 0 0,-1 1 1 0 0,1-1-1 0 0,0 0 1 0 0,0 1-1 0 0,-1-1 1 0 0,1 0-1 0 0,0 0 1 0 0,-1 1-1 0 0,1-1 0 0 0,0 0 1 0 0,0 0-1 0 0,0 0 1 0 0,-1 0-1 0 0,1 0 1 0 0,0 0-1 0 0,0 0 1 0 0,-1 0-1 0 0,1 0 0 0 0,0-1 1 0 0,0 1-1 0 0,-1 0 1 0 0,1 0-1 0 0,0-1 1 0 0,0 1-1 0 0,-1 0 1 0 0,1-1-1 0 0,0 1 0 0 0,-1-1 1 0 0,1 1-1 0 0,-1-1 1 0 0,1 1-1 0 0,0-1 1 0 0,-1 1-1 0 0,1-1 1 0 0,-1 1-1 0 0,0-1 0 0 0,1 0 1 0 0,-1 1-1 0 0,1-2 1 0 0,3-10-30 0 0,-1 0 0 0 0,0 0 0 0 0,-1 0 0 0 0,0-1 1 0 0,0-16-1 0 0,-1 16 2 0 0,-2-119 172 0 0,-2 51-380 0 0,-2 57 524 0 0,0 5-2177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0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253 40 592 0 0,'0'0'26722'0'0,"-35"-24"-22699"0"0,27 20-3611 0 0,5 2-356 0 0,1 1 1 0 0,0 0-1 0 0,-1 0 1 0 0,1 0-1 0 0,0 0 1 0 0,-1 0 0 0 0,0 0-1 0 0,1 0 1 0 0,-1 1-1 0 0,1-1 1 0 0,-1 1 0 0 0,0 0-1 0 0,1 0 1 0 0,-1 0-1 0 0,0 0 1 0 0,1 0-1 0 0,-4 1 1 0 0,-1 1-57 0 0,-1-1 0 0 0,0 1 0 0 0,1 0 0 0 0,-1 1 0 0 0,1 0 0 0 0,-1 0 0 0 0,1 1 0 0 0,0 0 0 0 0,1 0 0 0 0,-1 1 0 0 0,1-1 0 0 0,0 1 0 0 0,0 1 0 0 0,0-1 0 0 0,1 1 0 0 0,-1 0 0 0 0,2 0 0 0 0,-6 8 0 0 0,6-8 0 0 0,0 0 0 0 0,1 0 0 0 0,-1 1 0 0 0,1-1 0 0 0,1 1 0 0 0,-1 0 0 0 0,1 0 0 0 0,0 0 0 0 0,0 0 0 0 0,1 0 0 0 0,0 0 0 0 0,1 0 0 0 0,-1 1 0 0 0,1-1 0 0 0,1 0 0 0 0,-1 0 0 0 0,1 1 0 0 0,1-1 0 0 0,3 13 0 0 0,-3-14 0 0 0,1 0 0 0 0,0 0 0 0 0,0 0 0 0 0,0 0 0 0 0,1-1 0 0 0,0 1 0 0 0,0-1 0 0 0,0 0 0 0 0,1 0 0 0 0,-1 0 0 0 0,1-1 0 0 0,0 0 0 0 0,1 0 0 0 0,8 5 0 0 0,-9-6 0 0 0,1-1 0 0 0,-1 0 0 0 0,0-1 0 0 0,1 1 0 0 0,-1-1 0 0 0,1 0 0 0 0,-1-1 0 0 0,1 1 0 0 0,0-1 0 0 0,-1 0 0 0 0,1-1 0 0 0,-1 1 0 0 0,1-1 0 0 0,-1 0 0 0 0,1 0 0 0 0,-1-1 0 0 0,1 0 0 0 0,5-3 0 0 0,-4 2 0 0 0,1 0 0 0 0,-1-1 0 0 0,0 0 0 0 0,0 0 0 0 0,-1 0 0 0 0,1-1 0 0 0,-1 0 0 0 0,0-1 0 0 0,0 0 0 0 0,-1 1 0 0 0,0-2 0 0 0,0 1 0 0 0,0 0 0 0 0,-1-1 0 0 0,0 0 0 0 0,0 0 0 0 0,-1-1 0 0 0,0 1 0 0 0,0 0 0 0 0,0-1 0 0 0,-1 0 0 0 0,0 0 0 0 0,-1 0 0 0 0,0 0 0 0 0,0-14 0 0 0,-1 16 0 0 0,-1-1 0 0 0,0 0 0 0 0,-1 1 0 0 0,1-1 0 0 0,-1 1 0 0 0,0-1 0 0 0,-1 1 0 0 0,0 0 0 0 0,0 0 0 0 0,0 0 0 0 0,0 0 0 0 0,-1 1 0 0 0,0-1 0 0 0,-1 1 0 0 0,1 0 0 0 0,-1 0 0 0 0,0 1 0 0 0,0-1 0 0 0,0 1 0 0 0,-1 0 0 0 0,1 0 0 0 0,-1 1 0 0 0,0 0 0 0 0,-10-4 0 0 0,9 4 0 0 0,-1 1 0 0 0,1 0-44 0 0,5 3-2127 0 0,-1 0 4191 0 0,1 0-1812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0.5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18 1484 0 0,'-5'-2'792'0'0,"-15"-2"28674"0"0,24 5-28800 0 0,12 4-622 0 0,-1-1 0 0 0,1-1 0 0 0,-1 0-1 0 0,1-1 1 0 0,0-1 0 0 0,30-2 0 0 0,123-24 8 0 0,-162 24-52 0 0,-1 1-186 0 0,-4 0-890 0 0,1-3-1031 0 0,-1 3 2039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0.9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2 364 0 0,'-16'-1'6402'0'0,"6"0"494"0"0,10 1-6685 0 0,-1 0-1 0 0,1 1 1 0 0,-1-1-1 0 0,0 0 1 0 0,1 0 0 0 0,-1 0-1 0 0,1 0 1 0 0,-1 0 0 0 0,1 0-1 0 0,-1 1 1 0 0,1-1 0 0 0,-1 0-1 0 0,1 1 1 0 0,-1-1 0 0 0,1 0-1 0 0,-1 1 1 0 0,1-1-1 0 0,0 0 1 0 0,-1 1 0 0 0,1-1-1 0 0,-1 1 1 0 0,1-1 0 0 0,0 1-1 0 0,0-1 1 0 0,-1 0 0 0 0,1 1-1 0 0,0 0 1 0 0,0-1 0 0 0,-1 1-1 0 0,1-1 1 0 0,0 1-1 0 0,0-1 1 0 0,0 1 0 0 0,0-1-1 0 0,0 1 1 0 0,0 0 0 0 0,15 18 3039 0 0,-9-15-3003 0 0,-1-1 0 0 0,0 0 0 0 0,1 1 0 0 0,0-2 0 0 0,0 1 0 0 0,9 2-1 0 0,42 1 576 0 0,-33-4-794 0 0,0 1 0 0 0,30 8 0 0 0,-54-11 2 0 0,1 0 0 0 0,-1 0-1 0 0,0 0 1 0 0,1 0-1 0 0,-1 0 1 0 0,0 0-1 0 0,0 0 1 0 0,1 1-1 0 0,-1-1 1 0 0,0 0-1 0 0,0 0 1 0 0,0 0-1 0 0,1 0 1 0 0,-1 1-1 0 0,0-1 1 0 0,0 0-1 0 0,0 0 1 0 0,1 1-1 0 0,-1-1 1 0 0,0 0-1 0 0,0 0 1 0 0,0 1-1 0 0,0-1 1 0 0,0 0-1 0 0,0 0 1 0 0,0 1-1 0 0,0-1 1 0 0,0 0-1 0 0,1 0 1 0 0,-1 1-1 0 0,0-1 1 0 0,0 0-1 0 0,0 1 1 0 0,-1-1-1 0 0,1 0 1 0 0,0 0-1 0 0,0 1 1 0 0,0-1-1 0 0,0 0 1 0 0,0 0-1 0 0,0 1 1 0 0,0-1-1 0 0,0 0 1 0 0,0 0-1 0 0,-1 1 1 0 0,1-1-1 0 0,0 0 1 0 0,0 1-1 0 0,-17 17 1332 0 0,-23 14 977 0 0,38-31-2161 0 0,-9 8-60 0 0,7-5-119 0 0,1-2 1 0 0,-1 1 0 0 0,0 0-1 0 0,1-1 1 0 0,-1 0 0 0 0,-1 1 0 0 0,1-2-1 0 0,-5 3 1 0 0,7-2 1 0 0,5-1-467 0 0,1-1 0 0 0,-1 0-1 0 0,0 0 1 0 0,0 0 0 0 0,0 0 0 0 0,0 0 0 0 0,1-1-1 0 0,-1 1 1 0 0,0-1 0 0 0,0 0 0 0 0,0 0 0 0 0,0 0-1 0 0,4-2 1 0 0,4-2-3196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4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0 1280 0 0,'0'0'15967'0'0,"3"4"-15306"0"0,0 0-122 0 0,-1 1 0 0 0,1 0 0 0 0,-1 0 0 0 0,0 0 0 0 0,0 0 0 0 0,0 0 0 0 0,-1 1 0 0 0,0-1 1 0 0,0 0-1 0 0,0 11 0 0 0,-7 60 2234 0 0,2-48-2125 0 0,-12 64 1643 0 0,-4 148 1 0 0,20-223-2138 0 0,1 0 0 0 0,1-1 0 0 0,0 1 1 0 0,1-1-1 0 0,8 27 0 0 0,-7-34-154 0 0,1-1 0 0 0,-4 0 0 0 0,-12-41-2624 0 0,7 24 1423 0 0,1 0 0 0 0,0 0 0 0 0,0-1-1 0 0,1 1 1 0 0,0 0 0 0 0,0-14 0 0 0,2-16-9552 0 0,0 15 4579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4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1356 0 0,'-9'60'12443'0'0,"1"-16"-8157"0"0,1 200 4943 0 0,7-201-8165 0 0,-8 58 1782 0 0,6-75-5864 0 0,17-58-3387 0 0,-3 7-4370 0 0,-5 9 4573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5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1 484 0 0,'0'0'10118'0'0,"-1"22"-5049"0"0,4 56-60 0 0,-13 43-1652 0 0,1-21-1710 0 0,6-53-911 0 0,0-8-47 0 0,2 1 0 0 0,1 0-1 0 0,7 42 1 0 0,-6-75-594 0 0,-1-4-17 0 0,1 0 0 0 0,-1 0 0 0 0,1 0 0 0 0,0 0 0 0 0,-1 0 0 0 0,2 0 0 0 0,-1 0 1 0 0,0 0-1 0 0,4 5 0 0 0,-5-7 1 0 0,9-24-3717 0 0,-11-23-1929 0 0,1 1 103 0 0,3 15-934 0 0,-1 10 1303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6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0 268 0 0,'0'0'10714'0'0,"17"50"-3921"0"0,-22 30-3737 0 0,-22 130-1 0 0,10-105-1239 0 0,7-55-175 0 0,10-49-245 0 0,2-4-6591 0 0,4-10 3892 0 0,-4 10-259 0 0,0-11-4256 0 0,-1 10 377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45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1732 0 0,'0'0'21244'0'0,"-12"23"-18612"0"0,9-5-1878 0 0,0-1 1 0 0,2 1 0 0 0,0 0-1 0 0,1-1 1 0 0,0 1 0 0 0,6 29-1 0 0,0 36 1123 0 0,-6 64-1877 0 0,1-139 0 0 0,2 0-17 0 0,-2-7-247 0 0,1-4-2233 0 0,2-6 1104 0 0,0 0 0 0 0,-1-1-1 0 0,0 0 1 0 0,-1 1 0 0 0,2-12 0 0 0,2-29-9161 0 0,-5 24 4326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46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0 115 548 0 0,'2'-3'17848'0'0,"8"-13"-17068"0"0,3 10-194 0 0,120-54 2318 0 0,-117 54-2670 0 0,1 0 0 0 0,0 1 0 0 0,0 1 0 0 0,1 1 1 0 0,-1 0-1 0 0,20 0 0 0 0,-36 3-187 0 0,0 0 1 0 0,0 1 0 0 0,0-1-1 0 0,-1 0 1 0 0,1 0-1 0 0,0 1 1 0 0,0-1-1 0 0,0 1 1 0 0,0-1 0 0 0,-1 1-1 0 0,1-1 1 0 0,0 1-1 0 0,-1-1 1 0 0,1 1-1 0 0,0-1 1 0 0,-1 1 0 0 0,1 0-1 0 0,0 0 1 0 0,-1-1-1 0 0,1 1 1 0 0,-1 0-1 0 0,0 0 1 0 0,1-1 0 0 0,-1 1-1 0 0,1 0 1 0 0,-1 0-1 0 0,0 0 1 0 0,0 0-1 0 0,0 0 1 0 0,0 0 0 0 0,1 0-1 0 0,-1-1 1 0 0,0 1-1 0 0,0 0 1 0 0,0 0-1 0 0,-1 0 1 0 0,1 0 0 0 0,0 0-1 0 0,0 0 1 0 0,0 0-1 0 0,-1 1 1 0 0,-10 39 1354 0 0,10-37-1252 0 0,-9 17 332 0 0,0 1-1 0 0,-1-1 1 0 0,0-1-1 0 0,-25 31 1 0 0,24-36-124 0 0,0 2-1 0 0,1-1 1 0 0,1 2 0 0 0,1-1-1 0 0,0 1 1 0 0,-11 36 0 0 0,20-52-358 0 0,-1 0 0 0 0,0 1 0 0 0,1-1 0 0 0,0 0 0 0 0,0 0 0 0 0,-1 1 0 0 0,1-1 0 0 0,1 0 0 0 0,-1 0 0 0 0,0 1 0 0 0,0-1 0 0 0,1 0 0 0 0,0 0 0 0 0,-1 0 0 0 0,1 1 0 0 0,0-1 0 0 0,0 0 0 0 0,0 0 0 0 0,0 0 0 0 0,0 0 0 0 0,0-1 0 0 0,1 1 0 0 0,-1 0 0 0 0,1 0 0 0 0,-1-1 0 0 0,1 1 0 0 0,0-1 0 0 0,3 3 0 0 0,2-1 0 0 0,0 1 0 0 0,0-1 0 0 0,1-1 0 0 0,-1 1 0 0 0,1-1 0 0 0,9 1 0 0 0,-4 0 0 0 0,119 40 0 0 0,-125-40 0 0 0,0 1-89 0 0,-5-4-622 0 0,-2-11-5251 0 0,0 7 1578 0 0,0-13-11781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47.4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13 644 0 0,'0'0'5704'0'0,"-5"16"20660"0"0,35-12-26349 0 0,0-2 1 0 0,0-1-1 0 0,55-5 0 0 0,-16-1-21 0 0,-60 4 6 0 0,0 0 0 0 0,2 1 0 0 0,-4 0-222 0 0,-5-8-2893 0 0,-6-9-20130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49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 1572 0 0,'2'-2'1874'0'0,"10"-17"13697"0"0,-8 15-12673 0 0,73-2 1832 0 0,35-5 1392 0 0,-68 4-6178 0 0,-43 7-349 0 0,-20 19-27641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50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1 188 0 0,'-4'8'9357'0'0,"-3"10"-192"0"0,9-14-8796 0 0,0 0 0 0 0,1-1 1 0 0,-1 0-1 0 0,1 1 1 0 0,-1-1-1 0 0,1 0 0 0 0,0 0 1 0 0,0-1-1 0 0,1 1 0 0 0,-1-1 1 0 0,0 1-1 0 0,1-1 1 0 0,-1 0-1 0 0,1 0 0 0 0,0 0 1 0 0,0-1-1 0 0,0 0 0 0 0,0 1 1 0 0,0-1-1 0 0,0-1 1 0 0,0 1-1 0 0,0 0 0 0 0,0-1 1 0 0,5 0-1 0 0,3 1 49 0 0,0 0 0 0 0,0-1 0 0 0,0-1 0 0 0,0 0 1 0 0,0 0-1 0 0,-1-1 0 0 0,17-5 0 0 0,-21 6 53 0 0,1 1-83 0 0,16-5-487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57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165 149 552 0 0,'0'0'26507'0'0,"-3"4"-25789"0"0,-11 11-182 0 0,0 1-1 0 0,1 1 0 0 0,1 0 1 0 0,-18 33-1 0 0,-31 84 1778 0 0,43-79-2313 0 0,18-48 0 0 0,0-7 0 0 0,0 1 0 0 0,0-1 0 0 0,0 0 0 0 0,0 1 0 0 0,0-1 0 0 0,1 0 0 0 0,-1 0 0 0 0,0 1 0 0 0,0-1 0 0 0,0 0 0 0 0,0 0 0 0 0,0 0 0 0 0,0 1 0 0 0,1-1 0 0 0,-1 0 0 0 0,0 0 0 0 0,0 1 0 0 0,0-1 0 0 0,1 0 0 0 0,-1 0 0 0 0,0 0 0 0 0,0 0 0 0 0,0 0 0 0 0,1 1 0 0 0,-1-1 0 0 0,0 0 0 0 0,0 0 0 0 0,1 0 0 0 0,-1 0 0 0 0,0 0 0 0 0,0 0 0 0 0,1 0 0 0 0,-1 0 0 0 0,0 0 0 0 0,1 0 0 0 0,-1 0 0 0 0,0 0 0 0 0,4-1 0 0 0,-1-1 0 0 0,1 0 0 0 0,-1 0 0 0 0,0 0 0 0 0,0-1 0 0 0,0 1 0 0 0,-1-1 0 0 0,1 1 0 0 0,0-1 0 0 0,-1 0 0 0 0,0 0 0 0 0,0 0 0 0 0,0 0 0 0 0,2-4 0 0 0,31-60 0 0 0,-25 45 0 0 0,63-160 0 0 0,-35 78 0 0 0,-30 94 0 0 0,-6 8 0 0 0,0 0 0 0 0,-1 0 0 0 0,1 0 0 0 0,0 0 0 0 0,-1 0 0 0 0,0 0 0 0 0,0 0 0 0 0,0-1 0 0 0,0 1 0 0 0,0 0 0 0 0,0-1 0 0 0,0 1 0 0 0,-1-1 0 0 0,1 1 0 0 0,-1-1 0 0 0,1-3 0 0 0,1 4 0 0 0,-1 7 0 0 0,0 0 0 0 0,0 0 0 0 0,-1 0 0 0 0,1 0 0 0 0,-1 0 0 0 0,0 0 0 0 0,0 0 0 0 0,-1 0 0 0 0,-2 10 0 0 0,1 9 0 0 0,5 14 0 0 0,10 42 0 0 0,-10-67 0 0 0,1 0 0 0 0,0-1 0 0 0,1 0 0 0 0,0 0 0 0 0,0 0 0 0 0,2-1 0 0 0,8 13 0 0 0,10 15 0 0 0,-23-30 0 0 0,1-2 0 0 0,1 1 0 0 0,-4-1 0 0 0,1 3 0 0 0,3-8-68 0 0,4-9-176 0 0,3-11-1012 0 0,-7-4-5913 0 0,-4 9-3652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58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0 1228 0 0,'-24'6'3341'0'0,"-11"6"8445"0"0,31-10-9262 0 0,3-1-1872 0 0,1-1 0 0 0,-1 1 0 0 0,1 0 1 0 0,-1 0-1 0 0,1 0 0 0 0,0 0 0 0 0,0 0 0 0 0,0 0 0 0 0,-1 0 1 0 0,1 0-1 0 0,0 0 0 0 0,0 0 0 0 0,0 0 0 0 0,0 0 0 0 0,1 0 0 0 0,-1 0 1 0 0,0 1-1 0 0,4 3 388 0 0,3-1-985 0 0,-1 0 0 0 0,1 0 0 0 0,0-1 0 0 0,0 0 0 0 0,1-1 0 0 0,-1 0 0 0 0,1 0 1 0 0,-1 0-1 0 0,1-1 0 0 0,-1 0 0 0 0,1 0 0 0 0,14-1 0 0 0,0-3 63 0 0,1 0 0 0 0,42-12 0 0 0,-16 2-79 0 0,-42 12-31 0 0,29-12-73 0 0,-35 12-540 0 0,9 6-2726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58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55 296 1812 0 0,'0'0'15870'0'0,"0"40"-9689"0"0,3-21-3488 0 0,1 0-1 0 0,13 35 1 0 0,-17-52-2074 0 0,1-1-443 0 0,-9-52-145 0 0,-4 16-31 0 0,-14-69 0 0 0,9 30 0 0 0,13 58 0 0 0,1 9 0 0 0,1 0 0 0 0,0 0 0 0 0,0-1 0 0 0,1 1 0 0 0,0 0 0 0 0,0-1 0 0 0,0 1 0 0 0,1-1 0 0 0,0 1 0 0 0,1-1 0 0 0,0 1 0 0 0,0 0 0 0 0,0-1 0 0 0,4-8 0 0 0,-4 14 0 0 0,1 0 0 0 0,-1-1 0 0 0,1 1 0 0 0,-1 0 0 0 0,1 1 0 0 0,0-1 0 0 0,-1 0 0 0 0,1 0 0 0 0,0 1 0 0 0,0-1 0 0 0,1 1 0 0 0,-1 0 0 0 0,0 0 0 0 0,0 0 0 0 0,1 0 0 0 0,-1 0 0 0 0,0 0 0 0 0,1 0 0 0 0,-1 1 0 0 0,6-1 0 0 0,50-1 0 0 0,-49 3 0 0 0,-4-1 0 0 0,1 0 0 0 0,0 1 0 0 0,-1 0 0 0 0,1 0 0 0 0,-1 0 0 0 0,1 0 0 0 0,9 5 0 0 0,-14-5 0 0 0,0 0 0 0 0,1 0 0 0 0,-1 0 0 0 0,1 0 0 0 0,-1 0 0 0 0,0 0 0 0 0,0 0 0 0 0,0 0 0 0 0,0 1 0 0 0,0-1 0 0 0,0 0 0 0 0,0 1 0 0 0,0-1 0 0 0,0 1 0 0 0,-1-1 0 0 0,1 1 0 0 0,0-1 0 0 0,-1 1 0 0 0,0 0 0 0 0,1-1 0 0 0,-1 1 0 0 0,0 0 0 0 0,0-1 0 0 0,0 1 0 0 0,0 0 0 0 0,0-1 0 0 0,0 1 0 0 0,0 0 0 0 0,0-1 0 0 0,-1 3 0 0 0,-2 8 0 0 0,1 1 0 0 0,-2-1 0 0 0,1 1 0 0 0,-2-1 0 0 0,0 0 0 0 0,0-1 0 0 0,-9 15 0 0 0,-4 1 0 0 0,11-16 0 0 0,0-1 0 0 0,1 1 0 0 0,0 1 0 0 0,-9 23 0 0 0,15-34 0 0 0,0 0 0 0 0,0 0 0 0 0,0 0 0 0 0,0 0 0 0 0,0 1 0 0 0,0-1 0 0 0,0 0 0 0 0,0 0 0 0 0,0 0 0 0 0,0 0 0 0 0,1 0 0 0 0,-1 0 0 0 0,0 0 0 0 0,1 0 0 0 0,-1 0 0 0 0,1 0 0 0 0,-1-1 0 0 0,1 1 0 0 0,-1 0 0 0 0,1 0 0 0 0,0 0 0 0 0,0 0 0 0 0,-1-1 0 0 0,1 1 0 0 0,0 0 0 0 0,0-1 0 0 0,0 1 0 0 0,-1-1 0 0 0,1 1 0 0 0,0-1 0 0 0,0 1 0 0 0,0-1 0 0 0,0 1 0 0 0,1-1 0 0 0,41 12 0 0 0,-35-11 0 0 0,60 19 0 0 0,-56-11 0 0 0,21 10 0 0 0,-9-7 0 0 0,-19-9 0 0 0,-1 2 0 0 0,2-1-204 0 0,-5-3-1023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0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253 40 592 0 0,'0'0'26722'0'0,"-35"-24"-22699"0"0,27 20-3611 0 0,5 2-356 0 0,1 1 1 0 0,0 0-1 0 0,-1 0 1 0 0,1 0-1 0 0,0 0 1 0 0,-1 0 0 0 0,0 0-1 0 0,1 0 1 0 0,-1 1-1 0 0,1-1 1 0 0,-1 1 0 0 0,0 0-1 0 0,1 0 1 0 0,-1 0-1 0 0,0 0 1 0 0,1 0-1 0 0,-4 1 1 0 0,-1 1-57 0 0,-1-1 0 0 0,0 1 0 0 0,1 0 0 0 0,-1 1 0 0 0,1 0 0 0 0,-1 0 0 0 0,1 1 0 0 0,0 0 0 0 0,1 0 0 0 0,-1 1 0 0 0,1-1 0 0 0,0 1 0 0 0,0 1 0 0 0,0-1 0 0 0,1 1 0 0 0,-1 0 0 0 0,2 0 0 0 0,-6 8 0 0 0,6-8 0 0 0,0 0 0 0 0,1 0 0 0 0,-1 1 0 0 0,1-1 0 0 0,1 1 0 0 0,-1 0 0 0 0,1 0 0 0 0,0 0 0 0 0,0 0 0 0 0,1 0 0 0 0,0 0 0 0 0,1 0 0 0 0,-1 1 0 0 0,1-1 0 0 0,1 0 0 0 0,-1 0 0 0 0,1 1 0 0 0,1-1 0 0 0,3 13 0 0 0,-3-14 0 0 0,1 0 0 0 0,0 0 0 0 0,0 0 0 0 0,0 0 0 0 0,1-1 0 0 0,0 1 0 0 0,0-1 0 0 0,0 0 0 0 0,1 0 0 0 0,-1 0 0 0 0,1-1 0 0 0,0 0 0 0 0,1 0 0 0 0,8 5 0 0 0,-9-6 0 0 0,1-1 0 0 0,-1 0 0 0 0,0-1 0 0 0,1 1 0 0 0,-1-1 0 0 0,1 0 0 0 0,-1-1 0 0 0,1 1 0 0 0,0-1 0 0 0,-1 0 0 0 0,1-1 0 0 0,-1 1 0 0 0,1-1 0 0 0,-1 0 0 0 0,1 0 0 0 0,-1-1 0 0 0,1 0 0 0 0,5-3 0 0 0,-4 2 0 0 0,1 0 0 0 0,-1-1 0 0 0,0 0 0 0 0,0 0 0 0 0,-1 0 0 0 0,1-1 0 0 0,-1 0 0 0 0,0-1 0 0 0,0 0 0 0 0,-1 1 0 0 0,0-2 0 0 0,0 1 0 0 0,0 0 0 0 0,-1-1 0 0 0,0 0 0 0 0,0 0 0 0 0,-1-1 0 0 0,0 1 0 0 0,0 0 0 0 0,0-1 0 0 0,-1 0 0 0 0,0 0 0 0 0,-1 0 0 0 0,0 0 0 0 0,0-14 0 0 0,-1 16 0 0 0,-1-1 0 0 0,0 0 0 0 0,-1 1 0 0 0,1-1 0 0 0,-1 1 0 0 0,0-1 0 0 0,-1 1 0 0 0,0 0 0 0 0,0 0 0 0 0,0 0 0 0 0,0 0 0 0 0,-1 1 0 0 0,0-1 0 0 0,-1 1 0 0 0,1 0 0 0 0,-1 0 0 0 0,0 1 0 0 0,0-1 0 0 0,0 1 0 0 0,-1 0 0 0 0,1 0 0 0 0,-1 1 0 0 0,0 0 0 0 0,-10-4 0 0 0,9 4 0 0 0,-1 1 0 0 0,1 0-44 0 0,5 3-2127 0 0,-1 0 4191 0 0,1 0-1812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0.5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18 1484 0 0,'-5'-2'792'0'0,"-15"-2"28674"0"0,24 5-28800 0 0,12 4-622 0 0,-1-1 0 0 0,1-1 0 0 0,-1 0-1 0 0,1-1 1 0 0,0-1 0 0 0,30-2 0 0 0,123-24 8 0 0,-162 24-52 0 0,-1 1-186 0 0,-4 0-890 0 0,1-3-1031 0 0,-1 3 2039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0.9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2 364 0 0,'-16'-1'6402'0'0,"6"0"494"0"0,10 1-6685 0 0,-1 0-1 0 0,1 1 1 0 0,-1-1-1 0 0,0 0 1 0 0,1 0 0 0 0,-1 0-1 0 0,1 0 1 0 0,-1 0 0 0 0,1 0-1 0 0,-1 1 1 0 0,1-1 0 0 0,-1 0-1 0 0,1 1 1 0 0,-1-1 0 0 0,1 0-1 0 0,-1 1 1 0 0,1-1-1 0 0,0 0 1 0 0,-1 1 0 0 0,1-1-1 0 0,-1 1 1 0 0,1-1 0 0 0,0 1-1 0 0,0-1 1 0 0,-1 0 0 0 0,1 1-1 0 0,0 0 1 0 0,0-1 0 0 0,-1 1-1 0 0,1-1 1 0 0,0 1-1 0 0,0-1 1 0 0,0 1 0 0 0,0-1-1 0 0,0 1 1 0 0,0 0 0 0 0,15 18 3039 0 0,-9-15-3003 0 0,-1-1 0 0 0,0 0 0 0 0,1 1 0 0 0,0-2 0 0 0,0 1 0 0 0,9 2-1 0 0,42 1 576 0 0,-33-4-794 0 0,0 1 0 0 0,30 8 0 0 0,-54-11 2 0 0,1 0 0 0 0,-1 0-1 0 0,0 0 1 0 0,1 0-1 0 0,-1 0 1 0 0,0 0-1 0 0,0 0 1 0 0,1 1-1 0 0,-1-1 1 0 0,0 0-1 0 0,0 0 1 0 0,0 0-1 0 0,1 0 1 0 0,-1 1-1 0 0,0-1 1 0 0,0 0-1 0 0,0 0 1 0 0,1 1-1 0 0,-1-1 1 0 0,0 0-1 0 0,0 0 1 0 0,0 1-1 0 0,0-1 1 0 0,0 0-1 0 0,0 0 1 0 0,0 1-1 0 0,0-1 1 0 0,0 0-1 0 0,1 0 1 0 0,-1 1-1 0 0,0-1 1 0 0,0 0-1 0 0,0 1 1 0 0,-1-1-1 0 0,1 0 1 0 0,0 0-1 0 0,0 1 1 0 0,0-1-1 0 0,0 0 1 0 0,0 0-1 0 0,0 1 1 0 0,0-1-1 0 0,0 0 1 0 0,0 0-1 0 0,-1 1 1 0 0,1-1-1 0 0,0 0 1 0 0,0 1-1 0 0,-17 17 1332 0 0,-23 14 977 0 0,38-31-2161 0 0,-9 8-60 0 0,7-5-119 0 0,1-2 1 0 0,-1 1 0 0 0,0 0-1 0 0,1-1 1 0 0,-1 0 0 0 0,-1 1 0 0 0,1-2-1 0 0,-5 3 1 0 0,7-2 1 0 0,5-1-467 0 0,1-1 0 0 0,-1 0-1 0 0,0 0 1 0 0,0 0 0 0 0,0 0 0 0 0,0 0 0 0 0,1-1-1 0 0,-1 1 1 0 0,0-1 0 0 0,0 0 0 0 0,0 0 0 0 0,0 0-1 0 0,4-2 1 0 0,4-2-3196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4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0 1280 0 0,'0'0'15967'0'0,"3"4"-15306"0"0,0 0-122 0 0,-1 1 0 0 0,1 0 0 0 0,-1 0 0 0 0,0 0 0 0 0,0 0 0 0 0,0 0 0 0 0,-1 1 0 0 0,0-1 1 0 0,0 0-1 0 0,0 11 0 0 0,-7 60 2234 0 0,2-48-2125 0 0,-12 64 1643 0 0,-4 148 1 0 0,20-223-2138 0 0,1 0 0 0 0,1-1 0 0 0,0 1 1 0 0,1-1-1 0 0,8 27 0 0 0,-7-34-154 0 0,1-1 0 0 0,-4 0 0 0 0,-12-41-2624 0 0,7 24 1423 0 0,1 0 0 0 0,0 0 0 0 0,0-1-1 0 0,1 1 1 0 0,0 0 0 0 0,0-14 0 0 0,2-16-9552 0 0,0 15 4579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4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1356 0 0,'-9'60'12443'0'0,"1"-16"-8157"0"0,1 200 4943 0 0,7-201-8165 0 0,-8 58 1782 0 0,6-75-5864 0 0,17-58-3387 0 0,-3 7-4370 0 0,-5 9 4573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5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1 484 0 0,'0'0'10118'0'0,"-1"22"-5049"0"0,4 56-60 0 0,-13 43-1652 0 0,1-21-1710 0 0,6-53-911 0 0,0-8-47 0 0,2 1 0 0 0,1 0-1 0 0,7 42 1 0 0,-6-75-594 0 0,-1-4-17 0 0,1 0 0 0 0,-1 0 0 0 0,1 0 0 0 0,0 0 0 0 0,-1 0 0 0 0,2 0 0 0 0,-1 0 1 0 0,0 0-1 0 0,4 5 0 0 0,-5-7 1 0 0,9-24-3717 0 0,-11-23-1929 0 0,1 1 103 0 0,3 15-934 0 0,-1 10 1303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6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0 268 0 0,'0'0'10714'0'0,"17"50"-3921"0"0,-22 30-3737 0 0,-22 130-1 0 0,10-105-1239 0 0,7-55-175 0 0,10-49-245 0 0,2-4-6591 0 0,4-10 3892 0 0,-4 10-259 0 0,0-11-4256 0 0,-1 10 377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45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1732 0 0,'0'0'21244'0'0,"-12"23"-18612"0"0,9-5-1878 0 0,0-1 1 0 0,2 1 0 0 0,0 0-1 0 0,1-1 1 0 0,0 1 0 0 0,6 29-1 0 0,0 36 1123 0 0,-6 64-1877 0 0,1-139 0 0 0,2 0-17 0 0,-2-7-247 0 0,1-4-2233 0 0,2-6 1104 0 0,0 0 0 0 0,-1-1-1 0 0,0 0 1 0 0,-1 1 0 0 0,2-12 0 0 0,2-29-9161 0 0,-5 24 4326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46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0 115 548 0 0,'2'-3'17848'0'0,"8"-13"-17068"0"0,3 10-194 0 0,120-54 2318 0 0,-117 54-2670 0 0,1 0 0 0 0,0 1 0 0 0,0 1 0 0 0,1 1 1 0 0,-1 0-1 0 0,20 0 0 0 0,-36 3-187 0 0,0 0 1 0 0,0 1 0 0 0,0-1-1 0 0,-1 0 1 0 0,1 0-1 0 0,0 1 1 0 0,0-1-1 0 0,0 1 1 0 0,0-1 0 0 0,-1 1-1 0 0,1-1 1 0 0,0 1-1 0 0,-1-1 1 0 0,1 1-1 0 0,0-1 1 0 0,-1 1 0 0 0,1 0-1 0 0,0 0 1 0 0,-1-1-1 0 0,1 1 1 0 0,-1 0-1 0 0,0 0 1 0 0,1-1 0 0 0,-1 1-1 0 0,1 0 1 0 0,-1 0-1 0 0,0 0 1 0 0,0 0-1 0 0,0 0 1 0 0,0 0 0 0 0,1 0-1 0 0,-1-1 1 0 0,0 1-1 0 0,0 0 1 0 0,0 0-1 0 0,-1 0 1 0 0,1 0 0 0 0,0 0-1 0 0,0 0 1 0 0,0 0-1 0 0,-1 1 1 0 0,-10 39 1354 0 0,10-37-1252 0 0,-9 17 332 0 0,0 1-1 0 0,-1-1 1 0 0,0-1-1 0 0,-25 31 1 0 0,24-36-124 0 0,0 2-1 0 0,1-1 1 0 0,1 2 0 0 0,1-1-1 0 0,0 1 1 0 0,-11 36 0 0 0,20-52-358 0 0,-1 0 0 0 0,0 1 0 0 0,1-1 0 0 0,0 0 0 0 0,0 0 0 0 0,-1 1 0 0 0,1-1 0 0 0,1 0 0 0 0,-1 0 0 0 0,0 1 0 0 0,0-1 0 0 0,1 0 0 0 0,0 0 0 0 0,-1 0 0 0 0,1 1 0 0 0,0-1 0 0 0,0 0 0 0 0,0 0 0 0 0,0 0 0 0 0,0 0 0 0 0,0-1 0 0 0,1 1 0 0 0,-1 0 0 0 0,1 0 0 0 0,-1-1 0 0 0,1 1 0 0 0,0-1 0 0 0,3 3 0 0 0,2-1 0 0 0,0 1 0 0 0,0-1 0 0 0,1-1 0 0 0,-1 1 0 0 0,1-1 0 0 0,9 1 0 0 0,-4 0 0 0 0,119 40 0 0 0,-125-40 0 0 0,0 1-89 0 0,-5-4-622 0 0,-2-11-5251 0 0,0 7 1578 0 0,0-13-11781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47.4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13 644 0 0,'0'0'5704'0'0,"-5"16"20660"0"0,35-12-26349 0 0,0-2 1 0 0,0-1-1 0 0,55-5 0 0 0,-16-1-21 0 0,-60 4 6 0 0,0 0 0 0 0,2 1 0 0 0,-4 0-222 0 0,-5-8-2893 0 0,-6-9-20130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49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 1572 0 0,'2'-2'1874'0'0,"10"-17"13697"0"0,-8 15-12673 0 0,73-2 1832 0 0,35-5 1392 0 0,-68 4-6178 0 0,-43 7-349 0 0,-20 19-27641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50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1 188 0 0,'-4'8'9357'0'0,"-3"10"-192"0"0,9-14-8796 0 0,0 0 0 0 0,1-1 1 0 0,-1 0-1 0 0,1 1 1 0 0,-1-1-1 0 0,1 0 0 0 0,0 0 1 0 0,0-1-1 0 0,1 1 0 0 0,-1-1 1 0 0,0 1-1 0 0,1-1 1 0 0,-1 0-1 0 0,1 0 0 0 0,0 0 1 0 0,0-1-1 0 0,0 0 0 0 0,0 1 1 0 0,0-1-1 0 0,0-1 1 0 0,0 1-1 0 0,0 0 0 0 0,0-1 1 0 0,5 0-1 0 0,3 1 49 0 0,0 0 0 0 0,0-1 0 0 0,0-1 0 0 0,0 0 1 0 0,0 0-1 0 0,-1-1 0 0 0,17-5 0 0 0,-21 6 53 0 0,1 1-83 0 0,16-5-487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57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165 149 552 0 0,'0'0'26507'0'0,"-3"4"-25789"0"0,-11 11-182 0 0,0 1-1 0 0,1 1 0 0 0,1 0 1 0 0,-18 33-1 0 0,-31 84 1778 0 0,43-79-2313 0 0,18-48 0 0 0,0-7 0 0 0,0 1 0 0 0,0-1 0 0 0,0 0 0 0 0,0 1 0 0 0,0-1 0 0 0,1 0 0 0 0,-1 0 0 0 0,0 1 0 0 0,0-1 0 0 0,0 0 0 0 0,0 0 0 0 0,0 0 0 0 0,0 1 0 0 0,1-1 0 0 0,-1 0 0 0 0,0 0 0 0 0,0 1 0 0 0,0-1 0 0 0,1 0 0 0 0,-1 0 0 0 0,0 0 0 0 0,0 0 0 0 0,0 0 0 0 0,1 1 0 0 0,-1-1 0 0 0,0 0 0 0 0,0 0 0 0 0,1 0 0 0 0,-1 0 0 0 0,0 0 0 0 0,0 0 0 0 0,1 0 0 0 0,-1 0 0 0 0,0 0 0 0 0,1 0 0 0 0,-1 0 0 0 0,0 0 0 0 0,4-1 0 0 0,-1-1 0 0 0,1 0 0 0 0,-1 0 0 0 0,0 0 0 0 0,0-1 0 0 0,0 1 0 0 0,-1-1 0 0 0,1 1 0 0 0,0-1 0 0 0,-1 0 0 0 0,0 0 0 0 0,0 0 0 0 0,0 0 0 0 0,2-4 0 0 0,31-60 0 0 0,-25 45 0 0 0,63-160 0 0 0,-35 78 0 0 0,-30 94 0 0 0,-6 8 0 0 0,0 0 0 0 0,-1 0 0 0 0,1 0 0 0 0,0 0 0 0 0,-1 0 0 0 0,0 0 0 0 0,0 0 0 0 0,0-1 0 0 0,0 1 0 0 0,0 0 0 0 0,0-1 0 0 0,0 1 0 0 0,-1-1 0 0 0,1 1 0 0 0,-1-1 0 0 0,1-3 0 0 0,1 4 0 0 0,-1 7 0 0 0,0 0 0 0 0,0 0 0 0 0,-1 0 0 0 0,1 0 0 0 0,-1 0 0 0 0,0 0 0 0 0,0 0 0 0 0,-1 0 0 0 0,-2 10 0 0 0,1 9 0 0 0,5 14 0 0 0,10 42 0 0 0,-10-67 0 0 0,1 0 0 0 0,0-1 0 0 0,1 0 0 0 0,0 0 0 0 0,0 0 0 0 0,2-1 0 0 0,8 13 0 0 0,10 15 0 0 0,-23-30 0 0 0,1-2 0 0 0,1 1 0 0 0,-4-1 0 0 0,1 3 0 0 0,3-8-68 0 0,4-9-176 0 0,3-11-1012 0 0,-7-4-5913 0 0,-4 9-3652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58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0 1228 0 0,'-24'6'3341'0'0,"-11"6"8445"0"0,31-10-9262 0 0,3-1-1872 0 0,1-1 0 0 0,-1 1 0 0 0,1 0 1 0 0,-1 0-1 0 0,1 0 0 0 0,0 0 0 0 0,0 0 0 0 0,0 0 0 0 0,-1 0 1 0 0,1 0-1 0 0,0 0 0 0 0,0 0 0 0 0,0 0 0 0 0,0 0 0 0 0,1 0 0 0 0,-1 0 1 0 0,0 1-1 0 0,4 3 388 0 0,3-1-985 0 0,-1 0 0 0 0,1 0 0 0 0,0-1 0 0 0,0 0 0 0 0,1-1 0 0 0,-1 0 0 0 0,1 0 1 0 0,-1 0-1 0 0,1-1 0 0 0,-1 0 0 0 0,1 0 0 0 0,14-1 0 0 0,0-3 63 0 0,1 0 0 0 0,42-12 0 0 0,-16 2-79 0 0,-42 12-31 0 0,29-12-73 0 0,-35 12-540 0 0,9 6-2726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58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55 296 1812 0 0,'0'0'15870'0'0,"0"40"-9689"0"0,3-21-3488 0 0,1 0-1 0 0,13 35 1 0 0,-17-52-2074 0 0,1-1-443 0 0,-9-52-145 0 0,-4 16-31 0 0,-14-69 0 0 0,9 30 0 0 0,13 58 0 0 0,1 9 0 0 0,1 0 0 0 0,0 0 0 0 0,0-1 0 0 0,1 1 0 0 0,0 0 0 0 0,0-1 0 0 0,0 1 0 0 0,1-1 0 0 0,0 1 0 0 0,1-1 0 0 0,0 1 0 0 0,0 0 0 0 0,0-1 0 0 0,4-8 0 0 0,-4 14 0 0 0,1 0 0 0 0,-1-1 0 0 0,1 1 0 0 0,-1 0 0 0 0,1 1 0 0 0,0-1 0 0 0,-1 0 0 0 0,1 0 0 0 0,0 1 0 0 0,0-1 0 0 0,1 1 0 0 0,-1 0 0 0 0,0 0 0 0 0,0 0 0 0 0,1 0 0 0 0,-1 0 0 0 0,0 0 0 0 0,1 0 0 0 0,-1 1 0 0 0,6-1 0 0 0,50-1 0 0 0,-49 3 0 0 0,-4-1 0 0 0,1 0 0 0 0,0 1 0 0 0,-1 0 0 0 0,1 0 0 0 0,-1 0 0 0 0,1 0 0 0 0,9 5 0 0 0,-14-5 0 0 0,0 0 0 0 0,1 0 0 0 0,-1 0 0 0 0,1 0 0 0 0,-1 0 0 0 0,0 0 0 0 0,0 0 0 0 0,0 0 0 0 0,0 1 0 0 0,0-1 0 0 0,0 0 0 0 0,0 1 0 0 0,0-1 0 0 0,0 1 0 0 0,-1-1 0 0 0,1 1 0 0 0,0-1 0 0 0,-1 1 0 0 0,0 0 0 0 0,1-1 0 0 0,-1 1 0 0 0,0 0 0 0 0,0-1 0 0 0,0 1 0 0 0,0 0 0 0 0,0-1 0 0 0,0 1 0 0 0,0 0 0 0 0,0-1 0 0 0,-1 3 0 0 0,-2 8 0 0 0,1 1 0 0 0,-2-1 0 0 0,1 1 0 0 0,-2-1 0 0 0,0 0 0 0 0,0-1 0 0 0,-9 15 0 0 0,-4 1 0 0 0,11-16 0 0 0,0-1 0 0 0,1 1 0 0 0,0 1 0 0 0,-9 23 0 0 0,15-34 0 0 0,0 0 0 0 0,0 0 0 0 0,0 0 0 0 0,0 0 0 0 0,0 1 0 0 0,0-1 0 0 0,0 0 0 0 0,0 0 0 0 0,0 0 0 0 0,0 0 0 0 0,1 0 0 0 0,-1 0 0 0 0,0 0 0 0 0,1 0 0 0 0,-1 0 0 0 0,1 0 0 0 0,-1-1 0 0 0,1 1 0 0 0,-1 0 0 0 0,1 0 0 0 0,0 0 0 0 0,0 0 0 0 0,-1-1 0 0 0,1 1 0 0 0,0 0 0 0 0,0-1 0 0 0,0 1 0 0 0,-1-1 0 0 0,1 1 0 0 0,0-1 0 0 0,0 1 0 0 0,0-1 0 0 0,0 1 0 0 0,1-1 0 0 0,41 12 0 0 0,-35-11 0 0 0,60 19 0 0 0,-56-11 0 0 0,21 10 0 0 0,-9-7 0 0 0,-19-9 0 0 0,-1 2 0 0 0,2-1-204 0 0,-5-3-1023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09.0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1 996 0 0,'-1'2'17310'0'0,"-2"2"-10864"0"0,-2 4-4569 0 0,-7 14-4041 0 0,9-15 4327 0 0,-65 318 3260 0 0,50-228-4707 0 0,13-73-716 0 0,2-7 0 0 0,1 0 0 0 0,0 0 0 0 0,1 0 0 0 0,2 22 0 0 0,0-26 0 0 0,2-12 0 0 0,2-8 0 0 0,1-7 0 0 0,9-48 0 0 0,-9 38 0 0 0,-5 10 0 0 0,2-23-7853 0 0,-2 36 7005 0 0,-1-1 1 0 0,1 1-1 0 0,0-1 0 0 0,-1 1 0 0 0,1 0 1 0 0,0-1-1 0 0,0 1 0 0 0,0 0 0 0 0,0 0 0 0 0,1 0 1 0 0,-1-1-1 0 0,0 1 0 0 0,2-1 0 0 0,3-2-6488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09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28 1660 0 0,'0'0'1757'0'0,"4"-19"4702"0"0,-5 13 2698 0 0,0 5-8954 0 0,0 1 0 0 0,0 0-1 0 0,0-1 1 0 0,0 1 0 0 0,0 0-1 0 0,0 0 1 0 0,0 0 0 0 0,0 0 0 0 0,0 0-1 0 0,0 0 1 0 0,1 0 0 0 0,-1 0-1 0 0,0 0 1 0 0,0 0 0 0 0,0 1 0 0 0,0-1-1 0 0,0 0 1 0 0,0 1 0 0 0,0-1 0 0 0,0 1-1 0 0,0-1 1 0 0,1 1 0 0 0,-2 0-1 0 0,-29 23 2092 0 0,-22 34 179 0 0,52-57-2307 0 0,-14 17 268 0 0,2 0 0 0 0,0 0 1 0 0,2 2-1 0 0,-13 24 0 0 0,21-37-324 0 0,-1 0 0 0 0,1 1 1 0 0,1 0-1 0 0,-1-1 0 0 0,2 1 1 0 0,-1 0-1 0 0,1 1 0 0 0,0-1 1 0 0,0 0-1 0 0,1 0 0 0 0,0 0 1 0 0,1 0-1 0 0,-1 0 0 0 0,2 1 1 0 0,1 7-1 0 0,-1-12-110 0 0,-1-1 0 0 0,1 1 0 0 0,0-1 0 0 0,-1 0 0 0 0,2 1 0 0 0,-1-1 0 0 0,0 0 0 0 0,1 0 0 0 0,-1-1 0 0 0,1 1 0 0 0,0 0 0 0 0,0-1 0 0 0,0 0 0 0 0,0 0 0 0 0,0 1 0 0 0,5 1 0 0 0,-1-1 0 0 0,0 0 0 0 0,1-1 0 0 0,-1 0 0 0 0,1 0 0 0 0,0-1 0 0 0,0 0 0 0 0,12 1 0 0 0,1-2 0 0 0,1-2 0 0 0,0 0 0 0 0,-1-1 0 0 0,40-11 0 0 0,-46 9 0 0 0,1 0 0 0 0,-1-1 0 0 0,0-1 0 0 0,0-1 0 0 0,-1 0 0 0 0,0-1 0 0 0,0 0 0 0 0,22-20 0 0 0,-29 22 0 0 0,-1 1 0 0 0,1-1 0 0 0,-1-1 0 0 0,-1 1 0 0 0,1-1 0 0 0,-2 0 0 0 0,1 0 0 0 0,-1 0 0 0 0,0-1 0 0 0,0 1 0 0 0,-1-1 0 0 0,0 0 0 0 0,-1 0 0 0 0,0-1 0 0 0,-1 1 0 0 0,2-17 0 0 0,-4 22 0 0 0,1 0 0 0 0,-1 0 0 0 0,1 1 0 0 0,-1-1 0 0 0,0 0 0 0 0,-1 1 0 0 0,1-1 0 0 0,-1 1 0 0 0,1-1 0 0 0,-1 1 0 0 0,0 0 0 0 0,0 0 0 0 0,0 0 0 0 0,-1 0 0 0 0,1 0 0 0 0,-1 0 0 0 0,0 0 0 0 0,0 1 0 0 0,1 0 0 0 0,-2-1 0 0 0,1 1 0 0 0,0 0 0 0 0,0 0 0 0 0,-1 1 0 0 0,1-1 0 0 0,-1 1 0 0 0,1 0 0 0 0,-5-1 0 0 0,-10-4 0 0 0,-1 2 0 0 0,0 0 0 0 0,-38-2 0 0 0,56 6 0 0 0,-16-1 0 0 0,1 0 0 0 0,-1 1 0 0 0,1 1 0 0 0,-1 0 0 0 0,1 1 0 0 0,0 1 0 0 0,-18 5 0 0 0,25-3 0 0 0,0 3 0 0 0,9-8 0 0 0,0 0 0 0 0,-1 1 0 0 0,1-1 0 0 0,0 0 0 0 0,0 1 0 0 0,0-1 0 0 0,0 1 0 0 0,0-1 0 0 0,0 0 0 0 0,0 1 0 0 0,0-1 0 0 0,0 0 0 0 0,0 1 0 0 0,0-1 0 0 0,0 1 0 0 0,0-1 0 0 0,0 0 0 0 0,0 1 0 0 0,0-1 0 0 0,0 0 0 0 0,0 1 0 0 0,0-1 0 0 0,1 0 0 0 0,-1 1 0 0 0,0-1 0 0 0,0 0 0 0 0,0 1 0 0 0,1-1 0 0 0,-1 0 0 0 0,0 0 0 0 0,1 1 0 0 0,1 1-373 0 0,0-1-1 0 0,0 0 1 0 0,-1 1-1 0 0,1-1 1 0 0,1 0-1 0 0,-1 0 1 0 0,0 0 0 0 0,0 0-1 0 0,0-1 1 0 0,0 1-1 0 0,1-1 1 0 0,-1 1-1 0 0,0-1 1 0 0,1 0 0 0 0,-1 0-1 0 0,4 0 1 0 0,44-6-10690 0 0,-38 4 9003 0 0,6-2-5415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0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7 236 0 0,'-7'2'23987'0'0,"22"4"-23341"0"0,0-1-1 0 0,0-1 1 0 0,1 0 0 0 0,0-1 0 0 0,0-1 0 0 0,25 1-1 0 0,7-3 1367 0 0,48-5 0 0 0,-78 1-2012 0 0,54-6 0 0 0,-59 9 0 0 0,0 2-176 0 0,-10 0-754 0 0,-7-19-18483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0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0 1036 0 0,'-1'0'4030'0'0,"-1"9"6846"0"0,13-1-10097 0 0,2 0-1 0 0,-1-1 0 0 0,1-1 1 0 0,0 0-1 0 0,0 0 1 0 0,0-1-1 0 0,26 5 0 0 0,109 16 1931 0 0,-119-22-2239 0 0,63 12 1176 0 0,-90-15-1477 0 0,-1-1-145 0 0,-1 0 0 0 0,1 1-1 0 0,-1-1 1 0 0,0 0 0 0 0,1 0-1 0 0,-1 0 1 0 0,0 1 0 0 0,1-1 0 0 0,-1 0-1 0 0,0 1 1 0 0,1-1 0 0 0,-1 0-1 0 0,0 1 1 0 0,0-1 0 0 0,1 0 0 0 0,-1 1-1 0 0,0-1 1 0 0,0 1 0 0 0,0-1-1 0 0,0 0 1 0 0,0 1 0 0 0,1-1 0 0 0,-1 1-1 0 0,0-1 1 0 0,0 1 0 0 0,0-1-1 0 0,0 0 1 0 0,0 1 0 0 0,0-1 0 0 0,0 1-1 0 0,0-1 1 0 0,0 0 0 0 0,-1 1-1 0 0,1-1 1 0 0,0 1 0 0 0,0-1 0 0 0,0 1-1 0 0,0-1 1 0 0,-1 0 0 0 0,1 1-1 0 0,0-1 1 0 0,0 0 0 0 0,-1 1 0 0 0,-9 22 655 0 0,-1-12-246 0 0,-1 0 1 0 0,-1-1-1 0 0,0-1 0 0 0,0 0 1 0 0,-22 11-1 0 0,52-44-13507 0 0,-5 11 6030 0 0,-6 6 652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1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3 148 0 0,'-3'-2'17600'0'0,"1"16"-8723"0"0,1 6-6131 0 0,-1 17-2803 0 0,1 12-964 0 0,-1-23 3926 0 0,-1 73-2044 0 0,3-71-625 0 0,-1 1 0 0 0,-7 50 0 0 0,5-69-236 0 0,3-8 0 0 0,1 58 0 0 0,1-47 0 0 0,1-1 0 0 0,-5 1 0 0 0,6-3 0 0 0,1-1-240 0 0,-4-7-1228 0 0,-6-7-1590 0 0,3 3 2593 0 0,-19-15-4458 0 0,-1 5-3572 0 0,-2 2 558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2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0 224 0 0,'0'0'16598'0'0,"-2"5"-15575"0"0,-4 14 43 0 0,1 1 1 0 0,1 0-1 0 0,1 0 0 0 0,0 1 0 0 0,2-1 1 0 0,0 1-1 0 0,1-1 0 0 0,4 26 1 0 0,-2-5 454 0 0,-3 40-1 0 0,0 22 229 0 0,3-47-1214 0 0,0-45-535 0 0,1-2 0 0 0,-1 49 0 0 0,-2-45 0 0 0,0 2 0 0 0,0 0 0 0 0,-1-1 0 0 0,-5-3 0 0 0,0-1 0 0 0,0-1 0 0 0,6-9 0 0 0,0 0 0 0 0,0 0 0 0 0,0 0 0 0 0,1 0 0 0 0,-1 0 0 0 0,0 0 0 0 0,0 0 0 0 0,0 0 0 0 0,0 0 0 0 0,0 0 0 0 0,0 0 0 0 0,0 0 0 0 0,0 0 0 0 0,0 0 0 0 0,1 0 0 0 0,-1 0 0 0 0,0 0 0 0 0,0 0 0 0 0,0 0 0 0 0,0 0 0 0 0,0 1 0 0 0,0-1 0 0 0,0 0 0 0 0,0 0 0 0 0,0 0 0 0 0,0 0 0 0 0,0 0 0 0 0,0 0 0 0 0,0 0 0 0 0,0 0 0 0 0,0 0 0 0 0,0 1 0 0 0,0-1 0 0 0,1 0 0 0 0,-1 0 0 0 0,0 0 0 0 0,0 0 0 0 0,0 0 0 0 0,0 0 0 0 0,-1 0 0 0 0,1 1 0 0 0,0-1 0 0 0,0 0 0 0 0,0 0 0 0 0,0 0 0 0 0,0 0 0 0 0,0 0 0 0 0,0 0 0 0 0,0 0 0 0 0,0 0 0 0 0,0 0 0 0 0,0 1 0 0 0,0-1 0 0 0,0 0 0 0 0,0 0 0 0 0,25-11 0 0 0,3-8-3004 0 0,-7-8-7541 0 0,-10 11 4870 0 0,-6 9-1939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2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1 1076 0 0,'0'0'28151'0'0,"0"3"-27271"0"0,-2 37 130 0 0,-14 71 0 0 0,1-25-370 0 0,8-37-640 0 0,3-27 0 0 0,1 0 0 0 0,-1 27 0 0 0,3-38 0 0 0,-3 34 0 0 0,5-30 0 0 0,2-4 0 0 0,-6 1 0 0 0,1-2 0 0 0,-3-2-359 0 0,4-6-1926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08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4 2172 0 0,'0'0'27605'0'0,"-5"0"-26911"0"0,0-2-83 0 0,-2 1 497 0 0,-23 12-531 0 0,22-7-577 0 0,1 0 0 0 0,-1 0 0 0 0,1 1 0 0 0,0 0 0 0 0,1 1 0 0 0,0 0 0 0 0,0 0 0 0 0,0 0 0 0 0,0 0 0 0 0,1 1 0 0 0,0 0 0 0 0,0 0 0 0 0,1 0 0 0 0,0 1 0 0 0,-4 10 0 0 0,1-5 0 0 0,3-5 0 0 0,1 0 0 0 0,-1 1 0 0 0,2-1 0 0 0,-1 1 0 0 0,1-1 0 0 0,0 1 0 0 0,1 0 0 0 0,0 0 0 0 0,0 0 0 0 0,1 0 0 0 0,0 0 0 0 0,0 0 0 0 0,1-1 0 0 0,1 1 0 0 0,-1 0 0 0 0,1 0 0 0 0,1-1 0 0 0,4 12 0 0 0,-4-15 0 0 0,-1 0 0 0 0,1 0 0 0 0,0 0 0 0 0,1-1 0 0 0,-1 1 0 0 0,1-1 0 0 0,0 0 0 0 0,0 0 0 0 0,0 0 0 0 0,0 0 0 0 0,1-1 0 0 0,0 0 0 0 0,-1 0 0 0 0,1 0 0 0 0,0-1 0 0 0,1 1 0 0 0,-1-1 0 0 0,0 0 0 0 0,1-1 0 0 0,-1 1 0 0 0,1-1 0 0 0,-1 0 0 0 0,1-1 0 0 0,0 1 0 0 0,-1-1 0 0 0,1 0 0 0 0,0 0 0 0 0,-1-1 0 0 0,10-2 0 0 0,1 1 0 0 0,0-1 0 0 0,0-1 0 0 0,0-1 0 0 0,-1 0 0 0 0,0-1 0 0 0,0 0 0 0 0,-1-1 0 0 0,1-1 0 0 0,-2 0 0 0 0,1-1 0 0 0,-1-1 0 0 0,0 0 0 0 0,-1-1 0 0 0,-1 0 0 0 0,16-18 0 0 0,-13 9 0 0 0,-10 16 0 0 0,0 0 0 0 0,-1-1 0 0 0,0 1 0 0 0,0-1 0 0 0,0 0 0 0 0,0 0 0 0 0,-1 0 0 0 0,0 0 0 0 0,0 0 0 0 0,0-1 0 0 0,-1 1 0 0 0,0 0 0 0 0,0-1 0 0 0,0 1 0 0 0,0-10 0 0 0,-1 11 0 0 0,-1-1 0 0 0,1 1 0 0 0,-1 0 0 0 0,0 0 0 0 0,0-1 0 0 0,0 1 0 0 0,-1 0 0 0 0,1 0 0 0 0,-1 0 0 0 0,0 0 0 0 0,0 1 0 0 0,-1-1 0 0 0,1 1 0 0 0,-1-1 0 0 0,1 1 0 0 0,-1 0 0 0 0,0 0 0 0 0,0 0 0 0 0,-1 0 0 0 0,1 0 0 0 0,-1 1 0 0 0,1-1 0 0 0,-1 1 0 0 0,0 0 0 0 0,0 0 0 0 0,0 1 0 0 0,0-1 0 0 0,-7-1 0 0 0,-1 0 0 0 0,-1 0 0 0 0,0 1 0 0 0,0 0 0 0 0,1 1 0 0 0,-1 0 0 0 0,-1 1 0 0 0,1 1 0 0 0,1 0 0 0 0,-26 6 0 0 0,22-2 0 0 0,16-5 0 0 0,1 0 0 0 0,-1 0 0 0 0,0 0 0 0 0,0 1 0 0 0,0-1 0 0 0,0 0 0 0 0,0 0 0 0 0,1 0 0 0 0,-1 0 0 0 0,0 0 0 0 0,0 0 0 0 0,0 0 0 0 0,0 0 0 0 0,0 0 0 0 0,0 0 0 0 0,0 1 0 0 0,0-1 0 0 0,1 0 0 0 0,-1 0 0 0 0,0 0 0 0 0,0 0 0 0 0,0 0 0 0 0,0 0 0 0 0,0 0 0 0 0,0 1 0 0 0,0-1 0 0 0,0 0 0 0 0,0 0 0 0 0,0 0 0 0 0,0 0 0 0 0,0 0 0 0 0,0 1 0 0 0,0-1 0 0 0,0 0 0 0 0,0 0 0 0 0,0 0 0 0 0,0 0 0 0 0,0 0 0 0 0,0 1 0 0 0,0-1 0 0 0,0 0 0 0 0,0 0 0 0 0,0 0 0 0 0,0 0 0 0 0,0 0 0 0 0,0 0 0 0 0,-1 1 0 0 0,1-1 0 0 0,0 0 0 0 0,0 0 0 0 0,0 0 0 0 0,0 0 0 0 0,0 0 0 0 0,0 0 0 0 0,0 0 0 0 0,-1 0 0 0 0,1 1 0 0 0,0-1 0 0 0,0 0 0 0 0,0 0 0 0 0,0 0 0 0 0,0 0 0 0 0,0 0 0 0 0,-1 0 0 0 0,1 0 0 0 0,0 0 0 0 0,30 6-2616 0 0,-20-6 480 0 0,1-2 0 0 0,0 1-1 0 0,-1-1 1 0 0,0-1 0 0 0,1 0 0 0 0,11-5 0 0 0,-7 2-6409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10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0 340 0 0,'0'0'25864'0'0,"-4"5"-25070"0"0,-19 19 488 0 0,-1-2 1 0 0,-31 22 0 0 0,-19 18 638 0 0,63-55-1921 0 0,9-6 0 0 0,0 0 0 0 0,1 0 0 0 0,-1 0 0 0 0,0 0 0 0 0,1 1 0 0 0,-1-1 0 0 0,1 1 0 0 0,-1-1 0 0 0,1 1 0 0 0,0 0 0 0 0,0-1 0 0 0,-2 4 0 0 0,-3 7 0 0 0,6-11 0 0 0,-1 0 0 0 0,1 0 0 0 0,-1 0 0 0 0,1 0 0 0 0,0 0 0 0 0,0 0 0 0 0,-1 0 0 0 0,1 0 0 0 0,0 0 0 0 0,0 1 0 0 0,0-1 0 0 0,0 0 0 0 0,0 0 0 0 0,1 0 0 0 0,-1 0 0 0 0,0 0 0 0 0,0 0 0 0 0,1 0 0 0 0,-1 0 0 0 0,1 0 0 0 0,-1 0 0 0 0,1 0 0 0 0,-1 0 0 0 0,1 0 0 0 0,-1 0 0 0 0,1 0 0 0 0,0 0 0 0 0,0-1 0 0 0,-1 1 0 0 0,1 0 0 0 0,0 0 0 0 0,0-1 0 0 0,0 1 0 0 0,0-1 0 0 0,0 1 0 0 0,2 0 0 0 0,18 6 0 0 0,-9-3 0 0 0,0 0 0 0 0,-1-2 0 0 0,1 1 0 0 0,1-1 0 0 0,-1-1 0 0 0,16 0 0 0 0,96 6 0 0 0,-109-5 0 0 0,-2-1 0 0 0,0-4-79 0 0,-3-5-3550 0 0,-6 3-3022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10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1868 0 0,'0'0'13693'0'0,"7"-3"-11974"0"0,44-8 1553 0 0,0 1-1 0 0,0 3 1 0 0,98-1-1 0 0,-43 2-870 0 0,-96 6-2401 0 0,6 0 0 0 0,-5 0-22 0 0,-9 0-179 0 0,-12-3-11962 0 0,-11-3 9443 0 0,1 0-4251 0 0,8 3 961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25.5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13 628 0 0,'-5'-13'19890'0'0,"18"15"-13756"0"0,-4-1-6901 0 0,21 6 2098 0 0,0 1-1 0 0,-1 1 1 0 0,0 2-1 0 0,38 19 1 0 0,-46-20-1102 0 0,30 12-229 0 0,-1 3 0 0 0,67 45 0 0 0,-114-68 0 0 0,0 0 0 0 0,-1 0 0 0 0,1 0 0 0 0,-1 1 0 0 0,0-1 0 0 0,1 1 0 0 0,-1 0 0 0 0,-1 0 0 0 0,1 0 0 0 0,0 0 0 0 0,-1 0 0 0 0,1 0 0 0 0,-1 0 0 0 0,0 0 0 0 0,0 1 0 0 0,0-1 0 0 0,0 0 0 0 0,-1 1 0 0 0,0-1 0 0 0,1 0 0 0 0,-1 1 0 0 0,-1 3 0 0 0,0 5 0 0 0,-1 1 0 0 0,-1-1 0 0 0,0 0 0 0 0,0 0 0 0 0,-2 0 0 0 0,1 0 0 0 0,-8 11 0 0 0,5-11 0 0 0,10-30-4982 0 0,-2 11 2546 0 0,-1 0 0 0 0,1 1 0 0 0,1-1 0 0 0,-1 0 0 0 0,5-10 0 0 0,0 4-4968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25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0 1240 0 0,'0'0'3835'0'0,"-35"2"12575"0"0,22 0-13845 0 0,-33 26-386 0 0,1 2 1 0 0,2 2-1 0 0,-42 38 0 0 0,76-61-2179 0 0,-58 56 0 0 0,58-53 0 0 0,9 0 0 0 0,11-4 0 0 0,8-7 0 0 0,-16 0-12 0 0,0-1 0 0 0,0 0 0 0 0,0 0 0 0 0,0-1 0 0 0,0 1 0 0 0,0 0-1 0 0,0-1 1 0 0,0 0 0 0 0,0 0 0 0 0,0 0 0 0 0,0 0 0 0 0,0 0 0 0 0,-1-1 0 0 0,1 1 0 0 0,4-4 0 0 0,0 0-441 0 0,6-8-2774 0 0,-5 4-1360 0 0,0 5-6781 0 0,2 2 4094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26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16 660 0 0,'0'0'2110'0'0,"-19"-15"27866"0"0,42 32-29955 0 0,-7-7-21 0 0,-5-3 0 0 0,-1 0 0 0 0,15 3 0 0 0,-8-8 0 0 0,0 2 0 0 0,2-2 0 0 0,-2 0 0 0 0,-5-1 0 0 0,-11-1 0 0 0,-1 0 0 0 0,0 0 0 0 0,0 0 0 0 0,0 0 0 0 0,0 1 0 0 0,1-1 0 0 0,-1 0 0 0 0,0 0 0 0 0,0 0 0 0 0,0 0 0 0 0,1 0 0 0 0,-1 0 0 0 0,0 0 0 0 0,0 0 0 0 0,0 1 0 0 0,0-1 0 0 0,0 0 0 0 0,1 0 0 0 0,-1 0 0 0 0,0 0 0 0 0,0 1 0 0 0,0-1 0 0 0,0 0 0 0 0,0 0 0 0 0,0 0 0 0 0,0 0 0 0 0,0 1 0 0 0,0-1 0 0 0,0 0 0 0 0,0 0 0 0 0,0 0 0 0 0,0 1 0 0 0,0-1 0 0 0,0 0 0 0 0,0 0 0 0 0,0 0 0 0 0,0 1 0 0 0,0-1 0 0 0,0 0 0 0 0,0 0 0 0 0,0 0 0 0 0,0 1 0 0 0,0-1 0 0 0,0 0 0 0 0,0 0 0 0 0,0 0 0 0 0,0 0 0 0 0,-1 1 0 0 0,1-1 0 0 0,-87 79 0 0 0,-39 47 0 0 0,116-117 0 0 0,2-2 0 0 0,4 0 0 0 0,6 1 0 0 0,12 0 0 0 0,6-7 0 0 0,69-19-2882 0 0,-71 12 1758 0 0,1 2 0 0 0,0 0 1 0 0,1 1-1 0 0,-1 1 0 0 0,0 1 0 0 0,29 2 1 0 0,-16 13-4992 0 0,-19-7-1532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26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22 123 344 0 0,'0'0'1664'0'0,"-13"-2"5126"0"0,13 2-6619 0 0,-1 0-1 0 0,1 0 0 0 0,0 0 1 0 0,0 0-1 0 0,-1 0 0 0 0,1 1 1 0 0,0-1-1 0 0,0 0 0 0 0,-1 0 0 0 0,1 0 1 0 0,0-1-1 0 0,0 1 0 0 0,-1 0 1 0 0,1 0-1 0 0,0 0 0 0 0,0 0 1 0 0,-1 0-1 0 0,1 0 0 0 0,0 0 1 0 0,0 0-1 0 0,-1 0 0 0 0,1-1 1 0 0,0 1-1 0 0,0 0 0 0 0,0 0 0 0 0,-1 0 1 0 0,1 0-1 0 0,0-1 0 0 0,0 1 1 0 0,0 0-1 0 0,0 0 0 0 0,-1 0 1 0 0,1-1-1 0 0,0 1 0 0 0,0 0 1 0 0,0 0-1 0 0,0-1 0 0 0,0 1 0 0 0,0 0 1 0 0,0 0-1 0 0,0-1 0 0 0,0 1 1 0 0,0 0-1 0 0,0 0 0 0 0,0-1 1 0 0,0 1-1 0 0,0 0 0 0 0,0-1 1 0 0,9-6 784 0 0,0 0 1 0 0,0 0 0 0 0,1 1 0 0 0,-1 0 0 0 0,2 0 0 0 0,-1 2 0 0 0,0-1 0 0 0,22-5 0 0 0,102-21 2789 0 0,-84 21-2528 0 0,63-5 841 0 0,-105 16-2058 0 0,-21 13 0 0 0,1-6-130 0 0,10-8-587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30.2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84 0 0,'9'-16'31411'0'0,"-8"17"-31190"0"0,10 51 94 0 0,-3 0-1 0 0,4 86 1 0 0,-3-15-208 0 0,-5-79-107 0 0,5 27 0 0 0,-10-65 0 0 0,1-6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0 0 0 0,0 0 0 0 0,0 0 0 0 0,0 1 0 0 0,0-1 0 0 0,-1 0 0 0 0,1 0 0 0 0,0 0 0 0 0,0 0 0 0 0,0 0 0 0 0,0 0 0 0 0,0 0 0 0 0,0 0 0 0 0,0 0 0 0 0,0 0 0 0 0,0 0 0 0 0,-1 0 0 0 0,1 0 0 0 0,0 0 0 0 0,0 0 0 0 0,0 0 0 0 0,0 0 0 0 0,0 0 0 0 0,0 0 0 0 0,10 47 0 0 0,-10-47 0 0 0,0 0 0 0 0,0-1 0 0 0,0 1 0 0 0,0 0 0 0 0,0 0 0 0 0,1 0 0 0 0,-1-1 0 0 0,0 1 0 0 0,0 0 0 0 0,0 0 0 0 0,0 0 0 0 0,0-1 0 0 0,1 1 0 0 0,-1 0 0 0 0,0 0 0 0 0,0 0 0 0 0,0 0 0 0 0,0-1 0 0 0,1 1 0 0 0,-1 0 0 0 0,0 0 0 0 0,0 0 0 0 0,1 0 0 0 0,-1 0 0 0 0,0 0 0 0 0,0 0 0 0 0,0 0 0 0 0,1 0 0 0 0,-1 0 0 0 0,0 0 0 0 0,0 0 0 0 0,1 0 0 0 0,-1 0 0 0 0,0 0 0 0 0,0 0 0 0 0,1 0 0 0 0,-1 0 0 0 0,0 0 0 0 0,0 0 0 0 0,1 0 0 0 0,-1 0 0 0 0,0 0 0 0 0,0 0 0 0 0,0 0 0 0 0,1 1 0 0 0,-1-1 0 0 0,0 0 0 0 0,0 0 0 0 0,0 0 0 0 0,0 0 0 0 0,1 1 0 0 0,-1-1 0 0 0,0 0 0 0 0,0 0 0 0 0,0 0 0 0 0,0 1 0 0 0,0-1 0 0 0,0 0 0 0 0,1 0 0 0 0,-1 0 0 0 0,0 1 0 0 0,0-1 0 0 0,0 0 0 0 0,0 0 0 0 0,0 1 0 0 0,0-1 0 0 0,0 0 0 0 0,0 1 0 0 0,6-12 0 0 0,2-8-2833 0 0,-7 16 1801 0 0,0 0 1 0 0,0 0-1 0 0,0 1 0 0 0,0-1 0 0 0,-1 0 1 0 0,1 0-1 0 0,-1 0 0 0 0,0 0 1 0 0,1 0-1 0 0,-1-1 0 0 0,-1 1 1 0 0,1 0-1 0 0,0 0 0 0 0,-2-3 1 0 0,-4-8-7099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30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5 380 0 0,'16'-5'29403'0'0,"-18"8"-28937"0"0,-1 1-286 0 0,0-1 0 0 0,1 1 0 0 0,-1-1-1 0 0,1 1 1 0 0,0 0 0 0 0,0 0 0 0 0,0 0 0 0 0,1 0 0 0 0,-1 0 0 0 0,1 0-1 0 0,0 1 1 0 0,0-1 0 0 0,0 6 0 0 0,1 3-180 0 0,0 1 0 0 0,2-2 0 0 0,8-3 0 0 0,4-9-327 0 0,15-17-3124 0 0,-20 9-1602 0 0,0-2-4764 0 0,-2 2 1879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30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94 76 0 0,'0'0'2726'0'0,"7"-20"4040"0"0,-2 8 5042 0 0,-19 18-7174 0 0,9-4-4421 0 0,0 0 0 0 0,0 0 0 0 0,1 0 1 0 0,-1 1-1 0 0,1 0 0 0 0,0 0 0 0 0,0 0 0 0 0,0 1 1 0 0,-4 4-1 0 0,-60 71 3542 0 0,63-72-3667 0 0,1 1-1 0 0,-1 0 1 0 0,1 1 0 0 0,1-1-1 0 0,0 1 1 0 0,-4 14-1 0 0,6-19-73 0 0,1 0-1 0 0,-1 0 1 0 0,1 0-1 0 0,0 0 1 0 0,0 0-1 0 0,1 0 1 0 0,-1 0-1 0 0,1 0 1 0 0,0 0-1 0 0,0-1 1 0 0,0 1-1 0 0,0 0 1 0 0,1-1-1 0 0,0 1 1 0 0,-1-1-1 0 0,1 1 1 0 0,0-1-1 0 0,5 6 1 0 0,-4-6-14 0 0,1 0 0 0 0,-1 0 0 0 0,1-1 0 0 0,-1 1 0 0 0,1-1 0 0 0,0 0 0 0 0,0 0 0 0 0,0 0 0 0 0,0-1 0 0 0,0 1 0 0 0,0-1 0 0 0,1 0 0 0 0,-1 0 0 0 0,0-1 0 0 0,1 1 0 0 0,-1-1 0 0 0,0 0 0 0 0,1 0 0 0 0,4-1 0 0 0,10-1 0 0 0,-1 0 0 0 0,0-2 0 0 0,22-6 0 0 0,-24 5 0 0 0,-1-1 0 0 0,1 0 0 0 0,-1-1 0 0 0,0-1 0 0 0,-1 0 0 0 0,0-1 0 0 0,15-12 0 0 0,-20 14 0 0 0,-1-1 0 0 0,1 0 0 0 0,-2 0 0 0 0,1-1 0 0 0,-1 0 0 0 0,0 0 0 0 0,-1 0 0 0 0,0-1 0 0 0,-1 0 0 0 0,0 0 0 0 0,6-17 0 0 0,-10 24 0 0 0,-1 0 0 0 0,1 0 0 0 0,-1 0 0 0 0,1 0 0 0 0,-1 0 0 0 0,0 0 0 0 0,0 0 0 0 0,0 0 0 0 0,0 0 0 0 0,-1 0 0 0 0,1 1 0 0 0,-1-1 0 0 0,0 0 0 0 0,1 0 0 0 0,-1 0 0 0 0,-1 0 0 0 0,1 1 0 0 0,0-1 0 0 0,-3-3 0 0 0,0 2 0 0 0,1-1 0 0 0,-1 1 0 0 0,-1 0 0 0 0,1 0 0 0 0,0 0 0 0 0,-1 1 0 0 0,0 0 0 0 0,0 0 0 0 0,-7-4 0 0 0,-4 0 0 0 0,0 1 0 0 0,0 1 0 0 0,-1 0 0 0 0,0 1 0 0 0,-29-3 0 0 0,-80 0-89 0 0,123 7-648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6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19 188 0 0,'-15'-19'25302'0'0,"18"48"-18895"0"0,1 2-5947 0 0,1 142-79 0 0,-5-108-366 0 0,9 80-1 0 0,-5-122-14 0 0,0-1 0 0 0,13 40 0 0 0,-14-53 0 0 0,6 4 0 0 0,-2-4 0 0 0,1-8 0 0 0,-5-3-81 0 0,0-1 0 0 0,-1 0 0 0 0,1 1 0 0 0,-1-1 0 0 0,0 0 0 0 0,0 0 0 0 0,0 0 0 0 0,0-1 0 0 0,0 1 0 0 0,-1 0-1 0 0,1-1 1 0 0,-1 1 0 0 0,0-1 0 0 0,0 1 0 0 0,0-1 0 0 0,-1 0 0 0 0,1 1 0 0 0,-1-1 0 0 0,0-6 0 0 0,0 4-225 0 0,1 0-1 0 0,0 0 1 0 0,0 0-1 0 0,1 0 1 0 0,3-10-1 0 0,-2-1-6109 0 0,-3 10 2570 0 0,2 1-1866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6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 1444 0 0,'0'0'1828'0'0,"-3"3"32"0"0,-1 1-848 0 0,1 0-1 0 0,0 0 0 0 0,0 0 0 0 0,1 0 1 0 0,-1 0-1 0 0,1 1 0 0 0,0-1 0 0 0,0 1 0 0 0,-2 7 1 0 0,2-1 218 0 0,0-1 0 0 0,0 1 0 0 0,1-1 0 0 0,1 13 1 0 0,2 15 1773 0 0,12 64 1 0 0,-6-44-451 0 0,0-3-1429 0 0,3 39 558 0 0,-12-84-1683 0 0,10 38 0 0 0,-4-36 0 0 0,-5-12 0 0 0,0 0 0 0 0,0 0 0 0 0,0 0 0 0 0,0-1 0 0 0,-1 1 0 0 0,1 0 0 0 0,0 0 0 0 0,0 0 0 0 0,0 0 0 0 0,0 0 0 0 0,0 0 0 0 0,-1 0 0 0 0,1 0 0 0 0,0 0 0 0 0,0 0 0 0 0,0 0 0 0 0,0 0 0 0 0,0 0 0 0 0,0 0 0 0 0,-1 1 0 0 0,1-1 0 0 0,0 0 0 0 0,0 0 0 0 0,0 0 0 0 0,0 0 0 0 0,0 0 0 0 0,0 0 0 0 0,0 0 0 0 0,-1 0 0 0 0,1 0 0 0 0,0 0 0 0 0,0 1 0 0 0,0-1 0 0 0,0 0 0 0 0,0 0 0 0 0,0 0 0 0 0,0 0 0 0 0,0 0 0 0 0,0 0 0 0 0,0 0 0 0 0,0 1 0 0 0,0-1 0 0 0,0 0 0 0 0,0 0 0 0 0,0 0 0 0 0,-1 0 0 0 0,1 0 0 0 0,0 1 0 0 0,0-1 0 0 0,1 0 0 0 0,-1 0 0 0 0,0 0 0 0 0,0 0 0 0 0,0 0 0 0 0,0 0 0 0 0,0 1 0 0 0,0-1 0 0 0,0 0 0 0 0,0 0 0 0 0,0 0 0 0 0,0 0 0 0 0,0 0 0 0 0,0 0 0 0 0,0 1 0 0 0,0-1 0 0 0,0 0 0 0 0,1 0 0 0 0,-1 0 0 0 0,0 0 0 0 0,-6-6-522 0 0,0-1 1 0 0,0 0-1 0 0,0 0 1 0 0,1 0-1 0 0,0-1 1 0 0,1 0-1 0 0,0 0 1 0 0,0 0-1 0 0,1 0 1 0 0,-1-1-1 0 0,2 1 1 0 0,-3-12-1 0 0,-11-31-6023 0 0,0 18-3058 0 0,5 16 4068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6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12 137 132 0 0,'-2'-3'419'0'0,"1"1"1"0"0,-1-1-1 0 0,1 0 1 0 0,0 1-1 0 0,0-1 0 0 0,0 0 1 0 0,0 0-1 0 0,1 0 0 0 0,-1 0 1 0 0,1 0-1 0 0,0 1 0 0 0,-1-1 1 0 0,1 0-1 0 0,1 0 1 0 0,-1 0-1 0 0,0 0 0 0 0,1 0 1 0 0,-1 0-1 0 0,1 0 0 0 0,0 0 1 0 0,0 1-1 0 0,0-1 1 0 0,0 0-1 0 0,1 1 0 0 0,-1-1 1 0 0,1 1-1 0 0,-1-1 0 0 0,1 1 1 0 0,0 0-1 0 0,0-1 1 0 0,0 1-1 0 0,0 0 0 0 0,1 0 1 0 0,-1 1-1 0 0,0-1 0 0 0,1 0 1 0 0,-1 1-1 0 0,4-2 1 0 0,5-3 451 0 0,1 1 1 0 0,-1 0-1 0 0,1 1 1 0 0,0 0-1 0 0,0 1 1 0 0,0 1-1 0 0,21-3 0 0 0,-10 4-299 0 0,0 0-1 0 0,-1 1 0 0 0,1 1 0 0 0,0 2 0 0 0,0 0 0 0 0,-1 1 0 0 0,0 1 0 0 0,0 2 0 0 0,0 0 0 0 0,-1 1 1 0 0,0 1-1 0 0,0 1 0 0 0,20 13 0 0 0,-39-22-552 0 0,0 0 0 0 0,0 1 1 0 0,0-1-1 0 0,-1 0 0 0 0,1 1 0 0 0,0-1 0 0 0,-1 1 1 0 0,1 0-1 0 0,-1 0 0 0 0,0-1 0 0 0,1 1 1 0 0,-1 0-1 0 0,0 0 0 0 0,0 0 0 0 0,0 0 0 0 0,-1 0 1 0 0,1 0-1 0 0,0 1 0 0 0,-1-1 0 0 0,1 0 1 0 0,-1 0-1 0 0,0 0 0 0 0,0 1 0 0 0,0-1 0 0 0,0 0 1 0 0,0 0-1 0 0,0 1 0 0 0,-1-1 0 0 0,1 0 1 0 0,-1 0-1 0 0,1 0 0 0 0,-1 1 0 0 0,0-1 0 0 0,0 0 1 0 0,0 0-1 0 0,0 0 0 0 0,0 0 0 0 0,0-1 1 0 0,-1 1-1 0 0,-2 3 0 0 0,-2 2 46 0 0,0 0 1 0 0,-1-1-1 0 0,0 0 1 0 0,0 0-1 0 0,-1 0 1 0 0,1-1-1 0 0,-13 7 1 0 0,13-9-66 0 0,-5 3 0 0 0,0 0 0 0 0,0-1 0 0 0,-1-1 0 0 0,1 0 0 0 0,-1-1 0 0 0,-19 3 0 0 0,16-3 0 0 0,7-3 0 0 0,9 0 0 0 0,0 0 0 0 0,0 0 0 0 0,0 0 0 0 0,-1 0 0 0 0,1 0 0 0 0,0 0 0 0 0,0 0 0 0 0,0 0 0 0 0,-1 0 0 0 0,1 0 0 0 0,0 0 0 0 0,0 0 0 0 0,0 0 0 0 0,-1-1 0 0 0,1 1 0 0 0,0 0 0 0 0,0 0 0 0 0,0 0 0 0 0,0 0 0 0 0,-1 0 0 0 0,1 0 0 0 0,0-1 0 0 0,0 1 0 0 0,0 0 0 0 0,0 0 0 0 0,0 0 0 0 0,0 0 0 0 0,0-1 0 0 0,-1 1 0 0 0,1 0 0 0 0,0 0 0 0 0,0 0 0 0 0,0-1 0 0 0,0 1 0 0 0,0 0 0 0 0,0 0 0 0 0,0 0 0 0 0,0-1 0 0 0,0 1 0 0 0,0 0 0 0 0,0 0 0 0 0,0 0 0 0 0,0-1 0 0 0,0 1 0 0 0,0 0 0 0 0,0 0 0 0 0,0-1 0 0 0,12-13-1693 0 0,22-6-5177 0 0,30-2-5374 0 0,-50 18 5520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7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0 440 0 0,'0'0'19072'0'0,"2"8"-17307"0"0,-1-6-1744 0 0,102 404 11448 0 0,-87-342-11469 0 0,7 40 0 0 0,-21-92 0 0 0,14 58 0 0 0,-11-57 0 0 0,-5-13 0 0 0,0 0 0 0 0,0 0 0 0 0,0 0 0 0 0,0 0 0 0 0,0 1 0 0 0,0-1 0 0 0,0 0 0 0 0,0 0 0 0 0,0 0 0 0 0,0 0 0 0 0,1 1 0 0 0,-1-1 0 0 0,0 0 0 0 0,0 0 0 0 0,0 0 0 0 0,0 1 0 0 0,0-1 0 0 0,0 0 0 0 0,0 0 0 0 0,0 0 0 0 0,0 0 0 0 0,-1 1 0 0 0,1-1 0 0 0,0 0 0 0 0,0 0 0 0 0,0 0 0 0 0,0 1 0 0 0,0-1 0 0 0,0 0 0 0 0,0 0 0 0 0,0 0 0 0 0,0 0 0 0 0,-1 0 0 0 0,1 1 0 0 0,0-1 0 0 0,0 0 0 0 0,0 0 0 0 0,0 0 0 0 0,0 0 0 0 0,-1 0 0 0 0,1 0 0 0 0,0 0 0 0 0,0 1 0 0 0,0-1 0 0 0,0 0 0 0 0,-1 0 0 0 0,1 0 0 0 0,0 0 0 0 0,0 0 0 0 0,0 0 0 0 0,-1 0 0 0 0,1 0 0 0 0,0 0 0 0 0,0 0 0 0 0,-1 0 0 0 0,-22-10 0 0 0,6-5-2757 0 0,15 12 1581 0 0,0 0-1 0 0,0 0 1 0 0,1 0 0 0 0,-1 0-1 0 0,0 0 1 0 0,1 0 0 0 0,0-1-1 0 0,0 1 1 0 0,0 0 0 0 0,0-1 0 0 0,0 1-1 0 0,0-6 1 0 0,1-6-7097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7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0 1824 0 0,'-1'2'20615'0'0,"-3"22"-19863"0"0,7 14 664 0 0,1 0 0 0 0,2-1 0 0 0,2 0-1 0 0,1 0 1 0 0,23 59 0 0 0,-14-43-390 0 0,11 8-1580 0 0,-28-59-214 0 0,1-8-4465 0 0,1-3 4427 0 0,-2 0 0 0 0,1 0 0 0 0,-1 0 0 0 0,0-1 0 0 0,-1 1 1 0 0,-1-10-1 0 0,-9-36-9382 0 0,-1 28 4380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8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95 105 836 0 0,'-23'-25'1125'0'0,"11"11"1764"0"0,-1 1 0 0 0,-25-20 0 0 0,37 33-2652 0 0,1 0 1 0 0,-1 0 0 0 0,1-1 0 0 0,0 1-1 0 0,-1 0 1 0 0,1 0 0 0 0,-1 0 0 0 0,1-1-1 0 0,0 1 1 0 0,-1 0 0 0 0,1-1-1 0 0,0 1 1 0 0,-1 0 0 0 0,1-1 0 0 0,0 1-1 0 0,0 0 1 0 0,-1-1 0 0 0,1 1 0 0 0,0-1-1 0 0,0 1 1 0 0,0 0 0 0 0,-1-1-1 0 0,1 1 1 0 0,0-1 0 0 0,0 1 0 0 0,0-1-1 0 0,0 1 1 0 0,0 0 0 0 0,0-1 0 0 0,0 1-1 0 0,0-1 1 0 0,0 1 0 0 0,0-1 0 0 0,15-5 2306 0 0,37 5-2539 0 0,-43 1 1212 0 0,72 0 895 0 0,1 3-1 0 0,101 17 0 0 0,-179-19-1983 0 0,0 0 0 0 0,0 0-1 0 0,0 0 1 0 0,0 1 0 0 0,0-1 0 0 0,0 1-1 0 0,0 0 1 0 0,0 0 0 0 0,-1 0-1 0 0,1 0 1 0 0,-1 1 0 0 0,1 0 0 0 0,-1 0-1 0 0,0 0 1 0 0,5 6 0 0 0,-6-6-53 0 0,-1-1 0 0 0,0 1 0 0 0,0-1 0 0 0,0 1 0 0 0,0 0 0 0 0,0-1 0 0 0,0 1 0 0 0,-1 0-1 0 0,1 0 1 0 0,-1 0 0 0 0,0 0 0 0 0,0 0 0 0 0,0-1 0 0 0,0 1 0 0 0,0 0 0 0 0,-1 0 0 0 0,1 0 0 0 0,-1 0 0 0 0,0-1 0 0 0,0 1 0 0 0,0 0 0 0 0,0-1 0 0 0,0 1 0 0 0,-3 3 0 0 0,-8 13-72 0 0,-2 0 1 0 0,0-2-1 0 0,-1 1 1 0 0,0-2-1 0 0,-2 0 1 0 0,0-1-1 0 0,0-1 1 0 0,-1 0-1 0 0,-1-1 1 0 0,-24 12-1 0 0,32-20-3 0 0,0 2 0 0 0,41-21-3687 0 0,69-16-13844 0 0,-86 27 11038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8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79 224 0 0,'-5'1'1988'0'0,"-11"5"-28"0"0,12-4-51 0 0,-8 13 3494 0 0,17 65 3274 0 0,-2-66-7669 0 0,0 0 1 0 0,0-1-1 0 0,2 1 0 0 0,-1-1 0 0 0,2 0 0 0 0,8 17 0 0 0,-12-28-871 0 0,-1 0 0 0 0,1 0-1 0 0,-1-1 1 0 0,1 1 0 0 0,0 0-1 0 0,-1-1 1 0 0,1 1 0 0 0,0-1-1 0 0,0 0 1 0 0,0 0 0 0 0,0 0-1 0 0,0 0 1 0 0,3 1 0 0 0,9 5 374 0 0,-14-6-245 0 0,25-18 210 0 0,-21 8-423 0 0,0-1 0 0 0,-1 1 0 0 0,0-1-1 0 0,0 0 1 0 0,-1 0 0 0 0,-1 0 0 0 0,0 0-1 0 0,0 0 1 0 0,-1-18 0 0 0,-2 1 151 0 0,-1 0-1 0 0,-8-39 1 0 0,10 60-142 0 0,-4-32 453 0 0,5 37-504 0 0,0 0 0 0 0,1-1 0 0 0,-1 1 0 0 0,1 0-1 0 0,-1 0 1 0 0,1 0 0 0 0,-1 0 0 0 0,1-1 0 0 0,0 1 0 0 0,-1 0 0 0 0,1 0 0 0 0,0 0 0 0 0,0 0 0 0 0,0 1 0 0 0,0-1 0 0 0,-1 0 0 0 0,1 0 0 0 0,1 0 0 0 0,-1 1 0 0 0,0-1 0 0 0,0 0 0 0 0,0 1-1 0 0,0-1 1 0 0,0 1 0 0 0,1 0 0 0 0,1-1 0 0 0,5 0 8 0 0,0 0 0 0 0,0 1 1 0 0,-1 0-1 0 0,1 1 0 0 0,0 0 0 0 0,0 0 0 0 0,-1 0 0 0 0,1 1 0 0 0,0 0 0 0 0,-1 1 0 0 0,0 0 0 0 0,0 0 1 0 0,0 0-1 0 0,11 8 0 0 0,-11-8-30 0 0,18 12-390 0 0,-2-1 725 0 0,-7-6-3619 0 0,-3-4-3399 0 0,-1-2-4902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9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5 1624 0 0,'4'-4'21306'0'0,"-11"14"-20647"0"0,0 0 1 0 0,1 1-1 0 0,0 0 0 0 0,1 0 1 0 0,0 1-1 0 0,-3 11 1 0 0,6-18-507 0 0,1-1 0 0 0,0 1 1 0 0,0-1-1 0 0,1 1 0 0 0,-1-1 1 0 0,1 1-1 0 0,0-1 0 0 0,0 1 1 0 0,0-1-1 0 0,1 1 0 0 0,0-1 1 0 0,0 1-1 0 0,0-1 0 0 0,0 1 1 0 0,1-1-1 0 0,-1 0 0 0 0,1 1 1 0 0,0-1-1 0 0,1 0 0 0 0,-1-1 1 0 0,4 5-1 0 0,-2-4-110 0 0,0-1 0 0 0,0-1 0 0 0,0 1 0 0 0,0 0 0 0 0,1-1 0 0 0,0 0 1 0 0,-1 0-1 0 0,1 0 0 0 0,0-1 0 0 0,0 0 0 0 0,0 0 0 0 0,0 0 0 0 0,0 0 0 0 0,0-1 0 0 0,0 0 1 0 0,0 0-1 0 0,0 0 0 0 0,9-2 0 0 0,-8 2-97 0 0,-1-1 1 0 0,1 0-1 0 0,0 0 0 0 0,-1 0 1 0 0,1-1-1 0 0,0 0 0 0 0,-1 0 1 0 0,0 0-1 0 0,0-1 1 0 0,0 1-1 0 0,0-1 0 0 0,0-1 1 0 0,0 1-1 0 0,-1-1 0 0 0,1 1 1 0 0,4-7-1 0 0,-7 8 83 0 0,-1 1 0 0 0,0-1 0 0 0,1 0 0 0 0,-1 0 0 0 0,0 0 0 0 0,0 0 0 0 0,0 0 0 0 0,0 0 0 0 0,0 0 0 0 0,-1 0-1 0 0,1 0 1 0 0,-1 0 0 0 0,1 0 0 0 0,-1-1 0 0 0,0 1 0 0 0,0 0 0 0 0,0 0 0 0 0,0-1 0 0 0,0 1 0 0 0,-1 0 0 0 0,1 0 0 0 0,0 0 0 0 0,-1 0 0 0 0,0 0 0 0 0,1-1 0 0 0,-1 1-1 0 0,0 0 1 0 0,0 0 0 0 0,0 1 0 0 0,-1-1 0 0 0,1 0 0 0 0,-2-2 0 0 0,-4-2 94 0 0,1 1 1 0 0,-1 0-1 0 0,0 1 0 0 0,0 0 0 0 0,0 0 1 0 0,-1 0-1 0 0,-12-3 0 0 0,8 0-100 0 0,-31-1-102 0 0,12 4 3 0 0,29 4-780 0 0,4 2 482 0 0,-1-1 1 0 0,0 1 0 0 0,1 0-1 0 0,0 0 1 0 0,-1 0-1 0 0,1-1 1 0 0,0 1-1 0 0,0-1 1 0 0,0 0 0 0 0,2 2-1 0 0,2 2-3240 0 0,4-4 2296 0 0,-5-1-1615 0 0,1 0-4350 0 0,15 3 241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9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10 20 0 0,'0'0'3986'0'0,"13"-10"16436"0"0,-20 35-19074 0 0,-1 0 1 0 0,-1-1-1 0 0,-1 0 0 0 0,-22 35 0 0 0,2 1 202 0 0,27-55-3270 0 0,-8 12 5270 0 0,7-11-5348 0 0,-12-29-25873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9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0 944 0 0,'-9'2'14355'0'0,"25"11"-12527"0"0,0 0 0 0 0,1-1 0 0 0,1-2 0 0 0,34 17 0 0 0,84 27 3167 0 0,-34-23-1711 0 0,-87-24-3235 0 0,-6-2-49 0 0,0-1-6 0 0,-7-4-206 0 0,-4-8-4919 0 0,-14-5 4567 0 0,5 6-3116 0 0,2-3-7621 0 0,3-1 4624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00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95 188 0 0,'0'0'3613'0'0,"-12"29"4676"0"0,13-18-7319 0 0,0-1 0 0 0,1 0 0 0 0,0 0 0 0 0,0 0 0 0 0,1-1 0 0 0,0 1 0 0 0,1-1 1 0 0,0 1-1 0 0,1-1 0 0 0,7 10 0 0 0,-5-7-54 0 0,2 0 0 0 0,-1-1 0 0 0,1 0 0 0 0,1-1 0 0 0,0 0 0 0 0,21 17 0 0 0,-29-26-28 0 0,16-31-164 0 0,19-84 16 0 0,-31 98-674 0 0,1-1 0 0 0,0 1 0 0 0,1 1-1 0 0,1-1 1 0 0,0 2 0 0 0,1-1 0 0 0,0 1 0 0 0,2 1 0 0 0,-1-1 0 0 0,23-18 0 0 0,-11 24 296 0 0,-20 8-357 0 0,-1-1 0 0 0,2 1 0 0 0,-1 0 0 0 0,0 0 0 0 0,0 0 1 0 0,0 1-1 0 0,0-1 0 0 0,-1 1 0 0 0,1-1 0 0 0,0 1 0 0 0,0 0 1 0 0,0 0-1 0 0,0 0 0 0 0,0 0 0 0 0,-1 1 0 0 0,1-1 0 0 0,-1 1 0 0 0,1 0 1 0 0,-1 0-1 0 0,0 0 0 0 0,1 0 0 0 0,-1 0 0 0 0,0 0 0 0 0,0 0 1 0 0,-1 1-1 0 0,1-1 0 0 0,0 1 0 0 0,-1 0 0 0 0,2 2 0 0 0,-1-1-4 0 0,6 8-1 0 0,0 0 0 0 0,-2 1 0 0 0,1 0 0 0 0,-1 0 0 0 0,-1 0 0 0 0,-1 1 0 0 0,0 0 0 0 0,4 22 0 0 0,3 0 0 0 0,-8-32 0 0 0,-1 1 0 0 0,-1-1 0 0 0,1 1 0 0 0,-1-1 0 0 0,0 1 0 0 0,0 0 0 0 0,0 6 0 0 0,1 0 0 0 0,7 3 0 0 0,-4-4 0 0 0,12-11 0 0 0,-12-1 1 0 0,1-1-1 0 0,-1-1 1 0 0,0 1-1 0 0,0-1 1 0 0,-1 1-1 0 0,1-1 1 0 0,-1-1 0 0 0,0 1-1 0 0,0-1 1 0 0,0 1-1 0 0,0-1 1 0 0,2-6-1 0 0,39-74-12 0 0,-27 48-16 0 0,-11 23-59 0 0,2-5-164 0 0,1 1-1 0 0,1 0 0 0 0,18-23 1 0 0,-29 41 254 0 0,0 0 0 0 0,0 0 0 0 0,0-1 0 0 0,0 1 0 0 0,1 0 0 0 0,-1 0 0 0 0,0 0-1 0 0,0-1 1 0 0,0 1 0 0 0,1 0 0 0 0,-1 0 0 0 0,0 0 0 0 0,0 0 0 0 0,1 0 0 0 0,-1 0 0 0 0,0-1 0 0 0,0 1 0 0 0,1 0 0 0 0,-1 0 0 0 0,0 0 0 0 0,1 0 0 0 0,-1 0 0 0 0,0 0 0 0 0,0 0-1 0 0,1 0 1 0 0,-1 0 0 0 0,0 0 0 0 0,0 0 0 0 0,1 0 0 0 0,-1 0 0 0 0,0 1 0 0 0,1-1 0 0 0,-1 0 0 0 0,0 0 0 0 0,0 0 0 0 0,1 0 0 0 0,-1 0 0 0 0,0 0 0 0 0,0 1 0 0 0,0-1 0 0 0,1 0 0 0 0,-1 0-1 0 0,0 0 1 0 0,0 1 0 0 0,10 19 272 0 0,3 41 318 0 0,-8-37-467 0 0,2-5-126 0 0,0-1 0 0 0,1 0 0 0 0,1-1 0 0 0,0 0 0 0 0,2 0 0 0 0,0-1 0 0 0,21 24 0 0 0,-15-17 0 0 0,-13-16 0 0 0,18 14 0 0 0,-21-20-150 0 0,-1 0 0 0 0,1 0 0 0 0,-1-1 1 0 0,1 1-1 0 0,0-1 0 0 0,-1 1 0 0 0,1 0 0 0 0,0-1 0 0 0,-1 1 1 0 0,1-1-1 0 0,0 1 0 0 0,0-1 0 0 0,0 0 0 0 0,-1 1 0 0 0,1-1 1 0 0,0 0-1 0 0,0 1 0 0 0,0-1 0 0 0,0 0 0 0 0,0 0 0 0 0,-1 0 0 0 0,1 0 1 0 0,0 0-1 0 0,0 0 0 0 0,0 0 0 0 0,0 0 0 0 0,0 0 0 0 0,0-1 1 0 0,-1 1-1 0 0,1 0 0 0 0,0 0 0 0 0,0-1 0 0 0,0 1 0 0 0,0 0 0 0 0,-1-1 1 0 0,1 1-1 0 0,0-1 0 0 0,0 0 0 0 0,6-30-10793 0 0,-4 15 5793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01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88 1284 0 0,'0'0'6033'0'0,"-1"-4"-5060"0"0,0 0-471 0 0,1 1 0 0 0,-1-1-1 0 0,1 1 1 0 0,0 0 0 0 0,0-1-1 0 0,1 1 1 0 0,-1-1 0 0 0,1 1 0 0 0,-1-1-1 0 0,1 1 1 0 0,0 0 0 0 0,1-1-1 0 0,1-2 1 0 0,-2 3 422 0 0,-2-11 2967 0 0,0 13-3618 0 0,0 0 1 0 0,0 0 0 0 0,0-1 0 0 0,0 1 0 0 0,0 0 0 0 0,0 0 0 0 0,0 0 0 0 0,0 1 0 0 0,-1-1-1 0 0,1 0 1 0 0,0 0 0 0 0,0 1 0 0 0,-1-1 0 0 0,1 0 0 0 0,0 1 0 0 0,-1 0 0 0 0,1-1 0 0 0,-1 1-1 0 0,1 0 1 0 0,-1 0 0 0 0,1-1 0 0 0,-1 1 0 0 0,-1 1 0 0 0,-1-1 81 0 0,-1 1-1 0 0,1 0 1 0 0,-1 0 0 0 0,1 0 0 0 0,0 0 0 0 0,-1 1-1 0 0,-5 3 1 0 0,-6 4 348 0 0,1 1-1 0 0,1 0 1 0 0,-15 13-1 0 0,26-20-680 0 0,0 0 0 0 0,0 0 0 0 0,0 1 1 0 0,1-1-1 0 0,-1 1 0 0 0,1-1 0 0 0,0 1 0 0 0,0 0 0 0 0,0 0 0 0 0,1 0 0 0 0,-1 0 0 0 0,1 1 0 0 0,0-1 0 0 0,-1 5 0 0 0,2-6-19 0 0,0-1 1 0 0,-1 0-1 0 0,1 1 0 0 0,0-1 0 0 0,0 0 0 0 0,0 1 0 0 0,1-1 1 0 0,-1 0-1 0 0,1 1 0 0 0,-1-1 0 0 0,1 0 0 0 0,0 0 0 0 0,0 0 1 0 0,0 1-1 0 0,0-1 0 0 0,0 0 0 0 0,0 0 0 0 0,0 0 1 0 0,1-1-1 0 0,-1 1 0 0 0,1 0 0 0 0,-1 0 0 0 0,1-1 0 0 0,0 1 1 0 0,0-1-1 0 0,3 3 0 0 0,4 0-3 0 0,0-1 0 0 0,-1 0 0 0 0,1 0 0 0 0,0-1 0 0 0,1 0 0 0 0,-1-1 0 0 0,0 0 0 0 0,0-1 0 0 0,1 1 0 0 0,-1-2 0 0 0,0 1 0 0 0,0-1 0 0 0,0-1 0 0 0,1 0 0 0 0,-1 0 0 0 0,0 0 0 0 0,-1-1 0 0 0,1-1 0 0 0,-1 0 0 0 0,1 0 0 0 0,-1 0 0 0 0,0-1 0 0 0,0 0 0 0 0,-1-1 0 0 0,0 1 0 0 0,13-15 0 0 0,-9 8 0 0 0,-6 2 0 0 0,-3 3 0 0 0,-3-5 0 0 0,1 11 0 0 0,0 1 0 0 0,0 0 0 0 0,-1 0 0 0 0,1-1 0 0 0,0 1 0 0 0,-1 0 0 0 0,1 0 0 0 0,0-1 0 0 0,0 1 0 0 0,-1 0 0 0 0,1 0 0 0 0,0 0 0 0 0,-1-1 0 0 0,1 1 0 0 0,0 0 0 0 0,-1 0 0 0 0,1 0 0 0 0,-1 0 0 0 0,1 0 0 0 0,0 0 0 0 0,-1 0 0 0 0,1 0 0 0 0,0 0 0 0 0,-1 0 0 0 0,1 0 0 0 0,0 0 0 0 0,-1 0 0 0 0,1 0 0 0 0,-1 0 0 0 0,1 0 0 0 0,0 0 0 0 0,-1 1 0 0 0,-15 12 0 0 0,14-10 0 0 0,1-3 0 0 0,0 1 0 0 0,1 0 0 0 0,-1-1 0 0 0,1 1 0 0 0,-1 0 0 0 0,1 0 0 0 0,-1-1 0 0 0,1 1 0 0 0,-1 0 0 0 0,1 0 0 0 0,0 0 0 0 0,0 0 0 0 0,-1 0 0 0 0,1-1 0 0 0,0 1 0 0 0,0 0 0 0 0,0 0 0 0 0,0 0 0 0 0,0 0 0 0 0,0 0 0 0 0,0 0 0 0 0,0 0 0 0 0,1 0 0 0 0,-1-1 0 0 0,0 1 0 0 0,0 0 0 0 0,1 2 0 0 0,0 2 0 0 0,0 0 0 0 0,0-1 0 0 0,0 1 0 0 0,0 0 0 0 0,1 0 0 0 0,0-1 0 0 0,0 1 0 0 0,2 4 0 0 0,-2-7 0 0 0,0 0 0 0 0,0 0 0 0 0,0 0 0 0 0,1 0 0 0 0,-1 0 0 0 0,0-1 0 0 0,1 1 0 0 0,-1-1 0 0 0,1 1 0 0 0,0-1 0 0 0,-1 0 0 0 0,1 0 0 0 0,0-1 0 0 0,3 2 0 0 0,12 1 0 0 0,14-5-2690 0 0,-23-10-3031 0 0,-4 2 1500 0 0,3-1-3398 0 0,-6 2 584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01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47 1180 0 0,'-2'-4'1591'0'0,"0"0"0"0"0,0 1 0 0 0,-1-1 0 0 0,1 1 0 0 0,-1 0 0 0 0,0 0 0 0 0,0 0 0 0 0,-3-3 0 0 0,3 4-764 0 0,1 1 0 0 0,-1-1-1 0 0,1 1 1 0 0,-1-1 0 0 0,1 1 0 0 0,-1 0 0 0 0,0 0-1 0 0,0 0 1 0 0,1 1 0 0 0,-5-2 0 0 0,2 2-396 0 0,1 0 0 0 0,-1 1 0 0 0,1-1 0 0 0,-1 1 0 0 0,1-1 0 0 0,0 1 0 0 0,0 1 0 0 0,-1-1-1 0 0,1 1 1 0 0,0-1 0 0 0,0 1 0 0 0,0 0 0 0 0,0 1 0 0 0,1-1 0 0 0,-1 1 0 0 0,-5 5 0 0 0,1-1-351 0 0,-1 1 0 0 0,2 0 0 0 0,-1 0 0 0 0,1 1 0 0 0,1 0 1 0 0,0 1-1 0 0,-8 15 0 0 0,12-21-70 0 0,0 0 0 0 0,0 1 1 0 0,0-1-1 0 0,1 1 0 0 0,-1-1 1 0 0,1 1-1 0 0,0 0 0 0 0,1-1 1 0 0,-1 1-1 0 0,1 0 0 0 0,0 0 0 0 0,0-1 1 0 0,1 1-1 0 0,-1 0 0 0 0,1 0 1 0 0,0-1-1 0 0,0 1 0 0 0,1-1 1 0 0,3 9-1 0 0,-4-11-10 0 0,1 0 0 0 0,0 0 0 0 0,0 1 0 0 0,0-1 0 0 0,0-1 0 0 0,1 1 0 0 0,-1 0 0 0 0,1-1 0 0 0,-1 1 0 0 0,1-1 0 0 0,-1 1 0 0 0,1-1 0 0 0,0 0 0 0 0,-1 0 0 0 0,1-1 0 0 0,0 1 0 0 0,0 0 0 0 0,0-1 0 0 0,0 0 0 0 0,0 0 0 0 0,-1 0 0 0 0,1 0 0 0 0,0 0 0 0 0,0 0 0 0 0,0-1 0 0 0,0 1 0 0 0,0-1 0 0 0,-1 0 0 0 0,6-2 0 0 0,5-1 0 0 0,-1 0 0 0 0,1-2 0 0 0,-1 1 0 0 0,21-14 0 0 0,-28 16 0 0 0,0-1 0 0 0,0 0 0 0 0,0 0 0 0 0,0 0 0 0 0,-1 0 0 0 0,0-1 0 0 0,0 1 0 0 0,0-1 0 0 0,0 0 0 0 0,-1-1 0 0 0,0 1 0 0 0,0 0 0 0 0,0-1 0 0 0,-1 0 0 0 0,2-6 0 0 0,-2 2 0 0 0,3-2 0 0 0,-5 11 0 0 0,0 1 0 0 0,0 0 0 0 0,0 0 0 0 0,0 0 0 0 0,0-1 0 0 0,0 1 0 0 0,0 0 0 0 0,0 0 0 0 0,1-1 0 0 0,-1 1 0 0 0,0 0 0 0 0,0 0 0 0 0,0 0 0 0 0,0 0 0 0 0,0-1 0 0 0,1 1 0 0 0,-1 0 0 0 0,0 0 0 0 0,0 0 0 0 0,0 0 0 0 0,1 0 0 0 0,-1 0 0 0 0,0-1 0 0 0,0 1 0 0 0,0 0 0 0 0,1 0 0 0 0,-1 0 0 0 0,0 0 0 0 0,0 0 0 0 0,1 0 0 0 0,-1 0 0 0 0,0 0 0 0 0,0 0 0 0 0,1 0 0 0 0,-1 0 0 0 0,0 0 0 0 0,0 0 0 0 0,0 0 0 0 0,1 0 0 0 0,-1 0 0 0 0,0 1 0 0 0,0-1 0 0 0,1 0 0 0 0,-1 0 0 0 0,0 0 0 0 0,7 8 0 0 0,-1-1 0 0 0,0 1 0 0 0,-1 0 0 0 0,9 18 0 0 0,16 22 0 0 0,-28-45 0 0 0,33 42 0 0 0,53 86 0 0 0,-81-118 0 0 0,1 1 0 0 0,-2 0 0 0 0,0 0 0 0 0,0 0 0 0 0,-2 1 0 0 0,0 0 0 0 0,0 0 0 0 0,-1 0 0 0 0,-1 1 0 0 0,-1-1 0 0 0,-1 28 0 0 0,-1-37 0 0 0,0 1 0 0 0,0-1 0 0 0,-1 1 0 0 0,0-1 0 0 0,-1 0 0 0 0,0 0 0 0 0,1 0 0 0 0,-2 0 0 0 0,1-1 0 0 0,-1 1 0 0 0,0-1 0 0 0,0 0 0 0 0,0 0 0 0 0,-1 0 0 0 0,1-1 0 0 0,-1 1 0 0 0,-1-1 0 0 0,1 0 0 0 0,0-1 0 0 0,-1 1 0 0 0,0-1 0 0 0,0 0 0 0 0,0 0 0 0 0,0-1 0 0 0,0 0 0 0 0,-7 2 0 0 0,-1-1 0 0 0,1 0 0 0 0,-1 0 0 0 0,0-1 0 0 0,1-1 0 0 0,-1 0 0 0 0,0-1 0 0 0,0-1 0 0 0,0 0 0 0 0,1-1 0 0 0,-1 0 0 0 0,-21-7 0 0 0,24 5 0 0 0,0-1 0 0 0,-1 0 0 0 0,2 0 0 0 0,-1-1 0 0 0,1-1 0 0 0,0 0 0 0 0,-10-9 0 0 0,16 13 0 0 0,0-1 0 0 0,0 0 0 0 0,0-1 0 0 0,0 1 0 0 0,1 0 0 0 0,0-1 0 0 0,0 0 0 0 0,0 0 0 0 0,0 0 0 0 0,1 0 0 0 0,0 0 0 0 0,0-1 0 0 0,0 1 0 0 0,1-1 0 0 0,0 1 0 0 0,0-1 0 0 0,-1-7 0 0 0,3 9 0 0 0,0-1 0 0 0,0 1 0 0 0,0 0 0 0 0,0 0 0 0 0,1 0 0 0 0,-1 1 0 0 0,1-1 0 0 0,0 0 0 0 0,0 0 0 0 0,1 1 0 0 0,-1 0 0 0 0,1-1 0 0 0,-1 1 0 0 0,1 0 0 0 0,0 0 0 0 0,0 0 0 0 0,1 1 0 0 0,-1-1 0 0 0,0 1 0 0 0,1 0 0 0 0,0-1 0 0 0,-1 2 0 0 0,6-3 0 0 0,1-1 0 0 0,1 1 0 0 0,-1 0 0 0 0,1 1 0 0 0,-1 0 0 0 0,1 0 0 0 0,0 1 0 0 0,20-1 0 0 0,-17 5 0 0 0,4-3 0 0 0,-1 1 0 0 0,-6 1-211 0 0,-9 0-1034 0 0,-3 1 762 0 0,-1 0 1 0 0,1 0 0 0 0,-1 0-1 0 0,0 0 1 0 0,1-1-1 0 0,-1 1 1 0 0,0 0-1 0 0,0-1 1 0 0,-4 3-1 0 0,6-4 25 0 0,-21 16-10073 0 0,17-14 8161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02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0 652 0 0,'-13'6'3490'0'0,"10"-5"-2291"0"0,1-1 1 0 0,0 1-1 0 0,0 0 0 0 0,-1 0 1 0 0,1 0-1 0 0,0 0 1 0 0,0 0-1 0 0,0 0 0 0 0,0 1 1 0 0,1-1-1 0 0,-3 3 0 0 0,3-3 352 0 0,8 20 2838 0 0,9 14-3204 0 0,0 1 0 0 0,-3 0-1 0 0,-1 1 1 0 0,-1 0 0 0 0,-3 1-1 0 0,8 64 1 0 0,-12-70-1185 0 0,0 5 0 0 0,-1 64 0 0 0,-3-101 0 0 0,0 1 0 0 0,0-1 0 0 0,0 0 0 0 0,0 0 0 0 0,0 0 0 0 0,0 1 0 0 0,0-1 0 0 0,0 0 0 0 0,0 0 0 0 0,0 1 0 0 0,0-1 0 0 0,0 0 0 0 0,0 0 0 0 0,-1 0 0 0 0,1 0 0 0 0,0 1 0 0 0,0-1 0 0 0,0 0 0 0 0,0 0 0 0 0,0 0 0 0 0,0 1 0 0 0,0-1 0 0 0,-1 0 0 0 0,1 0 0 0 0,0 0 0 0 0,0 0 0 0 0,0 0 0 0 0,0 0 0 0 0,-1 1 0 0 0,1-1 0 0 0,0 0 0 0 0,0 0 0 0 0,0 0 0 0 0,-1 0 0 0 0,1 0 0 0 0,0 0 0 0 0,0 0 0 0 0,0 0 0 0 0,-1 0 0 0 0,1 0 0 0 0,0 0 0 0 0,0 0 0 0 0,0 0 0 0 0,-1 0 0 0 0,1 0 0 0 0,0 0 0 0 0,0 0 0 0 0,0 0 0 0 0,-1 0 0 0 0,1 0 0 0 0,0 0 0 0 0,0 0 0 0 0,0-1 0 0 0,0 1 0 0 0,-1 0 0 0 0,1 0 0 0 0,0 0 0 0 0,0 0 0 0 0,0 0 0 0 0,0 0 0 0 0,-1-1 0 0 0,1 1 0 0 0,0 0 0 0 0,-11-9 0 0 0,10 8 0 0 0,-28-45-4322 0 0,11 20 874 0 0,-1-3-2419 0 0,7 11-2692 0 0,1 4 2616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03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89 348 0 0,'-8'-18'2169'0'0,"-3"-5"9820"0"0,35 5-7684 0 0,18 9-2750 0 0,0 3-1 0 0,1 1 1 0 0,49 1 0 0 0,-45 2-917 0 0,-30 1-447 0 0,37-2 533 0 0,68 5-1 0 0,-109-1-594 0 0,1 1 0 0 0,0 0-1 0 0,-1 1 1 0 0,1 0 0 0 0,-1 1-1 0 0,0 0 1 0 0,0 1 0 0 0,-1 1 0 0 0,1 0-1 0 0,14 10 1 0 0,-24-14-90 0 0,0 1-1 0 0,0-1 1 0 0,-1 1 0 0 0,1 0-1 0 0,-1-1 1 0 0,1 1-1 0 0,-1 0 1 0 0,0 0 0 0 0,0 1-1 0 0,-1-1 1 0 0,1 0 0 0 0,0 1-1 0 0,-1-1 1 0 0,0 0 0 0 0,0 1-1 0 0,0 0 1 0 0,0 5 0 0 0,0-2 114 0 0,-1 0 1 0 0,-1 0 0 0 0,1 0-1 0 0,-1 0 1 0 0,0 0 0 0 0,-1 0 0 0 0,1 0-1 0 0,-6 11 1 0 0,0-1 127 0 0,-1-1 0 0 0,-1 0 0 0 0,0-1-1 0 0,-1 0 1 0 0,-1 0 0 0 0,-17 18 0 0 0,-84 69-281 0 0,103-97 0 0 0,8-5 0 0 0,1 0 0 0 0,-1 1 0 0 0,0-1 0 0 0,0 1 0 0 0,1-1 0 0 0,-1 0 0 0 0,0 0 0 0 0,1 0 0 0 0,-1 1 0 0 0,0-1 0 0 0,0 0 0 0 0,0 0 0 0 0,1 0 0 0 0,-1 0 0 0 0,0 0 0 0 0,0 0 0 0 0,1 0 0 0 0,-1-1 0 0 0,0 1 0 0 0,0 0 0 0 0,1 0 0 0 0,-1-1 0 0 0,0 1 0 0 0,0 0 0 0 0,1-1 0 0 0,-1 1 0 0 0,1 0 0 0 0,-1-1 0 0 0,0 1 0 0 0,1-1 0 0 0,-1 1 0 0 0,1-1 0 0 0,-1 0 0 0 0,1 1 0 0 0,-1-1 0 0 0,1 1 0 0 0,-1-1 0 0 0,1 0 0 0 0,0 1 0 0 0,-1-2 0 0 0,-2-2 0 0 0,0 0 0 0 0,0-1 0 0 0,1 1 0 0 0,-1-1 0 0 0,1 1 0 0 0,0-1 0 0 0,1 0 0 0 0,-1 0 0 0 0,1 0 0 0 0,0 0 0 0 0,0 0 0 0 0,0 0 0 0 0,1 0 0 0 0,0-9 0 0 0,-1 4 0 0 0,-4-2 0 0 0,3 1 0 0 0,-2 2-59 0 0,4 7-513 0 0,4 3-6526 0 0,2-1 5730 0 0,4 1-333 0 0,-1 2-7647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03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61 956 0 0,'-17'-3'31051'0'0,"70"0"-30850"0"0,0-3 1 0 0,54-12-1 0 0,76-9-45 0 0,-139 23-3160 0 0,-45 5 2929 0 0,1-1-1 0 0,-1 0 1 0 0,1 0 0 0 0,-1 0 0 0 0,1 0 0 0 0,-1 0 0 0 0,1 1-1 0 0,0-1 1 0 0,-1 0 0 0 0,1 0 0 0 0,-1 1 0 0 0,1-1 0 0 0,0 0 0 0 0,-1 0-1 0 0,1 1 1 0 0,0-1 0 0 0,-1 1 0 0 0,1-1 0 0 0,0 0 0 0 0,0 1-1 0 0,-1-1 1 0 0,1 1 0 0 0,0-1 0 0 0,0 0 0 0 0,0 1 0 0 0,0-1 0 0 0,-1 1-1 0 0,1-1 1 0 0,0 1 0 0 0,0 0-48 0 0,0 0-1 0 0,0 0 1 0 0,-1-1-1 0 0,1 1 1 0 0,0 0-1 0 0,-1 0 0 0 0,1-1 1 0 0,-1 1-1 0 0,1 0 1 0 0,-1-1-1 0 0,1 1 1 0 0,-1 0-1 0 0,1-1 1 0 0,-1 1-1 0 0,1-1 1 0 0,-1 1-1 0 0,0-1 1 0 0,1 1-1 0 0,-1-1 1 0 0,0 0-1 0 0,-1 1 1 0 0,0 0-794 0 0,-2 0 196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04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11 512 0 0,'0'0'7967'0'0,"23"-8"-4048"0"0,44 6-206 0 0,63 1-448 0 0,-117 2-2944 0 0,1 1 0 0 0,-2 0 1 0 0,1 0-1 0 0,0 1 1 0 0,0 1-1 0 0,-1 0 0 0 0,18 9 1 0 0,-28-13-215 0 0,-1 1 0 0 0,1 1 1 0 0,0-1-1 0 0,-1 0 0 0 0,1 0 1 0 0,-1 1-1 0 0,1-1 0 0 0,-1 0 0 0 0,0 1 1 0 0,0-1-1 0 0,0 1 0 0 0,0 0 1 0 0,0-1-1 0 0,0 1 0 0 0,0 0 1 0 0,0 0-1 0 0,-1 0 0 0 0,1 0 1 0 0,-1-1-1 0 0,1 1 0 0 0,-1 0 0 0 0,0 0 1 0 0,1 0-1 0 0,-1 0 0 0 0,0 0 1 0 0,0 0-1 0 0,-1 0 0 0 0,1 0 1 0 0,0 0-1 0 0,-1 0 0 0 0,1 0 1 0 0,-1 0-1 0 0,0-1 0 0 0,1 1 1 0 0,-1 0-1 0 0,0 0 0 0 0,0-1 0 0 0,0 1 1 0 0,0 0-1 0 0,-2 1 0 0 0,-5 9 648 0 0,-1 0-1 0 0,0 0 0 0 0,-22 19 1 0 0,27-27-524 0 0,-21 18 722 0 0,-1-1 0 0 0,-29 18 1 0 0,25-18-642 0 0,23-16-312 0 0,3 2-11 0 0,3-6-283 0 0,31 1-5484 0 0,-8-10 1190 0 0,-2 3-4002 0 0,-7 2 997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29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284 272 1464 0 0,'0'0'8070'0'0,"2"0"-5336"0"0,12-4 17757 0 0,-27-14-20483 0 0,7 8-8 0 0,-10 8 0 0 0,-3 9 0 0 0,5 1 0 0 0,0 0 0 0 0,1 0 0 0 0,-1 2 0 0 0,2-1 0 0 0,-19 19 0 0 0,28-25 0 0 0,-1 0 0 0 0,1 1 0 0 0,0-1 0 0 0,0 1 0 0 0,0 0 0 0 0,0 0 0 0 0,1 0 0 0 0,-1 0 0 0 0,1 0 0 0 0,0 1 0 0 0,0-1 0 0 0,1 1 0 0 0,-1-1 0 0 0,1 1 0 0 0,0-1 0 0 0,0 1 0 0 0,1 0 0 0 0,-1 0 0 0 0,1 0 0 0 0,0-1 0 0 0,0 1 0 0 0,1 5 0 0 0,0-7 0 0 0,0-1 0 0 0,0 1 0 0 0,0 0 0 0 0,0-1 0 0 0,1 1 0 0 0,-1-1 0 0 0,1 1 0 0 0,-1-1 0 0 0,1 0 0 0 0,0 1 0 0 0,0-1 0 0 0,0 0 0 0 0,0 0 0 0 0,0 0 0 0 0,1-1 0 0 0,-1 1 0 0 0,0-1 0 0 0,1 1 0 0 0,4 1 0 0 0,-2-1 0 0 0,0-1 0 0 0,0 0 0 0 0,0 0 0 0 0,1 0 0 0 0,-1-1 0 0 0,0 0 0 0 0,1 0 0 0 0,-1 0 0 0 0,10-2 0 0 0,4-2 0 0 0,0-1 0 0 0,-1-1 0 0 0,1 0 0 0 0,25-14 0 0 0,-35 16 0 0 0,-3 2 0 0 0,1-1 0 0 0,-1 0 0 0 0,0 0 0 0 0,0 0 0 0 0,0-1 0 0 0,0 0 0 0 0,-1 0 0 0 0,1-1 0 0 0,-1 1 0 0 0,0-1 0 0 0,-1 0 0 0 0,1 0 0 0 0,-1-1 0 0 0,0 1 0 0 0,0-1 0 0 0,0 0 0 0 0,2-7 0 0 0,-1-1 0 0 0,-5 0 0 0 0,-7 3 0 0 0,-4 3 0 0 0,-1 1 0 0 0,3 3 0 0 0,-1 2 0 0 0,3-3 0 0 0,-2 0 0 0 0,9 5 0 0 0,0 0 0 0 0,-1 0 0 0 0,1-1 0 0 0,0 1 0 0 0,0 0 0 0 0,0 0 0 0 0,0-1 0 0 0,0 1 0 0 0,0 0 0 0 0,0 0 0 0 0,0-1 0 0 0,0 1 0 0 0,0 0 0 0 0,0 0 0 0 0,0-1 0 0 0,0 1 0 0 0,0 0 0 0 0,0 0 0 0 0,0-1 0 0 0,0 1 0 0 0,0 0 0 0 0,0 0 0 0 0,0-1 0 0 0,0 1 0 0 0,0 0 0 0 0,0 0 0 0 0,1-1 0 0 0,-1 1 0 0 0,0 0 0 0 0,0 0 0 0 0,0-1 0 0 0,0 1 0 0 0,1 0 0 0 0,-1 0 0 0 0,0 0 0 0 0,0 0 0 0 0,0-1 0 0 0,1 1 0 0 0,17-7 0 0 0,-6 4 0 0 0,0-1 0 0 0,-1-1 0 0 0,0 0 0 0 0,1 0 0 0 0,15-11 0 0 0,-22 13 0 0 0,-1-1 0 0 0,0 1 0 0 0,0-1 0 0 0,0 0 0 0 0,0 0 0 0 0,-1 0 0 0 0,0 0 0 0 0,1-1 0 0 0,-1 1 0 0 0,-1-1 0 0 0,1 0 0 0 0,-1 0 0 0 0,0 0 0 0 0,0 0 0 0 0,2-9 0 0 0,-4 13 0 0 0,1 0 0 0 0,-1 0 0 0 0,1-1 0 0 0,-1 1 0 0 0,0 0 0 0 0,0-1 0 0 0,1 1 0 0 0,-1-1 0 0 0,0 1 0 0 0,0 0 0 0 0,0-1 0 0 0,0 1 0 0 0,-1 0 0 0 0,1-1 0 0 0,0 1 0 0 0,-1-1 0 0 0,1 1 0 0 0,-1 0 0 0 0,1 0 0 0 0,-1-1 0 0 0,1 1 0 0 0,-2-2 0 0 0,-1-1 0 0 0,1-1 0 0 0,-1-1 0 0 0,0 0 0 0 0,0 1 0 0 0,0 0 0 0 0,-1 0 0 0 0,1 0 0 0 0,-1 0 0 0 0,0 0 0 0 0,-1 1 0 0 0,1 0 0 0 0,-1 0 0 0 0,0 0 0 0 0,0 0 0 0 0,0 1 0 0 0,-1 0 0 0 0,1 0 0 0 0,-11-4 0 0 0,8 4 0 0 0,1 0 0 0 0,-1 1 0 0 0,1 0 0 0 0,-1 0 0 0 0,0 1 0 0 0,0-1 0 0 0,0 2 0 0 0,0-1 0 0 0,0 1 0 0 0,0 1 0 0 0,0-1 0 0 0,0 1 0 0 0,-10 3 0 0 0,1 3 0 0 0,0 0 0 0 0,0 1 0 0 0,1 1 0 0 0,0 0 0 0 0,0 1 0 0 0,1 1 0 0 0,1 0 0 0 0,0 1 0 0 0,0 1 0 0 0,1 0 0 0 0,-16 22 0 0 0,13-14 0 0 0,1 1 0 0 0,0 1 0 0 0,2 0 0 0 0,0 1 0 0 0,2 0 0 0 0,1 1 0 0 0,-9 31 0 0 0,16-45 0 0 0,1 0 0 0 0,0 1 0 0 0,0-1 0 0 0,1 0 0 0 0,1 1 0 0 0,0-1 0 0 0,1 1 0 0 0,0-1 0 0 0,0 0 0 0 0,1 0 0 0 0,4 12 0 0 0,-5-20 0 0 0,1 0 0 0 0,-1 0 0 0 0,1 0 0 0 0,0 0 0 0 0,0-1 0 0 0,0 1 0 0 0,1 0 0 0 0,-1-1 0 0 0,1 0 0 0 0,-1 1 0 0 0,1-1 0 0 0,0 0 0 0 0,0 0 0 0 0,0-1 0 0 0,0 1 0 0 0,0-1 0 0 0,0 1 0 0 0,0-1 0 0 0,1 0 0 0 0,-1 0 0 0 0,0 0 0 0 0,1-1 0 0 0,3 1 0 0 0,8 1 0 0 0,0 0 0 0 0,0-1 0 0 0,29-2 0 0 0,-14-2 0 0 0,0-2 0 0 0,0-1 0 0 0,0-1 0 0 0,-1-1 0 0 0,1-2 0 0 0,-2-1 0 0 0,0-1 0 0 0,0-1 0 0 0,-1-2 0 0 0,-1-1 0 0 0,-1-1 0 0 0,0-1 0 0 0,-1-1 0 0 0,-1-1 0 0 0,-1-1 0 0 0,28-34 0 0 0,-43 46 0 0 0,-1 0 0 0 0,0-1 0 0 0,0 0 0 0 0,-1 0 0 0 0,-1 0 0 0 0,0-1 0 0 0,0 1 0 0 0,-1-1 0 0 0,0 0 0 0 0,-1 0 0 0 0,0 0 0 0 0,-1 0 0 0 0,0-1 0 0 0,-2-14 0 0 0,1 23 0 0 0,-1 0 0 0 0,0 0 0 0 0,-1 0 0 0 0,1-1 0 0 0,-1 1 0 0 0,1 1 0 0 0,-1-1 0 0 0,0 0 0 0 0,0 0 0 0 0,0 1 0 0 0,0-1 0 0 0,-5-4 0 0 0,6 7 0 0 0,-29-15 0 0 0,21 13 0 0 0,0 1 0 0 0,-1 0 0 0 0,1 1 0 0 0,0 0 0 0 0,-19 2 0 0 0,14 1 0 0 0,2 1 0 0 0,0 1 0 0 0,1 2 0 0 0,6-2-277 0 0,-2 3-2071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31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291 120 728 0 0,'0'0'1243'0'0,"23"-11"5156"0"0,-7 3 5547 0 0,-15 7-11779 0 0,-1 1 0 0 0,1-1-1 0 0,0 1 1 0 0,0-1 0 0 0,-1 0 0 0 0,1 1 0 0 0,-1-1 0 0 0,1 0-1 0 0,0 0 1 0 0,-1 0 0 0 0,0 1 0 0 0,1-1 0 0 0,-1 0 0 0 0,1 0-1 0 0,-1 0 1 0 0,0 0 0 0 0,0 0 0 0 0,1 0 0 0 0,-1 0 0 0 0,0-1 0 0 0,0-1 419 0 0,-1-13 1486 0 0,-1 12-2018 0 0,0 0-1 0 0,0 0 0 0 0,0 0 0 0 0,0 1 0 0 0,-1-1 0 0 0,1 1 1 0 0,-1 0-1 0 0,0-1 0 0 0,0 1 0 0 0,0 1 0 0 0,0-1 0 0 0,-1 0 1 0 0,1 1-1 0 0,-1-1 0 0 0,1 1 0 0 0,-1 0 0 0 0,0 0 0 0 0,0 1 1 0 0,0-1-1 0 0,-8-1 0 0 0,4 2 126 0 0,0 0 0 0 0,1 1 0 0 0,-1 0 0 0 0,0 0-1 0 0,0 1 1 0 0,0 0 0 0 0,1 0 0 0 0,-1 1 0 0 0,0 0 0 0 0,1 0 0 0 0,-9 4 0 0 0,5-1 10 0 0,0 0 0 0 0,0 0 0 0 0,0 1 0 0 0,0 1 0 0 0,1 0 0 0 0,0 0 0 0 0,1 1 0 0 0,-1 0 0 0 0,1 1 1 0 0,1 0-1 0 0,0 0 0 0 0,0 1 0 0 0,1 0 0 0 0,0 0 0 0 0,-6 14 0 0 0,10-18-189 0 0,1-1 0 0 0,1 1 0 0 0,-1-1 0 0 0,1 1 0 0 0,0 0 0 0 0,0-1 0 0 0,1 1 0 0 0,0 0 0 0 0,0 0 0 0 0,0 0 0 0 0,1-1 0 0 0,-1 1 0 0 0,1 0 0 0 0,1 0 0 0 0,-1-1 0 0 0,1 1 0 0 0,0-1 0 0 0,0 1 0 0 0,1-1 0 0 0,0 0 0 0 0,0 0 0 0 0,0 0 0 0 0,0 0 0 0 0,1-1 0 0 0,-1 1 0 0 0,9 6 0 0 0,-6-6 0 0 0,0-1 0 0 0,0 0 0 0 0,1 0 0 0 0,-1 0 0 0 0,1-1 0 0 0,0 0 0 0 0,0 0 0 0 0,0-1 0 0 0,0 0 0 0 0,1 0 0 0 0,-1-1 0 0 0,1 0 0 0 0,-1 0 0 0 0,1 0 0 0 0,-1-1 0 0 0,1 0 0 0 0,-1-1 0 0 0,1 0 0 0 0,-1 0 0 0 0,9-3 0 0 0,-2 1 0 0 0,0-2 0 0 0,0 1 0 0 0,0-2 0 0 0,-1 0 0 0 0,21-12 0 0 0,-29 15 0 0 0,0-1 0 0 0,-1 0 0 0 0,1 0 0 0 0,-1 0 0 0 0,0-1 0 0 0,0 1 0 0 0,0-1 0 0 0,0 0 0 0 0,-1 0 0 0 0,0 0 0 0 0,0-1 0 0 0,-1 1 0 0 0,1-1 0 0 0,-1 1 0 0 0,3-13 0 0 0,-2 5 0 0 0,0-19 0 0 0,-22-34 0 0 0,26 73 0 0 0,-5-5 0 0 0,1 0 0 0 0,-1 1 0 0 0,1-1 0 0 0,-1 1 0 0 0,0 0 0 0 0,0 0 0 0 0,0 0 0 0 0,0 0 0 0 0,2 5 0 0 0,-2-2 0 0 0,4 11 0 0 0,2 0 0 0 0,0 0 0 0 0,0-1 0 0 0,2 0 0 0 0,0 0 0 0 0,1-1 0 0 0,23 25 0 0 0,-24-33 0 0 0,5-3 0 0 0,-15-4 0 0 0,1 0 0 0 0,0 1 0 0 0,0-1 0 0 0,0 0 0 0 0,0 0 0 0 0,0 0 0 0 0,-1 0 0 0 0,1 0 0 0 0,0 0 0 0 0,0 0 0 0 0,0 0 0 0 0,0 0 0 0 0,0 0 0 0 0,0 0 0 0 0,-1-1 0 0 0,1 1 0 0 0,0 0 0 0 0,0 0 0 0 0,0-1 0 0 0,0 1 0 0 0,-1-1 0 0 0,1 1 0 0 0,0-1 0 0 0,-1 1 0 0 0,1-1 0 0 0,0 1 0 0 0,-1-1 0 0 0,1 0 0 0 0,0 1 0 0 0,-1-1 0 0 0,1 0 0 0 0,-1 0 0 0 0,1-1 0 0 0,0 1 0 0 0,3-3 0 0 0,0-1 0 0 0,0 1 0 0 0,0-1 0 0 0,0 0 0 0 0,-1 0 0 0 0,0 0 0 0 0,0 0 0 0 0,0-1 0 0 0,-1 1 0 0 0,0-1 0 0 0,0 0 0 0 0,2-7 0 0 0,14-33 0 0 0,-8 13 0 0 0,-8 26 0 0 0,-1 0 0 0 0,1 1 0 0 0,0-1 0 0 0,0 0 0 0 0,5-8 0 0 0,-2 0 0 0 0,-3 4 0 0 0,-3 39 0 0 0,3 54 0 0 0,-1-76 0 0 0,0 0 0 0 0,0 0 0 0 0,1-1 0 0 0,-1 1 0 0 0,1-1 0 0 0,1 0 0 0 0,-1 1 0 0 0,1-1 0 0 0,0 0 0 0 0,0 0 0 0 0,0 0 0 0 0,6 6 0 0 0,0 0 0 0 0,-8-9 0 0 0,0 0 0 0 0,0 0 0 0 0,1 0 0 0 0,-1 0 0 0 0,1 0 0 0 0,-1-1 0 0 0,1 1 0 0 0,0 0 0 0 0,-1-1 0 0 0,1 0 0 0 0,0 1 0 0 0,0-1 0 0 0,0 0 0 0 0,0 0 0 0 0,0 0 0 0 0,0 0 0 0 0,1 0 0 0 0,-1-1 0 0 0,0 1 0 0 0,0-1 0 0 0,1 1 0 0 0,-1-1 0 0 0,0 0 0 0 0,0 0 0 0 0,1 0 0 0 0,-1 0 0 0 0,0 0 0 0 0,1 0 0 0 0,-1-1 0 0 0,3 0 0 0 0,2 0 0 0 0,0-1 0 0 0,1 1 0 0 0,-1-1 0 0 0,0-1 0 0 0,0 1 0 0 0,0-1 0 0 0,-1-1 0 0 0,1 1 0 0 0,-1-1 0 0 0,1 0 0 0 0,-1 0 0 0 0,7-7 0 0 0,-4 1 0 0 0,0 1 0 0 0,0-1 0 0 0,-1-1 0 0 0,-1 1 0 0 0,0-1 0 0 0,9-17 0 0 0,-3 5 0 0 0,-8 15 0 0 0,-1 0 0 0 0,0-1 0 0 0,0 1 0 0 0,-1-1 0 0 0,0 1 0 0 0,-1-1 0 0 0,0 0 0 0 0,1-9 0 0 0,-2 28 0 0 0,-1 0 0 0 0,1 1 0 0 0,0-1 0 0 0,1 0 0 0 0,0 1 0 0 0,1-1 0 0 0,0 0 0 0 0,8 16 0 0 0,-11-26 0 0 0,2 6 0 0 0,0 0 0 0 0,1-1 0 0 0,0 1 0 0 0,0-1 0 0 0,0 0 0 0 0,0 0 0 0 0,1 0 0 0 0,0 0 0 0 0,0 0 0 0 0,0-1 0 0 0,1 0 0 0 0,-1 0 0 0 0,1 0 0 0 0,6 3 0 0 0,-2-2 0 0 0,1-2-220 0 0,-8-2-977 0 0,6-6-1591 0 0,-8 5 2670 0 0,1 0 0 0 0,-1 0 1 0 0,1 0-1 0 0,-1 0 0 0 0,1 0 0 0 0,-1 0 0 0 0,1-1 1 0 0,-1 1-1 0 0,0 0 0 0 0,1 0 0 0 0,-1 0 0 0 0,1 0 1 0 0,-1-1-1 0 0,1 1 0 0 0,-1 0 0 0 0,0 0 0 0 0,1-1 1 0 0,-1 1-1 0 0,0 0 0 0 0,1-1 0 0 0,-1 1 0 0 0,0 0 1 0 0,0-1-1 0 0,1 1 0 0 0,-1 0 0 0 0,0-1 0 0 0,0 1 0 0 0,1-1 1 0 0,-1 1-1 0 0,0 0 0 0 0,0-1 0 0 0,1-9-4771 0 0,2 3-2478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32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71 308 0 0,'-29'-39'8245'0'0,"25"35"-7462"0"0,0 1-1 0 0,0 0 0 0 0,0 0 1 0 0,-1 1-1 0 0,1-1 0 0 0,-1 1 1 0 0,0 0-1 0 0,1 0 0 0 0,-1 0 1 0 0,0 1-1 0 0,-6-1 0 0 0,3 1-30 0 0,0 0 0 0 0,0 0-1 0 0,-1 1 1 0 0,1 1 0 0 0,0-1-1 0 0,-15 4 1 0 0,14-2-247 0 0,-1 0 0 0 0,1 1 0 0 0,0 0 0 0 0,0 1 0 0 0,1 0 0 0 0,-1 1 0 0 0,1 0 0 0 0,0 0 0 0 0,0 0 0 0 0,0 1 0 0 0,1 0 0 0 0,-1 1 0 0 0,-6 7 0 0 0,13-12-472 0 0,-1 0 0 0 0,1 0 0 0 0,-1-1 0 0 0,1 1-1 0 0,-1 0 1 0 0,1 0 0 0 0,0 0 0 0 0,0 0 0 0 0,0 0-1 0 0,0 1 1 0 0,1-1 0 0 0,-1 0 0 0 0,0 0 0 0 0,1 1-1 0 0,0-1 1 0 0,-1 0 0 0 0,1 1 0 0 0,0-1-1 0 0,0 0 1 0 0,0 1 0 0 0,1-1 0 0 0,-1 0 0 0 0,0 1-1 0 0,1-1 1 0 0,0 0 0 0 0,-1 0 0 0 0,1 0 0 0 0,0 1-1 0 0,0-1 1 0 0,0 0 0 0 0,0 0 0 0 0,1 0 0 0 0,-1 0-1 0 0,1-1 1 0 0,-1 1 0 0 0,1 0 0 0 0,-1-1 0 0 0,1 1-1 0 0,0-1 1 0 0,0 1 0 0 0,0-1 0 0 0,0 0-1 0 0,4 2 1 0 0,3 2 72 0 0,0-1 0 0 0,0 0 0 0 0,0 0 1 0 0,0-1-1 0 0,1-1 0 0 0,-1 1 0 0 0,1-1 0 0 0,0-1 0 0 0,13 1 0 0 0,-3-2-105 0 0,-6 0 0 0 0,0 0 0 0 0,-1-1 0 0 0,1-1 0 0 0,0 0 0 0 0,-1-1 0 0 0,1 0 0 0 0,-1-1 0 0 0,0 0 0 0 0,0-1 0 0 0,23-13 0 0 0,-36 18 0 0 0,1 0 0 0 0,-1 0 0 0 0,1 0 0 0 0,-1 0 0 0 0,0 0 0 0 0,1 0 0 0 0,-1 0 0 0 0,1 1 0 0 0,-1-1 0 0 0,1 0 0 0 0,-1 0 0 0 0,0 0 0 0 0,1 0 0 0 0,-1 1 0 0 0,1-1 0 0 0,-1 0 0 0 0,0 0 0 0 0,1 1 0 0 0,-1-1 0 0 0,0 0 0 0 0,1 1 0 0 0,-1-1 0 0 0,0 0 0 0 0,1 1 0 0 0,-1-1 0 0 0,0 0 0 0 0,0 1 0 0 0,0-1 0 0 0,1 1 0 0 0,-1-1 0 0 0,0 0 0 0 0,0 1 0 0 0,0 0 0 0 0,7 18 0 0 0,-5-14 0 0 0,13 39 0 0 0,10 49 0 0 0,-4-14 0 0 0,2-4 0 0 0,-3-12 0 0 0,12 66 0 0 0,-31-123 0 0 0,0 0 0 0 0,-1 1 0 0 0,1-1 0 0 0,-1 1 0 0 0,0-1 0 0 0,-1 0 0 0 0,1 1 0 0 0,-1-1 0 0 0,-1 0 0 0 0,1 0 0 0 0,-5 11 0 0 0,5-14 0 0 0,0-1 0 0 0,-1 0 0 0 0,1 0 0 0 0,0 0 0 0 0,-1-1 0 0 0,0 1 0 0 0,1 0 0 0 0,-1-1 0 0 0,0 1 0 0 0,0-1 0 0 0,0 1 0 0 0,0-1 0 0 0,0 0 0 0 0,0 0 0 0 0,0 0 0 0 0,-1 0 0 0 0,1 0 0 0 0,0 0 0 0 0,-1-1 0 0 0,1 1 0 0 0,0-1 0 0 0,-1 1 0 0 0,1-1 0 0 0,0 0 0 0 0,-1 0 0 0 0,1 0 0 0 0,-1-1 0 0 0,1 1 0 0 0,0 0 0 0 0,-1-1 0 0 0,1 0 0 0 0,0 1 0 0 0,-3-2 0 0 0,-7-2 0 0 0,0-1 0 0 0,0 0 0 0 0,0-1 0 0 0,1 0 0 0 0,0-1 0 0 0,0 0 0 0 0,1 0 0 0 0,0-1 0 0 0,0-1 0 0 0,-11-12 0 0 0,3 1 0 0 0,2 0 0 0 0,1-1 0 0 0,0-1 0 0 0,-12-26 0 0 0,25 44 0 0 0,0 0 0 0 0,0-1 0 0 0,0 0 0 0 0,1 1 0 0 0,-1-1 0 0 0,1 0 0 0 0,0 1 0 0 0,1-1 0 0 0,-1 0 0 0 0,1 0 0 0 0,0 0 0 0 0,0 0 0 0 0,1 0 0 0 0,-1 0 0 0 0,1 1 0 0 0,0-1 0 0 0,1 0 0 0 0,-1 1 0 0 0,1-1 0 0 0,0 0 0 0 0,0 1 0 0 0,0 0 0 0 0,0 0 0 0 0,1-1 0 0 0,0 1 0 0 0,0 1 0 0 0,0-1 0 0 0,0 0 0 0 0,1 1 0 0 0,-1-1 0 0 0,1 1 0 0 0,5-3 0 0 0,24-11-2904 0 0,13-10-7523 0 0,-7 5 2705 0 0,-27 15 1136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32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15 956 0 0,'1'-14'24625'0'0,"8"110"-22306"0"0,-9-74-1624 0 0,1 1 0 0 0,1 0 1 0 0,1-1-1 0 0,1 1 0 0 0,1-1 1 0 0,14 38-1 0 0,-15-54-753 0 0,-1 0-1 0 0,1 0 1 0 0,1 0 0 0 0,-1-1 0 0 0,1 0-1 0 0,0 0 1 0 0,1 0 0 0 0,-1 0-1 0 0,1-1 1 0 0,0 0 0 0 0,0 0 0 0 0,0 0-1 0 0,0-1 1 0 0,1 0 0 0 0,-1 0-1 0 0,1-1 1 0 0,0 0 0 0 0,0 0 0 0 0,0 0-1 0 0,0-1 1 0 0,0 0 0 0 0,0 0-1 0 0,0-1 1 0 0,0 0 0 0 0,0 0 0 0 0,0-1-1 0 0,13-2 1 0 0,-11 2-21 0 0,0-1-1 0 0,-1 0 1 0 0,1 0-1 0 0,0-1 1 0 0,-1 0-1 0 0,1 0 1 0 0,-1-1-1 0 0,0 0 1 0 0,0 0-1 0 0,-1-1 1 0 0,1 0-1 0 0,-1-1 1 0 0,0 1-1 0 0,-1-1 1 0 0,1-1-1 0 0,-1 1 1 0 0,0-1-1 0 0,-1 0 1 0 0,1-1-1 0 0,-1 1 1 0 0,6-15-1 0 0,-8 13 56 0 0,-1-1-1 0 0,0 1 1 0 0,0-1 0 0 0,-1 0-1 0 0,-1 0 1 0 0,1 0 0 0 0,-2 0 0 0 0,0-10-1 0 0,-1-17 1161 0 0,1 35-1057 0 0,0 1 1 0 0,0-1-1 0 0,0 1 1 0 0,0-1-1 0 0,0 1 1 0 0,0-1-1 0 0,-1 1 1 0 0,1 0-1 0 0,0-1 1 0 0,-1 1-1 0 0,1 0 1 0 0,-1 0-1 0 0,1 0 1 0 0,-1 0-1 0 0,0 0 1 0 0,0 1-1 0 0,1-1 1 0 0,-1 0-1 0 0,0 1 1 0 0,0-1-1 0 0,1 1 1 0 0,-1 0-1 0 0,0 0 1 0 0,0 0-1 0 0,0-1 1 0 0,0 2-1 0 0,0-1 1 0 0,0 0-1 0 0,1 0 1 0 0,-4 1-1 0 0,-1 1-79 0 0,0 0 0 0 0,0 0 0 0 0,1 1 0 0 0,-1 0 0 0 0,1 0 0 0 0,-1 0 0 0 0,1 1 0 0 0,0-1 0 0 0,0 1 0 0 0,0 0 0 0 0,1 1 0 0 0,0-1 0 0 0,0 1 0 0 0,0 0 0 0 0,0 0 0 0 0,1 0 0 0 0,-1 1 0 0 0,1-1 0 0 0,-4 11 0 0 0,3-5 0 0 0,1 0 0 0 0,0-1 0 0 0,1 1 0 0 0,0 0 0 0 0,0 1 0 0 0,1-1 0 0 0,1 0 0 0 0,0 0 0 0 0,3 23 0 0 0,-3-28 0 0 0,1-1 0 0 0,0 1 0 0 0,0-1 0 0 0,0 0 0 0 0,1 1 0 0 0,-1-1 0 0 0,2 0 0 0 0,-1 0 0 0 0,0 0 0 0 0,1 0 0 0 0,0 0 0 0 0,0-1 0 0 0,0 1 0 0 0,1-1 0 0 0,0 0 0 0 0,-1 0 0 0 0,1 0 0 0 0,1 0 0 0 0,-1-1 0 0 0,0 0 0 0 0,1 0 0 0 0,0 0 0 0 0,0 0 0 0 0,0-1 0 0 0,0 0 0 0 0,0 0 0 0 0,0 0 0 0 0,1 0 0 0 0,-1-1 0 0 0,6 1 0 0 0,-1-2-232 0 0,-1-1-1 0 0,0 0 1 0 0,1 0-1 0 0,-1-1 1 0 0,0 0 0 0 0,0 0-1 0 0,0-1 1 0 0,0 0 0 0 0,0-1-1 0 0,-1 0 1 0 0,1-1-1 0 0,-1 1 1 0 0,0-1 0 0 0,-1-1-1 0 0,1 0 1 0 0,-1 0-1 0 0,0 0 1 0 0,-1-1 0 0 0,8-9-1 0 0,1-11-5190 0 0,-11 10-5544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33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245 115 176 0 0,'0'0'7449'0'0,"2"-12"-4372"0"0,50-27 4063 0 0,-50 37-6383 0 0,2-3 2123 0 0,-4 5-2743 0 0,0 0 0 0 0,1 0 0 0 0,-1 0 0 0 0,0-1 0 0 0,1 1 0 0 0,-1 0-1 0 0,0 0 1 0 0,0 0 0 0 0,1-1 0 0 0,-1 1 0 0 0,0 0 0 0 0,0-1 0 0 0,0 1 0 0 0,1 0-1 0 0,-1-1 1 0 0,0 1 0 0 0,0 0 0 0 0,0-1 0 0 0,0 1 0 0 0,0 0 0 0 0,0-1 0 0 0,0 1-1 0 0,0 0 1 0 0,0-1 0 0 0,0 1 0 0 0,0 0 0 0 0,0-1 0 0 0,0 1 0 0 0,0-1 0 0 0,0 1-1 0 0,0 0 1 0 0,0-1 0 0 0,0 1 0 0 0,0 0 0 0 0,0-1 0 0 0,-1 1 0 0 0,1 0 0 0 0,0 0-1 0 0,0-1 1 0 0,-1 0 0 0 0,-1-2 199 0 0,0 0 1 0 0,-1-1-1 0 0,1 1 0 0 0,-1 0 1 0 0,0 0-1 0 0,0 0 0 0 0,0 1 1 0 0,0-1-1 0 0,0 1 0 0 0,-1-1 1 0 0,1 1-1 0 0,-1 0 0 0 0,0 0 1 0 0,1 1-1 0 0,-9-3 0 0 0,1 3-89 0 0,7 1-243 0 0,0 0 0 0 0,0 1 0 0 0,0-1 1 0 0,0 1-1 0 0,0-1 0 0 0,0 1 0 0 0,0 0 0 0 0,0 1 0 0 0,0-1 0 0 0,0 1 1 0 0,1-1-1 0 0,-6 4 0 0 0,-2 2-10 0 0,-3 0 6 0 0,1 1 0 0 0,0 0 0 0 0,1 1 0 0 0,0 1 0 0 0,1 0 0 0 0,0 0 0 0 0,0 1 0 0 0,1 0 0 0 0,-12 18 0 0 0,17-22 0 0 0,0 1 0 0 0,0 0 0 0 0,1 0 0 0 0,0 0 0 0 0,0 0 0 0 0,1 1 0 0 0,0-1 0 0 0,0 1 0 0 0,1 0 0 0 0,1 0 0 0 0,-1 0 0 0 0,1 0 0 0 0,1 0 0 0 0,0 0 0 0 0,0 0 0 0 0,3 17 0 0 0,-2-18 0 0 0,1 0 0 0 0,0 0 0 0 0,1 0 0 0 0,0 0 0 0 0,0 0 0 0 0,1 0 0 0 0,0-1 0 0 0,1 1 0 0 0,-1-1 0 0 0,1 0 0 0 0,0-1 0 0 0,1 1 0 0 0,0-1 0 0 0,0 0 0 0 0,0 0 0 0 0,1-1 0 0 0,0 0 0 0 0,0 0 0 0 0,0-1 0 0 0,0 0 0 0 0,1 0 0 0 0,-1 0 0 0 0,1-1 0 0 0,0 0 0 0 0,1-1 0 0 0,-1 0 0 0 0,12 2 0 0 0,3-1 0 0 0,0-2 0 0 0,0 0 0 0 0,0-1 0 0 0,0-1 0 0 0,0-2 0 0 0,0 0 0 0 0,0-1 0 0 0,-1-1 0 0 0,0-1 0 0 0,0-2 0 0 0,0 0 0 0 0,-1-1 0 0 0,0-1 0 0 0,-1-1 0 0 0,29-19 0 0 0,-40 22 0 0 0,0 1 0 0 0,0-1 0 0 0,-1-1 0 0 0,0 0 0 0 0,0 0 0 0 0,-1-1 0 0 0,0 0 0 0 0,7-13 0 0 0,-11 18 0 0 0,-1-1 0 0 0,1 1 0 0 0,-1-1 0 0 0,0 1 0 0 0,-1-1 0 0 0,1 0 0 0 0,-1 1 0 0 0,0-1 0 0 0,0 0 0 0 0,-1 0 0 0 0,0 0 0 0 0,0 0 0 0 0,-1 0 0 0 0,1 0 0 0 0,-1 0 0 0 0,0 0 0 0 0,-4-11 0 0 0,0 8 0 0 0,0 0 0 0 0,0 0 0 0 0,0 1 0 0 0,-1-1 0 0 0,-1 1 0 0 0,1 0 0 0 0,-1 1 0 0 0,0 0 0 0 0,-1 0 0 0 0,0 1 0 0 0,0-1 0 0 0,-1 2 0 0 0,1-1 0 0 0,-19-7 0 0 0,10 5 0 0 0,0 2 0 0 0,-1 0 0 0 0,0 1 0 0 0,0 0 0 0 0,0 2 0 0 0,-1 0 0 0 0,1 1 0 0 0,-20 1 0 0 0,36 1 0 0 0,0 0 0 0 0,-1 0 0 0 0,1 1 0 0 0,0-1 0 0 0,0 1 0 0 0,-1-1 0 0 0,1 1 0 0 0,0 0 0 0 0,0 0 0 0 0,0 0 0 0 0,0 0 0 0 0,0 0 0 0 0,0 0 0 0 0,0 0 0 0 0,0 1 0 0 0,0-1 0 0 0,1 1 0 0 0,-1 0 0 0 0,1-1 0 0 0,-1 1 0 0 0,1 0 0 0 0,0 0 0 0 0,-1 0 0 0 0,1 0 0 0 0,0 0 0 0 0,0 0 0 0 0,0 0 0 0 0,1 0 0 0 0,-1 0 0 0 0,0 0 0 0 0,1 1 0 0 0,-1-1 0 0 0,1 3 0 0 0,4 16-3066 0 0,10-10-7607 0 0,-6-8 5692 0 0,-2 1-2917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34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38 836 0 0,'0'0'31384'0'0,"7"-1"-30923"0"0,268-5-361 0 0,-175 8-114 0 0,9-2 14 0 0,-92 0 0 0 0,1 0 0 0 0,-7 0-367 0 0,-9 0-1520 0 0,-2-5-4479 0 0,-4-9 4545 0 0,-1 8-7859 0 0,-5-2 2571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35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5 252 0 0,'0'0'4256'0'0,"-13"-4"17414"0"0,50 16-21052 0 0,1-2-1 0 0,1-1 1 0 0,0-2-1 0 0,70 3 1 0 0,-26-2-164 0 0,54 8 545 0 0,-135-16-734 0 0,-3 3-215 0 0,-1 1 1 0 0,1-1-1 0 0,-1 0 0 0 0,0 0 1 0 0,0 0-1 0 0,0 0 0 0 0,-1 0 1 0 0,1 0-1 0 0,-1 0 0 0 0,1-1 1 0 0,-1 0-1 0 0,0 1 0 0 0,0-1 1 0 0,0 0-1 0 0,0 0 0 0 0,-1-1 1 0 0,-5 3-1 0 0,-66 32 816 0 0,70-34-855 0 0,-8 3-11 0 0,1 0 0 0 0,5-1 0 0 0,-2 1-149 0 0,7-5-624 0 0,48-10-4834 0 0,-32 2-1495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6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1 592 0 0,'0'0'15089'0'0,"-4"1"-13170"0"0,-16 3 12753 0 0,26-3-14241 0 0,23 7-417 0 0,1-2 0 0 0,0-1 0 0 0,1-1 0 0 0,34-1 0 0 0,-22-2-20 0 0,18-1 6 0 0,-43 1 0 0 0,-4 2 0 0 0,-4 0-119 0 0,-8-2-765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6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152 107 1288 0 0,'0'0'18210'0'0,"-6"5"-17004"0"0,-1 2-639 0 0,0 0-1 0 0,0 0 1 0 0,0 1 0 0 0,1 0-1 0 0,0 0 1 0 0,0 1-1 0 0,1-1 1 0 0,1 1 0 0 0,-7 15-1 0 0,-16 36 1022 0 0,19-46-987 0 0,1 1 0 0 0,0 1 0 0 0,1-1 0 0 0,0 1 1 0 0,2 0-1 0 0,0 0 0 0 0,-3 28 0 0 0,3-23-601 0 0,9-8 0 0 0,7-5 0 0 0,7-13 0 0 0,-6-3 0 0 0,0-1 0 0 0,-1 0 0 0 0,0 0 0 0 0,0-2 0 0 0,-1 1 0 0 0,0-2 0 0 0,-1 1 0 0 0,16-25 0 0 0,-3 2 0 0 0,-2-1 0 0 0,19-45 0 0 0,-17 19 0 0 0,-15 37 0 0 0,0 1 0 0 0,2 0 0 0 0,15-26 0 0 0,-19 38 0 0 0,-5 11 0 0 0,-1 0 0 0 0,0 0 0 0 0,0 0 0 0 0,0 0 0 0 0,0 0 0 0 0,0 0 0 0 0,0 0 0 0 0,0 0 0 0 0,0 1 0 0 0,0-1 0 0 0,0 0 0 0 0,0 0 0 0 0,1 0 0 0 0,-1 0 0 0 0,0 0 0 0 0,0 0 0 0 0,0 0 0 0 0,0 0 0 0 0,0 0 0 0 0,0 0 0 0 0,0 0 0 0 0,0 1 0 0 0,1-1 0 0 0,-1 0 0 0 0,0 0 0 0 0,0 0 0 0 0,0 0 0 0 0,0 0 0 0 0,0 0 0 0 0,0 0 0 0 0,1 0 0 0 0,-1 0 0 0 0,0 0 0 0 0,0 0 0 0 0,0 0 0 0 0,0 0 0 0 0,0 0 0 0 0,0 0 0 0 0,0 0 0 0 0,1 0 0 0 0,-1-1 0 0 0,0 1 0 0 0,0 0 0 0 0,0 0 0 0 0,0 0 0 0 0,0 0 0 0 0,0 0 0 0 0,0 0 0 0 0,0 0 0 0 0,1 0 0 0 0,-1 0 0 0 0,0 0 0 0 0,0 0 0 0 0,0-1 0 0 0,0 1 0 0 0,0 0 0 0 0,0 0 0 0 0,0 0 0 0 0,0 0 0 0 0,0 0 0 0 0,0-1 0 0 0,16 85 0 0 0,-14-60 0 0 0,2 0 0 0 0,14 47 0 0 0,-12-53 0 0 0,0 1 0 0 0,1 0 0 0 0,1 0 0 0 0,0-1 0 0 0,2 0 0 0 0,0 0 0 0 0,0-1 0 0 0,2 0 0 0 0,14 15 0 0 0,-20-24 0 0 0,2 2 0 0 0,2-2 0 0 0,-8 1 0 0 0,-16-3 0 0 0,3-5-840 0 0,1 0 0 0 0,0-1 0 0 0,-1 0 0 0 0,-19-3 0 0 0,-3 1-2534 0 0,25 2 2577 0 0,-28 3-4787 0 0,12-2-2834 0 0,5 0 2572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7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20 156 0 0,'0'0'1121'0'0,"-17"0"19532"0"0,202-8-13338 0 0,2-4-3793 0 0,-171 13-3522 0 0,-10 6-126 0 0,-5-5-642 0 0,-4 1-2521 0 0,-10 11 1249 0 0,10-11-499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7.8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112 206 696 0 0,'-2'-6'15866'0'0,"-3"21"-14470"0"0,1 0 0 0 0,0 0 0 0 0,1 1 0 0 0,-1 29 0 0 0,1 71 3138 0 0,3-103-4062 0 0,1 0 0 0 0,0 0 0 0 0,1 0 1 0 0,5 19-1 0 0,-5-11-406 0 0,-6-63-5674 0 0,-2 0 4248 0 0,-1 0 0 0 0,-17-51 0 0 0,14 51 1132 0 0,-13-19 390 0 0,19 52 130 0 0,0 0-1 0 0,0-1 1 0 0,1 1-1 0 0,0 0 1 0 0,1-1-1 0 0,0 0 1 0 0,0 0 0 0 0,1 1-1 0 0,0-1 1 0 0,1-13-1 0 0,1 20-216 0 0,0 0 0 0 0,1 0 0 0 0,-1 0 0 0 0,1 1 0 0 0,-1-1 0 0 0,1 1 0 0 0,0-1 0 0 0,0 1 0 0 0,0 0 0 0 0,0 0 0 0 0,0 0 0 0 0,0 0 0 0 0,1 0 0 0 0,-1 0 0 0 0,1 0 0 0 0,-1 1 0 0 0,1-1 0 0 0,3 0 0 0 0,52-21 957 0 0,-57 23-1017 0 0,15-5 194 0 0,-1 0-1 0 0,1 2 1 0 0,-1 0-1 0 0,1 1 1 0 0,0 0-1 0 0,0 1 1 0 0,0 1-1 0 0,0 1 1 0 0,0 0-1 0 0,0 1 1 0 0,25 6-1 0 0,-39-7-183 0 0,0-1 0 0 0,0 1 0 0 0,0 0 0 0 0,0 0 0 0 0,0 0 0 0 0,0 0 0 0 0,0 0 0 0 0,0 0 0 0 0,0 0 0 0 0,-1 1 0 0 0,1-1 0 0 0,0 1 0 0 0,-1-1 0 0 0,1 1 0 0 0,-1 0 0 0 0,0-1-1 0 0,0 1 1 0 0,1 0 0 0 0,-1 0 0 0 0,0 0 0 0 0,0 0 0 0 0,0 3 0 0 0,0-1 65 0 0,-1-1 0 0 0,0 1 0 0 0,0 0 0 0 0,0-1 0 0 0,0 1 0 0 0,-1-1 0 0 0,1 1 0 0 0,-1-1 0 0 0,0 1 0 0 0,0-1 0 0 0,0 1 0 0 0,-3 4 0 0 0,-6 11 415 0 0,0-2 1 0 0,-2 0 0 0 0,-25 30 0 0 0,28-35-436 0 0,-83 92-70 0 0,71-83 0 0 0,16-17 0 0 0,0 0 0 0 0,1 0 0 0 0,-1 1 0 0 0,1 0 0 0 0,0 0 0 0 0,0 0 0 0 0,1 0 0 0 0,0 1 0 0 0,0-1 0 0 0,0 1 0 0 0,-3 11 0 0 0,5-14 0 0 0,1 0 0 0 0,0 0 0 0 0,0 0 0 0 0,1 0 0 0 0,-1-1 0 0 0,1 1 0 0 0,-1 0 0 0 0,1 0 0 0 0,0-1 0 0 0,0 1 0 0 0,0 0 0 0 0,0-1 0 0 0,1 1 0 0 0,-1-1 0 0 0,1 1 0 0 0,-1-1 0 0 0,1 0 0 0 0,0 1 0 0 0,0-1 0 0 0,0 0 0 0 0,0 0 0 0 0,0-1 0 0 0,0 1 0 0 0,1 0 0 0 0,-1-1 0 0 0,1 1 0 0 0,3 1 0 0 0,-2-1 0 0 0,5 5 0 0 0,-6-5 0 0 0,1 1 0 0 0,-1-1 0 0 0,1 0 0 0 0,0 0 0 0 0,0 0 0 0 0,0 0 0 0 0,0-1 0 0 0,0 1 0 0 0,0-1 0 0 0,6 1 0 0 0,7 1 0 0 0,1 0 0 0 0,-5 1 0 0 0,-1 1 0 0 0,1-2 0 0 0,-1 0 0 0 0,0 2 0 0 0,1-2 0 0 0,1 2 0 0 0,-4-2-79 0 0,-8-3-687 0 0,2-13-5101 0 0,-3 11 2085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8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0 876 0 0,'-11'8'31827'0'0,"32"-1"-31813"0"0,-1-1 0 0 0,1-1 0 0 0,1-1 0 0 0,35 2 0 0 0,-4 0-20 0 0,-21 2-767 0 0,-31-8 720 0 0,-1 0 0 0 0,0 1 0 0 0,1-1 0 0 0,-1 0 0 0 0,0 0 0 0 0,0 0 0 0 0,1 1 0 0 0,-1-1 0 0 0,0 0 0 0 0,1 0 0 0 0,-1 1 0 0 0,0-1 1 0 0,0 0-1 0 0,1 0 0 0 0,-1 1 0 0 0,0-1 0 0 0,0 0 0 0 0,0 1 0 0 0,0-1 0 0 0,1 0 0 0 0,-1 1 0 0 0,0-1 0 0 0,0 0 0 0 0,0 1 0 0 0,0-1 0 0 0,0 1 0 0 0,0-1 0 0 0,0 0 0 0 0,0 1 0 0 0,0-1 0 0 0,0 0 0 0 0,0 1 1 0 0,0-1-1 0 0,-1 1 0 0 0,0 2-362 0 0,-1-1 0 0 0,-1 0 0 0 0,1 0 1 0 0,0 0-1 0 0,0 0 0 0 0,-1 0 0 0 0,1 0 0 0 0,-1 0 1 0 0,-4 1-1 0 0,-1 3-376 0 0,-83 53-7376 0 0,53-35-877 0 0,26-16 4549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9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41 268 0 0,'0'0'15125'0'0,"5"-2"-13405"0"0,1 0-1609 0 0,7-5 1575 0 0,1 2 0 0 0,0-1 1 0 0,1 2-1 0 0,17-3 1 0 0,15 2 1868 0 0,61 3 1 0 0,-95 1-3556 0 0,5 2 0 0 0,-6 2 0 0 0,-7 4-103 0 0,-4-6-557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31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1 1160 0 0,'-1'-1'5128'0'0,"-12"2"7474"0"0,12 0-12482 0 0,1 0 0 0 0,-1 0 0 0 0,0 0 0 0 0,1 0-1 0 0,-1 0 1 0 0,1 0 0 0 0,0 0 0 0 0,-1 0 0 0 0,1 0-1 0 0,0 0 1 0 0,-1 1 0 0 0,1-1 0 0 0,0 0-1 0 0,0 0 1 0 0,0 0 0 0 0,0 1 0 0 0,0-1 0 0 0,0 0-1 0 0,0 0 1 0 0,1 0 0 0 0,-1 0 0 0 0,0 1 0 0 0,1 0-1 0 0,-3 19 1965 0 0,-2-6-1053 0 0,4 24-440 0 0,1 42 3057 0 0,-13 96 0 0 0,11-169-3648 0 0,1 0 0 0 0,-1 0 0 0 0,2 0 0 0 0,-1-1 0 0 0,2 11 0 0 0,3 44 0 0 0,-1-34 0 0 0,0-22 0 0 0,9-22-57 0 0,-11 11-485 0 0,-1-1 0 0 0,0 1 1 0 0,0-1-1 0 0,0 1 0 0 0,-1-1 0 0 0,1 1 0 0 0,-1-1 0 0 0,-1 0 0 0 0,1 1 0 0 0,-3-8 0 0 0,-9-30-13967 0 0,5 30 7625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32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76 692 0 0,'10'-29'8107'0'0,"-6"25"-7390"0"0,0 0 1 0 0,1 0-1 0 0,-1 1 1 0 0,1-1-1 0 0,0 1 1 0 0,0 0-1 0 0,0 1 0 0 0,0-1 1 0 0,8-1-1 0 0,-3 0 13 0 0,1 2-1 0 0,0-1 1 0 0,0 1-1 0 0,15 0 1 0 0,11 2 194 0 0,0 2 0 0 0,36 6 1 0 0,-43-5-140 0 0,-28-3-750 0 0,59 10 950 0 0,-56-9-848 0 0,0 0 0 0 0,-1 1-1 0 0,1-1 1 0 0,-1 1 0 0 0,0 0 0 0 0,1 0-1 0 0,-1 0 1 0 0,0 1 0 0 0,0-1-1 0 0,0 1 1 0 0,3 3 0 0 0,-6-4-27 0 0,0 0 1 0 0,0 0-1 0 0,0 0 0 0 0,0 0 1 0 0,0 1-1 0 0,-1-1 1 0 0,1 0-1 0 0,-1 0 0 0 0,1 0 1 0 0,-1 1-1 0 0,0-1 1 0 0,0 0-1 0 0,0 0 1 0 0,0 1-1 0 0,0-1 0 0 0,0 0 1 0 0,-1 0-1 0 0,1 0 1 0 0,-1 1-1 0 0,1-1 0 0 0,-1 0 1 0 0,0 0-1 0 0,0 0 1 0 0,0 0-1 0 0,0 0 0 0 0,0 0 1 0 0,-1 0-1 0 0,1 0 1 0 0,-1-1-1 0 0,1 1 1 0 0,-4 2-1 0 0,-3 5 383 0 0,-1 0 0 0 0,0 0 1 0 0,0-1-1 0 0,-12 8 0 0 0,6-6-326 0 0,-2 0 1 0 0,1-1-1 0 0,-36 13 1 0 0,42-18-142 0 0,0-1 0 0 0,1-1-1 0 0,-2 1 1 0 0,1-2 0 0 0,0 1 0 0 0,0-1 0 0 0,0-1-1 0 0,-1 0 1 0 0,-11-1 0 0 0,20 0-26 0 0,-1 1 0 0 0,1-1 0 0 0,0 1 0 0 0,-1-1 0 0 0,1 0 0 0 0,0 0 0 0 0,-1 0 0 0 0,1 0 0 0 0,0 0 0 0 0,0-1 0 0 0,0 1 0 0 0,0-1 0 0 0,0 1 0 0 0,0-1 0 0 0,0 0 0 0 0,1 0 0 0 0,-1 0 0 0 0,1 0 0 0 0,-1 0 0 0 0,1 0 0 0 0,0 0 0 0 0,0 0 0 0 0,0 0 0 0 0,0-1 0 0 0,0 1 0 0 0,0-1 0 0 0,0 1 0 0 0,1 0 0 0 0,-1-1 0 0 0,1 1 0 0 0,0-1 0 0 0,0 1 0 0 0,0-1 0 0 0,0 1 0 0 0,0-1 0 0 0,1 1 0 0 0,-1-1 0 0 0,1 1 0 0 0,-1 0 0 0 0,1-1 0 0 0,0 1 0 0 0,0 0 0 0 0,2-5 0 0 0,14-21-5693 0 0,-5 8-1447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1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31 480 0 0,'8'-12'2846'0'0,"13"-5"11088"0"0,-12 15-12502 0 0,-6 2-280 0 0,15 35 2330 0 0,-14-11-1406 0 0,2 45 0 0 0,-3-24-829 0 0,-2-4 123 0 0,-7 75 0 0 0,0-5-68 0 0,3-33-1302 0 0,1-47 0 0 0,1 0 0 0 0,5 52 0 0 0,-3-54 0 0 0,-2-24 0 0 0,1 0 0 0 0,-1 0 0 0 0,1 0 0 0 0,1 0 0 0 0,-1 0 0 0 0,1 0 0 0 0,0 0 0 0 0,0-1 0 0 0,0 1 0 0 0,1 0 0 0 0,0-1 0 0 0,4 10 0 0 0,2 21 0 0 0,-5-31 0 0 0,-3-29 0 0 0,-5-3 0 0 0,-4 2-4377 0 0,5 3-12017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1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 1092 0 0,'1'0'12694'0'0,"13"0"2414"0"0,-14 51-14397 0 0,1 9 870 0 0,-8 63 0 0 0,-43 312-1581 0 0,43-373 0 0 0,6-58 0 0 0,1-3 0 0 0,6 19 0 0 0,-4-5 0 0 0,-2 0 0 0 0,0 0 0 0 0,13-28-5686 0 0,4-16-5034 0 0,-11 19 1524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53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 1484 0 0,'0'0'8559'0'0,"-8"0"2810"0"0,1 90-5747 0 0,7-63-4203 0 0,-1-1-1 0 0,-8 39 1 0 0,-9 29-680 0 0,-7 135-1 0 0,23-199-738 0 0,1 1 0 0 0,2-1 0 0 0,0 1 0 0 0,2-1 0 0 0,2 0 0 0 0,11 41 0 0 0,-12-54 0 0 0,-3-14 0 0 0,14 24 0 0 0,-11-16 0 0 0,-2-1 0 0 0,6-6 0 0 0,15-18-2889 0 0,33-44-12720 0 0,-44 42 7589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54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27 196 0 0,'-7'-16'6343'0'0,"1"6"6586"0"0,1 27-3109 0 0,-1 83-6408 0 0,6-46-3363 0 0,11 238-31 0 0,2-195-18 0 0,-14-79 0 0 0,2-4 0 0 0,18 51 0 0 0,-18-52 0 0 0,-1-1-177 0 0,0-9-868 0 0,-4-1-2447 0 0,1 1 1918 0 0,-1 0-1 0 0,1-1 1 0 0,0 2-1 0 0,0-1 1 0 0,0 0-1 0 0,-3 6 0 0 0,2-5-3121 0 0,-7 8-2239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4:57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10 1620 0 0,'-10'-9'28736'0'0,"16"35"-28330"0"0,-1 0 1 0 0,-1 1-1 0 0,0 50 0 0 0,6 41 380 0 0,-2-78-786 0 0,-4-23 0 0 0,-1-1 0 0 0,2 29 0 0 0,-5-44 0 0 0,0 0 0 0 0,0 0 0 0 0,-1-1 0 0 0,1 1 0 0 0,0 0 0 0 0,0 0 0 0 0,0-1 0 0 0,0 1 0 0 0,0 0 0 0 0,0 0 0 0 0,0-1 0 0 0,0 1 0 0 0,0 0 0 0 0,1 0 0 0 0,-1-1 0 0 0,0 1 0 0 0,0 0 0 0 0,1-1 0 0 0,-1 1 0 0 0,0 0 0 0 0,1-1 0 0 0,-1 1 0 0 0,1 0 0 0 0,-1-1 0 0 0,1 1 0 0 0,0 0 0 0 0,0 0 0 0 0,-1-1 0 0 0,1 1 0 0 0,0-1 0 0 0,-1 1 0 0 0,1-1 0 0 0,-1 1 0 0 0,1 0 0 0 0,-1-1 0 0 0,1 1 0 0 0,-1 0 0 0 0,1 0 0 0 0,-1-1 0 0 0,0 1 0 0 0,0 0 0 0 0,1 0 0 0 0,-1 0 0 0 0,0-1 0 0 0,0 1 0 0 0,0 0 0 0 0,0 0 0 0 0,0 1 0 0 0,5 12 0 0 0,0-6-176 0 0,-3-7-805 0 0,-9-56-7583 0 0,2 35-2551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4:57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1000 0 0,'0'0'18091'0'0,"32"-6"-16085"0"0,130-12 1620 0 0,-137 17-3190 0 0,0 1-1 0 0,0 1 1 0 0,1 1 0 0 0,32 7-1 0 0,-54-8-324 0 0,0-1-1 0 0,0 1 1 0 0,-1 0-1 0 0,1 1 0 0 0,0-1 1 0 0,-1 0-1 0 0,1 1 1 0 0,-1 0-1 0 0,1 0 1 0 0,-1 0-1 0 0,0 0 1 0 0,0 1-1 0 0,0-1 1 0 0,0 1-1 0 0,0-1 1 0 0,-1 1-1 0 0,1 0 1 0 0,-1 0-1 0 0,0 1 1 0 0,0-1-1 0 0,0 0 0 0 0,0 1 1 0 0,0-1-1 0 0,-1 1 1 0 0,2 4-1 0 0,-2-2-2 0 0,0 1-1 0 0,-1-1 0 0 0,1 0 0 0 0,-1 0 0 0 0,0 1 1 0 0,-1-1-1 0 0,0 0 0 0 0,0 0 0 0 0,0 1 0 0 0,-1-1 0 0 0,0 0 1 0 0,0 0-1 0 0,0-1 0 0 0,-6 11 0 0 0,-1 1 170 0 0,-1-1 1 0 0,-1-1-1 0 0,0 1 0 0 0,-18 17 0 0 0,21-27-277 0 0,5-4 0 0 0,-1 0 0 0 0,1 0 0 0 0,-1 0 0 0 0,1 0 0 0 0,-1-1 0 0 0,0 1 0 0 0,0-1 0 0 0,0 0 0 0 0,1 0 0 0 0,-1-1 0 0 0,0 1 0 0 0,-7-1 0 0 0,3 1 0 0 0,2-1 0 0 0,-9 1 0 0 0,0-1 0 0 0,0-1 0 0 0,-29-5 0 0 0,36 4 0 0 0,-2-1 0 0 0,0 0 0 0 0,4 4 0 0 0,33-2 0 0 0,-11-4 0 0 0,34-24-8593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4:58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4 252 32 0 0,'0'0'16418'0'0,"-3"-20"-4767"0"0,606-149-6985 0 0,-550 145-4666 0 0,-2-2 0 0 0,-42 20 0 0 0,-3 0 0 0 0,6 5-173 0 0,-5 7-1082 0 0,-6 2-8565 0 0,-7 1 489 0 0,0-5 8943 0 0,-8 3-6248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4:59.8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67 284 0 0,'0'0'4484'0'0,"-20"-14"10338"0"0,17 16-14456 0 0,0 1 0 0 0,-1-1 0 0 0,1 1 0 0 0,0 0-1 0 0,1 0 1 0 0,-1 0 0 0 0,0 0 0 0 0,1 0-1 0 0,0 1 1 0 0,0-1 0 0 0,0 1 0 0 0,0 0-1 0 0,1 0 1 0 0,-1-1 0 0 0,1 1 0 0 0,0 0 0 0 0,0 0-1 0 0,0 0 1 0 0,0 5 0 0 0,-2 14 625 0 0,1 0 0 0 0,2 27 0 0 0,0-33-406 0 0,0 6-297 0 0,2 0 0 0 0,0 0 0 0 0,2 0 0 0 0,0 0-1 0 0,2-1 1 0 0,0 0 0 0 0,10 24 0 0 0,-12-43-288 0 0,13 37 0 0 0,-12-29 0 0 0,-4-7 0 0 0,-17-20 0 0 0,13 10 0 0 0,0-1 0 0 0,1 0 0 0 0,-1 0 0 0 0,1 0 0 0 0,1 0 0 0 0,-1 0 0 0 0,0-8 0 0 0,-7-29 0 0 0,1 22 0 0 0,2-1 0 0 0,-4-27 0 0 0,7 32 0 0 0,-1-1 0 0 0,-1 0 0 0 0,-9-21 0 0 0,12 35 0 0 0,1 1 0 0 0,0 0 0 0 0,0-1 0 0 0,0 0 0 0 0,1 1 0 0 0,0-1 0 0 0,-1 1 0 0 0,1-1 0 0 0,1 1 0 0 0,-1-1 0 0 0,1 0 0 0 0,0 1 0 0 0,0-1 0 0 0,0 1 0 0 0,0 0 0 0 0,1-1 0 0 0,0 1 0 0 0,0 0 0 0 0,0 0 0 0 0,0 0 0 0 0,1 0 0 0 0,0 0 0 0 0,0 1 0 0 0,0-1 0 0 0,0 1 0 0 0,0 0 0 0 0,0 0 0 0 0,1 0 0 0 0,0 0 0 0 0,6-3 0 0 0,4-3 0 0 0,1 1 0 0 0,0 1 0 0 0,1 1 0 0 0,-1 0 0 0 0,1 1 0 0 0,1 0 0 0 0,-1 1 0 0 0,0 1 0 0 0,1 1 0 0 0,0 1 0 0 0,0 0 0 0 0,-1 1 0 0 0,20 2 0 0 0,-35-2 0 0 0,1 0 0 0 0,-1 0 0 0 0,1 0 0 0 0,0 0 0 0 0,-1 0 0 0 0,1 0 0 0 0,-1 1 0 0 0,1-1 0 0 0,-1 1 0 0 0,1-1 0 0 0,-1 1 0 0 0,1 0 0 0 0,-1-1 0 0 0,1 1 0 0 0,-1 0 0 0 0,0 0 0 0 0,1 0 0 0 0,-1 0 0 0 0,0 0 0 0 0,0 0 0 0 0,0 0 0 0 0,0 1 0 0 0,1 1 0 0 0,1 0 0 0 0,2 8 0 0 0,-5 9 0 0 0,-2-12 0 0 0,0-1 0 0 0,0 1 0 0 0,-1-1 0 0 0,0 1 0 0 0,-1-1 0 0 0,1 0 0 0 0,-1 0 0 0 0,-1-1 0 0 0,1 1 0 0 0,-1-1 0 0 0,-7 6 0 0 0,-19 30 0 0 0,24-32 0 0 0,-1 0 0 0 0,0-1 0 0 0,0 0 0 0 0,-15 12 0 0 0,10-9 0 0 0,6-2 0 0 0,5-1 0 0 0,-1 1 0 0 0,5 5 0 0 0,2-11 0 0 0,0 0 0 0 0,0 1 0 0 0,0-1 0 0 0,0-1 0 0 0,1 1 0 0 0,0-1 0 0 0,-1 0 0 0 0,1 0 0 0 0,0 0 0 0 0,9 3 0 0 0,59 21 0 0 0,-72-26 0 0 0,32 10 0 0 0,49 25 0 0 0,-41-17 0 0 0,-29-12 0 0 0,-1 0 0 0 0,-2-2 0 0 0,3-1 0 0 0,-1 0 0 0 0,-3 2-1724 0 0,-4 2-5275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4:44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1 280 0 0,'-1'0'796'0'0,"0"0"-1"0"0,0 0 1 0 0,1 0-1 0 0,-1 1 1 0 0,0-1-1 0 0,1 0 1 0 0,-1 1 0 0 0,0-1-1 0 0,1 0 1 0 0,-1 1-1 0 0,1-1 1 0 0,-1 1 0 0 0,1-1-1 0 0,-1 1 1 0 0,1-1-1 0 0,-1 1 1 0 0,1 0-1 0 0,-1-1 1 0 0,1 1 0 0 0,0-1-1 0 0,-1 1 1 0 0,1 0-1 0 0,0-1 1 0 0,-1 1 0 0 0,1 0-1 0 0,0 0 1 0 0,0-1-1 0 0,0 1 1 0 0,0 1-1 0 0,9 1 5242 0 0,10 0-5614 0 0,-13-3-1285 0 0,32 2 1735 0 0,-1-2 0 0 0,54-7-1 0 0,-36 2-468 0 0,-41 4-404 0 0,4-1 0 0 0,0 1 0 0 0,-6 3-51 0 0,-10-1-335 0 0,-35 16-7462 0 0,12-4 139 0 0,7-6 1363 0 0,1-1 483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4:44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0 224 0 0,'-1'1'511'0'0,"0"-1"0"0"0,1 1 0 0 0,-1-1 0 0 0,0 1 0 0 0,1 0 0 0 0,-1 0 0 0 0,0-1 0 0 0,1 1 0 0 0,-1 0 0 0 0,1 0 0 0 0,-1-1 0 0 0,1 1 0 0 0,-1 0 0 0 0,1 0 0 0 0,0 0 0 0 0,0 0-1 0 0,-1 0 1 0 0,1 0 0 0 0,0 0 0 0 0,0 0 0 0 0,0 0 0 0 0,0 0 0 0 0,0 0 0 0 0,0 0 0 0 0,0-1 0 0 0,0 1 0 0 0,0 0 0 0 0,0 0 0 0 0,1 0 0 0 0,-1 0 0 0 0,0 0 0 0 0,1 0 0 0 0,-1 0 0 0 0,1 0 0 0 0,-1-1 0 0 0,2 3 0 0 0,15 3 4372 0 0,9-3-4167 0 0,1-3 902 0 0,1-1 0 0 0,42-6 0 0 0,69-7 1566 0 0,-124 12-3184 0 0,-4 1-47 0 0,-7 1-2090 0 0,0 2 5498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23.5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1840 0 0,'0'0'29362'0'0,"6"4"-28334"0"0,15 9-934 0 0,1-1 1 0 0,0-1-1 0 0,0-1 1 0 0,32 9-1 0 0,-24-8-72 0 0,0 0-1 0 0,49 28 1 0 0,-53-22-22 0 0,0 1 0 0 0,26 25 0 0 0,-43-35 0 0 0,0 0 0 0 0,-1 1 0 0 0,0 0 0 0 0,0 1 0 0 0,-1 0 0 0 0,-1 0 0 0 0,1 0 0 0 0,7 20 0 0 0,-12-25 0 0 0,5 25 0 0 0,1 31 0 0 0,-7-46 0 0 0,0-2 0 0 0,5-2 0 0 0,-2-3-101 0 0,-7-16-2150 0 0,-1-2 60 0 0,2 3-199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24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532 17 820 0 0,'-14'-14'16346'0'0,"2"11"-8726"0"0,-17 16-4071 0 0,17-5-1815 0 0,-38 24-916 0 0,3 3 1 0 0,-45 40 0 0 0,37-29-577 0 0,-110 107-242 0 0,141-130 0 0 0,16-15 0 0 0,3-1 0 0 0,-3 1 0 0 0,-2 0 0 0 0,19-11-2038 0 0,-5 2 602 0 0,1-1-1 0 0,-1 1 0 0 0,0-1 0 0 0,0 0 0 0 0,0 0 1 0 0,0 0-1 0 0,0-1 0 0 0,0 1 0 0 0,3-5 0 0 0,0-4-7759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44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44 240 0 0,'-2'-16'8557'0'0,"2"15"-8155"0"0,0 0-1 0 0,0 0 1 0 0,-1 0 0 0 0,1 0 0 0 0,0 0 0 0 0,0 0-1 0 0,0 0 1 0 0,0 0 0 0 0,0 0 0 0 0,0 0 0 0 0,1 0 0 0 0,-1 0-1 0 0,0 0 1 0 0,0 0 0 0 0,1 0 0 0 0,-1 0 0 0 0,1 0-1 0 0,-1 0 1 0 0,7-7 14107 0 0,-6 10-14393 0 0,0 0 1 0 0,1-1-1 0 0,-1 1 1 0 0,0 0 0 0 0,1 0-1 0 0,-1 0 1 0 0,1-1 0 0 0,-1 1-1 0 0,1-1 1 0 0,2 3-1 0 0,-1-2 64 0 0,3 6-142 0 0,-2 0 0 0 0,1 1 0 0 0,-1 0 0 0 0,-1 0 0 0 0,0 0 0 0 0,0 0 0 0 0,0 0 0 0 0,0 11 0 0 0,11 33-15 0 0,77 187-23 0 0,-89-230 0 0 0,3 3 0 0 0,1 0 0 0 0,-1-1 0 0 0,-3-3 0 0 0,1 2 0 0 0,-7 3 0 0 0,-1 0 0 0 0,3-3 0 0 0,-2 1 0 0 0,4 1 0 0 0,5 2 0 0 0,1-5 0 0 0,2-3 0 0 0,0 2 0 0 0,-11 8 0 0 0,3-2 0 0 0,5-7-143 0 0,-4-6-862 0 0,4-5-7067 0 0,17-7-838 0 0,-12 4 682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45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14 728 0 0,'0'0'5165'0'0,"-9"-7"-2499"0"0,3 5 2346 0 0,1 2-4413 0 0,-2 0-28 0 0,-2-3 5620 0 0,2 1-5555 0 0,3 3 972 0 0,7 3 3555 0 0,5 6-4937 0 0,0 0 0 0 0,0 1 0 0 0,0 0-1 0 0,-2 1 1 0 0,1-1 0 0 0,-2 1 0 0 0,7 19 0 0 0,24 97 2042 0 0,-22-71-1915 0 0,41 99-353 0 0,-53-142 0 0 0,1-2 0 0 0,22 22 0 0 0,-16-24 0 0 0,1-1 0 0 0,-7 1 0 0 0,3 0 0 0 0,-2-1-293 0 0,-3-7-1226 0 0,8 0-4362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55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90 584 0 0,'1'-13'2322'0'0,"-1"12"-2081"0"0,0 1-1 0 0,1-1 1 0 0,-1 0 0 0 0,0 0-1 0 0,0 1 1 0 0,0-1 0 0 0,0 0-1 0 0,0 0 1 0 0,0 1 0 0 0,-1-1 0 0 0,1 0-1 0 0,0 0 1 0 0,0 1 0 0 0,0-1-1 0 0,-1 0 1 0 0,1 1 0 0 0,0-1 0 0 0,-1 0-1 0 0,1 1 1 0 0,-1-1 0 0 0,1 0-1 0 0,-1 1 1 0 0,1-1 0 0 0,-1 1-1 0 0,0-2 1 0 0,-1 0 1219 0 0,-6-10 1008 0 0,4 1 4042 0 0,10-8-4365 0 0,1 6 8872 0 0,3 65-11015 0 0,-1 3-1 0 0,2 0-1 0 0,3-1 0 0 0,20 52 0 0 0,-5-14 0 0 0,-23-67 0 0 0,2-2 0 0 0,11 28 0 0 0,38 69 0 0 0,-49-110 0 0 0,-8-9 0 0 0,0-1 0 0 0,0 0 0 0 0,0 0 0 0 0,1 1 0 0 0,-1-1 0 0 0,0 0 0 0 0,0 0 0 0 0,1 0 0 0 0,-1 1 0 0 0,0-1 0 0 0,0 0 0 0 0,1 0 0 0 0,-1 0 0 0 0,0 0 0 0 0,0 0 0 0 0,1 1 0 0 0,-1-1 0 0 0,0 0 0 0 0,0 0 0 0 0,1 0 0 0 0,-1 0 0 0 0,0 0 0 0 0,1 0 0 0 0,-1 0 0 0 0,0 0 0 0 0,1 0 0 0 0,-1 0 0 0 0,0 0 0 0 0,0 0 0 0 0,1 0 0 0 0,-1-1 0 0 0,0 1 0 0 0,1 0 0 0 0,-1 0 0 0 0,0 0 0 0 0,0 0 0 0 0,1-1 0 0 0,4-18 0 0 0,-4 3 0 0 0,-1 2 0 0 0,0 7-490 0 0,1 1 0 0 0,0-1 0 0 0,0 1 0 0 0,0 0 0 0 0,1-1 0 0 0,0 1 0 0 0,0 0 0 0 0,0 0 0 0 0,1 0 0 0 0,0 1 0 0 0,0-1 0 0 0,1 0 0 0 0,-1 1 0 0 0,1 0 1 0 0,7-7-1 0 0,1-3-2066 0 0,4-4-5908 0 0,8-3 645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56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51 560 0 0,'-26'-21'6721'0'0,"14"9"-4849"0"0,-1 0 6128 0 0,3 6-327 0 0,8 10-6841 0 0,-1 3-488 0 0,1 0 0 0 0,0 0 0 0 0,1 0 0 0 0,0 1 0 0 0,0-1 0 0 0,0 0 0 0 0,1 1 1 0 0,0-1-1 0 0,1 0 0 0 0,-1 1 0 0 0,2-1 0 0 0,1 10 0 0 0,28 92 2183 0 0,-5-26-2413 0 0,-14-40-115 0 0,2 0 0 0 0,2-2-1 0 0,26 51 1 0 0,-39-89 1 0 0,-3-3 0 0 0,1 0 0 0 0,-1 1 0 0 0,0-1 0 0 0,0 0 0 0 0,0 0 0 0 0,0 0 0 0 0,0 0 0 0 0,0 0 0 0 0,0 0 0 0 0,0 0 0 0 0,0 0 0 0 0,0 0 0 0 0,0 0 0 0 0,0 0 0 0 0,0 0 0 0 0,0 0 0 0 0,0 0 0 0 0,1 0 0 0 0,-1 0 0 0 0,0 0 0 0 0,0 0 0 0 0,0 0 0 0 0,0 0 0 0 0,0 0 0 0 0,0 0 0 0 0,0 0 0 0 0,0 0 0 0 0,0 0 0 0 0,0 0 0 0 0,0 0 0 0 0,1 0 0 0 0,-1 0 0 0 0,0 0 0 0 0,0 0 0 0 0,0 0 0 0 0,0 0 0 0 0,0 0 0 0 0,0 0 0 0 0,0 0 0 0 0,0 0 0 0 0,0 0 0 0 0,0 0 0 0 0,0 0 0 0 0,0 0 0 0 0,0 0 0 0 0,0-1 0 0 0,24 36 0 0 0,-21-31 0 0 0,2-24 0 0 0,-4 5 0 0 0,0 3 0 0 0,-1 11-249 0 0,0-1-1 0 0,0 0 1 0 0,0 1 0 0 0,1-1-1 0 0,-1 1 1 0 0,0-1-1 0 0,1 1 1 0 0,0-1 0 0 0,-1 1-1 0 0,1-1 1 0 0,0 1 0 0 0,0 0-1 0 0,-1-1 1 0 0,1 1-1 0 0,0 0 1 0 0,0 0 0 0 0,3-2-1 0 0,-2 0-1822 0 0,11-2-18337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1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161 790 1372 0 0,'-9'7'5440'0'0,"-8"10"1625"0"0,14-14-5814 0 0,1 1 1 0 0,0-1-1 0 0,0 1 0 0 0,0 0 0 0 0,1 0 0 0 0,-1 0 0 0 0,1 0 1 0 0,-2 7-1 0 0,3-1-638 0 0,0-7 1137 0 0,-1-11-1480 0 0,-7-65 346 0 0,-4 1 0 0 0,-24-88 0 0 0,15 72-299 0 0,15 56 84 0 0,-16-49-1 0 0,20 74-375 0 0,0 0-1 0 0,0 0 1 0 0,0 0-1 0 0,1 0 1 0 0,0 0-1 0 0,1 0 1 0 0,0 0-1 0 0,0 0 0 0 0,0 0 1 0 0,1-1-1 0 0,0 1 1 0 0,0 0-1 0 0,1 0 1 0 0,4-12-1 0 0,-2 9 53 0 0,2-1 0 0 0,-1 0 0 0 0,1 1 0 0 0,1 0 0 0 0,0 1 0 0 0,0-1-1 0 0,1 1 1 0 0,12-10 0 0 0,0 1 45 0 0,1 2-1 0 0,0 1 0 0 0,1 0 1 0 0,1 2-1 0 0,0 0 0 0 0,1 2 1 0 0,37-13-1 0 0,-53 20-121 0 0,-6 3 0 0 0,0 0 0 0 0,0 0 0 0 0,0 0 0 0 0,1 0 0 0 0,-1 1 0 0 0,0-1 0 0 0,0 1 0 0 0,1-1 0 0 0,-1 1 0 0 0,1 0 0 0 0,-1 0 0 0 0,0 0 0 0 0,3 0 0 0 0,-4 0 0 0 0,0 0 0 0 0,0 0 0 0 0,0 0 0 0 0,1 0 0 0 0,-1 0 0 0 0,0 0 0 0 0,0 1 0 0 0,0-1 0 0 0,0 0 0 0 0,0 0 0 0 0,0 1 0 0 0,0-1 0 0 0,0 1 0 0 0,0-1 0 0 0,0 1 0 0 0,0-1 0 0 0,0 1 0 0 0,-1 0 0 0 0,1-1 0 0 0,0 1 0 0 0,0 0 0 0 0,0 0 0 0 0,-1 0 0 0 0,1-1 0 0 0,0 1 0 0 0,-1 0 0 0 0,1 0 0 0 0,-1 0 0 0 0,1 0 0 0 0,-1 0 0 0 0,0 0 0 0 0,1 0 0 0 0,-1 0 0 0 0,0 0 0 0 0,0 1 0 0 0,0-1 0 0 0,0 0 0 0 0,0 0 0 0 0,0 0 0 0 0,0 0 0 0 0,0 2 0 0 0,-8 29 0 0 0,8-31 0 0 0,-9 17 0 0 0,-1 0 0 0 0,-1 0 0 0 0,0-1 0 0 0,-1-1 0 0 0,-1 0 0 0 0,0 0 0 0 0,-1-1 0 0 0,-1-1 0 0 0,0 0 0 0 0,-1-1 0 0 0,-25 15 0 0 0,34-22 0 0 0,1 2 0 0 0,0-2 0 0 0,6-5 0 0 0,0-1 0 0 0,0 0 0 0 0,-1 0 0 0 0,1 0 0 0 0,0 0 0 0 0,0 0 0 0 0,0 0 0 0 0,0 0 0 0 0,0 0 0 0 0,0 0 0 0 0,0 0 0 0 0,0 0 0 0 0,-1 0 0 0 0,1 0 0 0 0,0 1 0 0 0,0-1 0 0 0,0 0 0 0 0,0 0 0 0 0,0 0 0 0 0,0 0 0 0 0,0 0 0 0 0,0 0 0 0 0,0 0 0 0 0,0 0 0 0 0,0 1 0 0 0,0-1 0 0 0,0 0 0 0 0,0 0 0 0 0,0 0 0 0 0,0 0 0 0 0,0 0 0 0 0,0 0 0 0 0,0 0 0 0 0,0 1 0 0 0,0-1 0 0 0,0 0 0 0 0,0 0 0 0 0,0 0 0 0 0,0 0 0 0 0,0 0 0 0 0,0 0 0 0 0,0 0 0 0 0,0 1 0 0 0,0-1 0 0 0,0 0 0 0 0,0 0 0 0 0,0 0 0 0 0,0 0 0 0 0,0 0 0 0 0,0 0 0 0 0,0 0 0 0 0,0 0 0 0 0,1 0 0 0 0,-1 1 0 0 0,0-1 0 0 0,0 0 0 0 0,0 0 0 0 0,0 0 0 0 0,0 0 0 0 0,0 0 0 0 0,0 0 0 0 0,1 0 0 0 0,24 1 0 0 0,35-9 0 0 0,-38 4 0 0 0,0 2 0 0 0,1 0 0 0 0,31 2 0 0 0,-50 0 0 0 0,-1 0 0 0 0,0 0 0 0 0,0 0 0 0 0,0 0 0 0 0,1 1 0 0 0,-1 0 0 0 0,0-1 0 0 0,0 1 0 0 0,0 0 0 0 0,0 1 0 0 0,0-1 0 0 0,0 0 0 0 0,-1 1 0 0 0,1 0 0 0 0,0-1 0 0 0,-1 1 0 0 0,1 0 0 0 0,-1 0 0 0 0,1 1 0 0 0,-1-1 0 0 0,0 1 0 0 0,0-1 0 0 0,0 1 0 0 0,-1-1 0 0 0,1 1 0 0 0,0 0 0 0 0,-1 0 0 0 0,0 0 0 0 0,0 0 0 0 0,0 0 0 0 0,0 0 0 0 0,0 0 0 0 0,0 0 0 0 0,-1 0 0 0 0,0 0 0 0 0,1 1 0 0 0,-1-1 0 0 0,0 0 0 0 0,-1 6 0 0 0,-1 2 0 0 0,1-1 0 0 0,-1 1 0 0 0,-1-1 0 0 0,0 0 0 0 0,0 0 0 0 0,-1 0 0 0 0,-1 0 0 0 0,1 0 0 0 0,-2-1 0 0 0,-11 18 0 0 0,8-16 0 0 0,0 0 0 0 0,-1 0 0 0 0,0 0 0 0 0,0-2 0 0 0,-16 12 0 0 0,21-18 0 0 0,0 0 0 0 0,0 0 0 0 0,-1-1 0 0 0,1 0 0 0 0,0 0 0 0 0,-1 0 0 0 0,0-1 0 0 0,1 0 0 0 0,-1 0 0 0 0,0 0 0 0 0,0-1 0 0 0,1 0 0 0 0,-1 0 0 0 0,0 0 0 0 0,0-1 0 0 0,-5-1 0 0 0,-22 0 0 0 0,26 3 0 0 0,-1-2 0 0 0,1 1 0 0 0,-1-1 0 0 0,1 0 0 0 0,0-1 0 0 0,-1 0 0 0 0,1 0 0 0 0,0-1 0 0 0,0 1 0 0 0,0-1 0 0 0,1-1 0 0 0,-10-5 0 0 0,14 2 0 0 0,13-4 0 0 0,0 6 0 0 0,6 6 0 0 0,0 1 0 0 0,-15-2-198 0 0,-1 0 0 0 0,0 0 0 0 0,1 0 0 0 0,-1 0 1 0 0,1 0-1 0 0,-1 0 0 0 0,0-1 0 0 0,1 1 0 0 0,-1 0 0 0 0,0-1 0 0 0,1 1 0 0 0,-1-1 0 0 0,0 0 1 0 0,0 1-1 0 0,1-1 0 0 0,-1 0 0 0 0,0 0 0 0 0,0 1 0 0 0,0-1 0 0 0,0 0 0 0 0,0 0 0 0 0,0-1 1 0 0,0 1-1 0 0,0-1 0 0 0,2-1-1695 0 0,-1 1-614 0 0,19-7-14872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2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1024 0 0,'0'0'29521'0'0,"4"-1"-28448"0"0,4-1-936 0 0,0 0-1 0 0,0 0 0 0 0,1 1 0 0 0,-1 0 1 0 0,0 1-1 0 0,12 1 0 0 0,19-2 59 0 0,15-7-195 0 0,86-15 0 0 0,-124 21 0 0 0,-16 2 0 0 0,0 0 0 0 0,0 0 0 0 0,1 0 0 0 0,-1 0 0 0 0,0 0 0 0 0,1 0 0 0 0,-1 0 0 0 0,0 0 0 0 0,0 0 0 0 0,1 1 0 0 0,-1-1 0 0 0,0 0 0 0 0,0 0 0 0 0,1 0 0 0 0,-1 0 0 0 0,0 0 0 0 0,0 0 0 0 0,1 1 0 0 0,-1-1 0 0 0,0 0 0 0 0,0 0 0 0 0,0 0 0 0 0,1 1 0 0 0,-1-1 0 0 0,0 0 0 0 0,0 0 0 0 0,0 1 0 0 0,0-1 0 0 0,1 0 0 0 0,-1 0 0 0 0,0 1 0 0 0,0-1 0 0 0,0 0 0 0 0,0 0 0 0 0,0 1 0 0 0,0-1 0 0 0,0 0 0 0 0,0 1 0 0 0,0-1 0 0 0,0 0 0 0 0,0 0 0 0 0,0 1 0 0 0,0-1 0 0 0,-31 26-3243 0 0,24-22 2222 0 0,0 1-1 0 0,0 0 1 0 0,1 0 0 0 0,-11 12 0 0 0,13-11-141 0 0,0-1 1 0 0,0 0 0 0 0,0-1-1 0 0,0 1 1 0 0,-1-1 0 0 0,-9 7 0 0 0,-38 26-2742 0 0,27-21 3385 0 0,13-6-529 0 0,8 2 4934 0 0,5-11-3606 0 0,-1 0 1 0 0,0 0-1 0 0,1-1 0 0 0,-1 1 0 0 0,1 0 0 0 0,0-1 0 0 0,-1 1 0 0 0,1 0 0 0 0,-1-1 0 0 0,1 1 0 0 0,0-1 0 0 0,0 1 0 0 0,-1-1 0 0 0,1 1 0 0 0,0-1 1 0 0,0 0-1 0 0,-1 1 0 0 0,1-1 0 0 0,0 0 0 0 0,0 1 0 0 0,1-1 0 0 0,2 1 1102 0 0,20 1 2823 0 0,5-2-3457 0 0,155 8 4788 0 0,-165-6-5537 0 0,-2-4 0 0 0,-4 1 0 0 0,-2 1 0 0 0,-4 7-291 0 0,-6-5-1257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4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414 52 8 0 0,'0'0'646'0'0,"18"-14"3872"0"0,-4 1 2888 0 0,-7 4 689 0 0,-7 2 3938 0 0,-11-1-11972 0 0,-6 9-61 0 0,1 5 0 0 0,0 1 0 0 0,0 1 0 0 0,1 0 0 0 0,0 1 0 0 0,1 0 0 0 0,0 1 0 0 0,-19 18 0 0 0,-5 9 0 0 0,-39 47 0 0 0,56-58 0 0 0,2-1 0 0 0,2 2 0 0 0,0 1 0 0 0,2 0 0 0 0,0 1 0 0 0,2 0 0 0 0,2 1 0 0 0,1 1 0 0 0,-10 44 0 0 0,16-54 0 0 0,0 1 0 0 0,2-1 0 0 0,0 0 0 0 0,1 1 0 0 0,1-1 0 0 0,2 1 0 0 0,0-1 0 0 0,1 1 0 0 0,1-1 0 0 0,1 0 0 0 0,0-1 0 0 0,2 1 0 0 0,1-1 0 0 0,0 0 0 0 0,14 23 0 0 0,-16-34 0 0 0,0 0 0 0 0,1 0 0 0 0,-1 0 0 0 0,1-1 0 0 0,1 0 0 0 0,0-1 0 0 0,0 0 0 0 0,0 0 0 0 0,1 0 0 0 0,0-1 0 0 0,1-1 0 0 0,-1 0 0 0 0,20 8 0 0 0,-14-9 0 0 0,0 0 0 0 0,0-1 0 0 0,0-1 0 0 0,0-1 0 0 0,0 0 0 0 0,1-1 0 0 0,-1 0 0 0 0,0-2 0 0 0,1 0 0 0 0,-1 0 0 0 0,23-8 0 0 0,-28 5 0 0 0,-7-16 0 0 0,-4 14 0 0 0,1 2 0 0 0,2-18-5713 0 0,2 1-5784 0 0,3 8 2753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5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27 516 0 0,'-3'-1'385'0'0,"-5"-4"2210"0"0,-25-16 25783 0 0,31 24-27630 0 0,0-1-741 0 0,0 0 0 0 0,0 0 1 0 0,1 0-1 0 0,0 0 1 0 0,-1 1-1 0 0,1-1 0 0 0,0 1 1 0 0,0-1-1 0 0,0 1 1 0 0,0-1-1 0 0,1 1 0 0 0,-1-1 1 0 0,1 1-1 0 0,-1 0 0 0 0,1-1 1 0 0,0 1-1 0 0,0 0 1 0 0,0 0-1 0 0,1-1 0 0 0,-1 1 1 0 0,1 0-1 0 0,0 3 1 0 0,2 16-33 0 0,-5-6 25 0 0,1 1 0 0 0,1-1 0 0 0,1 1 0 0 0,0-1 0 0 0,1 0 0 0 0,1 0 0 0 0,7 23 0 0 0,-4-27 0 0 0,1-1 0 0 0,-1 1 0 0 0,3-7 0 0 0,10-13 0 0 0,-11-2 0 0 0,0 1 0 0 0,10-13-7246 0 0,-8 16-4618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5.5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12 772 0 0,'-14'-12'31588'0'0,"6"35"-31226"0"0,6-6-317 0 0,2-3-45 0 0,0-1 0 0 0,0-1-115 0 0,0-13 40 0 0,0 1 0 0 0,1-1 0 0 0,-1 0-1 0 0,0 1 1 0 0,0-1 0 0 0,1 0 0 0 0,-1 1 0 0 0,0-1-1 0 0,1 0 1 0 0,-1 1 0 0 0,1-1 0 0 0,-1 1-1 0 0,1-1 1 0 0,-1 1 0 0 0,1-1 0 0 0,-1 1 0 0 0,1-1-1 0 0,-1 1 1 0 0,1 0 0 0 0,0-1 0 0 0,0 1 0 0 0,0-1-54 0 0,0 1 0 0 0,0-1-1 0 0,0 1 1 0 0,0-1 0 0 0,0 1 0 0 0,-1-1 0 0 0,1 0 0 0 0,0 1 0 0 0,-1-1 0 0 0,1 0 0 0 0,0 0 0 0 0,-1 1 0 0 0,1-1 0 0 0,-1 0 0 0 0,1 0 0 0 0,-1 0 0 0 0,1 0 0 0 0,-1 0 0 0 0,0 0 0 0 0,1 0 0 0 0,-1 0 0 0 0,0 0 0 0 0,0-1 0 0 0,9-19-9571 0 0,-6 17 4265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6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3 156 0 0,'0'0'14988'0'0,"-12"-3"-1857"0"0,5 8-12882 0 0,0 0 1 0 0,0 0-1 0 0,0 1 1 0 0,1 0-1 0 0,0 0 1 0 0,0 0 0 0 0,0 1-1 0 0,1 0 1 0 0,0 0-1 0 0,0 0 1 0 0,1 1 0 0 0,0 0-1 0 0,0 0 1 0 0,1 0-1 0 0,0 0 1 0 0,1 0-1 0 0,-3 13 1 0 0,4-18-250 0 0,0 0 0 0 0,1 0 0 0 0,-1 0 0 0 0,1 0 0 0 0,0 0 0 0 0,0 1 0 0 0,0-1 0 0 0,0 0 0 0 0,0 0 0 0 0,1 0 0 0 0,0 0 0 0 0,-1 0 0 0 0,1 0 0 0 0,0 0 0 0 0,0 0 0 0 0,1-1 0 0 0,-1 1 0 0 0,1 0 0 0 0,-1-1 0 0 0,1 1 0 0 0,2 2 0 0 0,0-2 0 0 0,-1 0 0 0 0,1 0 0 0 0,0 0 0 0 0,0-1 0 0 0,1 1 0 0 0,-1-1 0 0 0,0 0 0 0 0,1 0 0 0 0,0-1 0 0 0,-1 1 0 0 0,1-1 0 0 0,5 1 0 0 0,11 1 0 0 0,0-2 0 0 0,1 0 0 0 0,-1-1 0 0 0,39-6 0 0 0,-52 6 0 0 0,1-1 0 0 0,-1-1 0 0 0,0 1 0 0 0,0-2 0 0 0,0 1 0 0 0,0-1 0 0 0,0 0 0 0 0,0 0 0 0 0,0-1 0 0 0,-1 0 0 0 0,0-1 0 0 0,0 0 0 0 0,0 0 0 0 0,10-9 0 0 0,-11 4 0 0 0,-8-7 0 0 0,0 12 0 0 0,0 1 0 0 0,0 0 0 0 0,0 1 0 0 0,-1-1 0 0 0,0 0 0 0 0,0 1 0 0 0,0-1 0 0 0,0 1 0 0 0,-1 0 0 0 0,1 0 0 0 0,-1 0 0 0 0,0 1 0 0 0,1-1 0 0 0,-1 1 0 0 0,0 0 0 0 0,-8-3 0 0 0,-6-1 0 0 0,-1 0 0 0 0,-31-5 0 0 0,32 7 0 0 0,-24 2 0 0 0,28 3 0 0 0,14-1-6 0 0,0 0 0 0 0,0 0 0 0 0,-1 0 0 0 0,1 0 0 0 0,0 0-1 0 0,0 0 1 0 0,0 0 0 0 0,-1 0 0 0 0,1 0 0 0 0,0 0 0 0 0,0 0 0 0 0,0 0 0 0 0,-1 1 0 0 0,1-1 0 0 0,0 0-1 0 0,0 0 1 0 0,0 0 0 0 0,-1 0 0 0 0,1 0 0 0 0,0 0 0 0 0,0 1 0 0 0,0-1 0 0 0,0 0 0 0 0,0 0 0 0 0,0 0-1 0 0,-1 1 1 0 0,1-1 0 0 0,0 0 0 0 0,0 0 0 0 0,0 0 0 0 0,0 0 0 0 0,0 1 0 0 0,0-1 0 0 0,0 0 0 0 0,0 0-1 0 0,0 1 1 0 0,0-1 0 0 0,0 0 0 0 0,0 0 0 0 0,0 0 0 0 0,0 1 0 0 0,0-1 0 0 0,0 0 0 0 0,0 0 0 0 0,0 0-1 0 0,0 1 1 0 0,0-1 0 0 0,0 0 0 0 0,0 0 0 0 0,1 0 0 0 0,-1 1 0 0 0,0-1 0 0 0,0 0 0 0 0,17 8-834 0 0,23 3-13698 0 0,-35-9 11555 0 0,6 2-4929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6.5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45 2092 0 0,'-2'-7'23239'0'0,"94"-2"-19733"0"0,-53 7-1541 0 0,61-11 0 0 0,-87 10-1965 0 0,-1 0 0 0 0,-1-1 0 0 0,-4 1-29 0 0,-5 2-384 0 0,-3 11-14546 0 0,-3-1 11912 0 0,2-4 684 0 0,1 0-4361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7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240 157 1772 0 0,'0'0'18071'0'0,"-3"6"-16621"0"0,1-1-984 0 0,0 1 0 0 0,1-1-1 0 0,-1 1 1 0 0,1 0 0 0 0,0-1-1 0 0,1 1 1 0 0,-1 0 0 0 0,1 0-1 0 0,0 0 1 0 0,0-1 0 0 0,1 1-1 0 0,2 10 1 0 0,2 6 1216 0 0,-1 1 0 0 0,1 33-1 0 0,-4-51-1364 0 0,4 9-259 0 0,0-2-58 0 0,-4-4-85 0 0,-1-6-425 0 0,-22-22-4448 0 0,-11-31-158 0 0,29 43 4451 0 0,0 1-1 0 0,-1-1 0 0 0,0 1 1 0 0,0 0-1 0 0,-10-10 0 0 0,-31-33-2290 0 0,37 39 2839 0 0,0 1 0 0 0,0 0 0 0 0,-2 0 0 0 0,1 0 0 0 0,-1 2 0 0 0,-13-10 0 0 0,21 17 273 0 0,1 0 0 0 0,0 0 0 0 0,0 0 0 0 0,0 0 0 0 0,0-1 0 0 0,0 1 0 0 0,0-1 0 0 0,0 0 0 0 0,0 1 0 0 0,1-1 0 0 0,-1 0 1 0 0,0 0-1 0 0,1 0 0 0 0,0 0 0 0 0,-1 0 0 0 0,1 0 0 0 0,0 0 0 0 0,-1-5 0 0 0,2 5-32 0 0,0 1 0 0 0,0-1 0 0 0,1 1 0 0 0,-1-1 0 0 0,0 1 0 0 0,1-1 0 0 0,-1 1 0 0 0,1-1 0 0 0,0 1-1 0 0,-1 0 1 0 0,1-1 0 0 0,0 1 0 0 0,0 0 0 0 0,0 0 0 0 0,0-1 0 0 0,0 1 0 0 0,0 0 0 0 0,0 0 0 0 0,0 0 0 0 0,0 0 0 0 0,3-1 0 0 0,9-5 527 0 0,0 0 0 0 0,0 0 0 0 0,1 2 1 0 0,23-7-1 0 0,-37 12-649 0 0,29-9 760 0 0,1 2 1 0 0,-1 1-1 0 0,37-2 1 0 0,-51 6-350 0 0,0 2 1 0 0,-1 0 0 0 0,1 1 0 0 0,0 0-1 0 0,0 1 1 0 0,-1 0 0 0 0,1 2-1 0 0,20 6 1 0 0,-34-9-373 0 0,0 0 0 0 0,0-1-1 0 0,0 1 1 0 0,0 0 0 0 0,0 0 0 0 0,0 0-1 0 0,0 0 1 0 0,0 0 0 0 0,0 0 0 0 0,-1 0-1 0 0,1 0 1 0 0,0 0 0 0 0,-1 1 0 0 0,1-1 0 0 0,-1 0-1 0 0,1 0 1 0 0,-1 1 0 0 0,1-1 0 0 0,-1 0-1 0 0,0 1 1 0 0,0-1 0 0 0,0 0 0 0 0,0 0-1 0 0,0 1 1 0 0,0-1 0 0 0,0 0 0 0 0,0 1-1 0 0,0-1 1 0 0,-1 0 0 0 0,1 1 0 0 0,0-1-1 0 0,-1 0 1 0 0,1 0 0 0 0,-1 1 0 0 0,0 0 0 0 0,-1 3 97 0 0,0-1 1 0 0,0 1-1 0 0,-1-1 1 0 0,1 0 0 0 0,-1 1-1 0 0,0-1 1 0 0,0 0-1 0 0,-4 4 1 0 0,-17 10-139 0 0,-1 0 0 0 0,0-2 0 0 0,-1-1 0 0 0,-1-1 0 0 0,-35 13 0 0 0,48-21 0 0 0,1-3 0 0 0,13-3-16 0 0,3-2-252 0 0,-1-1 0 0 0,0 1 1 0 0,0-1-1 0 0,1 1 1 0 0,0 0-1 0 0,-1 0 1 0 0,1 0-1 0 0,0 1 0 0 0,0-1 1 0 0,0 1-1 0 0,0-1 1 0 0,0 1-1 0 0,6-2 1 0 0,-8 3-113 0 0,16-1-2539 0 0,-10 2-1769 0 0,-1 4-4062 0 0,4 7 1854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7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91 612 0 0,'-21'-10'9061'0'0,"-2"-3"13864"0"0,28 12-22761 0 0,500-53-159 0 0,-428 48-5 0 0,-65 7 0 0 0,44-9 0 0 0,-67 9 0 0 0,-2 0 0 0 0,-35 17 0 0 0,25-7-2871 0 0,-2 8-12874 0 0,22-15 14290 0 0,-2 3-5684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8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55 163 1248 0 0,'0'-1'10108'0'0,"-10"-5"1473"0"0,5 11-11150 0 0,1-1 0 0 0,0 1 1 0 0,0 0-1 0 0,1 0 0 0 0,-1 1 0 0 0,1-1 0 0 0,0 1 0 0 0,1 0 0 0 0,-1 0 0 0 0,1 0 0 0 0,0 0 0 0 0,1 0 0 0 0,-1 0 0 0 0,1 0 0 0 0,1 0 0 0 0,-1 1 0 0 0,1-1 0 0 0,0 0 0 0 0,0 1 0 0 0,2 7 0 0 0,-1-4-142 0 0,-1-7-248 0 0,1-1-1 0 0,-1 1 1 0 0,1 0 0 0 0,0-1 0 0 0,-1 1-1 0 0,1-1 1 0 0,1 1 0 0 0,-1 0 0 0 0,0-1-1 0 0,0 0 1 0 0,3 3 0 0 0,4 5-41 0 0,7-5 0 0 0,1-10 0 0 0,-13 2 0 0 0,1 1 0 0 0,-1-1 0 0 0,0 0 0 0 0,0 0 0 0 0,0 0 0 0 0,0 0 0 0 0,-1 0 0 0 0,1-1 0 0 0,-1 1 0 0 0,0-1 0 0 0,0 0 0 0 0,0 0 0 0 0,-1 0 0 0 0,1 0 0 0 0,-1 0 0 0 0,2-7 0 0 0,-2 3 0 0 0,1 1 0 0 0,-1-1 0 0 0,-1 0 0 0 0,0 0 0 0 0,0 0 0 0 0,0 0 0 0 0,-1 1 0 0 0,-2-11 0 0 0,-15-78 0 0 0,18 87 0 0 0,0 6 0 0 0,0 0 0 0 0,1 1 0 0 0,-1-1 0 0 0,1 1 0 0 0,0-1 0 0 0,0 0 0 0 0,0 1 0 0 0,0 0 0 0 0,0-1 0 0 0,1 1 0 0 0,-1 0 0 0 0,0-1 0 0 0,1 1 0 0 0,0 0 0 0 0,0 0 0 0 0,0 0 0 0 0,0 0 0 0 0,0 1 0 0 0,0-1 0 0 0,0 0 0 0 0,0 1 0 0 0,1 0 0 0 0,-1-1 0 0 0,0 1 0 0 0,1 0 0 0 0,0 0 0 0 0,-1 1 0 0 0,1-1 0 0 0,-1 0 0 0 0,1 1 0 0 0,3-1 0 0 0,9-4 0 0 0,-7 2 0 0 0,1-1 0 0 0,0 1 0 0 0,1-1 0 0 0,0 1 0 0 0,0 1 0 0 0,0 0 0 0 0,0 0 0 0 0,0 1 0 0 0,0 1 0 0 0,0-1 0 0 0,0 2 0 0 0,18 1 0 0 0,-24-2 0 0 0,-3 0 0 0 0,0 0 0 0 0,0 0 0 0 0,0 0 0 0 0,1 0 0 0 0,-1 0 0 0 0,0 1 0 0 0,0-1 0 0 0,0 0 0 0 0,0 1 0 0 0,0-1 0 0 0,0 1 0 0 0,0-1 0 0 0,0 1 0 0 0,0-1 0 0 0,0 1 0 0 0,0 0 0 0 0,0-1 0 0 0,-1 1 0 0 0,2 1 0 0 0,8 8 0 0 0,-10 7 0 0 0,-3-7 0 0 0,0 0 0 0 0,-1 0 0 0 0,0 0 0 0 0,0-1 0 0 0,-1 1 0 0 0,-1-1 0 0 0,0 0 0 0 0,0-1 0 0 0,0 0 0 0 0,-13 13 0 0 0,-14 19 0 0 0,-39 34 0 0 0,65-64 0 0 0,7-9 0 0 0,-1-1 0 0 0,1 1 0 0 0,0 0 0 0 0,0 0 0 0 0,-1 0 0 0 0,1-1 0 0 0,0 1 0 0 0,0 0 0 0 0,0 0 0 0 0,0 0 0 0 0,0 0 0 0 0,0 0 0 0 0,0-1 0 0 0,0 1 0 0 0,0 0 0 0 0,0 0 0 0 0,1 0 0 0 0,-1 0 0 0 0,0-1 0 0 0,1 1 0 0 0,-1 0 0 0 0,0 0 0 0 0,1-1 0 0 0,-1 1 0 0 0,1 0 0 0 0,-1-1 0 0 0,1 1 0 0 0,-1 0 0 0 0,1-1 0 0 0,1 2 0 0 0,-2-1 0 0 0,1 0 0 0 0,-1 0 0 0 0,1 0 0 0 0,0 0 0 0 0,-1 0 0 0 0,1-1 0 0 0,0 1 0 0 0,0 0 0 0 0,0 0 0 0 0,-1 0 0 0 0,1-1 0 0 0,0 1 0 0 0,0 0 0 0 0,0-1 0 0 0,0 1 0 0 0,0-1 0 0 0,0 0 0 0 0,0 1 0 0 0,0-1 0 0 0,1 0 0 0 0,-1 1 0 0 0,0-1 0 0 0,0 0 0 0 0,0 0 0 0 0,0 0 0 0 0,2 0 0 0 0,0 0 0 0 0,31 8 0 0 0,1-2 0 0 0,52 3 0 0 0,29 5 0 0 0,-27-6 0 0 0,-75-8 0 0 0,2-3 0 0 0,-2 2 0 0 0,-3 6-299 0 0,-9-3-1270 0 0,-7-6-645 0 0,-11-7-643 0 0,-2-7-9881 0 0,13 9 5381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9.3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2 1272 0 0,'0'0'2190'0'0,"-3"0"1265"0"0,-7-2 12418 0 0,30 3-15464 0 0,1 1 0 0 0,0 1 0 0 0,-1 0 0 0 0,1 2 0 0 0,-1 0 0 0 0,-1 2 0 0 0,1 0 0 0 0,-1 1 0 0 0,0 1 0 0 0,-1 0 0 0 0,0 2 1 0 0,26 19-1 0 0,-25-15-21 0 0,-1 0 0 0 0,-1 1 0 0 0,0 1 1 0 0,-1 0-1 0 0,-1 1 0 0 0,-1 1 1 0 0,0 0-1 0 0,-2 1 0 0 0,0 0 0 0 0,-1 1 1 0 0,9 26-1 0 0,-9-14-388 0 0,-1 1 0 0 0,-2 0 0 0 0,-1 1 0 0 0,-1 0 0 0 0,-3 0 0 0 0,0 0 0 0 0,-3 0 0 0 0,0 1 0 0 0,-3-1 0 0 0,-11 60 0 0 0,-9 37 0 0 0,22-122 0 0 0,-1 1 0 0 0,2-11 0 0 0,0 0 0 0 0,0 1 0 0 0,0-1 0 0 0,0 0 0 0 0,0 1 0 0 0,0-1 0 0 0,-1 0 0 0 0,1 1 0 0 0,0-1 0 0 0,0 0 0 0 0,-1 1 0 0 0,1-1 0 0 0,0 0 0 0 0,0 0 0 0 0,-1 1 0 0 0,1-1 0 0 0,0 0 0 0 0,-1 0 0 0 0,1 0 0 0 0,0 1 0 0 0,-1-1 0 0 0,1 0 0 0 0,0 0 0 0 0,-1 0 0 0 0,1 0 0 0 0,0 0 0 0 0,-1 0 0 0 0,1 0 0 0 0,0 0 0 0 0,-1 0 0 0 0,1 0 0 0 0,-18-6-79 0 0,21 1-934 0 0,10-6 339 0 0,-13 11 372 0 0,27-28-9173 0 0,-18 16 671 0 0,-2 5 1820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48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1 944 0 0,'-11'7'29105'0'0,"21"35"-28009"0"0,8 83 1 0 0,-9-47-572 0 0,-7-67-525 0 0,-1 5 0 0 0,1 0 0 0 0,1 0 0 0 0,1 0 0 0 0,0 0 0 0 0,1-1 0 0 0,1 1 0 0 0,9 16 0 0 0,4 1 0 0 0,-7-12 0 0 0,1 0 0 0 0,19 23 0 0 0,-25-35 0 0 0,3-1 0 0 0,-2-1 0 0 0,-2-1-277 0 0,0-16-2315 0 0,4-6-2227 0 0,12 8-14595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49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39 268 0 0,'0'0'1134'0'0,"6"-18"4354"0"0,1-2 7233 0 0,22 164 435 0 0,-14-81-13156 0 0,-6-26 0 0 0,22 62 0 0 0,-15-59 0 0 0,25 41 0 0 0,-40-76 0 0 0,-2 0 0 0 0,20 28 0 0 0,-12-24 0 0 0,6-6-66 0 0,6-8-2239 0 0,-5-1-5762 0 0,-9 4 559 0 0,5-2-824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57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0 16 0 0,'0'0'13637'0'0,"-4"3"-12900"0"0,2-2-675 0 0,0 0 108 0 0,1 0 1 0 0,0 0 0 0 0,0 0 0 0 0,-1 0 0 0 0,1 0-1 0 0,0 0 1 0 0,0 0 0 0 0,0 0 0 0 0,0 0 0 0 0,0 0-1 0 0,0 1 1 0 0,1-1 0 0 0,-1 0 0 0 0,0 1-1 0 0,1-1 1 0 0,-1 1 0 0 0,1-1 0 0 0,-1 0 0 0 0,1 1-1 0 0,0-1 1 0 0,-1 3 0 0 0,-8 14 2429 0 0,8-17-2455 0 0,0 0 1 0 0,0 0-1 0 0,1 0 1 0 0,-1 0-1 0 0,0 0 1 0 0,0 0 0 0 0,1 0-1 0 0,-1 0 1 0 0,1 0-1 0 0,-1 0 1 0 0,1 1-1 0 0,-1-1 1 0 0,1 0 0 0 0,0 0-1 0 0,-1 1 1 0 0,1-1-1 0 0,0 0 1 0 0,0 1-1 0 0,0-1 1 0 0,0 2 0 0 0,4 63 3224 0 0,-5-51-2725 0 0,2 0 1 0 0,-1 0-1 0 0,2-1 0 0 0,4 21 1 0 0,13 84 1658 0 0,0-41-2304 0 0,-14-65 0 0 0,1-1 0 0 0,2-3 0 0 0,5-8 0 0 0,10-14-2362 0 0,10-22-6520 0 0,-3 4 787 0 0,-13 18 544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58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0 696 0 0,'0'0'3716'0'0,"-16"2"807"0"0,8 5 8923 0 0,14-4-12974 0 0,0 1 1 0 0,0 0-1 0 0,-1 0 0 0 0,1 1 0 0 0,-1 0 0 0 0,0 0 0 0 0,0 0 0 0 0,0 0 0 0 0,-1 1 0 0 0,1 0 0 0 0,-1 0 0 0 0,-1 0 0 0 0,1 0 0 0 0,-1 1 0 0 0,-1-1 1 0 0,1 1-1 0 0,-1 0 0 0 0,0-1 0 0 0,0 1 0 0 0,-1 0 0 0 0,1 14 0 0 0,1 7-472 0 0,-2 45 0 0 0,1 13 0 0 0,-3-38 0 0 0,0-41 0 0 0,0 0 0 0 0,1 1 0 0 0,0-1 0 0 0,1 1 0 0 0,-1-1 0 0 0,1 0 0 0 0,1 1 0 0 0,-1-1 0 0 0,4 9 0 0 0,-4-11 0 0 0,10 25 0 0 0,-10-26 0 0 0,24 16 0 0 0,-14-16 0 0 0,2 1 0 0 0,0-1 0 0 0,4-1 0 0 0,-5-2-431 0 0,-11-3-3320 0 0,-6-14 1739 0 0,4 12-1858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18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1 96 0 0,'-40'0'12609'0'0,"19"0"-8824"0"0,18 0-305 0 0,2 0-1134 0 0,-6 4 8082 0 0,12 1-10425 0 0,1 1 0 0 0,0-1 0 0 0,0 0 0 0 0,0-1-1 0 0,0 0 1 0 0,1 1 0 0 0,0-2 0 0 0,13 6 0 0 0,2 0-6 0 0,24 13 3 0 0,-5-4 0 0 0,0 3 0 0 0,46 31 0 0 0,-74-43 0 0 0,-1 1 0 0 0,0 0 0 0 0,-1 0 0 0 0,0 1 0 0 0,-1 0 0 0 0,0 1 0 0 0,-1 1 0 0 0,0-1 0 0 0,-1 1 0 0 0,12 24 0 0 0,-14-22 0 0 0,0 0 0 0 0,-1 0 0 0 0,0 0 0 0 0,3 24 0 0 0,-4 5 0 0 0,-2 52 0 0 0,-1-80 0 0 0,4-4 0 0 0,-10-26-6715 0 0,-1-17-4550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18.7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440 6 1304 0 0,'-40'-5'17009'0'0,"29"8"-16478"0"0,0 0 1 0 0,-1 0-1 0 0,1 2 0 0 0,1-1 0 0 0,-1 1 1 0 0,1 1-1 0 0,-1 0 0 0 0,-12 10 1 0 0,-76 70 6593 0 0,26-20-4578 0 0,61-57-2547 0 0,0 2 0 0 0,1-1 0 0 0,0 1 0 0 0,1 1 0 0 0,0 0 0 0 0,1 0 0 0 0,0 1 0 0 0,1 0 0 0 0,1 1 0 0 0,-10 24 0 0 0,16-29 0 0 0,2 5 0 0 0,-1-14 0 0 0,0 1 0 0 0,0-1 0 0 0,0 1 0 0 0,0-1 0 0 0,0 1 0 0 0,0-1 0 0 0,0 1 0 0 0,0-1 0 0 0,1 1 0 0 0,-1-1 0 0 0,0 0 0 0 0,0 1 0 0 0,1-1 0 0 0,-1 1 0 0 0,0-1 0 0 0,0 0 0 0 0,1 1 0 0 0,-1-1 0 0 0,0 0 0 0 0,1 1 0 0 0,-1-1 0 0 0,0 0 0 0 0,1 0 0 0 0,-1 1 0 0 0,1-1 0 0 0,-1 0 0 0 0,1 0 0 0 0,2 0-459 0 0,-1 0 1 0 0,0-1-1 0 0,1 1 1 0 0,-1-1-1 0 0,1 0 1 0 0,-1 0-1 0 0,0 0 1 0 0,0 0-1 0 0,1 0 1 0 0,-1 0-1 0 0,0 0 1 0 0,0-1-1 0 0,0 1 1 0 0,3-4-1 0 0,30-28-10893 0 0,-22 19 3180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24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0 1532 0 0,'0'0'16056'0'0,"-10"11"-3868"0"0,5-7-12484 0 0,-110 54 3583 0 0,104-50-3287 0 0,2-1 0 0 0,9-7 0 0 0,0 1 0 0 0,-1-1 0 0 0,1 0 0 0 0,0 0 0 0 0,0 0 0 0 0,0 1 0 0 0,0-1 0 0 0,0 0 0 0 0,0 0 0 0 0,0 1 0 0 0,0-1 0 0 0,0 0 0 0 0,0 1 0 0 0,0-1 0 0 0,0 0 0 0 0,0 0 0 0 0,0 1 0 0 0,0-1 0 0 0,0 0 0 0 0,0 0 0 0 0,0 1 0 0 0,0-1 0 0 0,0 0 0 0 0,0 0 0 0 0,0 1 0 0 0,1-1 0 0 0,-1 0 0 0 0,0 0 0 0 0,0 0 0 0 0,0 1 0 0 0,0-1 0 0 0,1 0 0 0 0,-1 0 0 0 0,0 0 0 0 0,0 1 0 0 0,0-1 0 0 0,1 0 0 0 0,-1 0 0 0 0,0 0 0 0 0,0 0 0 0 0,1 0 0 0 0,-1 0 0 0 0,0 0 0 0 0,0 1 0 0 0,1-1 0 0 0,-1 0 0 0 0,0 0 0 0 0,0 0 0 0 0,1 0 0 0 0,-1 0 0 0 0,0 0 0 0 0,0 0 0 0 0,1 0 0 0 0,-1 0 0 0 0,1-1 0 0 0,15 7 0 0 0,-16-6 0 0 0,10 1 0 0 0,1 0 0 0 0,-1 0 0 0 0,1-1 0 0 0,11-2 0 0 0,17 1 0 0 0,-28 2 0 0 0,0 1 0 0 0,-1 0 0 0 0,1 0 0 0 0,0 1 0 0 0,-1 0 0 0 0,1 1 0 0 0,-1 0 0 0 0,0 0 0 0 0,0 1 0 0 0,-1 1 0 0 0,1 0 0 0 0,-1 0 0 0 0,0 1 0 0 0,-1 0 0 0 0,0 0 0 0 0,0 1 0 0 0,0 0 0 0 0,-1 0 0 0 0,0 1 0 0 0,8 15 0 0 0,-12-19 0 0 0,-1 1 0 0 0,1 0 0 0 0,-1 0 0 0 0,-1 0 0 0 0,1 0 0 0 0,-1 0 0 0 0,0 0 0 0 0,-1 0 0 0 0,0 0 0 0 0,0 0 0 0 0,0 0 0 0 0,0 0 0 0 0,-1 0 0 0 0,-3 12 0 0 0,4-14 0 0 0,-1-1 0 0 0,0 1 0 0 0,0-1 0 0 0,0 1 0 0 0,-1-1 0 0 0,1 0 0 0 0,-1 1 0 0 0,0-1 0 0 0,0 0 0 0 0,0 0 0 0 0,0 0 0 0 0,-1 0 0 0 0,1-1 0 0 0,-1 1 0 0 0,0-1 0 0 0,1 1 0 0 0,-1-1 0 0 0,0 0 0 0 0,0 0 0 0 0,-1 0 0 0 0,1 0 0 0 0,0-1 0 0 0,-1 0 0 0 0,1 1 0 0 0,-6 0 0 0 0,3-1 0 0 0,0-1 0 0 0,0 0 0 0 0,0-1 0 0 0,0 1 0 0 0,0-1 0 0 0,0 0 0 0 0,1-1 0 0 0,-1 1 0 0 0,0-1 0 0 0,0 0 0 0 0,1-1 0 0 0,0 1 0 0 0,-10-7 0 0 0,6 4 0 0 0,-29-24 0 0 0,7 2 0 0 0,21 18 0 0 0,7-1 0 0 0,6 2 0 0 0,-3 7 0 0 0,1 0 0 0 0,-1 0 0 0 0,1 1 0 0 0,-1-1 0 0 0,1 0 0 0 0,0 0 0 0 0,-1 1 0 0 0,1-1 0 0 0,0 1 0 0 0,0-1 0 0 0,-1 0 0 0 0,1 1 0 0 0,0-1 0 0 0,0 1 0 0 0,0 0 0 0 0,0-1 0 0 0,-1 1 0 0 0,1 0 0 0 0,0-1 0 0 0,0 1 0 0 0,0 0 0 0 0,0 0 0 0 0,0 0 0 0 0,0 0 0 0 0,0 0 0 0 0,0 0 0 0 0,0 0 0 0 0,0 0 0 0 0,0 0 0 0 0,0 0 0 0 0,-1 1 0 0 0,3 0 0 0 0,-3-1 0 0 0,77-2-3234 0 0,-61 3 1045 0 0,0-1 1 0 0,0-1-1 0 0,0 0 0 0 0,28-7 1 0 0,-39 6-4845 0 0,11-2 536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25.4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20 808 0 0,'-9'-3'2282'0'0,"-18"-14"16931"0"0,25 20-17816 0 0,0 2-1065 0 0,0 0 1 0 0,1-1 0 0 0,-1 1-1 0 0,1 0 1 0 0,0 0 0 0 0,1 0 0 0 0,-1 0-1 0 0,1 0 1 0 0,0 0 0 0 0,0 0 0 0 0,1 0-1 0 0,0 0 1 0 0,-1 0 0 0 0,4 7 0 0 0,25 79 1995 0 0,-21-68-1724 0 0,15 45-105 0 0,-9-23-176 0 0,22 46-1 0 0,2-13-322 0 0,-38-78 0 0 0,0 1 0 0 0,-1-1 0 0 0,1 0 0 0 0,0 0 0 0 0,0 0 0 0 0,0 0 0 0 0,0 1 0 0 0,0-1 0 0 0,0 0 0 0 0,0 0 0 0 0,0 0 0 0 0,0 0 0 0 0,0 1 0 0 0,1-1 0 0 0,-1 0 0 0 0,0 0 0 0 0,0 0 0 0 0,0 0 0 0 0,0 0 0 0 0,0 1 0 0 0,0-1 0 0 0,0 0 0 0 0,0 0 0 0 0,0 0 0 0 0,0 0 0 0 0,1 0 0 0 0,-1 1 0 0 0,0-1 0 0 0,0 0 0 0 0,0 0 0 0 0,0 0 0 0 0,0 0 0 0 0,1 0 0 0 0,-1 0 0 0 0,0 0 0 0 0,0 0 0 0 0,0 0 0 0 0,0 0 0 0 0,0 0 0 0 0,1 0 0 0 0,-1 0 0 0 0,0 0 0 0 0,0 0 0 0 0,0 0 0 0 0,0 0 0 0 0,1 0 0 0 0,-1 0 0 0 0,0 0 0 0 0,0 0 0 0 0,0 0 0 0 0,0 0 0 0 0,1 0 0 0 0,-1 0 0 0 0,0 0 0 0 0,0 0 0 0 0,0 0 0 0 0,2-23 0 0 0,-5-11-343 0 0,2 27 200 0 0,1 1 1 0 0,-1 0-1 0 0,1-1 1 0 0,0 1-1 0 0,1 0 0 0 0,1-11 1 0 0,1 9 19 0 0,0-1 1 0 0,1 0-1 0 0,0 1 1 0 0,0-1-1 0 0,1 1 1 0 0,0 0-1 0 0,0 1 1 0 0,1-1-1 0 0,0 1 1 0 0,0 0-1 0 0,13-10 1 0 0,17-21 641 0 0,-35 37-490 0 0,-1 0 0 0 0,1 0 0 0 0,0 0 1 0 0,0 0-1 0 0,0 1 0 0 0,0-1 0 0 0,0 0 0 0 0,0 1 1 0 0,0-1-1 0 0,0 1 0 0 0,1-1 0 0 0,-1 1 0 0 0,0-1 1 0 0,0 1-1 0 0,0 0 0 0 0,0 0 0 0 0,1-1 0 0 0,-1 1 1 0 0,0 0-1 0 0,0 0 0 0 0,1 0 0 0 0,-1 0 0 0 0,0 1 1 0 0,0-1-1 0 0,0 0 0 0 0,1 0 0 0 0,-1 1 0 0 0,0-1 1 0 0,0 1-1 0 0,0-1 0 0 0,0 1 0 0 0,0-1 0 0 0,0 1 1 0 0,0 0-1 0 0,0 0 0 0 0,0-1 0 0 0,0 1 0 0 0,0 0 1 0 0,0 0-1 0 0,1 2 0 0 0,0-1 49 0 0,1 1 0 0 0,-1-1 1 0 0,0 1-1 0 0,0 0 0 0 0,0 0 0 0 0,0 0 0 0 0,-1 0 1 0 0,1 0-1 0 0,-1 0 0 0 0,0 0 0 0 0,0 1 1 0 0,0-1-1 0 0,1 7 0 0 0,-1 39-78 0 0,9 63 0 0 0,-9-106 0 0 0,-1 0 0 0 0,1 1 0 0 0,0-1 0 0 0,1 0 0 0 0,-1 0 0 0 0,1 0 0 0 0,0 0 0 0 0,1 0 0 0 0,-1 0 0 0 0,1 0 0 0 0,1-1 0 0 0,-1 1 0 0 0,1-1 0 0 0,0 0 0 0 0,0 0 0 0 0,5 4 0 0 0,-5-7 0 0 0,0 0 0 0 0,1-1 0 0 0,-1 1 0 0 0,1-1 0 0 0,-1 0 0 0 0,1-1 0 0 0,0 1 0 0 0,-1-1 0 0 0,1 0 0 0 0,0 0 0 0 0,-1 0 0 0 0,1-1 0 0 0,0 1 0 0 0,-1-1 0 0 0,1 0 0 0 0,-1-1 0 0 0,1 1 0 0 0,-1-1 0 0 0,0 0 0 0 0,6-3 0 0 0,-6 3 0 0 0,4-2 0 0 0,-1 0 0 0 0,1-1 0 0 0,-1 0 0 0 0,0 0 0 0 0,0-1 0 0 0,-1 0 0 0 0,0 0 0 0 0,0-1 0 0 0,0 1 0 0 0,-1-1 0 0 0,0-1 0 0 0,0 1 0 0 0,0-1 0 0 0,-1 0 0 0 0,-1 0 0 0 0,1 0 0 0 0,-1 0 0 0 0,-1 0 0 0 0,1-1 0 0 0,-2 1 0 0 0,1-1 0 0 0,-1 0 0 0 0,0-11 0 0 0,-1 15 0 0 0,0 1 0 0 0,0 0 0 0 0,0 0 0 0 0,-1 0 0 0 0,0 0 0 0 0,0 0 0 0 0,0 0 0 0 0,0 0 0 0 0,-4-7 0 0 0,-1-3 0 0 0,1 0 0 0 0,0-1 0 0 0,-4-28 0 0 0,9 30 0 0 0,4 0 0 0 0,5 4 0 0 0,-5 6 0 0 0,0 0 0 0 0,0 0 0 0 0,1 1 0 0 0,-1-1 0 0 0,1 1 0 0 0,0 0 0 0 0,-1 0 0 0 0,1 1 0 0 0,0 0 0 0 0,0-1 0 0 0,0 2 0 0 0,0-1 0 0 0,1 1 0 0 0,5-1 0 0 0,-5 1 0 0 0,-2 0 0 0 0,1 0 0 0 0,0 0 0 0 0,-1 0 0 0 0,1 0 0 0 0,0 1 0 0 0,-1-1 0 0 0,1 1 0 0 0,-1 1 0 0 0,1-1 0 0 0,-1 0 0 0 0,0 1 0 0 0,1 0 0 0 0,-1 0 0 0 0,0 0 0 0 0,0 1 0 0 0,0 0 0 0 0,0-1 0 0 0,-1 1 0 0 0,1 0 0 0 0,-1 1 0 0 0,0-1 0 0 0,0 1 0 0 0,0-1 0 0 0,4 7 0 0 0,-2 2 0 0 0,-1 1 0 0 0,0-1 0 0 0,-1 1 0 0 0,0 0 0 0 0,0 0 0 0 0,0 27 0 0 0,3 16 0 0 0,-4-43 0 0 0,3 2 0 0 0,-3-3 0 0 0,4-4 0 0 0,6-3 0 0 0,-9-4 0 0 0,0 0 0 0 0,1 0 0 0 0,-1 0 0 0 0,0-1 0 0 0,1 1 0 0 0,-1-1 0 0 0,1 0 0 0 0,-1 0 0 0 0,1 0 0 0 0,-1 0 0 0 0,1-1 0 0 0,-1 0 0 0 0,0 1 0 0 0,1-1 0 0 0,-1 0 0 0 0,0-1 0 0 0,6-2 0 0 0,5-2 0 0 0,5 0 0 0 0,0 0 0 0 0,0-1 0 0 0,33-19 0 0 0,-44 19 0 0 0,9-11 0 0 0,-15 16 0 0 0,0 0 0 0 0,0-1 0 0 0,-1 1 0 0 0,1-1 0 0 0,0 1 0 0 0,-1-1 0 0 0,1 0 0 0 0,-1 1 0 0 0,0-1 0 0 0,0 0 0 0 0,0 0 0 0 0,0 0 0 0 0,-1 0 0 0 0,1-3 0 0 0,1-5 0 0 0,1 0 0 0 0,-1-2 0 0 0,3 5-197 0 0,-3 6-872 0 0,-8 5-3711 0 0,2 7 5602 0 0,-1-1-4433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25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2340 0 0,'0'0'20729'0'0,"2"5"-19075"0"0,46 127 6192 0 0,-47-129-8937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26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1124 0 0,'0'0'10853'0'0,"1"5"-9037"0"0,5 32-73 0 0,16 92 12664 0 0,-3-48-11583 0 0,-18-67-2824 0 0,0-1 0 0 0,-1-13 0 0 0,0 0 0 0 0,0 1 0 0 0,1-1 0 0 0,-1 0 0 0 0,0 1 0 0 0,0-1 0 0 0,0 0 0 0 0,0 1 0 0 0,0-1 0 0 0,0 0 0 0 0,1 0 0 0 0,-1 1 0 0 0,0-1 0 0 0,0 0 0 0 0,0 0 0 0 0,1 0 0 0 0,-1 1 0 0 0,0-1 0 0 0,0 0 0 0 0,1 0 0 0 0,-1 0 0 0 0,0 1 0 0 0,0-1 0 0 0,1 0 0 0 0,-1 0 0 0 0,0 0 0 0 0,1 0 0 0 0,-1 0 0 0 0,0 0 0 0 0,0 0 0 0 0,1 0 0 0 0,-1 0 0 0 0,0 0 0 0 0,1 0 0 0 0,-1 0 0 0 0,0 0 0 0 0,1 0 0 0 0,-1 0 0 0 0,10-7 0 0 0,0-1 0 0 0,-1 0 0 0 0,0 0 0 0 0,0-1 0 0 0,-1 0 0 0 0,11-17 0 0 0,-4 8 0 0 0,83-106-295 0 0,-61 79 590 0 0,-33 38-295 0 0,1 3 0 0 0,6 19 0 0 0,-6-6 0 0 0,-1 1 0 0 0,1 0 0 0 0,-2 0 0 0 0,5 17 0 0 0,-6-17 0 0 0,1-1 0 0 0,0 0 0 0 0,0 0 0 0 0,1 0 0 0 0,0 0 0 0 0,9 14 0 0 0,0-5 0 0 0,0-2 0 0 0,1 0 0 0 0,0 0 0 0 0,2-1 0 0 0,0-1 0 0 0,33 22 0 0 0,-41-31 0 0 0,-7-5-17 0 0,0 1-1 0 0,0-1 1 0 0,1 0 0 0 0,-1 1 0 0 0,0-1-1 0 0,0 0 1 0 0,0 0 0 0 0,0 0 0 0 0,1 0-1 0 0,-1 0 1 0 0,0 0 0 0 0,0 0 0 0 0,0 0-1 0 0,1 0 1 0 0,-1 0 0 0 0,0-1 0 0 0,0 1-1 0 0,0 0 1 0 0,0-1 0 0 0,0 1 0 0 0,0-1-1 0 0,0 1 1 0 0,0-1 0 0 0,0 0 0 0 0,0 0-1 0 0,0 1 1 0 0,0-1 0 0 0,0 0 0 0 0,0 0-1 0 0,0 0 1 0 0,0-1 0 0 0,0 0-274 0 0,2-1-492 0 0,-1 0 0 0 0,1 0 0 0 0,-1-1 0 0 0,0 1 0 0 0,0-1 0 0 0,0 1 1 0 0,-1-1-1 0 0,1 0 0 0 0,0-5 0 0 0,2-19-10411 0 0,-4 10 3938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26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0 56 0 0,'-11'3'20957'0'0,"20"30"-18874"0"0,1 0 1 0 0,1-1 0 0 0,18 34-1 0 0,17 49 1202 0 0,-31-64-3144 0 0,-10-27-143 0 0,2-1 0 0 0,16 37 0 0 0,-18-46 2 0 0,-5-3-177 0 0,0-10-776 0 0,2-6-5762 0 0,5-28 2149 0 0,-2 1-5469 0 0,1 18 4230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26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1 488 0 0,'9'0'2235'0'0,"-5"2"3106"0"0,-4 0-4711 0 0,1 0-1 0 0,-1 0 1 0 0,1-1 0 0 0,-1 1-1 0 0,0 0 1 0 0,0 0 0 0 0,0 0-1 0 0,0 0 1 0 0,0 0 0 0 0,0-1-1 0 0,-1 1 1 0 0,1 0-1 0 0,0 0 1 0 0,-1 0 0 0 0,0-1-1 0 0,-1 4 1 0 0,-23 30 4579 0 0,8-19-3418 0 0,-39 27 0 0 0,44-34-715 0 0,1-2-835 0 0,1 0 148 0 0,-1 0 0 0 0,1 0 0 0 0,1 1 1 0 0,0 0-1 0 0,0 1 0 0 0,0 0 0 0 0,1 0 0 0 0,0 1 0 0 0,-10 17 0 0 0,17-16-389 0 0,1-9 0 0 0,0 0 0 0 0,0 0 0 0 0,1 1 0 0 0,-1-1 0 0 0,0 0 0 0 0,1 0 0 0 0,-1-1 0 0 0,1 1 0 0 0,0 0 0 0 0,-1 0 0 0 0,1 0 0 0 0,0 0 0 0 0,0 0 0 0 0,0-1 0 0 0,1 1 0 0 0,-1 0 0 0 0,0-1 0 0 0,1 1 0 0 0,-1-1 0 0 0,1 0 0 0 0,-1 1 0 0 0,1-1 0 0 0,3 2 0 0 0,0-1 0 0 0,0 1 0 0 0,0-1 0 0 0,0-1 0 0 0,1 1 0 0 0,-1-1 0 0 0,7 1 0 0 0,-3-1 0 0 0,23 6 0 0 0,0-2 0 0 0,0-2 0 0 0,1 0 0 0 0,-1-3 0 0 0,1 0 0 0 0,-1-2 0 0 0,0-2 0 0 0,57-12 0 0 0,-74 11 0 0 0,-15 5-1 0 0,0-1 0 0 0,0 1 0 0 0,1 0-1 0 0,-1 0 1 0 0,0 0 0 0 0,0 0 0 0 0,0-1 0 0 0,0 1 0 0 0,1 0 0 0 0,-1 0 0 0 0,0-1-1 0 0,0 1 1 0 0,0 0 0 0 0,0 0 0 0 0,0-1 0 0 0,0 1 0 0 0,0 0 0 0 0,0 0 0 0 0,0-1-1 0 0,0 1 1 0 0,0 0 0 0 0,0 0 0 0 0,0-1 0 0 0,0 1 0 0 0,0 0 0 0 0,0 0-1 0 0,0-1 1 0 0,0 1 0 0 0,0 0 0 0 0,0 0 0 0 0,0 0 0 0 0,-1-1 0 0 0,1 1 0 0 0,0 0-1 0 0,0 0 1 0 0,0-1 0 0 0,0 1 0 0 0,0 0 0 0 0,-1 0 0 0 0,1 0 0 0 0,0 0 0 0 0,0-1-1 0 0,0 1 1 0 0,-1 0 0 0 0,1 0 0 0 0,-24-10-888 0 0,-7 5-3429 0 0,-7 5-10325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29.3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13 169 968 0 0,'9'-11'2335'0'0,"1"1"-1"0"0,0 0 0 0 0,23-17 1 0 0,2-2 2773 0 0,7-4 2246 0 0,-40 32-6507 0 0,12-29 3522 0 0,-10 19-1833 0 0,-16 5-982 0 0,-27 10-861 0 0,30-2-693 0 0,0 0 0 0 0,0 0 0 0 0,1 1 0 0 0,-1 0 0 0 0,1 1 0 0 0,0-1 0 0 0,0 2 0 0 0,0-1 0 0 0,0 1 0 0 0,0 0 0 0 0,-9 9 0 0 0,16-12 0 0 0,0-1 0 0 0,0 1 0 0 0,-1 0 0 0 0,1 0 0 0 0,0 0 0 0 0,0 0 0 0 0,1 0 0 0 0,-1 0 0 0 0,0 0 0 0 0,1 0 0 0 0,-1 0 0 0 0,1 0 0 0 0,-1 0 0 0 0,1 0 0 0 0,0 0 0 0 0,0 0 0 0 0,0 0 0 0 0,0 1 0 0 0,1-1 0 0 0,-1 0 0 0 0,0 0 0 0 0,1 0 0 0 0,0 0 0 0 0,-1 0 0 0 0,1 0 0 0 0,0 0 0 0 0,0 0 0 0 0,0 0 0 0 0,0 0 0 0 0,0-1 0 0 0,1 1 0 0 0,-1 0 0 0 0,0-1 0 0 0,2 2 0 0 0,-1-1 0 0 0,2 2 0 0 0,0 0 0 0 0,0-1 0 0 0,0 0 0 0 0,1 0 0 0 0,-1 0 0 0 0,1 0 0 0 0,0-1 0 0 0,0 0 0 0 0,0 0 0 0 0,9 3 0 0 0,58 12 0 0 0,-55-14 0 0 0,20 3 0 0 0,-22-4 0 0 0,-1 1 0 0 0,1 0 0 0 0,0 1 0 0 0,-1 1 0 0 0,0 0 0 0 0,23 12 0 0 0,-26-9 0 0 0,-9 5 0 0 0,-2-9 0 0 0,0 1 0 0 0,-1-1 0 0 0,1 0 0 0 0,-1 1 0 0 0,0-1 0 0 0,-1 1 0 0 0,1-1 0 0 0,-1 0 0 0 0,0 0 0 0 0,1 0 0 0 0,-2 0 0 0 0,1 0 0 0 0,0 0 0 0 0,-1-1 0 0 0,0 1 0 0 0,0-1 0 0 0,0 0 0 0 0,0 1 0 0 0,-1-2 0 0 0,1 1 0 0 0,-1 0 0 0 0,1-1 0 0 0,-1 1 0 0 0,0-1 0 0 0,0 0 0 0 0,-6 2 0 0 0,-8 6 0 0 0,6-3 0 0 0,-1 0 0 0 0,-1 0 0 0 0,1-2 0 0 0,-1 0 0 0 0,0 0 0 0 0,-1-2 0 0 0,1 1 0 0 0,0-2 0 0 0,-1 0 0 0 0,0-1 0 0 0,-21 0 0 0 0,21-2 0 0 0,3 0 0 0 0,12 1 0 0 0,0 0 0 0 0,0 0 0 0 0,0 0 0 0 0,-1 0 0 0 0,1 0 0 0 0,0 0 0 0 0,0 0 0 0 0,0 0 0 0 0,0 0 0 0 0,-1 0 0 0 0,1 0 0 0 0,0 0 0 0 0,0 0 0 0 0,0 0 0 0 0,0 0 0 0 0,-1 0 0 0 0,1 0 0 0 0,0 0 0 0 0,0 0 0 0 0,0 0 0 0 0,0 0 0 0 0,-1 0 0 0 0,1 0 0 0 0,0 0 0 0 0,0-1 0 0 0,0 1 0 0 0,0 0 0 0 0,0 0 0 0 0,-1 0 0 0 0,1 0 0 0 0,0 0 0 0 0,0 0 0 0 0,0-1 0 0 0,0 1 0 0 0,0 0 0 0 0,0 0 0 0 0,0 0 0 0 0,0 0 0 0 0,0-1 0 0 0,0 1 0 0 0,0 0 0 0 0,0 0 0 0 0,0 0 0 0 0,0 0 0 0 0,0-1 0 0 0,0 1 0 0 0,0 0 0 0 0,0 0 0 0 0,0 0 0 0 0,0 0 0 0 0,0-1 0 0 0,0 1 0 0 0,0 0 0 0 0,0 0 0 0 0,0-1 0 0 0,20-11 0 0 0,-7 10-205 0 0,4 4-1204 0 0,9 0-9515 0 0,-14-1 2454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4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266 114 460 0 0,'3'-6'1664'0'0,"-8"-4"12012"0"0,1 8-11464 0 0,1 0-4639 0 0,0 0 5189 0 0,-4-31 2406 0 0,7 32-4987 0 0,-1-1 0 0 0,-1 0 0 0 0,1 0 0 0 0,0 1 0 0 0,0-1 0 0 0,-1 1 0 0 0,1-1 0 0 0,-1 1 0 0 0,1 0 0 0 0,-1-1 0 0 0,1 1 0 0 0,-1 0 0 0 0,0 0 0 0 0,0 0 0 0 0,0 0 0 0 0,1 0 0 0 0,-1 1 0 0 0,0-1 0 0 0,-4 0 0 0 0,1 1 25 0 0,0 0 0 0 0,0 1 0 0 0,0 0 0 0 0,-1 0 0 0 0,1 0 0 0 0,0 0 0 0 0,-5 3 0 0 0,-4 1 144 0 0,1 0-1 0 0,-1 1 1 0 0,1 1 0 0 0,1 0-1 0 0,-23 16 1 0 0,29-18-216 0 0,0 0 1 0 0,1 0 0 0 0,-1 0 0 0 0,1 1-1 0 0,0-1 1 0 0,0 1 0 0 0,1 1 0 0 0,0-1-1 0 0,0 0 1 0 0,0 1 0 0 0,1 0 0 0 0,0 0-1 0 0,-2 9 1 0 0,5-14-135 0 0,0 1 0 0 0,0-1 0 0 0,0 1 0 0 0,0-1 0 0 0,0 0 0 0 0,1 1 0 0 0,-1-1 0 0 0,1 1 0 0 0,0-1 0 0 0,0 1 0 0 0,0-1 0 0 0,0 0 0 0 0,0 0 0 0 0,0 0 0 0 0,0 1 0 0 0,1-1 0 0 0,-1 0 0 0 0,1-1 0 0 0,0 1 0 0 0,-1 0 0 0 0,1 0 0 0 0,0-1 0 0 0,0 1 0 0 0,0-1 0 0 0,0 1 0 0 0,0-1 0 0 0,1 0 0 0 0,-1 0 0 0 0,4 1 0 0 0,3 3 0 0 0,0-2 0 0 0,1 1 0 0 0,-1-1 0 0 0,1 0 0 0 0,-1-1 0 0 0,12 1 0 0 0,4-2-157 0 0,0-2 0 0 0,0-1 0 0 0,-1-1 1 0 0,1-1-1 0 0,-1 0 0 0 0,1-3 0 0 0,-2 0 0 0 0,1-1 0 0 0,-1-1 0 0 0,0-1 0 0 0,-1-1 1 0 0,0-1-1 0 0,27-20 0 0 0,-47 30 199 0 0,0 0-1 0 0,0 1 1 0 0,0-1 0 0 0,0 0 0 0 0,-1 0-1 0 0,1 0 1 0 0,0 0 0 0 0,-1 0 0 0 0,0 0 0 0 0,1-1-1 0 0,-1 1 1 0 0,0 0 0 0 0,1-4 0 0 0,7-13 1398 0 0,-6 7-1284 0 0,-12-2-141 0 0,0 6-15 0 0,-2 4 0 0 0,-2 3 0 0 0,-12 10 0 0 0,21-1 0 0 0,3-7 0 0 0,0 3 0 0 0,-1 0 0 0 0,1 0 0 0 0,0 0 0 0 0,0 0 0 0 0,0 0 0 0 0,1 0 0 0 0,-1 0 0 0 0,1 1 0 0 0,0-1 0 0 0,0 0 0 0 0,0 0 0 0 0,1 0 0 0 0,-1 0 0 0 0,1 1 0 0 0,0-1 0 0 0,1 0 0 0 0,-1 0 0 0 0,1-1 0 0 0,3 9 0 0 0,0-6 0 0 0,1 0 0 0 0,-1 0 0 0 0,1 0 0 0 0,0-1 0 0 0,0 0 0 0 0,1 0 0 0 0,0-1 0 0 0,0 1 0 0 0,0-1 0 0 0,0-1 0 0 0,0 1 0 0 0,1-1 0 0 0,-1-1 0 0 0,1 1 0 0 0,0-2 0 0 0,0 1 0 0 0,0-1 0 0 0,0 0 0 0 0,0 0 0 0 0,16-2 0 0 0,2 1 0 0 0,-1-2 0 0 0,0-1 0 0 0,0-1 0 0 0,0-1 0 0 0,33-12 0 0 0,-49 14 0 0 0,0-1 0 0 0,0 0 0 0 0,0 0 0 0 0,-1-1 0 0 0,0 0 0 0 0,0-1 0 0 0,0 1 0 0 0,11-12 0 0 0,-16 14 0 0 0,1-1 0 0 0,0-1 0 0 0,-1 1 0 0 0,0 0 0 0 0,0-1 0 0 0,0 0 0 0 0,-1 1 0 0 0,1-1 0 0 0,-1 0 0 0 0,0 0 0 0 0,-1-1 0 0 0,1 1 0 0 0,-1 0 0 0 0,0-1 0 0 0,1-10 0 0 0,-4 10 0 0 0,1 1 0 0 0,-1-1 0 0 0,0 0 0 0 0,0 0 0 0 0,-1 1 0 0 0,-4-9 0 0 0,-26-11 0 0 0,21 18 0 0 0,26 9 0 0 0,133 25 0 0 0,1 2 0 0 0,-130-24 0 0 0,0 1 0 0 0,-1 1 0 0 0,0 0 0 0 0,0 1 0 0 0,0 1 0 0 0,16 12 0 0 0,-28-18 0 0 0,-4-2 0 0 0,0-1 0 0 0,0 1 0 0 0,0 0 0 0 0,0 0 0 0 0,0-1 0 0 0,0 1 0 0 0,0 0 0 0 0,0 0 0 0 0,0 0 0 0 0,0 0 0 0 0,0 0 0 0 0,-1 0 0 0 0,1 0 0 0 0,0 0 0 0 0,-1 0 0 0 0,1 0 0 0 0,-1 1 0 0 0,1-1 0 0 0,-1 0 0 0 0,0 0 0 0 0,1 0 0 0 0,-1 1 0 0 0,0-1 0 0 0,0 0 0 0 0,0 0 0 0 0,0 1 0 0 0,0-1 0 0 0,0 0 0 0 0,0 1 0 0 0,0-1 0 0 0,-1 0 0 0 0,1 0 0 0 0,0 0 0 0 0,-2 3 0 0 0,1 0 0 0 0,0 0 0 0 0,0 0 0 0 0,-1 1 0 0 0,0-1 0 0 0,1 0 0 0 0,-1 0 0 0 0,-1 0 0 0 0,1-1 0 0 0,-1 1 0 0 0,1 0 0 0 0,-1-1 0 0 0,0 0 0 0 0,-1 0 0 0 0,1 0 0 0 0,0 0 0 0 0,-5 3 0 0 0,0-2 0 0 0,0 1 0 0 0,0-1 0 0 0,0 0 0 0 0,-1-1 0 0 0,1 0 0 0 0,-1 0 0 0 0,-15 2 0 0 0,8-2 0 0 0,0-1 0 0 0,0-1 0 0 0,0-1 0 0 0,0 0 0 0 0,-1-1 0 0 0,1-1 0 0 0,0 0 0 0 0,-31-10 0 0 0,28 8 0 0 0,18 4 0 0 0,0 0 0 0 0,0-1 0 0 0,0 1 0 0 0,0 0 0 0 0,0-1 0 0 0,0 1 0 0 0,0-1 0 0 0,0 1 0 0 0,0-1 0 0 0,0 0 0 0 0,1 1 0 0 0,-1-1 0 0 0,0 0 0 0 0,0 0 0 0 0,1 1 0 0 0,-1-1 0 0 0,0 0 0 0 0,1 0 0 0 0,-1 0 0 0 0,1 0 0 0 0,-1 0 0 0 0,1 0 0 0 0,-1-2 0 0 0,-3-4-53 0 0,3 5-365 0 0,1 1 199 0 0,0 0 1 0 0,1 0 0 0 0,-1 0 0 0 0,1 0-1 0 0,-1 0 1 0 0,1 0 0 0 0,-1 0-1 0 0,1 1 1 0 0,0-1 0 0 0,-1 0 0 0 0,1 0-1 0 0,0 0 1 0 0,0 1 0 0 0,-1-1 0 0 0,1 0-1 0 0,0 1 1 0 0,0-1 0 0 0,0 1 0 0 0,0-1-1 0 0,0 1 1 0 0,0-1 0 0 0,0 1-1 0 0,0 0 1 0 0,0-1 0 0 0,0 1 0 0 0,2 0-1 0 0,29-4-14049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5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0 1180 0 0,'-22'9'9809'0'0,"13"4"-4649"0"0,9-9-4847 0 0,-1-1-1 0 0,1 1 1 0 0,0-1-1 0 0,0 1 1 0 0,1 0-1 0 0,-1-1 0 0 0,1 1 1 0 0,0 3-1 0 0,3 23 1060 0 0,-3-13-838 0 0,1 0 0 0 0,1 0 1 0 0,1 0-1 0 0,0-1 1 0 0,13 32-1 0 0,-10-28-266 0 0,0 1 0 0 0,5 29 1 0 0,0-20-552 0 0,-10-28 103 0 0,-1 1 1 0 0,1-1-1 0 0,-1 0 0 0 0,0 1 0 0 0,0-1 1 0 0,0 1-1 0 0,0 0 0 0 0,-1-1 0 0 0,1 1 1 0 0,0 5-1 0 0,-1-4-1583 0 0,3 1 3457 0 0,-1-5-5055 0 0,-15-37-11837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5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2 133 348 0 0,'0'-10'2274'0'0,"-1"9"-1627"0"0,1-1 0 0 0,0 0 0 0 0,0 0 0 0 0,0 0 0 0 0,0 1 0 0 0,0-1 0 0 0,0 0 0 0 0,1 0 0 0 0,-1 0 0 0 0,0 1 0 0 0,1-1 0 0 0,0 0 0 0 0,-1 0 0 0 0,1 1 0 0 0,0-1 0 0 0,1-2 0 0 0,24-12 1041 0 0,0 2-584 0 0,1 3 0 0 0,0 0 0 0 0,1 1 0 0 0,42-8-1 0 0,-53 15-790 0 0,0 0 0 0 0,0 1-1 0 0,0 0 1 0 0,1 2 0 0 0,-1 0 0 0 0,1 1-1 0 0,-1 0 1 0 0,31 8 0 0 0,-44-8-195 0 0,0 0 1 0 0,0 0-1 0 0,0 1 1 0 0,0 0-1 0 0,0-1 1 0 0,0 1-1 0 0,0 1 1 0 0,-1-1-1 0 0,1 0 1 0 0,-1 1-1 0 0,0 0 0 0 0,0 0 1 0 0,0 0-1 0 0,0 0 1 0 0,0 0-1 0 0,-1 1 1 0 0,1-1-1 0 0,-1 1 1 0 0,0 0-1 0 0,0 0 1 0 0,0-1-1 0 0,-1 1 1 0 0,1 0-1 0 0,-1 1 1 0 0,0-1-1 0 0,0 0 1 0 0,0 0-1 0 0,-1 0 0 0 0,0 1 1 0 0,0-1-1 0 0,0 0 1 0 0,0 0-1 0 0,0 1 1 0 0,-1-1-1 0 0,0 0 1 0 0,0 0-1 0 0,0 0 1 0 0,0 0-1 0 0,-1 0 1 0 0,1 0-1 0 0,-1 0 1 0 0,0 0-1 0 0,-1 0 1 0 0,-3 5-1 0 0,-9 10 227 0 0,-2-1 0 0 0,1-1-1 0 0,-2-1 1 0 0,0 0 0 0 0,-1-1 0 0 0,-1-1 0 0 0,0-1 0 0 0,-1 0-1 0 0,0-2 1 0 0,-40 15 0 0 0,60-23-345 0 0,-3 0 0 0 0,-25-5 0 0 0,15-2 0 0 0,13 4 0 0 0,1 0 0 0 0,0 0 0 0 0,0 0 0 0 0,-1 0 0 0 0,1 0 0 0 0,0 0 0 0 0,0 0 0 0 0,-1 0 0 0 0,1-1 0 0 0,0 1 0 0 0,0 0 0 0 0,-1 0 0 0 0,1 0 0 0 0,0-1 0 0 0,0 1 0 0 0,0 0 0 0 0,0 0 0 0 0,-1 0 0 0 0,1-1 0 0 0,0 1 0 0 0,0 0 0 0 0,0 0 0 0 0,0-1 0 0 0,0 1 0 0 0,0 0 0 0 0,0 0 0 0 0,0-1 0 0 0,-1 1 0 0 0,1 0 0 0 0,0 0 0 0 0,0-1 0 0 0,0 1 0 0 0,0 0 0 0 0,0-1 0 0 0,1 1 0 0 0,-1 0 0 0 0,0 0 0 0 0,0-1 0 0 0,0 1 0 0 0,0 0 0 0 0,0-1 0 0 0,4-5-495 0 0,0 1-1 0 0,1-1 1 0 0,0 1 0 0 0,-1 0-1 0 0,2 0 1 0 0,-1 1 0 0 0,1-1-1 0 0,-1 1 1 0 0,1 1 0 0 0,0-1-1 0 0,0 1 1 0 0,9-4 0 0 0,21-14-1885 0 0,4 1-3463 0 0,-12 9-1424 0 0,-3 2 1173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5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96 1064 0 0,'0'0'2248'0'0,"-16"3"3803"0"0,15-3-5466 0 0,1 0 0 0 0,-1 0 1 0 0,0 0-1 0 0,1 0 0 0 0,-1 0 0 0 0,0 1 0 0 0,1-1 0 0 0,-1 0 0 0 0,0 0 0 0 0,1 0 0 0 0,-1 1 0 0 0,1-1 1 0 0,-1 0-1 0 0,1 1 0 0 0,-1-1 0 0 0,0 0 0 0 0,1 1 0 0 0,-1-1 0 0 0,1 1 0 0 0,0-1 0 0 0,-1 1 1 0 0,1-1-1 0 0,-1 1 0 0 0,1 0 0 0 0,5 15 181 0 0,1 0 0 0 0,1 0 1 0 0,1-1-1 0 0,0 0 0 0 0,19 26 0 0 0,-23-37-593 0 0,0 1-1 0 0,0-1 0 0 0,0-1 1 0 0,0 1-1 0 0,0-1 0 0 0,1 1 0 0 0,-1-1 1 0 0,1 0-1 0 0,0-1 0 0 0,0 1 0 0 0,0-1 1 0 0,1 0-1 0 0,-1-1 0 0 0,0 1 1 0 0,1-1-1 0 0,-1 0 0 0 0,1 0 0 0 0,-1-1 1 0 0,1 1-1 0 0,-1-1 0 0 0,1 0 0 0 0,-1-1 1 0 0,7 0-1 0 0,4-3-336 0 0,1 0 1 0 0,-1-1-1 0 0,0-1 0 0 0,0 0 0 0 0,-1-1 1 0 0,0-1-1 0 0,17-11 0 0 0,-26 16 102 0 0,0-1 0 0 0,0 0 0 0 0,0 0 0 0 0,-1 0 0 0 0,0-1 0 0 0,0 0 0 0 0,0 0 0 0 0,0 0 0 0 0,-1-1 0 0 0,0 1 0 0 0,0-1 0 0 0,0 0-1 0 0,-1 0 1 0 0,0-1 0 0 0,0 1 0 0 0,-1-1 0 0 0,0 1 0 0 0,0-1 0 0 0,0 0 0 0 0,0-8 0 0 0,-1-3 108 0 0,0 14 62 0 0,-1-1 0 0 0,0 0 0 0 0,0 0 0 0 0,0 0 0 0 0,-1 0 0 0 0,-2-8 0 0 0,3 11-62 0 0,-1 0-1 0 0,0 1 0 0 0,0-1 0 0 0,0 0 0 0 0,0 1 0 0 0,0-1 1 0 0,0 1-1 0 0,-1-1 0 0 0,1 1 0 0 0,-1 0 0 0 0,1 0 0 0 0,-1-1 0 0 0,1 1 1 0 0,-1 0-1 0 0,1 0 0 0 0,-1 0 0 0 0,0 1 0 0 0,0-1 0 0 0,1 0 0 0 0,-1 1 1 0 0,0-1-1 0 0,-2 0 0 0 0,-2 0-15 0 0,0 0 0 0 0,1 1 0 0 0,-1 0-1 0 0,0 0 1 0 0,0 0 0 0 0,1 0 0 0 0,-1 1 0 0 0,0 0 0 0 0,1 0 0 0 0,-1 1 0 0 0,0-1-1 0 0,1 1 1 0 0,0 0 0 0 0,-1 1 0 0 0,-7 4 0 0 0,6-3 1 0 0,1 1-1 0 0,-1-1 1 0 0,1 1 0 0 0,0 0 0 0 0,1 1-1 0 0,-1-1 1 0 0,1 1 0 0 0,0 0 0 0 0,0 1-1 0 0,-6 12 1 0 0,10-19-31 0 0,-2 5 0 0 0,0 0 0 0 0,0 0 0 0 0,0 0 0 0 0,1 1 0 0 0,0-1 0 0 0,0 0 0 0 0,0 1 0 0 0,1 0 0 0 0,-1-1 0 0 0,1 1 0 0 0,1 0 0 0 0,-1-1 0 0 0,1 1 0 0 0,0 0 0 0 0,0 0 0 0 0,1 0 0 0 0,0-1 0 0 0,0 1 0 0 0,3 10 0 0 0,-1-9-13 0 0,0 1-1 0 0,1-1 1 0 0,0 0 0 0 0,0-1-1 0 0,0 1 1 0 0,1-1 0 0 0,0 0 0 0 0,0 0-1 0 0,0 0 1 0 0,1 0 0 0 0,0-1-1 0 0,0 0 1 0 0,0-1 0 0 0,1 1-1 0 0,0-1 1 0 0,7 3 0 0 0,-9-4-20 0 0,1-1 0 0 0,-1-1 0 0 0,0 1 0 0 0,1-1 0 0 0,-1 0 0 0 0,1 0 1 0 0,-1 0-1 0 0,1-1 0 0 0,0 0 0 0 0,-1 0 0 0 0,1 0 0 0 0,-1-1 0 0 0,1 0 0 0 0,-1 0 1 0 0,1 0-1 0 0,-1-1 0 0 0,1 0 0 0 0,-1 0 0 0 0,0 0 0 0 0,0 0 0 0 0,0-1 0 0 0,0 0 0 0 0,7-6 1 0 0,-7 5-800 0 0,0-1 0 0 0,0 0 0 0 0,0 0 0 0 0,0-1 0 0 0,-1 1 0 0 0,0-1 0 0 0,0 0 0 0 0,3-9 0 0 0,2-7-4129 0 0,-6 0-3652 0 0,-3 10 2603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6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 1616 0 0,'0'0'4920'0'0,"-9"6"7010"0"0,25 20-9225 0 0,0 1-1 0 0,15 40 0 0 0,14 26 1115 0 0,-13-33-1677 0 0,-30-56-1950 0 0,2 5-157 0 0,3 1-35 0 0,-7-10-28 0 0,0 1 0 0 0,0-1 0 0 0,1 1 0 0 0,-1 0 0 0 0,0-1 0 0 0,1 1 0 0 0,-1-1 0 0 0,0 1 0 0 0,1-1 0 0 0,-1 1 0 0 0,1-1 0 0 0,-1 1 0 0 0,1-1 0 0 0,-1 0 0 0 0,1 1 0 0 0,0-1 0 0 0,-1 0 0 0 0,1 1 0 0 0,-1-1 0 0 0,1 0 0 0 0,0 0 0 0 0,-1 1-1 0 0,1-1 1 0 0,-1 0 0 0 0,1 0 0 0 0,0 0 0 0 0,-1 0 0 0 0,1 0 0 0 0,0 0 0 0 0,-1 0 0 0 0,1 0 0 0 0,0 0 0 0 0,-1 0 0 0 0,1 0 0 0 0,0-1 0 0 0,-1 1 0 0 0,1 0 0 0 0,0 0 0 0 0,-1-1 0 0 0,1 1 0 0 0,-1 0 0 0 0,2-1 0 0 0,15-26-2034 0 0,-8 10 1360 0 0,88-85-703 0 0,-82 84 1354 0 0,11-14 167 0 0,-9 23 3592 0 0,-17 33-2732 0 0,0-16-566 0 0,0 3-390 0 0,0 0 1 0 0,0-1-1 0 0,1 1 1 0 0,1 0 0 0 0,-1 0-1 0 0,2-1 1 0 0,0 1-1 0 0,7 18 1 0 0,-7-24-19 0 0,0-1-1 0 0,0 1 1 0 0,0-1 0 0 0,1 0 0 0 0,0 0-1 0 0,-1 0 1 0 0,1-1 0 0 0,1 1 0 0 0,-1-1 0 0 0,0 0-1 0 0,1 0 1 0 0,0 0 0 0 0,-1-1 0 0 0,1 0-1 0 0,0 0 1 0 0,10 3 0 0 0,-5-2-20 0 0,1-1 0 0 0,-1 0 0 0 0,1 0 1 0 0,-1-1-1 0 0,1 0 0 0 0,0-1 0 0 0,-1-1 0 0 0,1 1 0 0 0,0-2 1 0 0,-1 1-1 0 0,1-1 0 0 0,-1-1 0 0 0,0 0 0 0 0,0-1 0 0 0,0 1 1 0 0,0-2-1 0 0,-1 0 0 0 0,10-6 0 0 0,-11 6 0 0 0,-1 0 0 0 0,1-1 0 0 0,-1 0 1 0 0,-1 0-1 0 0,1 0 0 0 0,-1-1 0 0 0,-1 0 0 0 0,1-1 0 0 0,-1 1 0 0 0,0-1 0 0 0,-1 0 0 0 0,0 0 0 0 0,0 0 0 0 0,0-1 1 0 0,-1 1-1 0 0,-1-1 0 0 0,1 0 0 0 0,-2 0 0 0 0,1 0 0 0 0,-1 0 0 0 0,0-10 0 0 0,-1 14 19 0 0,1 1 0 0 0,-1-1 0 0 0,-1 1 0 0 0,1-1 0 0 0,-1 1 0 0 0,0-1 0 0 0,0 1 0 0 0,0-1 0 0 0,0 1 0 0 0,-1 0 0 0 0,1-1 0 0 0,-1 1 0 0 0,0 0-1 0 0,-1 0 1 0 0,1 1 0 0 0,-5-6 0 0 0,2 3 88 0 0,4 4-68 0 0,0 1-1 0 0,0-1 1 0 0,0 1 0 0 0,-1 0-1 0 0,1 0 1 0 0,0-1-1 0 0,0 1 1 0 0,-1 0-1 0 0,1 0 1 0 0,-1 0-1 0 0,1 1 1 0 0,-1-1 0 0 0,1 0-1 0 0,-1 1 1 0 0,1-1-1 0 0,-1 0 1 0 0,0 1-1 0 0,1 0 1 0 0,-1-1-1 0 0,0 1 1 0 0,1 0 0 0 0,-1 0-1 0 0,0 0 1 0 0,1 0-1 0 0,-1 0 1 0 0,-3 1-1 0 0,-2 1-16 0 0,1 0-1 0 0,-1 1 0 0 0,1 0 0 0 0,-1 0 0 0 0,1 0 1 0 0,0 1-1 0 0,0 0 0 0 0,0 0 0 0 0,0 0 0 0 0,1 1 1 0 0,0 0-1 0 0,0 0 0 0 0,0 1 0 0 0,1-1 0 0 0,0 1 1 0 0,0 0-1 0 0,0 0 0 0 0,-4 8 0 0 0,2-2-2 0 0,0 1 1 0 0,1-1-1 0 0,0 1 0 0 0,1 0 1 0 0,1 0-1 0 0,0 1 0 0 0,0-1 1 0 0,0 27-1 0 0,2-36-18 0 0,1 0 0 0 0,1 0-1 0 0,-1 0 1 0 0,1 0 0 0 0,-1-1 0 0 0,1 1 0 0 0,0 0-1 0 0,0 0 1 0 0,1 0 0 0 0,-1-1 0 0 0,1 1 0 0 0,0-1-1 0 0,0 1 1 0 0,0-1 0 0 0,0 0 0 0 0,0 0 0 0 0,1 0-1 0 0,0 0 1 0 0,-1 0 0 0 0,1 0 0 0 0,0-1 0 0 0,0 1-1 0 0,1-1 1 0 0,-1 0 0 0 0,0 0 0 0 0,1 0 0 0 0,-1 0-1 0 0,1-1 1 0 0,0 1 0 0 0,0-1 0 0 0,-1 0 0 0 0,1 0-1 0 0,0-1 1 0 0,0 1 0 0 0,0-1 0 0 0,0 0 0 0 0,7 0-1 0 0,3 0-116 0 0,0-1 0 0 0,0 0-1 0 0,0-1 1 0 0,0-1-1 0 0,-1 0 1 0 0,1-1-1 0 0,-1 0 1 0 0,0-1-1 0 0,19-10 1 0 0,-17 7-1637 0 0,0-2 0 0 0,-1 0 0 0 0,14-11 0 0 0,0-6-10114 0 0,-16 15 5249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7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6 1060 0 0,'0'-1'197'0'0,"0"1"1"0"0,0-1-1 0 0,0 1 0 0 0,-1 0 0 0 0,1-1 1 0 0,0 1-1 0 0,-1 0 0 0 0,1 0 0 0 0,0-1 1 0 0,-1 1-1 0 0,1 0 0 0 0,0 0 0 0 0,-1-1 1 0 0,1 1-1 0 0,-1 0 0 0 0,1 0 0 0 0,0 0 1 0 0,-1 0-1 0 0,1 0 0 0 0,-1-1 0 0 0,1 1 1 0 0,-1 0-1 0 0,1 0 0 0 0,0 0 0 0 0,-1 0 1 0 0,1 0-1 0 0,-1 0 0 0 0,1 1 0 0 0,-1-1 1 0 0,1 0-1 0 0,0 0 0 0 0,-1 0 0 0 0,1 0 1 0 0,-1 0-1 0 0,1 1 0 0 0,0-1 0 0 0,-1 0 1 0 0,1 0-1 0 0,-1 1 0 0 0,1-1 0 0 0,0 0 1 0 0,-1 0-1 0 0,1 1 0 0 0,0-1 0 0 0,0 0 0 0 0,-1 1 1 0 0,1-1-1 0 0,0 0 0 0 0,0 1 0 0 0,0-1 1 0 0,-1 1-1 0 0,1-1 0 0 0,0 0 0 0 0,0 1 1 0 0,0-1-1 0 0,0 1 0 0 0,0-1 0 0 0,0 1 1 0 0,0-1-1 0 0,0 1 0 0 0,0-1 0 0 0,0 0 1 0 0,0 1-1 0 0,0-1 0 0 0,0 1 0 0 0,10 36 4547 0 0,-8-29-4820 0 0,12 35 2033 0 0,65 250 5217 0 0,7 15-3036 0 0,-62-252-4312 0 0,-23-55 3 0 0,-1 6-261 0 0,-7-55-2638 0 0,3 0 2608 0 0,3-67 0 0 0,1 72 552 0 0,1 33-265 0 0,0 0-1 0 0,1-1 1 0 0,0 2 0 0 0,0-1-1 0 0,1 0 1 0 0,1 0 0 0 0,-1 1 0 0 0,2 0-1 0 0,-1 0 1 0 0,12-16 0 0 0,-12 18-76 0 0,-3 5 224 0 0,-1 1 0 0 0,1 0 0 0 0,0-1 0 0 0,0 1 0 0 0,0 0 0 0 0,0 0 0 0 0,0 0 0 0 0,0 0 0 0 0,0 0 0 0 0,1 0 0 0 0,-1 0 0 0 0,0 0 0 0 0,0 0 0 0 0,1 1 0 0 0,-1-1 1 0 0,1 0-1 0 0,-1 1 0 0 0,0-1 0 0 0,1 1 0 0 0,-1 0 0 0 0,1-1 0 0 0,-1 1 0 0 0,1 0 0 0 0,-1 0 0 0 0,1 0 0 0 0,2 0 0 0 0,-2 0 136 0 0,28 17 659 0 0,-14 0-280 0 0,-2 0-1 0 0,0 0 0 0 0,0 1 0 0 0,18 36 1 0 0,-22-35-85 0 0,-2 0 1 0 0,0 0 0 0 0,10 38 0 0 0,-12-36-178 0 0,0 0-1 0 0,2-1 1 0 0,13 26-1 0 0,-20-44-319 0 0,0-1-1 0 0,0 1 1 0 0,0-1-1 0 0,1 0 1 0 0,-1 1 0 0 0,1-1-1 0 0,-1 0 1 0 0,1 0-1 0 0,-1 0 1 0 0,1 0 0 0 0,-1-1-1 0 0,1 1 1 0 0,0 0-1 0 0,-1-1 1 0 0,1 1 0 0 0,0-1-1 0 0,0 1 1 0 0,0-1-1 0 0,-1 0 1 0 0,1 0-1 0 0,0 0 1 0 0,0 0 0 0 0,0 0-1 0 0,-1 0 1 0 0,1-1-1 0 0,0 1 1 0 0,0 0 0 0 0,0-1-1 0 0,-1 1 1 0 0,1-1-1 0 0,0 0 1 0 0,-1 0 0 0 0,1 0-1 0 0,-1 0 1 0 0,3-1-1 0 0,7-4-1013 0 0,0-1 1 0 0,-1 0-1 0 0,16-13 0 0 0,9-18-3280 0 0,-15 10-4137 0 0,-12 14 3174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7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198 25 788 0 0,'-19'-18'13538'0'0,"-3"11"-8584"0"0,19 7-3972 0 0,-18 5 841 0 0,13-1-1440 0 0,-1 0 1 0 0,1 1-1 0 0,0 0 1 0 0,1 0-1 0 0,-1 0 1 0 0,1 1 0 0 0,0 0-1 0 0,0 1 1 0 0,1 0-1 0 0,0 0 1 0 0,0 0-1 0 0,0 0 1 0 0,1 1-1 0 0,0 0 1 0 0,1 0-1 0 0,0 1 1 0 0,0-1 0 0 0,1 1-1 0 0,0 0 1 0 0,0 0-1 0 0,-2 17 1 0 0,4-20-328 0 0,0 0 0 0 0,0 0 1 0 0,0 0-1 0 0,1 0 1 0 0,0-1-1 0 0,0 1 0 0 0,1 0 1 0 0,0 0-1 0 0,0 0 0 0 0,0 0 1 0 0,0-1-1 0 0,1 1 1 0 0,0-1-1 0 0,1 1 0 0 0,-1-1 1 0 0,1 1-1 0 0,0-1 0 0 0,0 0 1 0 0,0-1-1 0 0,1 1 0 0 0,0 0 1 0 0,0-1-1 0 0,0 0 1 0 0,0 0-1 0 0,1 0 0 0 0,-1-1 1 0 0,1 1-1 0 0,0-1 0 0 0,0 0 1 0 0,1 0-1 0 0,-1-1 1 0 0,0 0-1 0 0,1 0 0 0 0,6 2 1 0 0,2-1-264 0 0,0-1 0 0 0,1-1 0 0 0,-1 0 0 0 0,0 0 0 0 0,1-2 0 0 0,-1 0 1 0 0,0 0-1 0 0,28-8 0 0 0,-35 8 61 0 0,0-1 1 0 0,0 0-1 0 0,0-1 0 0 0,-1 1 1 0 0,1-1-1 0 0,0-1 0 0 0,-1 1 1 0 0,0-1-1 0 0,0 0 1 0 0,0 0-1 0 0,0-1 0 0 0,-1 0 1 0 0,0 0-1 0 0,0 0 0 0 0,0-1 1 0 0,0 0-1 0 0,-1 1 0 0 0,0-2 1 0 0,4-6-1 0 0,-6 5 251 0 0,0 0-1 0 0,-1 1 0 0 0,0-1 1 0 0,0 0-1 0 0,0 0 0 0 0,-1 0 1 0 0,0 0-1 0 0,-1 0 0 0 0,1 0 1 0 0,-2 0-1 0 0,1 0 1 0 0,-1 1-1 0 0,0-1 0 0 0,-1 0 1 0 0,0 1-1 0 0,0 0 0 0 0,0-1 1 0 0,-1 1-1 0 0,0 1 0 0 0,-7-10 1 0 0,10 15-27 0 0,0 0 0 0 0,0-1 0 0 0,0 1 0 0 0,0 0 0 0 0,0 0 1 0 0,0 0-1 0 0,-1 0 0 0 0,1 0 0 0 0,0 1 0 0 0,0-1 0 0 0,-1 0 0 0 0,1 0 1 0 0,-1 1-1 0 0,1-1 0 0 0,0 1 0 0 0,-1-1 0 0 0,1 1 0 0 0,-4-1 0 0 0,5 2-37 0 0,-1-1 1 0 0,0 0-1 0 0,1 0 0 0 0,-1 0 0 0 0,0 0 0 0 0,1 1 0 0 0,-1-1 0 0 0,0 0 0 0 0,1 1 0 0 0,-1-1 0 0 0,1 0 1 0 0,-1 1-1 0 0,1-1 0 0 0,-1 1 0 0 0,1-1 0 0 0,-1 1 0 0 0,1-1 0 0 0,-1 1 0 0 0,1-1 0 0 0,0 1 0 0 0,-1-1 0 0 0,1 2 1 0 0,-6 28 382 0 0,6-22-424 0 0,1 0 0 0 0,0 0 0 0 0,0 0 0 0 0,0-1 0 0 0,1 1 0 0 0,0 0 0 0 0,1-1 0 0 0,0 1 0 0 0,0-1 0 0 0,0 0 0 0 0,1 0 0 0 0,0 0 0 0 0,1-1 0 0 0,-1 1 0 0 0,1-1 0 0 0,0 0 0 0 0,1 0 0 0 0,-1-1 0 0 0,8 5 0 0 0,-3-2 0 0 0,2 0 0 0 0,-1-1 0 0 0,1-1 0 0 0,-1 0 0 0 0,2-1 0 0 0,-1 0 0 0 0,1 0 0 0 0,-1-2 0 0 0,1 1 0 0 0,22 1 0 0 0,-19-2-461 0 0,0-2-1 0 0,1 0 1 0 0,-1-1 0 0 0,0 0-1 0 0,1-1 1 0 0,-1-1 0 0 0,0-1-1 0 0,0 0 1 0 0,0-1 0 0 0,0-1-1 0 0,-1 0 1 0 0,0-1 0 0 0,0-1-1 0 0,0 0 1 0 0,-1-1-1 0 0,0-1 1 0 0,-1 0 0 0 0,1-1-1 0 0,-2 0 1 0 0,0-1 0 0 0,18-20-1 0 0,-20 19-2335 0 0,-1 1 1 0 0,-1-1-1 0 0,11-19 0 0 0,-9-5-3629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8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1 340 0 0,'-12'1'1053'0'0,"1"0"-1"0"0,0 1 1 0 0,0 0-1 0 0,0 1 1 0 0,0 0-1 0 0,-12 6 1 0 0,19-6-726 0 0,0-1 0 0 0,1 1 0 0 0,-1-1 0 0 0,1 1 0 0 0,-1 0 0 0 0,1 1 0 0 0,0-1 0 0 0,0 1 0 0 0,1-1 1 0 0,-1 1-1 0 0,1 0 0 0 0,-1 0 0 0 0,1 0 0 0 0,0 0 0 0 0,1 0 0 0 0,-1 0 0 0 0,1 1 0 0 0,-2 5 0 0 0,1 0 84 0 0,1 0 1 0 0,0 0-1 0 0,0 0 0 0 0,1 0 1 0 0,0 0-1 0 0,0 0 1 0 0,1 0-1 0 0,1 0 0 0 0,0 0 1 0 0,4 14-1 0 0,6 8 1152 0 0,27 54 0 0 0,-8-20-5 0 0,-24-52-1140 0 0,1 1 0 0 0,1-1 0 0 0,0-1 1 0 0,0 0-1 0 0,2 0 0 0 0,21 21 0 0 0,-11-15 31 0 0,1-1-1 0 0,0 0 0 0 0,26 14 1 0 0,-40-28-603 0 0,1 0 0 0 0,0 0-1 0 0,0-1 1 0 0,1 0 0 0 0,-1-1 0 0 0,1 0 0 0 0,-1-1 0 0 0,1 1-1 0 0,-1-2 1 0 0,1 0 0 0 0,0 0 0 0 0,0 0 0 0 0,-1-1 0 0 0,1-1 0 0 0,-1 0-1 0 0,1 0 1 0 0,-1-1 0 0 0,13-5 0 0 0,-18 6 37 0 0,-1-1-1 0 0,0 1 1 0 0,1-1 0 0 0,-1 0 0 0 0,0 0-1 0 0,-1 0 1 0 0,1-1 0 0 0,3-4-1 0 0,5-7 287 0 0,-10 14-36 0 0,34-13 4779 0 0,-32 15-4805 0 0,0 1 1 0 0,-1-1-1 0 0,1 0 0 0 0,0 1 0 0 0,-1-1 0 0 0,1 1 0 0 0,-1 0 0 0 0,0 0 0 0 0,1 0 1 0 0,1 3-1 0 0,5 4 53 0 0,-7-8-219 0 0,0 7 914 0 0,-1-5-2348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8.9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10 132 0 0,'-1'-1'5647'0'0,"-7"-4"-4828"0"0,2 3 7052 0 0,4 2-7708 0 0,0-1 1 0 0,0 1 0 0 0,-1 0-1 0 0,1 0 1 0 0,0 0 0 0 0,0 0 0 0 0,-1 0-1 0 0,1 0 1 0 0,0 0 0 0 0,0 1-1 0 0,0-1 1 0 0,0 1 0 0 0,-1 0-1 0 0,-1 1 1 0 0,-2 1 640 0 0,1 0 0 0 0,-1 1-1 0 0,1-1 1 0 0,0 1 0 0 0,0 1-1 0 0,1-1 1 0 0,-1 1 0 0 0,-4 6-1 0 0,-30 49 6042 0 0,23-24-5080 0 0,16 8-1765 0 0,2-39-16 0 0,-1 0 1 0 0,1-1-1 0 0,1 0 1 0 0,-1 1-1 0 0,0-1 1 0 0,1 0-1 0 0,0 0 1 0 0,0-1-1 0 0,0 1 0 0 0,1 0 1 0 0,-1-1-1 0 0,1 0 1 0 0,0 0-1 0 0,0 0 1 0 0,0 0-1 0 0,0-1 0 0 0,0 0 1 0 0,6 3-1 0 0,9 3-214 0 0,-1 0 0 0 0,40 9 1 0 0,-43-13-354 0 0,0-1 1 0 0,0-1 0 0 0,0-1 0 0 0,0 0 0 0 0,0-1 0 0 0,0 0 0 0 0,22-4 0 0 0,-30 3 147 0 0,1-1 1 0 0,-1 1-1 0 0,0-1 0 0 0,1-1 1 0 0,-1 0-1 0 0,0 0 1 0 0,0 0-1 0 0,-1-1 1 0 0,1 0-1 0 0,-1 0 1 0 0,0 0-1 0 0,0-1 0 0 0,0 0 1 0 0,-1 0-1 0 0,1-1 1 0 0,6-9-1 0 0,-10 12 449 0 0,-1 0 0 0 0,1 0 0 0 0,-1 0 0 0 0,0-1 0 0 0,0 1 0 0 0,0 0 0 0 0,-1-1 0 0 0,1 1 0 0 0,-1-1 0 0 0,1 1 0 0 0,-1-1 0 0 0,0 1-1 0 0,-1-1 1 0 0,1 1 0 0 0,0-1 0 0 0,-1 1 0 0 0,0-1 0 0 0,0 1 0 0 0,0-1 0 0 0,0 1 0 0 0,-1 0 0 0 0,1 0 0 0 0,-4-6 0 0 0,1 2 372 0 0,0 1 0 0 0,-1 0 0 0 0,0 0-1 0 0,0 0 1 0 0,0 0 0 0 0,0 1 0 0 0,-1 0 0 0 0,0 0 0 0 0,-11-8 0 0 0,15 12-60 0 0,-19 7 818 0 0,20-2-1059 0 0,1-1 0 0 0,-1 1 0 0 0,1 0 0 0 0,-1 0 0 0 0,1 0 0 0 0,0 0 0 0 0,1 0 0 0 0,-1-1 0 0 0,1 1 0 0 0,-1 0 0 0 0,1 0 0 0 0,0-1 0 0 0,1 1 0 0 0,-1 0 0 0 0,1-1 0 0 0,-1 1 0 0 0,4 4 0 0 0,4 6 167 0 0,1 1 1 0 0,18 20 0 0 0,-25-31-338 0 0,2 0 0 0 0,-1-1 0 0 0,0 0 0 0 0,1 0 0 0 0,-1 0 0 0 0,1 0 0 0 0,0-1 0 0 0,0 0 0 0 0,0 0 0 0 0,0 0 0 0 0,0-1 0 0 0,0 1 0 0 0,1-1 0 0 0,-1 0 0 0 0,0-1 0 0 0,1 1 0 0 0,-1-1 0 0 0,1 0 0 0 0,-1-1 0 0 0,0 1 0 0 0,1-1 0 0 0,-1 0 0 0 0,10-4 0 0 0,-6 3-228 0 0,1-1 1 0 0,-2 0-1 0 0,1-1 1 0 0,0 0-1 0 0,-1 0 1 0 0,1-1-1 0 0,-1 0 1 0 0,-1 0-1 0 0,1-1 1 0 0,-1 0-1 0 0,0 0 0 0 0,11-13 1 0 0,31-65 897 0 0,-48 82-469 0 0,26 3-124 0 0,-11 24-1990 0 0,-3-4-4772 0 0,-9-15 1940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9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0 340 0 0,'0'0'684'0'0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40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20 313 1848 0 0,'0'0'4205'0'0,"-2"1"-1281"0"0,-15 6 8909 0 0,17-4-11634 0 0,0 0-1 0 0,1-1 1 0 0,-1 1 0 0 0,1-1 0 0 0,-1 1-1 0 0,1-1 1 0 0,0 1 0 0 0,0-1 0 0 0,0 1 0 0 0,0-1-1 0 0,0 0 1 0 0,1 0 0 0 0,-1 1 0 0 0,1-1-1 0 0,-1 0 1 0 0,1 0 0 0 0,0 0 0 0 0,0-1-1 0 0,0 1 1 0 0,0 0 0 0 0,0-1 0 0 0,0 1-1 0 0,0-1 1 0 0,1 0 0 0 0,-1 0 0 0 0,1 0-1 0 0,-1 0 1 0 0,5 1 0 0 0,-2 0-110 0 0,1-1 1 0 0,-1 0-1 0 0,0 0 1 0 0,1-1-1 0 0,-1 0 0 0 0,0 0 1 0 0,1 0-1 0 0,-1 0 1 0 0,0-1-1 0 0,0 0 1 0 0,1 0-1 0 0,-1 0 0 0 0,10-5 1 0 0,-4 0-68 0 0,0 0 1 0 0,0-1-1 0 0,-1 0 0 0 0,0-1 1 0 0,0-1-1 0 0,-1 1 0 0 0,0-1 0 0 0,0-1 1 0 0,-1 0-1 0 0,0 0 0 0 0,-1 0 1 0 0,0-1-1 0 0,-1 0 0 0 0,0 0 1 0 0,-1-1-1 0 0,0 0 0 0 0,-1 0 1 0 0,0 0-1 0 0,-1 0 0 0 0,0-1 1 0 0,-1 1-1 0 0,0-1 0 0 0,-1 0 1 0 0,-1 0-1 0 0,0 1 0 0 0,0-1 1 0 0,-2 0-1 0 0,-4-21 0 0 0,5 31 143 0 0,0 0 0 0 0,0-1-1 0 0,0 1 1 0 0,-1 0 0 0 0,1 0 0 0 0,-1 0-1 0 0,0 0 1 0 0,0 0 0 0 0,0 0 0 0 0,0 1-1 0 0,-1-1 1 0 0,1 1 0 0 0,-5-4-1 0 0,6 5 399 0 0,-3 4-259 0 0,0-1-287 0 0,1 1-1 0 0,0 0 0 0 0,0-1 1 0 0,0 1-1 0 0,1 0 1 0 0,-1 1-1 0 0,1-1 0 0 0,-1 0 1 0 0,1 1-1 0 0,0 0 1 0 0,0-1-1 0 0,1 1 0 0 0,-1 0 1 0 0,1 0-1 0 0,-2 4 1 0 0,2 0 29 0 0,0 1 1 0 0,0-1 0 0 0,0 0 0 0 0,1 0 0 0 0,0 1 0 0 0,1-1 0 0 0,2 12 0 0 0,-1-7-3 0 0,1-1 0 0 0,1 0 0 0 0,0 0 0 0 0,0 0 0 0 0,1 0 0 0 0,1-1-1 0 0,0 1 1 0 0,1-1 0 0 0,0-1 0 0 0,12 15 0 0 0,-12-17-44 0 0,-4-5 0 0 0,-1 0 0 0 0,0 0 0 0 0,1 0 0 0 0,0-1 0 0 0,0 0 0 0 0,-1 1 0 0 0,1-1 0 0 0,1 0 0 0 0,-1 0 0 0 0,0-1 0 0 0,0 1 0 0 0,1-1 0 0 0,-1 0 0 0 0,1 1 0 0 0,-1-1 0 0 0,1-1 0 0 0,-1 1 0 0 0,5 0 0 0 0,-2-1 0 0 0,0 1 0 0 0,0-2 0 0 0,0 1 0 0 0,0 0 0 0 0,0-1 0 0 0,-1 0 0 0 0,1-1 0 0 0,0 1 0 0 0,0-1 0 0 0,-1 0 0 0 0,1 0 0 0 0,-1-1 0 0 0,0 0 0 0 0,0 0 0 0 0,1 0 0 0 0,-2 0 0 0 0,1-1 0 0 0,0 0 0 0 0,-1 0 0 0 0,0 0 0 0 0,0-1 0 0 0,0 1 0 0 0,0-1 0 0 0,3-7 0 0 0,-4 9 0 0 0,21-31-229 0 0,0-2 0 0 0,33-70 0 0 0,-57 106 232 0 0,0 0-1 0 0,0 0 0 0 0,0 0 1 0 0,0 0-1 0 0,0 1 1 0 0,0-1-1 0 0,0 0 0 0 0,0 0 1 0 0,0 0-1 0 0,0 0 1 0 0,0 0-1 0 0,0 0 0 0 0,0 0 1 0 0,0 0-1 0 0,0 0 1 0 0,0 0-1 0 0,0 1 0 0 0,0-1 1 0 0,0 0-1 0 0,0 0 0 0 0,0 0 1 0 0,0 0-1 0 0,1 0 1 0 0,-1 0-1 0 0,0 0 0 0 0,0 0 1 0 0,0 0-1 0 0,0 0 1 0 0,0 0-1 0 0,0 0 0 0 0,0 0 1 0 0,0 0-1 0 0,0 0 1 0 0,1 0-1 0 0,-1 0 0 0 0,0 0 1 0 0,0 0-1 0 0,0 0 1 0 0,0 0-1 0 0,0 0 0 0 0,0 0 1 0 0,0 0-1 0 0,0 0 0 0 0,1 0 1 0 0,-1 0-1 0 0,0 0 1 0 0,0 0-1 0 0,0 0 0 0 0,0 0 1 0 0,0 0-1 0 0,0 0 1 0 0,0 0-1 0 0,0 0 0 0 0,0 0 1 0 0,0 0-1 0 0,0-1 1 0 0,1 1-1 0 0,-1 0 0 0 0,2 18 231 0 0,0 24 80 0 0,-2-33-313 0 0,0 0 0 0 0,1 0 0 0 0,0 1 0 0 0,0-1 0 0 0,1 0 0 0 0,1 0 0 0 0,-1-1 0 0 0,1 1 0 0 0,1 0 0 0 0,0-1 0 0 0,0 0 0 0 0,6 9 0 0 0,-7-13 0 0 0,0 0 0 0 0,0-1 0 0 0,1 1 0 0 0,-1-1 0 0 0,1 0 0 0 0,0 0 0 0 0,0 0 0 0 0,0 0 0 0 0,0-1 0 0 0,0 1 0 0 0,1-1 0 0 0,-1-1 0 0 0,1 1 0 0 0,-1 0 0 0 0,1-1 0 0 0,0 0 0 0 0,-1 0 0 0 0,1 0 0 0 0,0-1 0 0 0,0 0 0 0 0,0 0 0 0 0,0 0 0 0 0,-1 0 0 0 0,9-2 0 0 0,-4 0-73 0 0,0 0 1 0 0,0 0-1 0 0,0-1 1 0 0,0 0-1 0 0,-1-1 1 0 0,1 0-1 0 0,-1 0 1 0 0,0-1-1 0 0,-1 0 1 0 0,1 0-1 0 0,-1-1 1 0 0,0 0-1 0 0,0 0 1 0 0,11-14-1 0 0,-9 8-48 0 0,-1 0 0 0 0,0 0 0 0 0,-1-1 0 0 0,-1 0 0 0 0,0 0 0 0 0,0-1 0 0 0,-1 0 0 0 0,5-23-1 0 0,-8 9 620 0 0,-2 28-486 0 0,-1 0 0 0 0,1 0 0 0 0,0-1 0 0 0,0 1 0 0 0,0 0 1 0 0,-1 0-1 0 0,1 0 0 0 0,0 0 0 0 0,0 0 0 0 0,0 0 1 0 0,-1 0-1 0 0,1 0 0 0 0,0 0 0 0 0,0 0 0 0 0,0-1 1 0 0,-1 1-1 0 0,1 0 0 0 0,0 0 0 0 0,0 0 0 0 0,-1 0 1 0 0,1 1-1 0 0,0-1 0 0 0,0 0 0 0 0,0 0 0 0 0,-1 0 1 0 0,1 0-1 0 0,0 0 0 0 0,0 0 0 0 0,0 0 0 0 0,-1 0 1 0 0,1 0-1 0 0,0 0 0 0 0,0 1 0 0 0,0-1 0 0 0,0 0 1 0 0,-1 0-1 0 0,1 0 0 0 0,0 0 0 0 0,0 1 0 0 0,0-1 1 0 0,0 0-1 0 0,0 0 0 0 0,-1 0 0 0 0,1 0 0 0 0,0 1 1 0 0,0-1-1 0 0,0 0 0 0 0,0 0 0 0 0,0 1 0 0 0,0-1 1 0 0,0 0-1 0 0,-2 4 70 0 0,-1 0 1 0 0,1 0 0 0 0,0 0-1 0 0,1 0 1 0 0,-1 0-1 0 0,1 1 1 0 0,0-1-1 0 0,0 1 1 0 0,0-1-1 0 0,0 9 1 0 0,3 4-49 0 0,1 0 1 0 0,0-1-1 0 0,7 19 1 0 0,-6-24-35 0 0,9 14-403 0 0,-11-18-440 0 0,-2-3 645 0 0,20 30-8784 0 0,-6-16-3174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43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229 119 424 0 0,'-2'-13'5463'0'0,"-3"-12"8520"0"0,0 26-13554 0 0,0-1 0 0 0,1 0-1 0 0,-1 1 1 0 0,1 0-1 0 0,-1 0 1 0 0,1 0-1 0 0,-1 1 1 0 0,1 0-1 0 0,-1 0 1 0 0,1 0-1 0 0,0 0 1 0 0,0 0-1 0 0,-6 6 1 0 0,-50 41 2569 0 0,47-37-2636 0 0,1 0-1 0 0,0 1 1 0 0,1 1-1 0 0,0 0 1 0 0,-13 23 0 0 0,22-34-287 0 0,1 0 0 0 0,0 0 0 0 0,-1 0 0 0 0,1 0 0 0 0,0 0 1 0 0,1 0-1 0 0,-1 0 0 0 0,0 0 0 0 0,1 0 0 0 0,0 1 0 0 0,0-1 1 0 0,0 0-1 0 0,0 0 0 0 0,0 1 0 0 0,2 5 0 0 0,-1-6-50 0 0,1-1 0 0 0,-1 1 1 0 0,1-1-1 0 0,0 0 0 0 0,0 1 0 0 0,0-1 0 0 0,0 0 0 0 0,0 0 0 0 0,0 0 0 0 0,0 0 0 0 0,1 0 0 0 0,-1-1 0 0 0,1 1 0 0 0,-1-1 0 0 0,1 0 1 0 0,0 1-1 0 0,0-1 0 0 0,-1 0 0 0 0,1-1 0 0 0,6 2 0 0 0,1 0-95 0 0,0 0 0 0 0,0-1-1 0 0,1 0 1 0 0,-1-1 0 0 0,0 0 0 0 0,1 0 0 0 0,-1-1-1 0 0,0-1 1 0 0,0 0 0 0 0,1 0 0 0 0,-2-1 0 0 0,1 0-1 0 0,0 0 1 0 0,0-1 0 0 0,-1-1 0 0 0,13-7 0 0 0,-8 2-69 0 0,1 0 1 0 0,-1-1-1 0 0,-1 0 1 0 0,0-1-1 0 0,-1 0 1 0 0,0-2-1 0 0,0 1 1 0 0,16-28-1 0 0,8-26-843 0 0,-32 62 915 0 0,0-1 0 0 0,0 1 0 0 0,1 0 1 0 0,0 0-1 0 0,0 0 0 0 0,0 0 0 0 0,0 1 1 0 0,0 0-1 0 0,1 0 0 0 0,0 0 0 0 0,0 1 0 0 0,0 0 1 0 0,0 0-1 0 0,0 1 0 0 0,1-1 0 0 0,-1 2 1 0 0,1-1-1 0 0,0 0 0 0 0,0 1 0 0 0,9 0 1 0 0,-15 1 124 0 0,0 0 1 0 0,0 0-1 0 0,0 0 1 0 0,0 0 0 0 0,0 1-1 0 0,0-1 1 0 0,0 0-1 0 0,0 0 1 0 0,-1 1 0 0 0,1-1-1 0 0,0 1 1 0 0,0-1-1 0 0,0 1 1 0 0,0-1 0 0 0,-1 1-1 0 0,1-1 1 0 0,0 1-1 0 0,0 0 1 0 0,-1-1 0 0 0,1 1-1 0 0,0 0 1 0 0,-1 0-1 0 0,1 0 1 0 0,-1-1 0 0 0,1 1-1 0 0,-1 0 1 0 0,1 0-1 0 0,-1 0 1 0 0,0 0-1 0 0,0 0 1 0 0,1 0 0 0 0,-1 0-1 0 0,0 0 1 0 0,0 0-1 0 0,0 0 1 0 0,0 0 0 0 0,0 0-1 0 0,0 0 1 0 0,0 0-1 0 0,0 1 1 0 0,-9 34 1256 0 0,5-26-1241 0 0,-24 68 587 0 0,26-72-624 0 0,1 1 0 0 0,-1 0 0 0 0,2 0 1 0 0,-1-1-1 0 0,1 1 0 0 0,0 0 0 0 0,0 0 1 0 0,0 0-1 0 0,3 12 0 0 0,-1-17-37 0 0,-1 1 0 0 0,0-1 0 0 0,0 1 0 0 0,1-1 0 0 0,-1 0 0 0 0,1 1 0 0 0,0-1 0 0 0,0 0 0 0 0,0 0 0 0 0,0 0 0 0 0,0 0 0 0 0,0-1 0 0 0,1 1 0 0 0,-1 0 0 0 0,0-1 0 0 0,1 0 0 0 0,-1 1 0 0 0,1-1 0 0 0,0 0 0 0 0,-1-1 0 0 0,1 1 0 0 0,0 0 0 0 0,-1-1 0 0 0,7 1 0 0 0,7 1 0 0 0,0-1 0 0 0,-1-1 0 0 0,19-1 0 0 0,-25 0 0 0 0,17-1-172 0 0,1-2-1 0 0,0-1 1 0 0,-1-1-1 0 0,0-1 1 0 0,0-1-1 0 0,-1-1 1 0 0,0-1-1 0 0,-1-2 1 0 0,0 0-1 0 0,-1-2 1 0 0,0 0-1 0 0,34-30 1 0 0,-53 41 47 0 0,-1-1 0 0 0,1 0-1 0 0,-1 0 1 0 0,0 0 0 0 0,0 0 0 0 0,-1 0 0 0 0,1-1 0 0 0,-1 1 0 0 0,0-1-1 0 0,0 0 1 0 0,-1 1 0 0 0,1-1 0 0 0,-1 0 0 0 0,0 0 0 0 0,0 0 0 0 0,0-6 0 0 0,-1 8 130 0 0,0 1 1 0 0,0 0 0 0 0,0-1 0 0 0,-1 1 0 0 0,1-1-1 0 0,0 1 1 0 0,-1 0 0 0 0,1-1 0 0 0,-1 1 0 0 0,0 0-1 0 0,0 0 1 0 0,0 0 0 0 0,0-1 0 0 0,0 1 0 0 0,0 0-1 0 0,-1 0 1 0 0,1 1 0 0 0,-1-1 0 0 0,1 0 0 0 0,-1 0-1 0 0,0 1 1 0 0,0-1 0 0 0,0 1 0 0 0,0-1 0 0 0,0 1-1 0 0,0 0 1 0 0,0 0 0 0 0,0 0 0 0 0,0 0 0 0 0,0 0-1 0 0,-1 0 1 0 0,1 1 0 0 0,0-1 0 0 0,-5 0 0 0 0,4 1 63 0 0,-1-1 0 0 0,0 1 0 0 0,1 0 0 0 0,-1 0 0 0 0,0 0 0 0 0,1 0 0 0 0,-1 1 0 0 0,0-1 0 0 0,1 1 0 0 0,-1 0 0 0 0,1 0 1 0 0,-1 1-1 0 0,1-1 0 0 0,0 0 0 0 0,-1 1 0 0 0,1 0 0 0 0,0 0 0 0 0,0 0 0 0 0,0 0 0 0 0,0 1 0 0 0,1-1 0 0 0,-1 1 0 0 0,1 0 0 0 0,-1-1 1 0 0,1 1-1 0 0,0 0 0 0 0,0 1 0 0 0,0-1 0 0 0,0 0 0 0 0,1 0 0 0 0,-2 6 0 0 0,1-4-27 0 0,1-1-1 0 0,0 1 1 0 0,0 0-1 0 0,1-1 1 0 0,0 1-1 0 0,-1-1 1 0 0,1 1-1 0 0,1 0 1 0 0,-1-1 0 0 0,1 1-1 0 0,0 0 1 0 0,0-1-1 0 0,0 1 1 0 0,1-1-1 0 0,-1 0 1 0 0,1 1-1 0 0,0-1 1 0 0,0 0-1 0 0,1 0 1 0 0,-1 0-1 0 0,1-1 1 0 0,0 1 0 0 0,0 0-1 0 0,5 3 1 0 0,-2-1-22 0 0,1-1 0 0 0,-1 0 0 0 0,1 0 0 0 0,1 0 0 0 0,-1-1 0 0 0,1 0 0 0 0,0-1 0 0 0,-1 1 0 0 0,2-2 0 0 0,-1 1 0 0 0,0-1 0 0 0,0 0 0 0 0,11 0 0 0 0,-8-1-173 0 0,0-2 1 0 0,1 1-1 0 0,-1-1 1 0 0,0-1-1 0 0,1 0 1 0 0,-1-1-1 0 0,0 0 1 0 0,-1-1-1 0 0,16-7 1 0 0,-8 3-391 0 0,0 0-1 0 0,0-2 1 0 0,-1 0 0 0 0,-1-1 0 0 0,30-25 0 0 0,-44 34 554 0 0,0 1-1 0 0,0 0 1 0 0,0 0 0 0 0,0 0-1 0 0,0 0 1 0 0,0 0 0 0 0,0 0 0 0 0,0 0-1 0 0,0 1 1 0 0,0-1 0 0 0,0 1 0 0 0,1 0-1 0 0,-1 0 1 0 0,0 0 0 0 0,0 0-1 0 0,1 0 1 0 0,-1 0 0 0 0,0 0 0 0 0,0 1-1 0 0,0-1 1 0 0,1 1 0 0 0,-1-1-1 0 0,3 3 1 0 0,-2-2 73 0 0,19 5 946 0 0,-21-7-1066 0 0,0 0 1 0 0,0 1 0 0 0,0-1 0 0 0,-1 0 0 0 0,1 0-1 0 0,0 0 1 0 0,0 0 0 0 0,0 0 0 0 0,-1 0 0 0 0,1 0-1 0 0,-1 0 1 0 0,1 0 0 0 0,-1 0 0 0 0,1 0-1 0 0,-1 0 1 0 0,1 0 0 0 0,-1 0 0 0 0,0-1 0 0 0,0 1-1 0 0,0 0 1 0 0,1 0 0 0 0,-1 0 0 0 0,0-1 0 0 0,0 1-1 0 0,-1-2 1 0 0,0 0-77 0 0,0 0-1 0 0,0-1 1 0 0,0 1-1 0 0,0 0 1 0 0,-1 0-1 0 0,0 1 1 0 0,1-1-1 0 0,-1 0 1 0 0,-4-4-1 0 0,2 2-8 0 0,0 0-1 0 0,-1 1 0 0 0,0 0 1 0 0,1 0-1 0 0,-1 0 0 0 0,-1 0 0 0 0,1 1 1 0 0,0 0-1 0 0,-1 0 0 0 0,-10-3 1 0 0,9 5 246 0 0,-1 1 0 0 0,1 0 1 0 0,-1 0-1 0 0,0 1 0 0 0,1 0 0 0 0,0 0 1 0 0,-1 0-1 0 0,1 1 0 0 0,0 1 1 0 0,-1-1-1 0 0,1 1 0 0 0,1 0 0 0 0,-1 1 1 0 0,-7 4-1 0 0,5-3 158 0 0,0 1-1 0 0,0 0 1 0 0,1 1 0 0 0,0 0-1 0 0,0 0 1 0 0,0 1-1 0 0,1 0 1 0 0,0 0 0 0 0,-8 13-1 0 0,13-18-213 0 0,0 0-1 0 0,1 1 0 0 0,-1-1 1 0 0,1 0-1 0 0,-1 1 0 0 0,1 0 0 0 0,0-1 1 0 0,0 1-1 0 0,1 0 0 0 0,-1-1 1 0 0,1 1-1 0 0,-1 0 0 0 0,1 0 1 0 0,1-1-1 0 0,-1 1 0 0 0,0 0 0 0 0,1 0 1 0 0,0-1-1 0 0,0 1 0 0 0,0 0 1 0 0,0-1-1 0 0,0 1 0 0 0,1-1 0 0 0,0 1 1 0 0,0-1-1 0 0,0 0 0 0 0,0 0 1 0 0,0 0-1 0 0,0 0 0 0 0,1 0 1 0 0,0 0-1 0 0,-1-1 0 0 0,1 1 0 0 0,6 3 1 0 0,0 0-72 0 0,0-1 0 0 0,0 0 1 0 0,1 0-1 0 0,-1-1 1 0 0,1-1-1 0 0,0 1 0 0 0,0-2 1 0 0,0 1-1 0 0,1-1 1 0 0,-1-1-1 0 0,18 1 0 0 0,5-2-309 0 0,0-2 0 0 0,55-10-1 0 0,-76 10 33 0 0,0-1-1 0 0,0 0 0 0 0,-1-1 0 0 0,1 0 0 0 0,-1-1 0 0 0,0 0 0 0 0,-1-1 1 0 0,1 0-1 0 0,-1-1 0 0 0,16-13 0 0 0,-24 18 220 0 0,0 0 1 0 0,-1 0-1 0 0,1 0 1 0 0,-1 0-1 0 0,0-1 1 0 0,1 1-1 0 0,-1 0 0 0 0,0-1 1 0 0,-1 1-1 0 0,1-1 1 0 0,0 1-1 0 0,0-4 1 0 0,6-15-116 0 0,-6 20 185 0 0,-1-1 0 0 0,0 1 0 0 0,0 0 0 0 0,0 0 0 0 0,0 0 0 0 0,0-1 0 0 0,0 1 0 0 0,0 0 0 0 0,0 0 0 0 0,-1 0 0 0 0,1 0 0 0 0,0-1 0 0 0,-1 1 0 0 0,1 0 0 0 0,-1 0 0 0 0,1 0 0 0 0,-1 0 0 0 0,1 0 0 0 0,-1 0 0 0 0,0 0 0 0 0,0 0 0 0 0,1 0 0 0 0,-1 1 0 0 0,0-1 1 0 0,-2-1-1 0 0,-23-19 476 0 0,21 19-338 0 0,0 0 0 0 0,-1 0 0 0 0,1 0-1 0 0,-1 1 1 0 0,0 0 0 0 0,1 0 0 0 0,-9 0-1 0 0,12 1-88 0 0,0 0 0 0 0,0 0-1 0 0,0 0 1 0 0,0 0-1 0 0,0 0 1 0 0,0 1-1 0 0,-1-1 1 0 0,1 0 0 0 0,0 1-1 0 0,0 0 1 0 0,1 0-1 0 0,-1-1 1 0 0,0 1 0 0 0,0 0-1 0 0,0 1 1 0 0,0-1-1 0 0,1 0 1 0 0,-1 0 0 0 0,1 1-1 0 0,-1-1 1 0 0,1 1-1 0 0,-1-1 1 0 0,0 3-1 0 0,1-2-18 0 0,0 1 0 0 0,0 0 0 0 0,0 0-1 0 0,0-1 1 0 0,0 1 0 0 0,1 0-1 0 0,-1 0 1 0 0,1 0 0 0 0,0 0 0 0 0,0-1-1 0 0,0 1 1 0 0,0 0 0 0 0,1 0-1 0 0,-1 0 1 0 0,1 0 0 0 0,0-1-1 0 0,0 1 1 0 0,0 0 0 0 0,0-1 0 0 0,0 1-1 0 0,0 0 1 0 0,1-1 0 0 0,-1 1-1 0 0,1-1 1 0 0,0 0 0 0 0,-1 0 0 0 0,4 3-1 0 0,1 2 86 0 0,1-1 1 0 0,-1-1-1 0 0,1 1 0 0 0,0-1 0 0 0,0 0 1 0 0,0-1-1 0 0,16 8 0 0 0,-13-9-264 0 0,1 0 0 0 0,-1-1 0 0 0,1 0 0 0 0,0-1 1 0 0,0 0-1 0 0,-1 0 0 0 0,1-1 0 0 0,0 0 0 0 0,0-1 0 0 0,0-1 0 0 0,-1 0 0 0 0,1 0 0 0 0,-1-1 1 0 0,19-7-1 0 0,-22 8 40 0 0,1-1 0 0 0,-1 0-1 0 0,0-1 1 0 0,0 0 0 0 0,0 0 0 0 0,-1-1 0 0 0,1 1 0 0 0,-1-1 0 0 0,0-1 0 0 0,0 1 0 0 0,-1-1 0 0 0,0 0 0 0 0,0 0 0 0 0,0-1 0 0 0,-1 1 0 0 0,1-1 0 0 0,-2 0-1 0 0,1 0 1 0 0,-1-1 0 0 0,3-11 0 0 0,-5-28 854 0 0,-1 45-442 0 0,0-1-167 0 0,1 0 1 0 0,-1 0-1 0 0,1-1 1 0 0,-1 1-1 0 0,1 0 1 0 0,0 0-1 0 0,0 0 1 0 0,0 0-1 0 0,1 0 1 0 0,1-2 0 0 0,12 9-44 0 0,-1 1 0 0 0,1 1 0 0 0,-1 0 0 0 0,0 1 1 0 0,-1 1-1 0 0,1 0 0 0 0,-2 1 0 0 0,1 0 1 0 0,-1 1-1 0 0,-1 0 0 0 0,1 1 0 0 0,-2 0 1 0 0,0 1-1 0 0,11 16 0 0 0,-19-26-102 0 0,-1 0 0 0 0,1 0 0 0 0,-1 0 0 0 0,0 0 0 0 0,0 0 0 0 0,0 0 0 0 0,0 1 0 0 0,-1-1 0 0 0,1 0 0 0 0,-1 0 0 0 0,1 1 0 0 0,-1-1 0 0 0,0 0 0 0 0,0 1 0 0 0,0-1 0 0 0,0 0 0 0 0,0 1 0 0 0,0-1 0 0 0,-1 0 0 0 0,1 1 0 0 0,-2 2 0 0 0,1-2 0 0 0,-1 0 0 0 0,0 0 0 0 0,0 0 0 0 0,0 0 0 0 0,0 0 0 0 0,-1 0 0 0 0,1-1 0 0 0,-1 1 0 0 0,0-1 0 0 0,1 0 0 0 0,-1 1 0 0 0,-6 2 0 0 0,1-1 0 0 0,-1 0 0 0 0,1 0 0 0 0,-1 0 0 0 0,0-1 0 0 0,-1-1 0 0 0,1 1 0 0 0,0-1 0 0 0,-1-1 0 0 0,-17 1 0 0 0,18-3-28 0 0,0 0-1 0 0,1-1 1 0 0,-1 1 0 0 0,1-2-1 0 0,0 1 1 0 0,0-1 0 0 0,0 0-1 0 0,0-1 1 0 0,0 0 0 0 0,1 0-1 0 0,-1-1 1 0 0,1 0 0 0 0,-11-10-1 0 0,17 14 2 0 0,0 1 0 0 0,0-1 0 0 0,1 0-1 0 0,-1 0 1 0 0,0 0 0 0 0,1 1 0 0 0,-1-1-1 0 0,0 0 1 0 0,1 0 0 0 0,-1 0 0 0 0,1 0 0 0 0,0 0-1 0 0,-1 0 1 0 0,1 0 0 0 0,0 0 0 0 0,0 0-1 0 0,-1 0 1 0 0,1 0 0 0 0,0 0 0 0 0,0-1 0 0 0,0 1-1 0 0,0 0 1 0 0,0 0 0 0 0,1 0 0 0 0,-1 0-1 0 0,0 0 1 0 0,0 0 0 0 0,1 0 0 0 0,-1 0 0 0 0,1 0-1 0 0,-1 0 1 0 0,1 0 0 0 0,-1 0 0 0 0,1 0-1 0 0,-1 1 1 0 0,1-1 0 0 0,0 0 0 0 0,-1 0-1 0 0,1 0 1 0 0,0 1 0 0 0,0-1 0 0 0,0 0 0 0 0,0 1-1 0 0,0-1 1 0 0,0 1 0 0 0,1-1 0 0 0,1-1 28 0 0,1-1 1 0 0,0 1 0 0 0,-1 1-1 0 0,1-1 1 0 0,0 1-1 0 0,0-1 1 0 0,0 1 0 0 0,0 0-1 0 0,0 1 1 0 0,0-1 0 0 0,7 0-1 0 0,33 7 298 0 0,71 19 1 0 0,-82-15-283 0 0,0-3 1 0 0,0-1 0 0 0,1-1 0 0 0,-1-1 0 0 0,42-2 0 0 0,-58-3-196 0 0,1-1 1 0 0,-1-1-1 0 0,0 0 1 0 0,0-2-1 0 0,0 0 1 0 0,0 0 0 0 0,-1-2-1 0 0,24-11 1 0 0,-34 14 92 0 0,0 0 1 0 0,0 0-1 0 0,0-1 1 0 0,0 1-1 0 0,0-1 1 0 0,-1-1-1 0 0,0 1 1 0 0,0-1-1 0 0,-1 0 1 0 0,0 0-1 0 0,0 0 1 0 0,0 0-1 0 0,0-1 1 0 0,-1 1-1 0 0,0-1 1 0 0,-1 0-1 0 0,1 0 1 0 0,-2 0-1 0 0,1-1 1 0 0,-1 1-1 0 0,0 0 1 0 0,1-15-1 0 0,-2 19 135 0 0,0 1-1 0 0,0-1 1 0 0,0 0-1 0 0,-1 1 1 0 0,1-1-1 0 0,0 0 1 0 0,-1 1 0 0 0,0-1-1 0 0,0 1 1 0 0,1-1-1 0 0,-2 1 1 0 0,1-1-1 0 0,0 1 1 0 0,0 0-1 0 0,-1-1 1 0 0,1 1-1 0 0,-1 0 1 0 0,0 0-1 0 0,0 0 1 0 0,1 0-1 0 0,-1 0 1 0 0,0 1 0 0 0,-1-1-1 0 0,-3-2 1 0 0,3 3 42 0 0,1 0 1 0 0,-1 1-1 0 0,0-1 1 0 0,0 1 0 0 0,1 0-1 0 0,-1 0 1 0 0,0 0-1 0 0,0 0 1 0 0,0 0-1 0 0,1 0 1 0 0,-1 1 0 0 0,0-1-1 0 0,0 1 1 0 0,1 0-1 0 0,-1 0 1 0 0,1 0 0 0 0,-1 0-1 0 0,1 0 1 0 0,-1 1-1 0 0,1-1 1 0 0,-1 1 0 0 0,1-1-1 0 0,0 1 1 0 0,-3 3-1 0 0,0-1-60 0 0,1 0 0 0 0,-1 1-1 0 0,1 0 1 0 0,0 0-1 0 0,0 0 1 0 0,0 0 0 0 0,1 1-1 0 0,0-1 1 0 0,0 1 0 0 0,0 0-1 0 0,1 0 1 0 0,0 0-1 0 0,0 0 1 0 0,0 1 0 0 0,1-1-1 0 0,0 0 1 0 0,0 9 0 0 0,1-10-16 0 0,0 0 0 0 0,1 1 0 0 0,0-1 0 0 0,0 0 0 0 0,0 0 0 0 0,0 0 0 0 0,1 0 0 0 0,0 0 0 0 0,0 0 0 0 0,0 0 0 0 0,1-1 0 0 0,-1 1 0 0 0,1-1 0 0 0,1 0 1 0 0,-1 1-1 0 0,0-2 0 0 0,1 1 0 0 0,0 0 0 0 0,0-1 0 0 0,0 1 0 0 0,0-1 0 0 0,6 3 0 0 0,0-1-135 0 0,0 0 0 0 0,0-1 0 0 0,0-1 1 0 0,0 0-1 0 0,1 0 0 0 0,0-1 0 0 0,-1 0 0 0 0,1-1 0 0 0,0 0 0 0 0,0 0 0 0 0,0-2 1 0 0,0 1-1 0 0,0-1 0 0 0,-1-1 0 0 0,16-4 0 0 0,-11 3-73 0 0,-1-1-1 0 0,0 0 1 0 0,0-2 0 0 0,0 1-1 0 0,0-2 1 0 0,-1 0 0 0 0,0 0-1 0 0,-1-1 1 0 0,0-1 0 0 0,19-17-1 0 0,-27 23 184 0 0,-1 0 0 0 0,0 0-1 0 0,0 0 1 0 0,0 0-1 0 0,0 0 1 0 0,-1-1 0 0 0,0 0-1 0 0,1 1 1 0 0,-1-1 0 0 0,0 0-1 0 0,-1 0 1 0 0,1 0-1 0 0,-1 0 1 0 0,1 0 0 0 0,-1 0-1 0 0,-1 0 1 0 0,1-1 0 0 0,-1 1-1 0 0,1 0 1 0 0,-1 0-1 0 0,0-1 1 0 0,-1 1 0 0 0,1 0-1 0 0,-1-1 1 0 0,1 1 0 0 0,-2 0-1 0 0,1 0 1 0 0,0 0-1 0 0,-1 0 1 0 0,-3-7 0 0 0,-13-18 1625 0 0,70 72-1175 0 0,-11-10 309 0 0,-1 2 1 0 0,39 44-1 0 0,-59-45-750 0 0,-19-33 0 0 0,0 0 0 0 0,-1 1 0 0 0,1-1 0 0 0,-1 0 0 0 0,1 1 0 0 0,-1-1 0 0 0,0 1 0 0 0,1-1 0 0 0,-1 0 0 0 0,0 1 0 0 0,0-1 0 0 0,0 1 0 0 0,0-1 0 0 0,0 1 0 0 0,0-1 0 0 0,0 1 0 0 0,-1-1 0 0 0,1 1 0 0 0,0-1 0 0 0,-1 0 0 0 0,1 1 0 0 0,-1-1 0 0 0,0 0 0 0 0,1 1 0 0 0,-1-1 0 0 0,0 0 0 0 0,-2 2 0 0 0,-3 2-220 0 0,-1-1 0 0 0,0 1-1 0 0,-1-2 1 0 0,1 1 0 0 0,-1-1 0 0 0,0 0 0 0 0,1-1-1 0 0,-1 0 1 0 0,0 0 0 0 0,-1 0 0 0 0,1-1-1 0 0,0-1 1 0 0,0 1 0 0 0,0-1 0 0 0,-1-1 0 0 0,1 1-1 0 0,0-2 1 0 0,0 1 0 0 0,0-1 0 0 0,0 0 0 0 0,-13-6-1 0 0,4 2-409 0 0,0-1-1 0 0,1-1 0 0 0,0-1 0 0 0,1 0 1 0 0,0-1-1 0 0,0-1 0 0 0,1 0 0 0 0,1-1 0 0 0,-14-13 1 0 0,19 8-8233 0 0,7 15 7023 0 0,-3-7-4296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44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110 329 1268 0 0,'-1'3'1052'0'0,"-1"0"0"0"0,1 0 0 0 0,-1 0 0 0 0,1 0-1 0 0,0 0 1 0 0,0 0 0 0 0,1 0 0 0 0,-2 6 0 0 0,40 158 9485 0 0,-17-71-6501 0 0,43 126-1 0 0,-54-173-2885 0 0,-9-42-864 0 0,0 1 0 0 0,1 0 0 0 0,0-1 0 0 0,0 1 0 0 0,4 9 0 0 0,-5-12 36 0 0,0 10-122 0 0,-18-75-178 0 0,-30-66 1 0 0,-19-63-32 0 0,13 38 9 0 0,0 0 0 0 0,50 140 0 0 0,0-1 1 0 0,1 1-1 0 0,0-1 0 0 0,1 1 1 0 0,1-1-1 0 0,-1 0 0 0 0,3-19 1 0 0,-1 26-2 0 0,0 0 0 0 0,1 0 1 0 0,-1 0-1 0 0,1 0 0 0 0,0 0 1 0 0,0 0-1 0 0,0 0 0 0 0,1 1 1 0 0,0-1-1 0 0,0 1 0 0 0,0 0 1 0 0,0 0-1 0 0,1 0 0 0 0,0 0 1 0 0,-1 0-1 0 0,1 1 0 0 0,1 0 1 0 0,7-6-1 0 0,18-8-94 0 0,0 2 0 0 0,1 1 0 0 0,42-14 0 0 0,-58 23 75 0 0,0 1 0 0 0,0 1-1 0 0,0 0 1 0 0,0 1 0 0 0,0 0-1 0 0,0 1 1 0 0,1 1 0 0 0,-1 1 0 0 0,27 4-1 0 0,-39-5 26 0 0,0 1-1 0 0,-1-1 1 0 0,1 1-1 0 0,0 0 1 0 0,-1 0-1 0 0,1 0 1 0 0,0 0-1 0 0,-1 0 1 0 0,1 1-1 0 0,-1-1 1 0 0,0 1-1 0 0,0 0 1 0 0,1 0-1 0 0,-1 0 1 0 0,0 0-1 0 0,0 0 1 0 0,-1 0-1 0 0,1 0 1 0 0,0 1-1 0 0,-1-1 1 0 0,2 4-1 0 0,-2-2 11 0 0,0 0-1 0 0,0 0 1 0 0,-1 0-1 0 0,1 0 1 0 0,-1-1-1 0 0,0 1 1 0 0,0 0-1 0 0,-1 0 1 0 0,1 0-1 0 0,-1 0 1 0 0,0 0-1 0 0,0-1 1 0 0,-3 7-1 0 0,-3 7 35 0 0,-2 0-1 0 0,0-1 1 0 0,0-1-1 0 0,-2 0 1 0 0,-17 20-1 0 0,17-22-48 0 0,-1-1 0 0 0,0-1 0 0 0,-1 0 0 0 0,-1-1 0 0 0,1 0 0 0 0,-2-1 0 0 0,1 0 0 0 0,-29 11 0 0 0,-13 9 0 0 0,90-39 0 0 0,1 1 0 0 0,49-5 0 0 0,-49 10 0 0 0,69-1 0 0 0,-91 5 0 0 0,-1 1 0 0 0,1 1 0 0 0,-1-1 0 0 0,1 2 0 0 0,-1 0 0 0 0,0 0 0 0 0,0 1 0 0 0,22 11 0 0 0,-32-14 0 0 0,0 0 0 0 0,1 1 0 0 0,-1-1 0 0 0,0 1 0 0 0,0-1 0 0 0,0 1 0 0 0,0 0 0 0 0,0-1 0 0 0,0 1 0 0 0,-1 0 0 0 0,1 0 0 0 0,-1 1 0 0 0,1-1 0 0 0,-1 0 0 0 0,0 0 0 0 0,0 1 0 0 0,0-1 0 0 0,0 1 0 0 0,0-1 0 0 0,0 1 0 0 0,-1-1 0 0 0,1 4 0 0 0,-1-2 0 0 0,-1 0 0 0 0,1 0 0 0 0,-1 0 0 0 0,0 0 0 0 0,0-1 0 0 0,-1 1 0 0 0,1 0 0 0 0,-1-1 0 0 0,1 1 0 0 0,-1-1 0 0 0,0 1 0 0 0,-1-1 0 0 0,-2 4 0 0 0,-5 4 0 0 0,0 0 0 0 0,-1-1 0 0 0,0 0 0 0 0,-1 0 0 0 0,0-1 0 0 0,-21 12 0 0 0,9-9 0 0 0,15-6 0 0 0,0 0 0 0 0,-1-1 0 0 0,0 0 0 0 0,0-1 0 0 0,0 0 0 0 0,-1 0 0 0 0,1-1 0 0 0,-1-1 0 0 0,0 0 0 0 0,0 0 0 0 0,0-1 0 0 0,-17 0 0 0 0,11-2 0 0 0,16 1 0 0 0,1 0 0 0 0,-1 0 0 0 0,0 0 0 0 0,1 0 0 0 0,-1 0 0 0 0,0 0 0 0 0,1 0 0 0 0,-1 0 0 0 0,0 0 0 0 0,1 0 0 0 0,-1-1 0 0 0,0 1 0 0 0,1 0 0 0 0,-1 0 0 0 0,0-1 0 0 0,1 1 0 0 0,-1 0 0 0 0,1-1 0 0 0,-1 1 0 0 0,1-1 0 0 0,-1 1 0 0 0,1-1 0 0 0,-1 1 0 0 0,1-1 0 0 0,-1 1 0 0 0,1-1 0 0 0,0 1 0 0 0,-1-1 0 0 0,0-1 0 0 0,1 1 0 0 0,-4-9 0 0 0,4 9 0 0 0,-1 0 0 0 0,1 0 0 0 0,0 0 0 0 0,0 0 0 0 0,0 0 0 0 0,0 0 0 0 0,0 0 0 0 0,0 0 0 0 0,0 0 0 0 0,0 0 0 0 0,0 0 0 0 0,0 0 0 0 0,1 1 0 0 0,-1-1 0 0 0,0 0 0 0 0,1 0 0 0 0,-1 0 0 0 0,0 0 0 0 0,1 0 0 0 0,-1 0 0 0 0,1 1 0 0 0,0-1 0 0 0,-1 0 0 0 0,1 0 0 0 0,0 1 0 0 0,-1-1 0 0 0,2-1 0 0 0,0 1 0 0 0,0-3-344 0 0,0 1 0 0 0,0-1 0 0 0,0 1 0 0 0,0-1-1 0 0,1 1 1 0 0,0 0 0 0 0,-1 0 0 0 0,1 0 0 0 0,0 0 0 0 0,1 0 0 0 0,-1 1 0 0 0,0-1 0 0 0,1 1-1 0 0,-1 0 1 0 0,1 0 0 0 0,0 0 0 0 0,0 1 0 0 0,-1-1 0 0 0,1 1 0 0 0,0 0 0 0 0,0 0 0 0 0,0 0-1 0 0,1 1 1 0 0,-1-1 0 0 0,0 1 0 0 0,0 0 0 0 0,0 0 0 0 0,0 1 0 0 0,0-1 0 0 0,0 1 0 0 0,0 0-1 0 0,8 2 1 0 0,-10-2-1849 0 0,4 0-2845 0 0,0-1 2554 0 0,-2 1 483 0 0,-1-1-3454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46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1 920 0 0,'0'0'20263'0'0,"0"6"-19073"0"0,-3 22 183 0 0,1 1-1 0 0,1-1 0 0 0,5 39 1 0 0,-3-53-828 0 0,1 1 0 0 0,1-1-1 0 0,0 1 1 0 0,1-1 0 0 0,0 0 0 0 0,2 0 0 0 0,-1 0 0 0 0,13 21 0 0 0,-17-33-733 0 0,1 0 0 0 0,-1 1 0 0 0,1-1 0 0 0,-1 0 0 0 0,1 0 0 0 0,0 0 0 0 0,-1 0 0 0 0,1 0 0 0 0,0 0 0 0 0,0-1 0 0 0,1 1 1 0 0,-1-1-1 0 0,3 2 0 0 0,-4-3 41 0 0,0 0 0 0 0,0-1 0 0 0,0 1 0 0 0,0 0-1 0 0,0-1 1 0 0,0 1 0 0 0,0-1 0 0 0,0 1 0 0 0,0-1 0 0 0,0 0 0 0 0,0 1 0 0 0,0-1 0 0 0,0 0 0 0 0,-1 0 0 0 0,1 1 0 0 0,0-1 0 0 0,-1 0 0 0 0,1 0 0 0 0,0 0 0 0 0,-1 0 0 0 0,1 0 0 0 0,-1 0 0 0 0,1-2 0 0 0,17-38-5973 0 0,-15 13-3077 0 0,-3 10 2847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46.4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21 126 1252 0 0,'0'0'1486'0'0,"-20"-1"17867"0"0,121-15-15988 0 0,179-52-1 0 0,-175 40-2827 0 0,-37 15-2852 0 0,-67 13 1511 0 0,12 4-3291 0 0,-10-3-152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46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1280 0 0,'-99'91'9358'0'0,"99"-90"-9242"0"0,-1-1-1 0 0,0 0 1 0 0,1 1 0 0 0,-1-1-1 0 0,1 1 1 0 0,-1-1-1 0 0,1 1 1 0 0,-1-1 0 0 0,1 1-1 0 0,-1-1 1 0 0,1 1-1 0 0,-1 0 1 0 0,1-1-1 0 0,0 1 1 0 0,-1 0 0 0 0,1-1-1 0 0,0 1 1 0 0,-1 0-1 0 0,1-1 1 0 0,0 1-1 0 0,0 0 1 0 0,0 0 0 0 0,0-1-1 0 0,0 1 1 0 0,0 0-1 0 0,0 0 1 0 0,0-1-1 0 0,0 1 1 0 0,0 0 0 0 0,0-1-1 0 0,0 1 1 0 0,1 0-1 0 0,-1 0 1 0 0,0-1 0 0 0,0 1-1 0 0,1 0 1 0 0,-1-1-1 0 0,1 1 1 0 0,-1-1-1 0 0,0 1 1 0 0,1 0 0 0 0,-1-1-1 0 0,1 1 1 0 0,-1-1-1 0 0,1 1 1 0 0,0-1-1 0 0,-1 1 1 0 0,1-1 0 0 0,-1 0-1 0 0,1 1 1 0 0,0-1-1 0 0,-1 0 1 0 0,1 1-1 0 0,1-1 1 0 0,38 7 2289 0 0,15-10-551 0 0,-1-3-1 0 0,79-18 0 0 0,-103 18-1292 0 0,253-54 5692 0 0,-280 59-5971 0 0,4 0 85 0 0,-7 1-363 0 0,0 1 1 0 0,0-1-1 0 0,0 0 0 0 0,0 0 1 0 0,0 0-1 0 0,0 0 1 0 0,0 0-1 0 0,0 0 0 0 0,0 0 1 0 0,0 0-1 0 0,-1 0 0 0 0,1 0 1 0 0,0 0-1 0 0,0 1 0 0 0,0-1 1 0 0,0 0-1 0 0,0 0 0 0 0,0 0 1 0 0,0 0-1 0 0,0 0 0 0 0,0 0 1 0 0,0 0-1 0 0,0 0 0 0 0,0 1 1 0 0,0-1-1 0 0,0 0 1 0 0,0 0-1 0 0,0 0 0 0 0,0 0 1 0 0,0 0-1 0 0,0 0 0 0 0,1 0 1 0 0,-1 0-1 0 0,0 0 0 0 0,0 0 1 0 0,0 1-1 0 0,0-1 0 0 0,0 0 1 0 0,0 0-1 0 0,0 0 0 0 0,0 0 1 0 0,0 0-1 0 0,0 0 0 0 0,0 0 1 0 0,0 0-1 0 0,0 0 1 0 0,1 0-1 0 0,-1 0 0 0 0,0 0 1 0 0,0 0-1 0 0,0 0 0 0 0,0 0 1 0 0,0 0-1 0 0,0 0 0 0 0,-2 2-165 0 0,-16 13-294 0 0,7 0-3468 0 0,10-14 2516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47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43 1044 0 0,'0'0'8392'0'0,"-7"-3"1774"0"0,4 12-9489 0 0,0 0-1 0 0,1 0 1 0 0,1 0-1 0 0,-1 0 1 0 0,1 0-1 0 0,1 1 1 0 0,0-1-1 0 0,0 0 1 0 0,1 0-1 0 0,0 0 1 0 0,3 13-1 0 0,0-4 310 0 0,1 0-1 0 0,1 0 0 0 0,0-1 1 0 0,17 33-1 0 0,-23-49-1024 0 0,1 0 1 0 0,0 0-1 0 0,-1 1 1 0 0,1-1-1 0 0,0 0 1 0 0,0 0-1 0 0,0 0 1 0 0,0 0-1 0 0,0 0 1 0 0,0 0-1 0 0,0 0 1 0 0,0 0-1 0 0,0 0 0 0 0,0-1 1 0 0,1 1-1 0 0,-1 0 1 0 0,0-1-1 0 0,0 1 1 0 0,1-1-1 0 0,-1 1 1 0 0,0-1-1 0 0,1 0 1 0 0,-1 0-1 0 0,1 1 1 0 0,-1-1-1 0 0,0 0 1 0 0,1 0-1 0 0,-1 0 0 0 0,1-1 1 0 0,-1 1-1 0 0,0 0 1 0 0,1 0-1 0 0,-1-1 1 0 0,0 1-1 0 0,1-1 1 0 0,-1 1-1 0 0,0-1 1 0 0,1 1-1 0 0,-1-1 1 0 0,0 0-1 0 0,0 0 0 0 0,0 0 1 0 0,0 0-1 0 0,0 1 1 0 0,2-3-1 0 0,3-3-343 0 0,-1 1-1 0 0,1-1 1 0 0,-1 0-1 0 0,0-1 1 0 0,7-12-1 0 0,25-37-1528 0 0,-25 38 1371 0 0,-1 0-1 0 0,15-29 1 0 0,28-54 2920 0 0,-53 99 473 0 0,-1 15-2786 0 0,-1 2 210 0 0,1 1 0 0 0,1 0 0 0 0,1-1 0 0 0,4 21 0 0 0,-4-31-213 0 0,0 1 1 0 0,0-1 0 0 0,0 1 0 0 0,1-1-1 0 0,0 0 1 0 0,0 0 0 0 0,0 0-1 0 0,1 0 1 0 0,-1-1 0 0 0,1 1-1 0 0,1-1 1 0 0,-1 0 0 0 0,0 0 0 0 0,1-1-1 0 0,6 5 1 0 0,-4-4-164 0 0,0 0 0 0 0,1-1 0 0 0,-1 0 0 0 0,0 0 1 0 0,1 0-1 0 0,0-1 0 0 0,-1-1 0 0 0,1 1 0 0 0,0-1 0 0 0,0 0 0 0 0,0-1 0 0 0,0 0 1 0 0,0 0-1 0 0,0-1 0 0 0,0 0 0 0 0,0 0 0 0 0,0-1 0 0 0,-1 0 0 0 0,1 0 0 0 0,-1-1 1 0 0,1 0-1 0 0,-1 0 0 0 0,0-1 0 0 0,0 0 0 0 0,0 0 0 0 0,-1-1 0 0 0,1 0 0 0 0,-1 0 1 0 0,7-7-1 0 0,-12 10-280 0 0,1 0 0 0 0,-1 1 0 0 0,0-1 0 0 0,0 0 0 0 0,0 0 0 0 0,0 0 0 0 0,0 0 0 0 0,0 1 0 0 0,0-2 0 0 0,-1 1 0 0 0,1 0 0 0 0,-1 0 0 0 0,0 0 0 0 0,1 0 0 0 0,-1 0 0 0 0,0 0 0 0 0,0 0 0 0 0,0 0 0 0 0,0-1 0 0 0,-1 1 0 0 0,1 0 0 0 0,-1-2 0 0 0,-9-14-9995 0 0,5 11 4352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49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157 176 1452 0 0,'0'0'2814'0'0,"-8"-35"5468"0"0,7 32-8430 0 0,1 2 499 0 0,-1 0 0 0 0,1 0 0 0 0,0 0 1 0 0,-1-1-1 0 0,1 1 0 0 0,-1 0 1 0 0,1 0-1 0 0,-1 0 0 0 0,0 0 0 0 0,1 0 1 0 0,-1 0-1 0 0,0 0 0 0 0,0 0 0 0 0,0 0 1 0 0,0 0-1 0 0,0 1 0 0 0,0-1 1 0 0,0 0-1 0 0,-1 0 0 0 0,-1 0 532 0 0,0 2-444 0 0,-1 0 0 0 0,0 1 0 0 0,1-1 1 0 0,-1 1-1 0 0,1 0 0 0 0,0 0 0 0 0,0 0 0 0 0,0 0 0 0 0,-4 4 1 0 0,-5 6 168 0 0,0 1 1 0 0,2 0-1 0 0,-1 0 1 0 0,2 1-1 0 0,0 0 1 0 0,-10 21-1 0 0,17-31-388 0 0,0 1-1 0 0,1-1 0 0 0,-1 0 1 0 0,1 1-1 0 0,0 0 0 0 0,1-1 1 0 0,-1 1-1 0 0,1 0 0 0 0,0-1 1 0 0,0 1-1 0 0,1 9 0 0 0,0-11-160 0 0,0 0 0 0 0,0 0 0 0 0,0 0-1 0 0,1 0 1 0 0,-1-1 0 0 0,1 1 0 0 0,-1 0 0 0 0,1-1-1 0 0,0 1 1 0 0,0-1 0 0 0,0 1 0 0 0,1-1-1 0 0,-1 0 1 0 0,1 0 0 0 0,-1 0 0 0 0,1 0 0 0 0,-1-1-1 0 0,1 1 1 0 0,5 1 0 0 0,-3-1-98 0 0,1 0 1 0 0,0-1-1 0 0,-1 1 1 0 0,1-1-1 0 0,0-1 0 0 0,0 1 1 0 0,0-1-1 0 0,0 0 1 0 0,0 0-1 0 0,0-1 0 0 0,-1 0 1 0 0,1 0-1 0 0,0 0 1 0 0,0 0-1 0 0,-1-1 0 0 0,1 0 1 0 0,-1-1-1 0 0,1 1 1 0 0,-1-1-1 0 0,0 0 1 0 0,5-4-1 0 0,14-9-351 0 0,-2-1 0 0 0,42-39 0 0 0,-58 50 349 0 0,4-4-230 0 0,0 0-1 0 0,-1-1 1 0 0,0 0 0 0 0,-1 0 0 0 0,0-1-1 0 0,-1 0 1 0 0,0-1 0 0 0,0 1 0 0 0,-2-1-1 0 0,0-1 1 0 0,6-23 0 0 0,1 11-25 0 0,-10 24 299 0 0,-1 0-1 0 0,0 0 1 0 0,1 0-1 0 0,-1-1 1 0 0,0 1-1 0 0,0-1 0 0 0,0 1 1 0 0,-1-1-1 0 0,1 1 1 0 0,0-5-1 0 0,-1 6 91 0 0,1 2 2878 0 0,8 23-2585 0 0,-8-19-193 0 0,0 1 0 0 0,0 0 0 0 0,-1 0-1 0 0,0 0 1 0 0,0 0 0 0 0,-2 11 0 0 0,1-13-110 0 0,0 1 0 0 0,1-1 0 0 0,-1 1 0 0 0,1 0 1 0 0,0-1-1 0 0,1 1 0 0 0,-1-1 0 0 0,3 8 0 0 0,0 0-71 0 0,2 4-4 0 0,-1-1 0 0 0,2 0 1 0 0,8 17-1 0 0,-10-26-9 0 0,0 0 0 0 0,1 0 0 0 0,-1 0 1 0 0,1-1-1 0 0,0 1 0 0 0,0-1 0 0 0,1 0 0 0 0,-1-1 1 0 0,1 1-1 0 0,7 3 0 0 0,-1-2-98 0 0,1 1-1 0 0,0-2 1 0 0,0 0-1 0 0,0 0 1 0 0,0-1 0 0 0,1-1-1 0 0,0 0 1 0 0,0-1-1 0 0,0-1 1 0 0,0 0-1 0 0,0-1 1 0 0,0 0 0 0 0,0-1-1 0 0,-1-1 1 0 0,22-4-1 0 0,-18 2-53 0 0,-1-1-1 0 0,-1 0 0 0 0,1-1 0 0 0,-1 0 0 0 0,0-1 0 0 0,0-1 1 0 0,0-1-1 0 0,-2 0 0 0 0,1 0 0 0 0,-1-2 0 0 0,0 0 1 0 0,18-20-1 0 0,-26 25-70 0 0,-1-1 0 0 0,0 1 0 0 0,0-1 0 0 0,0 0 0 0 0,-1 0 1 0 0,0 0-1 0 0,-1 0 0 0 0,1-1 0 0 0,-1 1 0 0 0,-1-1 0 0 0,0 0 0 0 0,0 1 0 0 0,0-15 1 0 0,-1 17 224 0 0,0 1 0 0 0,0-1 1 0 0,-1 1-1 0 0,1-1 1 0 0,-1 1-1 0 0,0-1 0 0 0,0 1 1 0 0,-1 0-1 0 0,1 0 1 0 0,-1-1-1 0 0,0 1 0 0 0,0 0 1 0 0,-1 1-1 0 0,1-1 1 0 0,-1 0-1 0 0,0 1 0 0 0,0-1 1 0 0,0 1-1 0 0,0 0 1 0 0,0 0-1 0 0,-1 0 1 0 0,1 0-1 0 0,-1 1 0 0 0,-5-3 1 0 0,8 4 60 0 0,-1 0 0 0 0,0 0 0 0 0,0 0 1 0 0,0 1-1 0 0,0-1 0 0 0,0 1 0 0 0,0-1 1 0 0,-1 1-1 0 0,1 0 0 0 0,0 0 0 0 0,0 0 1 0 0,0 0-1 0 0,0 0 0 0 0,0 0 0 0 0,0 1 1 0 0,0-1-1 0 0,0 1 0 0 0,0-1 0 0 0,0 1 1 0 0,0 0-1 0 0,0 0 0 0 0,0 0 0 0 0,0 0 1 0 0,0 0-1 0 0,0 0 0 0 0,1 0 0 0 0,-1 1 1 0 0,1-1-1 0 0,-1 1 0 0 0,1-1 0 0 0,-1 1 1 0 0,1-1-1 0 0,0 1 0 0 0,0 0 0 0 0,0 0 1 0 0,0 0-1 0 0,0 0 0 0 0,0 0 0 0 0,0 0 1 0 0,0 3-1 0 0,-3 6 187 0 0,1 0-1 0 0,0-1 1 0 0,1 1-1 0 0,0 0 1 0 0,1 1 0 0 0,0 13-1 0 0,1-20-165 0 0,0 1 1 0 0,0 0-1 0 0,0 0 0 0 0,1 0 0 0 0,0 0 0 0 0,1-1 1 0 0,-1 1-1 0 0,1 0 0 0 0,0-1 0 0 0,0 0 1 0 0,1 1-1 0 0,-1-1 0 0 0,1 0 0 0 0,1 0 1 0 0,-1 0-1 0 0,1-1 0 0 0,-1 1 0 0 0,1-1 0 0 0,1 0 1 0 0,-1 0-1 0 0,0 0 0 0 0,1-1 0 0 0,0 1 1 0 0,0-1-1 0 0,0 0 0 0 0,10 4 0 0 0,-5-4-78 0 0,0 0-1 0 0,1 0 0 0 0,-1-1 0 0 0,1-1 1 0 0,0 1-1 0 0,0-2 0 0 0,-1 1 0 0 0,1-2 0 0 0,0 1 1 0 0,0-2-1 0 0,-1 1 0 0 0,1-1 0 0 0,-1-1 1 0 0,12-4-1 0 0,4-2-350 0 0,0-2 0 0 0,0 0-1 0 0,-1-2 1 0 0,33-22 0 0 0,8-7-595 0 0,-65 41 908 0 0,1 0 16 0 0,4-1-1 0 0,2 20 78 0 0,-7-16-41 0 0,4 17-444 0 0,-3-23-494 0 0,1-10 834 0 0,-1 11-4 0 0,-1-1 0 0 0,0 1 1 0 0,-1-1-1 0 0,1 0 0 0 0,0 0 1 0 0,-1 1-1 0 0,0-1 0 0 0,0 0 1 0 0,0 1-1 0 0,-1-1 0 0 0,1 0 1 0 0,-1 0-1 0 0,0 1 0 0 0,0-1 0 0 0,0 1 1 0 0,0-1-1 0 0,-1 1 0 0 0,1-1 1 0 0,-1 1-1 0 0,0 0 0 0 0,0 0 1 0 0,0 0-1 0 0,0 0 0 0 0,-1 0 1 0 0,1 0-1 0 0,-6-4 0 0 0,6 6 114 0 0,-1 0-1 0 0,1 1 1 0 0,-1-1-1 0 0,0 0 0 0 0,1 1 1 0 0,-1-1-1 0 0,0 1 0 0 0,1 0 1 0 0,-1 0-1 0 0,0 0 1 0 0,1 0-1 0 0,-1 1 0 0 0,1-1 1 0 0,-1 1-1 0 0,0-1 1 0 0,1 1-1 0 0,-1 0 0 0 0,1 0 1 0 0,-4 2-1 0 0,-45 27 1206 0 0,41-22-833 0 0,0 0 0 0 0,1 1 1 0 0,0 0-1 0 0,0 1 0 0 0,1-1 1 0 0,-12 20-1 0 0,18-25-312 0 0,0 0 0 0 0,0 0 0 0 0,1 0 0 0 0,-1 0 0 0 0,1 0 1 0 0,0 0-1 0 0,0 1 0 0 0,0-1 0 0 0,0 0 0 0 0,1 1 0 0 0,0-1 0 0 0,0 1 0 0 0,0-1 0 0 0,0 0 1 0 0,1 1-1 0 0,-1-1 0 0 0,1 1 0 0 0,0-1 0 0 0,1 0 0 0 0,-1 0 0 0 0,1 0 0 0 0,0 0 1 0 0,3 5-1 0 0,-2-5-83 0 0,0 0 0 0 0,1 0 0 0 0,0-1 1 0 0,0 1-1 0 0,0-1 0 0 0,0 0 0 0 0,0-1 1 0 0,1 1-1 0 0,-1-1 0 0 0,1 1 0 0 0,0-1 1 0 0,-1-1-1 0 0,1 1 0 0 0,0-1 0 0 0,0 0 1 0 0,9 1-1 0 0,1 1-19 0 0,0-2 1 0 0,0 0 0 0 0,0-1-1 0 0,22-2 1 0 0,-4-1-427 0 0,1-2 0 0 0,-1-2 0 0 0,-1-1 0 0 0,1-1 1 0 0,-2-2-1 0 0,43-20 0 0 0,-70 29 271 0 0,1-1 0 0 0,-1-1 1 0 0,1 1-1 0 0,-1-1 0 0 0,0 0 0 0 0,0 1 0 0 0,0-2 0 0 0,-1 1 1 0 0,1 0-1 0 0,-1-1 0 0 0,0 0 0 0 0,-1 1 0 0 0,4-7 0 0 0,-6 9 172 0 0,1 0-1 0 0,0 0 1 0 0,-1 0-1 0 0,0 0 1 0 0,1 0-1 0 0,-1 0 0 0 0,0 0 1 0 0,0 1-1 0 0,0-1 1 0 0,0 0-1 0 0,0 0 1 0 0,-1 0-1 0 0,1 0 0 0 0,0 0 1 0 0,-1 0-1 0 0,0 0 1 0 0,1 0-1 0 0,-1 1 1 0 0,0-1-1 0 0,0 0 0 0 0,0 1 1 0 0,0-1-1 0 0,0 0 1 0 0,0 1-1 0 0,-1-1 1 0 0,1 1-1 0 0,0 0 1 0 0,-1-1-1 0 0,1 1 0 0 0,-1 0 1 0 0,1 0-1 0 0,-1 0 1 0 0,0 0-1 0 0,0 0 1 0 0,1 0-1 0 0,-1 1 0 0 0,0-1 1 0 0,0 0-1 0 0,-2 0 1 0 0,-1 0 165 0 0,1-1 1 0 0,-1 1 0 0 0,0 0-1 0 0,0 0 1 0 0,1 1 0 0 0,-1-1-1 0 0,0 1 1 0 0,0 0 0 0 0,0 0-1 0 0,0 1 1 0 0,1-1 0 0 0,-10 3-1 0 0,13-3-118 0 0,-1 1-1 0 0,0-1 0 0 0,1 0 0 0 0,-1 1 0 0 0,0 0 1 0 0,1-1-1 0 0,-1 1 0 0 0,1 0 0 0 0,-1 0 1 0 0,1-1-1 0 0,-1 1 0 0 0,1 0 0 0 0,0 1 1 0 0,0-1-1 0 0,-1 0 0 0 0,1 0 0 0 0,0 0 0 0 0,0 1 1 0 0,0-1-1 0 0,0 1 0 0 0,0-1 0 0 0,0 1 1 0 0,1-1-1 0 0,-1 1 0 0 0,0-1 0 0 0,1 1 0 0 0,-1 0 1 0 0,1-1-1 0 0,0 1 0 0 0,0 0 0 0 0,-1-1 1 0 0,1 1-1 0 0,0 0 0 0 0,0-1 0 0 0,0 1 1 0 0,1 0-1 0 0,-1-1 0 0 0,0 1 0 0 0,1 0 0 0 0,-1-1 1 0 0,1 1-1 0 0,-1 0 0 0 0,2 1 0 0 0,0 2-13 0 0,0 0 0 0 0,0 0-1 0 0,1 0 1 0 0,-1-1-1 0 0,1 1 1 0 0,0-1 0 0 0,1 1-1 0 0,-1-1 1 0 0,1 0 0 0 0,0 0-1 0 0,0-1 1 0 0,5 5 0 0 0,8 0-79 0 0,-1-1 1 0 0,2 0 0 0 0,-1-1-1 0 0,1-1 1 0 0,0 0 0 0 0,0-2 0 0 0,0 0-1 0 0,34 1 1 0 0,-35-4-380 0 0,-1 0 1 0 0,0-1-1 0 0,1 0 0 0 0,-1-2 1 0 0,0 0-1 0 0,0 0 1 0 0,0-2-1 0 0,0 0 0 0 0,-1-1 1 0 0,16-8-1 0 0,-28 13 363 0 0,-1 0 0 0 0,0-1 1 0 0,0 1-1 0 0,0-1 0 0 0,1 0 0 0 0,-1 0 0 0 0,-1 0 0 0 0,1 0 1 0 0,0 0-1 0 0,0 0 0 0 0,-1 0 0 0 0,1-1 0 0 0,-1 1 0 0 0,0 0 1 0 0,0-1-1 0 0,0 1 0 0 0,0-1 0 0 0,0 1 0 0 0,0-1 0 0 0,-1 0 1 0 0,1 1-1 0 0,-1-1 0 0 0,0 0 0 0 0,0 0 0 0 0,0 1 0 0 0,0-1 0 0 0,0 0 1 0 0,-1 1-1 0 0,1-1 0 0 0,-1 0 0 0 0,1 1 0 0 0,-2-4 0 0 0,0 1 183 0 0,-1 0-1 0 0,1 0 1 0 0,-1 0-1 0 0,0 0 1 0 0,0 0-1 0 0,0 1 1 0 0,0-1-1 0 0,-1 1 0 0 0,0 0 1 0 0,0 0-1 0 0,0 0 1 0 0,-1 0-1 0 0,1 1 1 0 0,-9-5-1 0 0,-3-2 551 0 0,18 10-274 0 0,25 9-184 0 0,-20-6-244 0 0,96 34 1046 0 0,114 46 1853 0 0,-215-82-2821 0 0,-1-1 0 0 0,0 1 0 0 0,1-1 0 0 0,-1 1-1 0 0,1 0 1 0 0,-1-1 0 0 0,0 1 0 0 0,0 0 0 0 0,1 0 0 0 0,-1 0 0 0 0,0 0-1 0 0,0 0 1 0 0,0 0 0 0 0,0 0 0 0 0,0 1 0 0 0,0-1 0 0 0,-1 0 0 0 0,1 0-1 0 0,0 1 1 0 0,-1-1 0 0 0,2 3 0 0 0,-4-1-42 0 0,1 0-1 0 0,-1 0 1 0 0,0 0 0 0 0,0 0-1 0 0,0 0 1 0 0,0 0 0 0 0,-1 0-1 0 0,1 0 1 0 0,-1-1 0 0 0,0 0 0 0 0,1 1-1 0 0,-1-1 1 0 0,0 0 0 0 0,0 0-1 0 0,-1 0 1 0 0,1-1 0 0 0,0 1-1 0 0,0-1 1 0 0,-1 0 0 0 0,1 0-1 0 0,-1 0 1 0 0,1 0 0 0 0,-1-1-1 0 0,1 1 1 0 0,-1-1 0 0 0,0 0-1 0 0,1 0 1 0 0,-7-1 0 0 0,-5 1-3 0 0,-1 1-84 0 0,0-1 1 0 0,0-2-1 0 0,0 1 1 0 0,-22-6-1 0 0,-1 0-127 0 0,35 6-1112 0 0,9 1 581 0 0,26 2 445 0 0,48 5 550 0 0,-26-2-270 0 0,76-4 1 0 0,-111-2-205 0 0,0 0-1 0 0,-1-2 1 0 0,1 0-1 0 0,-1-1 1 0 0,0-1 0 0 0,0 0-1 0 0,0-1 1 0 0,18-10-1 0 0,-30 13 75 0 0,0 0-1 0 0,0 0 1 0 0,0 0-1 0 0,-1-1 1 0 0,0 1-1 0 0,1-1 1 0 0,-1 0-1 0 0,0 0 1 0 0,-1-1-1 0 0,1 1 1 0 0,-1-1-1 0 0,0 0 1 0 0,0 0-1 0 0,0 0 1 0 0,-1 0-1 0 0,0 0 1 0 0,0-1-1 0 0,0 1 1 0 0,-1-1-1 0 0,1 1 1 0 0,-1-1-1 0 0,-1 1 1 0 0,1-1-1 0 0,-1 0 1 0 0,0 0-1 0 0,0 1 1 0 0,0-1-1 0 0,-1 0 1 0 0,-1-5-1 0 0,0 7 248 0 0,0 1 0 0 0,1-1 0 0 0,-1 1-1 0 0,0-1 1 0 0,-1 1 0 0 0,1 0 0 0 0,-1 0 0 0 0,1 0 0 0 0,-1 0-1 0 0,0 1 1 0 0,0-1 0 0 0,0 1 0 0 0,0-1 0 0 0,-1 1 0 0 0,1 0-1 0 0,0 0 1 0 0,-1 1 0 0 0,0-1 0 0 0,1 1 0 0 0,-1-1-1 0 0,0 1 1 0 0,0 0 0 0 0,0 1 0 0 0,-4-1 0 0 0,3 1 83 0 0,0 1 1 0 0,1 0 0 0 0,-1 0-1 0 0,0 0 1 0 0,1 0 0 0 0,-1 1-1 0 0,1 0 1 0 0,0 0 0 0 0,-1 0-1 0 0,1 0 1 0 0,0 1 0 0 0,0 0 0 0 0,0 0-1 0 0,1 0 1 0 0,-1 0 0 0 0,1 0-1 0 0,0 1 1 0 0,0-1 0 0 0,0 1-1 0 0,0 0 1 0 0,0 0 0 0 0,1 0-1 0 0,-3 7 1 0 0,2-6-83 0 0,1 0 0 0 0,0 0 0 0 0,0 0 0 0 0,0 0 0 0 0,1 1-1 0 0,-1-1 1 0 0,1 1 0 0 0,1-1 0 0 0,-1 1 0 0 0,1-1 0 0 0,0 1 0 0 0,0-1 0 0 0,1 1 0 0 0,-1-1 0 0 0,1 1 0 0 0,0-1 0 0 0,1 1-1 0 0,-1-1 1 0 0,5 9 0 0 0,0-7-101 0 0,0 1 0 0 0,0-1 0 0 0,1 0 0 0 0,0-1 0 0 0,0 1 0 0 0,1-1 0 0 0,0-1 0 0 0,0 1 0 0 0,0-1 0 0 0,0-1 0 0 0,1 0-1 0 0,0 0 1 0 0,0 0 0 0 0,0-1 0 0 0,0-1 0 0 0,1 0 0 0 0,-1 0 0 0 0,12 1 0 0 0,20 1-34 0 0,1-1-1 0 0,75-4 1 0 0,-81-1-617 0 0,-1-2 1 0 0,0-2 0 0 0,0-1 0 0 0,-1-2 0 0 0,0-1-1 0 0,0-1 1 0 0,58-30 0 0 0,-87 38 567 0 0,-1 0 0 0 0,1 0 0 0 0,-1 0 0 0 0,1-1-1 0 0,-1 0 1 0 0,0 0 0 0 0,0 0 0 0 0,-1 0 0 0 0,1-1 0 0 0,-1 1 0 0 0,0-1 0 0 0,0 0 0 0 0,-1 0 0 0 0,1 0 0 0 0,-1-1-1 0 0,2-7 1 0 0,-3 10 127 0 0,-1 1-1 0 0,1-1 1 0 0,-1 1-1 0 0,0-1 1 0 0,0 0-1 0 0,0 1 1 0 0,0-1-1 0 0,0 1 1 0 0,-1-1-1 0 0,1 0 1 0 0,-1 1-1 0 0,1-1 1 0 0,-1 1-1 0 0,0-1 1 0 0,0 1 0 0 0,0 0-1 0 0,-1-1 1 0 0,1 1-1 0 0,0 0 1 0 0,-1 0-1 0 0,0 0 1 0 0,1 0-1 0 0,-1 0 1 0 0,0 0-1 0 0,0 1 1 0 0,0-1-1 0 0,0 0 1 0 0,0 1-1 0 0,-1 0 1 0 0,1-1-1 0 0,0 1 1 0 0,-1 0-1 0 0,1 0 1 0 0,-1 0-1 0 0,1 1 1 0 0,-5-2-1 0 0,-1 0 208 0 0,1 0-1 0 0,-1 1 1 0 0,1-1-1 0 0,-1 2 1 0 0,1-1 0 0 0,-1 1-1 0 0,-9 1 1 0 0,15-1-214 0 0,0 0 1 0 0,0 1-1 0 0,0-1 0 0 0,0 1 1 0 0,0-1-1 0 0,0 1 0 0 0,0 0 1 0 0,0 0-1 0 0,1 0 1 0 0,-1 0-1 0 0,0 0 0 0 0,1 0 1 0 0,-1 0-1 0 0,0 1 1 0 0,1-1-1 0 0,0 1 0 0 0,-1-1 1 0 0,1 1-1 0 0,0-1 0 0 0,0 1 1 0 0,0 0-1 0 0,0 0 1 0 0,0-1-1 0 0,0 1 0 0 0,0 0 1 0 0,1 0-1 0 0,-1 0 0 0 0,0 0 1 0 0,1 0-1 0 0,0 0 1 0 0,0 0-1 0 0,-1 0 0 0 0,1 0 1 0 0,1 4-1 0 0,0-1-22 0 0,0 1 0 0 0,0-1 0 0 0,0 0 0 0 0,1 1 0 0 0,0-1 0 0 0,0 0 0 0 0,1 0 0 0 0,0 0 0 0 0,-1 0-1 0 0,2-1 1 0 0,-1 1 0 0 0,0-1 0 0 0,1 0 0 0 0,0 0 0 0 0,0 0 0 0 0,0 0 0 0 0,5 3 0 0 0,3 3-4 0 0,1-1 0 0 0,0 0 0 0 0,0-1-1 0 0,1-1 1 0 0,17 8 0 0 0,27 4 135 0 0,0-3-1 0 0,67 10 1 0 0,-56-13 147 0 0,-13-3-91 0 0,-28-5-189 0 0,54 14-1 0 0,-80-18-87 0 0,-9 2-129 0 0,-42 12-912 0 0,-97 16 0 0 0,119-27-792 0 0,-51-1-1 0 0,60-4-356 0 0,0-1 0 0 0,1 0 0 0 0,-31-8-1 0 0,27 1-4237 0 0,3-1 492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50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65 1160 0 0,'-6'-1'497'0'0,"-12"-3"14399"0"0,15 6-13615 0 0,-1 1-996 0 0,1 0-1 0 0,0 1 1 0 0,0-1 0 0 0,1 1-1 0 0,-1-1 1 0 0,1 1-1 0 0,-1 0 1 0 0,1 0 0 0 0,1 0-1 0 0,-1 0 1 0 0,0 0-1 0 0,1 0 1 0 0,0 0 0 0 0,0 1-1 0 0,0-1 1 0 0,0 1-1 0 0,1-1 1 0 0,0 0 0 0 0,0 1-1 0 0,0-1 1 0 0,0 1-1 0 0,1-1 1 0 0,0 1-1 0 0,0-1 1 0 0,0 0 0 0 0,0 0-1 0 0,1 1 1 0 0,3 7-1 0 0,-2-6-135 0 0,0 1 0 0 0,0 0 0 0 0,0-1 0 0 0,1 1 0 0 0,0-1 0 0 0,1 0 0 0 0,-1 0 0 0 0,1-1 0 0 0,0 1 0 0 0,0-1 0 0 0,1 0-1 0 0,0-1 1 0 0,0 1 0 0 0,0-1 0 0 0,0 0 0 0 0,1-1 0 0 0,12 6 0 0 0,-3-5-230 0 0,-1-2 1 0 0,0 0-1 0 0,1-1 1 0 0,-1 0-1 0 0,1-2 1 0 0,-1 1-1 0 0,0-2 1 0 0,1 0-1 0 0,-1-1 1 0 0,0 0-1 0 0,0-2 1 0 0,0 1-1 0 0,-1-2 1 0 0,0 0-1 0 0,0-1 1 0 0,0 0-1 0 0,-1-1 1 0 0,0 0-1 0 0,0-1 1 0 0,-1-1-1 0 0,0 0 1 0 0,-1 0-1 0 0,0-2 0 0 0,-1 1 1 0 0,12-18-1 0 0,-21 27 171 0 0,0 0-1 0 0,0-1 0 0 0,0 0 1 0 0,-1 1-1 0 0,1-1 0 0 0,-1 1 1 0 0,0-1-1 0 0,0 0 0 0 0,0 1 0 0 0,0-1 1 0 0,0 0-1 0 0,-1-4 0 0 0,1 6-18 0 0,0 0 1 0 0,-1 0-1 0 0,1 0 0 0 0,0 0 0 0 0,0 0 0 0 0,-1 0 0 0 0,1 1 0 0 0,0-1 1 0 0,-1 0-1 0 0,1 0 0 0 0,-1 0 0 0 0,1 0 0 0 0,-1 1 0 0 0,0-1 0 0 0,1 0 1 0 0,-1 1-1 0 0,0-1 0 0 0,1 0 0 0 0,-1 1 0 0 0,0-1 0 0 0,0 1 0 0 0,0-1 1 0 0,1 1-1 0 0,-1 0 0 0 0,0-1 0 0 0,0 1 0 0 0,0 0 0 0 0,0-1 0 0 0,0 1 1 0 0,0 0-1 0 0,0 0 0 0 0,0 0 0 0 0,1 0 0 0 0,-1 0 0 0 0,0 0 0 0 0,0 0 1 0 0,0 0-1 0 0,0 0 0 0 0,0 0 0 0 0,0 1 0 0 0,0-1 0 0 0,0 0 0 0 0,-1 1 0 0 0,-4 1-1 0 0,5-2-28 0 0,0 0 1 0 0,0 0 0 0 0,0 0-1 0 0,0 0 1 0 0,0 1 0 0 0,0-1 0 0 0,1 0-1 0 0,-1 1 1 0 0,0-1 0 0 0,0 1-1 0 0,0-1 1 0 0,0 1 0 0 0,0-1-1 0 0,1 1 1 0 0,-1 0 0 0 0,0-1-1 0 0,1 1 1 0 0,-2 1 0 0 0,1 0 14 0 0,1 1 0 0 0,-1-1 0 0 0,1 1 0 0 0,-1-1 0 0 0,1 0 0 0 0,0 1-1 0 0,0-1 1 0 0,0 1 0 0 0,0-1 0 0 0,1 0 0 0 0,-1 1 0 0 0,1-1 0 0 0,-1 1 0 0 0,1-1 0 0 0,2 4 0 0 0,-2 0-55 0 0,2-1 0 0 0,-1 1 0 0 0,1-1 0 0 0,-1 1 1 0 0,2-1-1 0 0,-1 0 0 0 0,0 0 0 0 0,1 0 0 0 0,0 0 0 0 0,0-1 0 0 0,1 0 0 0 0,-1 0 0 0 0,1 0 1 0 0,7 4-1 0 0,-4-2-89 0 0,1-2 0 0 0,1 1 0 0 0,-1-1 0 0 0,0-1 0 0 0,1 0 0 0 0,0 0 1 0 0,0-1-1 0 0,11 1 0 0 0,0-1-287 0 0,1-1-1 0 0,0-1 1 0 0,-1-1 0 0 0,1-1 0 0 0,0 0 0 0 0,-1-2 0 0 0,33-10-1 0 0,-32 7-153 0 0,-1-1 0 0 0,1-1-1 0 0,25-14 1 0 0,-41 19 503 0 0,1 0 0 0 0,-1 0 1 0 0,0-1-1 0 0,-1 1 0 0 0,1-1 0 0 0,-1 0 0 0 0,0-1 0 0 0,0 1 1 0 0,-1-1-1 0 0,1 0 0 0 0,-1-1 0 0 0,-1 1 0 0 0,1 0 1 0 0,3-12-1 0 0,-6 14 269 0 0,0 1 0 0 0,-1 0-1 0 0,0-1 1 0 0,0 1 0 0 0,0-1 0 0 0,0 1 0 0 0,-1 0 0 0 0,1-1 0 0 0,-1 1 0 0 0,0 0-1 0 0,0-1 1 0 0,0 1 0 0 0,0 0 0 0 0,-1 0 0 0 0,1 0 0 0 0,-1 0 0 0 0,0 0 0 0 0,0 0-1 0 0,0 1 1 0 0,0-1 0 0 0,0 1 0 0 0,-4-4 0 0 0,0 0 286 0 0,-5-1-430 0 0,-1 1-100 0 0,5 6 0 0 0,3 17 0 0 0,8 2-31 0 0,12-3-2616 0 0,9 0-14618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51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138 159 920 0 0,'0'0'4720'0'0,"-1"4"-2435"0"0,-13 65 6309 0 0,2 0-3949 0 0,8-30-3203 0 0,1 0-1 0 0,2 0 0 0 0,5 57 1 0 0,-4-92-1357 0 0,1 7 70 0 0,-1 0-1 0 0,1 0 0 0 0,1 0 0 0 0,0 0 0 0 0,1 0 1 0 0,0-1-1 0 0,0 1 0 0 0,1-1 0 0 0,1 0 0 0 0,-1 0 1 0 0,2 0-1 0 0,9 14 0 0 0,-14-23-457 0 0,1-1-126 0 0,-1 0 371 0 0,0-1-1 0 0,1 1 0 0 0,-1 0 0 0 0,1-1 0 0 0,-1 1 0 0 0,0-1 0 0 0,0 0 0 0 0,1 1 1 0 0,-1-1-1 0 0,0 0 0 0 0,0 0 0 0 0,0 0 0 0 0,1 0 0 0 0,-1 0 0 0 0,0 0 0 0 0,0 0 1 0 0,-1 0-1 0 0,1 0 0 0 0,0 0 0 0 0,0 0 0 0 0,-1-1 0 0 0,1 1 0 0 0,0 0 0 0 0,-1-1 1 0 0,1 1-1 0 0,-1 0 0 0 0,0-1 0 0 0,1 1 0 0 0,-1-1 0 0 0,0 1 0 0 0,0-2 0 0 0,2-56-1318 0 0,-2 45 1166 0 0,-3-15 88 0 0,-1 1 0 0 0,-2 0 1 0 0,0 0-1 0 0,-2 1 1 0 0,-1 0-1 0 0,-25-51 1 0 0,-21-23 842 0 0,1 4 1223 0 0,53 95-1874 0 0,-1-1 0 0 0,1 0 0 0 0,0 1 1 0 0,0-1-1 0 0,0 0 0 0 0,1 0 0 0 0,-1 1 0 0 0,0-1 0 0 0,1 0 0 0 0,0 0 0 0 0,0 0 1 0 0,0 0-1 0 0,0 0 0 0 0,0 0 0 0 0,1-3 0 0 0,0 4-60 0 0,1 0 1 0 0,-1 0-1 0 0,0 0 0 0 0,1 0 1 0 0,0 0-1 0 0,-1 0 0 0 0,1 0 0 0 0,0 0 1 0 0,0 1-1 0 0,0-1 0 0 0,0 1 1 0 0,0 0-1 0 0,0-1 0 0 0,1 1 1 0 0,-1 0-1 0 0,0 0 0 0 0,1 0 1 0 0,2 0-1 0 0,25-9-79 0 0,1 2 0 0 0,0 0 1 0 0,1 3-1 0 0,0 0 0 0 0,0 2 0 0 0,0 2 1 0 0,0 0-1 0 0,0 3 0 0 0,41 6 0 0 0,-71-8 100 0 0,0 0 0 0 0,0 0 0 0 0,0 0-1 0 0,0 1 1 0 0,0-1 0 0 0,0 1-1 0 0,0 0 1 0 0,0-1 0 0 0,-1 1-1 0 0,1 0 1 0 0,0 0 0 0 0,0 0-1 0 0,-1 0 1 0 0,1 1 0 0 0,-1-1-1 0 0,1 0 1 0 0,-1 1 0 0 0,1-1-1 0 0,-1 1 1 0 0,0-1 0 0 0,0 1-1 0 0,0 0 1 0 0,0-1 0 0 0,0 1-1 0 0,0 0 1 0 0,0 0 0 0 0,0 0-1 0 0,-1 0 1 0 0,1 0 0 0 0,0 3-1 0 0,-1 0 142 0 0,-1 1 0 0 0,1-1 1 0 0,-1 0-1 0 0,0 0 0 0 0,0 0 0 0 0,-1 0 0 0 0,0 0 0 0 0,1 0 0 0 0,-2 0 0 0 0,1-1 0 0 0,-4 6 0 0 0,-1 2 40 0 0,-1-2-1 0 0,-1 1 1 0 0,1-1-1 0 0,-2 0 1 0 0,1-1-1 0 0,-20 14 1 0 0,-69 42 903 0 0,71-52-1114 0 0,-21 13 0 0 0,41-24 0 0 0,-2-11 0 0 0,8-6 0 0 0,5-2 0 0 0,3 5 0 0 0,0 2 0 0 0,4 2 0 0 0,0 2 0 0 0,-1 0 0 0 0,-5 5 0 0 0,0 0 0 0 0,1 0 0 0 0,-1 0 0 0 0,1 1 0 0 0,-1 0 0 0 0,1 0 0 0 0,-1 1 0 0 0,1-1 0 0 0,-1 1 0 0 0,0 1 0 0 0,1-1 0 0 0,5 3 0 0 0,-8-3 0 0 0,23 7 0 0 0,0-1 0 0 0,1-2 0 0 0,0 0 0 0 0,0-2 0 0 0,0 0 0 0 0,1-2 0 0 0,-1-1 0 0 0,0-2 0 0 0,1 0 0 0 0,-1-2 0 0 0,42-11 0 0 0,-32 4-754 0 0,-1-1 1 0 0,39-19-1 0 0,-65 26 551 0 0,0 0 1 0 0,0-1-1 0 0,0 0 0 0 0,0-1 1 0 0,-1 0-1 0 0,-1 0 1 0 0,1-1-1 0 0,-1 0 0 0 0,0-1 1 0 0,-1 0-1 0 0,11-15 1 0 0,-17 22 185 0 0,1-1 0 0 0,-1 1 1 0 0,0 0-1 0 0,0-1 1 0 0,0 1-1 0 0,0-1 1 0 0,0 1-1 0 0,-1-1 1 0 0,1 0-1 0 0,-1 1 1 0 0,1-1-1 0 0,-1 0 0 0 0,0 1 1 0 0,0-1-1 0 0,-1 0 1 0 0,1 1-1 0 0,-1-5 1 0 0,0 5 69 0 0,0 0 0 0 0,0 0 0 0 0,0 0 1 0 0,0 1-1 0 0,0-1 0 0 0,-1 0 0 0 0,1 1 0 0 0,0-1 1 0 0,-1 1-1 0 0,0-1 0 0 0,1 1 0 0 0,-1 0 0 0 0,0 0 1 0 0,1 0-1 0 0,-1 0 0 0 0,0 0 0 0 0,-4-2 0 0 0,1 2 154 0 0,-1-1 0 0 0,0 1 0 0 0,-1 0 0 0 0,1 0 0 0 0,0 0 0 0 0,0 1 0 0 0,0 0 0 0 0,0 0 0 0 0,-1 1 0 0 0,1 0 0 0 0,0 0 0 0 0,0 0 0 0 0,-11 5 0 0 0,10-4-145 0 0,1 1-1 0 0,-1 0 1 0 0,1 1 0 0 0,0-1 0 0 0,0 1 0 0 0,1 0 0 0 0,-1 1 0 0 0,1-1 0 0 0,0 1 0 0 0,-5 6 0 0 0,8-8-42 0 0,0 0-1 0 0,0 0 1 0 0,1 0 0 0 0,-1 0 0 0 0,1 1-1 0 0,-1-1 1 0 0,1 0 0 0 0,0 1 0 0 0,1-1-1 0 0,-1 1 1 0 0,0-1 0 0 0,1 1 0 0 0,0-1-1 0 0,0 1 1 0 0,0-1 0 0 0,0 1 0 0 0,1-1-1 0 0,-1 0 1 0 0,1 1 0 0 0,0-1-1 0 0,0 1 1 0 0,2 5 0 0 0,0-5-20 0 0,0 1 0 0 0,0 0 0 0 0,0-1 0 0 0,1 0 0 0 0,-1 0 0 0 0,1 0 0 0 0,0 0 0 0 0,0-1 0 0 0,0 1 0 0 0,1-1 0 0 0,-1 0 0 0 0,1 0 0 0 0,0-1 0 0 0,0 1 1 0 0,0-1-1 0 0,0 0 0 0 0,6 1 0 0 0,5 2-55 0 0,1 0 0 0 0,0-2-1 0 0,0 0 1 0 0,20 1 0 0 0,-14-2-1063 0 0,1-2-1 0 0,0-1 1 0 0,-1 0-1 0 0,1-2 0 0 0,-1-1 1 0 0,31-9-1 0 0,-23-4-7082 0 0,-24 12 3104 0 0,1-1-1291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52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19 1152 0 0,'-1'6'18492'0'0,"-1"10"-9095"0"0,0 4-6311 0 0,1 45-5235 0 0,4-43 4879 0 0,0-13-2709 0 0,20 66 31 0 0,-21-70-53 0 0,0 0 0 0 0,1 0 0 0 0,0 0 0 0 0,-1 0 0 0 0,2-1 0 0 0,-1 1 0 0 0,0-1 0 0 0,1 0-1 0 0,0 0 1 0 0,0 0 0 0 0,0 0 0 0 0,5 2 0 0 0,-7-5 1 0 0,-1 0 0 0 0,1 0 0 0 0,0 0 0 0 0,0 0 0 0 0,0-1 0 0 0,0 1 0 0 0,0-1 0 0 0,0 0 0 0 0,0 1 0 0 0,0-1 0 0 0,0 0 0 0 0,0 0 0 0 0,0 0 0 0 0,0 0 0 0 0,0-1 0 0 0,0 1 0 0 0,0-1 0 0 0,0 1 0 0 0,0-1 0 0 0,0 1 0 0 0,0-1 0 0 0,0 0 0 0 0,0 0 0 0 0,3-2 0 0 0,28-29 0 0 0,-31 31 0 0 0,10-17-121 0 0,0 0 0 0 0,-1-1-1 0 0,0 0 1 0 0,-2-1 0 0 0,0 0 0 0 0,-2 0 0 0 0,0-1-1 0 0,5-27 1 0 0,-9 38 96 0 0,8-32-699 0 0,-11 40 2066 0 0,1 9-1038 0 0,1 10-270 0 0,0-1-8 0 0,0 1 1 0 0,1-1-1 0 0,0 0 1 0 0,11 29-1 0 0,-11-39-24 0 0,0 0-1 0 0,0 0 1 0 0,1-1 0 0 0,-1 1-1 0 0,1-1 1 0 0,1 0 0 0 0,-1 0-1 0 0,1 0 1 0 0,-1-1-1 0 0,2 0 1 0 0,-1 0 0 0 0,0 0-1 0 0,1 0 1 0 0,-1-1 0 0 0,1 0-1 0 0,11 4 1 0 0,15 4-4 0 0,-1-1-1 0 0,2-2 1 0 0,-1-1 0 0 0,1-2 0 0 0,0-1-1 0 0,0-1 1 0 0,0-2 0 0 0,0-2 0 0 0,0 0-1 0 0,0-3 1 0 0,0 0 0 0 0,55-16 0 0 0,-79 17-262 0 0,-1 0 0 0 0,0-1 0 0 0,1 0 0 0 0,-1 0 0 0 0,-1 0 0 0 0,1-1 0 0 0,-1-1 0 0 0,1 1 0 0 0,-2-1 0 0 0,1 0 0 0 0,10-13 0 0 0,-14 15 204 0 0,0 0 0 0 0,0 0 0 0 0,-1-1 0 0 0,0 1 0 0 0,0-1-1 0 0,0 1 1 0 0,0-1 0 0 0,-1 0 0 0 0,1 0 0 0 0,-1 0 0 0 0,-1 1-1 0 0,1-1 1 0 0,-1 0 0 0 0,0 0 0 0 0,0 0 0 0 0,0 0 0 0 0,0 0-1 0 0,-1 0 1 0 0,0 0 0 0 0,0 0 0 0 0,-1 0 0 0 0,-2-6 0 0 0,3 8 124 0 0,-1 0 0 0 0,0 0 1 0 0,0 1-1 0 0,0-1 0 0 0,0 0 1 0 0,-1 1-1 0 0,1-1 0 0 0,0 1 1 0 0,-1 0-1 0 0,0 0 0 0 0,0 0 1 0 0,1 0-1 0 0,-1 0 0 0 0,0 1 1 0 0,-1-1-1 0 0,1 1 0 0 0,0 0 1 0 0,0 0-1 0 0,0 0 0 0 0,-1 0 1 0 0,-6 0-1 0 0,8 1 12 0 0,0-1 0 0 0,-1 1 0 0 0,1 0 0 0 0,0 0 0 0 0,-1 0 0 0 0,1 1 0 0 0,0-1 0 0 0,-1 0 0 0 0,1 1 0 0 0,0 0 0 0 0,-1-1-1 0 0,1 1 1 0 0,0 0 0 0 0,0 0 0 0 0,0 0 0 0 0,0 1 0 0 0,0-1 0 0 0,0 0 0 0 0,0 1 0 0 0,0-1 0 0 0,1 1 0 0 0,-1 0 0 0 0,0-1 0 0 0,1 1 0 0 0,-1 0 0 0 0,1 0 0 0 0,0 0 0 0 0,0 0 0 0 0,0 0 0 0 0,0 0-1 0 0,0 1 1 0 0,0-1 0 0 0,0 2 0 0 0,-2 7-19 0 0,1-1-1 0 0,0 0 0 0 0,1 0 1 0 0,0 1-1 0 0,0-1 0 0 0,2 11 1 0 0,0-15-44 0 0,0-1 1 0 0,0 1-1 0 0,1-1 0 0 0,-1 0 1 0 0,1 0-1 0 0,0 0 1 0 0,1 0-1 0 0,0 0 1 0 0,-1 0-1 0 0,1-1 1 0 0,1 1-1 0 0,-1-1 1 0 0,8 7-1 0 0,-7-5-242 0 0,2-1-1 0 0,-1-1 1 0 0,1 1-1 0 0,-1-1 1 0 0,1 0 0 0 0,0 0-1 0 0,1 0 1 0 0,-1-1 0 0 0,1 0-1 0 0,-1-1 1 0 0,1 1-1 0 0,0-1 1 0 0,0 0 0 0 0,0-1-1 0 0,0 0 1 0 0,0 0-1 0 0,0 0 1 0 0,1-1 0 0 0,-1 0-1 0 0,0-1 1 0 0,0 1 0 0 0,0-1-1 0 0,0-1 1 0 0,0 1-1 0 0,0-1 1 0 0,0-1 0 0 0,0 1-1 0 0,-1-1 1 0 0,1 0-1 0 0,-1-1 1 0 0,0 1 0 0 0,0-1-1 0 0,0 0 1 0 0,0-1 0 0 0,-1 0-1 0 0,1 1 1 0 0,-1-2-1 0 0,-1 1 1 0 0,1-1 0 0 0,-1 1-1 0 0,0-1 1 0 0,0 0-1 0 0,3-7 1 0 0,-3 6-650 0 0,9-22-3849 0 0,-9 7-2075 0 0,0-2 1031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53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0 620 0 0,'-3'0'611'0'0,"0"0"1"0"0,1 1-1 0 0,-1-1 0 0 0,1 0 0 0 0,-1 1 1 0 0,1-1-1 0 0,-1 1 0 0 0,1 0 0 0 0,-1-1 0 0 0,1 1 1 0 0,0 0-1 0 0,-1 1 0 0 0,1-1 0 0 0,0 0 1 0 0,0 1-1 0 0,0-1 0 0 0,0 1 0 0 0,0 0 1 0 0,0 0-1 0 0,1-1 0 0 0,-3 4 0 0 0,1 0-63 0 0,1-1-1 0 0,0 1 1 0 0,0-1-1 0 0,0 1 0 0 0,1 0 1 0 0,-1 0-1 0 0,1 0 1 0 0,0 0-1 0 0,1 0 1 0 0,-1 6-1 0 0,1 13 549 0 0,2-1 1 0 0,0 0-1 0 0,10 38 1 0 0,-12-61-1084 0 0,18 72 2179 0 0,2-2 0 0 0,57 126 0 0 0,42 50-489 0 0,-110-224-1703 0 0,0-12 0 0 0,-4-4-24 0 0,-4-5-129 0 0,-2-85-2088 0 0,4 60 1913 0 0,-3 15 237 0 0,1 1 0 0 0,0-1-1 0 0,0 1 1 0 0,1-1 0 0 0,0 1 0 0 0,0-1 0 0 0,1 1 0 0 0,0 0 0 0 0,1 0 0 0 0,0 0 0 0 0,0 1 0 0 0,0-1 0 0 0,1 1 0 0 0,8-9 0 0 0,10-12-252 0 0,-18 21 236 0 0,1 0 0 0 0,0 0-1 0 0,0 1 1 0 0,1-1 0 0 0,7-4 0 0 0,11-11-213 0 0,-21 18 276 0 0,0 0 0 0 0,1 1 0 0 0,-1-1 0 0 0,1 1 0 0 0,-1 0 0 0 0,1 0 0 0 0,5-2 0 0 0,-8 4 87 0 0,-1 1-1 0 0,0-1 1 0 0,1 1-1 0 0,-1-1 1 0 0,1 1-1 0 0,-1 0 1 0 0,1-1-1 0 0,-1 1 1 0 0,1 0-1 0 0,-1 0 1 0 0,0 0-1 0 0,1 0 1 0 0,-1 0 0 0 0,1 0-1 0 0,-1 1 1 0 0,1-1-1 0 0,-1 0 1 0 0,1 1-1 0 0,-1-1 1 0 0,0 1-1 0 0,1 0 1 0 0,-1-1-1 0 0,0 1 1 0 0,1 0-1 0 0,-1 0 1 0 0,0 0-1 0 0,0 0 1 0 0,0 0 0 0 0,0 0-1 0 0,0 0 1 0 0,0 0-1 0 0,0 0 1 0 0,0 0-1 0 0,0 1 1 0 0,-1-1-1 0 0,1 0 1 0 0,0 1-1 0 0,-1-1 1 0 0,1 0-1 0 0,-1 1 1 0 0,0-1-1 0 0,1 1 1 0 0,-1 2-1 0 0,2 9 572 0 0,0 1-1 0 0,-1 0 0 0 0,-1 0 0 0 0,-2 16 0 0 0,2 12 220 0 0,1-37-840 0 0,-1 0 0 0 0,1 0 1 0 0,0 0-1 0 0,1 0 0 0 0,-1 0 0 0 0,1 0 1 0 0,0 0-1 0 0,0-1 0 0 0,0 1 0 0 0,1 0 1 0 0,-1-1-1 0 0,1 0 0 0 0,1 0 0 0 0,-1 0 1 0 0,0 0-1 0 0,1 0 0 0 0,0-1 0 0 0,0 1 0 0 0,0-1 1 0 0,0 0-1 0 0,0 0 0 0 0,1-1 0 0 0,-1 1 1 0 0,1-1-1 0 0,0 0 0 0 0,-1 0 0 0 0,1-1 1 0 0,0 1-1 0 0,0-1 0 0 0,0 0 0 0 0,1 0 1 0 0,-1-1-1 0 0,0 0 0 0 0,9 0 0 0 0,1 0-1257 0 0,0-1 0 0 0,0 0 0 0 0,0-2 0 0 0,15-3 0 0 0,13-13-4811 0 0,-40 18 5095 0 0,0-1-1 0 0,-1-1 1 0 0,1 1-1 0 0,-1 0 1 0 0,1-1-1 0 0,-1 1 1 0 0,0-1 0 0 0,0 1-1 0 0,0-1 1 0 0,2-5-1 0 0,3-4-4277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53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77 408 2004 0 0,'0'-5'779'0'0,"0"0"0"0"0,-1 0 0 0 0,1 0 0 0 0,-1-1 0 0 0,0 1 0 0 0,0 0 0 0 0,-1 1 0 0 0,-3-10 0 0 0,3 12 1302 0 0,-9 18 7838 0 0,2-3-8532 0 0,0-1 0 0 0,1 1 0 0 0,1 1 0 0 0,-9 20 0 0 0,15-32-1262 0 0,1 0 1 0 0,-1 1-1 0 0,1-1 0 0 0,-1 1 1 0 0,1-1-1 0 0,0 1 1 0 0,0 0-1 0 0,0-1 0 0 0,0 1 1 0 0,0-1-1 0 0,0 1 1 0 0,1-1-1 0 0,-1 1 0 0 0,1-1 1 0 0,0 0-1 0 0,0 1 0 0 0,0-1 1 0 0,0 0-1 0 0,0 1 1 0 0,0-1-1 0 0,1 0 0 0 0,-1 0 1 0 0,3 2-1 0 0,-2-2-121 0 0,1 0 0 0 0,0-1-1 0 0,0 1 1 0 0,0-1 0 0 0,0 1-1 0 0,0-1 1 0 0,0 0 0 0 0,0-1 0 0 0,0 1-1 0 0,1 0 1 0 0,-1-1 0 0 0,0 0-1 0 0,0 0 1 0 0,1 0 0 0 0,4 0 0 0 0,4-2-423 0 0,1 0 0 0 0,-1 0 0 0 0,0-1 0 0 0,0-1 0 0 0,0 0 1 0 0,0 0-1 0 0,21-13 0 0 0,-26 13 231 0 0,1-1-1 0 0,-1 0 1 0 0,-1 0 0 0 0,1-1 0 0 0,-1 0-1 0 0,0 0 1 0 0,0-1 0 0 0,0 0 0 0 0,-1 0-1 0 0,0 0 1 0 0,7-14 0 0 0,-11 19 473 0 0,-2 1 24 0 0,2 1-202 0 0,-1-1 1 0 0,0 0-1 0 0,0 0 0 0 0,0 0 0 0 0,0 1 1 0 0,-1-1-1 0 0,1 0 0 0 0,0 0 0 0 0,0 1 1 0 0,0-1-1 0 0,-1 0 0 0 0,1 0 0 0 0,0 1 1 0 0,-1-1-1 0 0,1 0 0 0 0,0 1 0 0 0,-1-1 1 0 0,1 0-1 0 0,-1 1 0 0 0,1-1 0 0 0,-1 1 1 0 0,0-1-1 0 0,1 1 0 0 0,-1-1 0 0 0,1 1 1 0 0,-1-1-1 0 0,0 1 0 0 0,1-1 0 0 0,-1 1 0 0 0,0 0 1 0 0,0 0-1 0 0,1-1 0 0 0,-1 1 0 0 0,-1 0 1 0 0,1 0-15 0 0,-1 0 0 0 0,1 0 0 0 0,0 1 0 0 0,0-1 0 0 0,-1 1 0 0 0,1-1 0 0 0,0 1 0 0 0,0-1 0 0 0,0 1 0 0 0,0-1 0 0 0,-1 1 0 0 0,1 0 0 0 0,0 0 0 0 0,0 0 0 0 0,0 0 1 0 0,1 0-1 0 0,-1 0 0 0 0,0 0 0 0 0,0 0 0 0 0,0 0 0 0 0,1 0 0 0 0,-1 0 0 0 0,1 0 0 0 0,-1 0 0 0 0,1 1 0 0 0,-1-1 0 0 0,1 0 0 0 0,-1 0 0 0 0,1 1 0 0 0,0-1 0 0 0,0 3 0 0 0,1 0-91 0 0,1 0-1 0 0,0 1 1 0 0,0-1-1 0 0,1 0 0 0 0,-1 0 1 0 0,1 0-1 0 0,0-1 1 0 0,0 1-1 0 0,0-1 1 0 0,0 1-1 0 0,1-1 0 0 0,-1 0 1 0 0,1-1-1 0 0,0 1 1 0 0,0 0-1 0 0,0-1 0 0 0,0 0 1 0 0,0 0-1 0 0,1 0 1 0 0,-1-1-1 0 0,1 1 1 0 0,-1-1-1 0 0,8 1 0 0 0,1 2-2 0 0,6 0-107 0 0,0 0 0 0 0,0-1 1 0 0,1-1-1 0 0,-1-1 0 0 0,1-1 0 0 0,0 0 0 0 0,-1-1 1 0 0,28-6-1 0 0,-18 1-172 0 0,-1-1 1 0 0,0-1-1 0 0,0-1 0 0 0,50-24 1 0 0,-70 28 80 0 0,0 0 0 0 0,0-1 1 0 0,-1 0-1 0 0,0 0 0 0 0,0 0 1 0 0,-1-1-1 0 0,1 0 0 0 0,-2-1 1 0 0,1 1-1 0 0,-1-1 0 0 0,0 0 1 0 0,0 0-1 0 0,-1-1 0 0 0,0 1 1 0 0,-1-1-1 0 0,0 0 0 0 0,0 0 1 0 0,-1 0-1 0 0,0 0 0 0 0,-1-1 1 0 0,0 1-1 0 0,0 0 0 0 0,-1-1 1 0 0,0 1-1 0 0,-1-1 0 0 0,0 1 1 0 0,0 0-1 0 0,-1 0 0 0 0,0-1 1 0 0,-1 1-1 0 0,0 0 0 0 0,-1 1 1 0 0,1-1-1 0 0,-2 1 0 0 0,1-1 1 0 0,-7-8-1 0 0,1 5 366 0 0,0 0 1 0 0,0 1-1 0 0,-1 0 0 0 0,-1 1 1 0 0,0 0-1 0 0,-25-16 0 0 0,32 23 22 0 0,-1 0 0 0 0,1 0 0 0 0,-1 0 0 0 0,0 1 0 0 0,0 0 0 0 0,0 0 0 0 0,0 1 0 0 0,0-1 0 0 0,0 1 0 0 0,0 1 0 0 0,0-1 0 0 0,0 1 0 0 0,-1 0 0 0 0,1 0 0 0 0,0 1 0 0 0,0 0 0 0 0,0 0 0 0 0,0 0 0 0 0,-12 5 0 0 0,14-4-95 0 0,1 0-1 0 0,-1 1 1 0 0,0-1 0 0 0,1 1-1 0 0,-1 0 1 0 0,1 0-1 0 0,0 0 1 0 0,0 1 0 0 0,0-1-1 0 0,1 1 1 0 0,-1-1 0 0 0,1 1-1 0 0,0 0 1 0 0,0 0-1 0 0,0 0 1 0 0,0 0 0 0 0,1 1-1 0 0,0-1 1 0 0,0 0-1 0 0,0 0 1 0 0,0 1 0 0 0,0-1-1 0 0,1 1 1 0 0,0-1-1 0 0,0 1 1 0 0,1 6 0 0 0,0 5 279 0 0,1 0 0 0 0,1 0 1 0 0,1 0-1 0 0,0 0 1 0 0,12 29-1 0 0,-5-18-373 0 0,2 0 0 0 0,1-1 0 0 0,1 0 0 0 0,1-1 0 0 0,1-1 0 0 0,31 34 0 0 0,-35-40 0 0 0,-3-3 0 0 0,36 28 0 0 0,-39-37 0 0 0,6-2 0 0 0,-8-3 0 0 0,-1-1 0 0 0,1 1 0 0 0,0-1 0 0 0,-1 0 0 0 0,1 0 0 0 0,0-1 0 0 0,-1 1 0 0 0,1-1 0 0 0,-1 0 0 0 0,9-3 0 0 0,7-1 0 0 0,172-22 0 0 0,-179 27 0 0 0,-3 5-87 0 0,-8-3-540 0 0,-1-4-159 0 0,1 0 0 0 0,-1 0 1 0 0,0 0-1 0 0,0 0 0 0 0,0 0 0 0 0,0 0 0 0 0,0-1 1 0 0,0 1-1 0 0,-1 0 0 0 0,1 0 0 0 0,-1-1 1 0 0,1 1-1 0 0,-1 0 0 0 0,0-1 0 0 0,0-3 0 0 0,0-7-6583 0 0,0-2 558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54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35 244 0 0,'-7'-34'22015'0'0,"8"40"-27393"0"0,7 21 3572 0 0,1 1-5588 0 0,-7-15 3073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54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26 316 0 0,'0'-3'10502'0'0,"-1"-1"-5772"0"0,0 3-4688 0 0,0-1 0 0 0,0 1-1 0 0,0 0 1 0 0,-1-1-1 0 0,1 1 1 0 0,0 0 0 0 0,0 0-1 0 0,-1 0 1 0 0,1 0 0 0 0,-1 0-1 0 0,1 0 1 0 0,-1 1-1 0 0,-1-2 1 0 0,-11 0 5196 0 0,8 1-4690 0 0,1 1 1 0 0,-1 1 0 0 0,1-1-1 0 0,-1 1 1 0 0,1 0 0 0 0,-1 0-1 0 0,1 0 1 0 0,0 1 0 0 0,-1 0-1 0 0,1 0 1 0 0,0 0 0 0 0,0 1 0 0 0,0 0-1 0 0,1 0 1 0 0,-1 0 0 0 0,1 0-1 0 0,-1 1 1 0 0,1-1 0 0 0,-6 9-1 0 0,8-3-187 0 0,2-6-359 0 0,-1 0 0 0 0,1 0 0 0 0,1 0 1 0 0,-1-1-1 0 0,0 1 0 0 0,1 0 0 0 0,0 0 0 0 0,-1-1 0 0 0,1 1 0 0 0,0 0 0 0 0,0-1 1 0 0,1 1-1 0 0,-1-1 0 0 0,0 1 0 0 0,1-1 0 0 0,0 0 0 0 0,-1 0 0 0 0,1 1 1 0 0,0-1-1 0 0,0 0 0 0 0,0-1 0 0 0,0 1 0 0 0,1 0 0 0 0,-1-1 0 0 0,0 1 0 0 0,1-1 1 0 0,-1 0-1 0 0,1 1 0 0 0,3 0 0 0 0,9 0-40 0 0,1-1 1 0 0,0-1-1 0 0,0 0 0 0 0,-1-1 1 0 0,1 0-1 0 0,-1-1 0 0 0,1-1 0 0 0,-1-1 1 0 0,0 0-1 0 0,0-1 0 0 0,0-1 1 0 0,-1 0-1 0 0,1-1 0 0 0,12-8 1 0 0,20-9 602 0 0,-39 19-565 0 0,-1 3 0 0 0,3 14 0 0 0,-4-2 0 0 0,0-1 0 0 0,1 0 0 0 0,0 0 0 0 0,0-1 0 0 0,1 0 0 0 0,0 0 0 0 0,1-1 0 0 0,0 0 0 0 0,0 0 0 0 0,0-1 0 0 0,1 0 0 0 0,0-1 0 0 0,12 5 0 0 0,-2-4 0 0 0,1 0 0 0 0,-1-2 0 0 0,1 0 0 0 0,38 1 0 0 0,-9-1 0 0 0,-27-1-23 0 0,0-1-1 0 0,-1-1 1 0 0,1-1-1 0 0,0-1 1 0 0,0 0-1 0 0,24-6 1 0 0,-45 6 67 0 0,0 1 54 0 0,8-1-76 0 0,0-3-62 0 0,-8 3-383 0 0,2-21-7087 0 0,3 9-3988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19.85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 0 1052 0 0,'0'0'10926'0'0,"-9"15"-787"0"0,15-4-9315 0 0,-1-1-1 0 0,1 1 1 0 0,-2 0-1 0 0,0 1 1 0 0,0-1-1 0 0,-1 1 1 0 0,0 0-1 0 0,-1-1 1 0 0,1 20-1 0 0,0-8-69 0 0,12 43 0 0 0,-14-63-733 0 0,1 7-187 0 0,1 0 1 0 0,0-1-1 0 0,1 1 0 0 0,0-1 1 0 0,0 0-1 0 0,1 0 0 0 0,0-1 1 0 0,1 1-1 0 0,-1-1 0 0 0,15 14 1 0 0,-19-21-660 0 0,-6-42-10231 0 0,-3 22 3072 0 0,1 6 2254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0.20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24 1580 0 0,'0'0'3389'0'0,"3"-12"4926"0"0,5 9-7767 0 0,-1 1 1 0 0,1 0-1 0 0,-1 1 0 0 0,1-1 1 0 0,0 2-1 0 0,0-1 1 0 0,0 1-1 0 0,0 0 0 0 0,7 1 1 0 0,76 12 1940 0 0,-31-3-1303 0 0,75 19 1086 0 0,-121-25-1952 0 0,-1 0 0 0 0,-1 1-1 0 0,1 1 1 0 0,-1 0 0 0 0,0 1 0 0 0,0 0 0 0 0,19 16 0 0 0,-29-21-247 0 0,0-1 1 0 0,-1 0-1 0 0,1 1 0 0 0,-1 0 1 0 0,0-1-1 0 0,1 1 1 0 0,-1 0-1 0 0,0 0 1 0 0,0 0-1 0 0,0-1 0 0 0,0 1 1 0 0,0 0-1 0 0,-1 0 1 0 0,1 0-1 0 0,-1 1 0 0 0,1-1 1 0 0,-1 0-1 0 0,0 0 1 0 0,1 0-1 0 0,-1 0 1 0 0,0 0-1 0 0,-1 3 0 0 0,0-1 62 0 0,0 0 0 0 0,0 0 0 0 0,-1 0 0 0 0,0 0 0 0 0,1 0 0 0 0,-2 0-1 0 0,1-1 1 0 0,0 1 0 0 0,-1-1 0 0 0,-4 6 0 0 0,-5 4 311 0 0,-1-1 0 0 0,-1 0 1 0 0,0-1-1 0 0,-16 9 0 0 0,19-13-387 0 0,1 0-54 0 0,-1 0 0 0 0,1-1 0 0 0,-1-1 1 0 0,-1 0-1 0 0,-12 4 0 0 0,12-4-5 0 0,2-3-132 0 0,51-31-2987 0 0,40-14-2899 0 0,-47 23 1022 0 0,-7 4-2314 0 0,-2 2 1014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0.61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39 28 432 0 0,'-9'3'3207'0'0,"4"-1"2859"0"0,2 1-5505 0 0,1-1 1 0 0,0 0-1 0 0,0 1 0 0 0,0 0 0 0 0,0-1 1 0 0,1 1-1 0 0,-1 0 0 0 0,1 0 1 0 0,-1 0-1 0 0,1 0 0 0 0,0 0 1 0 0,0 0-1 0 0,0 0 0 0 0,1 0 1 0 0,-1 1-1 0 0,1 5 0 0 0,6 56 3140 0 0,-2-40-1514 0 0,-2-16-1689 0 0,0 0 0 0 0,1 0 0 0 0,0 0 0 0 0,1-1 0 0 0,0 1 0 0 0,0-1 0 0 0,8 12 0 0 0,-11-19-145 0 0,-1-1-359 0 0,0 1 1 0 0,1-1-1 0 0,-1 0 1 0 0,0 0-1 0 0,0 0 0 0 0,0 1 1 0 0,0-1-1 0 0,0 0 0 0 0,0 0 1 0 0,0 0-1 0 0,0 0 1 0 0,1 1-1 0 0,-1-1 0 0 0,0 0 1 0 0,0 0-1 0 0,0 0 0 0 0,0 0 1 0 0,1 0-1 0 0,-1 1 0 0 0,0-1 1 0 0,0 0-1 0 0,0 0 1 0 0,0 0-1 0 0,1 0 0 0 0,-1 0 1 0 0,0 0-1 0 0,0 0 0 0 0,1 0 1 0 0,-1 0-1 0 0,0 0 1 0 0,0 0-1 0 0,0 0 0 0 0,1 0 1 0 0,-1 0-1 0 0,0 0 0 0 0,0 0 1 0 0,0 0-1 0 0,1 0 1 0 0,-1 0-1 0 0,0 0 0 0 0,0 0 1 0 0,0 0-1 0 0,1 0 0 0 0,-1-1 1 0 0,0 1-1 0 0,0 0 1 0 0,0 0-1 0 0,0 0 0 0 0,1 0 1 0 0,-1 0-1 0 0,0-1 0 0 0,0 1 1 0 0,0 0-1 0 0,0 0 1 0 0,0 0-1 0 0,0 0 0 0 0,1-1 1 0 0,-1 1-1 0 0,11-26-261 0 0,4-8-370 0 0,36-60 0 0 0,-45 84 628 0 0,1 0 1 0 0,1 1 0 0 0,-1 0 0 0 0,2 0 0 0 0,-1 1-1 0 0,1 0 1 0 0,0 0 0 0 0,1 1 0 0 0,0 0 0 0 0,13-6 0 0 0,-21 11 82 0 0,0 1 1 0 0,0 0 0 0 0,0 0 0 0 0,0 0-1 0 0,1 1 1 0 0,-1-1 0 0 0,0 1 0 0 0,0-1-1 0 0,1 1 1 0 0,-1 0 0 0 0,0-1 0 0 0,0 1 0 0 0,1 0-1 0 0,-1 1 1 0 0,0-1 0 0 0,0 0 0 0 0,5 2-1 0 0,-6-1-39 0 0,0 0-1 0 0,1 0 1 0 0,-1 0-1 0 0,0 0 1 0 0,0 0-1 0 0,1 1 1 0 0,-1-1-1 0 0,0 0 1 0 0,0 1-1 0 0,0-1 1 0 0,-1 1-1 0 0,1-1 1 0 0,0 1-1 0 0,0 0 1 0 0,-1-1-1 0 0,1 1 1 0 0,-1 0-1 0 0,0-1 1 0 0,1 1-1 0 0,-1 0 1 0 0,0 0-1 0 0,0-1 1 0 0,0 1-1 0 0,-1 3 1 0 0,1 38-1850 0 0,0-41 738 0 0,0 9-1090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0.98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149 1 1852 0 0,'-22'2'5656'0'0,"15"-1"-4936"0"0,1 0 0 0 0,0 1 0 0 0,-1 0 0 0 0,1 0 0 0 0,0 0 0 0 0,0 1 1 0 0,0 0-1 0 0,1 0 0 0 0,-1 0 0 0 0,1 1 0 0 0,-1 0 0 0 0,1 0 0 0 0,0 1 0 0 0,1-1 0 0 0,-1 1 0 0 0,1 0 0 0 0,0 0 0 0 0,-5 8 0 0 0,6-9-514 0 0,1 0 0 0 0,0 0-1 0 0,0 0 1 0 0,0 1 0 0 0,1-1-1 0 0,-1 0 1 0 0,1 1-1 0 0,0-1 1 0 0,0 0 0 0 0,1 1-1 0 0,-1 0 1 0 0,1-1 0 0 0,0 1-1 0 0,0-1 1 0 0,0 1 0 0 0,1-1-1 0 0,0 1 1 0 0,0-1-1 0 0,0 1 1 0 0,0-1 0 0 0,1 0-1 0 0,-1 1 1 0 0,1-1 0 0 0,0 0-1 0 0,1 0 1 0 0,-1 0-1 0 0,5 5 1 0 0,-2-4-136 0 0,1 1 0 0 0,0-1 0 0 0,0-1 0 0 0,0 1 0 0 0,0-1 0 0 0,1 0 0 0 0,0 0 0 0 0,0-1 0 0 0,0 0 0 0 0,0 0-1 0 0,0-1 1 0 0,1 0 0 0 0,-1 0 0 0 0,1-1 0 0 0,0 0 0 0 0,-1 0 0 0 0,1-1 0 0 0,0 0 0 0 0,11-1 0 0 0,-10 1-143 0 0,0-1 0 0 0,0-1 0 0 0,0 1 0 0 0,0-1 0 0 0,-1-1 0 0 0,1 0 0 0 0,-1 0 0 0 0,1 0 0 0 0,-1-1 0 0 0,0 0 0 0 0,-1-1 0 0 0,1 0 0 0 0,-1 0 0 0 0,0-1 0 0 0,0 0-1 0 0,9-9 1 0 0,-15 13 118 0 0,1 0-1 0 0,-1 0 1 0 0,1 0-1 0 0,-1 0 1 0 0,0 0-1 0 0,1 0 1 0 0,-1 0-1 0 0,0 0 1 0 0,-1 0-1 0 0,1-1 1 0 0,0 1-1 0 0,-1 0 1 0 0,1-1-1 0 0,-1 1 1 0 0,0 0-1 0 0,1-1 1 0 0,-1 1-1 0 0,0 0 1 0 0,-1-1-1 0 0,1 1 1 0 0,0-1-1 0 0,-1-2 1 0 0,-1 2 65 0 0,0 0 1 0 0,1 0-1 0 0,-1 0 0 0 0,0 0 1 0 0,-1 1-1 0 0,1-1 0 0 0,0 1 1 0 0,-1-1-1 0 0,1 1 0 0 0,-1 0 1 0 0,0 0-1 0 0,0 0 0 0 0,-5-2 0 0 0,-10-5 475 0 0,-1 2 0 0 0,1 0 0 0 0,-1 1-1 0 0,-24-3 1 0 0,36 7-414 0 0,-7 0-171 0 0,-2 0 0 0 0,10 1-29 0 0,5 0-239 0 0,5 6-3087 0 0,-2-3 3117 0 0,0 0-1 0 0,0-1 0 0 0,0 1 1 0 0,0 0-1 0 0,0-1 0 0 0,0 1 1 0 0,1-1-1 0 0,-1 0 0 0 0,0 1 1 0 0,1-1-1 0 0,-1 0 0 0 0,1-1 1 0 0,-1 1-1 0 0,6 1 0 0 0,6-1-4681 0 0,3 0-3985 0 0,14-1 2319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1.25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268 0 1172 0 0,'-5'2'2268'0'0,"-7"5"-244"0"0,0 0 1 0 0,1 0 0 0 0,-1 1 0 0 0,2 0 0 0 0,-1 1-1 0 0,-10 11 1 0 0,5-2-596 0 0,1 1 0 0 0,0 1-1 0 0,2 0 1 0 0,0 0-1 0 0,-12 29 1 0 0,8-17 53 0 0,-33 46 0 0 0,49-77-1777 0 0,-4 6-610 0 0,2-62-9144 0 0,4 21 1737 0 0,-1 9 2920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1.42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1552 0 0,'4'6'852'0'0,"-1"1"1"0"0,-1-1-1 0 0,1 1 0 0 0,-1 0 0 0 0,0 0 1 0 0,1 11-1 0 0,9 29 3474 0 0,-1-26-3003 0 0,1 0 0 0 0,1-1-1 0 0,0 0 1 0 0,2-1 0 0 0,0 0-1 0 0,1-1 1 0 0,1-1 0 0 0,20 15-1 0 0,-28-24-1168 0 0,1 0 0 0 0,0-1-1 0 0,1 0 1 0 0,12 6 0 0 0,-18-11-500 0 0,-1 0 0 0 0,1 0-1 0 0,-1-1 1 0 0,1 1 0 0 0,0-1 0 0 0,0 0 0 0 0,8 1-1 0 0,-8-3-522 0 0,0 1-1 0 0,0-1 1 0 0,0 0-1 0 0,0 0 1 0 0,-1 0-1 0 0,10-4 1 0 0,0-4-5623 0 0,-8 1 1335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1.70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 0 768 0 0,'0'0'10428'0'0,"-2"4"-8949"0"0,1 10-614 0 0,11 1 4846 0 0,-8-13-5194 0 0,-1 0-1 0 0,1 0 1 0 0,0 0-1 0 0,0 0 1 0 0,-1 1-1 0 0,1-1 1 0 0,-1 1 0 0 0,0-1-1 0 0,0 1 1 0 0,0-1-1 0 0,1 5 1 0 0,27 64 3505 0 0,-26-63-3989 0 0,-1 3 411 0 0,0-9-3130 0 0,3-30-7551 0 0,-3 6 3791 0 0,-2 3 494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1.85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45 70 1012 0 0,'-19'-36'3479'0'0,"-6"3"13099"0"0,26 35-16490 0 0,0 0 0 0 0,1 0 1 0 0,-1-1-1 0 0,1 1 1 0 0,-1 0-1 0 0,1-1 1 0 0,0 1-1 0 0,0-1 0 0 0,0 1 1 0 0,2 0-1 0 0,32 25-341 0 0,-20-20-3251 0 0,2 2-6416 0 0,-8-4 5216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2.47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20 1 1712 0 0,'-4'15'2046'0'0,"4"-12"-15"0"0,-15 22 5349 0 0,15-16-6398 0 0,1 1 0 0 0,0-1 1 0 0,1 0-1 0 0,0 0 0 0 0,0 0 1 0 0,1 0-1 0 0,0 0 0 0 0,0 0 1 0 0,9 14-1 0 0,-7-14-316 0 0,1-1-1 0 0,0 1 1 0 0,0-1 0 0 0,1 0-1 0 0,0-1 1 0 0,0 0 0 0 0,1 0 0 0 0,16 11-1 0 0,-22-16-624 0 0,0-2-112 0 0,0 0 0 0 0,-1 0 0 0 0,1 0 1 0 0,0 0-1 0 0,0-1 0 0 0,-1 1 0 0 0,1 0 0 0 0,0-1 0 0 0,-1 1 1 0 0,1-1-1 0 0,-1 0 0 0 0,1 0 0 0 0,-1 1 0 0 0,1-1 0 0 0,-1 0 1 0 0,1 0-1 0 0,1-2 0 0 0,1 1-25 0 0,0-3-293 0 0,1-1-1 0 0,-1 0 0 0 0,0 0 0 0 0,-1 0 1 0 0,0 0-1 0 0,0 0 0 0 0,0-1 1 0 0,0 0-1 0 0,1-7 0 0 0,9-19-1537 0 0,4 11 745 0 0,-15 20 1184 0 0,0 0 0 0 0,-1 0-1 0 0,1 0 1 0 0,0 0 0 0 0,0 0-1 0 0,-1 0 1 0 0,1-1 0 0 0,-1 1 0 0 0,0-1-1 0 0,0 1 1 0 0,0-1 0 0 0,0 1-1 0 0,0-1 1 0 0,-1 0 0 0 0,1-2 0 0 0,0 4 211 0 0,-1 0 1 0 0,1 0 0 0 0,-1 0 0 0 0,1 1 0 0 0,-1-1-1 0 0,1 0 1 0 0,0 1 0 0 0,-1-1 0 0 0,1 1 0 0 0,0-1 0 0 0,0 1-1 0 0,-1-1 1 0 0,1 1 0 0 0,0-1 0 0 0,0 1 0 0 0,0 0-1 0 0,-1-1 1 0 0,1 1 0 0 0,2 0 0 0 0,2 39 1249 0 0,-5-28-1099 0 0,1 0-1 0 0,1 0 0 0 0,0 0 1 0 0,1 0-1 0 0,3 11 1 0 0,-4-19-328 0 0,0 1-1 0 0,-1-1 1 0 0,1 0 0 0 0,1 0 0 0 0,-1 0 0 0 0,0 0 0 0 0,1 0 0 0 0,-1 0-1 0 0,1 0 1 0 0,0-1 0 0 0,0 1 0 0 0,0-1 0 0 0,0 0 0 0 0,0 0 0 0 0,1 0 0 0 0,-1-1-1 0 0,1 1 1 0 0,-1-1 0 0 0,6 2 0 0 0,8 2-363 0 0,-1-2 0 0 0,1 0 0 0 0,0 0 0 0 0,0-2 0 0 0,0 0 0 0 0,32-3 0 0 0,-38 1-301 0 0,-1-1 1 0 0,1 0 0 0 0,0-1-1 0 0,-1 0 1 0 0,1-1 0 0 0,17-8-1 0 0,-8 1-506 0 0,-9 6 427 0 0,0-1 0 0 0,-1 0-1 0 0,0-1 1 0 0,10-8 0 0 0,-17 12 708 0 0,0 1 0 0 0,-1-1 0 0 0,0 0 0 0 0,1 0 0 0 0,-1 0 0 0 0,0 0 0 0 0,-1 0-1 0 0,1 0 1 0 0,-1 0 0 0 0,1-1 0 0 0,-1 1 0 0 0,0 0 0 0 0,0-1 0 0 0,0 1 0 0 0,-1-1 0 0 0,1 0 0 0 0,-1-6 0 0 0,-8-7 2082 0 0,0 11 4216 0 0,10 22-6047 0 0,2-1 0 0 0,0 0 0 0 0,0 0 0 0 0,1-1 0 0 0,1 1 0 0 0,0-1 0 0 0,2 0 0 0 0,-1-1 1 0 0,14 19-1 0 0,-21-31-357 0 0,1-1-1 0 0,-1 1 1 0 0,1 0 0 0 0,-1 0 0 0 0,1 0 0 0 0,0 0 0 0 0,-1-1 0 0 0,1 1-1 0 0,0 0 1 0 0,-1-1 0 0 0,1 1 0 0 0,0-1 0 0 0,0 1 0 0 0,0 0 0 0 0,-1-1-1 0 0,1 0 1 0 0,0 1 0 0 0,0-1 0 0 0,0 0 0 0 0,0 1 0 0 0,0-1 0 0 0,0 0-1 0 0,0 0 1 0 0,0 0 0 0 0,0 1 0 0 0,0-1 0 0 0,0 0 0 0 0,0-1 0 0 0,0 1-1 0 0,0 0 1 0 0,0 0 0 0 0,0 0 0 0 0,0-1 0 0 0,-1 1 0 0 0,1 0 0 0 0,0-1-1 0 0,0 1 1 0 0,0 0 0 0 0,0-1 0 0 0,0 0 0 0 0,-1 1 0 0 0,1-1 0 0 0,0 1-1 0 0,0-1 1 0 0,-1 0 0 0 0,1 1 0 0 0,0-1 0 0 0,-1 0 0 0 0,1 0 0 0 0,-1 0-1 0 0,1 0 1 0 0,-1 1 0 0 0,1-1 0 0 0,-1 0 0 0 0,1-2 0 0 0,14-32-5171 0 0,-10 16-2330 0 0,1 0 1923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2.71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1664 0 0,'3'4'2217'0'0,"2"4"-1799"0"0,13 33 10174 0 0,-14-24-8174 0 0,1 0 1 0 0,1 0-1 0 0,11 23 1 0 0,-1 0-46 0 0,-2 13-706 0 0,-5-16-2732 0 0,4-5-4350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3.33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6 1400 0 0,'0'0'3375'0'0,"2"33"6250"0"0,20 9-3371 0 0,-18-33-5357 0 0,1 0 0 0 0,-1 0 0 0 0,2 0 0 0 0,-1-1 0 0 0,8 10 0 0 0,67 69 4114 0 0,-79-86-5175 0 0,-1-1 139 0 0,0 0 0 0 0,1 1 0 0 0,-1-1-1 0 0,0 0 1 0 0,1 0 0 0 0,-1 0 0 0 0,0 1-1 0 0,1-1 1 0 0,-1 0 0 0 0,0 0 0 0 0,1 0-1 0 0,-1 0 1 0 0,0 0 0 0 0,1 0 0 0 0,-1 0-1 0 0,1 0 1 0 0,-1 0 0 0 0,0 0 0 0 0,1 0-1 0 0,-1 0 1 0 0,0 0 0 0 0,1 0 0 0 0,-1 0-1 0 0,0 0 1 0 0,1 0 0 0 0,-1-1 0 0 0,1 1-1 0 0,-1 0 1 0 0,0 0 0 0 0,0 0-1 0 0,1 0 1 0 0,-1-1 0 0 0,0 1 0 0 0,1 0-1 0 0,-1 0 1 0 0,0-1 0 0 0,0 1 0 0 0,1 0-1 0 0,-1-1 1 0 0,17-10-678 0 0,-17 11 659 0 0,27-24-3417 0 0,44-52 0 0 0,11-10-2788 0 0,-80 84 6106 0 0,1 0 0 0 0,-1-1-1 0 0,1 1 1 0 0,-1 0-1 0 0,0-1 1 0 0,0 0-1 0 0,0 1 1 0 0,0-1-1 0 0,-1 0 1 0 0,2-3 4753 0 0,-8 9-3682 0 0,1 1-545 0 0,1-1 1 0 0,-1 1-1 0 0,0-1 1 0 0,1 1 0 0 0,0 0-1 0 0,0 0 1 0 0,0 0 0 0 0,1 1-1 0 0,-1-1 1 0 0,1 1 0 0 0,0-1-1 0 0,0 1 1 0 0,0 0 0 0 0,1 0-1 0 0,0 0 1 0 0,0-1 0 0 0,0 1-1 0 0,1 1 1 0 0,-1-1 0 0 0,2 8-1 0 0,-1-8-219 0 0,0 0-1 0 0,0-1 0 0 0,1 1 1 0 0,0-1-1 0 0,0 1 0 0 0,1-1 1 0 0,-1 0-1 0 0,1 1 1 0 0,0-1-1 0 0,0 0 0 0 0,0 0 1 0 0,0 0-1 0 0,1 0 0 0 0,-1-1 1 0 0,1 1-1 0 0,0-1 1 0 0,1 1-1 0 0,-1-1 0 0 0,0 0 1 0 0,1 0-1 0 0,0-1 0 0 0,-1 1 1 0 0,1-1-1 0 0,0 1 1 0 0,8 2-1 0 0,-7-3-253 0 0,1 0-1 0 0,0-1 1 0 0,0 1-1 0 0,-1-1 1 0 0,1 0-1 0 0,0-1 1 0 0,0 1 0 0 0,0-1-1 0 0,0 0 1 0 0,0-1-1 0 0,0 1 1 0 0,0-1-1 0 0,7-2 1 0 0,3-3-803 0 0,0 0 0 0 0,-1-1 0 0 0,25-14 0 0 0,-11-11 1194 0 0,-28 31-113 0 0,3 23-79 0 0,2 4 131 0 0,2 0 1 0 0,1-1-1 0 0,0 0 1 0 0,2 0 0 0 0,1-1-1 0 0,29 43 1 0 0,-22-38 257 0 0,-2 2 1 0 0,27 63-1 0 0,-43-92-489 0 0,0 1 0 0 0,0-1-1 0 0,0 0 1 0 0,-1 0-1 0 0,1 1 1 0 0,-1-1 0 0 0,1 0-1 0 0,-1 1 1 0 0,0-1 0 0 0,0 0-1 0 0,0 1 1 0 0,0-1 0 0 0,0 0-1 0 0,-1 1 1 0 0,1-1 0 0 0,-1 0-1 0 0,1 1 1 0 0,-1-1-1 0 0,0 0 1 0 0,0 0 0 0 0,0 0-1 0 0,0 1 1 0 0,0-1 0 0 0,-1 0-1 0 0,1-1 1 0 0,-2 3 0 0 0,-1-1-10 0 0,1-1 0 0 0,-1 1 0 0 0,0-1 0 0 0,0 0 0 0 0,0 0 0 0 0,0-1 0 0 0,0 1 0 0 0,-1-1 0 0 0,1 0-1 0 0,0 0 1 0 0,-1 0 0 0 0,1-1 0 0 0,-5 1 0 0 0,-6-1-159 0 0,-1 0-1 0 0,1-1 1 0 0,0 0-1 0 0,0-1 1 0 0,0-1-1 0 0,0-1 0 0 0,-20-7 1 0 0,27 8-268 0 0,0-2 1 0 0,1 1 0 0 0,-1-1-1 0 0,1 0 1 0 0,0 0-1 0 0,0-1 1 0 0,0 0-1 0 0,1 0 1 0 0,0-1 0 0 0,0 0-1 0 0,-8-12 1 0 0,-5-16-4468 0 0,4-2-4500 0 0,10 22 3313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3.89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1168 0 0,'0'0'11871'0'0,"0"9"-10172"0"0,25 361 9967 0 0,-14-283-9643 0 0,5-1-1 0 0,44 145 0 0 0,-54-212-1860 0 0,4 11-95 0 0,25 56 0 0 0,-25-65-414 0 0,-10-20-48 0 0,1-7-3545 0 0,0-8 2903 0 0,-1 0 1 0 0,0 0-1 0 0,-1 0 1 0 0,-1 0-1 0 0,0 0 1 0 0,-6-19 0 0 0,-4-27-9523 0 0,11 35 4780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4.11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21 27 876 0 0,'-9'3'2378'0'0,"3"-2"4058"0"0,6-1-6327 0 0,0 0 0 0 0,0 0 0 0 0,-1 0 0 0 0,1 0 0 0 0,0 0 0 0 0,0 0-1 0 0,0 0 1 0 0,0 0 0 0 0,-1 0 0 0 0,1 0 0 0 0,0 0 0 0 0,0 1 0 0 0,0-1 0 0 0,-1 0 0 0 0,1 0 0 0 0,0 0-1 0 0,0 0 1 0 0,0 0 0 0 0,0 0 0 0 0,-1 0 0 0 0,1 0 0 0 0,0 0 0 0 0,0 1 0 0 0,0-1 0 0 0,0 0 0 0 0,0 0-1 0 0,0 0 1 0 0,-1 0 0 0 0,1 1 0 0 0,0-1 0 0 0,0 0 0 0 0,0 0 0 0 0,0 0 0 0 0,0 0 0 0 0,0 1-1 0 0,0-1 1 0 0,0 0 0 0 0,0 0 0 0 0,0 0 0 0 0,0 1 0 0 0,0-1 0 0 0,0 0 0 0 0,0 0 0 0 0,0 0 0 0 0,0 0-1 0 0,0 1 1 0 0,0-1 0 0 0,0 0 0 0 0,0 0 0 0 0,0 0 0 0 0,0 1 0 0 0,0-1 0 0 0,0 0 0 0 0,0 0-1 0 0,1 0 1 0 0,-1 0 0 0 0,0 1 0 0 0,0-1 0 0 0,0 0 0 0 0,0 0 0 0 0,0 0 0 0 0,1 0 0 0 0,-1 0 0 0 0,0 0-1 0 0,0 0 1 0 0,0 1 0 0 0,0-1 0 0 0,1 0 0 0 0,21 12 1860 0 0,34 8-940 0 0,-26-14-1067 0 0,0-1-1 0 0,0-1 1 0 0,1-1 0 0 0,-1-2-1 0 0,35-3 1 0 0,-45 1-593 0 0,0-2 0 0 0,0 0 0 0 0,-1-1 0 0 0,1-1 1 0 0,25-10-1 0 0,-25 7-2485 0 0,-1-2 0 0 0,29-17 0 0 0,-29 15-731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4.47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166 102 5517 0 0,'3'-3'155'0'0,"-1"0"0"0"0,1 1 1 0 0,-1-1-1 0 0,0-1 1 0 0,1 1-1 0 0,-2 0 1 0 0,1 0-1 0 0,0-1 0 0 0,-1 1 1 0 0,1-1-1 0 0,-1 0 1 0 0,0 1-1 0 0,0-1 1 0 0,0-5-1 0 0,-1 8 716 0 0,-8-27 3305 0 0,7 26-3964 0 0,0 1 0 0 0,0 0 0 0 0,0 0 1 0 0,0 0-1 0 0,0-1 0 0 0,0 1 0 0 0,0 0 0 0 0,-1 0 0 0 0,1 1 0 0 0,0-1 0 0 0,-1 0 0 0 0,1 0 0 0 0,0 1 1 0 0,-1-1-1 0 0,1 0 0 0 0,-1 1 0 0 0,1 0 0 0 0,-1-1 0 0 0,1 1 0 0 0,-1 0 0 0 0,1 0 0 0 0,-1 0 0 0 0,0 0 1 0 0,1 0-1 0 0,-1 0 0 0 0,1 0 0 0 0,-1 0 0 0 0,1 1 0 0 0,-1-1 0 0 0,1 0 0 0 0,-1 1 0 0 0,1 0 0 0 0,-1-1 1 0 0,1 1-1 0 0,0 0 0 0 0,-1 0 0 0 0,1 0 0 0 0,0-1 0 0 0,0 1 0 0 0,-2 2 0 0 0,-3 1 288 0 0,1 0 0 0 0,-1 1 0 0 0,1-1-1 0 0,0 1 1 0 0,0 0 0 0 0,0 1 0 0 0,-7 10 0 0 0,-15 27 1540 0 0,21-35-1639 0 0,0 0 0 0 0,1 1-1 0 0,-1 0 1 0 0,2 0-1 0 0,-1 0 1 0 0,1 0-1 0 0,1 1 1 0 0,-1 0-1 0 0,2-1 1 0 0,-1 1-1 0 0,-1 18 1 0 0,5-27-402 0 0,-1 1 1 0 0,1 0-1 0 0,-1 0 1 0 0,1 0-1 0 0,0 0 1 0 0,0-1-1 0 0,-1 1 1 0 0,1 0-1 0 0,1-1 0 0 0,-1 1 1 0 0,0-1-1 0 0,0 1 1 0 0,1-1-1 0 0,-1 0 1 0 0,0 1-1 0 0,1-1 1 0 0,-1 0-1 0 0,1 0 0 0 0,0 0 1 0 0,-1 0-1 0 0,1 0 1 0 0,0 0-1 0 0,0-1 1 0 0,0 1-1 0 0,-1 0 1 0 0,1-1-1 0 0,0 0 1 0 0,0 1-1 0 0,0-1 0 0 0,0 0 1 0 0,0 0-1 0 0,2 0 1 0 0,5 1-239 0 0,-1-1 0 0 0,1 0 1 0 0,-1 0-1 0 0,1-1 0 0 0,-1 0 1 0 0,12-3-1 0 0,-7 0-263 0 0,-1 0 0 0 0,1-1-1 0 0,0-1 1 0 0,-1 0 0 0 0,0 0 0 0 0,-1-1-1 0 0,0-1 1 0 0,0 0 0 0 0,0-1-1 0 0,-1 0 1 0 0,14-15 0 0 0,-11-1 454 0 0,-13 25 100 0 0,1-1 0 0 0,-1 1 0 0 0,0-1 0 0 0,0 1 0 0 0,0-1 0 0 0,0 1 0 0 0,0-1 0 0 0,0 1 0 0 0,0-1 1 0 0,0 1-1 0 0,0-1 0 0 0,0 1 0 0 0,0-1 0 0 0,0 1 0 0 0,0-1 0 0 0,-1 1 0 0 0,1-1 0 0 0,0 1 0 0 0,0-1 0 0 0,0 1 0 0 0,-1-1 0 0 0,1 1 0 0 0,0 0 1 0 0,-1-1-1 0 0,1 1 0 0 0,0 0 0 0 0,-1-1 0 0 0,1 1 0 0 0,0 0 0 0 0,-1-1 0 0 0,1 1 0 0 0,-1 0 0 0 0,1-1 0 0 0,-1 1 0 0 0,1 0 0 0 0,-1 0 1 0 0,1 0-1 0 0,-1 0 0 0 0,1-1 0 0 0,-1 1 0 0 0,-1 0 380 0 0,-32 14 1465 0 0,32-12-1869 0 0,0 1 0 0 0,1-1-1 0 0,-1 1 1 0 0,1 0-1 0 0,-1-1 1 0 0,1 1 0 0 0,0 0-1 0 0,0 0 1 0 0,0 0-1 0 0,0 0 1 0 0,1 0 0 0 0,-1 0-1 0 0,1 0 1 0 0,0 0-1 0 0,0 0 1 0 0,0 0 0 0 0,0 0-1 0 0,1 0 1 0 0,-1 0-1 0 0,1 0 1 0 0,0 0 0 0 0,-1 0-1 0 0,1 0 1 0 0,1-1-1 0 0,-1 1 1 0 0,0 0 0 0 0,3 3-1 0 0,-1-2-262 0 0,-1-1 0 0 0,1 0 0 0 0,0 0 0 0 0,0-1 0 0 0,0 1 0 0 0,1-1-1 0 0,-1 0 1 0 0,0 1 0 0 0,1-1 0 0 0,0-1 0 0 0,-1 1 0 0 0,1 0 0 0 0,0-1 0 0 0,0 0 0 0 0,0 0 0 0 0,0 0-1 0 0,0 0 1 0 0,0-1 0 0 0,0 0 0 0 0,0 0 0 0 0,0 0 0 0 0,0 0 0 0 0,0 0 0 0 0,0-1 0 0 0,0 0 0 0 0,0 0-1 0 0,6-2 1 0 0,53-19-5146 0 0,-11-5-3638 0 0,-27 12 4000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4.70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129 3 256 0 0,'-1'-1'859'0'0,"-1"1"-1"0"0,0-1 1 0 0,1 1 0 0 0,-1 0-1 0 0,0 0 1 0 0,1 0 0 0 0,-1 0-1 0 0,0 0 1 0 0,0 0 0 0 0,1 1-1 0 0,-1-1 1 0 0,0 0 0 0 0,1 1-1 0 0,-1-1 1 0 0,1 1 0 0 0,-1 0-1 0 0,-2 1 1 0 0,-27 25 6441 0 0,-12 37-1778 0 0,40-58-5132 0 0,-1 0 0 0 0,2 1 0 0 0,-1 0 0 0 0,1-1 0 0 0,0 1 1 0 0,0 0-1 0 0,0 0 0 0 0,1 0 0 0 0,0 14 0 0 0,1-18-379 0 0,0 0 0 0 0,0 0 0 0 0,1-1 0 0 0,-1 1 0 0 0,1 0 0 0 0,-1-1 0 0 0,1 1 0 0 0,0 0 1 0 0,0-1-1 0 0,0 1 0 0 0,1-1 0 0 0,-1 1 0 0 0,1-1 0 0 0,-1 0 0 0 0,1 0 0 0 0,0 0 0 0 0,0 1 0 0 0,0-2 0 0 0,0 1 0 0 0,0 0 0 0 0,0 0 0 0 0,0-1 0 0 0,1 1 1 0 0,-1-1-1 0 0,1 0 0 0 0,-1 1 0 0 0,1-1 0 0 0,-1 0 0 0 0,4 0 0 0 0,8 2-183 0 0,2 0 0 0 0,-1-1 0 0 0,0 0 0 0 0,0-1 0 0 0,0-1 0 0 0,1-1 0 0 0,-1 0 0 0 0,0-1 0 0 0,0-1 0 0 0,0 0 0 0 0,0-1-1 0 0,0 0 1 0 0,-1-1 0 0 0,16-8 0 0 0,-10 3-1290 0 0,0-1 0 0 0,-1 0 0 0 0,30-24 0 0 0,-33 23-1131 0 0,-1-2 0 0 0,0 0 0 0 0,-2-1 0 0 0,13-16-1 0 0,-1-3-3802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4.93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105 1 96 0 0,'-6'1'551'0'0,"1"1"0"0"0,0 0 1 0 0,-1 1-1 0 0,1-1 0 0 0,0 1 0 0 0,0 0 1 0 0,1 0-1 0 0,-1 1 0 0 0,1-1 0 0 0,-1 1 1 0 0,1 0-1 0 0,0 0 0 0 0,1 1 0 0 0,-1-1 1 0 0,-4 8-1 0 0,4-4 108 0 0,0 0 0 0 0,0 1 0 0 0,1-1 1 0 0,0 1-1 0 0,1 0 0 0 0,0 0 0 0 0,0 0 0 0 0,-1 17 1 0 0,3-1 306 0 0,1-1 1 0 0,1 0-1 0 0,1 0 1 0 0,1 0 0 0 0,1 0-1 0 0,12 33 1 0 0,-3-15 235 0 0,3-2 1 0 0,2 0 0 0 0,1-1-1 0 0,49 71 1 0 0,-53-93-4129 0 0,-5-25-1406 0 0,-7 4 3852 0 0,-4 3 274 0 0,1 0 0 0 0,-1 0 0 0 0,0 0-1 0 0,1 0 1 0 0,-1 0 0 0 0,0 0-1 0 0,0 0 1 0 0,0 0 0 0 0,0 0-1 0 0,0-1 1 0 0,0 1 0 0 0,0 0 0 0 0,0 0-1 0 0,0 0 1 0 0,0 0 0 0 0,-1 0-1 0 0,1 0 1 0 0,0 0 0 0 0,-1 0-1 0 0,0-2 1 0 0,0 1-753 0 0,3-14-4565 0 0,-6 2 421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5.46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168 5 240 0 0,'13'2'14292'0'0,"-19"-3"-13248"0"0,-4 1-408 0 0,0 1 0 0 0,0 0 0 0 0,1 1 0 0 0,-1 0 0 0 0,1 0 0 0 0,0 1 1 0 0,-1 0-1 0 0,1 0 0 0 0,-16 10 0 0 0,21-11-476 0 0,-1 0 0 0 0,1 1 0 0 0,1-1 0 0 0,-1 1 0 0 0,0 0 0 0 0,1 0 0 0 0,-1 1 0 0 0,1-1 0 0 0,0 1 0 0 0,0-1 1 0 0,0 1-1 0 0,0 0 0 0 0,1 0 0 0 0,0 0 0 0 0,0 0 0 0 0,0 1 0 0 0,0-1 0 0 0,1 1 0 0 0,-1-1 0 0 0,1 1 0 0 0,0-1 0 0 0,0 8 0 0 0,0-10-108 0 0,1 2-20 0 0,0-1-1 0 0,-1 0 0 0 0,2 1 1 0 0,-1-1-1 0 0,0 1 1 0 0,1-1-1 0 0,-1 0 0 0 0,1 1 1 0 0,0-1-1 0 0,0 0 0 0 0,0 0 1 0 0,1 0-1 0 0,-1 0 1 0 0,1 0-1 0 0,0 0 0 0 0,-1 0 1 0 0,1 0-1 0 0,0-1 0 0 0,1 1 1 0 0,-1-1-1 0 0,0 1 1 0 0,1-1-1 0 0,0 0 0 0 0,-1 0 1 0 0,7 3-1 0 0,-2 0-87 0 0,1 0-1 0 0,0 0 1 0 0,0-1-1 0 0,0-1 1 0 0,0 1 0 0 0,0-1-1 0 0,1-1 1 0 0,16 3-1 0 0,-16-4-78 0 0,1-1-1 0 0,0 0 1 0 0,0-1-1 0 0,-1 0 1 0 0,1 0-1 0 0,0-1 0 0 0,-1 0 1 0 0,0-1-1 0 0,1 0 1 0 0,-1-1-1 0 0,0 0 1 0 0,-1 0-1 0 0,1-1 0 0 0,-1 0 1 0 0,1 0-1 0 0,-2-1 1 0 0,1 0-1 0 0,-1-1 1 0 0,0 0-1 0 0,0 0 0 0 0,0 0 1 0 0,-1-1-1 0 0,7-10 1 0 0,-11 13 252 0 0,-1 0 0 0 0,1 1 1 0 0,0-1-1 0 0,-1 0 0 0 0,0 0 1 0 0,0 0-1 0 0,-1 0 0 0 0,1 0 1 0 0,-1 0-1 0 0,0 0 0 0 0,-1 0 1 0 0,1 0-1 0 0,-1 0 0 0 0,0 0 0 0 0,0 0 1 0 0,0 1-1 0 0,-1-1 0 0 0,1 0 1 0 0,-1 1-1 0 0,-1-1 0 0 0,1 1 1 0 0,-1-1-1 0 0,1 1 0 0 0,-7-7 1 0 0,9 11-79 0 0,0-1 0 0 0,-1 0 0 0 0,1 0 0 0 0,-1 0 0 0 0,1 1 0 0 0,-1-1 0 0 0,1 0 0 0 0,-1 1 1 0 0,0-1-1 0 0,1 0 0 0 0,-1 1 0 0 0,0-1 0 0 0,0 1 0 0 0,0-1 0 0 0,1 1 0 0 0,-1 0 0 0 0,0-1 0 0 0,0 1 1 0 0,0 0-1 0 0,0-1 0 0 0,1 1 0 0 0,-1 0 0 0 0,0 0 0 0 0,0 0 0 0 0,0 0 0 0 0,0 0 0 0 0,0 0 0 0 0,0 0 1 0 0,0 0-1 0 0,0 0 0 0 0,0 0 0 0 0,1 0 0 0 0,-1 1 0 0 0,0-1 0 0 0,0 0 0 0 0,0 1 0 0 0,0-1 0 0 0,1 1 1 0 0,-1-1-1 0 0,0 1 0 0 0,0-1 0 0 0,1 1 0 0 0,-1-1 0 0 0,0 1 0 0 0,1 0 0 0 0,-1-1 0 0 0,0 2 1 0 0,0 0 49 0 0,1 2-18 0 0,0 1-87 0 0,1 1 0 0 0,0-1 0 0 0,0 0 0 0 0,0 1 1 0 0,1-1-1 0 0,0 0 0 0 0,0 0 0 0 0,0 0 0 0 0,1 0 0 0 0,0-1 0 0 0,0 1 0 0 0,0-1 0 0 0,0 1 0 0 0,1-1 0 0 0,-1 0 0 0 0,1 0 0 0 0,0-1 0 0 0,0 1 1 0 0,1-1-1 0 0,-1 0 0 0 0,10 5 0 0 0,-2-1-46 0 0,0-1 0 0 0,1 0-1 0 0,0-1 1 0 0,0 0 0 0 0,0-1 0 0 0,1-1 0 0 0,-1 0 0 0 0,16 1 0 0 0,-25-4 86 0 0,19-4 592 0 0,-6-1-507 0 0,-7 3-3152 0 0,-2 3-2564 0 0,7 16-9058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37.68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235 1 840 0 0,'12'0'27884'0'0,"-28"2"-27573"0"0,0 0 0 0 0,0 2 0 0 0,0 0 0 0 0,1 0 0 0 0,-1 2 0 0 0,1 0 0 0 0,0 1 0 0 0,1 0 0 0 0,0 1 0 0 0,0 0 0 0 0,0 2 0 0 0,-14 12 0 0 0,25-20-311 0 0,0 1 0 0 0,0 0 0 0 0,0 0 0 0 0,0 0 0 0 0,0 0 0 0 0,1 0 0 0 0,0 1 0 0 0,0-1 0 0 0,0 1 0 0 0,0-1 0 0 0,0 1 0 0 0,0 0 0 0 0,1 0 0 0 0,0 0 0 0 0,0 0 0 0 0,0 0 0 0 0,0 0 0 0 0,1 0 0 0 0,-1 0 0 0 0,1 0 0 0 0,0 0 0 0 0,1 0 0 0 0,-1 0 0 0 0,1 0 0 0 0,-1 0 0 0 0,3 5 0 0 0,-1-2 0 0 0,1-1 0 0 0,0 0 0 0 0,0 0 0 0 0,1 0 0 0 0,0-1 0 0 0,0 1 0 0 0,0-1 0 0 0,1 0 0 0 0,0 0 0 0 0,0 0 0 0 0,0-1 0 0 0,0 1 0 0 0,1-1 0 0 0,-1-1 0 0 0,9 5 0 0 0,1 0 0 0 0,1-1 0 0 0,1 0 0 0 0,-1-2 0 0 0,1 1 0 0 0,0-2 0 0 0,1 0 0 0 0,-1-2 0 0 0,32 2 0 0 0,-2-4 0 0 0,0-3 0 0 0,67-13 0 0 0,-98 13 0 0 0,-5-4 0 0 0,-12-3 0 0 0,-12-2 0 0 0,-1 6 0 0 0,4 3-1930 0 0,-3 2 5395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38.08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253 39 1448 0 0,'-4'-4'1209'0'0,"-1"0"1"0"0,1 0-1 0 0,-1 1 0 0 0,0 0 1 0 0,0 0-1 0 0,0 0 0 0 0,0 0 0 0 0,-1 1 1 0 0,1 0-1 0 0,-1 0 0 0 0,1 0 0 0 0,-1 1 1 0 0,-6-1-1 0 0,8 2-829 0 0,-1-1 0 0 0,1 2 0 0 0,0-1 0 0 0,-1 0 0 0 0,1 1-1 0 0,0 0 1 0 0,0 0 0 0 0,0 0 0 0 0,0 0 0 0 0,0 1 0 0 0,0 0 0 0 0,-5 2 0 0 0,-2 3 207 0 0,0 0 1 0 0,1 1-1 0 0,0 0 1 0 0,0 1 0 0 0,1 0-1 0 0,0 0 1 0 0,1 1-1 0 0,-9 11 1 0 0,15-18-491 0 0,0 1-1 0 0,0-1 1 0 0,0 0 0 0 0,0 0-1 0 0,0 1 1 0 0,0-1 0 0 0,1 1-1 0 0,0 0 1 0 0,0-1 0 0 0,0 1-1 0 0,0 0 1 0 0,1 0 0 0 0,-1 0-1 0 0,1-1 1 0 0,0 1 0 0 0,0 0-1 0 0,0 0 1 0 0,1 0 0 0 0,-1 0-1 0 0,1-1 1 0 0,0 1 0 0 0,0 0-1 0 0,0 0 1 0 0,1-1 0 0 0,-1 1-1 0 0,1-1 1 0 0,0 0 0 0 0,0 1-1 0 0,0-1 1 0 0,0 0 0 0 0,4 4-1 0 0,-1-3-99 0 0,0-1 0 0 0,0 1-1 0 0,1-1 1 0 0,-1 0 0 0 0,1-1 0 0 0,0 1-1 0 0,0-1 1 0 0,0 0 0 0 0,0-1 0 0 0,0 0-1 0 0,0 1 1 0 0,0-2 0 0 0,1 1-1 0 0,9-1 1 0 0,3 0-149 0 0,-1-1 0 0 0,0 0-1 0 0,34-8 1 0 0,-40 6 40 0 0,-1 0-1 0 0,1-1 0 0 0,-1 0 1 0 0,0-1-1 0 0,21-11 1 0 0,-29 14 157 0 0,0 0 1 0 0,0-1 0 0 0,0 1 0 0 0,0-1-1 0 0,0 0 1 0 0,0 0 0 0 0,-1 0 0 0 0,1 0-1 0 0,-1 0 1 0 0,0-1 0 0 0,0 1 0 0 0,0-1 0 0 0,0 1-1 0 0,-1-1 1 0 0,1 0 0 0 0,-1 0 0 0 0,0 0-1 0 0,0 0 1 0 0,-1 1 0 0 0,1-1 0 0 0,-1-7 0 0 0,0 8 21 0 0,0 0 0 0 0,-1 1 1 0 0,1-1-1 0 0,-1 1 1 0 0,0-1-1 0 0,0 0 1 0 0,0 1-1 0 0,0-1 1 0 0,0 1-1 0 0,-1 0 1 0 0,1-1-1 0 0,-1 1 1 0 0,1 0-1 0 0,-1 0 1 0 0,0 0-1 0 0,0 0 0 0 0,0 0 1 0 0,0 1-1 0 0,0-1 1 0 0,-4-2-1 0 0,-54-26-148 0 0,36 20 141 0 0,15 5-60 0 0,7 3 0 0 0,-1 0 0 0 0,0 1 0 0 0,0 0 0 0 0,0 0 0 0 0,0 0 0 0 0,0 0 0 0 0,-1 0 0 0 0,1 0 0 0 0,0 1 0 0 0,0 0 0 0 0,-4-1 0 0 0,5 4 0 0 0,7 3 0 0 0,6 5 0 0 0,23 2-1092 0 0,1-6-4989 0 0,-3-1-7812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38.69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39 6 1136 0 0,'-2'-2'4027'0'0,"-6"-2"-987"0"0,2 5 3152 0 0,4 1-5744 0 0,0 0 1 0 0,0 0 0 0 0,0 0-1 0 0,0 1 1 0 0,1-1-1 0 0,-1 1 1 0 0,1-1 0 0 0,-1 1-1 0 0,1 0 1 0 0,0 0-1 0 0,0-1 1 0 0,0 1 0 0 0,0 0-1 0 0,1 0 1 0 0,-1 0 0 0 0,1 0-1 0 0,0 0 1 0 0,0 5-1 0 0,1 71 4326 0 0,1-46-2745 0 0,8 0-295 0 0,-2-12-618 0 0,-8-20-1109 0 0,1 0 0 0 0,-1 0 0 0 0,0 1 0 0 0,0-1 0 0 0,1 0 0 0 0,-1 0 0 0 0,1 0 0 0 0,-1 0 0 0 0,1 0 0 0 0,-1 0-1 0 0,1 0 1 0 0,-1 0 0 0 0,1 0 0 0 0,0 0 0 0 0,0 0 0 0 0,-1 0 0 0 0,1 0 0 0 0,0-1 0 0 0,0 1 0 0 0,0 0 0 0 0,0-1 0 0 0,0 1 0 0 0,0 0 0 0 0,0-1 0 0 0,2 1 0 0 0,3 2 8 0 0,-5-2-15 0 0,-1-1 0 0 0,1 1 0 0 0,0 0 0 0 0,0-1 0 0 0,0 1 0 0 0,0-1 0 0 0,0 1 0 0 0,-1-1 0 0 0,1 1 0 0 0,0-1 0 0 0,0 0 0 0 0,0 0 0 0 0,0 1 0 0 0,0-1 0 0 0,0 0 0 0 0,0 0 0 0 0,1 0 0 0 0,-1 0 0 0 0,0 0 0 0 0,0 0 0 0 0,0 0 0 0 0,0 0 0 0 0,0-1 0 0 0,1 1 0 0 0,1-2 0 0 0,-2 2 0 0 0,0 1 0 0 0,1-2 0 0 0,-1 1 0 0 0,0 0 0 0 0,1 0 0 0 0,-1 0 0 0 0,0 0 0 0 0,0-1 0 0 0,1 1 0 0 0,-1-1 0 0 0,0 1 0 0 0,0-1 0 0 0,0 1 0 0 0,0-1 0 0 0,0 0 0 0 0,0 1 0 0 0,0-1 0 0 0,0 0 0 0 0,0 0 0 0 0,0 0 0 0 0,0 0 0 0 0,0 0 0 0 0,0 0 0 0 0,-1 0 0 0 0,1 0 0 0 0,0-1 0 0 0,1-2 0 0 0,14-13 0 0 0,0-2 0 0 0,-2 0 0 0 0,0 0 0 0 0,21-43 0 0 0,-23 40 0 0 0,26-41 0 0 0,-38 62 0 0 0,0 1 0 0 0,0 0 0 0 0,0 0 0 0 0,0-1 0 0 0,0 1 0 0 0,0 0 0 0 0,0 0 0 0 0,0 0 0 0 0,0 0 0 0 0,0-1 0 0 0,0 1 0 0 0,0 0 0 0 0,0 0 0 0 0,1 0 0 0 0,-1 0 0 0 0,0-1 0 0 0,0 1 0 0 0,0 0 0 0 0,0 0 0 0 0,0 0 0 0 0,0 0 0 0 0,1 0 0 0 0,-1-1 0 0 0,0 1 0 0 0,0 0 0 0 0,0 0 0 0 0,0 0 0 0 0,0 0 0 0 0,1 0 0 0 0,-1 0 0 0 0,0 0 0 0 0,0 0 0 0 0,0 0 0 0 0,1 0 0 0 0,-1 0 0 0 0,0 0 0 0 0,0 0 0 0 0,0-1 0 0 0,0 1 0 0 0,1 1 0 0 0,-1-1 0 0 0,0 0 0 0 0,0 0 0 0 0,0 0 0 0 0,1 0 0 0 0,-1 0 0 0 0,0 0 0 0 0,10 20 0 0 0,10 46 0 0 0,-17-53 0 0 0,0 0 0 0 0,1-1 0 0 0,0 1 0 0 0,10 18 0 0 0,-12-24 0 0 0,18 12 0 0 0,-18-17 0 0 0,1 0 0 0 0,0 0 0 0 0,0 0 0 0 0,0 0 0 0 0,0-1 0 0 0,1 1 0 0 0,-1-1 0 0 0,0 0 0 0 0,1 0 0 0 0,-1 0 0 0 0,1 0 0 0 0,-1-1 0 0 0,1 1 0 0 0,-1-1 0 0 0,1 0 0 0 0,-1 0 0 0 0,1-1 0 0 0,-1 1 0 0 0,1 0 0 0 0,-1-1 0 0 0,1 0 0 0 0,-1 0 0 0 0,0 0 0 0 0,1 0 0 0 0,5-4 0 0 0,2-2 0 0 0,0 0 0 0 0,-1-1 0 0 0,0 0 0 0 0,0-1 0 0 0,11-13 0 0 0,-2 3 0 0 0,44-36-721 0 0,-57 46 557 0 0,-6 8 202 0 0,0 0 0 0 0,0 1 0 0 0,0-1 0 0 0,1 0 0 0 0,-1 1 0 0 0,0-1 0 0 0,0 0 0 0 0,1 1 0 0 0,-1-1 0 0 0,1 0 0 0 0,-1 1 0 0 0,1-1 0 0 0,-1 1 0 0 0,1-1 0 0 0,-1 1 0 0 0,1-1 0 0 0,-1 1 0 0 0,1-1 0 0 0,0 1 0 0 0,-1 0 0 0 0,2-1 0 0 0,6 2 9 0 0,-5 21-45 0 0,-3-14-2 0 0,1 0 0 0 0,1 0 0 0 0,-1 0 0 0 0,1 0 0 0 0,0-1 0 0 0,1 1 0 0 0,0 0 0 0 0,0-1 0 0 0,1 0 0 0 0,5 9 0 0 0,16 32-190 0 0,-19-40-114 0 0,10 5-20103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39.16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124 237 1428 0 0,'0'0'1820'0'0,"-8"22"3737"0"0,4-4-2381 0 0,0 1-1 0 0,-2 33 1 0 0,6-19-1037 0 0,1 1 1 0 0,1-1-1 0 0,2 1 1 0 0,12 47-1 0 0,-15-76-1769 0 0,0 0-1 0 0,1 0 1 0 0,-1 0-1 0 0,1-1 1 0 0,0 1-1 0 0,0-1 0 0 0,5 7 1 0 0,-6-9 217 0 0,-2-8-547 0 0,-11-43-107 0 0,-2 2 0 0 0,-2 0 0 0 0,-2 1 0 0 0,-27-51-1 0 0,38 84 54 0 0,1 0 0 0 0,1-1-1 0 0,0 0 1 0 0,1 0 0 0 0,1 0-1 0 0,-3-25 1 0 0,5 32-9 0 0,0 1-1 0 0,1-1 1 0 0,0 0 0 0 0,1 0-1 0 0,-1 0 1 0 0,1 1 0 0 0,0-1-1 0 0,1 0 1 0 0,0 1 0 0 0,0-1-1 0 0,0 1 1 0 0,1-1 0 0 0,0 1 0 0 0,0 0-1 0 0,1 0 1 0 0,3-5 0 0 0,0 4-45 0 0,1 1 1 0 0,-1 0 0 0 0,1 0-1 0 0,0 0 1 0 0,0 1-1 0 0,0 0 1 0 0,1 1 0 0 0,0 0-1 0 0,0 0 1 0 0,0 1 0 0 0,0 0-1 0 0,14-2 1 0 0,9-1-223 0 0,0 2 1 0 0,41-1-1 0 0,-68 5 276 0 0,0-1 1 0 0,-1 2-1 0 0,1-1 0 0 0,0 0 0 0 0,-1 1 0 0 0,1 0 0 0 0,-1 0 0 0 0,1 0 0 0 0,-1 0 0 0 0,1 1 0 0 0,-1 0 0 0 0,8 4 0 0 0,-11-5 62 0 0,1 0-1 0 0,-1 1 1 0 0,0-1-1 0 0,1 1 1 0 0,-1-1-1 0 0,0 1 1 0 0,0 0-1 0 0,0-1 0 0 0,0 1 1 0 0,-1 0-1 0 0,1 0 1 0 0,0 0-1 0 0,-1 0 1 0 0,1 0-1 0 0,-1-1 1 0 0,0 1-1 0 0,1 0 1 0 0,-1 0-1 0 0,0 0 1 0 0,0 0-1 0 0,0 0 1 0 0,-1 0-1 0 0,1 0 1 0 0,0 0-1 0 0,-1 0 1 0 0,1 0-1 0 0,-1 0 1 0 0,0-1-1 0 0,1 1 1 0 0,-3 3-1 0 0,-7 17 133 0 0,-1-2 0 0 0,-1 1 1 0 0,-1-1-1 0 0,0-1 0 0 0,-2 0 0 0 0,0-1 0 0 0,-25 23 0 0 0,37-34-180 0 0,0-2 1 0 0,-29 19-17 0 0,30-23-277 0 0,9-4-2547 0 0,40-31-1878 0 0,-29 20-262 0 0,-2 0-3356 0 0,-3 2 1819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40.56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44 91 308 0 0,'0'0'5801'0'0,"-5"3"-3932"0"0,2-2-1469 0 0,0 1 0 0 0,0 0 0 0 0,1 0 1 0 0,-1 0-1 0 0,1 1 0 0 0,-1-1 0 0 0,1 0 0 0 0,0 1 0 0 0,0 0 0 0 0,0-1 0 0 0,1 1 0 0 0,-1 0 1 0 0,0 0-1 0 0,1 0 0 0 0,0 0 0 0 0,0 0 0 0 0,0 1 0 0 0,0-1 0 0 0,0 0 0 0 0,1 0 0 0 0,-1 1 1 0 0,1-1-1 0 0,0 0 0 0 0,0 1 0 0 0,0-1 0 0 0,1 5 0 0 0,1-2 27 0 0,0 13 551 0 0,2 0-1 0 0,1-1 0 0 0,0 1 1 0 0,1-1-1 0 0,1-1 0 0 0,0 1 1 0 0,1-1-1 0 0,20 28 1 0 0,-23-36-416 0 0,6 1 172 0 0,-10-10-745 0 0,-1-1 0 0 0,1 0 0 0 0,0 0 0 0 0,0 1 0 0 0,-1-1 0 0 0,1 0 0 0 0,0 0 1 0 0,-1 0-1 0 0,1 0 0 0 0,-1 0 0 0 0,1 1 0 0 0,-1-1 0 0 0,1 0 0 0 0,-1 0 0 0 0,0-1 0 0 0,0 1 1 0 0,1 0-1 0 0,-1 0 0 0 0,0 0 0 0 0,0-2 0 0 0,12-32-963 0 0,1 0 0 0 0,1 0-1 0 0,23-38 1 0 0,-21 43 291 0 0,51-89 141 0 0,-62 101 5812 0 0,-7 43-4708 0 0,1 0-1 0 0,1 0 1 0 0,1 0-1 0 0,1 0 1 0 0,5 26 0 0 0,-5-44-556 0 0,0-1 0 0 0,0 1 0 0 0,0-1 1 0 0,1 0-1 0 0,0 0 0 0 0,0 0 1 0 0,0 0-1 0 0,1-1 0 0 0,0 1 0 0 0,0-1 1 0 0,0 0-1 0 0,1 0 0 0 0,0 0 1 0 0,7 5-1 0 0,-2-3 20 0 0,0-1-1 0 0,0 0 1 0 0,0-1 0 0 0,1 0 0 0 0,-1 0 0 0 0,1-1 0 0 0,22 5-1 0 0,-16-5-175 0 0,1-1 0 0 0,-1-1 0 0 0,0-1 0 0 0,1 0 0 0 0,-1-1 0 0 0,1-1 0 0 0,-1-1 0 0 0,1 0 0 0 0,-1-1 0 0 0,0-1 0 0 0,20-8 0 0 0,-27 8-66 0 0,-1 0 0 0 0,0-1 0 0 0,0-1-1 0 0,0 1 1 0 0,-1-1 0 0 0,1-1 0 0 0,-1 0-1 0 0,-1 0 1 0 0,0 0 0 0 0,0-1 0 0 0,12-16 0 0 0,-17 19 200 0 0,1 1 0 0 0,0-1 0 0 0,-1 0 0 0 0,0 0 0 0 0,0 0 0 0 0,-1 0 0 0 0,1-1 0 0 0,-1 1 0 0 0,0 0 0 0 0,0-1 0 0 0,-1 1 0 0 0,0 0 0 0 0,0-1 0 0 0,0 1 0 0 0,0-1 0 0 0,-1 1 0 0 0,0 0 0 0 0,0-1 0 0 0,-1 1 0 0 0,1 0 0 0 0,-1 0 0 0 0,0 0 0 0 0,-1 0 0 0 0,-3-7 0 0 0,-2 2 238 0 0,0 0 0 0 0,0 0-1 0 0,-1 0 1 0 0,0 1 0 0 0,0 0 0 0 0,-13-8 0 0 0,10 6 235 0 0,12 10-416 0 0,-1 0-1 0 0,0 0 0 0 0,1 1 0 0 0,-1-1 0 0 0,0 0 0 0 0,0 0 0 0 0,0 1 1 0 0,0-1-1 0 0,0 1 0 0 0,0-1 0 0 0,0 0 0 0 0,0 1 0 0 0,0 0 0 0 0,0-1 1 0 0,0 1-1 0 0,0 0 0 0 0,0-1 0 0 0,0 1 0 0 0,0 0 0 0 0,-2 0 1 0 0,19 23 178 0 0,9 9 274 0 0,42 40 0 0 0,5 8 119 0 0,-70-76-612 0 0,-1 1 0 0 0,1-1 0 0 0,-1 1 0 0 0,0-1 0 0 0,0 1 0 0 0,0 0 0 0 0,-1 0 0 0 0,1-1 0 0 0,-1 1 0 0 0,-1 0 0 0 0,1 0 0 0 0,-1 5 0 0 0,-2-8 0 0 0,1 1 0 0 0,0-1 0 0 0,-1 0 0 0 0,1 0 0 0 0,-1 1 0 0 0,0-2 0 0 0,0 1 0 0 0,0 0 0 0 0,0 0 0 0 0,0-1 0 0 0,0 0 0 0 0,-6 2 0 0 0,-37 9 0 0 0,34-10 0 0 0,-2-1 0 0 0,-3-1 0 0 0,1-1 0 0 0,8 0-5 0 0,7 0-43 0 0,33-8-289 0 0,-15 4 310 0 0,0 1 0 0 0,0 0 0 0 0,19-1 0 0 0,-1 4-41 0 0,-1-2 0 0 0,1-2-1 0 0,-1-1 1 0 0,0-1 0 0 0,-1-2 0 0 0,0-2 0 0 0,44-19 0 0 0,-75 28 34 0 0,1 1 0 0 0,-1 0 0 0 0,0-1 0 0 0,1 1 1 0 0,-1-1-1 0 0,0 0 0 0 0,0 0 0 0 0,0 0 1 0 0,0 0-1 0 0,-1 0 0 0 0,1 0 0 0 0,0 0 0 0 0,-1-1 1 0 0,0 1-1 0 0,1 0 0 0 0,-1-1 0 0 0,0 0 0 0 0,0 1 1 0 0,0-1-1 0 0,-1 1 0 0 0,1-1 0 0 0,-1 0 0 0 0,1 0 1 0 0,-1 1-1 0 0,0-1 0 0 0,0 0 0 0 0,0 0 1 0 0,-1 1-1 0 0,1-1 0 0 0,-1 0 0 0 0,1 1 0 0 0,-1-1 1 0 0,0 0-1 0 0,0 1 0 0 0,-2-5 0 0 0,0 1 97 0 0,0 0 0 0 0,-1 0 0 0 0,0 0 0 0 0,0 0 0 0 0,0 1 0 0 0,0 0 0 0 0,-1 0 0 0 0,0 0 0 0 0,0 0 0 0 0,-1 1 0 0 0,1 0 1 0 0,-1 0-1 0 0,-9-4 0 0 0,-35-16 1307 0 0,43 23-1363 0 0,-7 6-7 0 0,6 6 0 0 0,7 3 0 0 0,1-9 0 0 0,1 0 0 0 0,0 0 0 0 0,-1 0 0 0 0,2 0 0 0 0,-1-1 0 0 0,1 1 0 0 0,0-1 0 0 0,0 1 0 0 0,0-1 0 0 0,0 1 0 0 0,1-1 0 0 0,-1 0 0 0 0,1 0 0 0 0,1 0 0 0 0,-1-1 0 0 0,0 1 0 0 0,1-1 0 0 0,3 4 0 0 0,6 5 0 0 0,-5-4 0 0 0,1-1 0 0 0,-1 0 0 0 0,2 0 0 0 0,11 6 0 0 0,-16-10 0 0 0,34 17 0 0 0,-33-13 0 0 0,-21 3 0 0 0,-7-9 0 0 0,8-2 0 0 0,1 0 0 0 0,12 1 0 0 0,1 0 0 0 0,0 0 0 0 0,-1 0 0 0 0,1 0 0 0 0,0 0 0 0 0,0 0 0 0 0,-1 0 0 0 0,1 0 0 0 0,0 0 0 0 0,-1 0 0 0 0,1-1 0 0 0,0 1 0 0 0,0 0 0 0 0,-1 0 0 0 0,1 0 0 0 0,0 0 0 0 0,0-1 0 0 0,-1 1 0 0 0,1 0 0 0 0,0 0 0 0 0,0-1 0 0 0,0 1 0 0 0,0 0 0 0 0,-1 0 0 0 0,1-1 0 0 0,0 1 0 0 0,0 0 0 0 0,0 0 0 0 0,0-1 0 0 0,0 1 0 0 0,0 0 0 0 0,0-1 0 0 0,0 1 0 0 0,-1 0 0 0 0,1-1 0 0 0,0 1 0 0 0,0 0 0 0 0,1 0 0 0 0,-1-1 0 0 0,0 1 0 0 0,0 0 0 0 0,0-1 0 0 0,0 1 0 0 0,0 0 0 0 0,0-1 0 0 0,0 1 0 0 0,0 0 0 0 0,0 0 0 0 0,1-1 0 0 0,-1 1 0 0 0,0 0 0 0 0,0 0 0 0 0,0-1 0 0 0,1 1 0 0 0,-1 0 0 0 0,2-2 0 0 0,0 0 0 0 0,0 1 0 0 0,-1 0 0 0 0,1-1 0 0 0,0 1 0 0 0,1 0 0 0 0,-1 0 0 0 0,0 0 0 0 0,0 0 0 0 0,0 0 0 0 0,1 0 0 0 0,-1 1 0 0 0,0-1 0 0 0,1 1 0 0 0,3-1 0 0 0,32-1 0 0 0,1 2 0 0 0,-1 1 0 0 0,64 11 0 0 0,-24-3 0 0 0,-47-6-1 0 0,6 2-1 0 0,0-2 0 0 0,0-1 1 0 0,1-2-1 0 0,-1-1 0 0 0,51-9 0 0 0,-84 9-50 0 0,0 0 1 0 0,0 0-1 0 0,0-1 0 0 0,0 1 0 0 0,0-1 0 0 0,0 0 1 0 0,0 0-1 0 0,0 0 0 0 0,-1 0 0 0 0,1-1 1 0 0,-1 1-1 0 0,0-1 0 0 0,0 0 0 0 0,0 0 1 0 0,0 0-1 0 0,4-7 0 0 0,-4 5 48 0 0,-1-1-1 0 0,1 1 0 0 0,-1-1 1 0 0,-1 0-1 0 0,1 0 0 0 0,-1 0 1 0 0,0 0-1 0 0,0 0 1 0 0,-1 0-1 0 0,0-9 0 0 0,0 12 54 0 0,0 1 0 0 0,0 0 1 0 0,0-1-1 0 0,-1 1 0 0 0,1-1 0 0 0,-1 1 0 0 0,1 0 0 0 0,-1-1 0 0 0,0 1 0 0 0,-2-3 0 0 0,-4-13 333 0 0,20 93-361 0 0,-6-48-21 0 0,17 44 0 0 0,-18-63 0 0 0,1 1 0 0 0,-2-3-264 0 0,-4-5-1163 0 0,1-7-4693 0 0,2-14 2414 0 0,-3 3-4335 0 0,-1 1 613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40.72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0 348 0 0,'1'2'18198'0'0,"10"14"-17544"0"0,35 32 1775 0 0,1-10-4379 0 0,-28-26-371 0 0,0 0-6546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41.23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161 43 1788 0 0,'-2'-2'848'0'0,"-1"0"-1"0"0,0 0 0 0 0,0 0 1 0 0,0 0-1 0 0,-1 0 0 0 0,1 1 1 0 0,0-1-1 0 0,-1 1 1 0 0,1 0-1 0 0,0 0 0 0 0,-1 0 1 0 0,0 0-1 0 0,-6 0 1 0 0,6 1-182 0 0,-1 1 0 0 0,1-1 1 0 0,0 1-1 0 0,-1-1 0 0 0,1 1 1 0 0,0 0-1 0 0,-1 1 0 0 0,1-1 1 0 0,0 1-1 0 0,-5 3 0 0 0,5-3-249 0 0,0 0 0 0 0,0 1 0 0 0,0-1-1 0 0,1 1 1 0 0,-1 0 0 0 0,1 0-1 0 0,0 1 1 0 0,0-1 0 0 0,0 1 0 0 0,0-1-1 0 0,1 1 1 0 0,-1 0 0 0 0,1 0 0 0 0,0 0-1 0 0,0 0 1 0 0,0 0 0 0 0,1 1 0 0 0,0-1-1 0 0,0 0 1 0 0,0 1 0 0 0,-1 6-1 0 0,3-9-356 0 0,-1 0 0 0 0,1-1 0 0 0,-1 1 0 0 0,1-1 0 0 0,0 1 0 0 0,0-1 0 0 0,-1 1-1 0 0,1-1 1 0 0,0 0 0 0 0,0 1 0 0 0,0-1 0 0 0,1 0 0 0 0,-1 0 0 0 0,0 0 0 0 0,0 0-1 0 0,1 0 1 0 0,-1 0 0 0 0,1 0 0 0 0,-1 0 0 0 0,1-1 0 0 0,-1 1 0 0 0,1 0 0 0 0,2 0-1 0 0,36 11 153 0 0,-32-11-432 0 0,1 0 0 0 0,0 0 0 0 0,0 0-1 0 0,0-1 1 0 0,1-1 0 0 0,-1 0 0 0 0,-1 0 0 0 0,14-3-1 0 0,-17 3 65 0 0,0-1-1 0 0,0 0 0 0 0,0 1 0 0 0,0-1 0 0 0,-1-1 0 0 0,1 1 0 0 0,-1-1 1 0 0,0 0-1 0 0,0 0 0 0 0,0 0 0 0 0,0 0 0 0 0,0-1 0 0 0,-1 1 0 0 0,1-1 1 0 0,-1 0-1 0 0,4-6 0 0 0,6-13 530 0 0,30-36 1 0 0,-42 57-302 0 0,0 0 0 0 0,0 1 0 0 0,1-1 0 0 0,-1 0 0 0 0,1 1 0 0 0,-1-1 0 0 0,1 1 0 0 0,0 0 0 0 0,-1 0 0 0 0,1-1 0 0 0,0 1 1 0 0,0 0-1 0 0,0 0 0 0 0,0 1 0 0 0,0-1 0 0 0,0 0 0 0 0,0 1 0 0 0,0-1 0 0 0,0 1 0 0 0,0-1 0 0 0,0 1 0 0 0,0 0 0 0 0,0 0 1 0 0,1 0-1 0 0,3 1 0 0 0,-1 1 103 0 0,1 1 0 0 0,-1-1 0 0 0,0 1 0 0 0,1 0 0 0 0,-1 1 0 0 0,-1-1 0 0 0,8 7 0 0 0,-1-1-63 0 0,9 7 299 0 0,-7-5-808 0 0,1 0 0 0 0,25 15 0 0 0,-36-24 107 0 0,1 0 0 0 0,0-1 1 0 0,0 1-1 0 0,-1-1 0 0 0,1 1 1 0 0,0-1-1 0 0,0 0 0 0 0,1-1 1 0 0,-1 1-1 0 0,0-1 0 0 0,0 1 1 0 0,0-1-1 0 0,0-1 0 0 0,0 1 1 0 0,0-1-1 0 0,6-1 0 0 0,-5 0-179 0 0,0-1 0 0 0,0 0 0 0 0,0 0-1 0 0,0 0 1 0 0,-1-1 0 0 0,1 1 0 0 0,-1-1 0 0 0,0-1-1 0 0,0 1 1 0 0,0 0 0 0 0,4-7 0 0 0,-8 9 495 0 0,15-8-1678 0 0,9 6-13310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41.81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71 44 788 0 0,'-28'-27'7620'0'0,"12"11"6490"0"0,14 19-13104 0 0,-2 3-582 0 0,1 1 0 0 0,0 0 0 0 0,0 0-1 0 0,0 1 1 0 0,1-1 0 0 0,0 1 0 0 0,1-1-1 0 0,-1 1 1 0 0,1 0 0 0 0,1 12 0 0 0,3 85 1616 0 0,-3-104-2019 0 0,1 8 124 0 0,1 38 330 0 0,2 0 0 0 0,3 0 0 0 0,1 0 0 0 0,25 77 0 0 0,-10-58-475 0 0,-14-41 0 0 0,0 1 0 0 0,25 46 0 0 0,7 8-465 0 0,-40-78-565 0 0,-1-16-1934 0 0,-1 1 1315 0 0,0 0 0 0 0,-1-1-1 0 0,-1 1 1 0 0,0 0 0 0 0,-8-20-1 0 0,-12-13-7112 0 0,-1 12 3336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42.36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15 178 608 0 0,'-15'-6'2924'0'0,"57"22"8378"0"0,-15-4-9584 0 0,0-1 1 0 0,0-1-1 0 0,55 11 0 0 0,-53-19-1551 0 0,0-1 0 0 0,-1-1 0 0 0,1-1-1 0 0,0-2 1 0 0,38-9 0 0 0,-49 8-462 0 0,-1 0 0 0 0,0-2 0 0 0,0 0 0 0 0,0-1 0 0 0,-1-1-1 0 0,0-1 1 0 0,-1 0 0 0 0,0-1 0 0 0,23-19 0 0 0,-34 26 320 0 0,-1-1 0 0 0,0 1 0 0 0,0-1 0 0 0,0 0 0 0 0,0 0 0 0 0,0 0 1 0 0,-1-1-1 0 0,0 1 0 0 0,0-1 0 0 0,0 1 0 0 0,0-1 0 0 0,-1 0 0 0 0,0 0 0 0 0,0 1 0 0 0,1-11 0 0 0,-2 13 128 0 0,0-1 0 0 0,0 1 0 0 0,0 0 0 0 0,0-1 0 0 0,-1 1 0 0 0,1 0 0 0 0,-1-1 0 0 0,0 1 0 0 0,1 0 0 0 0,-1 0 0 0 0,0 0 0 0 0,0-1 0 0 0,0 1 0 0 0,-1 0 0 0 0,1 0 0 0 0,0 1 0 0 0,-1-1 0 0 0,0 0 0 0 0,1 0 0 0 0,-1 1 0 0 0,0-1 0 0 0,0 1 0 0 0,0-1 0 0 0,0 1 0 0 0,0 0 0 0 0,0 0 0 0 0,0 0 0 0 0,0 0 0 0 0,0 0 0 0 0,0 0 0 0 0,-1 1 0 0 0,-3-2 0 0 0,1 2 54 0 0,1 0-1 0 0,0 0 1 0 0,-1 0 0 0 0,1 0 0 0 0,0 0-1 0 0,-1 1 1 0 0,1 0 0 0 0,0 0-1 0 0,0 0 1 0 0,0 1 0 0 0,-1-1 0 0 0,1 1-1 0 0,1 0 1 0 0,-1 0 0 0 0,0 0-1 0 0,0 1 1 0 0,1-1 0 0 0,-1 1 0 0 0,1 0-1 0 0,-4 4 1 0 0,-2 3 375 0 0,0 0 0 0 0,1 0-1 0 0,0 1 1 0 0,-13 23 0 0 0,20-32-568 0 0,1 1 0 0 0,-1-1 0 0 0,0 0 0 0 0,0 1 0 0 0,1-1 0 0 0,0 1 0 0 0,-1-1 0 0 0,1 1 0 0 0,0-1 0 0 0,0 1 1 0 0,1-1-1 0 0,-1 1 0 0 0,0-1 0 0 0,1 1 0 0 0,-1-1 0 0 0,1 1 0 0 0,0-1 0 0 0,0 0 0 0 0,0 1 0 0 0,0-1 0 0 0,0 0 0 0 0,1 0 0 0 0,1 2 0 0 0,-1 0-16 0 0,0-1 0 0 0,1 0-1 0 0,-1 0 1 0 0,1 0 0 0 0,0 0 0 0 0,0 0-1 0 0,0-1 1 0 0,0 1 0 0 0,0-1 0 0 0,1 0-1 0 0,5 3 1 0 0,1-2-336 0 0,0-1-1 0 0,0 0 1 0 0,1 0 0 0 0,-1-1 0 0 0,0 0-1 0 0,1-1 1 0 0,-1 0 0 0 0,1 0 0 0 0,-1-1-1 0 0,1-1 1 0 0,-1 0 0 0 0,0 0 0 0 0,0-1-1 0 0,0-1 1 0 0,0 1 0 0 0,-1-1 0 0 0,1-1-1 0 0,-1 0 1 0 0,16-12 0 0 0,-1-16-218 0 0,-11 12 1482 0 0,-12 19-437 0 0,-1 2-470 0 0,0 0-1 0 0,0 0 1 0 0,0 0 0 0 0,0 0-1 0 0,0-1 1 0 0,0 1 0 0 0,0 0-1 0 0,0 0 1 0 0,0 0 0 0 0,0 0-1 0 0,0-1 1 0 0,0 1 0 0 0,0 0-1 0 0,0 0 1 0 0,0 0 0 0 0,1 0 0 0 0,-1-1-1 0 0,0 1 1 0 0,0 0 0 0 0,0 0-1 0 0,0 0 1 0 0,0 0 0 0 0,0 0-1 0 0,0 0 1 0 0,1 0 0 0 0,-1-1-1 0 0,0 1 1 0 0,0 0 0 0 0,0 0-1 0 0,0 0 1 0 0,0 0 0 0 0,1 0-1 0 0,-1 0 1 0 0,0 0 0 0 0,0 0-1 0 0,0 0 1 0 0,0 0 0 0 0,1 0-1 0 0,-1 0 1 0 0,0 0 0 0 0,0 0-1 0 0,0 0 1 0 0,0 0 0 0 0,0 0-1 0 0,1 0 1 0 0,-1 0 0 0 0,0 0-1 0 0,0 0 1 0 0,0 0 0 0 0,0 0-1 0 0,1 0 1 0 0,-1 0 0 0 0,0 0-1 0 0,0 0 1 0 0,0 0 0 0 0,0 1-1 0 0,0-1 1 0 0,1 0 0 0 0,-1 0-1 0 0,0 0 1 0 0,0 0 0 0 0,0 0-1 0 0,0 0 1 0 0,0 1 0 0 0,0-1-1 0 0,0 0 1 0 0,0 0 0 0 0,16 30 343 0 0,-12-19-277 0 0,2 0 0 0 0,-1 0 0 0 0,2-1 0 0 0,-1 0 0 0 0,10 11 0 0 0,-7-9-507 0 0,-9-10 176 0 0,1 0 0 0 0,0 0 0 0 0,0-1 0 0 0,0 1-1 0 0,1 0 1 0 0,-1 0 0 0 0,0-1 0 0 0,1 1 0 0 0,-1-1 0 0 0,1 1 0 0 0,-1-1 0 0 0,1 0 0 0 0,0 0 0 0 0,-1 0 0 0 0,1 0 0 0 0,0 0 0 0 0,0 0 0 0 0,0 0 0 0 0,3 1 0 0 0,17-4-4181 0 0,2-6-4946 0 0,-12 2 3825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42.70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206 26 1404 0 0,'-21'-8'8578'0'0,"3"1"-4363"0"0,15 5-3752 0 0,1 1 1 0 0,0 0 0 0 0,-1 0 0 0 0,1 0 0 0 0,-1 0 0 0 0,1 0 0 0 0,-1 1 0 0 0,1-1 0 0 0,-1 1-1 0 0,0 0 1 0 0,1-1 0 0 0,-1 1 0 0 0,1 0 0 0 0,-1 1 0 0 0,0-1 0 0 0,1 0 0 0 0,-1 1 0 0 0,1-1-1 0 0,-1 1 1 0 0,-3 2 0 0 0,-5 2 276 0 0,0 0 0 0 0,0 1-1 0 0,1 0 1 0 0,0 1 0 0 0,0 1 0 0 0,1-1-1 0 0,-9 10 1 0 0,16-16-678 0 0,1 1 0 0 0,-1-1 0 0 0,1 1 0 0 0,-1 0 0 0 0,1-1 0 0 0,0 1 0 0 0,-1 0 0 0 0,1 0 0 0 0,0 0-1 0 0,0 0 1 0 0,0 0 0 0 0,0 0 0 0 0,1 0 0 0 0,-1 0 0 0 0,1 0 0 0 0,-1 0 0 0 0,1 1 0 0 0,0-1 0 0 0,0 0 0 0 0,-1 0 0 0 0,2 1 0 0 0,-1-1 0 0 0,0 0 0 0 0,0 0 0 0 0,1 0-1 0 0,-1 0 1 0 0,1 1 0 0 0,0-1 0 0 0,-1 0 0 0 0,1 0 0 0 0,0 0 0 0 0,0 0 0 0 0,1-1 0 0 0,-1 1 0 0 0,0 0 0 0 0,0 0 0 0 0,1-1 0 0 0,-1 1 0 0 0,1 0 0 0 0,0-1-1 0 0,-1 0 1 0 0,1 1 0 0 0,0-1 0 0 0,0 0 0 0 0,0 0 0 0 0,4 2 0 0 0,2 1-98 0 0,1-1 1 0 0,0 0-1 0 0,-1 0 0 0 0,1-1 0 0 0,1 0 1 0 0,-1-1-1 0 0,0 0 0 0 0,0 0 0 0 0,0-1 1 0 0,1 0-1 0 0,-1 0 0 0 0,0-1 1 0 0,0-1-1 0 0,0 1 0 0 0,0-2 0 0 0,16-5 1 0 0,-14 4-533 0 0,0 0 0 0 0,0-1 1 0 0,0 0-1 0 0,-1-1 0 0 0,18-13 0 0 0,-23 14-229 0 0,1 1-1 0 0,-1-1 0 0 0,0 0 0 0 0,0-1 0 0 0,-1 1 0 0 0,0-1 0 0 0,0 0 0 0 0,0 0 0 0 0,5-12 0 0 0,-1-16-9470 0 0,-4 16 4362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43.54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73 0 1052 0 0,'-16'4'6247'0'0,"12"-2"-5700"0"0,0 0-1 0 0,0 1 0 0 0,1 0 1 0 0,-1 0-1 0 0,1 0 0 0 0,-1 0 1 0 0,1 1-1 0 0,0-1 0 0 0,0 1 1 0 0,0 0-1 0 0,1 0 0 0 0,-1 0 0 0 0,1 0 1 0 0,0 0-1 0 0,0 0 0 0 0,0 1 1 0 0,1-1-1 0 0,0 1 0 0 0,0-1 1 0 0,0 1-1 0 0,0 0 0 0 0,1-1 1 0 0,-1 10-1 0 0,1 11 700 0 0,2 0 0 0 0,0 0 0 0 0,7 33 0 0 0,-5-36-490 0 0,6 22 1140 0 0,28 79 0 0 0,-17-62-741 0 0,12 11-844 0 0,-29-64-780 0 0,-3-6-24 0 0,-15-94-11043 0 0,14 86 11029 0 0,1 0 0 0 0,0 1 0 0 0,0-1 0 0 0,1 1 0 0 0,-1 0 0 0 0,6-10 0 0 0,-6 11 641 0 0,1 1 1 0 0,0-1-1 0 0,-1 1 1 0 0,1 0-1 0 0,1 0 1 0 0,-1 0 0 0 0,0 0-1 0 0,1 0 1 0 0,0 0-1 0 0,4-3 1 0 0,-4 4 1214 0 0,30 18 2072 0 0,-22-7-3041 0 0,0 0 1 0 0,0-1-1 0 0,1 0 0 0 0,0-1 0 0 0,0-1 1 0 0,0 0-1 0 0,1 0 0 0 0,0-1 1 0 0,0-1-1 0 0,1 0 0 0 0,13 2 0 0 0,-12-4-510 0 0,-1 0 0 0 0,0-1 0 0 0,1 0-1 0 0,-1-1 1 0 0,1-1 0 0 0,-1-1-1 0 0,1 0 1 0 0,-1 0 0 0 0,0-1 0 0 0,0-1-1 0 0,0-1 1 0 0,-1 0 0 0 0,1 0-1 0 0,-1-2 1 0 0,0 1 0 0 0,-1-2-1 0 0,15-10 1 0 0,-25 17 213 0 0,1-1 1 0 0,-1 0-1 0 0,0 0 0 0 0,0 0 0 0 0,0 0 0 0 0,0 0 0 0 0,0-1 0 0 0,0 1 1 0 0,0-1-1 0 0,-1 1 0 0 0,0-1 0 0 0,1 1 0 0 0,-1-1 0 0 0,0 0 1 0 0,0 0-1 0 0,0 0 0 0 0,0 0 0 0 0,-1 1 0 0 0,1-1 0 0 0,-1 0 1 0 0,0 0-1 0 0,0 0 0 0 0,0 0 0 0 0,0 0 0 0 0,0 0 0 0 0,-1 0 0 0 0,1 0 1 0 0,-1 0-1 0 0,0 0 0 0 0,0 0 0 0 0,0 1 0 0 0,0-1 0 0 0,-1 0 1 0 0,1 1-1 0 0,-1-1 0 0 0,1 1 0 0 0,-4-4 0 0 0,3 3 63 0 0,0 1-1 0 0,-1-1 0 0 0,1 1 0 0 0,-1 0 1 0 0,0 0-1 0 0,1 0 0 0 0,-1 1 1 0 0,0-1-1 0 0,0 0 0 0 0,0 1 1 0 0,0 0-1 0 0,0 0 0 0 0,-1 0 0 0 0,1 0 1 0 0,0 0-1 0 0,0 1 0 0 0,-1-1 1 0 0,1 1-1 0 0,0 0 0 0 0,-1 0 0 0 0,1 0 1 0 0,0 1-1 0 0,-1-1 0 0 0,1 1 1 0 0,0 0-1 0 0,0 0 0 0 0,-1 0 1 0 0,1 0-1 0 0,0 0 0 0 0,0 1 0 0 0,0-1 1 0 0,1 1-1 0 0,-4 2 0 0 0,1 2-85 0 0,0 0 0 0 0,1 0 0 0 0,-1 1-1 0 0,1 0 1 0 0,1 0 0 0 0,-1 0 0 0 0,1 0-1 0 0,1 0 1 0 0,-1 1 0 0 0,1-1 0 0 0,0 1-1 0 0,1 0 1 0 0,-1 14 0 0 0,2-19-60 0 0,0 1 0 0 0,1-1-1 0 0,0 1 1 0 0,0-1 0 0 0,0 1 0 0 0,0-1 0 0 0,0 0 0 0 0,1 1-1 0 0,-1-1 1 0 0,1 0 0 0 0,0 0 0 0 0,0 0 0 0 0,0 0-1 0 0,0 0 1 0 0,1-1 0 0 0,-1 1 0 0 0,1-1 0 0 0,0 1-1 0 0,-1-1 1 0 0,1 0 0 0 0,0 0 0 0 0,0 0 0 0 0,0-1 0 0 0,1 1-1 0 0,-1-1 1 0 0,0 1 0 0 0,1-1 0 0 0,-1 0 0 0 0,1-1-1 0 0,-1 1 1 0 0,7 0 0 0 0,-4-1-112 0 0,1 0 1 0 0,0 0-1 0 0,-1 0 1 0 0,1-1-1 0 0,0 0 1 0 0,-1-1-1 0 0,1 0 1 0 0,-1 0-1 0 0,1 0 1 0 0,-1 0-1 0 0,0-1 1 0 0,8-5-1 0 0,4-4 141 0 0,-1-1-1 0 0,25-24 1 0 0,-29 25 146 0 0,1-1 0 0 0,1 2 0 0 0,0 0 0 0 0,23-13 0 0 0,-33 22-140 0 0,0 0 0 0 0,1 0 1 0 0,-1 0-1 0 0,1 1 1 0 0,0 0-1 0 0,0 0 0 0 0,-1 0 1 0 0,1 1-1 0 0,0 0 0 0 0,0 0 1 0 0,-1 0-1 0 0,1 1 1 0 0,11 2-1 0 0,-12-2-35 0 0,-3-1 0 0 0,0-1 0 0 0,0 1 0 0 0,1 0 0 0 0,-1 1 0 0 0,0-1 0 0 0,0 0 0 0 0,0 1 0 0 0,0-1 0 0 0,0 1 0 0 0,0-1 0 0 0,0 1 0 0 0,0 0 0 0 0,-1 0 0 0 0,1 0 0 0 0,0 0 0 0 0,0 0 0 0 0,-1 0 0 0 0,1 1 0 0 0,0-1 0 0 0,-1 1 0 0 0,0-1 0 0 0,1 1 0 0 0,-1-1 0 0 0,0 1 0 0 0,0 0 0 0 0,0 0 0 0 0,0-1 0 0 0,0 1 0 0 0,0 0 0 0 0,0 0 0 0 0,0 0 0 0 0,-1 0 0 0 0,1 0 0 0 0,-1 0 0 0 0,0 0 0 0 0,0 0 0 0 0,1 0 0 0 0,-1 3 0 0 0,-2 29 0 0 0,0-20 0 0 0,1 1 0 0 0,1-1 0 0 0,2 21 0 0 0,-1-30 0 0 0,0 0 0 0 0,0 0 0 0 0,0 0 0 0 0,1 0 0 0 0,0 0 0 0 0,0-1 0 0 0,0 1 0 0 0,0-1 0 0 0,1 1 0 0 0,0-1 0 0 0,0 0 0 0 0,0 0 0 0 0,0 0 0 0 0,6 5 0 0 0,1-5 0 0 0,-8-4 5 0 0,1 0 0 0 0,-1 0 0 0 0,0 0 1 0 0,1 0-1 0 0,-1-1 0 0 0,0 1 0 0 0,0-1 0 0 0,1 1 0 0 0,-1-1 0 0 0,0 0 0 0 0,0 0 1 0 0,0 0-1 0 0,0 0 0 0 0,0 0 0 0 0,0-1 0 0 0,0 1 0 0 0,0-1 0 0 0,-1 1 0 0 0,1-1 1 0 0,-1 1-1 0 0,1-1 0 0 0,1-3 0 0 0,15-33-2767 0 0,-16 12-1529 0 0,-3 18-160 0 0,1-2-4259 0 0,0-8 1584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12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333 11 908 0 0,'0'-10'22691'0'0,"-3"14"-21684"0"0,-7 12-240 0 0,1 2 1 0 0,0-1-1 0 0,1 1 0 0 0,0 0 1 0 0,2 1-1 0 0,-7 30 1 0 0,5-17 626 0 0,-23 52 1 0 0,23-65-1395 0 0,-2-2 0 0 0,0 1 0 0 0,-1-1 0 0 0,-1-1 0 0 0,0 0 0 0 0,-1-1 0 0 0,-1 0 0 0 0,-1-1 0 0 0,0 0 0 0 0,0-2 0 0 0,-22 15 0 0 0,27-23 0 0 0,9-4 0 0 0,-1 0 0 0 0,1 0 0 0 0,-1 0 0 0 0,1 0 0 0 0,-1 0 0 0 0,1 0 0 0 0,0 0 0 0 0,-1-1 0 0 0,1 1 0 0 0,-1 0 0 0 0,1-1 0 0 0,0 1 0 0 0,-1-1 0 0 0,1 0 0 0 0,0 1 0 0 0,0-1 0 0 0,-1 0 0 0 0,1 0 0 0 0,0 1 0 0 0,0-1 0 0 0,0 0 0 0 0,0 0 0 0 0,0-1 0 0 0,0 1 0 0 0,0 0 0 0 0,0 0 0 0 0,1 0 0 0 0,-1 0 0 0 0,0-1 0 0 0,1 1 0 0 0,-1 0 0 0 0,1-1 0 0 0,-1 1 0 0 0,1 0 0 0 0,0-1 0 0 0,0 1 0 0 0,-1-3 0 0 0,1 2 0 0 0,-2-5 0 0 0,0-1 0 0 0,1 0 0 0 0,0 1 0 0 0,1-1 0 0 0,0-13 0 0 0,0 9 0 0 0,0 10 0 0 0,0 1 0 0 0,0 0 0 0 0,-1 0 0 0 0,1 0 0 0 0,0-1 0 0 0,0 1 0 0 0,0 0 0 0 0,1 0 0 0 0,-1 0 0 0 0,0 0 0 0 0,0-1 0 0 0,1 1 0 0 0,-1 0 0 0 0,0 0 0 0 0,1 0 0 0 0,0 0 0 0 0,-1 0 0 0 0,1 0 0 0 0,-1 0 0 0 0,2-2 0 0 0,1-1 0 0 0,-3 2 0 0 0,1 0 0 0 0,-1 1 0 0 0,0-1 0 0 0,1 0 0 0 0,0 0 0 0 0,-1 0 0 0 0,1 1 0 0 0,0-1 0 0 0,0 0 0 0 0,0 1 0 0 0,0-1 0 0 0,0 1 0 0 0,0-1 0 0 0,0 1 0 0 0,0-1 0 0 0,1 1 0 0 0,-1 0 0 0 0,1 0 0 0 0,-1 0 0 0 0,1 0 0 0 0,-1 0 0 0 0,4-2 0 0 0,0 0 0 0 0,2-1 0 0 0,-1 0 0 0 0,1 1 0 0 0,0-1 0 0 0,0 1 0 0 0,0 1 0 0 0,0 0 0 0 0,0 0 0 0 0,1 0 0 0 0,-1 1 0 0 0,1 0 0 0 0,-1 0 0 0 0,1 1 0 0 0,-1 0 0 0 0,15 1 0 0 0,9 3 0 0 0,62 14 0 0 0,-86-15 0 0 0,0-1 0 0 0,-1 1 0 0 0,1 0 0 0 0,-1 1 0 0 0,0 0 0 0 0,0 0 0 0 0,0 0 0 0 0,0 1 0 0 0,-1-1 0 0 0,0 1 0 0 0,0 1 0 0 0,0-1 0 0 0,-1 1 0 0 0,1 0 0 0 0,-1 0 0 0 0,-1 0 0 0 0,1 0 0 0 0,-1 1 0 0 0,0-1 0 0 0,-1 1 0 0 0,4 11 0 0 0,-6-15 0 0 0,3 6 0 0 0,-1 0 0 0 0,1 0 0 0 0,1 0 0 0 0,0 0 0 0 0,8 14 0 0 0,-5-13 0 0 0,1-5 0 0 0,8-9 0 0 0,-3-1 0 0 0,-1-1 0 0 0,0 1 0 0 0,12-8-2848 0 0,-9-1-7338 0 0,-11 9 5873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13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57 284 0 0,'-5'-11'23645'0'0,"25"15"-22861"0"0,0-1 0 0 0,0-1 0 0 0,0-1 1 0 0,0 0-1 0 0,40-6 0 0 0,-5-3 1282 0 0,58-17 1 0 0,-65 8-2218 0 0,-46 16-645 0 0,-9 3-4544 0 0,-3 1 4099 0 0,1 1-1 0 0,-1 0 1 0 0,1 0 0 0 0,-10 8 0 0 0,-23 15-10690 0 0,31-22 7240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13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 7589 0 0,'-42'40'1240'0'0,"40"-38"-647"0"0,-5 10 2473 0 0,7-10-2871 0 0,0-1 0 0 0,1 0 0 0 0,-1 0 0 0 0,0 0-1 0 0,0 0 1 0 0,1 1 0 0 0,-1-1 0 0 0,1 0-1 0 0,-1 0 1 0 0,1 0 0 0 0,0 0 0 0 0,-1 0 0 0 0,1 0-1 0 0,0 0 1 0 0,0 0 0 0 0,0 0 0 0 0,0 0-1 0 0,-1-1 1 0 0,1 1 0 0 0,0 0 0 0 0,0-1 0 0 0,2 2-1 0 0,35 11 3255 0 0,-22-10-2017 0 0,-1-1-1 0 0,33-1 1 0 0,-19-2 0 0 0,-5 1 20 0 0,0-1 0 0 0,0-1 0 0 0,34-8 0 0 0,-57 9-820 0 0,2 2-476 0 0,8 2-181 0 0,-8-3-310 0 0,-3 12-16323 0 0,0-7 13528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19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328 235 112 0 0,'0'0'14731'0'0,"1"-3"-12217"0"0,8-17 12666 0 0,-7 14-13357 0 0,0 2-3689 0 0,1-2 1897 0 0,-1 0-1 0 0,1 0 0 0 0,-1 0 1 0 0,0 0-1 0 0,0 0 0 0 0,-1-1 0 0 0,0 1 1 0 0,1-13-1 0 0,-1-8-30 0 0,0 21 0 0 0,-1 0 0 0 0,0 0 0 0 0,0 0 0 0 0,0 1 0 0 0,-1-1 0 0 0,0 0 0 0 0,0 0 0 0 0,0 1 0 0 0,-1-1 0 0 0,0 1 0 0 0,0-1 0 0 0,0 1 0 0 0,-1 0 0 0 0,-3-6 0 0 0,5 9 0 0 0,-1 1 0 0 0,1 0 0 0 0,-1-1 0 0 0,1 1 0 0 0,-1 0 0 0 0,1 0 0 0 0,-1 0 0 0 0,0 0 0 0 0,0 0 0 0 0,1 0 0 0 0,-1 0 0 0 0,0 1 0 0 0,0-1 0 0 0,0 1 0 0 0,0-1 0 0 0,0 1 0 0 0,0 0 0 0 0,1 0 0 0 0,-1 0 0 0 0,0 0 0 0 0,-4 0 0 0 0,-40 8 0 0 0,30-3 0 0 0,1 1 0 0 0,0 1 0 0 0,0 0 0 0 0,1 1 0 0 0,0 0 0 0 0,0 2 0 0 0,1-1 0 0 0,0 2 0 0 0,-22 23 0 0 0,26-25 0 0 0,0 1 0 0 0,1 0 0 0 0,0 1 0 0 0,0 0 0 0 0,1 1 0 0 0,1-1 0 0 0,0 1 0 0 0,1 0 0 0 0,0 1 0 0 0,0-1 0 0 0,2 1 0 0 0,-5 25 0 0 0,7-34 0 0 0,1 1 0 0 0,-1-1 0 0 0,1 1 0 0 0,0-1 0 0 0,1 1 0 0 0,-1-1 0 0 0,1 1 0 0 0,0-1 0 0 0,0 0 0 0 0,0 1 0 0 0,1-1 0 0 0,-1 0 0 0 0,1 0 0 0 0,0 0 0 0 0,0 0 0 0 0,1 0 0 0 0,-1 0 0 0 0,1 0 0 0 0,6 6 0 0 0,-5-7 0 0 0,1 1 0 0 0,1-1 0 0 0,-1 0 0 0 0,0 0 0 0 0,1 0 0 0 0,0-1 0 0 0,0 1 0 0 0,-1-2 0 0 0,1 1 0 0 0,0-1 0 0 0,1 0 0 0 0,10 1 0 0 0,4-1 0 0 0,1-2 0 0 0,-2 0 0 0 0,1-2 0 0 0,0 0 0 0 0,0-1 0 0 0,-1-1 0 0 0,28-11 0 0 0,-25 7 0 0 0,-1-2 0 0 0,0 0 0 0 0,32-22 0 0 0,-48 30 0 0 0,-1-1 0 0 0,0 0 0 0 0,0 0 0 0 0,0 0 0 0 0,-1 0 0 0 0,1-1 0 0 0,-1 1 0 0 0,0-1 0 0 0,-1 0 0 0 0,1-1 0 0 0,-1 1 0 0 0,0 0 0 0 0,0-1 0 0 0,0 0 0 0 0,-1 0 0 0 0,0 0 0 0 0,0 0 0 0 0,-1 0 0 0 0,2-7 0 0 0,-3 8 0 0 0,0 0 0 0 0,0 1 0 0 0,0-1 0 0 0,-1 0 0 0 0,0 0 0 0 0,0 0 0 0 0,-2-8 0 0 0,1 10 0 0 0,0 0 0 0 0,0 1 0 0 0,0-1 0 0 0,0 1 0 0 0,0 0 0 0 0,-1 0 0 0 0,1 0 0 0 0,-1 0 0 0 0,1 0 0 0 0,-1 0 0 0 0,0 0 0 0 0,-4-1 0 0 0,-2 0 0 0 0,-4 2 0 0 0,-4 7 0 0 0,6 5 0 0 0,11 6 0 0 0,2-8 0 0 0,1 0 0 0 0,0 0 0 0 0,1-1 0 0 0,0 1 0 0 0,0-1 0 0 0,1 0 0 0 0,0 0 0 0 0,0-1 0 0 0,0 1 0 0 0,9 7 0 0 0,6 2 0 0 0,0-1 0 0 0,2-1 0 0 0,-1-1 0 0 0,33 16 0 0 0,-42-25 0 0 0,-1 0 0 0 0,-4 2-376 0 0,-6-5-1976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20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1064 1300 0 0,'0'19'5376'0'0,"-1"-15"-4872"0"0,0 0 0 0 0,1 0 0 0 0,0 0 1 0 0,0 0-1 0 0,0-1 0 0 0,0 1 0 0 0,0 0 1 0 0,1 0-1 0 0,0 0 0 0 0,0-1 0 0 0,0 1 0 0 0,0 0 1 0 0,0-1-1 0 0,1 1 0 0 0,0-1 0 0 0,0 0 1 0 0,0 1-1 0 0,0-1 0 0 0,3 3 0 0 0,16 14 2233 0 0,-28-30 2736 0 0,-30-40 2324 0 0,-1-60-7797 0 0,26 79 0 0 0,2-2 0 0 0,-11-60 0 0 0,1 6 0 0 0,-79-342 0 0 0,89 384 0 0 0,2 8 0 0 0,1 1 0 0 0,1-1 0 0 0,0-57 0 0 0,5 91 0 0 0,1-1 0 0 0,0 1 0 0 0,1 0 0 0 0,-1 0 0 0 0,0-1 0 0 0,1 1 0 0 0,0 0 0 0 0,0 0 0 0 0,0 0 0 0 0,0 0 0 0 0,0 0 0 0 0,0 0 0 0 0,1 0 0 0 0,0 0 0 0 0,-1 0 0 0 0,1 1 0 0 0,0-1 0 0 0,0 1 0 0 0,1-1 0 0 0,-1 1 0 0 0,0 0 0 0 0,1 0 0 0 0,0 0 0 0 0,-1 0 0 0 0,1 0 0 0 0,0 1 0 0 0,0-1 0 0 0,0 1 0 0 0,0 0 0 0 0,6-2 0 0 0,2 1 0 0 0,1 0 0 0 0,0 0 0 0 0,0 2 0 0 0,0-1 0 0 0,-1 2 0 0 0,15 1 0 0 0,-18-1 0 0 0,20 2 0 0 0,1 1 0 0 0,-1 1 0 0 0,0 2 0 0 0,0 0 0 0 0,0 2 0 0 0,-1 2 0 0 0,-1 0 0 0 0,37 21 0 0 0,-61-30 0 0 0,1-1 0 0 0,-1 1 0 0 0,1-1 0 0 0,-1 1 0 0 0,0 0 0 0 0,0 0 0 0 0,0 0 0 0 0,0 0 0 0 0,0 0 0 0 0,0 0 0 0 0,0 1 0 0 0,0-1 0 0 0,-1 0 0 0 0,0 1 0 0 0,1 0 0 0 0,-1-1 0 0 0,0 1 0 0 0,0 0 0 0 0,0 0 0 0 0,0 3 0 0 0,-1-2 0 0 0,0 0 0 0 0,0 0 0 0 0,-1 0 0 0 0,1 0 0 0 0,-1 0 0 0 0,0 0 0 0 0,0 0 0 0 0,0 0 0 0 0,-1 0 0 0 0,1-1 0 0 0,-1 1 0 0 0,-4 6 0 0 0,-1 1 0 0 0,-1-1 0 0 0,0-1 0 0 0,0 0 0 0 0,-1 0 0 0 0,0 0 0 0 0,-1-1 0 0 0,0 0 0 0 0,-15 9 0 0 0,16-12 0 0 0,-30 17 0 0 0,-1-2 0 0 0,-72 27 0 0 0,100-42 0 0 0,1 0 0 0 0,78 19 0 0 0,-9-4 0 0 0,0 3 0 0 0,-2 2 0 0 0,56 34 0 0 0,-107-55 0 0 0,1-1 0 0 0,-1 1 0 0 0,0 1 0 0 0,0-1 0 0 0,-1 0 0 0 0,1 1 0 0 0,-1 0 0 0 0,0 0 0 0 0,0 1 0 0 0,0-1 0 0 0,-1 1 0 0 0,4 8 0 0 0,-6-11 0 0 0,1 0 0 0 0,-1 0 0 0 0,0 1 0 0 0,0-1 0 0 0,-1 0 0 0 0,1 1 0 0 0,-1-1 0 0 0,0 1 0 0 0,0-1 0 0 0,0 0 0 0 0,0 1 0 0 0,0-1 0 0 0,-1 1 0 0 0,0-1 0 0 0,1 0 0 0 0,-1 1 0 0 0,-1-1 0 0 0,1 0 0 0 0,0 0 0 0 0,-1 0 0 0 0,1 0 0 0 0,-1 0 0 0 0,-4 6 0 0 0,-2 0 0 0 0,1 0 0 0 0,-1 0 0 0 0,-1 0 0 0 0,1-1 0 0 0,-1 0 0 0 0,-1-1 0 0 0,1 0 0 0 0,-1-1 0 0 0,-1 0 0 0 0,1 0 0 0 0,-1-1 0 0 0,0 0 0 0 0,0-1 0 0 0,-1 0 0 0 0,-19 3 0 0 0,14-6 0 0 0,-1-2 0 0 0,-1-1 0 0 0,3-1 0 0 0,8-2 0 0 0,2-2 0 0 0,3-4 0 0 0,11-2 0 0 0,4 6 0 0 0,-2 4 0 0 0,6 2 0 0 0,1 4 0 0 0,-15-3-166 0 0,0 0 1 0 0,-1 1-1 0 0,1-1 1 0 0,-1 0-1 0 0,1 1 0 0 0,-1-1 1 0 0,1 1-1 0 0,-1 0 1 0 0,0-1-1 0 0,1 1 1 0 0,-1 0-1 0 0,0 0 0 0 0,1 0 1 0 0,-1 0-1 0 0,0 0 1 0 0,0 0-1 0 0,2 3 0 0 0,1-1-2399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55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32 144 0 0,'-2'-8'1155'0'0,"7"-10"19262"0"0,0 12-12274 0 0,-11 10-7636 0 0,-9 7-359 0 0,0 1-1 0 0,1 0 0 0 0,0 1 1 0 0,1 0-1 0 0,0 1 1 0 0,1 1-1 0 0,1 0 1 0 0,-14 24-1 0 0,22-34-118 0 0,1-1 0 0 0,-1 1 0 0 0,1 0 0 0 0,0 0 0 0 0,0-1 0 0 0,1 1 0 0 0,0 0 0 0 0,0 0 0 0 0,0 1 0 0 0,0-1 0 0 0,1 0 0 0 0,0 0 0 0 0,0 0 0 0 0,0 1 0 0 0,0-1 0 0 0,1 0 0 0 0,0 0 1 0 0,0 0-1 0 0,1 0 0 0 0,-1 0 0 0 0,1 0 0 0 0,0 0 0 0 0,0-1 0 0 0,1 1 0 0 0,-1-1 0 0 0,1 1 0 0 0,0-1 0 0 0,1 0 0 0 0,-1 0 0 0 0,0 0 0 0 0,1-1 0 0 0,0 1 0 0 0,0-1 0 0 0,0 0 0 0 0,0 0 0 0 0,7 3 0 0 0,1 0-29 0 0,1-1 0 0 0,0 0 0 0 0,0 0 0 0 0,1-2 0 0 0,-1 0 0 0 0,1 0 0 0 0,0-1 0 0 0,0-1 0 0 0,0 0 0 0 0,0-1 0 0 0,-1 0 0 0 0,1-2 0 0 0,0 1 0 0 0,0-2 0 0 0,17-4 0 0 0,-27 6 0 0 0,-1 0 0 0 0,1 0 0 0 0,-1-1 0 0 0,1 1 0 0 0,-1-1 0 0 0,0 0 0 0 0,0 0 0 0 0,0 0 0 0 0,0 0 0 0 0,0 0 0 0 0,0-1 0 0 0,-1 1 0 0 0,1-1 0 0 0,-1 0 0 0 0,2-3 0 0 0,-3 5-3 0 0,-1 0 1 0 0,1 0-1 0 0,-1 0 0 0 0,0 0 0 0 0,0 0 1 0 0,0 0-1 0 0,1 0 0 0 0,-1 0 1 0 0,0 0-1 0 0,0 0 0 0 0,0 0 1 0 0,-1-1-1 0 0,1 1 0 0 0,0 0 0 0 0,0 0 1 0 0,0 0-1 0 0,-2-2 0 0 0,-3-1-265 0 0,-19-40-9033 0 0,23 43 7808 0 0,1-2 745 0 0,0 1-1 0 0,0 0 1 0 0,1-1-1 0 0,-1 1 1 0 0,1 0 0 0 0,-1 0-1 0 0,1-1 1 0 0,0 1 0 0 0,0 0-1 0 0,2-4 1 0 0,15-16-2839 0 0,4-7 5080 0 0,-21 28-861 0 0,6-9 1822 0 0,-6 9-2023 0 0,0 0 1 0 0,0 1-1 0 0,-1-1 1 0 0,1 0-1 0 0,-1 0 0 0 0,1 0 1 0 0,0 1-1 0 0,-1-1 1 0 0,1 0-1 0 0,-1 0 1 0 0,0 0-1 0 0,1 0 0 0 0,-1 0 1 0 0,0 0-1 0 0,1 0 1 0 0,-1 0-1 0 0,0 0 0 0 0,0 0 1 0 0,0-2-1 0 0,-4 3-154 0 0,-1 0-1 0 0,1 0 0 0 0,0 0 1 0 0,-1 1-1 0 0,1 0 1 0 0,0 0-1 0 0,0 0 1 0 0,0 0-1 0 0,-1 0 0 0 0,1 1 1 0 0,1 0-1 0 0,-1 0 1 0 0,0 0-1 0 0,0 0 1 0 0,1 1-1 0 0,-1-1 0 0 0,1 1 1 0 0,0 0-1 0 0,0 0 1 0 0,0 0-1 0 0,0 0 1 0 0,0 1-1 0 0,-2 4 0 0 0,-2 2 73 0 0,0 0-1 0 0,1 0 0 0 0,1 0 0 0 0,-1 1 0 0 0,2 0 0 0 0,0 0 0 0 0,-5 18 1 0 0,9-26-336 0 0,-1 1 1 0 0,1-1 0 0 0,0 1 0 0 0,0-1-1 0 0,1 1 1 0 0,-1 0 0 0 0,0-1 0 0 0,1 0-1 0 0,0 1 1 0 0,0-1 0 0 0,0 1 0 0 0,0-1-1 0 0,1 0 1 0 0,0 0 0 0 0,-1 0-1 0 0,1 1 1 0 0,0-2 0 0 0,0 1 0 0 0,0 0-1 0 0,1 0 1 0 0,-1-1 0 0 0,1 1 0 0 0,-1-1-1 0 0,1 0 1 0 0,4 3 0 0 0,-2-2-36 0 0,-1 0 1 0 0,1-1-1 0 0,-1 1 0 0 0,1-1 0 0 0,0 0 1 0 0,0 0-1 0 0,0-1 0 0 0,0 0 1 0 0,0 1-1 0 0,0-2 0 0 0,0 1 1 0 0,0-1-1 0 0,0 1 0 0 0,0-1 1 0 0,1-1-1 0 0,9-1 0 0 0,-5-1-120 0 0,1 0 1 0 0,-1-1-1 0 0,0 0 0 0 0,0-1 0 0 0,0 0 0 0 0,-1-1 1 0 0,1 0-1 0 0,11-10 0 0 0,-18 13 192 0 0,1 0-1 0 0,-1 0 0 0 0,0 0 1 0 0,0-1-1 0 0,0 1 1 0 0,0-1-1 0 0,-1 0 1 0 0,1 0-1 0 0,-1 0 1 0 0,0 0-1 0 0,0 0 1 0 0,-1 0-1 0 0,1-1 1 0 0,-1 1-1 0 0,0-1 1 0 0,0 1-1 0 0,0-1 1 0 0,-1 1-1 0 0,0-1 1 0 0,0 1-1 0 0,0-1 1 0 0,0 1-1 0 0,-1-6 1 0 0,0 6-32 0 0,-1 0 0 0 0,1 0 1 0 0,-1 0-1 0 0,0 1 0 0 0,0-1 1 0 0,0 0-1 0 0,-1 1 0 0 0,1-1 1 0 0,-1 1-1 0 0,0 0 0 0 0,1 0 1 0 0,-2 0-1 0 0,1 0 0 0 0,0 1 1 0 0,0-1-1 0 0,-1 1 0 0 0,0 0 1 0 0,1 0-1 0 0,-1 0 0 0 0,0 0 1 0 0,-7-2-1 0 0,-1 0-18 0 0,1 4 0 0 0,11 0 0 0 0,0 0 0 0 0,-1 0 0 0 0,1 0 0 0 0,0 0 0 0 0,0 1 0 0 0,-1-1 0 0 0,1 0 0 0 0,0 0 0 0 0,0 1 0 0 0,0-1 0 0 0,-1 0 0 0 0,1 0 0 0 0,0 1 0 0 0,0-1 0 0 0,0 0 0 0 0,0 1 0 0 0,0-1 0 0 0,0 0 0 0 0,0 0 0 0 0,0 1 0 0 0,0-1 0 0 0,0 0 0 0 0,0 1 0 0 0,0-1 0 0 0,0 0 0 0 0,0 1 0 0 0,0-1 0 0 0,0 0 0 0 0,0 1 0 0 0,0-1 0 0 0,0 0 0 0 0,0 0 0 0 0,0 1 0 0 0,1-1 0 0 0,12 18-2208 0 0,-11-17 1586 0 0,0 0 0 0 0,-1 0 0 0 0,1 0 0 0 0,0-1 1 0 0,0 1-1 0 0,0 0 0 0 0,0-1 0 0 0,0 1 0 0 0,0-1 0 0 0,0 0 1 0 0,0 0-1 0 0,0 0 0 0 0,4 0 0 0 0,-1-1-604 0 0,-1 1 0 0 0,1-1-1 0 0,0-1 1 0 0,0 1 0 0 0,-1-1-1 0 0,1 0 1 0 0,-1 0 0 0 0,1 0 0 0 0,-1 0-1 0 0,5-4 1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55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0 134 6913 0 0,'0'0'244'0'0,"6"-9"496"0"0,-6 4 3324 0 0,0 4-3887 0 0,-1 1 0 0 0,1-1 0 0 0,0 1 0 0 0,-1 0 0 0 0,1-1 0 0 0,0 1 1 0 0,-1-1-1 0 0,1 1 0 0 0,0-1 0 0 0,0 1 0 0 0,0-1 0 0 0,-1 1 0 0 0,1-1 0 0 0,0 1 0 0 0,0-1 0 0 0,0 1 0 0 0,0-1 0 0 0,0 1 0 0 0,0-1 0 0 0,0 0 0 0 0,0 1 0 0 0,0-1 0 0 0,0 1 1 0 0,0-1-1 0 0,0 1 0 0 0,1-1 0 0 0,-1 1 0 0 0,0-1 0 0 0,1 0 0 0 0,13 6 3414 0 0,-10-2-3297 0 0,-1-1 0 0 0,0 1 0 0 0,0-1 0 0 0,0 1 0 0 0,0 0 0 0 0,-1 0 0 0 0,1 0 0 0 0,-1 1 0 0 0,4 5 0 0 0,-2 5 429 0 0,0 0 1 0 0,2-1-1 0 0,-1 0 0 0 0,2 0 0 0 0,-1 0 1 0 0,2-1-1 0 0,12 18 0 0 0,-19-30-693 0 0,-1 0 0 0 0,0 0 0 0 0,0 0 0 0 0,1 1 1 0 0,-1-1-1 0 0,0 0 0 0 0,0 0 0 0 0,1 0 0 0 0,-1 1 0 0 0,0-1 0 0 0,1 0 0 0 0,-1 0 0 0 0,0 0 1 0 0,1 0-1 0 0,-1 0 0 0 0,0 0 0 0 0,1 0 0 0 0,-1 0 0 0 0,0 0 0 0 0,1 0 0 0 0,-1 0 0 0 0,0 0 1 0 0,1 0-1 0 0,-1 0 0 0 0,0 0 0 0 0,1 0 0 0 0,-1 0 0 0 0,0 0 0 0 0,1 0 0 0 0,-1-1 0 0 0,0 1 1 0 0,1 0-1 0 0,-1 0 0 0 0,0 0 0 0 0,0 0 0 0 0,1-1 0 0 0,-1 1 0 0 0,0 0 0 0 0,1-1 0 0 0,11-18 419 0 0,10-36-416 0 0,-17 40 167 0 0,1-7-14 0 0,-6 19-163 0 0,0 0-1 0 0,1 0 1 0 0,-1 0-1 0 0,1 1 1 0 0,0-1-1 0 0,0 0 1 0 0,0 0-1 0 0,0 1 1 0 0,1-1-1 0 0,1-3 1 0 0,-1 5 21 0 0,-2 1-40 0 0,0 0 1 0 0,0 1-1 0 0,0-1 0 0 0,1 0 0 0 0,-1 1 0 0 0,0-1 1 0 0,0 0-1 0 0,1 1 0 0 0,-1-1 0 0 0,0 0 0 0 0,0 1 1 0 0,1-1-1 0 0,-1 0 0 0 0,0 0 0 0 0,1 0 1 0 0,-1 1-1 0 0,1-1 0 0 0,-1 0 0 0 0,0 0 0 0 0,1 0 1 0 0,-1 0-1 0 0,0 0 0 0 0,1 0 0 0 0,-1 1 0 0 0,1-1 1 0 0,-1 0-1 0 0,0 0 0 0 0,1 0 0 0 0,-1 0 0 0 0,1-1 1 0 0,-1 1-1 0 0,0 0 0 0 0,1 0 0 0 0,-1 0 0 0 0,1 0 1 0 0,-1 0-1 0 0,0 0 0 0 0,1-1 0 0 0,-1 1 0 0 0,0 0 1 0 0,1 0-1 0 0,-1 0 0 0 0,0-1 0 0 0,1 1 0 0 0,-1 0 1 0 0,0-1-1 0 0,0 1 0 0 0,1 0 0 0 0,-1 0 0 0 0,0-1 1 0 0,0 1-1 0 0,0 0 0 0 0,1-1 0 0 0,-1 1 0 0 0,0-1 1 0 0,0 1-1 0 0,0 0 0 0 0,0-1 0 0 0,0 1 0 0 0,0-1 1 0 0,0 1-1 0 0,0 0 0 0 0,0-1 0 0 0,0 1 0 0 0,0-1 1 0 0,0 1-1 0 0,0 0 0 0 0,0-1 0 0 0,35 37 427 0 0,-18-17-339 0 0,-15-14-92 0 0,27 16 0 0 0,-17-15 0 0 0,-11-6 0 0 0,0 0 0 0 0,0 1 0 0 0,-1-1 0 0 0,1 0 0 0 0,0 0 0 0 0,0 0 0 0 0,0 1 0 0 0,0-1 0 0 0,0 0 0 0 0,0 0 0 0 0,0 0 0 0 0,0 0 0 0 0,-1-1 0 0 0,1 1 0 0 0,0 0 0 0 0,0 0 0 0 0,0 0 0 0 0,0-1 0 0 0,0 1 0 0 0,0 0 0 0 0,-1-1 0 0 0,1 1 0 0 0,0-1 0 0 0,0 1 0 0 0,-1-1 0 0 0,1 0 0 0 0,0 1 0 0 0,-1-1 0 0 0,1 1 0 0 0,0-1 0 0 0,-1 0 0 0 0,1 0 0 0 0,0 0 0 0 0,14-13-322 0 0,-1 0 0 0 0,0 0-1 0 0,-1-1 1 0 0,0-1 0 0 0,-1-1 0 0 0,14-24 0 0 0,-19 29 259 0 0,-7 12 51 0 0,5-7 23 0 0,-1 1 0 0 0,-1-1 0 0 0,1 0 0 0 0,4-13 0 0 0,3 151 436 0 0,-9-120-500 0 0,0-1-1 0 0,1 0 0 0 0,0-1 1 0 0,0 1-1 0 0,1 0 0 0 0,0-1 0 0 0,1 0 1 0 0,0 0-1 0 0,7 9 0 0 0,20 15-3916 0 0,-32-33 3730 0 0,1 1 0 0 0,-1-1 0 0 0,1 0 0 0 0,-1 1 0 0 0,1-1 0 0 0,-1 0 0 0 0,1 0 0 0 0,-1 0 0 0 0,1 1 0 0 0,0-1 0 0 0,-1 0 0 0 0,1 0 0 0 0,-1 0 0 0 0,1 0 0 0 0,0 0 0 0 0,-1 0 0 0 0,1 0 0 0 0,-1 0 0 0 0,1 0 0 0 0,-1 0 0 0 0,1 0 0 0 0,0-1 0 0 0,-1 1 0 0 0,1 0 0 0 0,-1 0 0 0 0,1 0 0 0 0,-1-1 0 0 0,1 1 0 0 0,-1 0 0 0 0,1-1 0 0 0,-1 1 0 0 0,1 0 0 0 0,-1-1 0 0 0,1 0 0 0 0,8-10-8601 0 0,-3 2 3674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56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98 297 1236 0 0,'0'0'8154'0'0,"3"4"-6782"0"0,38 39 4150 0 0,-32-36-4190 0 0,-1 0-1 0 0,0 1 0 0 0,0 1 0 0 0,12 16 0 0 0,5 5 2061 0 0,-19-24-2510 0 0,-5-5 760 0 0,-5-3-1417 0 0,-23-19 185 0 0,1-1 0 0 0,-42-44 1 0 0,55 51-353 0 0,0 0 0 0 0,1-1 0 0 0,0 0 0 0 0,2-1 0 0 0,0-1 1 0 0,-10-23-1 0 0,18 36-76 0 0,0 1 1 0 0,0-1-1 0 0,1 0 1 0 0,-1 0 0 0 0,1 0-1 0 0,1 0 1 0 0,-1 0-1 0 0,0 0 1 0 0,1 0-1 0 0,0 0 1 0 0,1 0-1 0 0,-1 0 1 0 0,1 0-1 0 0,0 0 1 0 0,0 0 0 0 0,0 0-1 0 0,1 0 1 0 0,1-4-1 0 0,1 3-46 0 0,0 1 0 0 0,0 0 0 0 0,0 1 1 0 0,0-1-1 0 0,1 1 0 0 0,0 0 0 0 0,-1 0 0 0 0,2 0 0 0 0,-1 1 0 0 0,0-1 0 0 0,1 1 0 0 0,-1 1 0 0 0,1-1 1 0 0,8-2-1 0 0,3-1-21 0 0,0 1 0 0 0,0 0 1 0 0,1 1-1 0 0,0 1 0 0 0,0 0 1 0 0,0 1-1 0 0,0 2 0 0 0,0 0 1 0 0,26 3-1 0 0,-43-3 129 0 0,0 0-1 0 0,0 0 1 0 0,0 1-1 0 0,1-1 1 0 0,-1 1-1 0 0,0-1 1 0 0,0 1 0 0 0,0-1-1 0 0,0 1 1 0 0,0 0-1 0 0,0-1 1 0 0,0 1-1 0 0,0 0 1 0 0,0 0 0 0 0,0 0-1 0 0,-1 0 1 0 0,1 0-1 0 0,0 0 1 0 0,0 0 0 0 0,-1 0-1 0 0,1 0 1 0 0,-1 0-1 0 0,1 0 1 0 0,-1 1-1 0 0,0-1 1 0 0,1 0 0 0 0,-1 0-1 0 0,0 0 1 0 0,0 1-1 0 0,1-1 1 0 0,-1 0-1 0 0,0 0 1 0 0,0 1 0 0 0,-1-1-1 0 0,1 0 1 0 0,0 0-1 0 0,0 0 1 0 0,-1 1 0 0 0,1-1-1 0 0,0 0 1 0 0,-1 0-1 0 0,1 0 1 0 0,-2 2-1 0 0,0 5 243 0 0,-1-1 0 0 0,-1 1-1 0 0,0-1 1 0 0,0 1-1 0 0,-5 6 1 0 0,-58 57 268 0 0,60-64-554 0 0,-5 2-2286 0 0,16-11-3204 0 0,18-11-6901 0 0,-18 10 10551 0 0,4-2-4212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57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47 279 956 0 0,'0'0'2969'0'0,"-7"2"-1566"0"0,-19 7-45 0 0,25-9-1185 0 0,0 1 0 0 0,0 0 1 0 0,0-1-1 0 0,1 1 0 0 0,-1 0 0 0 0,0 0 0 0 0,0 0 1 0 0,0-1-1 0 0,1 1 0 0 0,-1 0 0 0 0,0 0 1 0 0,1 0-1 0 0,-1 0 0 0 0,1 1 0 0 0,-1-1 0 0 0,1 0 1 0 0,-1 0-1 0 0,1 0 0 0 0,0 0 0 0 0,0 0 1 0 0,0 1-1 0 0,-1-1 0 0 0,1 0 0 0 0,0 0 0 0 0,0 0 1 0 0,1 0-1 0 0,-1 1 0 0 0,0-1 0 0 0,0 0 1 0 0,1 0-1 0 0,-1 1 0 0 0,1 8 1495 0 0,1 6-711 0 0,1 1 0 0 0,1-1 1 0 0,1-1-1 0 0,0 1 1 0 0,1-1-1 0 0,0 0 1 0 0,1 0-1 0 0,11 16 0 0 0,-5-14 65 0 0,-11-15-892 0 0,-1-1 1 0 0,1 1-1 0 0,-1 0 1 0 0,1-1-1 0 0,-1 1 0 0 0,0 0 1 0 0,0 0-1 0 0,0 0 0 0 0,0 0 1 0 0,0 0-1 0 0,0 0 0 0 0,0 3 1 0 0,-1-4 891 0 0,2-5-929 0 0,-1-10-141 0 0,0 1 0 0 0,0-1 0 0 0,-1 0 0 0 0,-1 1-1 0 0,-1-1 1 0 0,-3-18 0 0 0,-4-48-551 0 0,9 75 572 0 0,-1-9-57 0 0,1-1 0 0 0,1 1 0 0 0,0 0 0 0 0,1 0 0 0 0,0 0 0 0 0,1 0 0 0 0,0 0 0 0 0,1 0 0 0 0,12-24 0 0 0,-16 37 114 0 0,0 0-1 0 0,0 0 1 0 0,0 0 0 0 0,1 1 0 0 0,-1-1 0 0 0,0 0 0 0 0,1 0 0 0 0,-1 0 0 0 0,1 1 0 0 0,-1-1 0 0 0,1 0 0 0 0,-1 0 0 0 0,1 1 0 0 0,-1-1 0 0 0,1 1 0 0 0,0-1 0 0 0,-1 0 0 0 0,1 1 0 0 0,0-1 0 0 0,0 1 0 0 0,-1-1 0 0 0,1 1 0 0 0,0 0 0 0 0,0-1 0 0 0,0 1 0 0 0,-1 0-1 0 0,1 0 1 0 0,0-1 0 0 0,0 1 0 0 0,0 0 0 0 0,0 0 0 0 0,0 0 0 0 0,0 0 0 0 0,-1 0 0 0 0,1 0 0 0 0,0 0 0 0 0,0 0 0 0 0,0 1 0 0 0,0-1 0 0 0,0 0 0 0 0,-1 0 0 0 0,1 1 0 0 0,0-1 0 0 0,0 1 0 0 0,0-1 0 0 0,-1 1 0 0 0,1-1 0 0 0,0 1 0 0 0,-1-1 0 0 0,1 1 0 0 0,0-1-1 0 0,-1 1 1 0 0,1 0 0 0 0,-1-1 0 0 0,1 1 0 0 0,-1 0 0 0 0,1 0 0 0 0,-1 0 0 0 0,1-1 0 0 0,-1 1 0 0 0,1 1 0 0 0,26 55 1994 0 0,-25-51-1764 0 0,6 36 900 0 0,-7-36-1010 0 0,-1-1 0 0 0,1 1 1 0 0,0-1-1 0 0,1 1 0 0 0,-1-1 0 0 0,4 9 0 0 0,-1-6-10 0 0,0-1-1 0 0,0 0 1 0 0,1 1-1 0 0,0-1 1 0 0,0-1-1 0 0,0 1 1 0 0,9 7-1 0 0,-9-11-134 0 0,-1 0 0 0 0,1 0 0 0 0,0 0 0 0 0,0-1 0 0 0,0 1 0 0 0,0-2 0 0 0,1 1 0 0 0,-1 0-1 0 0,0-1 1 0 0,1 0 0 0 0,-1 0 0 0 0,1 0 0 0 0,7-1 0 0 0,2 0-243 0 0,0-1 0 0 0,0 0 0 0 0,0-1 0 0 0,0 0 0 0 0,-1-1 0 0 0,1-1 0 0 0,-1-1 0 0 0,0 0 0 0 0,0 0 0 0 0,0-2 0 0 0,-1 0 0 0 0,0 0 0 0 0,17-13 0 0 0,-23 15 187 0 0,-1 0 1 0 0,0-1-1 0 0,0 1 0 0 0,0-1 1 0 0,-1 0-1 0 0,0-1 0 0 0,0 1 1 0 0,0-1-1 0 0,-1 0 0 0 0,0 0 0 0 0,-1-1 1 0 0,1 1-1 0 0,-1-1 0 0 0,-1 0 1 0 0,1 1-1 0 0,-2-1 0 0 0,1 0 1 0 0,-1 0-1 0 0,0-1 0 0 0,0 1 1 0 0,-1 0-1 0 0,0 0 0 0 0,-1 0 1 0 0,0 0-1 0 0,0-1 0 0 0,-3-9 0 0 0,3 14 131 0 0,0 1 0 0 0,0 0-1 0 0,0 0 1 0 0,0-1-1 0 0,0 1 1 0 0,-1 0-1 0 0,1 0 1 0 0,-1 0-1 0 0,0 0 1 0 0,0 1-1 0 0,0-1 1 0 0,0 0-1 0 0,-1 1 1 0 0,1-1-1 0 0,0 1 1 0 0,-1 0-1 0 0,0 0 1 0 0,0 0-1 0 0,0 0 1 0 0,0 1-1 0 0,-4-3 1 0 0,5 3 105 0 0,-35 25 532 0 0,36-23-701 0 0,0 1-1 0 0,-1 0 1 0 0,1 0-1 0 0,0-1 1 0 0,0 1 0 0 0,0 0-1 0 0,0 0 1 0 0,1 0-1 0 0,-1 0 1 0 0,0 0-1 0 0,1 1 1 0 0,-1-1 0 0 0,1 0-1 0 0,0 0 1 0 0,0 0-1 0 0,0 0 1 0 0,0 0 0 0 0,0 1-1 0 0,0-1 1 0 0,1 0-1 0 0,-1 0 1 0 0,1 0-1 0 0,-1 0 1 0 0,1 0 0 0 0,0 0-1 0 0,0 0 1 0 0,0 0-1 0 0,0 0 1 0 0,0 0 0 0 0,0 0-1 0 0,0-1 1 0 0,1 1-1 0 0,-1 0 1 0 0,1-1-1 0 0,-1 1 1 0 0,1-1 0 0 0,2 2-1 0 0,9 7 85 0 0,-1-1 1 0 0,1 0-1 0 0,0-1 0 0 0,17 7 0 0 0,-16-8 128 0 0,110 52 1188 0 0,-120-59-1416 0 0,-3 1 0 0 0,-1-1 0 0 0,1 0 0 0 0,0 0 0 0 0,0 1 0 0 0,0-1 0 0 0,0 1 0 0 0,0-1 0 0 0,0 1 0 0 0,-1-1 0 0 0,1 1 0 0 0,0-1 0 0 0,0 1 0 0 0,-1 0 0 0 0,1-1 0 0 0,0 1 0 0 0,-1 0 0 0 0,1 0 0 0 0,-1 0 0 0 0,2 1 0 0 0,-1 8 0 0 0,-3-6 0 0 0,-1-1 0 0 0,0 0 0 0 0,-1 0 0 0 0,1 0 0 0 0,0 0 0 0 0,-1 0 0 0 0,1-1 0 0 0,-1 0 0 0 0,0 1 0 0 0,0-2 0 0 0,0 1 0 0 0,0 0 0 0 0,0-1 0 0 0,0 1 0 0 0,-1-1 0 0 0,-6 1 0 0 0,-2 0 0 0 0,1 0 0 0 0,-1 0 0 0 0,0-1 0 0 0,1-1 0 0 0,-14-1 0 0 0,18 1 0 0 0,5 0 0 0 0,0 0 0 0 0,0-1 0 0 0,0 1 0 0 0,-1-1 0 0 0,1 1 0 0 0,0-1 0 0 0,0 0 0 0 0,0 0 0 0 0,0 0 0 0 0,0-1 0 0 0,0 1 0 0 0,1-1 0 0 0,-1 1 0 0 0,0-1 0 0 0,1 0 0 0 0,-1 0 0 0 0,1 0 0 0 0,-4-4 0 0 0,4-1 0 0 0,4-6 0 0 0,6 3 0 0 0,0 7 0 0 0,0 0 0 0 0,0 1 0 0 0,0 0 0 0 0,0 1 0 0 0,0 0 0 0 0,0 0 0 0 0,1 1 0 0 0,-1-1 0 0 0,0 2 0 0 0,1-1 0 0 0,-1 1 0 0 0,0 1 0 0 0,14 4 0 0 0,-15-5 0 0 0,33 9-2 0 0,1-3-1 0 0,58 5 0 0 0,-88-12-6 0 0,0 1 0 0 0,1-2-1 0 0,-1 1 1 0 0,0-2-1 0 0,0 1 1 0 0,0-2-1 0 0,0 1 1 0 0,0-2-1 0 0,0 1 1 0 0,-1-1-1 0 0,1-1 1 0 0,-1 0 0 0 0,0 0-1 0 0,10-9 1 0 0,-14 9-103 0 0,0-1 0 0 0,-1 0 0 0 0,0 0 1 0 0,0 0-1 0 0,-1-1 0 0 0,0 0 0 0 0,0 0 0 0 0,0 0 1 0 0,-1 0-1 0 0,0 0 0 0 0,-1-1 0 0 0,1 1 1 0 0,-1-1-1 0 0,-1 0 0 0 0,0 0 0 0 0,0 0 1 0 0,0 0-1 0 0,-1 0 0 0 0,0 0 0 0 0,0 1 0 0 0,-1-1 1 0 0,0 0-1 0 0,-1 0 0 0 0,0 0 0 0 0,0 1 1 0 0,0-1-1 0 0,-5-7 0 0 0,6 11 142 0 0,-1 0-1 0 0,0 0 1 0 0,-1 0-1 0 0,1 0 1 0 0,-1 1-1 0 0,1-1 1 0 0,-1 1-1 0 0,0 0 1 0 0,-5-4-1 0 0,1 0 17 0 0,6 5-24 0 0,0 1 0 0 0,-1-1 0 0 0,1 1 0 0 0,0 0 0 0 0,0 0 0 0 0,-1 0-1 0 0,1 0 1 0 0,-1 0 0 0 0,1 0 0 0 0,-1 0 0 0 0,1 0 0 0 0,-1 0 0 0 0,0 1 0 0 0,1-1 0 0 0,-1 1 0 0 0,0-1 0 0 0,1 1 0 0 0,-1-1 0 0 0,0 1 0 0 0,0 0 0 0 0,1 0 0 0 0,-1 0 0 0 0,0 0 0 0 0,0 0 0 0 0,0 1 0 0 0,1-1 0 0 0,-1 0 0 0 0,0 1 0 0 0,1-1 0 0 0,-1 1 0 0 0,0 0 0 0 0,1 0-1 0 0,-4 1 1 0 0,5 0-16 0 0,0-1 0 0 0,-1 1 0 0 0,1-1 0 0 0,0 1 0 0 0,0-1 0 0 0,0 0-1 0 0,0 1 1 0 0,0-1 0 0 0,1 1 0 0 0,-1-1 0 0 0,0 1 0 0 0,1-1 0 0 0,-1 0-1 0 0,1 1 1 0 0,-1-1 0 0 0,1 0 0 0 0,0 1 0 0 0,-1-1 0 0 0,1 0 0 0 0,1 2-1 0 0,18 28 114 0 0,108 67 720 0 0,-127-97-831 0 0,0-1-1 0 0,0 1 1 0 0,0 0 0 0 0,0 0-1 0 0,-1 0 1 0 0,1 0-1 0 0,0 0 1 0 0,-1 0 0 0 0,1 0-1 0 0,-1 0 1 0 0,1 0-1 0 0,-1 0 1 0 0,1 0 0 0 0,-1 0-1 0 0,0 0 1 0 0,1 0 0 0 0,-1 1-1 0 0,0-1 1 0 0,0 0-1 0 0,0 0 1 0 0,0 0 0 0 0,0 0-1 0 0,0 1 1 0 0,0-1-1 0 0,0 0 1 0 0,-1 0 0 0 0,1 2-1 0 0,-2-1 25 0 0,1 1-1 0 0,-1-1 1 0 0,1 0-1 0 0,-1 1 0 0 0,0-1 1 0 0,0 0-1 0 0,0 0 1 0 0,0 0-1 0 0,0-1 1 0 0,0 1-1 0 0,-4 1 1 0 0,-6 5 98 0 0,-1-1 0 0 0,0-1 0 0 0,-19 6 0 0 0,18-6-130 0 0,-46 9 0 0 0,60-15 0 0 0,0-1 0 0 0,1 1 0 0 0,-1 0 0 0 0,0 0 0 0 0,0 0 0 0 0,0 0 0 0 0,0 0 0 0 0,0-1-1 0 0,0 1 1 0 0,0 0 0 0 0,0 0 0 0 0,0 0 0 0 0,0 0 0 0 0,0 0 0 0 0,0 0 0 0 0,0-1 0 0 0,0 1 0 0 0,0 0 0 0 0,0 0 0 0 0,0 0 0 0 0,0 0 0 0 0,0 0 0 0 0,-1-1 0 0 0,1 1 0 0 0,0 0-1 0 0,0 0 1 0 0,0 0 0 0 0,0 0 0 0 0,0 0 0 0 0,0 0 0 0 0,0 0 0 0 0,0-1 0 0 0,0 1 0 0 0,-1 0 0 0 0,1 0 0 0 0,0 0 0 0 0,0 0 0 0 0,0 0 0 0 0,0 0 0 0 0,0 0 0 0 0,0 0 0 0 0,-1 0-1 0 0,1 0 1 0 0,0 0 0 0 0,0 0 0 0 0,0 0 0 0 0,0 0 0 0 0,0 0 0 0 0,0 0 0 0 0,-1 0 0 0 0,1 0 0 0 0,0 0 0 0 0,0 0 0 0 0,0 0 0 0 0,0 0 0 0 0,0 0 0 0 0,-1 0 0 0 0,1 0 0 0 0,0 0-1 0 0,0 0 1 0 0,0 0 0 0 0,0 0 0 0 0,0 0 0 0 0,0 0 0 0 0,-1 1 0 0 0,1-1 0 0 0,0 0 0 0 0,0 0 0 0 0,6-6-26 0 0,0 0 0 0 0,0 0 0 0 0,1 1 0 0 0,0 0 1 0 0,0 0-1 0 0,0 1 0 0 0,0-1 0 0 0,1 2 0 0 0,0-1 0 0 0,-1 1 0 0 0,12-3 0 0 0,17-5 37 0 0,50-10-1 0 0,-1 12 142 0 0,-43 6-81 0 0,52-11 0 0 0,-73 12-71 0 0,-18 1 0 0 0,28-26 0 0 0,-24 20 0 0 0,-5-1 0 0 0,-1 5 0 0 0,-9 21 0 0 0,-4 5 0 0 0,12-23 0 0 0,-1 1 0 0 0,1 0 0 0 0,-1 0 0 0 0,1 0 0 0 0,0-1 0 0 0,-1 1 0 0 0,1 0 0 0 0,0 0 0 0 0,0 0 0 0 0,0 0 0 0 0,0-1 0 0 0,0 1 0 0 0,0 0 0 0 0,0 0 0 0 0,0 0 0 0 0,0 0 0 0 0,0 0 0 0 0,0-1 0 0 0,0 1 0 0 0,0 0 0 0 0,1 0 0 0 0,-1 0 0 0 0,0-1 0 0 0,2 3 0 0 0,3 15 0 0 0,-5-17-51 0 0,0-1 0 0 0,0 1 1 0 0,0 0-1 0 0,0-1 0 0 0,0 1 0 0 0,1 0 0 0 0,-1-1 0 0 0,0 1 1 0 0,0-1-1 0 0,0 1 0 0 0,1 0 0 0 0,-1-1 0 0 0,0 1 0 0 0,1 0 1 0 0,-1-1-1 0 0,0 1 0 0 0,1-1 0 0 0,-1 1 0 0 0,1-1 1 0 0,-1 1-1 0 0,1-1 0 0 0,-1 1 0 0 0,1-1 0 0 0,-1 0 0 0 0,1 1 1 0 0,-1-1-1 0 0,1 0 0 0 0,0 1 0 0 0,-1-1 0 0 0,1 0 0 0 0,-1 0 1 0 0,1 0-1 0 0,0 1 0 0 0,-1-1 0 0 0,1 0 0 0 0,0 0 0 0 0,-1 0 1 0 0,2 0-1 0 0,10-13-3074 0 0,-11 11 2645 0 0,5-5-359 0 0,0 0 1 0 0,-1-1-1 0 0,1 1 1 0 0,-1-1 0 0 0,-1-1-1 0 0,0 1 1 0 0,0 0-1 0 0,0-1 1 0 0,-1 0-1 0 0,2-12 1 0 0,6-27-7655 0 0,-6 13 3169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00.2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97 388 0 0,'-7'-37'7639'0'0,"0"21"-5201"0"0,-23-27 14914 0 0,22 58-15860 0 0,7-14-1437 0 0,0-1 0 0 0,0 1 0 0 0,1 0 1 0 0,-1 0-1 0 0,0 0 0 0 0,0 0 0 0 0,1 1 1 0 0,-1-1-1 0 0,1 0 0 0 0,-1 0 1 0 0,1 0-1 0 0,0 0 0 0 0,-1 1 0 0 0,1-1 1 0 0,0 0-1 0 0,0 2 0 0 0,2 32 155 0 0,1-1 0 0 0,2 0 0 0 0,2-1 0 0 0,1 1 0 0 0,2-1 0 0 0,0-1-1 0 0,3 0 1 0 0,1 0 0 0 0,1-1 0 0 0,1-1 0 0 0,29 40 0 0 0,-38-61-210 0 0,1 2 0 0 0,-8-8 0 0 0,-19-40 0 0 0,17 30 0 0 0,1 5 0 0 0,1 0 0 0 0,-1 0 0 0 0,0 0 0 0 0,1-1 0 0 0,-1 1 0 0 0,1 0 0 0 0,0-1 0 0 0,0 1 0 0 0,0 0 0 0 0,0-1 0 0 0,0 1 0 0 0,0 0 0 0 0,1-1 0 0 0,-1 1 0 0 0,1 0 0 0 0,-1 0 0 0 0,1-1 0 0 0,0 1 0 0 0,0 0 0 0 0,0 0 0 0 0,0 0 0 0 0,0 0 0 0 0,1 0 0 0 0,2-3 0 0 0,1-1 0 0 0,1 1 0 0 0,0 0 0 0 0,-1 0 0 0 0,2 0 0 0 0,6-4 0 0 0,-11 8 0 0 0,10-7 0 0 0,0 1 0 0 0,0 0 0 0 0,0 1 0 0 0,1 0 0 0 0,-1 1 0 0 0,1 1 0 0 0,1 0 0 0 0,-1 0 0 0 0,0 2 0 0 0,1 0 0 0 0,0 0 0 0 0,-1 1 0 0 0,1 1 0 0 0,0 0 0 0 0,0 1 0 0 0,14 2 0 0 0,-26-2 0 0 0,1-1 0 0 0,-1 1 0 0 0,1 0 0 0 0,-1 0 0 0 0,0 0 0 0 0,1 0 0 0 0,-1 0 0 0 0,0 1 0 0 0,0-1 0 0 0,0 1 0 0 0,0-1 0 0 0,0 1 0 0 0,0 0 0 0 0,0 0 0 0 0,-1-1 0 0 0,1 1 0 0 0,-1 0 0 0 0,1 1 0 0 0,-1-1 0 0 0,2 4 0 0 0,-2-3 0 0 0,0 1 0 0 0,0 0 0 0 0,-1 0 0 0 0,1-1 0 0 0,-1 1 0 0 0,0 0 0 0 0,0 0 0 0 0,-1-1 0 0 0,1 1 0 0 0,-1 0 0 0 0,1 0 0 0 0,-3 5 0 0 0,-2 4 0 0 0,0 0 0 0 0,-1-1 0 0 0,0 1 0 0 0,-1-1 0 0 0,0 0 0 0 0,-13 14 0 0 0,11-14 0 0 0,-1 0 0 0 0,0-1 0 0 0,0-1 0 0 0,-1 0 0 0 0,0 0 0 0 0,-21 13 0 0 0,20-18 0 0 0,0 0 0 0 0,12-5 0 0 0,-1 1 0 0 0,0-1 0 0 0,1 0 0 0 0,-1 0 0 0 0,0 1 0 0 0,1-1 0 0 0,-1 0 0 0 0,0 0 0 0 0,1 0 0 0 0,-1 0 0 0 0,0 1 0 0 0,1-1 0 0 0,-1 0 0 0 0,0 0 0 0 0,0 0 0 0 0,1-1 0 0 0,-1 1 0 0 0,0 0 0 0 0,1 0 0 0 0,-1 0 0 0 0,0 0 0 0 0,1-1 0 0 0,-1 1 0 0 0,0 0 0 0 0,1-1 0 0 0,-1 1 0 0 0,1 0 0 0 0,-1-1 0 0 0,0 1 0 0 0,1-1 0 0 0,-1 1 0 0 0,1-1 0 0 0,0 1 0 0 0,-1-1 0 0 0,1 0 0 0 0,-1 0 0 0 0,1 1 0 0 0,-5-10 0 0 0,12-2-389 0 0,0 0 1 0 0,1 1-1 0 0,0 0 1 0 0,1 0-1 0 0,0 1 1 0 0,0 0-1 0 0,1 1 1 0 0,14-11-1 0 0,38-31-1394 0 0,-43 34 1325 0 0,1 1 0 0 0,21-14 0 0 0,-29 24 751 0 0,-10 5-145 0 0,1 0 0 0 0,-1 0 0 0 0,0-1 0 0 0,0 1 1 0 0,0-1-1 0 0,0 1 0 0 0,0-1 0 0 0,0 1 0 0 0,0-1 1 0 0,1-2-1 0 0,-2 3 1242 0 0,2 3-1174 0 0,37 34 577 0 0,-33-28-720 0 0,0-1 1 0 0,0 0-1 0 0,0-1 1 0 0,1 0-1 0 0,0 0 1 0 0,9 5 0 0 0,-6-4-128 0 0,1-2 1 0 0,-1 1-1 0 0,1-2 1 0 0,0 1-1 0 0,0-2 1 0 0,0 1-1 0 0,1-2 1 0 0,-1 0-1 0 0,23 1 1 0 0,-33-3 45 0 0,1-1 1 0 0,0 0-1 0 0,-1 0 1 0 0,1 0-1 0 0,-1 0 1 0 0,1 0-1 0 0,-1-1 1 0 0,0 1-1 0 0,0-1 1 0 0,1 1 0 0 0,-1-1-1 0 0,0 0 1 0 0,0 0-1 0 0,-1 0 1 0 0,1 0-1 0 0,0 0 1 0 0,-1-1-1 0 0,1 1 1 0 0,-1 0-1 0 0,0-1 1 0 0,0 1-1 0 0,0-1 1 0 0,0 1-1 0 0,0-1 1 0 0,0 0-1 0 0,-1 1 1 0 0,1-1-1 0 0,-1 0 1 0 0,0 0-1 0 0,0-3 1 0 0,1-2 22 0 0,-1 1-1 0 0,0-1 1 0 0,-1 0-1 0 0,0 1 1 0 0,0-1 0 0 0,0 1-1 0 0,-1 0 1 0 0,0-1-1 0 0,-1 1 1 0 0,-2-7-1 0 0,-2 2 654 0 0,-3-2-2564 0 0,5 11-4272 0 0,0 7 5064 0 0,-3 3 546 0 0,5-3-3479 0 0,-1 1-3680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00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7 572 0 0,'11'-7'27735'0'0,"21"51"-26356"0"0,36 65-1 0 0,20 29 325 0 0,-63-104-1703 0 0,2-1 0 0 0,1-1 0 0 0,43 37 0 0 0,-67-67 0 0 0,15 21 0 0 0,-14-15-171 0 0,-10-15-2169 0 0,-3-2 3094 0 0,-2-3-5333 0 0,3 1-8350 0 0,1 0 5340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00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0 1452 0 0,'0'0'8239'0'0,"-3"3"-6278"0"0,2 0-1531 0 0,-1-1 1 0 0,0 0-1 0 0,1 0 1 0 0,0 0-1 0 0,-1 1 1 0 0,1-1-1 0 0,0 1 0 0 0,0-1 1 0 0,0 1-1 0 0,1-1 1 0 0,-1 1-1 0 0,1-1 1 0 0,-1 1-1 0 0,1 0 1 0 0,0-1-1 0 0,0 1 1 0 0,0 0-1 0 0,0-1 1 0 0,1 1-1 0 0,-1 0 0 0 0,1-1 1 0 0,-1 1-1 0 0,1-1 1 0 0,0 1-1 0 0,0-1 1 0 0,2 4-1 0 0,0 1 96 0 0,1-1 0 0 0,1 1 0 0 0,-1-1 0 0 0,1 0 0 0 0,0 0 0 0 0,1-1 0 0 0,-1 0 0 0 0,11 8 0 0 0,-14-11-697 0 0,0-1 0 0 0,-1 1 0 0 0,1-1 0 0 0,0 1 0 0 0,0-1-1 0 0,0 0 1 0 0,0 0 0 0 0,0 0 0 0 0,0 0 0 0 0,0 0 0 0 0,0-1 0 0 0,0 1 0 0 0,1-1 0 0 0,-1 1 0 0 0,0-1 0 0 0,0 0 0 0 0,0 0 0 0 0,4 0 0 0 0,-5-1-70 0 0,0 0 1 0 0,1 0 0 0 0,-1-1-1 0 0,0 1 1 0 0,0 0 0 0 0,1-1 0 0 0,-1 1-1 0 0,0-1 1 0 0,0 0 0 0 0,-1 1-1 0 0,1-1 1 0 0,0 0 0 0 0,-1 1 0 0 0,1-1-1 0 0,-1 0 1 0 0,1 0 0 0 0,-1 1 0 0 0,0-1-1 0 0,1 0 1 0 0,-1 0 0 0 0,0 0-1 0 0,0 0 1 0 0,-1 1 0 0 0,1-1 0 0 0,-1-2-1 0 0,-5-36-8935 0 0,5 20 3926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01.0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86 1380 0 0,'-11'-26'1609'0'0,"-4"-6"4151"0"0,9 20-1407 0 0,-6-3 7235 0 0,12 21-10794 0 0,4 26 445 0 0,6 34 283 0 0,6-25-5793 0 0,-16-40 4017 0 0,1-1 1 0 0,-1 1 0 0 0,1-1 0 0 0,-1 1 0 0 0,1-1 0 0 0,-1 0 0 0 0,1 1 0 0 0,-1-1-1 0 0,1 0 1 0 0,-1 0 0 0 0,1 1 0 0 0,-1-1 0 0 0,1 0 0 0 0,0 0 0 0 0,-1 0 0 0 0,1 1-1 0 0,-1-1 1 0 0,1 0 0 0 0,0 0 0 0 0,-1 0 0 0 0,1 0 0 0 0,-1 0 0 0 0,1 0 0 0 0,0-1-1 0 0,-1 1 1 0 0,1 0 0 0 0,-1 0 0 0 0,1 0 0 0 0,-1 0 0 0 0,2-1 0 0 0,15-8-6411 0 0,-16 9 6665 0 0,13-7-5325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01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39 2500 0 0,'9'-13'1595'0'0,"-8"12"-1246"0"0,0-1-1 0 0,0 1 1 0 0,0 0-1 0 0,0 0 1 0 0,0-1-1 0 0,0 1 1 0 0,-1-1-1 0 0,1 1 0 0 0,-1 0 1 0 0,1-1-1 0 0,-1 1 1 0 0,1-1-1 0 0,-1-6 11610 0 0,-5 13-10796 0 0,3-2-991 0 0,-1-1 0 0 0,1 1 0 0 0,0 0 0 0 0,0 0 0 0 0,0 0 0 0 0,1 0 0 0 0,-1 0 0 0 0,1 1 0 0 0,-1-1 1 0 0,1 0-1 0 0,0 1 0 0 0,-1 5 0 0 0,-1 54 2160 0 0,4-47-2011 0 0,0 1-1 0 0,2 0 1 0 0,0-1-1 0 0,1 0 1 0 0,1 0-1 0 0,0 0 1 0 0,1 0-1 0 0,0-1 0 0 0,13 21 1 0 0,11 13 618 0 0,48 61 0 0 0,-65-93-739 0 0,0-1-1 0 0,1 0 1 0 0,1-1 0 0 0,1-1-1 0 0,0 0 1 0 0,22 14 0 0 0,-62-40-199 0 0,-1 1 1 0 0,0 1 0 0 0,-1 1 0 0 0,-32-7-1 0 0,1 0-14 0 0,57 16 5 0 0,0 0 1 0 0,0 0-1 0 0,0 0 1 0 0,0 0-1 0 0,0 0 0 0 0,1 0 1 0 0,-1-1-1 0 0,0 1 1 0 0,0 0-1 0 0,0 0 0 0 0,0 0 1 0 0,0 0-1 0 0,0 0 1 0 0,0 0-1 0 0,0 0 0 0 0,0 0 1 0 0,0 0-1 0 0,0 0 1 0 0,0 0-1 0 0,1-1 0 0 0,-1 1 1 0 0,0 0-1 0 0,0 0 1 0 0,0 0-1 0 0,0 0 0 0 0,0 0 1 0 0,0 0-1 0 0,0 0 1 0 0,0 0-1 0 0,0-1 0 0 0,0 1 1 0 0,0 0-1 0 0,0 0 1 0 0,0 0-1 0 0,0 0 0 0 0,0 0 1 0 0,0 0-1 0 0,0 0 1 0 0,0 0-1 0 0,-1 0 0 0 0,1-1 1 0 0,0 1-1 0 0,0 0 1 0 0,0 0-1 0 0,0 0 0 0 0,0 0 1 0 0,0 0-1 0 0,0 0 1 0 0,0 0-1 0 0,0 0 0 0 0,0 0 1 0 0,0 0-1 0 0,0 0 1 0 0,0-1-1 0 0,-1 1 0 0 0,1 0 1 0 0,0 0-1 0 0,0 0 1 0 0,0 0-1 0 0,0 0 0 0 0,0 0 1 0 0,0 0-1 0 0,0 0 1 0 0,-1 0-1 0 0,17-6-121 0 0,24-3 24 0 0,229-23-1727 0 0,-241 25 286 0 0,-22 5-7861 0 0,-7 1 9295 0 0,-22-8-3366 0 0,1 6-2413 0 0,5 3 448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05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354 244 976 0 0,'1'-2'9403'0'0,"2"-11"12313"0"0,-2 9-19835 0 0,-1 1-5602 0 0,-1-13 3970 0 0,-2 1 0 0 0,0-1 1 0 0,0 1-1 0 0,-2 0 1 0 0,0 0-1 0 0,0 0 0 0 0,-1 0 1 0 0,-1 1-1 0 0,-17-26 0 0 0,22 37-248 0 0,-1-1 0 0 0,0 1 0 0 0,0 0 0 0 0,0-1 0 0 0,0 1 0 0 0,0 0 0 0 0,-1 1 0 0 0,1-1 0 0 0,-1 1 0 0 0,0-1 0 0 0,0 1 0 0 0,0 0-1 0 0,0 1 1 0 0,0-1 0 0 0,0 1 0 0 0,0-1 0 0 0,0 1 0 0 0,-1 1 0 0 0,-6-2 0 0 0,4 2-1 0 0,0 1 1 0 0,0 0-1 0 0,0 0 1 0 0,0 0-1 0 0,1 1 0 0 0,-1 0 1 0 0,0 0-1 0 0,1 1 0 0 0,0 0 1 0 0,-1 0-1 0 0,-8 6 1 0 0,4-2-2 0 0,0 1 1 0 0,1 0 0 0 0,0 1-1 0 0,0 0 1 0 0,1 1 0 0 0,0-1-1 0 0,1 2 1 0 0,0-1-1 0 0,1 1 1 0 0,0 0 0 0 0,1 1-1 0 0,-10 22 1 0 0,15-29 0 0 0,-1 1 0 0 0,1-1 0 0 0,0 1 0 0 0,0-1 0 0 0,1 1 0 0 0,-1 0 0 0 0,1-1 0 0 0,0 1 0 0 0,1-1 0 0 0,0 1 0 0 0,0 0 0 0 0,0-1 0 0 0,0 1 0 0 0,1-1 0 0 0,0 0 0 0 0,0 0 0 0 0,0 1 0 0 0,1-1 0 0 0,3 5 0 0 0,-3-6 0 0 0,1 0 0 0 0,-1-1 0 0 0,1 1 0 0 0,0-1 0 0 0,0 0 0 0 0,0 1 0 0 0,1-2 0 0 0,-1 1 0 0 0,1 0 0 0 0,0-1 0 0 0,-1 0 0 0 0,1 0 0 0 0,0-1 0 0 0,0 1 0 0 0,0-1 0 0 0,0 0 0 0 0,0 0 0 0 0,1-1 0 0 0,-1 1 0 0 0,10-2 0 0 0,-7 1 0 0 0,1-1 0 0 0,-1 0 0 0 0,1-1 0 0 0,-1 0 0 0 0,0 0 0 0 0,1 0 0 0 0,-1-1 0 0 0,-1-1 0 0 0,1 1 0 0 0,0-1 0 0 0,-1-1 0 0 0,0 1 0 0 0,0-1 0 0 0,0 0 0 0 0,7-8 0 0 0,-4 3 0 0 0,-1-1 0 0 0,0 0 0 0 0,-1 0 0 0 0,0-1 0 0 0,-1 0 0 0 0,0-1 0 0 0,0 0 0 0 0,5-18 0 0 0,-8 14 0 0 0,7-1 0 0 0,-8 14 0 0 0,4-4 0 0 0,5 10 0 0 0,-8 1 0 0 0,1 0 0 0 0,-1 1 0 0 0,0-1 0 0 0,0 1 0 0 0,0 0 0 0 0,0 1 0 0 0,0-1 0 0 0,-1 0 0 0 0,0 1 0 0 0,5 9 0 0 0,24 62 0 0 0,-6-14 0 0 0,17 20 0 0 0,-34-77 0 0 0,6-15-370 0 0,-8-7-3024 0 0,-7 10-1914 0 0,0-1-4614 0 0,0 1 2178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17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60 1828 0 0,'-2'0'16357'0'0,"-8"4"-4023"0"0,4 65-11413 0 0,3-54-732 0 0,1 0 1 0 0,1 1-1 0 0,1-1 1 0 0,0 0 0 0 0,1 1-1 0 0,3 20 1 0 0,-2-30-190 0 0,-2-3 0 0 0,1 0 0 0 0,0 0 0 0 0,0 0 0 0 0,0 0 0 0 0,0 0 0 0 0,0 0 0 0 0,1 0 0 0 0,0 0 0 0 0,-1 0 0 0 0,1-1 0 0 0,2 4 0 0 0,-2-5 0 0 0,0 0 0 0 0,0 0 0 0 0,0 0 0 0 0,0 0 0 0 0,0 0 0 0 0,0 0 0 0 0,0 0 0 0 0,0-1 0 0 0,0 1 0 0 0,1-1 0 0 0,-1 0 0 0 0,0 1 0 0 0,0-1 0 0 0,0 0 0 0 0,1 0 0 0 0,-1 0 0 0 0,0-1 0 0 0,0 1 0 0 0,0-1 0 0 0,1 1 0 0 0,-1-1 0 0 0,0 1 0 0 0,0-1 0 0 0,0 0 0 0 0,0 0 0 0 0,3-2 0 0 0,-1 1 0 0 0,8-3 0 0 0,-1 0 0 0 0,1-1 0 0 0,-1 0 0 0 0,-1 0 0 0 0,1-2 0 0 0,-1 1 0 0 0,0-1 0 0 0,-1-1 0 0 0,0 1 0 0 0,0-2 0 0 0,-1 1 0 0 0,0-1 0 0 0,-1 0 0 0 0,0-1 0 0 0,0 0 0 0 0,-1 0 0 0 0,8-23 0 0 0,-12 22 0 0 0,-1-10 0 0 0,0 21 0 0 0,-1 1 0 0 0,0-1 0 0 0,0 1 0 0 0,0-1 0 0 0,0 1 0 0 0,0 0 0 0 0,0-1 0 0 0,0 1 0 0 0,0-1 0 0 0,0 1 0 0 0,0-1 0 0 0,-1 1 0 0 0,1 0 0 0 0,0-1 0 0 0,0 1 0 0 0,0-1 0 0 0,0 1 0 0 0,-1 0 0 0 0,1-1 0 0 0,0 1 0 0 0,0-1 0 0 0,-1 1 0 0 0,1 0 0 0 0,0-1 0 0 0,-1 1 0 0 0,1 0 0 0 0,0 0 0 0 0,-1-1 0 0 0,0 1 0 0 0,-2-4 0 0 0,-5-2 0 0 0,-9 6 0 0 0,13 1 0 0 0,1 0 0 0 0,-1 0 0 0 0,1 0 0 0 0,-1 1 0 0 0,1-1 0 0 0,0 1 0 0 0,0 0 0 0 0,0 0 0 0 0,0 0 0 0 0,0 0 0 0 0,0 1 0 0 0,0-1 0 0 0,1 1 0 0 0,-1 0 0 0 0,1 0 0 0 0,0-1 0 0 0,0 2 0 0 0,0-1 0 0 0,0 0 0 0 0,1 0 0 0 0,-1 0 0 0 0,1 1 0 0 0,-2 5 0 0 0,2-5 0 0 0,0 0 0 0 0,0 0 0 0 0,0 0 0 0 0,1 1 0 0 0,-1-1 0 0 0,1 0 0 0 0,0 0 0 0 0,0 1 0 0 0,1-1 0 0 0,-1 0 0 0 0,1 0 0 0 0,0 0 0 0 0,0 0 0 0 0,0 0 0 0 0,1 0 0 0 0,0 0 0 0 0,-1 0 0 0 0,1 0 0 0 0,0-1 0 0 0,4 5 0 0 0,1-1 0 0 0,1-1 0 0 0,-1 0 0 0 0,1 0 0 0 0,1-1 0 0 0,-1 0 0 0 0,1 0 0 0 0,-1-1 0 0 0,1-1 0 0 0,1 1 0 0 0,-1-1 0 0 0,0-1 0 0 0,1 1 0 0 0,-1-2 0 0 0,1 1 0 0 0,17-1 0 0 0,12 0 0 0 0,-1-2 0 0 0,62-8 0 0 0,-82 7 0 0 0,0-1 0 0 0,0-1 0 0 0,0-1 0 0 0,-1 0 0 0 0,0-1 0 0 0,19-10 0 0 0,-30 13 0 0 0,0 0 0 0 0,0-1 0 0 0,0 0 0 0 0,0 0 0 0 0,-1-1 0 0 0,0 0 0 0 0,0 0 0 0 0,0 0 0 0 0,0 0 0 0 0,-1-1 0 0 0,0 0 0 0 0,0 1 0 0 0,-1-2 0 0 0,1 1 0 0 0,-1 0 0 0 0,-1-1 0 0 0,1 1 0 0 0,2-12 0 0 0,-5 15 0 0 0,1 0 0 0 0,-1 0 0 0 0,0 0 0 0 0,0 0 0 0 0,0 0 0 0 0,0 0 0 0 0,-1 0 0 0 0,1 0 0 0 0,-1 0 0 0 0,0 0 0 0 0,1 0 0 0 0,-2 0 0 0 0,1 1 0 0 0,0-1 0 0 0,0 0 0 0 0,-1 0 0 0 0,1 1 0 0 0,-1-1 0 0 0,0 1 0 0 0,0 0 0 0 0,-3-3 0 0 0,-10-10 0 0 0,-1 1 0 0 0,-30-19 0 0 0,43 31 0 0 0,5 3 0 0 0,15 14 0 0 0,-1-6 0 0 0,8 4-2662 0 0,-13 8-7148 0 0,-11-21 9544 0 0,0 1 1 0 0,0-1 0 0 0,0 1 0 0 0,0-1-1 0 0,0 0 1 0 0,0 1 0 0 0,0-1 0 0 0,0 1-1 0 0,0-1 1 0 0,0 0 0 0 0,0 1 0 0 0,1-1-1 0 0,-1 0 1 0 0,0 1 0 0 0,0-1-1 0 0,0 0 1 0 0,1 1 0 0 0,-1-1 0 0 0,0 0-1 0 0,1 1 1 0 0,-1-1 0 0 0,0 0 0 0 0,1 0-1 0 0,-1 1 1 0 0,0-1 0 0 0,1 0 0 0 0,-1 0-1 0 0,0 0 1 0 0,1 1 0 0 0,-1-1 0 0 0,0 0-1 0 0,2 0 1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17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26 171 844 0 0,'-10'4'16977'0'0,"2"1"-8099"0"0,3 2-5751 0 0,4-6-3186 0 0,1 0-1 0 0,-1 0 1 0 0,1 0-1 0 0,0 0 1 0 0,0 0-1 0 0,-1 0 1 0 0,1 0-1 0 0,0 0 1 0 0,0 0-1 0 0,0 0 1 0 0,0 0-1 0 0,0 0 1 0 0,1 0-1 0 0,-1 0 1 0 0,0 0-1 0 0,0 0 1 0 0,1 0-1 0 0,-1 0 1 0 0,0 0-1 0 0,1 0 0 0 0,-1 0 1 0 0,2 1-1 0 0,7 9 2486 0 0,-4-8-2377 0 0,0 1 1 0 0,0-1-1 0 0,0-1 1 0 0,1 1-1 0 0,-1-1 1 0 0,0 0-1 0 0,1 0 1 0 0,0 0-1 0 0,-1-1 1 0 0,1 0-1 0 0,0 0 1 0 0,0 0-1 0 0,0-1 1 0 0,0 0-1 0 0,-1 0 1 0 0,1-1-1 0 0,0 1 0 0 0,0-1 1 0 0,0-1-1 0 0,6-1 1 0 0,1-1 56 0 0,1 0-1 0 0,-1-1 1 0 0,1 0-1 0 0,-1-1 1 0 0,-1-1 0 0 0,1 0-1 0 0,11-10 1 0 0,-14 8-106 0 0,-1-1 0 0 0,0 0 0 0 0,0-1 0 0 0,-1 0 0 0 0,-1 0 0 0 0,0-1 0 0 0,0 0 0 0 0,5-16 0 0 0,-10 25 0 0 0,-1-10 0 0 0,-3-14 0 0 0,-6 7 0 0 0,5 18 0 0 0,-4-4 0 0 0,3 6 0 0 0,1-1 0 0 0,0 1 0 0 0,-1 0 0 0 0,1 0 0 0 0,0 0 0 0 0,-1 0 0 0 0,1 0 0 0 0,0 1 0 0 0,-1-1 0 0 0,1 1 0 0 0,0 0 0 0 0,0 0 0 0 0,-1 0 0 0 0,1 0 0 0 0,0 1 0 0 0,0-1 0 0 0,0 1 0 0 0,1 0 0 0 0,-1 0 0 0 0,0 0 0 0 0,1 0 0 0 0,-1 1 0 0 0,1-1 0 0 0,-3 4 0 0 0,0-1 0 0 0,2-2 0 0 0,0 0 0 0 0,0 0 0 0 0,0 0 0 0 0,1 0 0 0 0,-1 1 0 0 0,1-1 0 0 0,0 1 0 0 0,0 0 0 0 0,0-1 0 0 0,1 1 0 0 0,-1 0 0 0 0,1 0 0 0 0,0 0 0 0 0,0 0 0 0 0,0 0 0 0 0,0 0 0 0 0,1 1 0 0 0,0-1 0 0 0,0 0 0 0 0,0 0 0 0 0,0 0 0 0 0,1 0 0 0 0,0 0 0 0 0,-1 1 0 0 0,1-1 0 0 0,1 0 0 0 0,-1-1 0 0 0,4 8 0 0 0,-2-5 0 0 0,0-1 0 0 0,1 0 0 0 0,0 0 0 0 0,0 0 0 0 0,0 0 0 0 0,1-1 0 0 0,-1 1 0 0 0,1-1 0 0 0,0 0 0 0 0,0-1 0 0 0,1 1 0 0 0,-1-1 0 0 0,1 0 0 0 0,-1-1 0 0 0,1 1 0 0 0,0-1 0 0 0,0 0 0 0 0,12 2 0 0 0,-3-2-71 0 0,1 0 0 0 0,-1-1-1 0 0,1-1 1 0 0,-1 0 0 0 0,1-1 0 0 0,-1-1 0 0 0,1 0-1 0 0,-1-1 1 0 0,0-1 0 0 0,0 0 0 0 0,0-1 0 0 0,0-1-1 0 0,-1 0 1 0 0,0-1 0 0 0,-1 0 0 0 0,1-2-1 0 0,-1 1 1 0 0,-1-1 0 0 0,21-20 0 0 0,-30 26 75 0 0,0 0 0 0 0,-1 0 0 0 0,1 0 0 0 0,-1-1 0 0 0,1 1-1 0 0,-1-1 1 0 0,0 0 0 0 0,-1 0 0 0 0,1 0 0 0 0,-1 0 0 0 0,1 0 0 0 0,-1 0 0 0 0,0 0 0 0 0,-1 0 0 0 0,1 0 0 0 0,-1 0 0 0 0,1-1 0 0 0,-1 1 0 0 0,-1 0-1 0 0,0-5 1 0 0,1-5 728 0 0,0 12-227 0 0,0 0-413 0 0,0 2-91 0 0,0 0-1 0 0,0 0 0 0 0,1 0 0 0 0,-1 0 0 0 0,0 0 1 0 0,0 0-1 0 0,0 0 0 0 0,0 1 0 0 0,0-1 0 0 0,0 0 1 0 0,0 0-1 0 0,0 0 0 0 0,0 0 0 0 0,0 0 0 0 0,1 0 1 0 0,-1 0-1 0 0,0 0 0 0 0,0 0 0 0 0,0 0 0 0 0,0 0 1 0 0,0-1-1 0 0,0 1 0 0 0,0 0 0 0 0,0 0 0 0 0,0 0 1 0 0,0 0-1 0 0,0 0 0 0 0,1 0 0 0 0,-1 0 0 0 0,0 0 1 0 0,0 0-1 0 0,0 0 0 0 0,0 0 0 0 0,0 0 0 0 0,0 0 1 0 0,0 0-1 0 0,0 0 0 0 0,0 0 0 0 0,0 0 0 0 0,0-1 1 0 0,0 1-1 0 0,0 0 0 0 0,0 0 0 0 0,0 0 0 0 0,0 0 1 0 0,0 0-1 0 0,0 0 0 0 0,0 0 0 0 0,0 0 0 0 0,0 0 1 0 0,0 0-1 0 0,0-1 0 0 0,0 1 0 0 0,0 0 0 0 0,0 0 1 0 0,0 0-1 0 0,0 0 0 0 0,0 0 0 0 0,0 0 0 0 0,0 0 1 0 0,0 0-1 0 0,0 0 0 0 0,13 22 0 0 0,13 40 0 0 0,-19-48 0 0 0,-2-3 0 0 0,6 4-289 0 0,-10-14-459 0 0,2-4-1611 0 0,-1 0 1779 0 0,0 0-1 0 0,0 0 0 0 0,0 0 0 0 0,0 0 0 0 0,-1-1 0 0 0,0 1 1 0 0,1-1-1 0 0,-1 1 0 0 0,0-1 0 0 0,0 1 0 0 0,-1-1 0 0 0,1 0 1 0 0,-1 1-1 0 0,0-1 0 0 0,0-4 0 0 0,-7-20-9365 0 0,0 12 4250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17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24 4888 0 0,'-26'-24'6520'0'0,"-4"25"1858"0"0,29-1-8155 0 0,0 1-1 0 0,1-1 1 0 0,-1 1-1 0 0,0 0 1 0 0,0-1-1 0 0,0 1 1 0 0,1 0 0 0 0,-1 0-1 0 0,0-1 1 0 0,1 1-1 0 0,-1 0 1 0 0,1 0 0 0 0,-1 0-1 0 0,1 0 1 0 0,-1 0-1 0 0,1-1 1 0 0,0 1-1 0 0,-1 0 1 0 0,1 0 0 0 0,0 0-1 0 0,0 0 1 0 0,0 0-1 0 0,-1 0 1 0 0,1 0 0 0 0,0 0-1 0 0,1 2 1 0 0,-1-1 500 0 0,14 29-464 0 0,2-21-2654 0 0,8 6-11310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18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220 18 2156 0 0,'-6'-3'723'0'0,"-1"0"1"0"0,1 1-1 0 0,-1-1 0 0 0,0 2 0 0 0,1-1 0 0 0,-14-1 1 0 0,12 3 682 0 0,1 0 1 0 0,0 0 0 0 0,-1 1-1 0 0,1 0 1 0 0,-1 0 0 0 0,1 1-1 0 0,0-1 1 0 0,0 2 0 0 0,0-1-1 0 0,0 1 1 0 0,0 0 0 0 0,0 1-1 0 0,1-1 1 0 0,-1 1 0 0 0,-10 9-1 0 0,-15 22 1636 0 0,31-24-3042 0 0,1-7 0 0 0,1 0 0 0 0,0 0 0 0 0,1 0 0 0 0,-1 0 0 0 0,1 0 0 0 0,-1 0 0 0 0,1-1 0 0 0,0 1 0 0 0,1 0 0 0 0,-1-1 0 0 0,1 0 0 0 0,-1 0 0 0 0,1 1 0 0 0,0-1 0 0 0,0-1 0 0 0,0 1 0 0 0,1 0 0 0 0,-1-1 0 0 0,0 0 0 0 0,1 0 0 0 0,0 0 0 0 0,-1 0 0 0 0,1 0 0 0 0,0-1 0 0 0,7 2 0 0 0,16 4 0 0 0,-1-1 0 0 0,1-1 0 0 0,1-1 0 0 0,34 0 0 0 0,29 3 0 0 0,-60-1 0 0 0,-27-4 0 0 0,-3-1 0 0 0,0 0 0 0 0,1 0 0 0 0,-1 0 0 0 0,0 0 0 0 0,0 0 0 0 0,0 1 0 0 0,1-1 0 0 0,-1 0 0 0 0,-1 0 0 0 0,1 1 0 0 0,0-1 0 0 0,0 1 0 0 0,0-1 0 0 0,-1 1 0 0 0,1-1 0 0 0,-1 1 0 0 0,1-1 0 0 0,-1 1 0 0 0,1-1 0 0 0,-1 1 0 0 0,0 0 0 0 0,0 1 0 0 0,0 0 0 0 0,2 9 0 0 0,-1 0 0 0 0,-1 1 0 0 0,0-1 0 0 0,-1 0 0 0 0,0 1 0 0 0,-1-1 0 0 0,-3 14 0 0 0,-30 83 0 0 0,22-74 0 0 0,9-25 0 0 0,-1 0 0 0 0,0-1 0 0 0,-1 0 0 0 0,0 0 0 0 0,0 0 0 0 0,-1-1 0 0 0,0 0 0 0 0,-1 0 0 0 0,0-1 0 0 0,0 1 0 0 0,-1-2 0 0 0,1 1 0 0 0,-1-1 0 0 0,-15 7 0 0 0,17-9 0 0 0,0 0 0 0 0,-1-1 0 0 0,0 0 0 0 0,1 0 0 0 0,-1-1 0 0 0,0 0 0 0 0,-1 0 0 0 0,1 0 0 0 0,0-1 0 0 0,0-1 0 0 0,-1 1 0 0 0,1-1 0 0 0,0-1 0 0 0,0 0 0 0 0,-1 0 0 0 0,1 0 0 0 0,0-1 0 0 0,0 0 0 0 0,-12-5 0 0 0,18 6 1 0 0,-1 0 0 0 0,1 0-1 0 0,-1 0 1 0 0,1-1 0 0 0,-1 1 0 0 0,1 0 0 0 0,0-1-1 0 0,-1 0 1 0 0,1 0 0 0 0,0 1 0 0 0,0-1 0 0 0,0 0-1 0 0,1-1 1 0 0,-1 1 0 0 0,0 0 0 0 0,1 0 0 0 0,-1-1-1 0 0,1 1 1 0 0,0-1 0 0 0,0 1 0 0 0,0-1 0 0 0,0 0-1 0 0,0 1 1 0 0,1-1 0 0 0,-1 0 0 0 0,1 1 0 0 0,-1-1-1 0 0,1 0 1 0 0,0 0 0 0 0,0 0 0 0 0,1 1 0 0 0,-1-1-1 0 0,1 0 1 0 0,-1 0 0 0 0,1 1 0 0 0,0-1-1 0 0,0 0 1 0 0,0 1 0 0 0,0-1 0 0 0,0 1 0 0 0,1-1-1 0 0,-1 1 1 0 0,1 0 0 0 0,-1 0 0 0 0,5-4 0 0 0,3-6-24 0 0,1 1 0 0 0,1 1 0 0 0,0 0 0 0 0,0 1 0 0 0,1 0 0 0 0,0 0 0 0 0,19-9 0 0 0,39-16-4563 0 0,-47 24-468 0 0,2 0-4319 0 0,-6 3 1723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19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7 114 1488 0 0,'0'0'8128'0'0,"-2"4"-6080"0"0,1 0-1524 0 0,0 0 0 0 0,0 0 1 0 0,0-1-1 0 0,1 1 1 0 0,-1 0-1 0 0,1 0 0 0 0,0 0 1 0 0,0 0-1 0 0,1 0 0 0 0,-1 0 1 0 0,1 0-1 0 0,0 0 0 0 0,0 0 1 0 0,2 6-1 0 0,29 68 4785 0 0,-1-4-1669 0 0,-19-24-2210 0 0,3-2-1 0 0,39 88 1 0 0,-36-105-1430 0 0,-18-30 0 0 0,0-1 0 0 0,0 0 0 0 0,1 1 0 0 0,-1-1 0 0 0,0 0 0 0 0,0 1 0 0 0,0-1 0 0 0,1 0 0 0 0,-1 1 0 0 0,0-1 0 0 0,0 0 0 0 0,1 1 0 0 0,-1-1 0 0 0,0 0 0 0 0,1 0 0 0 0,-1 0 0 0 0,0 1 0 0 0,1-1 0 0 0,-1 0 0 0 0,0 0 0 0 0,1 0 0 0 0,-1 0 0 0 0,0 0 0 0 0,1 1 0 0 0,-1-1 0 0 0,1 0 0 0 0,-1 0 0 0 0,0 0 0 0 0,1 0 0 0 0,0 0 0 0 0,2-1-70 0 0,1-1 1 0 0,0 1-1 0 0,-1-1 0 0 0,1 1 0 0 0,-1-1 1 0 0,1 0-1 0 0,-1 0 0 0 0,0-1 0 0 0,0 1 1 0 0,0-1-1 0 0,0 1 0 0 0,-1-1 1 0 0,4-4-1 0 0,37-53-1626 0 0,-11 14 1064 0 0,-20 32 1249 0 0,-12 13-548 0 0,0 1 0 0 0,0-1-1 0 0,0 1 1 0 0,0 0 0 0 0,0-1-1 0 0,0 1 1 0 0,0 0 0 0 0,1-1-1 0 0,-1 1 1 0 0,0 0 0 0 0,0-1-1 0 0,1 1 1 0 0,-1 0 0 0 0,0-1-1 0 0,0 1 1 0 0,1 0 0 0 0,-1 0-1 0 0,0-1 1 0 0,0 1 0 0 0,1 0-1 0 0,-1 0 1 0 0,1 0 0 0 0,-1-1-1 0 0,0 1 1 0 0,1 0 0 0 0,-1 0-1 0 0,0 0 1 0 0,1 0 0 0 0,-1 0-1 0 0,0 0 1 0 0,1 0 0 0 0,-1 0-1 0 0,1 0 1 0 0,-1 0 0 0 0,0 0-1 0 0,1 0 1 0 0,0 0 0 0 0,-1 6-66 0 0,0-1 1 0 0,1 1-1 0 0,0-1 1 0 0,0 1 0 0 0,0-1-1 0 0,0 0 1 0 0,1 1-1 0 0,0-1 1 0 0,0 0-1 0 0,1 0 1 0 0,-1 0 0 0 0,1-1-1 0 0,0 1 1 0 0,0 0-1 0 0,1-1 1 0 0,0 0 0 0 0,-1 0-1 0 0,1 0 1 0 0,0 0-1 0 0,1-1 1 0 0,-1 1-1 0 0,1-1 1 0 0,-1 0 0 0 0,1-1-1 0 0,0 1 1 0 0,7 2-1 0 0,-3-2-4 0 0,1 0 0 0 0,-1-1 0 0 0,0 0 0 0 0,1 0-1 0 0,-1-1 1 0 0,1 0 0 0 0,-1-1 0 0 0,1 0-1 0 0,-1 0 1 0 0,1-1 0 0 0,0 0 0 0 0,-1-1 0 0 0,0 0-1 0 0,1-1 1 0 0,14-6 0 0 0,-14 4-94 0 0,-1 0 1 0 0,0 0-1 0 0,0-1 0 0 0,0-1 1 0 0,-1 1-1 0 0,0-1 1 0 0,0-1-1 0 0,-1 1 0 0 0,0-2 1 0 0,0 1-1 0 0,-1 0 0 0 0,0-1 1 0 0,-1 0-1 0 0,0-1 1 0 0,0 1-1 0 0,-1-1 0 0 0,0 0 1 0 0,4-15-1 0 0,-5 11-29 0 0,0 0 0 0 0,0 0-1 0 0,-1 0 1 0 0,-1 0 0 0 0,-1-1 0 0 0,0 1-1 0 0,0 0 1 0 0,-2-1 0 0 0,0 1 0 0 0,0 0 0 0 0,-1 0-1 0 0,-1 0 1 0 0,-8-20 0 0 0,1 9 275 0 0,2 5 224 0 0,0 0-1 0 0,-19-30 1 0 0,-20-14 1878 0 0,48 63-2253 0 0,0 1 0 0 0,0 0 0 0 0,0 0 1 0 0,0 0-1 0 0,-1 0 0 0 0,1 0 0 0 0,0-1 0 0 0,0 1 1 0 0,0 0-1 0 0,-1 0 0 0 0,1 0 0 0 0,0 0 0 0 0,0 0 1 0 0,0 0-1 0 0,-1 0 0 0 0,1 0 0 0 0,0 0 0 0 0,0 0 1 0 0,0 0-1 0 0,-1 0 0 0 0,1 0 0 0 0,0 0 0 0 0,0 0 1 0 0,0 0-1 0 0,-1 0 0 0 0,1 0 0 0 0,0 0 1 0 0,0 0-1 0 0,0 0 0 0 0,-1 0 0 0 0,1 0 0 0 0,0 0 1 0 0,0 1-1 0 0,0-1 0 0 0,-1 0 0 0 0,1 0 0 0 0,0 0 1 0 0,0 0-1 0 0,0 0 0 0 0,0 1 0 0 0,0-1 0 0 0,-1 0 1 0 0,1 0-1 0 0,0 0 0 0 0,0 1 0 0 0,0-1 0 0 0,0 0 1 0 0,0 0-1 0 0,0 0 0 0 0,0 1 0 0 0,0-1 1 0 0,0 0-1 0 0,0 0 0 0 0,0 1 0 0 0,-6 12-1 0 0,6-12 0 0 0,0 8 1 0 0,0 1 0 0 0,1-1 0 0 0,0 1 0 0 0,1-1 0 0 0,0 1 0 0 0,0-1 0 0 0,1 0 0 0 0,0 0 0 0 0,8 16 0 0 0,-3-5 0 0 0,53 139 0 0 0,1-24 0 0 0,-24-49 0 0 0,-33-73 0 0 0,-8-18-496 0 0,0-1 0 0 0,0 0-1 0 0,-1 1 1 0 0,1 0 0 0 0,-1 0 0 0 0,0 0-1 0 0,-1 0 1 0 0,1 0 0 0 0,-1 1 0 0 0,-6-5 0 0 0,-62-44-5579 0 0,49 41 5240 0 0,0 1 0 0 0,0 1 0 0 0,-1 1 0 0 0,-39-8 0 0 0,22 6 2006 0 0,40 11-767 0 0,-1 0 276 0 0,-3 1-556 0 0,7 1 2921 0 0,10 4-2643 0 0,-1 0 1 0 0,1-1 0 0 0,0 0 0 0 0,1 0 0 0 0,-1-1-1 0 0,1-1 1 0 0,0 0 0 0 0,0 0 0 0 0,0-2-1 0 0,0 1 1 0 0,0-1 0 0 0,14-2 0 0 0,14 1 566 0 0,0-3 0 0 0,58-10-1 0 0,-73 9-548 0 0,0-2 0 0 0,0 0 0 0 0,-1-2 0 0 0,25-11-1 0 0,-49 19-456 0 0,0 0 0 0 0,0 0 0 0 0,1 0 0 0 0,-1 0 0 0 0,0 0 0 0 0,0 0 0 0 0,1 0 0 0 0,-1 0 0 0 0,0-1 0 0 0,0 1 0 0 0,0 0 0 0 0,0 0 0 0 0,1 0 0 0 0,-1 0-1 0 0,0-1 1 0 0,0 1 0 0 0,0 0 0 0 0,0 0 0 0 0,0-1 0 0 0,1 1 0 0 0,-1 0 0 0 0,0 0 0 0 0,0 0 0 0 0,0-1 0 0 0,0 1 0 0 0,0 0 0 0 0,0 0 0 0 0,0-1 0 0 0,0 1 0 0 0,0 0 0 0 0,0 0-1 0 0,0-1 1 0 0,0 1 0 0 0,0 0 0 0 0,0 0 0 0 0,0-1 0 0 0,0 1 0 0 0,0 0 0 0 0,0 0 0 0 0,-1-1 0 0 0,1 1 0 0 0,0 0 0 0 0,0 0 0 0 0,0 0 0 0 0,0-1 0 0 0,0 1 0 0 0,-1 0 0 0 0,1 0 0 0 0,0 0-1 0 0,0 0 1 0 0,0-1 0 0 0,-1 1 0 0 0,1 0 0 0 0,0 0 0 0 0,0 0 0 0 0,0 0 0 0 0,-1 0 0 0 0,1 0 0 0 0,0 0 0 0 0,0 0 0 0 0,-1-1 0 0 0,1 1 0 0 0,0 0 0 0 0,0 0 0 0 0,-1 0 0 0 0,1 0-1 0 0,-18-7-2398 0 0,17 6 2669 0 0,-5 0-1469 0 0,0 1 1 0 0,0-1-1 0 0,0 1 0 0 0,0 0 1 0 0,0 1-1 0 0,0-1 0 0 0,0 1 1 0 0,0 0-1 0 0,-6 2 0 0 0,2 0-3241 0 0,-4 0-1823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22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198 95 476 0 0,'10'-23'4691'0'0,"-3"5"2513"0"0,4-11 8943 0 0,-14 13-13134 0 0,2 14-2390 0 0,0 1-112 0 0,-6-4-409 0 0,-5 4-102 0 0,3 3 0 0 0,0-1 0 0 0,0 1 0 0 0,1 0 0 0 0,-1 0 0 0 0,1 1 0 0 0,-1 1 0 0 0,1-1 0 0 0,0 1 0 0 0,0 1 0 0 0,1-1 0 0 0,-1 1 0 0 0,-10 10 0 0 0,-3 1 0 0 0,16-13 0 0 0,0 1 0 0 0,0 0 0 0 0,0 0 0 0 0,1 0 0 0 0,-1 1 0 0 0,1 0 0 0 0,0 0 0 0 0,0 0 0 0 0,1 0 0 0 0,-1 1 0 0 0,1-1 0 0 0,0 1 0 0 0,1 0 0 0 0,-3 9 0 0 0,4-12 0 0 0,1-1 0 0 0,-1 1 0 0 0,1 0 0 0 0,0 0 0 0 0,0 0 0 0 0,0-1 0 0 0,1 1 0 0 0,-1 0 0 0 0,1 0 0 0 0,-1 0 0 0 0,1-1 0 0 0,0 1 0 0 0,0 0 0 0 0,0-1 0 0 0,1 1 0 0 0,-1-1 0 0 0,0 0 0 0 0,1 1 0 0 0,0-1 0 0 0,-1 0 0 0 0,1 0 0 0 0,0 0 0 0 0,0 0 0 0 0,0 0 0 0 0,1 0 0 0 0,-1 0 0 0 0,0-1 0 0 0,1 1 0 0 0,-1-1 0 0 0,1 0 0 0 0,-1 0 0 0 0,1 0 0 0 0,4 2 0 0 0,8 2 0 0 0,1 0 0 0 0,0-1 0 0 0,0 0 0 0 0,0-2 0 0 0,1 0 0 0 0,-1 0 0 0 0,1-2 0 0 0,-1 0 0 0 0,1-1 0 0 0,-1 0 0 0 0,0-2 0 0 0,0 0 0 0 0,0 0 0 0 0,0-2 0 0 0,0 0 0 0 0,20-10 0 0 0,-29 13 0 0 0,-6 2 0 0 0,0-1 0 0 0,1 1 0 0 0,-1-1 0 0 0,1 0 0 0 0,-1 0 0 0 0,0 1 0 0 0,0-1 0 0 0,1 0 0 0 0,-1 0 0 0 0,0 0 0 0 0,0 0 0 0 0,0 0 0 0 0,0 0 0 0 0,0-1 0 0 0,1-1 0 0 0,0 0-437 0 0,0 1 1 0 0,-1-1-1 0 0,1 1 1 0 0,-1-1-1 0 0,1 0 1 0 0,-1 0-1 0 0,0 0 1 0 0,0 0-1 0 0,0 0 1 0 0,-1 0-1 0 0,1 0 1 0 0,0-6-1 0 0,-1 7 119 0 0,0 1-1 0 0,0-1 1 0 0,0 0-1 0 0,0 1 0 0 0,1-1 1 0 0,-1 1-1 0 0,0-1 1 0 0,1 0-1 0 0,0 1 0 0 0,-1-1 1 0 0,1 1-1 0 0,0-1 1 0 0,0 1-1 0 0,0 0 0 0 0,-1-1 1 0 0,2 1-1 0 0,-1 0 1 0 0,0 0-1 0 0,0-1 0 0 0,2 0 1 0 0,8-7-2446 0 0,8-5-5655 0 0,-6 5 3232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22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45 736 0 0,'1'-1'691'0'0,"-1"0"0"0"0,1-1 1 0 0,0 1-1 0 0,-1 0 0 0 0,1-1 0 0 0,-1 1 0 0 0,1 0 0 0 0,-1-1 0 0 0,0 1 1 0 0,0-1-1 0 0,0 1 0 0 0,0-1 0 0 0,0-1 0 0 0,-2 1-120 0 0,0 0-1 0 0,0 0 1 0 0,0 0-1 0 0,0 0 0 0 0,0 0 1 0 0,-1 1-1 0 0,1-1 1 0 0,-1 1-1 0 0,1 0 1 0 0,-1 0-1 0 0,1 0 0 0 0,-1 0 1 0 0,0 0-1 0 0,0 0 1 0 0,1 1-1 0 0,-1-1 1 0 0,0 1-1 0 0,-4 0 0 0 0,0 1 45 0 0,1 0 0 0 0,0 0 0 0 0,0 1 0 0 0,0-1 0 0 0,0 2 0 0 0,0-1 0 0 0,1 0 0 0 0,-10 7 0 0 0,4-4-75 0 0,1 2 1 0 0,0 0-1 0 0,1 0 0 0 0,-1 0 1 0 0,-14 17-1 0 0,21-21-396 0 0,0 1 0 0 0,0-1 1 0 0,1 1-1 0 0,-1 0 0 0 0,1 0 0 0 0,0 0 1 0 0,0 0-1 0 0,0 0 0 0 0,1 0 0 0 0,0 0 0 0 0,-1 1 1 0 0,1-1-1 0 0,1 1 0 0 0,-1-1 0 0 0,1 1 0 0 0,0-1 1 0 0,0 0-1 0 0,0 6 0 0 0,1-6-144 0 0,-1 0 0 0 0,1-1 0 0 0,0 1 0 0 0,1 0 0 0 0,-1 0 0 0 0,1 0 0 0 0,-1-1 0 0 0,1 1 0 0 0,0-1 0 0 0,0 1 0 0 0,1-1 0 0 0,-1 0 0 0 0,1 1 0 0 0,0-2 0 0 0,-1 1 0 0 0,1 0 0 0 0,0 0 0 0 0,1-1 0 0 0,-1 0 0 0 0,0 1 0 0 0,1-1 0 0 0,0-1 0 0 0,6 4 0 0 0,-1-2 0 0 0,0-1 0 0 0,1 0 0 0 0,0 0 0 0 0,-1-1 0 0 0,1 0 0 0 0,0-1 0 0 0,0 0 0 0 0,-1 0 0 0 0,11-2 0 0 0,-8 0-18 0 0,-1 0 0 0 0,0-1 0 0 0,0 0 0 0 0,21-9 0 0 0,-28 10 18 0 0,-1 1-1 0 0,1-1 0 0 0,-1 0 1 0 0,0 0-1 0 0,1 0 1 0 0,-1 0-1 0 0,0-1 1 0 0,0 1-1 0 0,-1-1 0 0 0,1 0 1 0 0,0 0-1 0 0,-1 0 1 0 0,0 0-1 0 0,0 0 1 0 0,0 0-1 0 0,0-1 0 0 0,0 1 1 0 0,1-5-1 0 0,-2 5 4 0 0,-1 1 0 0 0,1-1 0 0 0,-1 0 0 0 0,0 0 0 0 0,0 0 0 0 0,0 0 0 0 0,0 0 0 0 0,0 0-1 0 0,-1 0 1 0 0,1 0 0 0 0,-1 0 0 0 0,0 0 0 0 0,0 1 0 0 0,0-1 0 0 0,0 0 0 0 0,-1 1 0 0 0,1-1-1 0 0,-1 1 1 0 0,1-1 0 0 0,-1 1 0 0 0,0-1 0 0 0,0 1 0 0 0,0 0 0 0 0,0 0 0 0 0,0 0 0 0 0,-1 0 0 0 0,1 1-1 0 0,0-1 1 0 0,-1 0 0 0 0,-4-1 0 0 0,-4-2-1 0 0,1 1 0 0 0,-1 0 0 0 0,-1 0-1 0 0,1 1 1 0 0,-19-2 0 0 0,17 3-2 0 0,-1 0 0 0 0,22 5-930 0 0,-3-1 331 0 0,-1 0 0 0 0,1-1 1 0 0,0 1-1 0 0,0-1 0 0 0,0 0 1 0 0,0 0-1 0 0,0-1 0 0 0,0 0 0 0 0,6 0 1 0 0,-3-2-436 0 0,2-1-1049 0 0,3 2-8900 0 0,1 1 4373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23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65 1284 0 0,'0'0'12537'0'0,"-5"20"-4285"0"0,6 19-4386 0 0,11 69 0 0 0,-4-80-2547 0 0,0 8 247 0 0,-2-39-1499 0 0,0-1-66 0 0,-1-1 0 0 0,1 1 0 0 0,-1-1 1 0 0,1 0-1 0 0,-2-1 0 0 0,1 1 0 0 0,-1-1 0 0 0,1 0 0 0 0,3-8 0 0 0,30-68 0 0 0,-27 54-2 0 0,22-38 0 0 0,-30 58 1 0 0,3-1 0 0 0,-6 8 0 0 0,1 1 0 0 0,-1 0 0 0 0,0 0 0 0 0,1-1 0 0 0,-1 1 0 0 0,1 0 0 0 0,-1 0 0 0 0,0 0 0 0 0,1 0 0 0 0,-1-1 0 0 0,1 1 0 0 0,-1 0 0 0 0,0 0 0 0 0,1 0 0 0 0,-1 0 0 0 0,1 0 0 0 0,-1 0 0 0 0,1 0 0 0 0,-1 0 0 0 0,0 0 0 0 0,1 1 0 0 0,-1-1 0 0 0,1 0 0 0 0,-1 0 0 0 0,0 0 0 0 0,1 0 0 0 0,-1 1 0 0 0,1-1 0 0 0,-1 0 0 0 0,1 1 0 0 0,4 10 0 0 0,0 1 0 0 0,-1 0 0 0 0,0 0 0 0 0,-1 1 0 0 0,3 21 0 0 0,-4-27 0 0 0,-2-4 0 0 0,1 1 0 0 0,-1-1 0 0 0,1 1 0 0 0,0-1 0 0 0,1 1 0 0 0,-1-1 0 0 0,0 0 0 0 0,1 0 0 0 0,0 0 0 0 0,0 0 0 0 0,0 0 0 0 0,0 0 0 0 0,0 0 0 0 0,1 0 0 0 0,-1-1 0 0 0,1 1 0 0 0,3 2 0 0 0,5 0 0 0 0,1 2 0 0 0,-10-7 0 0 0,0 1 0 0 0,-1-1 0 0 0,1 1 0 0 0,0-1 0 0 0,0 0 0 0 0,-1 0 0 0 0,1 0 0 0 0,0 0 0 0 0,0 0 0 0 0,-1 0 0 0 0,1 0 0 0 0,0 0 0 0 0,-1-1 0 0 0,1 1 0 0 0,0-1 0 0 0,-1 1 0 0 0,1-1 0 0 0,-1 0 0 0 0,1 0 0 0 0,-1 1 0 0 0,1-1 0 0 0,-1 0 0 0 0,2-2 0 0 0,21-24 0 0 0,-21 23 0 0 0,78-115-2264 0 0,-78 114 2170 0 0,0 1 0 0 0,0-1-1 0 0,0 0 1 0 0,0 0 0 0 0,-1 0-1 0 0,1 0 1 0 0,2-11 0 0 0,-5 16 104 0 0,0 0 1 0 0,0 0-1 0 0,0 0 1 0 0,0 1-1 0 0,0-1 0 0 0,0 0 1 0 0,1 0-1 0 0,-1 0 1 0 0,0 1-1 0 0,0-1 1 0 0,0 0-1 0 0,0 0 1 0 0,0 0-1 0 0,1 0 1 0 0,-1 0-1 0 0,0 1 1 0 0,0-1-1 0 0,0 0 0 0 0,0 0 1 0 0,1 0-1 0 0,-1 0 1 0 0,0 0-1 0 0,0 0 1 0 0,1 0-1 0 0,-1 0 1 0 0,0 0-1 0 0,0 0 1 0 0,0 0-1 0 0,1 0 1 0 0,-1 0-1 0 0,0 0 0 0 0,0 0 1 0 0,0 0-1 0 0,1 0 1 0 0,-1 0-1 0 0,0 0 1 0 0,0 0-1 0 0,0 0 1 0 0,1 0-1 0 0,-1 0 1 0 0,0 0-1 0 0,0 0 1 0 0,0 0-1 0 0,1-1 0 0 0,-1 1 1 0 0,0 0-1 0 0,0 0 1 0 0,0 0-1 0 0,0 0 1 0 0,1-1-1 0 0,-1 1 1 0 0,0 0-1 0 0,0 0 1 0 0,0 0-1 0 0,0 0 1 0 0,0-1-1 0 0,0 1 0 0 0,0 0 1 0 0,0 0-1 0 0,0 0 1 0 0,1-1-1 0 0,-1 1 1 0 0,0 0-1 0 0,0 0 1 0 0,0-1-1 0 0,0 1 1 0 0,1 1 31 0 0,0 0 0 0 0,0 1 1 0 0,0-1-1 0 0,-1 0 0 0 0,1 1 1 0 0,0-1-1 0 0,0 1 0 0 0,-1-1 1 0 0,1 1-1 0 0,-1-1 0 0 0,1 1 1 0 0,-1 0-1 0 0,0 1 0 0 0,-1 24 196 0 0,-1-14-137 0 0,2 1 0 0 0,0 0 0 0 0,0-1 0 0 0,4 23 0 0 0,-4-34-330 0 0,0 0 0 0 0,1 0 1 0 0,-1 0-1 0 0,1 0 0 0 0,-1 1 0 0 0,1-1 0 0 0,0 0 1 0 0,-1 0-1 0 0,1 0 0 0 0,0 0 0 0 0,0-1 0 0 0,1 1 1 0 0,-1 0-1 0 0,0 0 0 0 0,1-1 0 0 0,-1 1 0 0 0,1 0 1 0 0,-1-1-1 0 0,1 0 0 0 0,0 1 0 0 0,-1-1 1 0 0,1 0-1 0 0,0 0 0 0 0,0 0 0 0 0,4 2 0 0 0,-4-2-1644 0 0,0-2-1355 0 0,11 0 1681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24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17 188 248 0 0,'0'0'3646'0'0,"-1"5"-1863"0"0,-4 11-138 0 0,3-9-142 0 0,-1 0-1 0 0,2 0 1 0 0,-1 1 0 0 0,1-1 0 0 0,-1 11 0 0 0,7 6-56 0 0,8 8 1811 0 0,35 60-1 0 0,-39-78-2639 0 0,0-1 1 0 0,0-1 0 0 0,1 1-1 0 0,1-2 1 0 0,0 1-1 0 0,21 15 1 0 0,-30-25 133 0 0,-4-11-684 0 0,1 1 1 0 0,-1-1-1 0 0,-1 1 0 0 0,0-1 1 0 0,0 1-1 0 0,-1 0 1 0 0,0 1-1 0 0,0-1 1 0 0,0 0-1 0 0,-9-8 1 0 0,-5-14 45 0 0,-5-9 65 0 0,-29-56 343 0 0,49 88-482 0 0,0-1 0 0 0,0 1 0 0 0,0-1 0 0 0,1 0 0 0 0,0 0 0 0 0,1 0 0 0 0,-1-14-1 0 0,2 18-29 0 0,0-1-1 0 0,1 1 1 0 0,0-1-1 0 0,0 1 1 0 0,0 0-1 0 0,0-1 1 0 0,1 1-1 0 0,-1 0 0 0 0,1 0 1 0 0,0 0-1 0 0,1 0 1 0 0,-1 0-1 0 0,1 1 1 0 0,-1-1-1 0 0,6-4 1 0 0,1-2-21 0 0,2 0 0 0 0,-1 0 1 0 0,1 1-1 0 0,1 1 1 0 0,0 0-1 0 0,0 1 1 0 0,0 0-1 0 0,1 0 1 0 0,0 2-1 0 0,0-1 1 0 0,1 2-1 0 0,-1 0 1 0 0,1 0-1 0 0,0 1 1 0 0,0 1-1 0 0,0 1 1 0 0,24-1-1 0 0,-35 2 30 0 0,-1 0 1 0 0,1 1-1 0 0,-1-1 0 0 0,1 0 0 0 0,-1 1 1 0 0,1-1-1 0 0,-1 1 0 0 0,1 0 0 0 0,-1 0 1 0 0,0 0-1 0 0,1 0 0 0 0,-1 0 0 0 0,0 0 0 0 0,0 1 1 0 0,0-1-1 0 0,0 1 0 0 0,0 0 0 0 0,0-1 1 0 0,0 1-1 0 0,-1 0 0 0 0,1 0 0 0 0,-1 0 1 0 0,1 0-1 0 0,-1 0 0 0 0,0 0 0 0 0,0 1 1 0 0,0-1-1 0 0,0 0 0 0 0,0 1 0 0 0,0-1 1 0 0,-1 1-1 0 0,1-1 0 0 0,-1 1 0 0 0,1-1 0 0 0,-1 1 1 0 0,0-1-1 0 0,0 1 0 0 0,0-1 0 0 0,-1 5 1 0 0,-1 3 65 0 0,1 0 0 0 0,-1-1 0 0 0,0 1 0 0 0,-1-1 0 0 0,0 1 0 0 0,-1-1 0 0 0,0 0 0 0 0,-10 17 0 0 0,-48 60-85 0 0,56-75 0 0 0,1-2-94 0 0,5-8-457 0 0,2-6-3024 0 0,33-43-1168 0 0,-19 27-97 0 0,-2 2-3429 0 0,-8 7 2254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25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13 108 1208 0 0,'0'0'8498'0'0,"-12"20"-4274"0"0,13-7-3309 0 0,0 0 1 0 0,1 0-1 0 0,1-1 0 0 0,0 1 1 0 0,1-1-1 0 0,0 0 0 0 0,1 0 1 0 0,0 0-1 0 0,13 19 0 0 0,-7-15 260 0 0,-1 1 0 0 0,0 1-1 0 0,9 24 1 0 0,-19-41-1104 0 0,0-1 0 0 0,0 1 0 0 0,1 0 0 0 0,-1 0 0 0 0,0 0 0 0 0,0 0 0 0 0,0-1 0 0 0,1 1 0 0 0,-1 0 0 0 0,0 0 0 0 0,1-1 0 0 0,-1 1 0 0 0,1 0 0 0 0,-1-1 0 0 0,1 1 0 0 0,-1 0 0 0 0,1-1 0 0 0,-1 1 0 0 0,1-1 0 0 0,0 1 0 0 0,-1 0 0 0 0,1-1 0 0 0,0 0 0 0 0,-1 1 0 0 0,1-1 0 0 0,0 1 1 0 0,0-1-1 0 0,-1 0 0 0 0,1 0 0 0 0,0 1 0 0 0,0-1 0 0 0,0 0 0 0 0,0 0 0 0 0,-1 0 0 0 0,2 0 0 0 0,0-1-51 0 0,-1 0 1 0 0,0 0-1 0 0,0 1 1 0 0,0-1-1 0 0,-1-1 1 0 0,1 1 0 0 0,0 0-1 0 0,0 0 1 0 0,-1 0-1 0 0,1 0 1 0 0,0 0-1 0 0,-1-1 1 0 0,1 1 0 0 0,-1 0-1 0 0,0-1 1 0 0,1 1-1 0 0,-1 0 1 0 0,0-1-1 0 0,0 1 1 0 0,0 0-1 0 0,0-1 1 0 0,0 1 0 0 0,0-2-1 0 0,12-55-159 0 0,-11 40 10 0 0,0 1 1 0 0,2-1 0 0 0,7-30 0 0 0,-8 40 82 0 0,0-1 0 0 0,1 1 0 0 0,0 0 0 0 0,1 0 0 0 0,-1 0 0 0 0,2 1 0 0 0,-1-1 0 0 0,1 1 1 0 0,9-11-1 0 0,-11 15 66 0 0,1 0 1 0 0,-1 0 0 0 0,1 1-1 0 0,-1 0 1 0 0,1 0 0 0 0,0 0-1 0 0,0 0 1 0 0,0 0-1 0 0,0 1 1 0 0,0-1 0 0 0,0 1-1 0 0,0 0 1 0 0,0 0 0 0 0,0 1-1 0 0,1 0 1 0 0,-1-1 0 0 0,7 2-1 0 0,-9-1 35 0 0,0 0 0 0 0,0 1 0 0 0,0 0 0 0 0,1-1-1 0 0,-1 1 1 0 0,0 0 0 0 0,0 0 0 0 0,0 0 0 0 0,-1 0 0 0 0,1 0-1 0 0,0 1 1 0 0,0-1 0 0 0,0 0 0 0 0,-1 1 0 0 0,1 0 0 0 0,-1-1 0 0 0,1 1-1 0 0,-1 0 1 0 0,0 0 0 0 0,0 0 0 0 0,0-1 0 0 0,0 1 0 0 0,0 1-1 0 0,0-1 1 0 0,0 0 0 0 0,-1 0 0 0 0,1 0 0 0 0,-1 0 0 0 0,1 0-1 0 0,-1 1 1 0 0,0-1 0 0 0,0 0 0 0 0,0 0 0 0 0,0 3 0 0 0,-1 21 196 0 0,-1 0 1 0 0,-7 28 0 0 0,7 5-252 0 0,3-56-5 0 0,0 0 1 0 0,0 0-1 0 0,0 0 0 0 0,0 0 1 0 0,0 1-1 0 0,1-2 0 0 0,0 1 1 0 0,-1 0-1 0 0,1 0 0 0 0,0 0 1 0 0,0-1-1 0 0,1 1 0 0 0,-1-1 1 0 0,0 0-1 0 0,1 0 0 0 0,-1 0 1 0 0,1 0-1 0 0,0 0 0 0 0,3 2 1 0 0,0-2-20 0 0,0 1 1 0 0,1-1-1 0 0,-1 0 1 0 0,1-1 0 0 0,-1 0-1 0 0,1 0 1 0 0,-1 0-1 0 0,1-1 1 0 0,7 0-1 0 0,4-1-63 0 0,0-1-1 0 0,0-1 0 0 0,0 0 0 0 0,0-2 0 0 0,-1 0 1 0 0,22-9-1 0 0,-29 9-127 0 0,-1 1 0 0 0,1-2-1 0 0,-1 1 1 0 0,0-1 0 0 0,-1-1 0 0 0,1 0 0 0 0,-1 0 0 0 0,0 0 0 0 0,-1-1-1 0 0,0 0 1 0 0,0-1 0 0 0,-1 0 0 0 0,7-11 0 0 0,-10 13 226 0 0,0 0-1 0 0,0 0 1 0 0,0 0 0 0 0,-1-1 0 0 0,0 1-1 0 0,0-1 1 0 0,-1 1 0 0 0,0-1 0 0 0,0 1-1 0 0,-1-1 1 0 0,0 0 0 0 0,-1 1 0 0 0,1-1 0 0 0,-1 0-1 0 0,-1 1 1 0 0,1-1 0 0 0,-1 1 0 0 0,-6-13-1 0 0,6 14 100 0 0,-1 1 0 0 0,0-1 0 0 0,0 1 0 0 0,-1 0 0 0 0,0 0 0 0 0,1 0 0 0 0,-2 1 0 0 0,1-1 0 0 0,0 1 0 0 0,-1 0 0 0 0,0 0 0 0 0,-10-6 0 0 0,14 9-16 0 0,0 1-83 0 0,1 0 1 0 0,-1-1-1 0 0,0 1 0 0 0,1 0 1 0 0,-1 0-1 0 0,0-1 1 0 0,1 1-1 0 0,-1 0 0 0 0,0 0 1 0 0,1 0-1 0 0,-1 0 0 0 0,0 0 1 0 0,0 0-1 0 0,1 0 1 0 0,-1 0-1 0 0,0 0 0 0 0,1 0 1 0 0,-1 1-1 0 0,0-1 1 0 0,1 0-1 0 0,-1 0 0 0 0,0 1 1 0 0,1-1-1 0 0,-1 0 0 0 0,1 1 1 0 0,-1-1-1 0 0,0 0 1 0 0,1 1-1 0 0,-1-1 0 0 0,1 1 1 0 0,-1-1-1 0 0,1 1 1 0 0,0-1-1 0 0,-1 1 0 0 0,1 0 1 0 0,-1-1-1 0 0,1 1 0 0 0,0-1 1 0 0,0 1-1 0 0,-1 0 1 0 0,1-1-1 0 0,0 1 0 0 0,0 0 1 0 0,0-1-1 0 0,-1 1 1 0 0,1 0-1 0 0,0 0 0 0 0,0-1 1 0 0,0 1-1 0 0,0 0 1 0 0,1-1-1 0 0,-1 1 0 0 0,0 0 1 0 0,0-1-1 0 0,0 1 0 0 0,0 0 1 0 0,1-1-1 0 0,-1 1 1 0 0,0 0-1 0 0,1-1 0 0 0,-1 1 1 0 0,0-1-1 0 0,1 1 1 0 0,-1 0-1 0 0,1-1 0 0 0,-1 1 1 0 0,2 0-1 0 0,1 5 5 0 0,1-1-1 0 0,0 1 1 0 0,1-1-1 0 0,-1 0 1 0 0,1 0-1 0 0,6 5 1 0 0,68 44 335 0 0,-47-34-23 0 0,-1 2-1 0 0,30 27 0 0 0,-54-39-317 0 0,-7 6-10 0 0,-1-13 0 0 0,0 1 0 0 0,0-1 0 0 0,0 0 0 0 0,-1 0 0 0 0,0 0 0 0 0,1 0 0 0 0,-1 0 0 0 0,0 0 0 0 0,0-1 0 0 0,-1 1 0 0 0,1-1 0 0 0,0 1 0 0 0,-1-1 0 0 0,0 0 0 0 0,1 0 0 0 0,-1 0 0 0 0,0 0 0 0 0,0 0 0 0 0,0-1 0 0 0,-5 2 0 0 0,1 0 0 0 0,0-1 0 0 0,0 0 0 0 0,0 0 0 0 0,0-1 0 0 0,0 0 0 0 0,-1 0 0 0 0,1 0 0 0 0,0-1 0 0 0,-1-1 0 0 0,-11-1 0 0 0,6-1 0 0 0,6-3 0 0 0,-2-2 0 0 0,9-4 0 0 0,14-8 0 0 0,-6 19 0 0 0,-8 2 0 0 0,13-4 0 0 0,5 0 0 0 0,-1 2 0 0 0,1 0 0 0 0,-1 0 0 0 0,0 2 0 0 0,35 5 0 0 0,20 0 0 0 0,-57-6-145 0 0,0 0 1 0 0,0-1-1 0 0,0-1 1 0 0,0 0-1 0 0,21-6 0 0 0,-32 7 113 0 0,-1 0-1 0 0,0-1 0 0 0,1 1 1 0 0,-1-1-1 0 0,0 1 1 0 0,0-1-1 0 0,0 0 0 0 0,0 0 1 0 0,-1 0-1 0 0,1 0 1 0 0,0-1-1 0 0,-1 1 0 0 0,0-1 1 0 0,1 0-1 0 0,-1 1 0 0 0,0-1 1 0 0,0 0-1 0 0,-1 0 1 0 0,1 0-1 0 0,-1-1 0 0 0,1 1 1 0 0,-1 0-1 0 0,0-1 1 0 0,0 1-1 0 0,0 0 0 0 0,-1-1 1 0 0,1 1-1 0 0,-1-7 1 0 0,0 1 39 0 0,0 1 0 0 0,0 0 0 0 0,-1 0 0 0 0,0 0 0 0 0,-1 0 1 0 0,0 0-1 0 0,0 0 0 0 0,-1 0 0 0 0,1 0 0 0 0,-2 1 0 0 0,1-1 1 0 0,-1 1-1 0 0,0 0 0 0 0,-1 0 0 0 0,-5-6 0 0 0,11 28 712 0 0,10 12-478 0 0,-3-18-124 0 0,-3-4-48 0 0,0 1 0 0 0,0 0 1 0 0,0 0-1 0 0,-1 0 0 0 0,0 0 0 0 0,0 1 0 0 0,-1-1 0 0 0,5 14 0 0 0,2 1-69 0 0,-8-6 0 0 0,-4-2 0 0 0,2-10 0 0 0,-1 1 0 0 0,0-1 0 0 0,-1 1 0 0 0,1-1 0 0 0,-1 0 0 0 0,1 0 0 0 0,-1 0 0 0 0,0 0 0 0 0,0 0 0 0 0,0 0 0 0 0,-5 4 0 0 0,-41 24 0 0 0,44-29 0 0 0,-5 1-44 0 0,7-2-175 0 0,13-2 89 0 0,1 0 1 0 0,0-1 0 0 0,-1 0 0 0 0,1-1-1 0 0,-1 0 1 0 0,18-8 0 0 0,5 0-82 0 0,210-63-538 0 0,-208 61 2842 0 0,-26 12-2058 0 0,2 14-35 0 0,-10-10 0 0 0,-1 0 0 0 0,1 0 0 0 0,0 0 0 0 0,-1 0 0 0 0,1 0 0 0 0,-1 0 0 0 0,0 0 0 0 0,0 1 0 0 0,0-1 0 0 0,0 0 0 0 0,0 4 0 0 0,2 8 0 0 0,27 38 0 0 0,-27-44-5 0 0,-3-7-206 0 0,2-7-7618 0 0,0 2 6568 0 0,6-17 263 0 0,-8 11-2730 0 0,-1-2-3787 0 0,-5-12 1207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25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22 596 0 0,'-20'-16'6949'0'0,"6"10"4642"0"0,13 9-11273 0 0,-1 0 0 0 0,1-1 0 0 0,-1 1 0 0 0,1 0 0 0 0,0 0 0 0 0,0 0 0 0 0,1 0 0 0 0,-1 0 0 0 0,0 0 0 0 0,1 1-1 0 0,0-1 1 0 0,0 0 0 0 0,0 0 0 0 0,0 0 0 0 0,0 0 0 0 0,1 0 0 0 0,-1 0 0 0 0,1 0 0 0 0,0 0 0 0 0,2 5 0 0 0,10 36-462 0 0,2-7-3842 0 0,-8-25 2327 0 0,9 6-9108 0 0,-8-12 5562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26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11 304 0 0,'-3'-2'1980'0'0,"1"1"-1365"0"0,-1 0 0 0 0,1-1 0 0 0,-1 1 0 0 0,1 1 1 0 0,-1-1-1 0 0,1 0 0 0 0,-1 0 0 0 0,1 1 1 0 0,-1 0-1 0 0,0 0 0 0 0,1-1 0 0 0,-1 1 0 0 0,0 1 1 0 0,1-1-1 0 0,-1 0 0 0 0,0 1 0 0 0,1-1 1 0 0,-5 2-1 0 0,2 1 265 0 0,1-1 1 0 0,0 0-1 0 0,0 1 1 0 0,0 0-1 0 0,0 0 1 0 0,0 0-1 0 0,0 1 1 0 0,1-1 0 0 0,-4 5-1 0 0,6-6-747 0 0,1 0 0 0 0,-1-1 0 0 0,0 1 0 0 0,1 0 0 0 0,-1 0 0 0 0,1 0 0 0 0,0 0 0 0 0,-1 0 0 0 0,1 0 0 0 0,0-1 0 0 0,0 1 0 0 0,0 0 0 0 0,0 0 0 0 0,1 0 0 0 0,-1 0 0 0 0,0 0 0 0 0,1 0 0 0 0,-1 0 0 0 0,1-1 0 0 0,0 1 0 0 0,1 2 0 0 0,20 34 1576 0 0,-18-33-1596 0 0,1-1-1 0 0,0 1 1 0 0,0-1 0 0 0,0 0-1 0 0,0 0 1 0 0,1 0-1 0 0,-1-1 1 0 0,1 0 0 0 0,0 0-1 0 0,0 0 1 0 0,0-1-1 0 0,1 0 1 0 0,-1 0 0 0 0,0-1-1 0 0,1 0 1 0 0,-1 0-1 0 0,1 0 1 0 0,0-1 0 0 0,-1 0-1 0 0,1 0 1 0 0,-1 0-1 0 0,1-1 1 0 0,8-2 0 0 0,-8 1-129 0 0,0 0 0 0 0,1 0 1 0 0,-1-1-1 0 0,0 0 0 0 0,0 0 1 0 0,-1-1-1 0 0,1 0 0 0 0,-1 0 1 0 0,0 0-1 0 0,0-1 0 0 0,0 0 0 0 0,0 0 1 0 0,-1-1-1 0 0,0 1 0 0 0,0-1 1 0 0,-1-1-1 0 0,1 1 0 0 0,-1 0 1 0 0,4-10-1 0 0,-2 2 209 0 0,6-8 1441 0 0,-11 22-1592 0 0,-1 1 0 0 0,1-1 0 0 0,0 0 0 0 0,0 1 1 0 0,-1-1-1 0 0,1 1 0 0 0,0-1 0 0 0,-1 0 0 0 0,1 1 0 0 0,0 0 1 0 0,-1-1-1 0 0,1 1 0 0 0,-1-1 0 0 0,1 1 0 0 0,-1 0 0 0 0,1-1 0 0 0,-1 1 1 0 0,1 0-1 0 0,-1 0 0 0 0,0-1 0 0 0,0 1 0 0 0,1 0 0 0 0,-1 0 1 0 0,0 0-1 0 0,0-1 0 0 0,1 3 0 0 0,2 2-68 0 0,0 0-1 0 0,1 1 1 0 0,0-2 0 0 0,0 1 0 0 0,0 0-1 0 0,1-1 1 0 0,0 0 0 0 0,0 0 0 0 0,0 0-1 0 0,0 0 1 0 0,0-1 0 0 0,1 0 0 0 0,0 0-1 0 0,-1-1 1 0 0,1 1 0 0 0,0-1 0 0 0,0-1-1 0 0,0 1 1 0 0,1-1 0 0 0,-1 0 0 0 0,0 0-1 0 0,0-1 1 0 0,1 0 0 0 0,-1 0 0 0 0,0 0-1 0 0,1-1 1 0 0,-1 0 0 0 0,0 0 0 0 0,0 0-1 0 0,0-1 1 0 0,11-5 0 0 0,0 0-280 0 0,-16 6 368 0 0,1 1 0 0 0,-1-1 0 0 0,1 1 0 0 0,-1-1 0 0 0,1 0 0 0 0,-1 1 0 0 0,0-1 0 0 0,1 0-1 0 0,-1 0 1 0 0,0 0 0 0 0,0 0 0 0 0,0 0 0 0 0,2-2 0 0 0,-2 1 188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1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562 5 456 0 0,'-6'-4'25034'0'0,"4"9"-24843"0"0,-1 0 1 0 0,0-1-1 0 0,-1 1 1 0 0,1-1-1 0 0,-1 1 1 0 0,0-1-1 0 0,0 0 1 0 0,0-1-1 0 0,0 1 1 0 0,-1-1 0 0 0,1 1-1 0 0,-1-1 1 0 0,-8 3-1 0 0,-77 36 1047 0 0,81-38-1103 0 0,-258 89 2110 0 0,200-71-1615 0 0,50-19-487 0 0,-8 6-127 0 0,24-9-36 0 0,0 1-32 0 0,0-1 47 0 0,0 1-1 0 0,0-1 1 0 0,0 1-1 0 0,0-1 1 0 0,0 1-1 0 0,0-1 1 0 0,0 1 0 0 0,0 0-1 0 0,0 0 1 0 0,0-1-1 0 0,1 1 1 0 0,-1 0-1 0 0,0 0 1 0 0,1 0-1 0 0,-1 0 1 0 0,0 0-1 0 0,1 0 1 0 0,-1 0 0 0 0,1 0-1 0 0,-1 1 1 0 0,10 14 9 0 0,1 0 1 0 0,0-1 0 0 0,1 0-1 0 0,0-1 1 0 0,1 0 0 0 0,1-1-1 0 0,0 0 1 0 0,1-1 0 0 0,1 0-1 0 0,-1-1 1 0 0,21 11 0 0 0,-6-7-82 0 0,1-1 0 0 0,1-1-1 0 0,0-2 1 0 0,0-1 0 0 0,50 9 0 0 0,74 1-182 0 0,-153-20 371 0 0,18 4 731 0 0,-10-4-768 0 0,0 1-84 0 0,-8-1-172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2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1 896 0 0,'0'0'21727'0'0,"-6"3"-21299"0"0,-8 3 0 0 0,1 1 0 0 0,1 0 1 0 0,0 1-1 0 0,0 0 0 0 0,0 1 1 0 0,1 0-1 0 0,0 1 0 0 0,1 1 1 0 0,0-1-1 0 0,1 2 0 0 0,0-1 1 0 0,0 1-1 0 0,2 0 0 0 0,-1 1 1 0 0,2 0-1 0 0,0 0 0 0 0,-9 27 1 0 0,15-38-408 0 0,-1 0 1 0 0,1 0 0 0 0,0 1-1 0 0,0-1 1 0 0,0 0-1 0 0,0 0 1 0 0,0 0 0 0 0,0 0-1 0 0,1 0 1 0 0,-1 0 0 0 0,1 0-1 0 0,0 0 1 0 0,-1 0-1 0 0,1 0 1 0 0,0 0 0 0 0,0 0-1 0 0,0 0 1 0 0,0 0-1 0 0,1-1 1 0 0,-1 1 0 0 0,0 0-1 0 0,1-1 1 0 0,-1 1-1 0 0,1-1 1 0 0,-1 1 0 0 0,1-1-1 0 0,0 0 1 0 0,0 0 0 0 0,0 0-1 0 0,-1 0 1 0 0,1 0-1 0 0,0 0 1 0 0,0 0 0 0 0,0-1-1 0 0,1 1 1 0 0,-1-1-1 0 0,0 0 1 0 0,4 1 0 0 0,4 1-69 0 0,0-1 1 0 0,1 0-1 0 0,-1-1 1 0 0,1 0-1 0 0,-1-1 1 0 0,17-3-1 0 0,-8 0-112 0 0,0-1 0 0 0,0-1 0 0 0,0-1 0 0 0,-1 0 0 0 0,0-1 0 0 0,0-1 0 0 0,-1-1 0 0 0,0-1-1 0 0,28-23 1 0 0,-43 32 157 0 0,1-1 0 0 0,0 1 0 0 0,-1-1 0 0 0,0 1 0 0 0,0-1 0 0 0,0 0 0 0 0,0 0 0 0 0,0 0 0 0 0,0-1 0 0 0,-1 1-1 0 0,1 0 1 0 0,-1 0 0 0 0,0-1 0 0 0,0 1 0 0 0,0-1 0 0 0,-1 1 0 0 0,1-1 0 0 0,-1 1 0 0 0,0-1 0 0 0,0 0 0 0 0,0 1-1 0 0,0-1 1 0 0,-1 1 0 0 0,0-5 0 0 0,-1 4 67 0 0,1 1 0 0 0,-1-1 0 0 0,0 0-1 0 0,0 1 1 0 0,0-1 0 0 0,-1 1 0 0 0,1-1 0 0 0,-1 1-1 0 0,1 0 1 0 0,-1 0 0 0 0,0 0 0 0 0,-1 1 0 0 0,1-1-1 0 0,0 1 1 0 0,-1 0 0 0 0,1-1 0 0 0,-1 2 0 0 0,0-1 0 0 0,0 0-1 0 0,-5-1 1 0 0,-2 0 94 0 0,-4-2 40 0 0,0 1-1 0 0,0 0 1 0 0,0 1-1 0 0,-1 1 1 0 0,1 1-1 0 0,-1 0 1 0 0,-24 2-1 0 0,38-1-355 0 0,10 0-7377 0 0,30 0 5274 0 0,-21 0-1323 0 0,-2 0-4106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3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1000 0 0,'30'18'9492'0'0,"-25"-13"-8665"0"0,-1 0 0 0 0,1 0 0 0 0,-1 0-1 0 0,0 1 1 0 0,0-1 0 0 0,0 1 0 0 0,4 10 0 0 0,-5-9-367 0 0,-1 0 1 0 0,1 1-1 0 0,-1-1 1 0 0,-1 0-1 0 0,1 1 1 0 0,-1-1-1 0 0,-1 1 1 0 0,1-1 0 0 0,-1 1-1 0 0,-2 13 1 0 0,-1 6 490 0 0,2-19-669 0 0,1 0-1 0 0,-1-1 1 0 0,0 1-1 0 0,-1-1 1 0 0,0 1-1 0 0,0-1 1 0 0,0 0-1 0 0,-1 0 1 0 0,0 0 0 0 0,-8 13-1 0 0,5-8-25 0 0,5-11-299 0 0,1 0 0 0 0,0 0 0 0 0,-1 0 0 0 0,1 0 0 0 0,0-1 0 0 0,-1 1 0 0 0,1 0 0 0 0,-1 0 0 0 0,1-1 0 0 0,-1 1 0 0 0,1 0 0 0 0,-1-1 0 0 0,0 1 0 0 0,1 0 0 0 0,-1-1 0 0 0,0 1 0 0 0,1-1 0 0 0,-1 1 0 0 0,-1 0 0 0 0,1-1-350 0 0,-2-2-1268 0 0,2 1 1456 0 0,0 0-1 0 0,-1 0 0 0 0,1 0 0 0 0,0-1 0 0 0,0 1 0 0 0,0-1 0 0 0,0 1 0 0 0,1-1 0 0 0,-1 1 0 0 0,0-1 1 0 0,1 1-1 0 0,-1-1 0 0 0,1 0 0 0 0,-1 1 0 0 0,1-1 0 0 0,0 0 0 0 0,0 1 0 0 0,0-1 0 0 0,0 0 0 0 0,0 1 1 0 0,0-1-1 0 0,0 0 0 0 0,0 1 0 0 0,1-1 0 0 0,-1 0 0 0 0,1 1 0 0 0,-1-1 0 0 0,1 0 0 0 0,-1 1 0 0 0,1-1 1 0 0,0 1-1 0 0,0 0 0 0 0,2-3 0 0 0,21-36-8790 0 0,-16 26 4741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3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12 696 0 0,'0'0'1875'0'0,"-9"-12"8380"0"0,8 12-9900 0 0,0 0-1 0 0,0 0 1 0 0,1 0 0 0 0,-1 0 0 0 0,0 0 0 0 0,1 0-1 0 0,-1 0 1 0 0,0 0 0 0 0,0 0 0 0 0,1 1 0 0 0,-1-1-1 0 0,0 0 1 0 0,1 0 0 0 0,-1 1 0 0 0,0-1 0 0 0,1 0 0 0 0,-1 1-1 0 0,0-1 1 0 0,1 0 0 0 0,-1 1 0 0 0,1-1 0 0 0,-1 1-1 0 0,1-1 1 0 0,-1 1 0 0 0,1-1 0 0 0,-1 1 0 0 0,0 1-1 0 0,-19 28 2917 0 0,-7 35-1420 0 0,26-61-1791 0 0,0 0 0 0 0,0 0 0 0 0,1 0 0 0 0,-1 0 0 0 0,1 0 0 0 0,0 0 0 0 0,0 0 0 0 0,0 0 0 0 0,0 0 0 0 0,1 0 0 0 0,-1 0 0 0 0,1 0 0 0 0,0 0 1 0 0,0 0-1 0 0,1 0 0 0 0,-1 0 0 0 0,1-1 0 0 0,0 1 0 0 0,0 0 0 0 0,0-1 0 0 0,1 0 0 0 0,-1 1 0 0 0,1-1 0 0 0,-1 0 0 0 0,1 0 0 0 0,6 4 0 0 0,-1-2-131 0 0,-1-1 1 0 0,0 0-1 0 0,1-1 0 0 0,0 1 0 0 0,0-2 1 0 0,0 1-1 0 0,0-1 0 0 0,0 0 0 0 0,0-1 1 0 0,1 1-1 0 0,-1-2 0 0 0,11 1 0 0 0,3-1-303 0 0,0-1 0 0 0,-1-1-1 0 0,30-7 1 0 0,-44 8 219 0 0,0-1 0 0 0,-1 0 1 0 0,1 0-1 0 0,-1-1 0 0 0,0 1 1 0 0,0-1-1 0 0,0-1 0 0 0,0 1 0 0 0,0-1 1 0 0,-1 0-1 0 0,0 0 0 0 0,1-1 0 0 0,-2 0 1 0 0,9-9-1 0 0,-11 11 203 0 0,-1 1 0 0 0,0-1-1 0 0,0 1 1 0 0,0-1 0 0 0,0 1 0 0 0,0-1 0 0 0,-1 1 0 0 0,1-1-1 0 0,-1 0 1 0 0,0 1 0 0 0,0-1 0 0 0,0 0 0 0 0,0 0-1 0 0,0 1 1 0 0,0-1 0 0 0,-1 0 0 0 0,1 1 0 0 0,-1-1 0 0 0,0 0-1 0 0,0 1 1 0 0,0-1 0 0 0,0 1 0 0 0,0 0 0 0 0,-1-1-1 0 0,1 1 1 0 0,-1 0 0 0 0,1 0 0 0 0,-1-1 0 0 0,0 1 0 0 0,0 1-1 0 0,0-1 1 0 0,0 0 0 0 0,0 0 0 0 0,-4-1 0 0 0,-3-4 320 0 0,0 0 1 0 0,0 1-1 0 0,0 1 1 0 0,-1 0-1 0 0,0 0 1 0 0,0 1-1 0 0,-13-4 1 0 0,-1 1 342 0 0,13 3-295 0 0,0 1 0 0 0,0 1 0 0 0,-1 0 0 0 0,-18-2 0 0 0,29 4-582 0 0,-6-1 159 0 0,4-1-1482 0 0,6 1-3211 0 0,18-3 3635 0 0,-15 3-38 0 0,17 3-3708 0 0,-10-2-5756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4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1216 0 0,'0'0'16994'0'0,"1"4"-16080"0"0,1-1-720 0 0,-1 0 0 0 0,1 0 0 0 0,0 0 0 0 0,0 0 0 0 0,0-1 0 0 0,0 1 0 0 0,0 0 0 0 0,1-1 1 0 0,-1 0-1 0 0,1 1 0 0 0,-1-1 0 0 0,1 0 0 0 0,0 0 0 0 0,0-1 0 0 0,0 1 0 0 0,0 0 0 0 0,5 1 0 0 0,71 25 1390 0 0,-54-20-1151 0 0,80 26 803 0 0,-46-16-634 0 0,0 3 1 0 0,80 39-1 0 0,-125-52-544 0 0,-6-5-60 0 0,0 1-1 0 0,0 0 1 0 0,-1 1 0 0 0,1 0-1 0 0,-1 0 1 0 0,11 11-1 0 0,-17-15 8 0 0,0 0-1 0 0,0 1 1 0 0,-1-1 0 0 0,1 0-1 0 0,0 1 1 0 0,0-1-1 0 0,-1 1 1 0 0,1-1 0 0 0,-1 1-1 0 0,1-1 1 0 0,-1 1-1 0 0,0-1 1 0 0,1 1 0 0 0,-1-1-1 0 0,0 1 1 0 0,0-1-1 0 0,0 1 1 0 0,0 1-1 0 0,-1 0 19 0 0,0 0 0 0 0,0-1 0 0 0,0 1 0 0 0,0-1 0 0 0,-1 1-1 0 0,1-1 1 0 0,-1 0 0 0 0,1 1 0 0 0,-1-1 0 0 0,0 0 0 0 0,0 0-1 0 0,0 0 1 0 0,0 0 0 0 0,-2 1 0 0 0,-12 9 199 0 0,-1-1 0 0 0,0 0 1 0 0,-19 8-1 0 0,-27 17 321 0 0,40-24-321 0 0,0-1 1 0 0,-1 0-1 0 0,0-2 1 0 0,-41 11-1 0 0,62-20-214 0 0,-9 5-1876 0 0,20-5-4388 0 0,6-1 5784 0 0,20-1-3355 0 0,-11 2-4742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5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9 152 0 0,'-17'-8'18186'0'0,"24"9"-17889"0"0,1 1 0 0 0,0 0 0 0 0,-1 0 0 0 0,0 1 0 0 0,0 0 0 0 0,0 0 1 0 0,0 1-1 0 0,0 0 0 0 0,-1 0 0 0 0,1 0 0 0 0,-1 1 0 0 0,0 0 0 0 0,8 9 0 0 0,-6-3 111 0 0,0 0-1 0 0,-1 0 0 0 0,0 0 1 0 0,-1 1-1 0 0,-1 0 1 0 0,6 15-1 0 0,-10-23-311 0 0,0-1 1 0 0,-1 1 0 0 0,1 0-1 0 0,0 0 1 0 0,-1 0 0 0 0,0 0-1 0 0,0 0 1 0 0,0 0 0 0 0,-1 0-1 0 0,1 0 1 0 0,-1 0-1 0 0,0 0 1 0 0,0-1 0 0 0,0 1-1 0 0,-1 0 1 0 0,1 0 0 0 0,-1-1-1 0 0,0 1 1 0 0,0-1-1 0 0,0 0 1 0 0,0 1 0 0 0,-1-1-1 0 0,1 0 1 0 0,-1 0 0 0 0,-4 3-1 0 0,-1 0 88 0 0,0-1 1 0 0,0 1-1 0 0,-1-2 0 0 0,1 1 0 0 0,-1-1 1 0 0,0 0-1 0 0,-1-1 0 0 0,1 0 0 0 0,-1-1 1 0 0,1 1-1 0 0,-1-2 0 0 0,0 0 0 0 0,1 0 1 0 0,-17-1-1 0 0,24 0-105 0 0,2 0-69 0 0,-1 0-1 0 0,1-1 1 0 0,-1 1 0 0 0,1 0-1 0 0,-1-1 1 0 0,0 1 0 0 0,1 0-1 0 0,-1 0 1 0 0,0-1 0 0 0,1 1-1 0 0,-1 0 1 0 0,0 0 0 0 0,1 0-1 0 0,-1 0 1 0 0,0 0 0 0 0,1 0-1 0 0,-1 0 1 0 0,0 0 0 0 0,1 0-1 0 0,-1 0 1 0 0,0 1 0 0 0,1-1-1 0 0,-2 1 1 0 0,-8 2-810 0 0,10-2-1419 0 0,21 5 1416 0 0,-16-4-168 0 0,14 7-2907 0 0,-10-7-3384 0 0,6-4 1585 0 0,-1-3 431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5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392 3 972 0 0,'0'0'4491'0'0,"-9"-2"5501"0"0,3 11-9132 0 0,1-1-320 0 0,1 0 1 0 0,-1 0-1 0 0,-1-1 0 0 0,1 0 0 0 0,-1 0 1 0 0,-1 0-1 0 0,1-1 0 0 0,-1 0 0 0 0,0 0 1 0 0,-8 5-1 0 0,-224 124 3174 0 0,234-132-3705 0 0,0 0-1 0 0,1 0 0 0 0,0 0 0 0 0,0 1 1 0 0,0-1-1 0 0,0 1 0 0 0,0 0 1 0 0,1 0-1 0 0,-1 1 0 0 0,1-1 0 0 0,1 1 1 0 0,-1-1-1 0 0,0 1 0 0 0,1 0 0 0 0,0 0 1 0 0,0 0-1 0 0,1 1 0 0 0,-1-1 0 0 0,1 0 1 0 0,0 1-1 0 0,1-1 0 0 0,-1 0 1 0 0,1 1-1 0 0,0-1 0 0 0,0 1 0 0 0,1-1 1 0 0,0 0-1 0 0,0 1 0 0 0,0-1 0 0 0,4 10 1 0 0,-1-4-5 0 0,0 0 0 0 0,1-1 1 0 0,0 0-1 0 0,0 0 0 0 0,1 0 1 0 0,1-1-1 0 0,0 0 0 0 0,0 0 0 0 0,1-1 1 0 0,0 0-1 0 0,0 0 0 0 0,1-1 1 0 0,16 12-1 0 0,8-3 6 0 0,1-1 0 0 0,0-1 0 0 0,1-2 0 0 0,56 11 0 0 0,-22-4-133 0 0,-68-20 165 0 0,-1 1 0 0 0,0 0-1 0 0,1 1 1 0 0,-1-1 0 0 0,0 0 0 0 0,1 0 0 0 0,-1 0 0 0 0,0 0 0 0 0,1 0 0 0 0,-1 0 0 0 0,0 0 0 0 0,1 0 0 0 0,-1 1-1 0 0,0-1 1 0 0,1 0 0 0 0,-1 0 0 0 0,0 0 0 0 0,0 1 0 0 0,1-1 0 0 0,-1 0 0 0 0,0 0 0 0 0,0 1 0 0 0,1-1-1 0 0,-1 0 1 0 0,0 0 0 0 0,0 1 0 0 0,0-1 0 0 0,1 0 0 0 0,-1 1 0 0 0,0-1 0 0 0,0 0 0 0 0,0 1 0 0 0,0-1 0 0 0,0 1-1 0 0,-10 8 428 0 0,-21 2 672 0 0,29-11-764 0 0,-6 2-213 0 0,5-2-587 0 0,8-2-2198 0 0,19-6 1978 0 0,-18 6-164 0 0,16-14-6143 0 0,-1 6-2147 0 0,-15 4 3873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6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1 844 0 0,'-6'1'16977'0'0,"48"203"-9328"0"0,-35-173-6815 0 0,11 48 1698 0 0,-7-63-2199 0 0,-11-15-409 0 0,1-1 1 0 0,-1 1-1 0 0,0-1 1 0 0,1 1-1 0 0,-1-1 1 0 0,0 1-1 0 0,1-1 1 0 0,-1 0-1 0 0,0 1 1 0 0,1-1 0 0 0,-1 1-1 0 0,1-1 1 0 0,-1 0-1 0 0,1 1 1 0 0,-1-1-1 0 0,1 0 1 0 0,-1 0-1 0 0,1 1 1 0 0,-1-1-1 0 0,1 0 1 0 0,-1 0-1 0 0,1 0 1 0 0,0 0 0 0 0,-1 0-1 0 0,1 0 1 0 0,-1 1-1 0 0,1-1 1 0 0,-1-1-1 0 0,1 1 1 0 0,0 0-1 0 0,0 0 1 0 0,1-2-146 0 0,-1 0 0 0 0,0 0 0 0 0,0 0 0 0 0,0 0 1 0 0,0 0-1 0 0,0 0 0 0 0,0 0 0 0 0,0 0 0 0 0,0 0 0 0 0,-1-1 1 0 0,0 1-1 0 0,1-4 0 0 0,0-20-7447 0 0,-2 12 408 0 0,1 2 2221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6.3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1224 0 0,'0'0'1780'0'0,"19"16"6891"0"0,41 24-3087 0 0,-37-26-4006 0 0,-1 1 1 0 0,31 26-1 0 0,-37-26-704 0 0,0 1-1 0 0,-1 1 1 0 0,25 34-1 0 0,-37-46-713 0 0,0 0-1 0 0,0 0 1 0 0,0 1-1 0 0,0-1 1 0 0,-1 0-1 0 0,0 1 1 0 0,0-1-1 0 0,0 1 1 0 0,-1 0-1 0 0,0 0 1 0 0,0 0-1 0 0,-1 0 1 0 0,1-1-1 0 0,-1 1 1 0 0,0 0-1 0 0,-1 0 0 0 0,0 0 1 0 0,0 0-1 0 0,-3 11 1 0 0,2-13-132 0 0,0 0 1 0 0,0 0-1 0 0,0-1 1 0 0,-1 1-1 0 0,1-1 0 0 0,-1 1 1 0 0,-5 4-1 0 0,6-7-232 0 0,1-5-3595 0 0,1 1 3508 0 0,0 0 0 0 0,0 1 0 0 0,0-1 0 0 0,0 0 0 0 0,0 1 0 0 0,1-1 0 0 0,-1 1-1 0 0,1-1 1 0 0,0 0 0 0 0,-1 1 0 0 0,1-1 0 0 0,0 1 0 0 0,1 0 0 0 0,-1-1 0 0 0,3-3 0 0 0,27-31-8340 0 0,-23 28 4296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8.3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0 208 0 0,'0'0'15816'0'0,"1"4"-14375"0"0,11 62 4749 0 0,-8-34-4345 0 0,2 0-1 0 0,16 47 0 0 0,-16-60-1364 0 0,-2-1 0 0 0,0 1 1 0 0,2 20-1 0 0,3 19 457 0 0,16 92-216 0 0,-20-117-4291 0 0,1-12 907 0 0,-6-21 2639 0 0,0 0-1 0 0,0 0 1 0 0,0 0 0 0 0,0 0 0 0 0,0 0-1 0 0,0 0 1 0 0,0 0 0 0 0,1-1 0 0 0,-1 1-1 0 0,0 0 1 0 0,0 0 0 0 0,0 0 0 0 0,0 0-1 0 0,0 0 1 0 0,0 0 0 0 0,1 0 0 0 0,-1 0-1 0 0,0 0 1 0 0,0 0 0 0 0,0 0-1 0 0,0 0 1 0 0,0 0 0 0 0,0 0 0 0 0,1 0-1 0 0,-1 0 1 0 0,0 0 0 0 0,0 0 0 0 0,0 0-1 0 0,0 0 1 0 0,0 0 0 0 0,1 0 0 0 0,-1 0-1 0 0,0 1 1 0 0,0-1 0 0 0,0 0 0 0 0,0 0-1 0 0,0 0 1 0 0,0 0 0 0 0,0 0 0 0 0,0 0-1 0 0,1 0 1 0 0,-1 0 0 0 0,0 0 0 0 0,0 1-1 0 0,0-1 1 0 0,0 0 0 0 0,0 0-1 0 0,0 0 1 0 0,0 0 0 0 0,0 0 0 0 0,0 0-1 0 0,0 1 1 0 0,0-1 0 0 0,0 0 0 0 0,0 0-1 0 0,0 0 1 0 0,0 0 0 0 0,0 0 0 0 0,0 1-1 0 0,0-1 1 0 0,0 0 0 0 0,0 0 0 0 0,0 0-1 0 0,0 0 1 0 0,0 0 0 0 0,0 0 0 0 0,0 1-1 0 0,10-34-3143 0 0,-5-8-8754 0 0,-5 30 6412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8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4 764 0 0,'6'-4'11493'0'0,"11"8"-7237"0"0,26 15-5129 0 0,-24-11 2391 0 0,92 29 476 0 0,119 24 0 0 0,-128-38-1586 0 0,161 61 1 0 0,-257-82-433 0 0,0 1-1 0 0,-1 0 0 0 0,1 0 0 0 0,-1 0 0 0 0,1 1 0 0 0,-1 0 0 0 0,0 0 1 0 0,5 5-1 0 0,-9-8 39 0 0,0 0 0 0 0,0 1 0 0 0,0-1 0 0 0,0 0 0 0 0,-1 0 0 0 0,1 1 0 0 0,0-1 0 0 0,-1 1 0 0 0,1-1 0 0 0,-1 1 0 0 0,1-1 0 0 0,-1 1 0 0 0,0-1 0 0 0,1 1 0 0 0,-1-1 0 0 0,0 1 0 0 0,0-1 0 0 0,0 1 0 0 0,0-1 0 0 0,0 1 0 0 0,-1 0 0 0 0,1-1 0 0 0,0 1 0 0 0,-1-1 0 0 0,1 0-1 0 0,-1 1 1 0 0,0-1 0 0 0,1 1 0 0 0,-1-1 0 0 0,0 0 0 0 0,0 1 0 0 0,0-1 0 0 0,0 0 0 0 0,0 0 0 0 0,-2 2 0 0 0,-20 19 539 0 0,-1-2 1 0 0,-1 0-1 0 0,-1-1 0 0 0,-1-2 0 0 0,-36 19 0 0 0,-60 39 1366 0 0,110-66-1756 0 0,-40 35 933 0 0,50-41-1101 0 0,1 0 1 0 0,-1 0-1 0 0,1 0 1 0 0,0 0-1 0 0,0 0 1 0 0,0 1-1 0 0,0-1 0 0 0,1 0 1 0 0,0 1-1 0 0,-1-1 1 0 0,1 1-1 0 0,0 0 0 0 0,1-1 1 0 0,-1 1-1 0 0,0 5 1 0 0,1-8-59 0 0,1 0 1 0 0,-1 0 0 0 0,0 0 0 0 0,0 0 0 0 0,1 0 0 0 0,-1 0-1 0 0,1 0 1 0 0,-1 0 0 0 0,1-1 0 0 0,-1 1 0 0 0,1 0 0 0 0,-1 0-1 0 0,1-1 1 0 0,0 1 0 0 0,-1 0 0 0 0,1 0 0 0 0,0-1 0 0 0,0 1-1 0 0,-1-1 1 0 0,1 1 0 0 0,0-1 0 0 0,0 1 0 0 0,0-1 0 0 0,0 1-1 0 0,0-1 1 0 0,1 0 0 0 0,28 8-2188 0 0,-19-6 716 0 0,4-1-457 0 0,-10-1-2010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43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111 150 912 0 0,'0'0'6504'0'0,"-32"7"5315"0"0,39-14-2747 0 0,32-40-8824 0 0,-28 36-188 0 0,0 0 0 0 0,1 0 1 0 0,0 1-1 0 0,1 1 0 0 0,0 0 1 0 0,0 0-1 0 0,1 2 1 0 0,28-12-1 0 0,-39 17-22 0 0,0 1 1 0 0,0 0-1 0 0,0 1 0 0 0,0-1 1 0 0,0 1-1 0 0,0-1 0 0 0,1 1 1 0 0,-1 0-1 0 0,0 0 0 0 0,0 0 1 0 0,0 0-1 0 0,1 1 0 0 0,-1-1 1 0 0,0 1-1 0 0,0 0 0 0 0,0 0 1 0 0,0 0-1 0 0,5 3 0 0 0,-4 0 85 0 0,0-1 0 0 0,-1 1 0 0 0,1 0 0 0 0,-1 0 0 0 0,0 1 0 0 0,0-1 0 0 0,-1 1 1 0 0,1-1-1 0 0,-1 1 0 0 0,4 10 0 0 0,-4-9-25 0 0,0 1 0 0 0,0-1 0 0 0,-1 1 0 0 0,1-1 1 0 0,0 11-1 0 0,-2-15 45 0 0,4 5 10 0 0,-2-3-306 0 0,-4-7-837 0 0,-3-4 1000 0 0,1 0-1 0 0,-1 1 0 0 0,0 0 1 0 0,0 0-1 0 0,-1 1 1 0 0,1-1-1 0 0,-1 1 1 0 0,0 0-1 0 0,-1 1 1 0 0,1 0-1 0 0,-1 0 0 0 0,0 0 1 0 0,0 0-1 0 0,-1 1 1 0 0,1 1-1 0 0,0-1 1 0 0,-1 1-1 0 0,0 0 0 0 0,-12-1 1 0 0,9 3 56 0 0,0 0 0 0 0,0 0 1 0 0,0 1-1 0 0,0 1 0 0 0,1 0 1 0 0,-1 0-1 0 0,0 1 0 0 0,1 0 1 0 0,0 1-1 0 0,0 0 0 0 0,0 1 1 0 0,-11 7-1 0 0,13-8-16 0 0,1 1-1 0 0,0 0 1 0 0,0 1-1 0 0,0-1 1 0 0,1 1 0 0 0,0 0-1 0 0,0 1 1 0 0,0 0 0 0 0,1-1-1 0 0,0 2 1 0 0,1-1-1 0 0,-1 1 1 0 0,1-1 0 0 0,1 1-1 0 0,-6 16 1 0 0,9-20-50 0 0,0 1 0 0 0,0-1 0 0 0,1 0 0 0 0,-1 1 0 0 0,1-1 0 0 0,0 0 0 0 0,0 1 0 0 0,1-1 0 0 0,-1 0 0 0 0,1 0 0 0 0,0 0 0 0 0,0 0 0 0 0,0 0 0 0 0,3 3 0 0 0,-1-3 0 0 0,0-1 0 0 0,1 1 0 0 0,0-1 0 0 0,-1 0 0 0 0,1-1 0 0 0,0 1 0 0 0,0-1 0 0 0,0 0 0 0 0,1-1 0 0 0,-1 1 0 0 0,0-1 0 0 0,1 0 0 0 0,-1 0 0 0 0,1 0 0 0 0,-1-1 0 0 0,1 0 0 0 0,0 0 0 0 0,-1-1 0 0 0,1 1 0 0 0,-1-1 0 0 0,10-3 0 0 0,0 1 0 0 0,0-1 0 0 0,0 0 0 0 0,0-2 0 0 0,-1 0 0 0 0,0 0 0 0 0,23-15 0 0 0,-30 17 0 0 0,10-15 0 0 0,7-15 0 0 0,-11 17 0 0 0,-7 8 0 0 0,11 98 0 0 0,-16-86 0 0 0,0 0 0 0 0,0 1 0 0 0,1-1 0 0 0,-1 0 0 0 0,1 1 0 0 0,-1-1 0 0 0,1 0 0 0 0,0 0 0 0 0,0 0 0 0 0,1-1 0 0 0,-1 1 0 0 0,1 0 0 0 0,-1-1 0 0 0,1 0 0 0 0,3 3 0 0 0,5 2 0 0 0,3-7 0 0 0,-8-2-29 0 0,0 0 0 0 0,0-1 0 0 0,0 0 0 0 0,-1 0-1 0 0,1 0 1 0 0,-1-1 0 0 0,0 0 0 0 0,0 0 0 0 0,0 0 0 0 0,-1-1 0 0 0,1 1 0 0 0,-1-1 0 0 0,0 0 0 0 0,6-11-1 0 0,1-2-82 0 0,-1-1 0 0 0,-1-1-1 0 0,8-23 1 0 0,-11 31 80 0 0,1-7 113 0 0,-7 17-11 0 0,1 0 84 0 0,-1 2-145 0 0,0 0-1 0 0,0 0 1 0 0,0 0 0 0 0,0 0 0 0 0,0-1 0 0 0,0 1 0 0 0,0 0 0 0 0,0 0-1 0 0,0 0 1 0 0,0 0 0 0 0,0 0 0 0 0,0-1 0 0 0,0 1 0 0 0,0 0 0 0 0,0 0-1 0 0,0 0 1 0 0,0 0 0 0 0,0 0 0 0 0,0-1 0 0 0,0 1 0 0 0,0 0 0 0 0,1 0-1 0 0,-1 0 1 0 0,0 0 0 0 0,0 0 0 0 0,0 0 0 0 0,0 0 0 0 0,0-1 0 0 0,0 1-1 0 0,0 0 1 0 0,0 0 0 0 0,1 0 0 0 0,-1 0 0 0 0,0 0 0 0 0,0 0 0 0 0,0 0 0 0 0,0 0-1 0 0,0 0 1 0 0,0 0 0 0 0,1 0 0 0 0,-1 0 0 0 0,0 0 0 0 0,0 0 0 0 0,0 0-1 0 0,0 0 1 0 0,0 0 0 0 0,1 0 0 0 0,-1 0 0 0 0,0 0 0 0 0,0 0 0 0 0,0 0-1 0 0,0 0 1 0 0,0 0 0 0 0,1 0 0 0 0,-1 0 0 0 0,0 0 0 0 0,0 0 0 0 0,0 0-1 0 0,0 0 1 0 0,0 0 0 0 0,0 0 0 0 0,1 0 0 0 0,-1 1 0 0 0,0-1 0 0 0,0 0-1 0 0,0 0 1 0 0,0 0 0 0 0,0 0 0 0 0,6 15-7 0 0,30 69-2 0 0,-33-80 0 0 0,1 0 0 0 0,0-1 0 0 0,0 1 0 0 0,0-1 0 0 0,1 1 0 0 0,-1-1 0 0 0,6 2 0 0 0,-9-4 0 0 0,0 0 0 0 0,0-1 0 0 0,0 1 0 0 0,0-1 0 0 0,0 1 0 0 0,0-1 0 0 0,0 1 0 0 0,0-1 0 0 0,0 1 0 0 0,0-1 0 0 0,0 0 0 0 0,1 0 0 0 0,-1 0 0 0 0,0 1 0 0 0,0-1 0 0 0,0 0 0 0 0,0-1 0 0 0,0 1 0 0 0,1 0 0 0 0,-1 0 0 0 0,0 0 0 0 0,0-1 0 0 0,0 1 0 0 0,0 0 0 0 0,0-1 0 0 0,0 1 0 0 0,2-2 0 0 0,-2 1 0 0 0,6 0-115 0 0,0-2 0 0 0,0 1 0 0 0,0-1 1 0 0,0 0-1 0 0,-1-1 0 0 0,1 0 0 0 0,-1 0 0 0 0,0 0 0 0 0,10-10 0 0 0,11-7-252 0 0,-25 20 319 0 0,0-1 1 0 0,0 1-1 0 0,-1-1 0 0 0,1 1 1 0 0,-1-1-1 0 0,1 0 1 0 0,-1 1-1 0 0,0-1 0 0 0,1 0 1 0 0,-1 0-1 0 0,0 0 1 0 0,0 0-1 0 0,1-4 0 0 0,7-12 114 0 0,-8 16 268 0 0,-3-1-141 0 0,2 2-184 0 0,0 1 0 0 0,0 0 1 0 0,0 0-1 0 0,0-1 0 0 0,0 1 1 0 0,0 0-1 0 0,0 0 0 0 0,0-1 0 0 0,0 1 1 0 0,0 0-1 0 0,-1 0 0 0 0,1-1 1 0 0,0 1-1 0 0,0 0 0 0 0,0 0 0 0 0,0-1 1 0 0,0 1-1 0 0,-1 0 0 0 0,1 0 0 0 0,0 0 1 0 0,0 0-1 0 0,0-1 0 0 0,0 1 1 0 0,-1 0-1 0 0,1 0 0 0 0,0 0 0 0 0,0 0 1 0 0,-1 0-1 0 0,1-1 0 0 0,0 1 1 0 0,0 0-1 0 0,-1 0 0 0 0,1 0 0 0 0,0 0 1 0 0,0 0-1 0 0,-1 0 0 0 0,1 0 1 0 0,0 0-1 0 0,0 0 0 0 0,-1 0 0 0 0,1 0 1 0 0,0 0-1 0 0,0 0 0 0 0,-1 0 1 0 0,1 0-1 0 0,0 1 0 0 0,0-1 0 0 0,-1 0 1 0 0,1 0-1 0 0,-3 2 8 0 0,1 0 1 0 0,0 1-1 0 0,0-1 1 0 0,0 0-1 0 0,0 1 1 0 0,0 0-1 0 0,0-1 0 0 0,1 1 1 0 0,-1 0-1 0 0,1 0 1 0 0,0 0-1 0 0,0 0 1 0 0,0 0-1 0 0,0 0 0 0 0,0 0 1 0 0,1 0-1 0 0,0 0 1 0 0,-1 0-1 0 0,1 6 1 0 0,1-2 39 0 0,0-1 1 0 0,0 1 0 0 0,0-1-1 0 0,1 1 1 0 0,-1-1 0 0 0,2 0-1 0 0,-1 0 1 0 0,1 0-1 0 0,6 11 1 0 0,-6-12-93 0 0,-1 0-1 0 0,2 0 1 0 0,-1 0 0 0 0,0-1-1 0 0,1 1 1 0 0,0-1 0 0 0,0 0-1 0 0,0 0 1 0 0,1-1 0 0 0,-1 1-1 0 0,1-1 1 0 0,0 0 0 0 0,0 0-1 0 0,0 0 1 0 0,0-1-1 0 0,0 0 1 0 0,1 0 0 0 0,-1 0-1 0 0,1-1 1 0 0,-1 1 0 0 0,1-1-1 0 0,0-1 1 0 0,0 1 0 0 0,-1-1-1 0 0,1 0 1 0 0,6-1 0 0 0,-9 1-117 0 0,0-1 1 0 0,-1 0-1 0 0,1 0 1 0 0,0 0-1 0 0,0 0 0 0 0,0 0 1 0 0,-1-1-1 0 0,1 1 1 0 0,-1-1-1 0 0,1 0 1 0 0,-1 1-1 0 0,1-1 1 0 0,-1-1-1 0 0,0 1 1 0 0,0 0-1 0 0,0 0 1 0 0,0-1-1 0 0,-1 1 1 0 0,1-1-1 0 0,-1 1 1 0 0,1-1-1 0 0,-1 0 1 0 0,0 0-1 0 0,0 1 1 0 0,1-7-1 0 0,-1 5-410 0 0,-1 1 0 0 0,0-1 0 0 0,1 1 0 0 0,-2-1 0 0 0,1 0 0 0 0,0 1 0 0 0,-1-1 0 0 0,0 1 0 0 0,-1-6 0 0 0,1 5-1029 0 0,-1 0 1 0 0,0 0 0 0 0,0 0 0 0 0,0 0 0 0 0,-1 0 0 0 0,1 0-1 0 0,-7-7 1 0 0,2 6-3656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44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22 476 0 0,'-9'-4'3081'0'0,"6"1"-1244"0"0,-1 1 1 0 0,-1-1-1 0 0,1 1 1 0 0,0 1-1 0 0,0-1 1 0 0,-1 1-1 0 0,-8-2 0 0 0,10 3-1554 0 0,0 0-1 0 0,0 1 0 0 0,-1-1 0 0 0,1 1 0 0 0,0 0 0 0 0,0 0 1 0 0,0 0-1 0 0,0 1 0 0 0,0-1 0 0 0,0 1 0 0 0,0 0 0 0 0,1-1 1 0 0,-4 4-1 0 0,-8 5 486 0 0,1 1 0 0 0,-1 0 1 0 0,2 1-1 0 0,-1 1 1 0 0,2 0-1 0 0,-17 23 0 0 0,24-30-562 0 0,-1 1 0 0 0,1 0-1 0 0,0 0 1 0 0,1 1 0 0 0,0-1-1 0 0,0 1 1 0 0,0 0 0 0 0,1-1 0 0 0,0 1-1 0 0,1 0 1 0 0,-1 0 0 0 0,2 0-1 0 0,-1 0 1 0 0,1 1 0 0 0,0-1-1 0 0,2 11 1 0 0,-1-16-194 0 0,1 1 0 0 0,-1-1 0 0 0,0 1 0 0 0,1-1 0 0 0,0 0-1 0 0,0 0 1 0 0,0 1 0 0 0,0-1 0 0 0,0-1 0 0 0,1 1 0 0 0,-1 0 0 0 0,1-1-1 0 0,0 1 1 0 0,0-1 0 0 0,0 0 0 0 0,0 0 0 0 0,0 0 0 0 0,0 0 0 0 0,0 0 0 0 0,1-1-1 0 0,-1 1 1 0 0,1-1 0 0 0,-1 0 0 0 0,1 0 0 0 0,0-1 0 0 0,-1 1 0 0 0,1-1 0 0 0,0 1-1 0 0,-1-1 1 0 0,1 0 0 0 0,0-1 0 0 0,3 0 0 0 0,3 1-212 0 0,1-1 0 0 0,-1-1 0 0 0,0 0 0 0 0,0 0 1 0 0,-1-1-1 0 0,1 0 0 0 0,0-1 0 0 0,-1 0 0 0 0,0 0 0 0 0,13-9 0 0 0,-20 11 140 0 0,50-42-1146 0 0,-49 41 1157 0 0,0 0 0 0 0,-1 0 0 0 0,0 0 0 0 0,0 0 1 0 0,0-1-1 0 0,0 1 0 0 0,0 0 0 0 0,0-1 0 0 0,-1 0 0 0 0,0 1 0 0 0,0-1 0 0 0,0 0 0 0 0,0 0 0 0 0,-1 1 0 0 0,1-6 0 0 0,-1 7 88 0 0,0-1 0 0 0,0 0 0 0 0,-1 0 0 0 0,1 1-1 0 0,-1-1 1 0 0,1 0 0 0 0,-1 0 0 0 0,0 1-1 0 0,0-1 1 0 0,0 1 0 0 0,-1-1 0 0 0,1 1-1 0 0,-1-1 1 0 0,1 1 0 0 0,-1 0 0 0 0,0 0-1 0 0,0 0 1 0 0,0 0 0 0 0,0 0 0 0 0,0 0-1 0 0,0 0 1 0 0,0 0 0 0 0,-5-1 0 0 0,5 2 173 0 0,-2 4-124 0 0,2-2-79 0 0,0 0-1 0 0,0 1 0 0 0,0 0 0 0 0,1-1 1 0 0,-1 1-1 0 0,0 0 0 0 0,1 0 0 0 0,-1 0 0 0 0,1 0 1 0 0,-1 0-1 0 0,1 0 0 0 0,0 1 0 0 0,0-1 1 0 0,0 0-1 0 0,0 1 0 0 0,0-1 0 0 0,1 0 1 0 0,-1 1-1 0 0,1-1 0 0 0,0 1 0 0 0,-1-1 1 0 0,1 1-1 0 0,0-1 0 0 0,0 1 0 0 0,1-1 1 0 0,-1 1-1 0 0,1-1 0 0 0,-1 1 0 0 0,1-1 1 0 0,0 1-1 0 0,-1-1 0 0 0,1 0 0 0 0,1 0 1 0 0,-1 1-1 0 0,0-1 0 0 0,0 0 0 0 0,3 3 1 0 0,21 29 3 0 0,1-2 0 0 0,1 0 0 0 0,1-2 0 0 0,33 26-1 0 0,-32-31 1 0 0,-2 0-1 0 0,-2 2 1 0 0,0 0-1 0 0,-1 2 1 0 0,31 52-1 0 0,-53-77-9 0 0,1 1-1 0 0,-1-1 1 0 0,0 1-1 0 0,0 0 1 0 0,-1 0-1 0 0,1 0 1 0 0,-1 0-1 0 0,0 0 1 0 0,-1 0-1 0 0,1 0 1 0 0,-1 0-1 0 0,0 1 1 0 0,-1 5-1 0 0,0-7 9 0 0,0-1 0 0 0,0 0 0 0 0,0 0-1 0 0,0 0 1 0 0,-1 0 0 0 0,0-1 0 0 0,1 1-1 0 0,-1 0 1 0 0,0-1 0 0 0,0 1-1 0 0,0-1 1 0 0,0 1 0 0 0,-1-1 0 0 0,1 0-1 0 0,-1 0 1 0 0,1 0 0 0 0,-1-1 0 0 0,0 1-1 0 0,0 0 1 0 0,0-1 0 0 0,0 0 0 0 0,0 0-1 0 0,-3 1 1 0 0,-13 4 81 0 0,-1-1-1 0 0,0-1 1 0 0,0-1-1 0 0,0 0 1 0 0,0-2 0 0 0,-1 0-1 0 0,1-2 1 0 0,0 0-1 0 0,0-1 1 0 0,-40-10 0 0 0,28 4 8 0 0,-1-2 0 0 0,2-2 0 0 0,-1-1 0 0 0,2-1 0 0 0,-52-32 0 0 0,80 45-144 0 0,0 0 0 0 0,0-1 0 0 0,1 1-1 0 0,-1 0 1 0 0,0-1 0 0 0,1 1-1 0 0,-1-1 1 0 0,1 0 0 0 0,0 0-1 0 0,-1 1 1 0 0,1-1 0 0 0,0 0-1 0 0,0 0 1 0 0,0 0 0 0 0,0 0 0 0 0,1 0-1 0 0,-1 0 1 0 0,0-1 0 0 0,1 1-1 0 0,-1 0 1 0 0,1-4 0 0 0,0 3-233 0 0,6-14-431 0 0,-4 16 584 0 0,-1-1-1 0 0,1 0 1 0 0,0 1 0 0 0,0-1-1 0 0,0 1 1 0 0,0-1 0 0 0,0 1-1 0 0,0 0 1 0 0,1 0 0 0 0,-1 0-1 0 0,0 0 1 0 0,0 1 0 0 0,1-1 0 0 0,-1 0-1 0 0,1 1 1 0 0,3-1 0 0 0,48 0-2771 0 0,-28 1 105 0 0,-13 1-334 0 0,-8 0 832 0 0,4-2-3661 0 0,11 0 569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44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2 632 0 0,'0'1'7362'0'0,"-2"9"3965"0"0,4-8-11083 0 0,1 0 1 0 0,0 0-1 0 0,0-1 1 0 0,0 1-1 0 0,0-1 0 0 0,0 0 1 0 0,1 0-1 0 0,-1 0 1 0 0,0 0-1 0 0,1 0 0 0 0,-1-1 1 0 0,0 0-1 0 0,1 0 1 0 0,3 0-1 0 0,59-3 875 0 0,-39 0-610 0 0,102-12-2014 0 0,-104 12-1160 0 0,-22 2 701 0 0,1-1 3220 0 0,-45 17-17853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45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0 2164 0 0,'-59'48'7266'0'0,"52"-40"-4972"0"0,6-7-1753 0 0,0 0-1 0 0,-1 1 1 0 0,1-1 0 0 0,0 1-1 0 0,0-1 1 0 0,0 1 0 0 0,0-1 0 0 0,0 1-1 0 0,0 0 1 0 0,0 0 0 0 0,1-1-1 0 0,-1 1 1 0 0,0 0 0 0 0,1 2-1 0 0,0-1 497 0 0,3-1-68 0 0,3 2-586 0 0,1 0 1 0 0,-1-1-1 0 0,1 0 0 0 0,0 0 1 0 0,0 0-1 0 0,1-1 0 0 0,-1 0 1 0 0,0-1-1 0 0,13 2 0 0 0,72-1 591 0 0,-59-2-1757 0 0,-17 0-2096 0 0,5-2-10130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46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0 281 1492 0 0,'0'0'7876'0'0,"19"5"2145"0"0,-10-6-9447 0 0,5-6-441 0 0,0-1 0 0 0,0-1 0 0 0,0 0 0 0 0,-1-1 0 0 0,-1 0 0 0 0,0-1 0 0 0,0-1 0 0 0,-1 1 0 0 0,17-26 0 0 0,-9 14-198 0 0,1 1 0 0 0,23-20 1 0 0,-34 35 277 0 0,1 1 0 0 0,0 0 1 0 0,0 0-1 0 0,1 1 1 0 0,-1 0-1 0 0,1 1 1 0 0,0 0-1 0 0,17-3 0 0 0,-26 6 52 0 0,23 36 1293 0 0,-25-32-1609 0 0,0-1-1 0 0,1 1 0 0 0,0-1 1 0 0,-1 1-1 0 0,1-1 0 0 0,0 1 0 0 0,0-1 1 0 0,0 0-1 0 0,0 1 0 0 0,1-1 1 0 0,-1 0-1 0 0,1 0 0 0 0,-1 0 1 0 0,4 3-1 0 0,-4-4-375 0 0,-5-5-4135 0 0,-1-1 4680 0 0,-1 1 1 0 0,1 0-1 0 0,-1 0 1 0 0,0 0-1 0 0,-1 1 1 0 0,1 0-1 0 0,0 0 0 0 0,-1 1 1 0 0,0 0-1 0 0,1 0 1 0 0,-1 0-1 0 0,0 1 1 0 0,0 0-1 0 0,0 0 1 0 0,0 1-1 0 0,0 0 1 0 0,0 0-1 0 0,0 1 1 0 0,-8 1-1 0 0,6-1 150 0 0,0 0 0 0 0,1 1 1 0 0,0 0-1 0 0,-1 0 0 0 0,1 1 0 0 0,0 0 0 0 0,0 0 1 0 0,0 1-1 0 0,1 0 0 0 0,-1 1 0 0 0,1 0 0 0 0,0 0 1 0 0,0 0-1 0 0,1 1 0 0 0,0 0 0 0 0,-7 8 0 0 0,11-12-214 0 0,1-1-1 0 0,0 1 1 0 0,0-1-1 0 0,0 1 0 0 0,0-1 1 0 0,0 1-1 0 0,0 0 0 0 0,0 0 1 0 0,1-1-1 0 0,-1 1 1 0 0,0 0-1 0 0,1 0 0 0 0,0 0 1 0 0,-1 0-1 0 0,1 0 0 0 0,0 0 1 0 0,0 0-1 0 0,0 0 1 0 0,0-1-1 0 0,1 1 0 0 0,-1 0 1 0 0,0 0-1 0 0,1 0 0 0 0,-1 0 1 0 0,1 0-1 0 0,1 1 1 0 0,0 0-20 0 0,0 0 1 0 0,0-1 0 0 0,1 1 0 0 0,-1-1-1 0 0,1 0 1 0 0,0 0 0 0 0,0 0-1 0 0,0 0 1 0 0,0 0 0 0 0,0-1 0 0 0,0 1-1 0 0,0-1 1 0 0,5 2 0 0 0,5 0-66 0 0,0 0 0 0 0,-1 0 0 0 0,1-1 0 0 0,0-1 0 0 0,0 0 0 0 0,0-1 0 0 0,16-1 1 0 0,10-4-134 0 0,53-9-1017 0 0,-86 12 1072 0 0,-1 1-1 0 0,1-1 1 0 0,-1 0-1 0 0,1-1 1 0 0,-1 1 0 0 0,0-1-1 0 0,0 0 1 0 0,0-1-1 0 0,0 1 1 0 0,0-1-1 0 0,-1 0 1 0 0,7-7 0 0 0,-9 8 196 0 0,0 1 0 0 0,0-1 1 0 0,0 1-1 0 0,-1-1 1 0 0,0 0-1 0 0,1 1 0 0 0,-1-1 1 0 0,0 0-1 0 0,0 0 0 0 0,0 0 1 0 0,-1 0-1 0 0,1 0 1 0 0,-1 0-1 0 0,0-6 0 0 0,0 7 58 0 0,0 0-1 0 0,0-1 1 0 0,1 1-1 0 0,-1 0 1 0 0,0 0-1 0 0,1 0 1 0 0,-1 0-1 0 0,1 0 1 0 0,-1 1-1 0 0,1-1 0 0 0,2-4 1 0 0,-2 4 364 0 0,-1 7-539 0 0,1-1-1 0 0,-1 1 1 0 0,1-1 0 0 0,0 0 0 0 0,0 1 0 0 0,0-1 0 0 0,0 0 0 0 0,1 0 0 0 0,0 0 0 0 0,-1 0 0 0 0,2 0-1 0 0,-1 0 1 0 0,0-1 0 0 0,1 1 0 0 0,0-1 0 0 0,-1 1 0 0 0,2-1 0 0 0,-1 0 0 0 0,0 0 0 0 0,0 0-1 0 0,1-1 1 0 0,0 1 0 0 0,-1-1 0 0 0,1 0 0 0 0,0 0 0 0 0,0 0 0 0 0,0 0 0 0 0,0-1 0 0 0,7 2 0 0 0,-5-2-271 0 0,0 0 0 0 0,-1 0 1 0 0,1 0-1 0 0,0-1 1 0 0,-1 1-1 0 0,1-1 1 0 0,0-1-1 0 0,-1 1 0 0 0,1-1 1 0 0,0 0-1 0 0,-1-1 1 0 0,1 1-1 0 0,-1-1 1 0 0,1 0-1 0 0,-1 0 1 0 0,0-1-1 0 0,0 1 0 0 0,0-1 1 0 0,0 0-1 0 0,-1-1 1 0 0,1 1-1 0 0,5-7 1 0 0,-3 3-641 0 0,-1-1 1 0 0,0 0 0 0 0,0 0-1 0 0,-1-1 1 0 0,8-16-1 0 0,0-26-6638 0 0,-13 26 3396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47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43 101 508 0 0,'-6'-19'3153'0'0,"0"1"1"0"0,-18-33-1 0 0,24 49-2147 0 0,-4-6 116 0 0,1 6 54 0 0,3 6 2554 0 0,2 7-3386 0 0,64 277 4915 0 0,-40-198-4270 0 0,53 148 897 0 0,-61-195-4478 0 0,-17-42 1889 0 0,-3-9-1501 0 0,-51-128-2468 0 0,40 94 8110 0 0,14 48-2896 0 0,0-1-416 0 0,1 0 0 0 0,-1 1 0 0 0,1-1 0 0 0,1 0-1 0 0,-1 0 1 0 0,1-1 0 0 0,0 1 0 0 0,0 0 0 0 0,0-1 0 0 0,0 0 0 0 0,1 1-1 0 0,0-1 1 0 0,0-1 0 0 0,0 1 0 0 0,0-1 0 0 0,0 1 0 0 0,1-1-1 0 0,0 0 1 0 0,-1-1 0 0 0,1 1 0 0 0,0-1 0 0 0,0 0 0 0 0,1 0 0 0 0,-1-1-1 0 0,6 2 1 0 0,13 1 39 0 0,0 0-1 0 0,0-2 0 0 0,0-1 1 0 0,41-3-1 0 0,-47 1-311 0 0,-1-1 1 0 0,1-1-1 0 0,-1-1 1 0 0,0-1-1 0 0,0 0 0 0 0,24-11 1 0 0,-31 12-61 0 0,-1-1-1 0 0,0 0 1 0 0,0 0 0 0 0,0-1 0 0 0,-1 0 0 0 0,1 0-1 0 0,-2-1 1 0 0,1-1 0 0 0,-1 1 0 0 0,0-1 0 0 0,0 0-1 0 0,7-12 1 0 0,-12 15 90 0 0,1 0 0 0 0,-1-1 0 0 0,1 1 0 0 0,-1-1 0 0 0,-1 1 0 0 0,1-1 0 0 0,-1 0-1 0 0,0 0 1 0 0,-1 0 0 0 0,1 0 0 0 0,-1 0 0 0 0,0 0 0 0 0,-1 0 0 0 0,-1-8 0 0 0,2 11 166 0 0,-1 0 0 0 0,0 0 0 0 0,0 1 0 0 0,0-1 0 0 0,-1 0 0 0 0,1 1 0 0 0,0-1 0 0 0,-1 1 0 0 0,0-1 0 0 0,1 1 0 0 0,-1 0 0 0 0,0-1 0 0 0,0 1 0 0 0,-1 0 0 0 0,1 0 0 0 0,0 1 0 0 0,-1-1 0 0 0,1 0 0 0 0,-1 1 0 0 0,1 0 0 0 0,-1-1 0 0 0,0 1 0 0 0,0 0-1 0 0,1 0 1 0 0,-1 1 0 0 0,0-1 0 0 0,-6 0 0 0 0,6 1 81 0 0,-1 0 0 0 0,1 0 0 0 0,-1 0 0 0 0,1 1 0 0 0,0-1 0 0 0,-1 1 0 0 0,1 0 0 0 0,0 0 0 0 0,-1 0 0 0 0,1 0 0 0 0,0 1 0 0 0,0 0 0 0 0,0-1 0 0 0,0 1 0 0 0,0 0 0 0 0,1 0 0 0 0,-1 0 0 0 0,1 1 0 0 0,-1-1 0 0 0,1 1 0 0 0,0-1 0 0 0,0 1-1 0 0,0 0 1 0 0,0 0 0 0 0,0 0 0 0 0,1 0 0 0 0,-3 6 0 0 0,0 1 252 0 0,0 0 0 0 0,1 0 0 0 0,0 0 0 0 0,0 1 0 0 0,1-1 0 0 0,1 1 0 0 0,-1 15 0 0 0,2-17-180 0 0,1 0 1 0 0,-1 0-1 0 0,1 0 1 0 0,1 0-1 0 0,0 0 0 0 0,0 0 1 0 0,1 0-1 0 0,0-1 0 0 0,5 11 1 0 0,-7-16-231 0 0,1-1 1 0 0,-1 0 0 0 0,1 1-1 0 0,0-1 1 0 0,0 0 0 0 0,0 0-1 0 0,0 0 1 0 0,0 0 0 0 0,0 0-1 0 0,0-1 1 0 0,1 1-1 0 0,-1-1 1 0 0,1 1 0 0 0,-1-1-1 0 0,1 0 1 0 0,-1 0 0 0 0,1 0-1 0 0,0 0 1 0 0,0 0 0 0 0,-1-1-1 0 0,1 1 1 0 0,0-1 0 0 0,0 0-1 0 0,0 0 1 0 0,0 0-1 0 0,-1 0 1 0 0,1 0 0 0 0,0-1-1 0 0,0 1 1 0 0,0-1 0 0 0,-1 0-1 0 0,1 0 1 0 0,0 0 0 0 0,3-1-1 0 0,4-3-361 0 0,-1 1-1 0 0,1-1 0 0 0,-1-1 1 0 0,0 0-1 0 0,0 0 1 0 0,0-1-1 0 0,-1 0 0 0 0,0 0 1 0 0,-1-1-1 0 0,1 0 1 0 0,-1 0-1 0 0,-1-1 0 0 0,0 0 1 0 0,0 0-1 0 0,-1 0 1 0 0,0-1-1 0 0,0 0 0 0 0,-1 0 1 0 0,-1 0-1 0 0,1 0 1 0 0,-2-1-1 0 0,1 1 1 0 0,0-20-1 0 0,-3 28 363 0 0,0 0 0 0 0,-1 0 1 0 0,1 0-1 0 0,-1 0 0 0 0,0 0 0 0 0,1 0 1 0 0,-1 0-1 0 0,0 1 0 0 0,0-1 0 0 0,0 0 1 0 0,-1 0-1 0 0,1 1 0 0 0,0-1 0 0 0,-1 1 0 0 0,1-1 1 0 0,-1 1-1 0 0,1-1 0 0 0,-3 0 0 0 0,3 1 84 0 0,0 0-1 0 0,0 0 0 0 0,0 1 1 0 0,0-1-1 0 0,0 0 0 0 0,-1 1 0 0 0,1-1 1 0 0,0 1-1 0 0,0-1 0 0 0,0 1 0 0 0,-1-1 1 0 0,1 1-1 0 0,0 0 0 0 0,0 0 1 0 0,-1 0-1 0 0,1 0 0 0 0,0 0 0 0 0,-1 0 1 0 0,1 0-1 0 0,0 0 0 0 0,0 0 0 0 0,-1 1 1 0 0,1-1-1 0 0,0 0 0 0 0,0 1 1 0 0,0-1-1 0 0,-1 1 0 0 0,-1 1 0 0 0,2-1 16 0 0,0 0 0 0 0,0 0 0 0 0,0 1 0 0 0,-1-1 0 0 0,2 1 0 0 0,-1-1 0 0 0,0 0 0 0 0,0 1 0 0 0,0 0 0 0 0,1-1 0 0 0,-1 1 0 0 0,1-1 0 0 0,-1 1 0 0 0,1 0 1 0 0,0-1-1 0 0,-1 1 0 0 0,1 0 0 0 0,0 0 0 0 0,0-1 0 0 0,0 1 0 0 0,0 0 0 0 0,1 3 0 0 0,16 40 1130 0 0,-14-39-1087 0 0,2 5 118 0 0,1-1 1 0 0,0 0-1 0 0,1 0 1 0 0,1 0-1 0 0,-1-1 1 0 0,1 0-1 0 0,1 0 0 0 0,17 13 1 0 0,-19-17-272 0 0,-1 0 0 0 0,0-1 0 0 0,1 0 1 0 0,0 0-1 0 0,0-1 0 0 0,0 0 0 0 0,0 0 1 0 0,1 0-1 0 0,-1-1 0 0 0,1 0 0 0 0,-1 0 0 0 0,1-1 1 0 0,0 0-1 0 0,12-1 0 0 0,-16-1-167 0 0,0 0 0 0 0,0 0 0 0 0,-1 0 1 0 0,1-1-1 0 0,0 0 0 0 0,-1 0 0 0 0,0 0 0 0 0,1 0 0 0 0,-1 0 0 0 0,0-1 0 0 0,0 1 1 0 0,0-1-1 0 0,0 0 0 0 0,-1 0 0 0 0,1 0 0 0 0,3-7 0 0 0,30-55-2939 0 0,-10 4 939 0 0,-25 53 2411 0 0,2-2-364 0 0,-3 10 240 0 0,0 0 1 0 0,0-1-1 0 0,0 1 1 0 0,0 0-1 0 0,0 0 1 0 0,0 0-1 0 0,0 0 1 0 0,0 0-1 0 0,0 0 1 0 0,0 0-1 0 0,1-1 1 0 0,-1 1-1 0 0,0 0 1 0 0,0 0-1 0 0,0 0 1 0 0,0 0-1 0 0,0 0 1 0 0,0 0-1 0 0,1 0 0 0 0,-1 0 1 0 0,0 0-1 0 0,0 0 1 0 0,0 0-1 0 0,0 0 1 0 0,0 0-1 0 0,1 0 1 0 0,-1 0-1 0 0,0 0 1 0 0,0 0-1 0 0,0 0 1 0 0,0 0-1 0 0,0 0 1 0 0,1 0-1 0 0,-1 0 1 0 0,0 0-1 0 0,0 0 1 0 0,0 0-1 0 0,0 0 1 0 0,0 0-1 0 0,0 0 1 0 0,1 0-1 0 0,-1 0 0 0 0,0 1 1 0 0,0-1-1 0 0,0 0 1 0 0,0 0-1 0 0,0 0 1 0 0,0 0-1 0 0,0 0 1 0 0,0 0-1 0 0,1 1 1 0 0,-1-1-1 0 0,0 0 1 0 0,8 11 230 0 0,0 0 0 0 0,0 0 1 0 0,-1 1-1 0 0,-1 0 0 0 0,0 0 0 0 0,8 23 1 0 0,19 38 988 0 0,-29-65-1410 0 0,0-1 0 0 0,1 0 0 0 0,0 0-1 0 0,0-1 1 0 0,1 1 0 0 0,0-1 0 0 0,0-1 0 0 0,1 1 0 0 0,-1-1 0 0 0,1 0 0 0 0,0 0 0 0 0,11 5 0 0 0,-17-10 39 0 0,0 0-1 0 0,0 0 1 0 0,0-1 0 0 0,-1 1-1 0 0,1 0 1 0 0,0 0 0 0 0,0-1-1 0 0,-1 1 1 0 0,1 0 0 0 0,0-1-1 0 0,-1 1 1 0 0,1-1 0 0 0,0 1 0 0 0,-1-1-1 0 0,1 1 1 0 0,-1-1 0 0 0,1 1-1 0 0,-1-1 1 0 0,1 1 0 0 0,-1-1-1 0 0,1 0 1 0 0,-1 1 0 0 0,1-1-1 0 0,-1 0 1 0 0,0 0 0 0 0,0 1-1 0 0,1-1 1 0 0,-1 0 0 0 0,0 0-1 0 0,0 1 1 0 0,0-2 0 0 0,8-25-2331 0 0,-8 19 1336 0 0,1-5-581 0 0,-3 2-4619 0 0,-5-9 2051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47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25 1528 0 0,'0'0'1799'0'0,"-7"-21"3605"0"0,-21 18 2453 0 0,7 10-4345 0 0,15-3-3168 0 0,1 1 1 0 0,0-1-1 0 0,0 1 1 0 0,1 0 0 0 0,0 1-1 0 0,-6 6 1 0 0,-10 21 370 0 0,0 1 1 0 0,3 0-1 0 0,0 1 0 0 0,2 1 1 0 0,2 0-1 0 0,2 1 0 0 0,1 1 1 0 0,1 0-1 0 0,-4 59 0 0 0,11-82-499 0 0,2 0 0 0 0,0 0 1 0 0,0 0-1 0 0,2 0 0 0 0,5 26 0 0 0,-6-33-178 0 0,1-1 0 0 0,1 1 0 0 0,0-1 0 0 0,0 0 0 0 0,0 1 0 0 0,1-1 0 0 0,0-1 0 0 0,0 1 1 0 0,0-1-1 0 0,1 1 0 0 0,0-1 0 0 0,8 6 0 0 0,-1-1-180 0 0,-9-8 33 0 0,0 0 0 0 0,0 0 1 0 0,0 0-1 0 0,1 0 0 0 0,-1-1 0 0 0,1 0 0 0 0,-1 0 0 0 0,1 0 0 0 0,0 0 1 0 0,0 0-1 0 0,-1-1 0 0 0,1 1 0 0 0,1-1 0 0 0,-1 0 0 0 0,0-1 0 0 0,0 1 0 0 0,0-1 1 0 0,5 1-1 0 0,-5-1-265 0 0,0 0 0 0 0,0 0 0 0 0,0 0 0 0 0,1 0 0 0 0,-1-1 0 0 0,0 0 0 0 0,0 0 0 0 0,0 0 0 0 0,0 0 0 0 0,0 0 0 0 0,-1-1 0 0 0,1 0 0 0 0,0 0 0 0 0,-1 0 0 0 0,1 0 0 0 0,-1 0 0 0 0,1-1 0 0 0,-1 1 0 0 0,0-1 0 0 0,0 0 0 0 0,-1 0 0 0 0,1 0 0 0 0,0-1 0 0 0,-1 1 0 0 0,0-1 0 0 0,0 1 0 0 0,0-1 0 0 0,0 0 0 0 0,1-5 0 0 0,8-10-8540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59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1 852 0 0,'0'0'31887'0'0,"0"6"-31864"0"0,-5 17-18 0 0,-6 46-4 0 0,10-65-1 0 0,1 0 0 0 0,0 0 0 0 0,0 0 0 0 0,1 0 0 0 0,-1 0 0 0 0,1-1 0 0 0,0 1 0 0 0,0 0 0 0 0,0 0-1 0 0,0-1 1 0 0,0 1 0 0 0,1-1 0 0 0,0 1 0 0 0,0-1 0 0 0,0 0 0 0 0,4 5 0 0 0,-1-3 0 0 0,1-1 0 0 0,0-1 0 0 0,0 1 0 0 0,0-1 0 0 0,0 0 0 0 0,0 0 0 0 0,1 0 0 0 0,0-1 0 0 0,-1 0 0 0 0,1-1 0 0 0,0 0 0 0 0,0 0 0 0 0,0 0 0 0 0,0 0 0 0 0,0-1 0 0 0,0-1 0 0 0,0 1 0 0 0,-1-1 0 0 0,1 0 0 0 0,12-4 0 0 0,-9 3 0 0 0,0 0 0 0 0,0-1 0 0 0,-1-1 0 0 0,1 0 0 0 0,-1 0 0 0 0,1-1 0 0 0,-1 0 0 0 0,-1 0 0 0 0,1-1 0 0 0,-1 0 0 0 0,0-1 0 0 0,0 0 0 0 0,10-12 0 0 0,-11 10 0 0 0,-4 5 0 0 0,1 0 0 0 0,-1 0 0 0 0,-1-1 0 0 0,1 1 0 0 0,-1-1 0 0 0,1 0 0 0 0,2-8 0 0 0,-3 1 0 0 0,-1 1 0 0 0,-13 5 0 0 0,-7 9 0 0 0,-7 27 0 0 0,23-26 0 0 0,1 0 0 0 0,1 0 0 0 0,-1 1 0 0 0,1-1 0 0 0,-1 1 0 0 0,1-1 0 0 0,1 1 0 0 0,-1 0 0 0 0,1-1 0 0 0,-1 1 0 0 0,1 0 0 0 0,1 0 0 0 0,-1-1 0 0 0,1 1 0 0 0,0-1 0 0 0,0 1 0 0 0,2 7 0 0 0,1 1 0 0 0,0-1 0 0 0,1 1 0 0 0,0-1 0 0 0,0 0 0 0 0,10 14 0 0 0,20 23 0 0 0,53 84 0 0 0,-76-112 0 0 0,-1-1 0 0 0,-1 2 0 0 0,-1-1 0 0 0,11 38 0 0 0,-18-49 0 0 0,0 1 0 0 0,-1 0 0 0 0,0-1 0 0 0,0 1 0 0 0,-1 0 0 0 0,0 0 0 0 0,-1 0 0 0 0,-1-1 0 0 0,1 1 0 0 0,-2-1 0 0 0,1 1 0 0 0,-2-1 0 0 0,1 0 0 0 0,-6 12 0 0 0,6-17 0 0 0,0 0 0 0 0,-1 0 0 0 0,1 0 0 0 0,-1 0 0 0 0,0-1 0 0 0,0 1 0 0 0,0-1 0 0 0,0 0 0 0 0,-1 0 0 0 0,0-1 0 0 0,0 1 0 0 0,0-1 0 0 0,0 0 0 0 0,0-1 0 0 0,-1 1 0 0 0,1-1 0 0 0,-1 0 0 0 0,0 0 0 0 0,1-1 0 0 0,-1 1 0 0 0,0-2 0 0 0,0 1 0 0 0,0 0 0 0 0,0-1 0 0 0,0 0 0 0 0,-11-2 0 0 0,7 1 0 0 0,0-1 0 0 0,0-1 0 0 0,0 0 0 0 0,1 0 0 0 0,-1-1 0 0 0,1 0 0 0 0,0-1 0 0 0,0 0 0 0 0,1 0 0 0 0,-1-1 0 0 0,1 0 0 0 0,0 0 0 0 0,-8-10 0 0 0,13 13 0 0 0,0 0 0 0 0,0 0 0 0 0,0 0 0 0 0,0-1 0 0 0,1 0 0 0 0,-1 1 0 0 0,1-1 0 0 0,0 0 0 0 0,0 0 0 0 0,1 0 0 0 0,-1 0 0 0 0,1-1 0 0 0,0 1 0 0 0,0 0 0 0 0,0-1 0 0 0,1 1 0 0 0,-1 0 0 0 0,1-1 0 0 0,0 1 0 0 0,0-1 0 0 0,1 1 0 0 0,0 0 0 0 0,-1-1 0 0 0,1 1 0 0 0,1 0 0 0 0,-1 0 0 0 0,0-1 0 0 0,1 1 0 0 0,0 0 0 0 0,0 0 0 0 0,0 1 0 0 0,5-6 0 0 0,-2 3 0 0 0,0 0 0 0 0,0 0 0 0 0,1 1 0 0 0,-1 0 0 0 0,1 0 0 0 0,1 1 0 0 0,-1-1 0 0 0,1 1 0 0 0,-1 1 0 0 0,1-1 0 0 0,0 1 0 0 0,0 1 0 0 0,1-1 0 0 0,12-2 0 0 0,9 0 0 0 0,0 1 0 0 0,1 2 0 0 0,35 1 0 0 0,-47 1 0 0 0,0 2 0 0 0,-5 0 0 0 0,0 0 0 0 0,4 0 0 0 0,-5-1-50 0 0,-10-1-379 0 0,-5-5-6495 0 0,-1 1 5831 0 0,-4-5 260 0 0,6 3-3356 0 0,-2-2-3639 0 0,-2-7 1403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59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1 236 0 0,'3'2'-96'0'0,"21"12"20884"0"0,-18-10-18767 0 0,-2 6-1454 0 0,0-1 0 0 0,-1 1 0 0 0,0 0 0 0 0,-1 0-1 0 0,0 0 1 0 0,0 0 0 0 0,-1 0 0 0 0,-1 0-1 0 0,0 0 1 0 0,0 1 0 0 0,-2 9 0 0 0,2 9 500 0 0,0-18-729 0 0,0-8-212 0 0,0 1 0 0 0,0 0 0 0 0,0-1-1 0 0,0 1 1 0 0,0 0 0 0 0,-1-1 0 0 0,0 1-1 0 0,1 0 1 0 0,-1-1 0 0 0,-3 6 0 0 0,1 0 40 0 0,4-7-163 0 0,-1-1 0 0 0,1 1 0 0 0,-1-1 0 0 0,0 1-1 0 0,0-1 1 0 0,1 1 0 0 0,-1 0 0 0 0,0-1 0 0 0,0 1 0 0 0,0-1 0 0 0,-1 1 0 0 0,1-1 0 0 0,0 1 0 0 0,-1 0 0 0 0,1-1-1 0 0,-1 1 1 0 0,1-1 0 0 0,-1 1 0 0 0,0-1 0 0 0,-1 2 0 0 0,-4 8-3 0 0,-2-4 0 0 0,-4-5 0 0 0,8-3-818 0 0,0 0-1 0 0,0 0 1 0 0,0 0-1 0 0,0 0 1 0 0,0-1-1 0 0,0 1 1 0 0,-6-5-1 0 0,9 6 378 0 0,0-1 0 0 0,0 0 0 0 0,1 1 0 0 0,-1-1 0 0 0,0 1 0 0 0,1-1 0 0 0,-1 0 0 0 0,1 1 0 0 0,-1-1 0 0 0,1 0 0 0 0,-1 0 0 0 0,1 0 0 0 0,-1 1 0 0 0,1-1 0 0 0,0 0 0 0 0,-1 0 0 0 0,1 0 0 0 0,0 0 0 0 0,0 0 0 0 0,0-1 0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9:00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42 560 0 0,'0'0'24181'0'0,"1"6"-23696"0"0,0 2-288 0 0,8 22 812 0 0,-7-29-930 0 0,-1 1-1 0 0,0-1 0 0 0,1 1 0 0 0,-1-1 0 0 0,1 0 0 0 0,0 0 0 0 0,-1 0 0 0 0,1 1 0 0 0,0-1 1 0 0,0-1-1 0 0,0 1 0 0 0,0 0 0 0 0,0 0 0 0 0,0-1 0 0 0,0 1 0 0 0,0-1 0 0 0,0 0 0 0 0,0 1 1 0 0,0-1-1 0 0,0 0 0 0 0,0 0 0 0 0,0-1 0 0 0,4 1 0 0 0,0-1 14 0 0,0 0 0 0 0,-1 1 0 0 0,1-2 1 0 0,0 1-1 0 0,0-1 0 0 0,-1 0 0 0 0,11-5 0 0 0,-12 5-42 0 0,0-1 1 0 0,-1 0-1 0 0,1-1 0 0 0,-1 1 0 0 0,1-1 1 0 0,-1 1-1 0 0,0-1 0 0 0,-1 0 0 0 0,1 0 1 0 0,-1 0-1 0 0,1 0 0 0 0,-1-1 1 0 0,-1 1-1 0 0,3-7 0 0 0,-3 9 87 0 0,-2-12-76 0 0,1 14-42 0 0,0 0-1 0 0,0 0 1 0 0,0-1-1 0 0,0 1 1 0 0,0 0-1 0 0,0-1 1 0 0,0 1 0 0 0,0 0-1 0 0,0 0 1 0 0,0-1-1 0 0,0 1 1 0 0,0 0-1 0 0,0-1 1 0 0,0 1-1 0 0,0 0 1 0 0,0 0 0 0 0,-1-1-1 0 0,1 1 1 0 0,0 0-1 0 0,0 0 1 0 0,0-1-1 0 0,0 1 1 0 0,-1 0-1 0 0,1 0 1 0 0,0-1 0 0 0,0 1-1 0 0,0 0 1 0 0,-1 0-1 0 0,1 0 1 0 0,0 0-1 0 0,0-1 1 0 0,-1 1 0 0 0,1 0-1 0 0,0 0 1 0 0,0 0-1 0 0,-1 0 1 0 0,1 0-1 0 0,0 0 1 0 0,0 0-1 0 0,-1 0 1 0 0,1 0 0 0 0,0 0-1 0 0,-1 0 1 0 0,1 0-1 0 0,0 0 1 0 0,0 0-1 0 0,-1 0 1 0 0,1 0 0 0 0,-17 15 229 0 0,0 0 1 0 0,1 2-1 0 0,1 0 1 0 0,-15 22 0 0 0,-32 36 369 0 0,-100 83-618 0 0,155-152 0 0 0,-4 1 0 0 0,4 1-66 0 0,6-6-277 0 0,17-20-12105 0 0,-12 12 8077 0 0,3-12-6940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9:01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3 36 0 0,'-13'-3'5654'0'0,"5"7"9442"0"0,23 19-14391 0 0,2-2-1 0 0,1 1 1 0 0,1-2 0 0 0,0-1 0 0 0,1 0 0 0 0,1-1-1 0 0,1-1 1 0 0,1-1 0 0 0,0-2 0 0 0,1 0-1 0 0,0-1 1 0 0,1-1 0 0 0,1-2 0 0 0,0 0-1 0 0,0-2 1 0 0,54 10 0 0 0,-15-3-705 0 0,-65-15 0 0 0,0-1 0 0 0,0 1 0 0 0,0 0 0 0 0,-1 0 0 0 0,1 0 0 0 0,0 0 0 0 0,0-1 0 0 0,0 1 0 0 0,0 0 0 0 0,0 0 0 0 0,0 0 0 0 0,-1-1 0 0 0,1 1 0 0 0,0 0 0 0 0,0 0 0 0 0,0 0 0 0 0,0-1 0 0 0,0 1 0 0 0,0 0 0 0 0,0 0 0 0 0,0-1 0 0 0,0 1 0 0 0,0 0 0 0 0,0 0 0 0 0,0-1 0 0 0,0 1 0 0 0,0 0 0 0 0,0 0 0 0 0,0 0 0 0 0,1-1 0 0 0,-1 1 0 0 0,0 0 0 0 0,0 0 0 0 0,0 0 0 0 0,0-1 0 0 0,0 1 0 0 0,0 0 0 0 0,1 0 0 0 0,-1 0 0 0 0,0 0 0 0 0,0-1 0 0 0,0 1 0 0 0,0 0 0 0 0,1 0 0 0 0,-1 0 0 0 0,0 0 0 0 0,0 0 0 0 0,0 0 0 0 0,1 0 0 0 0,-1-1 0 0 0,0 1 0 0 0,0 0 0 0 0,1 0 0 0 0,-1 0 0 0 0,0 0 0 0 0,0 0 0 0 0,0 0 0 0 0,1 0 0 0 0,-1 0 0 0 0,1 0 0 0 0,-19-15 0 0 0,-11 4-1610 0 0,23 10 993 0 0,1-1 0 0 0,-1 0-1 0 0,0 0 1 0 0,1-1-1 0 0,0 1 1 0 0,-7-6 0 0 0,11 7-1127 0 0,-2-2-1056 0 0,1-2 1610 0 0,14-15-15328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9:01.7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12 200 0 0,'0'0'1357'0'0,"-1"-9"705"0"0,6 7 4510 0 0,17 6-4738 0 0,-1 1 1 0 0,1 1-1 0 0,-1 1 1 0 0,32 16-1 0 0,-4-3-464 0 0,-21-9-556 0 0,-1 1 0 0 0,0 1 0 0 0,-1 1 0 0 0,0 2 1 0 0,-1 1-1 0 0,-1 0 0 0 0,28 28 0 0 0,-41-34-530 0 0,-1-1 0 0 0,0 1 0 0 0,0 1 0 0 0,-2 0 0 0 0,1 0 1 0 0,-1 0-1 0 0,-1 1 0 0 0,-1 1 0 0 0,0-1 0 0 0,0 1 0 0 0,-1 0 1 0 0,-1 0-1 0 0,0 0 0 0 0,-1 1 0 0 0,-1 0 0 0 0,1 21 0 0 0,-3-21-245 0 0,0-1-1 0 0,-1 1 0 0 0,0 0 1 0 0,-2-1-1 0 0,1 1 1 0 0,-2-1-1 0 0,0 0 0 0 0,-1 0 1 0 0,0 0-1 0 0,-1-1 0 0 0,0 0 1 0 0,-2 0-1 0 0,1 0 0 0 0,-1-1 1 0 0,-1 0-1 0 0,0-1 1 0 0,-16 16-1 0 0,3-1-38 0 0,10-17 0 0 0,-1-6 0 0 0,-3-10 0 0 0,10-4 0 0 0,4 1 0 0 0,-3 2-10 0 0,3 7-206 0 0,21 1-10551 0 0,4-8-1389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9:24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1 110 404 0 0,'93'-20'6501'0'0,"-59"14"-5123"0"0,1 2 1 0 0,39 0-1 0 0,354-12 1883 0 0,403-2-1370 0 0,-619 7-739 0 0,-141 1-176 0 0,-69 10-977 0 0,21 1-36 0 0,0-2 0 0 0,0-1 0 0 0,0 0 0 0 0,0-2 0 0 0,28-8 0 0 0,-49 12 39 0 0,-48 8-559 0 0,-66 3 0 0 0,-111 6-94 0 0,115-7 380 0 0,-290 31-239 0 0,-184 12 1669 0 0,485-51 174 0 0,52-10 314 0 0,264-8-454 0 0,83-2-27 0 0,478 18 218 0 0,-761 0-1358 0 0,159-6 247 0 0,-141 2 969 0 0,-63 5-579 0 0,-66 6-628 0 0,-516 51-2417 0 0,35-40 1777 0 0,517-13 940 0 0,54-5-270 0 0,-24-2 40 0 0,126-10 99 0 0,837 7 1258 0 0,-822 6-1351 0 0,54 3 322 0 0,-135 1 1115 0 0,-76-4-879 0 0,-6 0-892 0 0,-477 6-2092 0 0,183-7 1408 0 0,84 4 987 0 0,228 0 128 0 0,39-2-135 0 0,52-3-34 0 0,165-7 168 0 0,-95 6-88 0 0,266-1 193 0 0,-236 4-193 0 0,45 8 538 0 0,-204-9-466 0 0,-39-7 1179 0 0,-36 3-1876 0 0,-79 5 0 0 0,22 1 69 0 0,-555-10-548 0 0,611 8 518 0 0,699-3 651 0 0,-237 3 17 0 0,-310 0-169 0 0,-58-1 90 0 0,1 0 1 0 0,0 2-1 0 0,38 6 0 0 0,-57-7 386 0 0,-444 16-992 0 0,-59-1-238 0 0,349-12 354 0 0,149-3 240 0 0,13-1-545 0 0,481-38-262 0 0,-384 34 580 0 0,-58 2 75 0 0,119-1-2483 0 0,-183 1 1505 0 0,-1 0-1 0 0,1-1 1 0 0,0 0 0 0 0,0-1 0 0 0,-18-10 0 0 0,-2 1-3154 0 0,-7 1 251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05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99 175 1428 0 0,'0'0'1698'0'0,"-4"-2"-40"0"0,-1 1-3790 0 0,1-1 3605 0 0,-7-7 11973 0 0,10 1-11952 0 0,1 5-1175 0 0,27-27 693 0 0,-17 17-744 0 0,1 1-12 0 0,1 0 1 0 0,0 1-1 0 0,1 1 1 0 0,0 0-1 0 0,1 1 0 0 0,0 0 1 0 0,1 1-1 0 0,-1 1 1 0 0,22-8-1 0 0,-34 15-174 0 0,0 0-1 0 0,0 1 1 0 0,0-1-1 0 0,0 1 1 0 0,1-1-1 0 0,-1 1 1 0 0,0-1-1 0 0,0 1 1 0 0,-1 0-1 0 0,1 0 1 0 0,0 0 0 0 0,0 0-1 0 0,0 1 1 0 0,-1-1-1 0 0,1 0 1 0 0,0 1-1 0 0,-1-1 1 0 0,0 1-1 0 0,1-1 1 0 0,-1 1-1 0 0,2 3 1 0 0,1-1 116 0 0,-3-2-132 0 0,0 0 0 0 0,0-1 0 0 0,0 1 0 0 0,0 0 0 0 0,0 0 0 0 0,-1 0 0 0 0,1 1 0 0 0,0-1 0 0 0,-1 0 0 0 0,0 0 0 0 0,1 0 0 0 0,-1 0 0 0 0,0 0 0 0 0,-1 5 0 0 0,5 15 275 0 0,-2-13-114 0 0,0 0-1 0 0,-1 0 0 0 0,0 0 1 0 0,-1 11-1 0 0,0-19-199 0 0,0-7-51 0 0,0 0 32 0 0,-1 0 0 0 0,1 1 0 0 0,-1-1 0 0 0,-1 0 1 0 0,1 1-1 0 0,-1-1 0 0 0,0 1 0 0 0,0 0 0 0 0,0 0 0 0 0,-1 0 1 0 0,0 0-1 0 0,0 0 0 0 0,0 0 0 0 0,-1 1 0 0 0,1-1 0 0 0,-1 1 0 0 0,-8-7 1 0 0,7 8 69 0 0,1 0 0 0 0,-1 0 0 0 0,0 0 0 0 0,0 0 1 0 0,-1 1-1 0 0,1-1 0 0 0,0 2 0 0 0,-1-1 1 0 0,1 0-1 0 0,-1 1 0 0 0,0 0 0 0 0,1 1 0 0 0,-1-1 1 0 0,0 1-1 0 0,0 0 0 0 0,0 0 0 0 0,1 1 1 0 0,-1 0-1 0 0,0 0 0 0 0,1 0 0 0 0,-1 0 0 0 0,1 1 1 0 0,-1 0-1 0 0,1 0 0 0 0,0 1 0 0 0,0 0 1 0 0,-7 4-1 0 0,-5 4 284 0 0,1 1 1 0 0,1 1-1 0 0,-22 22 1 0 0,34-32-298 0 0,-1 1-1 0 0,1 0 1 0 0,0 0 0 0 0,0 1-1 0 0,0-1 1 0 0,0 1 0 0 0,1-1 0 0 0,0 1-1 0 0,0 0 1 0 0,0 0 0 0 0,1-1-1 0 0,-1 2 1 0 0,1-1 0 0 0,0 0-1 0 0,1 0 1 0 0,-1 0 0 0 0,1 0 0 0 0,0 0-1 0 0,1 7 1 0 0,-1-9-66 0 0,1 0 0 0 0,-1-1 1 0 0,1 1-1 0 0,0 0 0 0 0,0-1 0 0 0,0 1 0 0 0,1-1 1 0 0,-1 1-1 0 0,1-1 0 0 0,-1 1 0 0 0,1-1 0 0 0,0 0 1 0 0,0 0-1 0 0,-1 0 0 0 0,2 0 0 0 0,-1 0 0 0 0,0 0 1 0 0,0-1-1 0 0,4 3 0 0 0,-2-2-3 0 0,1 0-1 0 0,-1-1 1 0 0,1 1 0 0 0,0-1-1 0 0,0 0 1 0 0,0 0 0 0 0,0-1 0 0 0,0 1-1 0 0,0-1 1 0 0,6-1 0 0 0,6-1-27 0 0,0 0 1 0 0,1-2-1 0 0,-1 0 0 0 0,-1-1 1 0 0,22-9-1 0 0,-35 12-2 0 0,66-31-654 0 0,-65 31 638 0 0,0 0 0 0 0,0-1 0 0 0,0 0 0 0 0,-1 1 0 0 0,1-1 0 0 0,-1-1 0 0 0,0 1 0 0 0,0 0 0 0 0,0-1 0 0 0,0 1 0 0 0,0-1 0 0 0,-1 0 0 0 0,0 0 0 0 0,3-7 0 0 0,-4 8 39 0 0,0 1 72 0 0,0 0 0 0 0,0-1 0 0 0,0 1 1 0 0,-1 0-1 0 0,1-1 0 0 0,-1 1 0 0 0,0 0 0 0 0,0-1 0 0 0,0 1 1 0 0,0 0-1 0 0,0-1 0 0 0,0 1 0 0 0,0 0 0 0 0,-1-1 0 0 0,1 1 0 0 0,-1 0 1 0 0,0-1-1 0 0,0 1 0 0 0,0 0 0 0 0,0 0 0 0 0,-2-4 0 0 0,2 5 222 0 0,-2 2-230 0 0,2-2-54 0 0,1 1 0 0 0,-1 0 0 0 0,0 0 0 0 0,0 0 1 0 0,1 0-1 0 0,-1 0 0 0 0,0 0 0 0 0,0 0 0 0 0,1 0 1 0 0,-1 1-1 0 0,0-1 0 0 0,0 0 0 0 0,1 0 0 0 0,-1 0 1 0 0,0 1-1 0 0,1-1 0 0 0,-1 1 0 0 0,0-1 0 0 0,1 0 1 0 0,-1 1-1 0 0,1-1 0 0 0,-1 1 0 0 0,0-1 0 0 0,1 1 1 0 0,-1-1-1 0 0,1 1 0 0 0,0 0 0 0 0,-1-1 0 0 0,1 1 0 0 0,-1 0 1 0 0,1-1-1 0 0,0 1 0 0 0,0 0 0 0 0,-1-1 0 0 0,1 1 1 0 0,0 0-1 0 0,0 0 0 0 0,0-1 0 0 0,0 3 0 0 0,0-2 0 0 0,-10 30 0 0 0,9-21 0 0 0,0-8 0 0 0,1 0 0 0 0,-1 0 0 0 0,1 0 0 0 0,0-1 0 0 0,-1 1 0 0 0,1 0 0 0 0,0 0 0 0 0,0 0 0 0 0,1 0 0 0 0,-1 0 0 0 0,0 0 0 0 0,1 0 0 0 0,-1-1 0 0 0,1 1 0 0 0,-1 0 0 0 0,1 0 0 0 0,0 0 0 0 0,0-1 0 0 0,0 1 0 0 0,0 0 0 0 0,2 2 0 0 0,4 8 0 0 0,-6-7 0 0 0,-1-4 0 0 0,1 1 0 0 0,-1-1 0 0 0,0 0 0 0 0,0 1 0 0 0,1-1 0 0 0,-1 0 0 0 0,1 1 0 0 0,0-1 0 0 0,-1 0 0 0 0,1 0 0 0 0,0 1 0 0 0,0-1 0 0 0,-1 0 0 0 0,1 0 0 0 0,0 0 0 0 0,0 0 0 0 0,0 0 0 0 0,0 0 0 0 0,1 0 0 0 0,-1-1 0 0 0,0 1 0 0 0,0 0 0 0 0,0-1 0 0 0,1 1 0 0 0,-1 0 0 0 0,0-1 0 0 0,1 0 0 0 0,-1 1 0 0 0,0-1 0 0 0,1 0 0 0 0,2 1 0 0 0,9 2 0 0 0,-10-3-11 0 0,-1 1 0 0 0,1-1-1 0 0,0 0 1 0 0,0 0 0 0 0,-1 0 0 0 0,1 0-1 0 0,0-1 1 0 0,0 1 0 0 0,-1-1 0 0 0,1 1-1 0 0,0-1 1 0 0,-1 0 0 0 0,1 0 0 0 0,-1 0-1 0 0,1-1 1 0 0,-1 1 0 0 0,1 0 0 0 0,1-3 0 0 0,3-1-72 0 0,4-4-69 0 0,1 0 0 0 0,-2-1 0 0 0,0 0 1 0 0,0-1-1 0 0,-1 0 0 0 0,0 0 0 0 0,-1-1 0 0 0,0-1 1 0 0,11-22-1 0 0,7-11-156 0 0,-21 33 255 0 0,-4 11 76 0 0,-1 0 1 0 0,0 0-1 0 0,1 0 1 0 0,-1 0 0 0 0,1 1-1 0 0,0-1 1 0 0,0 0-1 0 0,-1 0 1 0 0,1 0-1 0 0,1 1 1 0 0,-1-1 0 0 0,0 1-1 0 0,0-1 1 0 0,0 1-1 0 0,1-1 1 0 0,-1 1-1 0 0,1 0 1 0 0,1-2 0 0 0,-2 9 100 0 0,3 22 219 0 0,14 48 1 0 0,-17-73-352 0 0,0 0 1 0 0,0 0-1 0 0,0-1 0 0 0,0 1 0 0 0,0 0 1 0 0,1-1-1 0 0,-1 1 0 0 0,1-1 1 0 0,0 0-1 0 0,-1 1 0 0 0,1-1 0 0 0,0 0 1 0 0,0 0-1 0 0,1 0 0 0 0,-1 0 1 0 0,0-1-1 0 0,1 1 0 0 0,-1 0 1 0 0,1-1-1 0 0,-1 0 0 0 0,1 0 0 0 0,0 0 1 0 0,-1 0-1 0 0,1 0 0 0 0,0 0 1 0 0,0-1-1 0 0,0 1 0 0 0,0-1 0 0 0,-1 0 1 0 0,1 0-1 0 0,0 0 0 0 0,0 0 1 0 0,0 0-1 0 0,0-1 0 0 0,0 1 1 0 0,0-1-1 0 0,-1 0 0 0 0,1 0 0 0 0,0 0 1 0 0,2-1-1 0 0,4-2-67 0 0,1-1 1 0 0,-2 0-1 0 0,1 0 1 0 0,0-1-1 0 0,-1 0 0 0 0,0-1 1 0 0,-1 0-1 0 0,1 0 0 0 0,-1 0 1 0 0,7-11-1 0 0,-4 6 1112 0 0,-18 27-473 0 0,-4 8-500 0 0,11-22-94 0 0,0 0 0 0 0,1 1 0 0 0,-1-1 0 0 0,0 0 0 0 0,1 0-1 0 0,-1 0 1 0 0,1 1 0 0 0,0-1 0 0 0,-1 0 0 0 0,1 1 0 0 0,0-1 0 0 0,0 0 0 0 0,-1 1 0 0 0,1-1 0 0 0,0 0 0 0 0,0 1-1 0 0,1-1 1 0 0,-1 0 0 0 0,0 1 0 0 0,0-1 0 0 0,1 0 0 0 0,-1 0 0 0 0,1 1 0 0 0,-1-1 0 0 0,1 0 0 0 0,-1 0 0 0 0,1 0 0 0 0,0 1-1 0 0,0-1 1 0 0,-1 0 0 0 0,1 0 0 0 0,0 0 0 0 0,0 0 0 0 0,0 0 0 0 0,0-1 0 0 0,0 1 0 0 0,0 0 0 0 0,0 0 0 0 0,1-1-1 0 0,-1 1 1 0 0,0 0 0 0 0,0-1 0 0 0,1 1 0 0 0,-1-1 0 0 0,0 0 0 0 0,0 1 0 0 0,1-1 0 0 0,-1 0 0 0 0,0 0 0 0 0,1 0 0 0 0,1 0-1 0 0,10 0-1347 0 0,0 0-1 0 0,0-1 1 0 0,0-1-1 0 0,17-3 0 0 0,-12 2-2017 0 0,4-10-7815 0 0,-11 9 5973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06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186 54 864 0 0,'12'-30'5517'0'0,"-12"28"-4496"0"0,4-14 2727 0 0,-5 11 1808 0 0,-5 4-5147 0 0,1 1-1 0 0,0 0 1 0 0,0 1-1 0 0,0-1 1 0 0,-1 1-1 0 0,1 0 1 0 0,0 0-1 0 0,0 0 1 0 0,0 1 0 0 0,0 0-1 0 0,1 0 1 0 0,-1 0-1 0 0,0 0 1 0 0,1 1-1 0 0,-1 0 1 0 0,-5 5-1 0 0,-3 1 317 0 0,0 1 1 0 0,1 0-1 0 0,0 1 0 0 0,-12 16 0 0 0,-3 18 831 0 0,22-33-1225 0 0,4-11-300 0 0,0 1-1 0 0,0-1 1 0 0,1 1-1 0 0,-1-1 1 0 0,1 1-1 0 0,0 0 1 0 0,-1-1-1 0 0,1 1 1 0 0,0 0-1 0 0,0 0 1 0 0,0-1-1 0 0,0 1 1 0 0,0 0-1 0 0,1-1 1 0 0,-1 1 0 0 0,0 0-1 0 0,1-1 1 0 0,-1 1-1 0 0,1 0 1 0 0,0-1-1 0 0,-1 1 1 0 0,1-1-1 0 0,0 1 1 0 0,0-1-1 0 0,0 0 1 0 0,0 1-1 0 0,0-1 1 0 0,1 0-1 0 0,-1 0 1 0 0,0 1 0 0 0,0-1-1 0 0,1 0 1 0 0,-1 0-1 0 0,1-1 1 0 0,-1 1-1 0 0,1 0 1 0 0,-1 0-1 0 0,1-1 1 0 0,-1 1-1 0 0,3 0 1 0 0,3 2-59 0 0,1-1 1 0 0,0 0-1 0 0,0 0 1 0 0,0 0 0 0 0,0-1-1 0 0,0 0 1 0 0,11-1-1 0 0,1-1-207 0 0,-1-1-1 0 0,0-1 1 0 0,0 0 0 0 0,-1-2-1 0 0,1 0 1 0 0,20-9 0 0 0,-38 14 275 0 0,1-1 0 0 0,-1 0 0 0 0,0 1 0 0 0,0-1 0 0 0,0 1 0 0 0,0-1 0 0 0,0 0 0 0 0,1 0 0 0 0,-1 0 0 0 0,0 0 0 0 0,-1 0 0 0 0,1 0 0 0 0,0 0 0 0 0,0 0 0 0 0,0 0 0 0 0,-1 0 0 0 0,1 0 0 0 0,0 0 0 0 0,-1-1 0 0 0,1 1 0 0 0,-1 0 0 0 0,0 0 0 0 0,1-1 0 0 0,-1 1 0 0 0,0 0 0 0 0,0-1 0 0 0,0 1 0 0 0,0 0 0 0 0,0-1 0 0 0,0 1 0 0 0,0 0 0 0 0,0-1 0 0 0,0 1 0 0 0,-1 0 0 0 0,1-1 0 0 0,-1-1 0 0 0,0 1 246 0 0,0 8-272 0 0,-1 1 0 0 0,1 0 0 0 0,0-1 0 0 0,0 1 0 0 0,1 0 0 0 0,0-1 0 0 0,0 1 0 0 0,0 0 0 0 0,1 0 0 0 0,0-1 0 0 0,0 1 0 0 0,1-1 1 0 0,0 1-1 0 0,0-1 0 0 0,4 8 0 0 0,8 18 24 0 0,31 50 1 0 0,-36-67-23 0 0,9 17 0 0 0,2-1 2 0 0,-3 0 1 0 0,0 2-1 0 0,16 47 1 0 0,-11-29-8 0 0,-18-44-9 0 0,0 0-1 0 0,0 1 1 0 0,-1-1 0 0 0,0 1 0 0 0,-1 0 0 0 0,1 0-1 0 0,-2 0 1 0 0,3 16 0 0 0,-4-22 3 0 0,-1-1-1 0 0,1 1 1 0 0,0-1-1 0 0,-1 0 1 0 0,1 1 0 0 0,-1-1-1 0 0,1 1 1 0 0,-1-1-1 0 0,0 0 1 0 0,1 0-1 0 0,-1 1 1 0 0,0-1 0 0 0,0 0-1 0 0,0 0 1 0 0,0 0-1 0 0,0 0 1 0 0,0 0-1 0 0,0 0 1 0 0,0 0-1 0 0,-1-1 1 0 0,1 1 0 0 0,0 0-1 0 0,0 0 1 0 0,-1-1-1 0 0,1 1 1 0 0,-1-1-1 0 0,1 0 1 0 0,0 1 0 0 0,-1-1-1 0 0,1 0 1 0 0,-1 0-1 0 0,1 0 1 0 0,-1 1-1 0 0,1-2 1 0 0,0 1 0 0 0,-1 0-1 0 0,1 0 1 0 0,-1 0-1 0 0,-1-1 1 0 0,-61-12 364 0 0,61 11-342 0 0,-30-8 213 0 0,0-2-1 0 0,1-2 1 0 0,1-1 0 0 0,0-1-1 0 0,-56-41 1 0 0,34 12-240 0 0,53 45 0 0 0,0 0 0 0 0,0 0 0 0 0,0-1 1 0 0,-1 1-1 0 0,1 0 0 0 0,0 0 0 0 0,0 0 0 0 0,0 0 0 0 0,0-1 0 0 0,0 1 1 0 0,0 0-1 0 0,0 0 0 0 0,0 0 0 0 0,0-1 0 0 0,0 1 0 0 0,0 0 1 0 0,0 0-1 0 0,0 0 0 0 0,0-1 0 0 0,0 1 0 0 0,0 0 0 0 0,0 0 0 0 0,1 0 1 0 0,-1 0-1 0 0,0-1 0 0 0,0 1 0 0 0,0 0 0 0 0,0 0 0 0 0,0 0 0 0 0,0 0 1 0 0,0 0-1 0 0,1-1 0 0 0,-1 1 0 0 0,0 0 0 0 0,0 0 0 0 0,0 0 0 0 0,0 0 1 0 0,0 0-1 0 0,1 0 0 0 0,-1 0 0 0 0,0-1 0 0 0,0 1 0 0 0,0 0 1 0 0,1 0-1 0 0,-1 0 0 0 0,0 0 0 0 0,0 0 0 0 0,0 0 0 0 0,1 0 0 0 0,-1 0 1 0 0,0 0-1 0 0,0 0 0 0 0,0 0 0 0 0,0 0 0 0 0,1 0 0 0 0,-1 0 0 0 0,0 0 1 0 0,0 1-1 0 0,0-1 0 0 0,1 0 0 0 0,-1 0 0 0 0,0 0 0 0 0,0 0 0 0 0,13-1-95 0 0,-7 1-248 0 0,-2 1-111 0 0,36 15-2668 0 0,-33-12 850 0 0,1-1-1 0 0,0 1 1 0 0,0-2-1 0 0,15 5 1 0 0,-21-7-1008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2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26 280 0 0,'0'0'3984'0'0,"-4"1"-4470"0"0,-10 1 16804 0 0,10-2-14397 0 0,2-1 977 0 0,-6 3-2614 0 0,0 0-1 0 0,0 1 1 0 0,1 0 0 0 0,-1 0 0 0 0,1 1-1 0 0,0 0 1 0 0,0 0 0 0 0,0 1 0 0 0,0-1 0 0 0,-8 9-1 0 0,-1 0 128 0 0,-3 16 271 0 0,18-28-662 0 0,0 0 0 0 0,1 0 0 0 0,-1 0 0 0 0,0 0 0 0 0,1 1 0 0 0,-1-1 0 0 0,1 0 0 0 0,-1 0 0 0 0,1 0 0 0 0,0 1 0 0 0,0-1 0 0 0,-1 0 0 0 0,1 0 0 0 0,0 0 0 0 0,0 1 0 0 0,0-1 0 0 0,0 0 0 0 0,0 0 1 0 0,1 1-1 0 0,-1-1 0 0 0,0 0 0 0 0,0 0 0 0 0,1 1 0 0 0,-1-1 0 0 0,1 0 0 0 0,-1 0 0 0 0,1 0 0 0 0,1 2 0 0 0,8 2 5 0 0,1 0-1 0 0,0-1 1 0 0,0 0-1 0 0,0-1 1 0 0,1 0-1 0 0,0 0 1 0 0,-1-2-1 0 0,1 1 1 0 0,0-1-1 0 0,0-1 1 0 0,-1 0-1 0 0,20-3 1 0 0,-12 1-84 0 0,0-2 0 0 0,0 0 0 0 0,0 0 0 0 0,0-2 1 0 0,-1-1-1 0 0,0 0 0 0 0,20-11 0 0 0,-36 17 69 0 0,0 0 0 0 0,0 0 0 0 0,0 0 0 0 0,-1 0 0 0 0,1 0 0 0 0,0 0 0 0 0,-1-1 0 0 0,1 1 0 0 0,-1-1 0 0 0,1 1 0 0 0,-1-1 0 0 0,0 1 0 0 0,1-1 0 0 0,-1 0 0 0 0,0 0 0 0 0,0 1 0 0 0,0-1 0 0 0,0 0 0 0 0,-1 0 0 0 0,1 0 0 0 0,0 0 0 0 0,-1 0 0 0 0,0 0 0 0 0,1 0 0 0 0,-1 0 0 0 0,0 0 0 0 0,0-1 0 0 0,0 1 0 0 0,0 0 0 0 0,0 0 0 0 0,-1 0 0 0 0,1 0 0 0 0,-2-3 0 0 0,0 1 35 0 0,1 1 0 0 0,-1 0 1 0 0,0 0-1 0 0,0 0 0 0 0,-1 0 0 0 0,1 0 1 0 0,-1 0-1 0 0,1 1 0 0 0,-1-1 0 0 0,0 1 0 0 0,0 0 1 0 0,0 0-1 0 0,0 0 0 0 0,0 0 0 0 0,-1 0 1 0 0,1 1-1 0 0,-6-2 0 0 0,-9-3 211 0 0,0 2-1 0 0,0 0 0 0 0,-1 1 1 0 0,1 1-1 0 0,-1 0 0 0 0,0 2 1 0 0,-27 2-1 0 0,18 4-408 0 0,22 2-289 0 0,6-6 316 0 0,-1 0-492 0 0,1 0-354 0 0,0-1 817 0 0,0 1 0 0 0,1-1 0 0 0,-1 1 0 0 0,0-1 1 0 0,1 1-1 0 0,0-1 0 0 0,-1 0 0 0 0,1 1 0 0 0,0-1 0 0 0,0 0 0 0 0,0 0 0 0 0,-1 1 1 0 0,1-1-1 0 0,0 0 0 0 0,1 0 0 0 0,-1 0 0 0 0,0 0 0 0 0,0 0 0 0 0,0 0 1 0 0,1-1-1 0 0,-1 1 0 0 0,0 0 0 0 0,1-1 0 0 0,-1 1 0 0 0,3 0 0 0 0,20 6-3257 0 0,-1-3-3500 0 0,-15-3 2278 0 0,11 2-1809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3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1428 0 0,'0'0'1394'0'0,"-4"1"-895"0"0,-5 2 3832 0 0,9-3-4116 0 0,0-1 0 0 0,-1 1 0 0 0,1 0 0 0 0,0 0 0 0 0,0 0 0 0 0,0 0 0 0 0,-1 0 0 0 0,1 0 0 0 0,0 0 0 0 0,0 0 0 0 0,-1 0 0 0 0,1 0-1 0 0,0 0 1 0 0,0 0 0 0 0,-1 0 0 0 0,1 0 0 0 0,0 0 0 0 0,0 1 0 0 0,0-1 0 0 0,-1 0 0 0 0,1 0 0 0 0,0 0 0 0 0,0 0 0 0 0,0 0 0 0 0,-1 0 0 0 0,1 1 0 0 0,0-1 0 0 0,0 0 0 0 0,0 0-1 0 0,0 0 1 0 0,-1 0 0 0 0,1 1 0 0 0,0-1 0 0 0,0 0 0 0 0,0 0 0 0 0,0 1 0 0 0,0-1 0 0 0,0 0 0 0 0,0 0 0 0 0,0 0 0 0 0,0 1 0 0 0,0-1 0 0 0,0 0 0 0 0,0 0 0 0 0,0 1 0 0 0,0-1-1 0 0,0 0 1 0 0,0 0 0 0 0,0 1 0 0 0,0-1 0 0 0,0 0 0 0 0,0 0 0 0 0,0 1 0 0 0,11 3 489 0 0,1 0 0 0 0,-1-1 1 0 0,1 0-1 0 0,0 0 0 0 0,-1-1 0 0 0,25 0 0 0 0,79-2 1449 0 0,-87-2-1802 0 0,-14 1-206 0 0,0 0-1 0 0,0 1 0 0 0,-1 0 0 0 0,1 1 1 0 0,17 3-1 0 0,18-3-1042 0 0,-47-1 476 0 0,-7-2-4997 0 0,3 1 5097 0 0,-24-6-1879 0 0,0 9-7160 0 0,11 0 4334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4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1388 0 0,'0'0'8384'0'0,"18"14"-4676"0"0,66-5 1399 0 0,44-12-1971 0 0,-30 0-1390 0 0,-94 3-1668 0 0,4-2-34 0 0,-6 2-70 0 0,-26 17-19995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5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316 162 196 0 0,'0'0'15035'0'0,"12"-33"-12392"0"0,-12 29-2503 0 0,-3-51 1277 0 0,3 51-1303 0 0,-1 1 1 0 0,1-1 0 0 0,-1 0 0 0 0,0 0 0 0 0,0 1 0 0 0,-1-1-1 0 0,1 1 1 0 0,-1-1 0 0 0,1 1 0 0 0,-1 0 0 0 0,0 0-1 0 0,-4-5 1 0 0,2 5 32 0 0,1 1 1 0 0,-1 0-1 0 0,0 0 0 0 0,0 0 0 0 0,0 0 1 0 0,0 1-1 0 0,0-1 0 0 0,0 1 0 0 0,0 0 1 0 0,0 1-1 0 0,-1-1 0 0 0,1 1 0 0 0,0-1 1 0 0,-1 1-1 0 0,1 0 0 0 0,0 1 0 0 0,-1-1 1 0 0,1 1-1 0 0,0 0 0 0 0,0 0 0 0 0,0 0 1 0 0,0 1-1 0 0,-6 2 0 0 0,-5 2 267 0 0,1 1 0 0 0,0 0-1 0 0,0 1 1 0 0,-23 17 0 0 0,23-15-74 0 0,1 1 1 0 0,1 1-1 0 0,0 0 1 0 0,0 0-1 0 0,-13 19 1 0 0,23-28-296 0 0,0 0 0 0 0,0 0-1 0 0,0-1 1 0 0,1 1 0 0 0,-1 0 0 0 0,1 1 0 0 0,-1-1 0 0 0,1 0-1 0 0,0 0 1 0 0,0 1 0 0 0,1-1 0 0 0,-1 0 0 0 0,1 1 0 0 0,-1-1-1 0 0,1 0 1 0 0,0 1 0 0 0,0-1 0 0 0,1 1 0 0 0,-1-1 0 0 0,1 0 0 0 0,0 1-1 0 0,-1-1 1 0 0,2 0 0 0 0,-1 1 0 0 0,0-1 0 0 0,0 0 0 0 0,1 0-1 0 0,0 0 1 0 0,0 0 0 0 0,0-1 0 0 0,0 1 0 0 0,0 0 0 0 0,4 3-1 0 0,0-2-59 0 0,0 0 0 0 0,0 0 0 0 0,1-1-1 0 0,-1 0 1 0 0,1 0 0 0 0,0 0 0 0 0,-1-1-1 0 0,1 0 1 0 0,0 0 0 0 0,1-1-1 0 0,-1 0 1 0 0,0 0 0 0 0,0-1 0 0 0,0 0-1 0 0,9-1 1 0 0,5 0-185 0 0,-1-1 0 0 0,1-1 1 0 0,-1-1-1 0 0,21-7 0 0 0,-16 3-288 0 0,-1 0 0 0 0,40-21-1 0 0,-55 24 378 0 0,0-1-1 0 0,0 0 0 0 0,-1 0 0 0 0,0-1 0 0 0,0 0 0 0 0,-1 0 1 0 0,0-1-1 0 0,0 0 0 0 0,7-12 0 0 0,-13 19 145 0 0,0 0 0 0 0,0 0 0 0 0,-1 0-1 0 0,1 0 1 0 0,0-1 0 0 0,-1 1 0 0 0,1 0 0 0 0,-1 0 0 0 0,0-1 0 0 0,1 1-1 0 0,-1 0 1 0 0,0-1 0 0 0,0 1 0 0 0,1 0 0 0 0,-1-1 0 0 0,0 1 0 0 0,0 0-1 0 0,-1-1 1 0 0,1 1 0 0 0,0 0 0 0 0,0-1 0 0 0,-1 1 0 0 0,1 0 0 0 0,-1-1-1 0 0,1 1 1 0 0,-1 0 0 0 0,1 0 0 0 0,-1 0 0 0 0,0 0 0 0 0,0-1-1 0 0,1 1 1 0 0,-1 0 0 0 0,0 0 0 0 0,0 0 0 0 0,0 0 0 0 0,0 1 0 0 0,0-1-1 0 0,0 0 1 0 0,-1 0 0 0 0,1 1 0 0 0,0-1 0 0 0,0 0 0 0 0,0 1 0 0 0,-1 0-1 0 0,-1-1 1 0 0,1 0 16 0 0,0 0 0 0 0,0 1-1 0 0,0 0 1 0 0,0-1 0 0 0,0 1 0 0 0,0 0-1 0 0,0 0 1 0 0,0 0 0 0 0,0 0-1 0 0,0 1 1 0 0,0-1 0 0 0,0 1 0 0 0,0-1-1 0 0,0 1 1 0 0,1-1 0 0 0,-1 1-1 0 0,0 0 1 0 0,0 0 0 0 0,0 0 0 0 0,1 0-1 0 0,-1 0 1 0 0,1 0 0 0 0,-1 1 0 0 0,1-1-1 0 0,-1 0 1 0 0,1 1 0 0 0,0-1-1 0 0,-1 1 1 0 0,1 0 0 0 0,0-1 0 0 0,0 1-1 0 0,0 0 1 0 0,-1 2 0 0 0,1 3-14 0 0,-1 1 0 0 0,1-1 1 0 0,1 0-1 0 0,-1 0 1 0 0,1 1-1 0 0,1-1 0 0 0,-1 0 1 0 0,1 0-1 0 0,0 1 1 0 0,1-1-1 0 0,0 0 0 0 0,0 0 1 0 0,0 0-1 0 0,1-1 1 0 0,0 1-1 0 0,0-1 0 0 0,1 1 1 0 0,0-1-1 0 0,0 0 1 0 0,9 10-1 0 0,1 11-464 0 0,-13-26 201 0 0,11 4-720 0 0,-8-7-1867 0 0,-2-7 1932 0 0,9-36-4480 0 0,-1 15-4174 0 0,-5 12 3926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5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0 672 0 0,'0'0'4881'0'0,"1"4"-3310"0"0,1 5-287 0 0,0-1 1 0 0,-1 1-1 0 0,-1 0 0 0 0,1 0 0 0 0,-1 0 1 0 0,-3 14-1 0 0,2-11-378 0 0,1 0 1 0 0,-1-1-1 0 0,2 1 0 0 0,2 20 1 0 0,1-13 29 0 0,-2-8-430 0 0,0 0-1 0 0,1 0 1 0 0,0 0 0 0 0,1-1-1 0 0,6 14 1 0 0,-9-22-461 0 0,1 0-1 0 0,-1 0 1 0 0,0 0-1 0 0,1 0 1 0 0,0 0-1 0 0,-1 0 1 0 0,1 0-1 0 0,0 0 1 0 0,0-1-1 0 0,0 1 1 0 0,0-1 0 0 0,0 1-1 0 0,0-1 1 0 0,1 0-1 0 0,-1 0 1 0 0,0 0-1 0 0,1 0 1 0 0,-1 0-1 0 0,1-1 1 0 0,-1 1-1 0 0,1-1 1 0 0,-1 1 0 0 0,1-1-1 0 0,-1 0 1 0 0,1 0-1 0 0,0 0 1 0 0,-1 0-1 0 0,1-1 1 0 0,2 0-1 0 0,4-1-157 0 0,-1 0 0 0 0,0 0 0 0 0,0-1 0 0 0,-1 0-1 0 0,1-1 1 0 0,-1 0 0 0 0,1 0 0 0 0,-1-1 0 0 0,0 1-1 0 0,-1-2 1 0 0,1 1 0 0 0,-1-1 0 0 0,10-11 0 0 0,25-22-614 0 0,-35 35 630 0 0,0-1 1 0 0,0 0 0 0 0,0-1-1 0 0,-1 1 1 0 0,0-1-1 0 0,0 0 1 0 0,6-10-1 0 0,3-6-84 0 0,-12 20 264 0 0,0 0 0 0 0,0-1 0 0 0,0 1 0 0 0,-1-1 1 0 0,1 1-1 0 0,-1-1 0 0 0,0 0 0 0 0,1 0 0 0 0,-1 0 1 0 0,-1 0-1 0 0,1 0 0 0 0,0 0 0 0 0,-1 0 0 0 0,1-4 1 0 0,-1 17 3986 0 0,0-5-3972 0 0,0 1 0 0 0,0 0 0 0 0,1 0-1 0 0,0 0 1 0 0,0 0 0 0 0,0 0-1 0 0,1 0 1 0 0,0-1 0 0 0,3 9-1 0 0,3-4 38 0 0,1 1-1 0 0,0-1 1 0 0,0 0-1 0 0,1-1 1 0 0,0 0-1 0 0,1-1 0 0 0,21 13 1 0 0,-23-16-438 0 0,0-1 0 0 0,1 0 0 0 0,0-1 0 0 0,0 0 1 0 0,0 0-1 0 0,0-1 0 0 0,12 1 0 0 0,-8-3-639 0 0,6-1-4761 0 0,-13 1-6685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6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299 63 188 0 0,'0'0'941'0'0,"4"-8"572"0"0,-4 2 2646 0 0,0 4-3895 0 0,-1 0 0 0 0,1-1 0 0 0,-1 1 0 0 0,1 0 0 0 0,-1 0 1 0 0,0 0-1 0 0,0 0 0 0 0,0-1 0 0 0,0 1 0 0 0,0 1 0 0 0,0-1 0 0 0,0 0 1 0 0,-1 0-1 0 0,1 0 0 0 0,-1 1 0 0 0,1-1 0 0 0,-1 0 0 0 0,0 1 0 0 0,0 0 1 0 0,1-1-1 0 0,-1 1 0 0 0,0 0 0 0 0,0 0 0 0 0,0 0 0 0 0,-1 0 0 0 0,1 0 1 0 0,0 1-1 0 0,0-1 0 0 0,0 1 0 0 0,-1-1 0 0 0,1 1 0 0 0,0 0 1 0 0,0 0-1 0 0,-1 0 0 0 0,1 0 0 0 0,0 0 0 0 0,0 1 0 0 0,-1-1 0 0 0,1 0 1 0 0,0 1-1 0 0,0 0 0 0 0,-3 1 0 0 0,-13 3 518 0 0,-1 2-1 0 0,1 0 1 0 0,0 1-1 0 0,1 1 1 0 0,-22 14-1 0 0,30-17-457 0 0,1 0-1 0 0,0 0 1 0 0,0 1-1 0 0,1-1 1 0 0,-1 2-1 0 0,2-1 1 0 0,-1 1-1 0 0,1 0 1 0 0,0 1-1 0 0,1-1 1 0 0,-9 19-1 0 0,13-25-274 0 0,0 1-1 0 0,0-1 0 0 0,0 0 0 0 0,0 1 1 0 0,0-1-1 0 0,1 1 0 0 0,-1-1 0 0 0,1 1 0 0 0,0-1 1 0 0,-1 1-1 0 0,1 0 0 0 0,1-1 0 0 0,-1 1 1 0 0,0-1-1 0 0,1 1 0 0 0,-1-1 0 0 0,1 1 1 0 0,-1-1-1 0 0,1 1 0 0 0,0-1 0 0 0,0 0 0 0 0,1 1 1 0 0,-1-1-1 0 0,0 0 0 0 0,1 0 0 0 0,-1 0 1 0 0,1 0-1 0 0,0 0 0 0 0,-1 0 0 0 0,1-1 0 0 0,0 1 1 0 0,0 0-1 0 0,0-1 0 0 0,3 2 0 0 0,0-1-83 0 0,0 1 0 0 0,1-2-1 0 0,-1 1 1 0 0,0 0 0 0 0,1-1-1 0 0,-1 0 1 0 0,1-1 0 0 0,0 1-1 0 0,-1-1 1 0 0,1 0 0 0 0,-1 0 0 0 0,1-1-1 0 0,6-1 1 0 0,-3 0-42 0 0,0 0 1 0 0,-1 0 0 0 0,1-1-1 0 0,0-1 1 0 0,-1 0-1 0 0,0 0 1 0 0,0 0 0 0 0,0-1-1 0 0,-1 0 1 0 0,0-1-1 0 0,0 1 1 0 0,11-13-1 0 0,-16 14 151 0 0,-1 0 0 0 0,0 0 0 0 0,1 0 1 0 0,-2-1-1 0 0,1 1 0 0 0,0 0 0 0 0,-1-1 0 0 0,0 1 0 0 0,0-1 0 0 0,-1-7 0 0 0,0 4 501 0 0,1 6 84 0 0,3 12-650 0 0,0-1 0 0 0,1 1 0 0 0,0 0 0 0 0,0-1 0 0 0,1 0 0 0 0,0 0 0 0 0,1-1 0 0 0,0 1 0 0 0,11 11 0 0 0,3 7-7 0 0,85 107-13 0 0,-71-94-4 0 0,56 85-1 0 0,-79-106-15 0 0,0 0 0 0 0,-1 0 0 0 0,-1 1 0 0 0,-1 1 0 0 0,7 28 1 0 0,-14-45 25 0 0,0 0 1 0 0,0 0 0 0 0,0 1 0 0 0,-1-1 0 0 0,1 0 0 0 0,-1 1 0 0 0,0-1 0 0 0,-1 0 0 0 0,1 1 0 0 0,-1-1 0 0 0,0 0 0 0 0,0 0-1 0 0,0 1 1 0 0,0-1 0 0 0,-1 0 0 0 0,0 0 0 0 0,0 0 0 0 0,0-1 0 0 0,0 1 0 0 0,0 0 0 0 0,-1-1 0 0 0,0 1 0 0 0,1-1 0 0 0,-1 0-1 0 0,-1 0 1 0 0,1 0 0 0 0,0 0 0 0 0,-1-1 0 0 0,1 0 0 0 0,-1 1 0 0 0,0-1 0 0 0,0 0 0 0 0,0-1 0 0 0,-6 3 0 0 0,-4 0 66 0 0,0-1 0 0 0,0 0 1 0 0,0-1-1 0 0,0 0 0 0 0,-1-1 1 0 0,1-1-1 0 0,-1 0 0 0 0,1-1 1 0 0,0-1-1 0 0,-1 0 0 0 0,-15-5 0 0 0,12 2 62 0 0,0 0-1 0 0,0-1 1 0 0,1-1-1 0 0,0-1 0 0 0,0 0 1 0 0,1-1-1 0 0,0-1 0 0 0,-20-16 1 0 0,30 21-79 0 0,-9-7 64 0 0,2-1 0 0 0,-1 0 0 0 0,-16-21 0 0 0,28 31-118 0 0,0 1-1 0 0,-1-1 1 0 0,1 0-1 0 0,1 0 0 0 0,-1 0 1 0 0,0 0-1 0 0,1 0 1 0 0,-1-1-1 0 0,1 1 1 0 0,0 0-1 0 0,0-1 1 0 0,1 1-1 0 0,-1 0 0 0 0,1-1 1 0 0,-1 1-1 0 0,1-1 1 0 0,0 1-1 0 0,0-1 1 0 0,1 1-1 0 0,-1-1 0 0 0,1 1 1 0 0,0 0-1 0 0,-1-1 1 0 0,1 1-1 0 0,1 0 1 0 0,1-4-1 0 0,0 2-29 0 0,1 0 0 0 0,0 0 0 0 0,0 0 0 0 0,1 1 0 0 0,-1 0 0 0 0,1 0-1 0 0,0 0 1 0 0,0 1 0 0 0,0-1 0 0 0,1 1 0 0 0,-1 0 0 0 0,7-2 0 0 0,75-22-644 0 0,-37 13-58 0 0,-28 8-433 0 0,0 0-1 0 0,28-3 1 0 0,-18 6-3888 0 0,-3 2-5479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7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282 16 668 0 0,'-4'0'2001'0'0,"-27"2"3787"0"0,29-2-4024 0 0,-52-1 10801 0 0,15-7-10757 0 0,32 6-1683 0 0,-1 0 1 0 0,1 1-1 0 0,-1-1 0 0 0,0 1 0 0 0,1 1 1 0 0,-1-1-1 0 0,0 1 0 0 0,1 1 0 0 0,-1 0 1 0 0,0 0-1 0 0,1 0 0 0 0,-13 5 0 0 0,17-4-102 0 0,0 0 0 0 0,0 0-1 0 0,0 0 1 0 0,1 1 0 0 0,-1-1-1 0 0,1 1 1 0 0,-1 0-1 0 0,1 0 1 0 0,0 0 0 0 0,0 0-1 0 0,1 0 1 0 0,-1 0 0 0 0,1 0-1 0 0,-1 1 1 0 0,1-1 0 0 0,0 0-1 0 0,0 1 1 0 0,0-1-1 0 0,1 1 1 0 0,-1 0 0 0 0,1 6-1 0 0,-1 8 64 0 0,1 0-1 0 0,0-1 1 0 0,4 21-1 0 0,4 88 423 0 0,-8-87-197 0 0,2 0-1 0 0,11 57 1 0 0,-8-67-15 0 0,-3 0 1 0 0,0 0-1 0 0,-3 34 0 0 0,0-21 227 0 0,0-36-365 0 0,-5 15 375 0 0,6-21-503 0 0,0 1 0 0 0,0-1 0 0 0,0 0 0 0 0,0 0 0 0 0,-1 0 0 0 0,1 1 0 0 0,0-1 0 0 0,0 0 0 0 0,0 0 0 0 0,0 0 0 0 0,0 1 0 0 0,0-1 0 0 0,0 0 0 0 0,0 0 0 0 0,0 1 0 0 0,0-1 0 0 0,0 0 0 0 0,0 0-1 0 0,0 0 1 0 0,0 1 0 0 0,0-1 0 0 0,0 0 0 0 0,0 0 0 0 0,0 1 0 0 0,0-1 0 0 0,0 0 0 0 0,0 0 0 0 0,0 0 0 0 0,0 1 0 0 0,0-1 0 0 0,1 0 0 0 0,-1 0 0 0 0,0 0 0 0 0,0 1 0 0 0,0-1 0 0 0,0 0 0 0 0,0 0 0 0 0,1 0 0 0 0,-1 0 0 0 0,0 0 0 0 0,0 1 0 0 0,0-1 0 0 0,1 0 0 0 0,-1 0 0 0 0,0 0 0 0 0,0 0 0 0 0,0 0 0 0 0,1 0 0 0 0,-1 0 0 0 0,0 0 0 0 0,0 0 0 0 0,1 0 0 0 0,-1 0 0 0 0,0 0 0 0 0,0 0 0 0 0,1 0 0 0 0,-1 0 0 0 0,0 0 0 0 0,27-11-203 0 0,-1 1-1 0 0,2 1 1 0 0,-1 2 0 0 0,1 0 0 0 0,0 2 0 0 0,0 1 0 0 0,46 0 0 0 0,-71 4 98 0 0,0 3-50 0 0,-2-3 65 0 0,-1 1-1 0 0,1-1 1 0 0,-1 0 0 0 0,1 0 0 0 0,-1 1-1 0 0,1-1 1 0 0,-1 0 0 0 0,1 1 0 0 0,-1-1-1 0 0,1 0 1 0 0,-1 1 0 0 0,0-1 0 0 0,1 0-1 0 0,-1 1 1 0 0,0-1 0 0 0,1 1 0 0 0,-1-1-1 0 0,0 1 1 0 0,0-1 0 0 0,1 1-1 0 0,-1-1 1 0 0,0 1 0 0 0,0-1 0 0 0,0 1-1 0 0,0-1 1 0 0,1 1 0 0 0,-1-1 0 0 0,0 1-1 0 0,0 0 1 0 0,0-1 0 0 0,0 1 0 0 0,-1-1-1 0 0,1 1 1 0 0,0-1 0 0 0,0 1 0 0 0,0-1-1 0 0,0 1 1 0 0,0-1 0 0 0,-1 2 0 0 0,-1 5-589 0 0,15-25-17928 0 0,-4 5 13260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8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46 181 1128 0 0,'0'0'6967'0'0,"4"5"-5873"0"0,1 1-577 0 0,-1 0-1 0 0,0 1 1 0 0,-1-1 0 0 0,1 1 0 0 0,-1 0-1 0 0,-1 0 1 0 0,1 0 0 0 0,-1 1 0 0 0,0-1-1 0 0,-1 1 1 0 0,0-1 0 0 0,0 1 0 0 0,-1-1-1 0 0,0 9 1 0 0,0-4 91 0 0,-1-6-312 0 0,1-1 0 0 0,0 1 0 0 0,1 0 0 0 0,-1-1 0 0 0,1 1-1 0 0,2 7 1 0 0,-3-9 64 0 0,0 0 1 0 0,0 0-1 0 0,0 0 0 0 0,0 0 1 0 0,-1 0-1 0 0,0 0 0 0 0,0 0 1 0 0,-1 4-1 0 0,-71-317 788 0 0,69 296-838 0 0,3 11-243 0 0,0-1 1 0 0,0 1-1 0 0,0-1 0 0 0,0 0 1 0 0,1 1-1 0 0,-1-1 1 0 0,1 0-1 0 0,0 1 0 0 0,-1-1 1 0 0,1 0-1 0 0,1 0 1 0 0,-1 1-1 0 0,0-1 1 0 0,1 0-1 0 0,0-3 0 0 0,1 4-38 0 0,0-1 0 0 0,1 1-1 0 0,-1-1 1 0 0,0 1 0 0 0,1 0-1 0 0,0 0 1 0 0,-1 0 0 0 0,1 0-1 0 0,0 1 1 0 0,0-1 0 0 0,0 1-1 0 0,0-1 1 0 0,0 1 0 0 0,0 0-1 0 0,1 0 1 0 0,-1 1 0 0 0,0-1-1 0 0,0 1 1 0 0,1-1 0 0 0,-1 1-1 0 0,0 0 1 0 0,4 1 0 0 0,14-1 3 0 0,0 2 0 0 0,29 6 0 0 0,-25-3 24 0 0,-11-4-41 0 0,0 2-1 0 0,0 0 1 0 0,-1 0-1 0 0,1 1 0 0 0,-1 1 1 0 0,0 0-1 0 0,21 12 1 0 0,-33-16 0 0 0,0 0 1 0 0,0 0 0 0 0,0 0-1 0 0,0 0 1 0 0,0 0-1 0 0,0 0 1 0 0,-1 0-1 0 0,1 0 1 0 0,0 0 0 0 0,0 0-1 0 0,-1 0 1 0 0,1 1-1 0 0,-1-1 1 0 0,1 0 0 0 0,-1 1-1 0 0,1-1 1 0 0,-1 0-1 0 0,0 1 1 0 0,0-1 0 0 0,0 0-1 0 0,0 1 1 0 0,0-1-1 0 0,0 2 1 0 0,0 0 39 0 0,-1 0 0 0 0,0 1 0 0 0,0-1 0 0 0,0 0 0 0 0,-1 0 0 0 0,1 0 0 0 0,-1 0 0 0 0,1-1 0 0 0,-4 5 0 0 0,-4 4 192 0 0,0-1-1 0 0,-1 0 1 0 0,-15 13 0 0 0,-123 100 1921 0 0,145-120-2117 0 0,0 0 0 0 0,0 0 0 0 0,1 1 0 0 0,0-1 0 0 0,-1 1 0 0 0,1 0 0 0 0,1 0 0 0 0,-1-1 0 0 0,0 1 0 0 0,1 0 0 0 0,-1 5 1 0 0,2-6-9 0 0,2 0-4 0 0,0 0-40 0 0,-1 0 0 0 0,1-1 1 0 0,0 1-1 0 0,0-1 0 0 0,0 0 1 0 0,1 1-1 0 0,-1-1 0 0 0,1 0 1 0 0,-1 0-1 0 0,1-1 1 0 0,0 1-1 0 0,-1 0 0 0 0,1-1 1 0 0,0 0-1 0 0,4 2 0 0 0,49 7-485 0 0,-34-7 92 0 0,-20-3 158 0 0,1 0-1466 0 0,16-1 4190 0 0,-12 1-4358 0 0,-1-1-4562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8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24 154 1584 0 0,'0'0'9428'0'0,"-3"2"-8073"0"0,2-1-1125 0 0,-1 0 0 0 0,1 1-1 0 0,-1-1 1 0 0,1 0 0 0 0,0 1 0 0 0,-1-1 0 0 0,1 1-1 0 0,0 0 1 0 0,0-1 0 0 0,0 1 0 0 0,0 0 0 0 0,0-1-1 0 0,1 1 1 0 0,-1 0 0 0 0,0 0 0 0 0,1 0-1 0 0,0 0 1 0 0,-1 0 0 0 0,1 0 0 0 0,0-1 0 0 0,0 1-1 0 0,0 0 1 0 0,0 0 0 0 0,0 3 0 0 0,0 21 1551 0 0,-1-20-1450 0 0,0 0 0 0 0,1 0 0 0 0,0 1 0 0 0,1-1 0 0 0,-1 0 0 0 0,1 1 0 0 0,1-1 0 0 0,-1 0 0 0 0,3 7 0 0 0,-1 7 686 0 0,3 5 152 0 0,-6-25-1143 0 0,0 1 1 0 0,0-1-1 0 0,0 1 0 0 0,1-1 1 0 0,-1 1-1 0 0,0-1 1 0 0,0 1-1 0 0,0-1 0 0 0,0 0 1 0 0,1 1-1 0 0,-1-1 1 0 0,0 1-1 0 0,0-1 0 0 0,0 0 1 0 0,1 1-1 0 0,-1-1 0 0 0,0 0 1 0 0,1 1-1 0 0,-1-1 1 0 0,0 0-1 0 0,1 1 0 0 0,-1-1 1 0 0,1 0-1 0 0,-1 0 0 0 0,0 0 1 0 0,1 1-1 0 0,-1-1 1 0 0,1 0-1 0 0,-1 0 0 0 0,1 0 1 0 0,-1 0-1 0 0,0 0 0 0 0,1 0 1 0 0,-1 0-1 0 0,1 0 1 0 0,-1 0-1 0 0,1 0 0 0 0,-1 0 1 0 0,1 0-1 0 0,-1 0 0 0 0,1 0 1 0 0,12-24 164 0 0,-10 15-231 0 0,26-82 15 0 0,-24 69 28 0 0,1 1 0 0 0,15-35 0 0 0,-5 13 18 0 0,-14 36-22 0 0,1 0 1 0 0,-1 0 0 0 0,1 1-1 0 0,0-1 1 0 0,1 0-1 0 0,7-10 1 0 0,-3 7-11 0 0,-8 9 13 0 0,1-1-1 0 0,0 1 0 0 0,-1 0 0 0 0,1 0 0 0 0,0 0 0 0 0,0 0 1 0 0,0 0-1 0 0,0 1 0 0 0,0-1 0 0 0,0 0 0 0 0,0 0 1 0 0,0 1-1 0 0,0-1 0 0 0,1 0 0 0 0,-1 1 0 0 0,0-1 1 0 0,0 1-1 0 0,1 0 0 0 0,0-1 0 0 0,2 0 44 0 0,9 18 223 0 0,-12-14-232 0 0,12 50 686 0 0,9 71 1 0 0,-18-99-463 0 0,2 0-1 0 0,10 30 1 0 0,-7-23-149 0 0,2-11-130 0 0,-4-14-1296 0 0,-4-8-4528 0 0,-2-2 5698 0 0,1-28-3582 0 0,-3 29 3081 0 0,1 1 0 0 0,0-1-1 0 0,-1 1 1 0 0,1-1 0 0 0,-1 1 0 0 0,1-1 0 0 0,-1 1 0 0 0,0-1-1 0 0,0 1 1 0 0,1 0 0 0 0,-1-1 0 0 0,0 1 0 0 0,-3-2 0 0 0,-7-6-4558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8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56 0 0,'0'0'6112'0'0,"6"2"-4601"0"0,17 7 270 0 0,0-1 0 0 0,1-1 0 0 0,0-2 0 0 0,1 0 0 0 0,42 2-1 0 0,-51-6-2008 0 0,0-2 0 0 0,1 0 0 0 0,-1 0 0 0 0,0-2-1 0 0,0 0 1 0 0,16-5 0 0 0,-29 7-258 0 0,0-1-1 0 0,0 0 1 0 0,0 1-1 0 0,-1-1 1 0 0,1 0 0 0 0,0 0-1 0 0,-1 0 1 0 0,4-5 0 0 0,9-6-4720 0 0,-3 6 1166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9.4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50 892 0 0,'4'7'993'0'0,"-1"-1"1"0"0,1 1-1 0 0,-1 0 0 0 0,0 0 0 0 0,-1 0 1 0 0,0 0-1 0 0,0 0 0 0 0,0 0 1 0 0,-1 1-1 0 0,0 10 0 0 0,-2 87 4434 0 0,-1-44-2489 0 0,7-18-1948 0 0,-5-41-1061 0 0,1-10-2347 0 0,2-6 2028 0 0,-2 0 0 0 0,0-1 0 0 0,0 1-1 0 0,-1 0 1 0 0,-1-1 0 0 0,-4-23 0 0 0,-10-24-752 0 0,13 46 998 0 0,-2 0 1 0 0,0 1-1 0 0,-1-1 1 0 0,0 1-1 0 0,-9-18 1 0 0,9 25 401 0 0,3 5 25 0 0,0 0 0 0 0,0 0 1 0 0,0-1-1 0 0,1 1 0 0 0,-1 0 0 0 0,1-1 0 0 0,0 1 1 0 0,-1-6-1 0 0,7 10 154 0 0,38 8 1115 0 0,-1 2 0 0 0,71 30 1 0 0,-95-34-1238 0 0,-1 2 0 0 0,-1 0 1 0 0,0 1-1 0 0,0 0 0 0 0,-1 1 0 0 0,0 1 0 0 0,-1 1 1 0 0,-1 0-1 0 0,16 19 0 0 0,-26-29-258 0 0,-1 0 0 0 0,0 0-1 0 0,0 1 1 0 0,0-1 0 0 0,0 1 0 0 0,0-1 0 0 0,-1 1-1 0 0,1 0 1 0 0,-1 0 0 0 0,0 0 0 0 0,-1-1 0 0 0,1 1-1 0 0,0 0 1 0 0,-1 0 0 0 0,0 0 0 0 0,0 0 0 0 0,0 0 0 0 0,-1 0-1 0 0,1 0 1 0 0,-1 0 0 0 0,0 0 0 0 0,0 0 0 0 0,0 0-1 0 0,-1-1 1 0 0,1 1 0 0 0,-3 4 0 0 0,1-3 18 0 0,-1 0 0 0 0,0 0 0 0 0,1 0 0 0 0,-2 0 0 0 0,1-1 0 0 0,-1 1 0 0 0,1-1 0 0 0,-1 0 0 0 0,0 0 0 0 0,-1-1 0 0 0,1 0 0 0 0,0 0 0 0 0,-1 0 0 0 0,0 0 0 0 0,-7 2 0 0 0,5-3-2 0 0,0 0 0 0 0,0-1 0 0 0,0 0 0 0 0,0 0 0 0 0,0 0 0 0 0,0-1 0 0 0,0 0 0 0 0,-14-2 0 0 0,18 1-97 0 0,0 0 1 0 0,0 0 0 0 0,0 0 0 0 0,0 0-1 0 0,0-1 1 0 0,0 0 0 0 0,0 0-1 0 0,1 0 1 0 0,-1 0 0 0 0,1 0 0 0 0,-1-1-1 0 0,1 1 1 0 0,0-1 0 0 0,0 0-1 0 0,0 0 1 0 0,0 0 0 0 0,-3-6 0 0 0,4 7-145 0 0,1-1 1 0 0,-1 1 0 0 0,1 0 0 0 0,0-1-1 0 0,0 1 1 0 0,0-1 0 0 0,0 1 0 0 0,0-1 0 0 0,1 1-1 0 0,-1-1 1 0 0,1 0 0 0 0,0 1 0 0 0,-1-1-1 0 0,1 0 1 0 0,0 1 0 0 0,1-1 0 0 0,-1 1 0 0 0,0-1-1 0 0,1 0 1 0 0,-1 1 0 0 0,1-1 0 0 0,0 1-1 0 0,0-1 1 0 0,0 1 0 0 0,0-1 0 0 0,1 1-1 0 0,1-3 1 0 0,17-10-4919 0 0,8 7-4432 0 0,-9 6 4630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20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1 932 0 0,'-6'4'16539'0'0,"35"4"-15679"0"0,0 0 1 0 0,1-3-1 0 0,0 0 0 0 0,0-1 1 0 0,51-2-1 0 0,36 5 369 0 0,-51 0-326 0 0,-66-7-877 0 0,1 0-1 0 0,0 1 1 0 0,-1-1 0 0 0,1 1-1 0 0,0-1 1 0 0,-1 1 0 0 0,1-1 0 0 0,-1 1-1 0 0,1-1 1 0 0,-1 1 0 0 0,1 0-1 0 0,-1-1 1 0 0,1 1 0 0 0,-1-1 0 0 0,0 1-1 0 0,1 0 1 0 0,-1 0 0 0 0,0-1-1 0 0,0 1 1 0 0,1 0 0 0 0,-1 0-1 0 0,0-1 1 0 0,0 1 0 0 0,0 0 0 0 0,0 0-1 0 0,0-1 1 0 0,0 1 0 0 0,0 0-1 0 0,0 0 1 0 0,0-1 0 0 0,-1 2 0 0 0,-6 23 474 0 0,7-25-496 0 0,-20 52 879 0 0,7-21-442 0 0,1 1 1 0 0,2 0 0 0 0,-10 48 0 0 0,19-70-415 0 0,1-1-1 0 0,0 0 1 0 0,1 0 0 0 0,-1 0 0 0 0,2 0 0 0 0,-1 0-1 0 0,1 0 1 0 0,0 0 0 0 0,1 0 0 0 0,0-1-1 0 0,1 1 1 0 0,0-1 0 0 0,0 0 0 0 0,0 0-1 0 0,10 12 1 0 0,-13-19-56 0 0,0 0 16 0 0,0-1-1 0 0,-1 1 1 0 0,1 0-1 0 0,-1-1 0 0 0,1 1 1 0 0,-1 0-1 0 0,1-1 1 0 0,-1 1-1 0 0,1 0 1 0 0,-1-1-1 0 0,0 1 0 0 0,1 0 1 0 0,-1 0-1 0 0,0 0 1 0 0,0-1-1 0 0,0 1 0 0 0,1 0 1 0 0,-1 0-1 0 0,0 0 1 0 0,0-1-1 0 0,0 1 1 0 0,0 0-1 0 0,0 0 0 0 0,-1 0 1 0 0,1 0-1 0 0,0-1 1 0 0,0 1-1 0 0,0 0 0 0 0,-1 0 1 0 0,1 0-1 0 0,0-1 1 0 0,-1 1-1 0 0,1 0 1 0 0,-1-1-1 0 0,1 1 0 0 0,-1 0 1 0 0,1-1-1 0 0,-1 1 1 0 0,0 0-1 0 0,-32 3 496 0 0,18-3-477 0 0,-23 2 240 0 0,1 2 0 0 0,-55 15 1 0 0,90-19-579 0 0,-5 1 1301 0 0,6-2-2571 0 0,34-8-23038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23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1 224 932 0 0,'0'0'14745'0'0,"7"1"-14305"0"0,17 3 578 0 0,0-1 0 0 0,0-2 0 0 0,0 0 0 0 0,33-4 0 0 0,108-18 127 0 0,-49 4-624 0 0,1538-124 1305 0 0,-1381 122-1456 0 0,350-10 2218 0 0,-567 25-137 0 0,-54 5-2620 0 0,6 2 993 0 0,-5-2-3671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24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0 88 0 0,'0'0'15901'0'0,"-3"4"-14760"0"0,-10 20 394 0 0,2 0 1 0 0,0 1-1 0 0,2 0 0 0 0,-11 44 1 0 0,17-53-1049 0 0,1-1 0 0 0,1 31 0 0 0,1-44-768 0 0,2 11-1177 0 0,4-6-2373 0 0,-5-7 3212 0 0,1 0 1 0 0,0 0 0 0 0,0 0-1 0 0,-1-1 1 0 0,1 1-1 0 0,0 0 1 0 0,-1-1-1 0 0,1 1 1 0 0,0-1-1 0 0,-1 0 1 0 0,1 1 0 0 0,-1-1-1 0 0,1 0 1 0 0,-1 0-1 0 0,1 0 1 0 0,-1 0-1 0 0,0 0 1 0 0,2-3-1 0 0,6-4-4412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25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20 140 0 0,'0'0'8346'0'0,"-4"-2"-6673"0"0,0-1-920 0 0,-1 1 1 0 0,0-1 0 0 0,1 1-1 0 0,-1 1 1 0 0,0-1-1 0 0,0 1 1 0 0,-1 0-1 0 0,1 0 1 0 0,0 0-1 0 0,0 1 1 0 0,0 0-1 0 0,-1 0 1 0 0,1 0-1 0 0,-8 2 1 0 0,6-1-181 0 0,0 0 0 0 0,0 1 0 0 0,1 0 0 0 0,-1 0 0 0 0,1 0 1 0 0,-9 5-1 0 0,14-6-518 0 0,0-1 1 0 0,0 1-1 0 0,0 0 1 0 0,1-1 0 0 0,-1 1-1 0 0,0 0 1 0 0,1-1-1 0 0,-1 1 1 0 0,1 0-1 0 0,-1 0 1 0 0,1-1 0 0 0,-1 1-1 0 0,1 0 1 0 0,-1 0-1 0 0,1 0 1 0 0,0 0 0 0 0,-1 0-1 0 0,1 0 1 0 0,0 0-1 0 0,0 0 1 0 0,0 0-1 0 0,0-1 1 0 0,0 1 0 0 0,0 0-1 0 0,0 0 1 0 0,0 0-1 0 0,0 0 1 0 0,0 0-1 0 0,0 0 1 0 0,1 0 0 0 0,-1 0-1 0 0,0 0 1 0 0,1 0-1 0 0,-1 0 1 0 0,1-1 0 0 0,-1 1-1 0 0,1 0 1 0 0,-1 0-1 0 0,1 0 1 0 0,-1-1-1 0 0,1 1 1 0 0,0 0 0 0 0,-1-1-1 0 0,3 2 1 0 0,26 23 486 0 0,62 19 200 0 0,7 3-346 0 0,-89-42-348 0 0,0 1 0 0 0,0 0 0 0 0,0 0 0 0 0,-1 1 0 0 0,0 0 0 0 0,-1 1 0 0 0,12 13 0 0 0,-17-18-15 0 0,0-1 0 0 0,-1 1 0 0 0,1 0 1 0 0,0 0-1 0 0,-1 0 0 0 0,0 0 0 0 0,0 0 1 0 0,0 1-1 0 0,0-1 0 0 0,0 0 0 0 0,-1 1 1 0 0,1-1-1 0 0,-1 0 0 0 0,0 1 0 0 0,0-1 1 0 0,0 0-1 0 0,0 1 0 0 0,-1-1 0 0 0,0 5 1 0 0,-1-3 19 0 0,0 1-1 0 0,-1-1 1 0 0,0 0 0 0 0,1 0 0 0 0,-2 0 0 0 0,1 0 0 0 0,0 0 0 0 0,-1 0 0 0 0,0-1 0 0 0,-6 6 0 0 0,-3 0 78 0 0,0 1-1 0 0,-1-2 1 0 0,0 0-1 0 0,0 0 1 0 0,-1-1-1 0 0,-31 11 1 0 0,5-11 77 0 0,39-8-225 0 0,0 0 1 0 0,1 0-1 0 0,-1 0 0 0 0,0 0 0 0 0,0-1 0 0 0,0 1 0 0 0,1 0 0 0 0,-1-1 0 0 0,0 1 0 0 0,0-1 0 0 0,1 0 0 0 0,-1 1 0 0 0,0-1 1 0 0,1 0-1 0 0,-1 0 0 0 0,1 0 0 0 0,-1 0 0 0 0,1 0 0 0 0,0-1 0 0 0,-1 1 0 0 0,0-2 0 0 0,1 1-21 0 0,0 0-1 0 0,1 0 0 0 0,-1-1 1 0 0,1 1-1 0 0,0 0 0 0 0,-1-1 1 0 0,1 1-1 0 0,0 0 0 0 0,0-1 1 0 0,0 1-1 0 0,1 0 1 0 0,-1-1-1 0 0,1 1 0 0 0,-1 0 1 0 0,1 0-1 0 0,0 0 0 0 0,0-1 1 0 0,0 1-1 0 0,1-3 0 0 0,24-36-493 0 0,-10 23 288 0 0,0 2 0 0 0,1 0 0 0 0,0 1-1 0 0,35-23 1 0 0,-11 7-463 0 0,-38 30 494 0 0,6-4-72 0 0,-2 23-10612 0 0,-6-15 7644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25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14 760 0 0,'0'0'1375'0'0,"-8"-14"9923"0"0,2 16-10808 0 0,1 0 0 0 0,0-1 0 0 0,-1 2 1 0 0,1-1-1 0 0,0 0 0 0 0,1 1 0 0 0,-1 0 1 0 0,0 0-1 0 0,1 1 0 0 0,-1-1 1 0 0,1 1-1 0 0,-6 7 0 0 0,-52 61 3231 0 0,46-52-2734 0 0,8-9-411 0 0,0 0 1 0 0,0 0 0 0 0,1 1-1 0 0,-10 24 1 0 0,15-33-460 0 0,1 0 0 0 0,-1 1 1 0 0,1-1-1 0 0,0 1 0 0 0,0-1 0 0 0,1 1 0 0 0,-1-1 1 0 0,1 1-1 0 0,-1 0 0 0 0,1-1 0 0 0,0 1 0 0 0,0 0 0 0 0,1-1 1 0 0,-1 1-1 0 0,1-1 0 0 0,0 1 0 0 0,0 0 0 0 0,0-1 1 0 0,0 0-1 0 0,1 1 0 0 0,-1-1 0 0 0,1 0 0 0 0,3 5 0 0 0,-2-5-47 0 0,1 0 0 0 0,0-1-1 0 0,0 1 1 0 0,0-1 0 0 0,0 1-1 0 0,1-1 1 0 0,-1 0-1 0 0,1-1 1 0 0,-1 1 0 0 0,1-1-1 0 0,-1 0 1 0 0,1 0 0 0 0,0-1-1 0 0,8 1 1 0 0,67-4 388 0 0,-47 0-347 0 0,-1-3 0 0 0,1 0 0 0 0,50-18 0 0 0,-66 17-119 0 0,0 0-1 0 0,0-1 1 0 0,-1-1-1 0 0,0-1 1 0 0,-1 0-1 0 0,0-1 1 0 0,-1-1-1 0 0,14-13 1 0 0,-26 23 6 0 0,0 1 0 0 0,-1-1 0 0 0,1 1 0 0 0,-1-1 1 0 0,0 0-1 0 0,1 0 0 0 0,-1 1 0 0 0,0-1 1 0 0,0 0-1 0 0,0 0 0 0 0,0 0 0 0 0,0 0 0 0 0,-1 0 1 0 0,1-1-1 0 0,-1 1 0 0 0,1 0 0 0 0,-1 0 1 0 0,0 0-1 0 0,0 0 0 0 0,0-1 0 0 0,0 1 0 0 0,0 0 1 0 0,0 0-1 0 0,0 0 0 0 0,-1-1 0 0 0,1 1 0 0 0,-1 0 1 0 0,0 0-1 0 0,0 0 0 0 0,0 0 0 0 0,0 0 1 0 0,0 0-1 0 0,0 0 0 0 0,0 1 0 0 0,0-1 0 0 0,-1 0 1 0 0,1 1-1 0 0,-4-4 0 0 0,0 1 16 0 0,0-1-1 0 0,0 1 0 0 0,-1 1 1 0 0,0-1-1 0 0,0 1 1 0 0,0 0-1 0 0,0 0 1 0 0,0 0-1 0 0,0 1 1 0 0,-1 0-1 0 0,-12-2 1 0 0,-1 1-72 0 0,0 2 0 0 0,0 0 0 0 0,0 1 0 0 0,-1 1 0 0 0,1 1 1 0 0,0 0-1 0 0,0 2 0 0 0,0 0 0 0 0,1 2 0 0 0,-27 10 1 0 0,44-15-81 0 0,0 0 0 0 0,-1 0 0 0 0,1 0 0 0 0,0 0 0 0 0,0 1 0 0 0,0-1 0 0 0,0 1 0 0 0,0-1 0 0 0,1 1 0 0 0,-1 0 0 0 0,-2 2 0 0 0,4-3-29 0 0,0-1 1 0 0,-1 1 0 0 0,1 0-1 0 0,0-1 1 0 0,0 1 0 0 0,-1 0-1 0 0,1-1 1 0 0,0 1 0 0 0,0 0-1 0 0,0 0 1 0 0,0-1 0 0 0,0 1-1 0 0,0 0 1 0 0,0 0 0 0 0,0-1-1 0 0,0 1 1 0 0,0 0 0 0 0,0-1-1 0 0,1 1 1 0 0,-1 0-1 0 0,0 0 1 0 0,0-1 0 0 0,1 1-1 0 0,-1 0 1 0 0,2 2-812 0 0,1-1 0 0 0,-1 0-1 0 0,0 0 1 0 0,0 0 0 0 0,1 0-1 0 0,-1 0 1 0 0,1-1 0 0 0,0 1 0 0 0,-1-1-1 0 0,1 0 1 0 0,0 0 0 0 0,0 0 0 0 0,0 0-1 0 0,4 1 1 0 0,7 3-5233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26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1340 0 0,'-2'0'482'0'0,"1"0"0"0"0,-1 0 1 0 0,0 0-1 0 0,0 0 0 0 0,0 0 0 0 0,0 1 0 0 0,1-1 1 0 0,-1 1-1 0 0,0-1 0 0 0,0 1 0 0 0,1 0 0 0 0,-1 0 0 0 0,0 0 1 0 0,1 0-1 0 0,-1 0 0 0 0,1 0 0 0 0,-1 0 0 0 0,1 0 1 0 0,0 0-1 0 0,0 1 0 0 0,-1-1 0 0 0,1 1 0 0 0,-1 1 0 0 0,-1 3 114 0 0,0 0-1 0 0,1 0 1 0 0,0 1-1 0 0,0-1 1 0 0,-2 10-1 0 0,4-16-591 0 0,3 46 2009 0 0,0-17-1143 0 0,-2-7-339 0 0,1-1 1 0 0,1 0 0 0 0,1 0-1 0 0,10 33 1 0 0,-14-53-737 0 0,0-1 1 0 0,0 1-1 0 0,0 0 1 0 0,0 0-1 0 0,0-1 1 0 0,0 1-1 0 0,1 0 1 0 0,-1-1-1 0 0,0 1 0 0 0,1 0 1 0 0,-1-1-1 0 0,0 1 1 0 0,1-1-1 0 0,-1 1 1 0 0,1 0-1 0 0,-1-1 1 0 0,1 1-1 0 0,-1-1 0 0 0,1 1 1 0 0,-1-1-1 0 0,1 0 1 0 0,-1 1-1 0 0,1-1 1 0 0,0 1-1 0 0,9-12-1646 0 0,-1-16-825 0 0,-6 12-2089 0 0,-1-7 477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26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28 144 0 0,'-1'-7'1907'0'0,"4"-9"1717"0"0,-2 15-3500 0 0,0 1 0 0 0,1-1 0 0 0,-1 0 0 0 0,0 1 0 0 0,1 0 0 0 0,-1-1 0 0 0,1 1-1 0 0,-1 0 1 0 0,1 0 0 0 0,-1-1 0 0 0,1 1 0 0 0,-1 0 0 0 0,1 0 0 0 0,-1 1 0 0 0,0-1 0 0 0,1 0-1 0 0,1 1 1 0 0,40 5 1320 0 0,-1 2 0 0 0,82 28 0 0 0,-111-32-1180 0 0,0 1-1 0 0,-1 0 1 0 0,1 1-1 0 0,-2 1 1 0 0,1 0 0 0 0,-1 0-1 0 0,0 1 1 0 0,0 0-1 0 0,-1 1 1 0 0,0 1-1 0 0,0-1 1 0 0,-1 2 0 0 0,-1-1-1 0 0,8 13 1 0 0,-14-20-155 0 0,-1 0 0 0 0,0 0 1 0 0,0 1-1 0 0,0-1 0 0 0,0 0 1 0 0,0 1-1 0 0,-1-1 0 0 0,0 0 1 0 0,1 1-1 0 0,-1-1 0 0 0,0 1 1 0 0,-1-1-1 0 0,1 1 0 0 0,-1-1 1 0 0,1 1-1 0 0,-1-1 0 0 0,0 0 1 0 0,0 0-1 0 0,-1 1 0 0 0,1-1 1 0 0,-1 0-1 0 0,1 0 0 0 0,-1 0 1 0 0,0 0-1 0 0,0 0 0 0 0,0-1 0 0 0,-1 1 1 0 0,1-1-1 0 0,-1 1 0 0 0,1-1 1 0 0,-1 0-1 0 0,-4 3 0 0 0,-10 7 517 0 0,-1 0 0 0 0,0-1-1 0 0,-39 16 1 0 0,54-25-536 0 0,-18 7 319 0 0,-1-1 0 0 0,0-1-1 0 0,-40 7 1 0 0,60-14-641 0 0,-9-4-788 0 0,11 4 954 0 0,-1 0 0 0 0,1 0 0 0 0,0 0 0 0 0,-1 0 0 0 0,1-1 0 0 0,0 1 0 0 0,0 0 0 0 0,-1 0 0 0 0,1 0 0 0 0,0 0 0 0 0,-1-1 0 0 0,1 1 0 0 0,0 0 0 0 0,0 0 0 0 0,0-1 0 0 0,-1 1 0 0 0,1 0 0 0 0,0 0 0 0 0,0-1 0 0 0,0 1 0 0 0,-1 0 0 0 0,1-1 0 0 0,0 1 0 0 0,0 0 0 0 0,0-1 0 0 0,0 1 0 0 0,0 0 0 0 0,0 0 0 0 0,0-1 0 0 0,0 1 0 0 0,0 0 0 0 0,0-1 0 0 0,0 1 0 0 0,0 0 0 0 0,0-1 0 0 0,0 1 0 0 0,0 0 0 0 0,0-1 0 0 0,0 1 0 0 0,0 0 0 0 0,1-1 0 0 0,-1 1 0 0 0,6-6-101 0 0,-2 1-408 0 0,1 0-1 0 0,0 1 1 0 0,0-1-1 0 0,0 1 1 0 0,1 1-1 0 0,-1-1 1 0 0,1 1-1 0 0,0 0 0 0 0,9-4 1 0 0,-5 3-392 0 0,14-4-5714 0 0,-12 5 3099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28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45 616 0 0,'0'0'626'0'0,"9"-3"244"0"0,25-9 9554 0 0,-33 11-9937 0 0,-1 0-708 0 0,1 0 469 0 0,-1 0 0 0 0,0 0 0 0 0,0 0 0 0 0,0 0 0 0 0,0 0 0 0 0,0 0 0 0 0,0 0 0 0 0,0 0 0 0 0,0-1 0 0 0,0 1 0 0 0,0 0 0 0 0,-1 0 0 0 0,1 0 0 0 0,0 0 0 0 0,-1 1 0 0 0,1-1 0 0 0,-1 0 0 0 0,1 0 0 0 0,-1 0 0 0 0,1 0 0 0 0,-1 0 0 0 0,0 0 0 0 0,1 1 0 0 0,-1-1 0 0 0,0 0 0 0 0,0 1 0 0 0,-1-2 0 0 0,0 1 164 0 0,-2 3 16 0 0,-21 10 215 0 0,1 0 0 0 0,0 1 1 0 0,0 2-1 0 0,2 1 0 0 0,0 0 0 0 0,1 2 0 0 0,-24 24 1 0 0,45-41-633 0 0,-1-1 0 0 0,1 1 1 0 0,-1 0-1 0 0,1 0 0 0 0,0 0 1 0 0,0 0-1 0 0,0-1 0 0 0,-1 1 1 0 0,1 0-1 0 0,0 0 0 0 0,0 0 1 0 0,0 0-1 0 0,0 0 0 0 0,0 0 1 0 0,0-1-1 0 0,1 1 0 0 0,-1 0 1 0 0,0 0-1 0 0,0 0 0 0 0,1 0 1 0 0,-1-1-1 0 0,0 1 1 0 0,1 0-1 0 0,-1 0 0 0 0,1-1 1 0 0,-1 1-1 0 0,1 0 0 0 0,-1-1 1 0 0,1 1-1 0 0,0 0 0 0 0,-1-1 1 0 0,2 2-1 0 0,24 17-80 0 0,-13-14-100 0 0,0 0 0 0 0,0-2 0 0 0,0 1 0 0 0,1-2 0 0 0,0 1 0 0 0,21-1-1 0 0,-4-1-501 0 0,56-6 0 0 0,-85 5 1698 0 0,-9 0-740 0 0,-15 0 122 0 0,0 2 0 0 0,-1 0 1 0 0,-26 6-1 0 0,42-6-287 0 0,-1 0 0 0 0,0 0 0 0 0,1 0 0 0 0,0 1 0 0 0,0 0 0 0 0,0 1 0 0 0,0 0 0 0 0,0 0 0 0 0,0 0 0 0 0,1 1 0 0 0,0-1 0 0 0,0 2 0 0 0,-9 10 0 0 0,13-14-99 0 0,1 0-1 0 0,-1 0 1 0 0,1 0 0 0 0,0 0 0 0 0,0 1 0 0 0,0-1-1 0 0,0 0 1 0 0,1 1 0 0 0,-1-1 0 0 0,0 1-1 0 0,1-1 1 0 0,0 1 0 0 0,0-1 0 0 0,-1 1 0 0 0,2-1-1 0 0,-1 1 1 0 0,0-1 0 0 0,0 1 0 0 0,1-1-1 0 0,-1 1 1 0 0,1-1 0 0 0,0 0 0 0 0,1 3 0 0 0,0-1-23 0 0,0 0 1 0 0,0-1 0 0 0,0 1-1 0 0,1-1 1 0 0,0 0 0 0 0,0 1 0 0 0,0-1-1 0 0,0 0 1 0 0,0-1 0 0 0,0 1 0 0 0,1-1-1 0 0,6 5 1 0 0,10 2-393 0 0,1-1 0 0 0,0 0-1 0 0,0-1 1 0 0,0-2 0 0 0,1 0 0 0 0,0-1 0 0 0,0-1-1 0 0,0-1 1 0 0,0-1 0 0 0,0-1 0 0 0,25-4 0 0 0,-46 5 314 0 0,-1-1 1 0 0,1 0 0 0 0,0 0 0 0 0,0 0 0 0 0,-1 0 0 0 0,1 0 0 0 0,0 0 0 0 0,0 0 0 0 0,-1 0-1 0 0,1-1 1 0 0,0 1 0 0 0,-1 0 0 0 0,1 0 0 0 0,0-1 0 0 0,-1 1 0 0 0,1 0 0 0 0,0-1 0 0 0,-1 1-1 0 0,1 0 1 0 0,-1-1 0 0 0,1 1 0 0 0,-1-1 0 0 0,1 1 0 0 0,-1-1 0 0 0,1 1 0 0 0,-1-1 0 0 0,1 0-1 0 0,0 0 1 0 0,-16-9-1903 0 0,-29-4-5885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17:40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1 136 0 0,'6'26'4417'0'0,"-1"-3"-2100"0"0,-1 0 1 0 0,-2 0-1 0 0,0 0 0 0 0,-1 1 1 0 0,-3 23-1 0 0,1-1 1455 0 0,1-39-3451 0 0,-1-1-1 0 0,-1 1 0 0 0,1-1 0 0 0,-1 1 1 0 0,0-1-1 0 0,0 0 0 0 0,-4 7 1 0 0,5-12-651 0 0,0 1-1411 0 0,-2 3 3964 0 0,1-2-6214 0 0,13-32-13390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23.67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0 241 888 0 0,'4'-3'909'0'0,"16"-9"-419"0"0,-1 2 0 0 0,1 0 1 0 0,1 1-1 0 0,0 1 0 0 0,32-8 1 0 0,24-10 30 0 0,-53 18-410 0 0,-17 6 207 0 0,0 0 0 0 0,-1 0 1 0 0,1 0-1 0 0,-1-1 0 0 0,0 0 1 0 0,1 0-1 0 0,10-9 0 0 0,-17 12-187 0 0,1-1 0 0 0,-1 1 0 0 0,0 0 0 0 0,1-1 0 0 0,-1 1 0 0 0,0-1 0 0 0,0 1 0 0 0,1-1 0 0 0,-1 1 0 0 0,0-1 0 0 0,0 1 0 0 0,0-1 0 0 0,0 1 0 0 0,0-1 0 0 0,1 0 0 0 0,-1 1 0 0 0,0-1 0 0 0,0 1 0 0 0,0-1-1 0 0,0 1 1 0 0,-1-1 0 0 0,1 1 0 0 0,0-1 0 0 0,0 0 0 0 0,0 1 0 0 0,0-1 0 0 0,0 1 0 0 0,-1-1 0 0 0,1 1 0 0 0,0-1 0 0 0,-1 1 0 0 0,1 0 0 0 0,0-1 0 0 0,-1 1 0 0 0,1-1 0 0 0,0 1 0 0 0,-1 0 0 0 0,0-1 0 0 0,-19-10 3182 0 0,12 10-2719 0 0,0 1-1 0 0,0 0 1 0 0,0 0-1 0 0,0 1 1 0 0,0 0 0 0 0,0 1-1 0 0,1-1 1 0 0,-1 1-1 0 0,0 1 1 0 0,-9 4-1 0 0,-1 1 394 0 0,0 0 0 0 0,0 1-1 0 0,-19 15 1 0 0,36-24-974 0 0,-1 2 1 0 0,0-1 0 0 0,0 0 0 0 0,0 0-1 0 0,1 0 1 0 0,-1 1 0 0 0,1-1-1 0 0,-1 1 1 0 0,1 0 0 0 0,0-1-1 0 0,-1 1 1 0 0,1 0 0 0 0,0 0 0 0 0,0-1-1 0 0,0 1 1 0 0,0 0 0 0 0,1 0-1 0 0,-1 0 1 0 0,0 0 0 0 0,1 0-1 0 0,-1 0 1 0 0,1 1 0 0 0,0-1-1 0 0,0 0 1 0 0,0 0 0 0 0,0 0 0 0 0,0 0-1 0 0,0 0 1 0 0,1 0 0 0 0,-1 0-1 0 0,1 0 1 0 0,-1 1 0 0 0,1-1-1 0 0,0-1 1 0 0,0 1 0 0 0,0 0 0 0 0,0 0-1 0 0,0 0 1 0 0,0 0 0 0 0,0-1-1 0 0,1 1 1 0 0,-1 0 0 0 0,0-1-1 0 0,1 1 1 0 0,0-1 0 0 0,-1 0-1 0 0,1 1 1 0 0,0-1 0 0 0,0 0 0 0 0,0 0-1 0 0,-1 0 1 0 0,1 0 0 0 0,0-1-1 0 0,0 1 1 0 0,0 0 0 0 0,0-1-1 0 0,1 0 1 0 0,-1 1 0 0 0,0-1-1 0 0,0 0 1 0 0,0 0 0 0 0,3 0 0 0 0,2-1-110 0 0,0 0 0 0 0,0 0 0 0 0,0-1 0 0 0,-1 0 0 0 0,1 0 0 0 0,0-1 0 0 0,-1 0 0 0 0,1 0 0 0 0,-1 0 0 0 0,0-1 0 0 0,0 1 0 0 0,-1-2 0 0 0,1 1 1 0 0,-1-1-1 0 0,10-10 0 0 0,-7 7 23 0 0,0-2 0 0 0,-1 1 0 0 0,0-1 0 0 0,0 0 0 0 0,-1 0 0 0 0,0-1 0 0 0,-1 0 0 0 0,0 0 0 0 0,3-12 0 0 0,-8 21 115 0 0,1 1 0 0 0,0-1 1 0 0,-1 0-1 0 0,1 0 0 0 0,-1 0 0 0 0,0 0 0 0 0,0 0 0 0 0,1 0 0 0 0,-1 0 0 0 0,-1 0 0 0 0,1 0 0 0 0,0 0 0 0 0,0 0 0 0 0,-1 0 0 0 0,1 0 0 0 0,-1 0 1 0 0,0 0-1 0 0,1 0 0 0 0,-1 0 0 0 0,0 0 0 0 0,0 1 0 0 0,0-1 0 0 0,0 0 0 0 0,0 1 0 0 0,-1-1 0 0 0,1 1 0 0 0,-1-1 0 0 0,1 1 0 0 0,-1 0 0 0 0,1-1 1 0 0,-1 1-1 0 0,0 0 0 0 0,1 0 0 0 0,-1 0 0 0 0,0 0 0 0 0,0 0 0 0 0,0 1 0 0 0,0-1 0 0 0,1 1 0 0 0,-1-1 0 0 0,0 1 0 0 0,-4-1 0 0 0,0 0 90 0 0,-1 1 0 0 0,0 0 0 0 0,0 0-1 0 0,1 0 1 0 0,-1 1 0 0 0,0 0 0 0 0,0 0 0 0 0,1 1-1 0 0,-1-1 1 0 0,1 2 0 0 0,-10 3 0 0 0,2 2 108 0 0,1 0 0 0 0,0 0 1 0 0,0 2-1 0 0,-21 18 1 0 0,30-24-206 0 0,0 0 0 0 0,0 1 1 0 0,0-1-1 0 0,1 1 1 0 0,0 0-1 0 0,0 0 0 0 0,0 0 1 0 0,0 0-1 0 0,1 0 0 0 0,0 1 1 0 0,0-1-1 0 0,0 1 1 0 0,1-1-1 0 0,0 1 0 0 0,-2 11 1 0 0,4-15-65 0 0,-1 0 0 0 0,0 1 0 0 0,1-1 0 0 0,-1 0 1 0 0,1 0-1 0 0,-1 0 0 0 0,1 0 0 0 0,0 0 0 0 0,0 0 0 0 0,0 0 1 0 0,0 0-1 0 0,0 0 0 0 0,0-1 0 0 0,1 1 0 0 0,-1 0 0 0 0,1-1 1 0 0,-1 1-1 0 0,1-1 0 0 0,0 1 0 0 0,-1-1 0 0 0,1 0 1 0 0,0 0-1 0 0,0 0 0 0 0,0 0 0 0 0,0 0 0 0 0,0 0 0 0 0,0 0 1 0 0,0-1-1 0 0,0 1 0 0 0,0-1 0 0 0,0 1 0 0 0,3-1 0 0 0,4 2-110 0 0,1-1-1 0 0,0-1 0 0 0,0 0 0 0 0,0 0 0 0 0,9-2 1 0 0,1 0-51 0 0,0-1 0 0 0,-1-1 0 0 0,1-1 1 0 0,-1-1-1 0 0,0-1 0 0 0,-1 0 0 0 0,0-1 0 0 0,0-1 1 0 0,-1-1-1 0 0,32-24 0 0 0,-48 34 210 0 0,-1-1-1 0 0,1 1 1 0 0,-1-1-1 0 0,1 1 1 0 0,-1-1 0 0 0,1 0-1 0 0,-1 1 1 0 0,0-1-1 0 0,0 1 1 0 0,1-1-1 0 0,-1 0 1 0 0,0 0 0 0 0,0 1-1 0 0,1-1 1 0 0,-1 0-1 0 0,0 1 1 0 0,0-1-1 0 0,0 0 1 0 0,0 0 0 0 0,0 1-1 0 0,0-1 1 0 0,0 0-1 0 0,-1 0 1 0 0,1 1-1 0 0,0-1 1 0 0,0 0-1 0 0,0 1 1 0 0,-1-1 0 0 0,1 0-1 0 0,0 1 1 0 0,-1-1-1 0 0,1 0 1 0 0,-1 1-1 0 0,1-1 1 0 0,0 1 0 0 0,-1-1-1 0 0,0 0 1 0 0,0 0 34 0 0,-1-1 0 0 0,1 1 0 0 0,0 0 0 0 0,0 0 1 0 0,-1 0-1 0 0,1 0 0 0 0,-1 0 0 0 0,1 0 0 0 0,-1 0 1 0 0,1 0-1 0 0,-1 1 0 0 0,1-1 0 0 0,-1 0 0 0 0,0 1 1 0 0,1 0-1 0 0,-3-1 0 0 0,-19 1 701 0 0,1 2 1 0 0,-1 0-1 0 0,-43 11 0 0 0,54-10-601 0 0,0 1 1 0 0,0 0-1 0 0,1 1 0 0 0,-1 0 0 0 0,1 1 0 0 0,0 1 1 0 0,0-1-1 0 0,-15 14 0 0 0,23-17-154 0 0,0 0 0 0 0,1 0 0 0 0,-1 0 0 0 0,1 1 0 0 0,0-1 0 0 0,0 0 0 0 0,0 1 0 0 0,-2 6 0 0 0,3-9 0 0 0,1 1 0 0 0,-1-1 0 0 0,1 0 0 0 0,0 0 0 0 0,0 0 0 0 0,-1 0 0 0 0,1 1 0 0 0,0-1 0 0 0,0 0 0 0 0,0 0 0 0 0,1 1 0 0 0,-1-1 0 0 0,0 0 0 0 0,0 0 0 0 0,1 0 0 0 0,-1 0 0 0 0,0 1 0 0 0,1-1 0 0 0,-1 0 0 0 0,1 0 0 0 0,0 0 0 0 0,-1 0 0 0 0,2 1 0 0 0,-1 0 0 0 0,1 2-41 0 0,0-1 1 0 0,-1 0-1 0 0,1 0 0 0 0,1 1 0 0 0,-1-1 1 0 0,0-1-1 0 0,1 1 0 0 0,-1 0 1 0 0,1 0-1 0 0,0-1 0 0 0,0 0 0 0 0,0 1 1 0 0,0-1-1 0 0,0 0 0 0 0,1-1 0 0 0,-1 1 1 0 0,1-1-1 0 0,-1 1 0 0 0,1-1 1 0 0,-1 0-1 0 0,8 1 0 0 0,8 1-378 0 0,1 0 0 0 0,38-1 0 0 0,-39-1 310 0 0,12-2-415 0 0,62-9 0 0 0,-79 8 370 0 0,-12 2 173 0 0,-1 0-1 0 0,1 0 0 0 0,0 0 0 0 0,0 0 1 0 0,-1-1-1 0 0,1 1 0 0 0,0-1 0 0 0,-1 1 1 0 0,1-1-1 0 0,-1 0 0 0 0,1 1 0 0 0,-1-1 1 0 0,1 0-1 0 0,-1 0 0 0 0,1 0 0 0 0,-1 0 1 0 0,0-1-1 0 0,0 1 0 0 0,1 0 0 0 0,-1 0 1 0 0,0-1-1 0 0,0 1 0 0 0,0-1 0 0 0,0 1 1 0 0,-1-1-1 0 0,1 1 0 0 0,0-1 0 0 0,-1 1 1 0 0,1-1-1 0 0,-1 0 0 0 0,1 1 0 0 0,-1-1 1 0 0,0 0-1 0 0,1 0 0 0 0,-1 1 0 0 0,0-1 1 0 0,0 0-1 0 0,-1 0 0 0 0,1 1 0 0 0,0-1 1 0 0,0 0-1 0 0,-1 1 0 0 0,1-1 0 0 0,-1 0 0 0 0,0 1 1 0 0,1-1-1 0 0,-1 1 0 0 0,0-1 0 0 0,0 1 1 0 0,0-1-1 0 0,0 1 0 0 0,0 0 0 0 0,0-1 1 0 0,-1 1-1 0 0,1 0 0 0 0,-2-1 0 0 0,-5-4 142 0 0,0 0 0 0 0,-1 1 0 0 0,1 0 0 0 0,-1 0 0 0 0,0 1 0 0 0,-1 0 0 0 0,1 1 0 0 0,-1 0 0 0 0,0 0 0 0 0,1 1 0 0 0,-1 1 0 0 0,0-1 0 0 0,0 2 0 0 0,-12-1 0 0 0,14 2-581 0 0,0-1 1 0 0,0 1 0 0 0,0 0 0 0 0,0 1-1 0 0,0 0 1 0 0,-8 3 0 0 0,6 1-2664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28.13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47 21 640 0 0,'0'0'4456'0'0,"-3"-3"-2248"0"0,-2 0-1053 0 0,-11-11 16159 0 0,14 18-16345 0 0,-3 8-312 0 0,2 0 0 0 0,-1 1 0 0 0,2-1 0 0 0,-1 1 0 0 0,2-1 0 0 0,-1 19 0 0 0,7 84 880 0 0,0-21-1648 0 0,-6-87 111 0 0,2 5 0 0 0,0 0 0 0 0,0 0 0 0 0,1 0 0 0 0,0-1 0 0 0,1 1 0 0 0,6 14 0 0 0,-4-16-253 0 0,-4-8-1119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28.67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 0 380 0 0,'1'14'23864'0'0,"1"-1"-21559"0"0,-1-7-1614 0 0,0-1 0 0 0,0 0 0 0 0,1 1 0 0 0,0-1 0 0 0,0 0-1 0 0,0 0 1 0 0,0 0 0 0 0,6 8 0 0 0,-4-3-712 0 0,-3-8-311 0 0,-10 4-3770 0 0,-18-17-18737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29.06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1636 0 0,'11'1'20754'0'0,"-3"18"-15741"0"0,-3 14-6052 0 0,-5-25 3472 0 0,0-6-2294 0 0,0 0-1 0 0,0 1 1 0 0,1-1-1 0 0,-1 0 1 0 0,0 0-1 0 0,1 1 0 0 0,-1-1 1 0 0,1 0-1 0 0,0 0 1 0 0,0 0-1 0 0,0 0 1 0 0,0 0-1 0 0,1 2 1 0 0,2 3 115 0 0,-1 0-1 0 0,0 0 1 0 0,0 1 0 0 0,0-1 0 0 0,-1 1 0 0 0,0-1 0 0 0,0 10 0 0 0,0-6-254 0 0,4 0 0 0 0,0-2 0 0 0,2-2 0 0 0,7-2 0 0 0,0-5 0 0 0,13-3 0 0 0,54-12 0 0 0,-27 5 0 0 0,-50 12 1 0 0,27-14-28 0 0,-19 7 12 0 0,-4-4-4540 0 0,-9 8 4067 0 0,0 0 1 0 0,0 0 0 0 0,0 1-1 0 0,0-1 1 0 0,0 0 0 0 0,0 1-1 0 0,0-1 1 0 0,0 0-1 0 0,0 1 1 0 0,0-1 0 0 0,0 0-1 0 0,-1 0 1 0 0,1 1 0 0 0,0-1-1 0 0,0 0 1 0 0,-1 1 0 0 0,1-1-1 0 0,0 1 1 0 0,-1-1-1 0 0,1 0 1 0 0,-1 1 0 0 0,1-1-1 0 0,-1 1 1 0 0,1-1 0 0 0,-1 1-1 0 0,1-1 1 0 0,-1 1 0 0 0,1 0-1 0 0,-1-1 1 0 0,0 1-1 0 0,1 0 1 0 0,-2-1 0 0 0,-8-4-6309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29.38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1392 0 0,'0'0'13479'0'0,"2"6"-11708"0"0,3 20-43 0 0,-1 0 0 0 0,-1 1 0 0 0,-1-1 0 0 0,-2 0-1 0 0,0 1 1 0 0,-6 35 0 0 0,1 40 1909 0 0,3-68-3269 0 0,1-22-364 0 0,0 1-1 0 0,1 0 1 0 0,1 0-1 0 0,0 0 1 0 0,1 0 0 0 0,6 21-1 0 0,-8-29-13 0 0,0-4 1 0 0,0 0 0 0 0,0 0 1 0 0,0 1-1 0 0,0-1 0 0 0,0 0 1 0 0,0 1-1 0 0,1-1 0 0 0,-1 0 0 0 0,0 0 1 0 0,1 0-1 0 0,-1 1 0 0 0,1-1 0 0 0,-1 0 1 0 0,1 0-1 0 0,0 0 0 0 0,-1 0 1 0 0,1 0-1 0 0,0 0 0 0 0,0 0 0 0 0,1 1 1 0 0,-1-1-1068 0 0,21-20-5606 0 0,-7-6-5607 0 0,-8 13 5247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29.78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65 0 640 0 0,'0'0'1719'0'0,"29"11"10226"0"0,-22-4-10901 0 0,0 0 0 0 0,-1 1 0 0 0,0 0 0 0 0,0 0 0 0 0,0 1 0 0 0,-1-1 1 0 0,-1 1-1 0 0,1 1 0 0 0,-2-1 0 0 0,4 12 0 0 0,-5-15-742 0 0,0 0 0 0 0,-1 1 1 0 0,0-1-1 0 0,0 1 0 0 0,0 0 0 0 0,-1-1 1 0 0,0 1-1 0 0,-1 0 0 0 0,1-1 0 0 0,-1 1 0 0 0,0-1 1 0 0,-1 1-1 0 0,0-1 0 0 0,0 0 0 0 0,0 0 1 0 0,-6 11-1 0 0,-3 1-283 0 0,-1-1-1 0 0,0 0 1 0 0,-24 24 0 0 0,27-32-1580 0 0,0-1 1 0 0,-1 0 0 0 0,0-1 0 0 0,-13 8 0 0 0,20-14-1025 0 0,-4 0 2923 0 0,4-1-3022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1.51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44 19 288 0 0,'-2'-11'23656'0'0,"9"9"-23303"0"0,-1 0 0 0 0,1 1 0 0 0,0 0 0 0 0,-1 0 0 0 0,1 1 0 0 0,0-1 1 0 0,0 2-1 0 0,-1-1 0 0 0,1 1 0 0 0,0 0 0 0 0,-1 0 0 0 0,1 1 0 0 0,0-1 0 0 0,6 4 0 0 0,0-1-26 0 0,0 1 0 0 0,0 1-1 0 0,0 0 1 0 0,-1 1 0 0 0,0 0 0 0 0,13 9 0 0 0,-24-14-272 0 0,1-1 0 0 0,0 1 1 0 0,0 0-1 0 0,0 0 0 0 0,-1 0 1 0 0,1 0-1 0 0,-1 0 1 0 0,1 0-1 0 0,-1 0 0 0 0,0 0 1 0 0,0 0-1 0 0,0 1 1 0 0,0-1-1 0 0,0 0 0 0 0,-1 1 1 0 0,1-1-1 0 0,-1 1 0 0 0,1-1 1 0 0,-1 5-1 0 0,-1-3-32 0 0,1 1 0 0 0,-1-1 0 0 0,0 0 0 0 0,0 1-1 0 0,-1-1 1 0 0,1 0 0 0 0,-1 0 0 0 0,0 0 0 0 0,0 0 0 0 0,-4 5-1 0 0,-7 7-75 0 0,0 0 0 0 0,-1-1-1 0 0,-30 25 1 0 0,32-29 147 0 0,-8 7-94 0 0,-1 0 0 0 0,-1-1 0 0 0,0-2 0 0 0,-32 18 0 0 0,44-27 0 0 0,4 1 0 0 0,5-6 0 0 0,1-1 0 0 0,0 0 0 0 0,0 0 0 0 0,0 0 0 0 0,0 0 0 0 0,-1 0 0 0 0,1 0 0 0 0,0 0 0 0 0,0 0 0 0 0,0 0 0 0 0,0 0 0 0 0,0 1 0 0 0,0-1 0 0 0,0 0 0 0 0,0 0 0 0 0,0 0 0 0 0,-1 0 0 0 0,1 0 0 0 0,0 0 0 0 0,0 0 0 0 0,0 1 0 0 0,0-1 0 0 0,0 0 0 0 0,0 0 0 0 0,0 0 0 0 0,0 0 0 0 0,0 0 0 0 0,0 1 0 0 0,0-1 0 0 0,0 0 0 0 0,0 0 0 0 0,0 0 0 0 0,0 0 0 0 0,0 0 0 0 0,0 0 0 0 0,0 1 0 0 0,0-1 0 0 0,0 0 0 0 0,0 0 0 0 0,0 0 0 0 0,1 0 0 0 0,-1 0 0 0 0,0 0 0 0 0,0 1 0 0 0,0-1 0 0 0,0 0 0 0 0,0 0 0 0 0,0 0 0 0 0,0 0 0 0 0,0 0 0 0 0,0 0 0 0 0,1 0 0 0 0,-1 0 0 0 0,0 0 0 0 0,0 0 0 0 0,0 1 0 0 0,0-1 0 0 0,0 0 0 0 0,1 0 0 0 0,-1 0 0 0 0,0 0 0 0 0,26 2 0 0 0,168 4-3 0 0,-167-14-2729 0 0,-18-3-2635 0 0,-12-6-7847 0 0,-3 6 6775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1.77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1 232 0 0,'0'0'2136'0'0,"23"27"11221"0"0,16 23-2686 0 0,-39-50-10718 0 0,0 1 1 0 0,0-1 0 0 0,0 1-1 0 0,1-1 1 0 0,-1 1-1 0 0,0-1 1 0 0,0 1-1 0 0,1-1 1 0 0,-1 1 0 0 0,0-1-1 0 0,1 0 1 0 0,-1 1-1 0 0,0-1 1 0 0,1 1 0 0 0,-1-1-1 0 0,1 0 1 0 0,-1 1-1 0 0,0-1 1 0 0,1 0 0 0 0,-1 0-1 0 0,1 1 1 0 0,-1-1-1 0 0,1 0 1 0 0,-1 0 0 0 0,1 0-1 0 0,-1 0 1 0 0,1 1-1 0 0,-1-1 1 0 0,1 0-1 0 0,0 0 1 0 0,-1 0 0 0 0,1 0-1 0 0,-1 0 1 0 0,1 0-1 0 0,-1-1 1 0 0,1 1 0 0 0,-1 0-1 0 0,1 0 1 0 0,-1 0-1 0 0,1 0 1 0 0,-1-1 0 0 0,1 1-1 0 0,-1 0 1 0 0,1-1-1 0 0,4-10-4773 0 0,-4-6-4233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2.1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1748 0 0,'0'0'2072'0'0,"17"0"2015"0"0,-1 1-2351 0 0,0 1 0 0 0,0 1 0 0 0,-1 0 0 0 0,25 9 1 0 0,-22-5-579 0 0,0 1 0 0 0,0 1 1 0 0,-1 0-1 0 0,0 1 1 0 0,0 0-1 0 0,17 16 0 0 0,-32-24-1036 0 0,0-1-1 0 0,0 1 1 0 0,0 0-1 0 0,-1 0 1 0 0,1 0-1 0 0,0 0 1 0 0,-1 0-1 0 0,1 0 1 0 0,-1 0-1 0 0,0 1 1 0 0,0-1-1 0 0,0 1 0 0 0,0-1 1 0 0,0 1-1 0 0,0-1 1 0 0,-1 1-1 0 0,1-1 1 0 0,-1 1-1 0 0,1-1 1 0 0,-1 1-1 0 0,0 3 1 0 0,-1-1 42 0 0,0-1-1 0 0,-1 0 1 0 0,1 1 0 0 0,-1-1 0 0 0,0 0 0 0 0,0 0-1 0 0,0 0 1 0 0,0 0 0 0 0,0-1 0 0 0,-1 1 0 0 0,-5 5-1 0 0,-7 6 391 0 0,-1-1 0 0 0,0 0 0 0 0,-1-1 0 0 0,-20 11 0 0 0,33-21-395 0 0,-55 35 345 0 0,50-30-504 0 0,8-8 0 0 0,1 0 0 0 0,0 0 0 0 0,0 0 0 0 0,0 1 0 0 0,0-1 0 0 0,0 0 0 0 0,0 0 0 0 0,0 1 0 0 0,-1-1 0 0 0,1 0 0 0 0,0 0 0 0 0,0 1 0 0 0,0-1 0 0 0,0 0 0 0 0,0 0 0 0 0,0 1 0 0 0,0-1 0 0 0,0 0 0 0 0,0 0 0 0 0,1 1 0 0 0,-1-1 0 0 0,0 0 0 0 0,0 0 0 0 0,0 1 0 0 0,0-1 0 0 0,0 0 0 0 0,0 0 0 0 0,0 1 0 0 0,1-1 0 0 0,-1 0 0 0 0,0 0 0 0 0,0 0 0 0 0,0 1 0 0 0,0-1 0 0 0,1 0 0 0 0,-1 0 0 0 0,0 0 0 0 0,0 0 0 0 0,0 0 0 0 0,1 1 0 0 0,-1-1 0 0 0,0 0 0 0 0,10 3 0 0 0,0 0 0 0 0,-1-1 0 0 0,1 0 0 0 0,0 0 0 0 0,0-1 0 0 0,0 0 0 0 0,0-1 0 0 0,0 0 0 0 0,14-3 0 0 0,25 3 0 0 0,17 6 0 0 0,-59-5-982 0 0,6 0 2065 0 0,-5 0-3234 0 0,-2 1-4325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4.14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149 10 808 0 0,'-15'-9'28771'0'0,"14"19"-30332"0"0,1-7 10 0 0,-14 214 4065 0 0,-11 150-754 0 0,-10 163-279 0 0,34-487-1405 0 0,3 146 250 0 0,2-58-191 0 0,12 128-126 0 0,-1-6-10 0 0,-14-159 1 0 0,1-9 0 0 0,-11 94 0 0 0,-10 14 0 0 0,-13 100 0 0 0,10-49 0 0 0,15-129 0 0 0,1 147 0 0 0,6-210 0 0 0,-1-12 0 0 0,0-20 0 0 0,0 0 0 0 0,2 0 0 0 0,0 0 0 0 0,1 0 0 0 0,1 0 0 0 0,10 34 0 0 0,-3-15 0 0 0,-2 7 0 0 0,-2 33 0 0 0,-11 139 0 0 0,3-172 0 0 0,-2-28 0 0 0,4-2 0 0 0,5-2 0 0 0,-4 0 0 0 0,-1-1 0 0 0,1 0 0 0 0,4-1 0 0 0,13 20 0 0 0,-13-21 0 0 0,-2 7 0 0 0,-3-18 0 0 0,0 0 0 0 0,0 0 0 0 0,0 0 0 0 0,0 0 0 0 0,0 0 0 0 0,0 0 0 0 0,1 0 0 0 0,-1 0 0 0 0,0 0 0 0 0,0 0 0 0 0,0 1 0 0 0,0-1 0 0 0,0 0 0 0 0,0 0 0 0 0,0 0 0 0 0,0 0 0 0 0,0 0 0 0 0,0 0 0 0 0,1 0 0 0 0,-1 0 0 0 0,0 0 0 0 0,0 0 0 0 0,0 0 0 0 0,0 0 0 0 0,0 0 0 0 0,0 0 0 0 0,0 0 0 0 0,0 0 0 0 0,0 0 0 0 0,0 0 0 0 0,1 0 0 0 0,-1 0 0 0 0,0-1 0 0 0,0 1 0 0 0,0 0 0 0 0,0 0 0 0 0,0 0 0 0 0,0 0 0 0 0,0 0 0 0 0,0 0 0 0 0,0 0 0 0 0,0 0 0 0 0,0 0 0 0 0,0 0 0 0 0,0 0 0 0 0,1 0 0 0 0,-1 0 0 0 0,0 0 0 0 0,0-1 0 0 0,0 1 0 0 0,0 0 0 0 0,0 0 0 0 0,0 0 0 0 0,0 0 0 0 0,0 0 0 0 0,0 0 0 0 0,0 0 0 0 0,0 0 0 0 0,0 0 0 0 0,0-1 0 0 0,0 1 0 0 0,0 0 0 0 0,0 0 0 0 0,0 0 0 0 0,0 0 0 0 0,0 0 0 0 0,26 49 0 0 0,-21-35 0 0 0,-3 0 0 0 0,2 0 0 0 0,-2 10 0 0 0,-5-20 0 0 0,-4 5 0 0 0,3 47 0 0 0,6-41 0 0 0,2-2 0 0 0,-2 3 0 0 0,-2-4 0 0 0,12 149 0 0 0,-11-155 0 0 0,3 30 0 0 0,-3-22 0 0 0,4-6-342 0 0,-4-14-1424 0 0,-1-19-185 0 0,0 7-1463 0 0,-1 12-3613 0 0,-3 0 3784 0 0,2 3 972 0 0,-3-5-4901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4.81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279 42 528 0 0,'-1'-5'2988'0'0,"-3"-20"9824"0"0,2 21-12025 0 0,-6 2-287 0 0,1 0 0 0 0,0 1 1 0 0,-1 0-1 0 0,0 0 0 0 0,1 1 1 0 0,-1 0-1 0 0,1 0 0 0 0,-1 0 1 0 0,0 1-1 0 0,1 1 0 0 0,-1-1 0 0 0,1 1 1 0 0,0 0-1 0 0,0 1 0 0 0,0 0 1 0 0,0 0-1 0 0,0 1 0 0 0,0-1 0 0 0,1 1 1 0 0,-1 1-1 0 0,-6 5 0 0 0,4-3-183 0 0,-1 1-1 0 0,2-1 0 0 0,-1 1 0 0 0,1 1 0 0 0,0 0 1 0 0,1 0-1 0 0,0 0 0 0 0,0 1 0 0 0,1 0 0 0 0,0 0 1 0 0,1 1-1 0 0,0-1 0 0 0,-4 18 0 0 0,8-25-307 0 0,1 1-1 0 0,-1 0 1 0 0,1-1-1 0 0,0 1 1 0 0,1-1-1 0 0,-1 1 0 0 0,0-1 1 0 0,1 1-1 0 0,0-1 1 0 0,0 1-1 0 0,0-1 1 0 0,0 1-1 0 0,1-1 0 0 0,-1 0 1 0 0,1 0-1 0 0,0 0 1 0 0,0 0-1 0 0,0 0 1 0 0,0 0-1 0 0,1 0 1 0 0,-1-1-1 0 0,1 1 0 0 0,-1-1 1 0 0,1 0-1 0 0,0 0 1 0 0,0 0-1 0 0,0 0 1 0 0,0 0-1 0 0,0 0 1 0 0,1-1-1 0 0,2 2 0 0 0,1-1-37 0 0,-1 1-1 0 0,1-1 1 0 0,0 0-1 0 0,0 0 1 0 0,0-1-1 0 0,-1 0 1 0 0,1 0-1 0 0,0-1 0 0 0,1 1 1 0 0,-1-2-1 0 0,0 1 1 0 0,0-1-1 0 0,0 0 1 0 0,-1 0-1 0 0,9-3 1 0 0,-2-1-133 0 0,-1 0 114 0 0,0 0 1 0 0,0 0-1 0 0,0-2 0 0 0,18-11 1 0 0,-27 16 76 0 0,-1 0 0 0 0,0 0 1 0 0,0 0-1 0 0,0 0 0 0 0,0 0 1 0 0,0 0-1 0 0,0 0 0 0 0,-1-1 1 0 0,1 1-1 0 0,-1-1 0 0 0,1 1 1 0 0,-1-1-1 0 0,0 0 0 0 0,0 1 1 0 0,0-1-1 0 0,0 0 0 0 0,-1 0 1 0 0,1 0-1 0 0,-1 1 0 0 0,0-1 1 0 0,0 0-1 0 0,0 0 0 0 0,0 0 1 0 0,0 0-1 0 0,-1 0 0 0 0,1 0 1 0 0,-2-3-1 0 0,0-1-29 0 0,0 1 0 0 0,0-1 0 0 0,-1 1 0 0 0,0 0 0 0 0,-1-1 0 0 0,1 2 0 0 0,-1-1 0 0 0,0 0 0 0 0,0 1 0 0 0,-1 0 0 0 0,-10-9 0 0 0,4 8 0 0 0,0-1 0 0 0,6 1-29 0 0,4 5-416 0 0,6 5-1261 0 0,25 20-3197 0 0,-22-21-2388 0 0,4-3 3948 0 0,-9-1 1276 0 0,5 3-5235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5.06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21 1 1732 0 0,'-2'4'1161'0'0,"-1"0"1"0"0,1 1-1 0 0,-1-1 0 0 0,1 1 0 0 0,1-1 1 0 0,-1 1-1 0 0,0 0 0 0 0,1 0 0 0 0,0-1 1 0 0,0 1-1 0 0,1 0 0 0 0,-1 0 0 0 0,1 0 0 0 0,0 0 1 0 0,1 0-1 0 0,1 9 0 0 0,14 24 2154 0 0,-10-28-2135 0 0,13 14 407 0 0,-17-23-1436 0 0,-2-1-284 0 0,0 0 0 0 0,0 0 1 0 0,0 0-1 0 0,1 0 0 0 0,-1-1 1 0 0,0 1-1 0 0,0 0 0 0 0,0 0 0 0 0,0 0 1 0 0,1 0-1 0 0,-1 0 0 0 0,0 0 1 0 0,0 0-1 0 0,0 0 0 0 0,0 0 1 0 0,1 0-1 0 0,-1 0 0 0 0,0 0 0 0 0,0 0 1 0 0,0 0-1 0 0,0 0 0 0 0,0 0 1 0 0,1 0-1 0 0,-1 0 0 0 0,0 1 0 0 0,0-1 1 0 0,0 0-1 0 0,0 0 0 0 0,0 0 1 0 0,1 0-1 0 0,-1 0 0 0 0,0 0 0 0 0,0 0 1 0 0,0 0-1 0 0,0 1 0 0 0,0-1 1 0 0,0 0-1 0 0,0 0 0 0 0,1 0 1 0 0,-1 0-1 0 0,0 0 0 0 0,0 1 0 0 0,0-1 1 0 0,0 0-1 0 0,0 0 0 0 0,0 0 1 0 0,0 0-1 0 0,0 1 0 0 0,0-1 0 0 0,6-23-11315 0 0,-6 7 6038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5.40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50 1464 0 0,'3'-6'2348'0'0,"1"3"2125"0"0,0-1-3906 0 0,1 0 0 0 0,0 0 1 0 0,1 1-1 0 0,-1-1 0 0 0,0 2 1 0 0,1-1-1 0 0,0 0 0 0 0,0 1 1 0 0,0 0-1 0 0,0 1 0 0 0,0-1 1 0 0,0 1-1 0 0,8-1 0 0 0,16 0 1015 0 0,43 1 0 0 0,-47 1-552 0 0,4-1 122 0 0,1 2 1 0 0,0 0-1 0 0,-1 3 1 0 0,51 11 0 0 0,-80-15-1096 0 0,-1 0 1 0 0,1 0 0 0 0,0 1 0 0 0,-1-1-1 0 0,1 1 1 0 0,0-1 0 0 0,-1 1 0 0 0,1-1-1 0 0,0 1 1 0 0,-1-1 0 0 0,1 1 0 0 0,-1 0-1 0 0,1-1 1 0 0,-1 1 0 0 0,0 0 0 0 0,1-1-1 0 0,-1 1 1 0 0,0 0 0 0 0,1-1 0 0 0,-1 1-1 0 0,0 0 1 0 0,0 0 0 0 0,1-1 0 0 0,-1 1-1 0 0,0 0 1 0 0,0 0 0 0 0,0 0-1 0 0,0-1 1 0 0,0 1 0 0 0,0 0 0 0 0,0 0-1 0 0,-1 0 1 0 0,1-1 0 0 0,0 1 0 0 0,0 0-1 0 0,0 0 1 0 0,-1-1 0 0 0,1 1 0 0 0,-1 0-1 0 0,1-1 1 0 0,0 1 0 0 0,-1 0 0 0 0,0 0-1 0 0,-22 33 873 0 0,21-32-693 0 0,-10 12 411 0 0,0 0-1 0 0,-1-2 1 0 0,-15 13-1 0 0,-25 21-361 0 0,47-41-286 0 0,6-5 0 0 0,-1 1 0 0 0,1-1 0 0 0,0 0 0 0 0,-1 1 0 0 0,1-1 0 0 0,0 0 0 0 0,-1 1 0 0 0,1-1 0 0 0,0 1 0 0 0,0-1 0 0 0,0 0 0 0 0,-1 1 0 0 0,1-1 0 0 0,0 1 0 0 0,0-1 0 0 0,0 1 0 0 0,0-1 0 0 0,0 1 0 0 0,0-1 0 0 0,0 1 0 0 0,0-1 0 0 0,0 1 0 0 0,0-1 0 0 0,0 1 0 0 0,0-1 0 0 0,0 0 0 0 0,1 1 0 0 0,-1-1 0 0 0,0 1 0 0 0,0-1 0 0 0,0 1 0 0 0,1-1 0 0 0,-1 1 0 0 0,16 11 0 0 0,2-11-35 0 0,0-4-1138 0 0,-1-1 1 0 0,1-1-1 0 0,23-10 1 0 0,21-11-5715 0 0,-19 7-3270 0 0,-18 9 3975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5.77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87 7 1832 0 0,'0'0'3829'0'0,"-33"-6"11377"0"0,30 6-14986 0 0,1 1 1 0 0,-1-1 0 0 0,1 1 0 0 0,-1-1 0 0 0,1 1 0 0 0,0 0 0 0 0,-1 0 0 0 0,1 1 0 0 0,0-1 0 0 0,-1 0-1 0 0,1 1 1 0 0,0-1 0 0 0,0 1 0 0 0,0 0 0 0 0,1 0 0 0 0,-1-1 0 0 0,0 1 0 0 0,1 0 0 0 0,-1 1-1 0 0,1-1 1 0 0,-1 0 0 0 0,1 0 0 0 0,0 1 0 0 0,0-1 0 0 0,0 0 0 0 0,0 1 0 0 0,1-1 0 0 0,-1 1 0 0 0,1-1-1 0 0,-1 1 1 0 0,1 0 0 0 0,0-1 0 0 0,0 1 0 0 0,0 2 0 0 0,0-3-48 0 0,7 15 319 0 0,1-11-404 0 0,-1 0 0 0 0,1 0-1 0 0,0-1 1 0 0,1 0 0 0 0,0 0 0 0 0,-1-1-1 0 0,11 4 1 0 0,75 22 742 0 0,-25-9-34 0 0,-53-16-601 0 0,55 25 769 0 0,-63-23-947 0 0,-7-6-17 0 0,0 0-1 0 0,0 0 1 0 0,0 1-1 0 0,-1-1 1 0 0,1 0-1 0 0,0 1 1 0 0,-1-1-1 0 0,1 0 1 0 0,-1 1-1 0 0,0-1 1 0 0,1 1 0 0 0,-1-1-1 0 0,0 0 1 0 0,0 1-1 0 0,0-1 1 0 0,0 1-1 0 0,0-1 1 0 0,0 1-1 0 0,0-1 1 0 0,0 1-1 0 0,-1-1 1 0 0,1 0 0 0 0,-1 1-1 0 0,1-1 1 0 0,-1 1-1 0 0,1-1 1 0 0,-1 0-1 0 0,0 0 1 0 0,0 1-1 0 0,1-1 1 0 0,-1 0 0 0 0,0 0-1 0 0,0 0 1 0 0,0 0-1 0 0,0 0 1 0 0,-1 0-1 0 0,1 0 1 0 0,0 0-1 0 0,0 0 1 0 0,-2 0-1 0 0,0 2-25 0 0,-5 5-346 0 0,-1-1 1 0 0,1 0 0 0 0,-1 0-1 0 0,0-1 1 0 0,-1 0 0 0 0,0 0-1 0 0,0-1 1 0 0,-14 5 0 0 0,19-8-247 0 0,0-1 1 0 0,-1 1-1 0 0,1-1 1 0 0,-1 0-1 0 0,0-1 1 0 0,1 1-1 0 0,-1-1 1 0 0,-6-1-1 0 0,9 1-323 0 0,-1-1 0 0 0,0 0 0 0 0,1 0-1 0 0,0 0 1 0 0,-1 0 0 0 0,1 0 0 0 0,0-1-1 0 0,0 0 1 0 0,-1 1 0 0 0,1-1 0 0 0,0 0-1 0 0,1 0 1 0 0,-6-5 0 0 0,-6-8-5044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5.93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0 139 1328 0 0,'127'-19'11173'0'0,"-2"-6"-6132"0"0,-3-8-5515 0 0,-1-10-4969 0 0,-102 34 1043 0 0,-6-1 335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59 3316 432 0 0,'0'0'4166'0'0,"-1"-1"-3480"0"0,0 0 0 0 0,0 0 0 0 0,0 0 1 0 0,0 0-1 0 0,1 0 0 0 0,-1 0 0 0 0,0 0 1 0 0,1 0-1 0 0,-1 0 0 0 0,1 0 0 0 0,-1-1 1 0 0,1 1-1 0 0,0 0 0 0 0,-1 0 0 0 0,1-3 0 0 0,2 0 9 0 0,0 0-1 0 0,0 0 0 0 0,-1 0 0 0 0,1 0 0 0 0,-1 0 0 0 0,0 0 0 0 0,0 0 0 0 0,-1-1 0 0 0,1 1 0 0 0,-1 0 0 0 0,0-6 1 0 0,-2-64 212 0 0,1 35-313 0 0,2-56 457 0 0,1 14 324 0 0,-17-154-1 0 0,-12-72 361 0 0,11 83-865 0 0,12 162-532 0 0,5-74 1 0 0,1 46-111 0 0,12-145-179 0 0,-11 180-49 0 0,18-99 0 0 0,-4 41 0 0 0,-9-139 0 0 0,-8 191 0 0 0,-4 24 0 0 0,2 32 0 0 0,1 0 0 0 0,1 0 0 0 0,-1 0 0 0 0,1 0 0 0 0,-1-1 0 0 0,2 1 0 0 0,-1 0 0 0 0,2-10 0 0 0,-2-4 0 0 0,0-16 0 0 0,2 23 0 0 0,-1 0 0 0 0,-1 0 0 0 0,0-1 0 0 0,0 1 0 0 0,-3-14 0 0 0,1 16 0 0 0,1 0 0 0 0,0-1 0 0 0,0 1 0 0 0,2-17 0 0 0,-2-16 0 0 0,-7-48 0 0 0,3-179 0 0 0,-7 179 0 0 0,3 61 0 0 0,7 17 0 0 0,4-1 0 0 0,-6 5 0 0 0,-3 0 0 0 0,1-2 0 0 0,5 0 0 0 0,1-5 0 0 0,0 0 0 0 0,0 3 0 0 0,0 2 0 0 0,1-2 0 0 0,4 0 0 0 0,-5 2 0 0 0,-5 1-25 0 0,4 8-416 0 0,4-5-5665 0 0,1 0 3656 0 0,-11-7-15146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3.37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20 1064 0 0,'8'-20'23633'0'0,"-5"26"-23212"0"0,0-1 1 0 0,-1 0-1 0 0,1 1 0 0 0,-1 0 0 0 0,0 0 1 0 0,-1 0-1 0 0,0 0 0 0 0,1 0 1 0 0,-2 0-1 0 0,1 7 0 0 0,-7 65 2337 0 0,3-62-2674 0 0,1 1 1 0 0,1-1 0 0 0,0 1 0 0 0,1 0 0 0 0,1 0-1 0 0,1-1 1 0 0,3 18 0 0 0,-4-8-1616 0 0,-1-25-244 0 0,5-4-2951 0 0,2-2 3364 0 0,12-8-2781 0 0,-7 2-2592 0 0,-6-1-287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3.65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46 1 20 0 0,'0'0'12456'0'0,"-3"12"-6293"0"0,-3-2-5365 0 0,0 1 0 0 0,1 0 0 0 0,0 0 0 0 0,1 0 0 0 0,0 0 0 0 0,1 1 0 0 0,0 0 0 0 0,1-1 0 0 0,-1 19 0 0 0,2-4-2775 0 0,2-23 876 0 0,2-7-1975 0 0,7-12 1258 0 0,-2 1-1124 0 0,2 0-3535 0 0,3-1 1289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3.9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37 0 528 0 0,'0'0'8425'0'0,"-3"4"-6898"0"0,1-2-883 0 0,0 1 0 0 0,0-1 0 0 0,0 1 0 0 0,0-1 0 0 0,1 1 0 0 0,-1 0 1 0 0,1-1-1 0 0,-1 1 0 0 0,1 0 0 0 0,0 0 0 0 0,0 0 0 0 0,1 0 0 0 0,-1 0 1 0 0,0 1-1 0 0,1 5 0 0 0,-9 30 5769 0 0,9-37-6307 0 0,-1-1 1 0 0,0 0-1 0 0,1 1 0 0 0,-1-1 1 0 0,1 0-1 0 0,0 1 0 0 0,0-1 0 0 0,-1 1 1 0 0,1-1-1 0 0,0 1 0 0 0,0-1 1 0 0,0 1-1 0 0,0-1 0 0 0,1 1 0 0 0,-1-1 1 0 0,0 1-1 0 0,1-1 0 0 0,-1 0 1 0 0,1 1-1 0 0,-1-1 0 0 0,1 0 0 0 0,-1 1 1 0 0,1-1-1 0 0,0 0 0 0 0,0 0 1 0 0,0 1-1 0 0,0-1 0 0 0,0 0 1 0 0,0 0-1 0 0,0 0 0 0 0,2 1 0 0 0,0 0-7 0 0,0 1-1 0 0,0-1 0 0 0,0 0 0 0 0,1 0 0 0 0,-1 0 0 0 0,1-1 0 0 0,-1 0 1 0 0,1 1-1 0 0,0-1 0 0 0,0 0 0 0 0,-1 0 0 0 0,7 0 0 0 0,11-1 52 0 0,-1 0 0 0 0,0-1 0 0 0,1-1 0 0 0,29-7-1 0 0,-38 6-880 0 0,0 0-1 0 0,0-2 1 0 0,0 1-1 0 0,19-11 0 0 0,-29 13-85 0 0,0 0-578 0 0,-1 1 979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4.29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45 1 552 0 0,'0'0'13267'0'0,"-3"5"-11586"0"0,-3 5-840 0 0,0 1 0 0 0,1 0-1 0 0,1 1 1 0 0,0-1 0 0 0,0 1 0 0 0,1 0-1 0 0,1 0 1 0 0,-2 18 0 0 0,0 105 4653 0 0,5-88-3945 0 0,0-29-885 0 0,0-1 1 0 0,1 1-1 0 0,7 23 0 0 0,-8-36-706 0 0,1 1-1 0 0,0-1 1 0 0,0 0 0 0 0,0 0 0 0 0,1 0-1 0 0,0-1 1 0 0,0 1 0 0 0,0-1 0 0 0,6 7-1 0 0,6-3-3660 0 0,4-13-2774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4.59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1 820 0 0,'0'0'12755'0'0,"2"4"-11543"0"0,5 17-11 0 0,-2 0 0 0 0,0 0 0 0 0,-1 0-1 0 0,-1 0 1 0 0,-1 0 0 0 0,-1 31 0 0 0,3 24 471 0 0,0-2-5229 0 0,-4-71 2271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4.79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1288 0 0,'1'2'869'0'0,"1"-1"-1"0"0,-1 0 0 0 0,1 0 1 0 0,0 1-1 0 0,-1-1 1 0 0,1 0-1 0 0,0-1 1 0 0,0 1-1 0 0,0 0 1 0 0,0 0-1 0 0,0-1 0 0 0,0 1 1 0 0,3-1-1 0 0,47 7 2626 0 0,52-3-1799 0 0,-47-5-1666 0 0,66-9-1 0 0,-111 3-1407 0 0,-7 3-960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5.30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148 1 1328 0 0,'0'0'8812'0'0,"-6"2"-7654"0"0,-3 2-610 0 0,1 0 0 0 0,0 0 0 0 0,0 1 0 0 0,0 0-1 0 0,1 1 1 0 0,-1-1 0 0 0,1 1 0 0 0,1 1 0 0 0,-1-1 0 0 0,1 1-1 0 0,0 1 1 0 0,1-1 0 0 0,0 1 0 0 0,0 0 0 0 0,0 0-1 0 0,-4 12 1 0 0,5-12-288 0 0,0 1-1 0 0,1-1 1 0 0,0 1 0 0 0,0-1-1 0 0,1 1 1 0 0,-2 11-1 0 0,4-16-178 0 0,-1 0 0 0 0,1 0 0 0 0,0 0-1 0 0,0 0 1 0 0,0 0 0 0 0,1 0-1 0 0,-1 0 1 0 0,1 0 0 0 0,0 0 0 0 0,0 0-1 0 0,1 0 1 0 0,-1-1 0 0 0,1 1 0 0 0,-1 0-1 0 0,1-1 1 0 0,4 6 0 0 0,-4-7-66 0 0,0-1 0 0 0,1 1 0 0 0,-1-1 0 0 0,0 0 0 0 0,1 1 0 0 0,-1-1 0 0 0,1 0 0 0 0,-1 0 0 0 0,1-1 0 0 0,0 1 0 0 0,-1 0-1 0 0,1-1 1 0 0,0 0 0 0 0,0 1 0 0 0,-1-1 0 0 0,1 0 0 0 0,0-1 0 0 0,-1 1 0 0 0,1 0 0 0 0,2-1 0 0 0,57-14-73 0 0,-32 5-85 0 0,0-1 0 0 0,-2-1 0 0 0,30-17 0 0 0,-49 24 157 0 0,1-1 0 0 0,-1 0 1 0 0,0-1-1 0 0,0 0 0 0 0,-1-1 1 0 0,1 1-1 0 0,-2-2 1 0 0,1 1-1 0 0,-1-1 0 0 0,-1 0 1 0 0,0 0-1 0 0,6-11 0 0 0,-11 18 54 0 0,0 0-1 0 0,0 0 1 0 0,-1 0-1 0 0,1 0 1 0 0,0 0-1 0 0,-1 0 1 0 0,1 0-1 0 0,-1 0 1 0 0,0 0-1 0 0,1 0 1 0 0,-1 0-1 0 0,0 0 1 0 0,-1 0-1 0 0,1 0 1 0 0,0 0-1 0 0,0 0 1 0 0,-1-1-1 0 0,1 1 1 0 0,-1 0-1 0 0,0 1 1 0 0,0-1-1 0 0,1 0 1 0 0,-1 0-1 0 0,0 0 1 0 0,-1 0-1 0 0,1 1 1 0 0,0-1-1 0 0,0 0 1 0 0,-1 1-1 0 0,1-1 1 0 0,-1 1-1 0 0,0 0 1 0 0,1-1-1 0 0,-1 1 1 0 0,0 0-1 0 0,1 0 1 0 0,-1 0-1 0 0,0 0 1 0 0,0 0-1 0 0,0 1 1 0 0,0-1-1 0 0,0 1 1 0 0,0-1-1 0 0,0 1 1 0 0,0-1-1 0 0,0 1 1 0 0,-1 0-1 0 0,1 0 1 0 0,0 0-1 0 0,-4 1 1 0 0,-2 0 61 0 0,0 1 1 0 0,1 0-1 0 0,-1 1 1 0 0,-14 5-1 0 0,20-7-273 0 0,0 0-1 0 0,0 0 1 0 0,0 0-1 0 0,0 0 1 0 0,1 0-1 0 0,-1 0 1 0 0,0 0-1 0 0,1 1 1 0 0,-1-1-1 0 0,0 1 1 0 0,1-1-1 0 0,0 1 1 0 0,-1-1-1 0 0,1 1 1 0 0,0 0-1 0 0,0 0 1 0 0,0 0-1 0 0,0 0 1 0 0,0-1 0 0 0,1 1-1 0 0,-1 0 1 0 0,0 0-1 0 0,0 3 1 0 0,1-4-1265 0 0,5 14-10898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5.52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 1 912 0 0,'0'0'2084'0'0,"-3"28"6962"0"0,1-8-5886 0 0,4 0-1236 0 0,0-1-874 0 0,-1-5-3447 0 0,4-18 878 0 0,1 0 744 0 0,21-21-5509 0 0,-21 11 2235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5.83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28 1740 0 0,'0'0'3981'0'0,"16"-16"3183"0"0,-6 13-6121 0 0,1 0 0 0 0,0 1 0 0 0,0 0 1 0 0,0 1-1 0 0,0 1 0 0 0,0 0 1 0 0,19 2-1 0 0,-4 1 593 0 0,1 2 0 0 0,26 8 1 0 0,-52-13-1570 0 0,0 0 0 0 0,0 1 0 0 0,0-1 1 0 0,1 0-1 0 0,-1 1 0 0 0,0 0 0 0 0,0-1 0 0 0,0 1 1 0 0,0 0-1 0 0,0-1 0 0 0,0 1 0 0 0,0 0 1 0 0,-1 0-1 0 0,1 0 0 0 0,0 0 0 0 0,0 0 0 0 0,-1 0 1 0 0,1 0-1 0 0,0 0 0 0 0,-1 0 0 0 0,1 0 0 0 0,-1 0 1 0 0,0 0-1 0 0,1 0 0 0 0,-1 1 0 0 0,0-1 1 0 0,1 0-1 0 0,-1 0 0 0 0,0 0 0 0 0,0 1 0 0 0,0-1 1 0 0,0 0-1 0 0,0 0 0 0 0,-1 1 0 0 0,1-1 0 0 0,0 0 1 0 0,-1 2-1 0 0,-19 44 1689 0 0,15-37-1436 0 0,-15 14 545 0 0,17-22-789 0 0,1 0-1 0 0,-1 1 1 0 0,1 0-1 0 0,-1 0 1 0 0,1-1-1 0 0,0 1 0 0 0,0 1 1 0 0,0-1-1 0 0,0 0 1 0 0,1 0-1 0 0,-1 1 1 0 0,1-1-1 0 0,0 1 1 0 0,-1 5-1 0 0,0-6-164 0 0,1 0 0 0 0,-1 0 1 0 0,1 0-1 0 0,0 1 0 0 0,0-1 0 0 0,0 0 0 0 0,1 1 1 0 0,-1-1-1 0 0,1 1 0 0 0,0 3 0 0 0,2-3-166 0 0,1 0-1 0 0,1 0 1 0 0,-1-1 0 0 0,0 1-1 0 0,1-1 1 0 0,0 0-1 0 0,-1 0 1 0 0,1 0 0 0 0,1 0-1 0 0,-1-1 1 0 0,0 0-1 0 0,1 0 1 0 0,-1 0-1 0 0,1 0 1 0 0,-1-1 0 0 0,1 0-1 0 0,0 0 1 0 0,-1 0-1 0 0,1 0 1 0 0,0-1 0 0 0,0 1-1 0 0,9-2 1 0 0,53-4-5247 0 0,-10-10-4921 0 0,-33 5 4804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6.21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129 13 1168 0 0,'-11'-12'19335'0'0,"6"13"-15188"0"0,3 0-3998 0 0,-60 46 3701 0 0,56-43-3588 0 0,1 1-1 0 0,-1 1 1 0 0,1-1-1 0 0,0 1 1 0 0,1 0-1 0 0,-1 0 1 0 0,1 0-1 0 0,-4 10 1 0 0,7-14-273 0 0,1 0 8 0 0,1 0 1 0 0,-1 0-1 0 0,1-1 1 0 0,-1 1-1 0 0,1 0 1 0 0,0-1-1 0 0,0 1 1 0 0,0 0 0 0 0,0-1-1 0 0,0 1 1 0 0,0-1-1 0 0,0 0 1 0 0,0 1-1 0 0,1-1 1 0 0,-1 0 0 0 0,0 0-1 0 0,1 0 1 0 0,-1 0-1 0 0,1 0 1 0 0,0 0-1 0 0,-1 0 1 0 0,1 0-1 0 0,-1 0 1 0 0,1-1 0 0 0,0 1-1 0 0,0-1 1 0 0,3 1-1 0 0,63 10 173 0 0,-44-8 102 0 0,87 27 692 0 0,-110-30-966 0 0,-1 1 1 0 0,1-1-1 0 0,0 1 0 0 0,0-1 1 0 0,0 1-1 0 0,-1 0 0 0 0,1-1 1 0 0,0 1-1 0 0,-1 0 0 0 0,1-1 1 0 0,-1 1-1 0 0,1 0 0 0 0,0 0 1 0 0,-1 0-1 0 0,0-1 0 0 0,1 1 1 0 0,-1 0-1 0 0,1 0 1 0 0,-1 0-1 0 0,0 0 0 0 0,0 0 1 0 0,0 0-1 0 0,1 0 0 0 0,-1 0 1 0 0,0 0-1 0 0,0-1 0 0 0,0 1 1 0 0,0 0-1 0 0,-1 0 0 0 0,1 0 1 0 0,0 0-1 0 0,0 0 0 0 0,0 0 1 0 0,-1 1-1 0 0,-9 25-790 0 0,9-24 495 0 0,-1 0 1 0 0,0 0-1 0 0,0 0 1 0 0,-1 0-1 0 0,1-1 1 0 0,-1 1-1 0 0,1-1 1 0 0,-1 1-1 0 0,0-1 1 0 0,1 0-1 0 0,-1 0 1 0 0,0 0-1 0 0,-1-1 1 0 0,1 1-1 0 0,0-1 1 0 0,0 0-1 0 0,-1 1 1 0 0,1-1 0 0 0,-1-1-1 0 0,-3 2 1 0 0,-19-2-5304 0 0,4-7-3659 0 0,16 2 3413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6.35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65 1112 0 0,'44'-5'2072'0'0,"0"-4"-100"0"0,0 3-123 0 0,5 1-93 0 0,-5-2-144 0 0,5 2-156 0 0,-1-5-152 0 0,-4 7-180 0 0,0-1-244 0 0,-7 2-340 0 0,-5 1-376 0 0,-8 1-412 0 0,-4-2-456 0 0,-8 0-488 0 0,0-1-5848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8.76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30 0 1412 0 0,'0'0'24621'0'0,"-2"7"-23550"0"0,-4 24 111 0 0,2 1 1 0 0,0-1-1 0 0,3 1 0 0 0,1 31 1 0 0,0-48-1432 0 0,-3 1 249 0 0,1-12 0 0 0,0 1 0 0 0,1-1 0 0 0,0 1 0 0 0,0-1 0 0 0,0 1 0 0 0,0-1 0 0 0,1 1 0 0 0,0-1 0 0 0,0 1 0 0 0,0 0 0 0 0,1 6 0 0 0,2 3 0 0 0,-2-3-23 0 0,-1-9-373 0 0,3-7-1195 0 0,11-32-2871 0 0,-10 25-420 0 0,0 0-3456 0 0,2 2 988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9.64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13 12 616 0 0,'-6'9'32145'0'0,"1"-1"-32139"0"0,5-8-6 0 0,0 0 0 0 0,-1 1 0 0 0,1-1 0 0 0,0 0 0 0 0,0 0 0 0 0,0 0 0 0 0,0 1 0 0 0,0-1 0 0 0,0 0 0 0 0,0 0 0 0 0,0 0 0 0 0,0 0 0 0 0,0 1 0 0 0,0-1 0 0 0,0 0 0 0 0,0 0 0 0 0,0 0 0 0 0,0 1 0 0 0,0-1 0 0 0,0 0 0 0 0,0 0 0 0 0,0 0 0 0 0,0 1 0 0 0,0-1 0 0 0,0 0 0 0 0,0 0 0 0 0,0 0 0 0 0,0 0 0 0 0,1 1 0 0 0,-1-1 0 0 0,0 0 0 0 0,0 0 0 0 0,0 0 0 0 0,0 0 0 0 0,0 1 0 0 0,1-1 0 0 0,-1 0 0 0 0,0 0 0 0 0,0 0 0 0 0,0 0 0 0 0,0 0 0 0 0,1 0 0 0 0,-1 0 0 0 0,0 0 0 0 0,0 0 0 0 0,0 0 0 0 0,0 1 0 0 0,1-1 0 0 0,-1 0 0 0 0,0 0 0 0 0,0 0 0 0 0,1 0 0 0 0,20-10 0 0 0,-15-3 0 0 0,-1 3 0 0 0,-5 10 0 0 0,0-1 0 0 0,0 1 0 0 0,0 0 0 0 0,0 0 0 0 0,1 0 0 0 0,-1 0 0 0 0,0 0 0 0 0,0-1 0 0 0,0 1 0 0 0,0 0 0 0 0,0 0 0 0 0,0 0 0 0 0,0 0 0 0 0,0 0 0 0 0,0 0 0 0 0,0-1 0 0 0,0 1 0 0 0,1 0 0 0 0,-1 0 0 0 0,0 0 0 0 0,0 0 0 0 0,0 0 0 0 0,0 0 0 0 0,0 0 0 0 0,0 0 0 0 0,1 0 0 0 0,-1 0 0 0 0,0-1 0 0 0,0 1 0 0 0,0 0 0 0 0,0 0 0 0 0,1 0 0 0 0,-1 0 0 0 0,0 0 0 0 0,0 0 0 0 0,0 0 0 0 0,0 0 0 0 0,0 0 0 0 0,1 0 0 0 0,-1 0 0 0 0,0 0 0 0 0,0 1 0 0 0,0-1 0 0 0,0 0 0 0 0,0 0 0 0 0,1 0 0 0 0,-1 0 0 0 0,0 0 0 0 0,0 0 0 0 0,0 0 0 0 0,0 0 0 0 0,0 0 0 0 0,0 0 0 0 0,1 1 0 0 0,-1-1 0 0 0,0 0 0 0 0,0 0 0 0 0,0 0 0 0 0,0 0 0 0 0,0 0 0 0 0,0 0 0 0 0,0 1 0 0 0,-6 22 0 0 0,3-8 0 0 0,0-8-26 0 0,2-5-437 0 0,2-5-2540 0 0,0 1 2456 0 0,0 1-1 0 0,0-1 0 0 0,0 1 1 0 0,0 0-1 0 0,0-1 1 0 0,0 1-1 0 0,0 0 1 0 0,0 0-1 0 0,0 0 1 0 0,0 0-1 0 0,1 0 1 0 0,0-1-1 0 0,10-9-7742 0 0,-10-1 492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52.65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312 26 84 0 0,'0'0'1320'0'0,"-21"-19"16753"0"0,20 18-17842 0 0,0 1 0 0 0,0-1 0 0 0,0 0-1 0 0,0 1 1 0 0,0-1 0 0 0,0 1 0 0 0,0-1 0 0 0,0 1 0 0 0,0-1-1 0 0,0 1 1 0 0,-1 0 0 0 0,1 0 0 0 0,0 0 0 0 0,0 0 0 0 0,0-1 0 0 0,-1 2-1 0 0,1-1 1 0 0,0 0 0 0 0,0 0 0 0 0,0 0 0 0 0,-1 0 0 0 0,1 1-1 0 0,0-1 1 0 0,0 1 0 0 0,0-1 0 0 0,0 1 0 0 0,-1 0 0 0 0,-36 19 1104 0 0,34-18-1100 0 0,-17 13 349 0 0,0 2 0 0 0,1 0 0 0 0,0 1 0 0 0,2 1 0 0 0,0 1 0 0 0,1 0 0 0 0,1 2 0 0 0,-17 31 0 0 0,28-46-584 0 0,1-1 0 0 0,0 2 0 0 0,1-1 0 0 0,0 0 0 0 0,0 1 0 0 0,0 0 0 0 0,1 0 0 0 0,0-1 0 0 0,1 1 0 0 0,0 1 0 0 0,0-1 0 0 0,0 0 0 0 0,1 0 0 0 0,1 0 0 0 0,-1 0 0 0 0,1 0 0 0 0,1 0 0 0 0,-1 0 0 0 0,1 0 0 0 0,1 0 0 0 0,-1-1 0 0 0,6 11 0 0 0,-5-15 0 0 0,-1 0 0 0 0,1 0 0 0 0,0-1 0 0 0,0 0 0 0 0,0 1 0 0 0,0-1 0 0 0,1 0 0 0 0,-1 0 0 0 0,0-1 0 0 0,1 1 0 0 0,-1-1 0 0 0,1 0 0 0 0,0 0 0 0 0,-1 0 0 0 0,1 0 0 0 0,0-1 0 0 0,-1 1 0 0 0,1-1 0 0 0,5 0 0 0 0,9 0 0 0 0,1-1 0 0 0,28-4 0 0 0,-41 4 0 0 0,2 0 0 0 0,0 0 0 0 0,0-1 0 0 0,-1 1 0 0 0,1-1 0 0 0,0-1 0 0 0,-1 1 0 0 0,0-1 0 0 0,1-1 0 0 0,-1 1 0 0 0,-1-1 0 0 0,1-1 0 0 0,0 1 0 0 0,-1-1 0 0 0,0 0 0 0 0,8-9 0 0 0,-8 1 0 0 0,-12 0 0 0 0,4 12 0 0 0,1 0 0 0 0,-1 0 0 0 0,1 0 0 0 0,0 0 0 0 0,-1 0 0 0 0,1 1 0 0 0,-1-1 0 0 0,0 0 0 0 0,1 1 0 0 0,-1-1 0 0 0,0 1 0 0 0,1 0 0 0 0,-1 0 0 0 0,0-1 0 0 0,1 1 0 0 0,-1 0 0 0 0,0 0 0 0 0,1 1 0 0 0,-1-1 0 0 0,0 0 0 0 0,-2 1 0 0 0,-17 0 0 0 0,19-1 0 0 0,0 0 0 0 0,1-1 0 0 0,-1 1 0 0 0,0 0 0 0 0,0 1 0 0 0,0-1 0 0 0,0 0 0 0 0,0 1 0 0 0,0-1 0 0 0,0 1 0 0 0,0-1 0 0 0,0 1 0 0 0,1 0 0 0 0,-1 0 0 0 0,0 0 0 0 0,-1 1 0 0 0,-17 10 0 0 0,13-9 0 0 0,5-2 0 0 0,1 0 0 0 0,-1 0 0 0 0,0 0 0 0 0,0 0 0 0 0,0 1 0 0 0,1-1 0 0 0,-1 1 0 0 0,1-1 0 0 0,-1 1 0 0 0,1-1 0 0 0,0 1 0 0 0,-1 0 0 0 0,0 2 0 0 0,-7 14 810 0 0,9-18-1032 0 0,0 1 0 0 0,0 0 0 0 0,0-1 1 0 0,0 1-1 0 0,0 0 0 0 0,0-1 0 0 0,0 1 0 0 0,1 0 1 0 0,-1-1-1 0 0,0 1 0 0 0,0-1 0 0 0,1 1 1 0 0,-1 0-1 0 0,0-1 0 0 0,0 1 0 0 0,1-1 0 0 0,-1 1 1 0 0,1-1-1 0 0,-1 1 0 0 0,1-1 0 0 0,-1 1 1 0 0,1-1-1 0 0,-1 0 0 0 0,1 1 0 0 0,-1-1 1 0 0,1 1-1 0 0,22 5-13437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53.20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108 23 212 0 0,'-3'-15'11005'0'0,"-7"8"-4285"0"0,7 7-6293 0 0,1-1-1 0 0,0 1 1 0 0,-1 0-1 0 0,1 0 1 0 0,-1 0-1 0 0,1 0 1 0 0,0 1-1 0 0,-1-1 1 0 0,1 1-1 0 0,-1-1 0 0 0,-1 2 1 0 0,-38 17 344 0 0,22-6 2736 0 0,19-13-3184 0 0,1 3-249 0 0,1-1 0 0 0,-1 1 0 0 0,1-1 0 0 0,0 1 0 0 0,0-1 0 0 0,0 0 0 0 0,0 0 0 0 0,0 1 0 0 0,0-1 0 0 0,1 0 0 0 0,-1 0 0 0 0,1 0 0 0 0,-1 0 0 0 0,1 0-1 0 0,0-1 1 0 0,0 1 0 0 0,0 0 0 0 0,0-1 0 0 0,0 0 0 0 0,0 1 0 0 0,0-1 0 0 0,0 0 0 0 0,1 0 0 0 0,-1 0 0 0 0,0 0 0 0 0,1-1 0 0 0,3 2 0 0 0,12 3 52 0 0,0-1-1 0 0,31 3 0 0 0,-31-5 124 0 0,37 6 137 0 0,18 1 577 0 0,90 24 0 0 0,-151-30-873 0 0,-2 5-77 0 0,-10 5-13 0 0,-3-9 0 0 0,-1 0 0 0 0,0 0 0 0 0,0-1 0 0 0,0 1 0 0 0,0-1 0 0 0,-1 0 0 0 0,1 0 0 0 0,-1-1 0 0 0,0 1 0 0 0,0-1 0 0 0,-9 3 0 0 0,-14 8 0 0 0,22-10 0 0 0,2 0 0 0 0,0-1 0 0 0,-1 0 0 0 0,1 0 0 0 0,0 0 0 0 0,-1 0 0 0 0,0-1 0 0 0,1 0 0 0 0,-1 0 0 0 0,0 0 0 0 0,0-1 0 0 0,1 1 0 0 0,-8-1 0 0 0,10 0-96 0 0,-1 1-1 0 0,1-1 1 0 0,0 0 0 0 0,-1 1 0 0 0,1-1-1 0 0,0 0 1 0 0,-1-1 0 0 0,1 1-1 0 0,0 0 1 0 0,-1-1 0 0 0,1 1 0 0 0,0-1-1 0 0,0 1 1 0 0,0-1 0 0 0,-1 0-1 0 0,1 0 1 0 0,0 0 0 0 0,0 0 0 0 0,0-1-1 0 0,0 1 1 0 0,1-1 0 0 0,-1 1 0 0 0,0-1-1 0 0,0 1 1 0 0,1-1 0 0 0,-1 0-1 0 0,1 0 1 0 0,-2-3 0 0 0,1 0-696 0 0,1 0 0 0 0,0 0 0 0 0,0 0 0 0 0,0 0-1 0 0,0 0 1 0 0,1 0 0 0 0,0 0 0 0 0,1-9 0 0 0,0 2-828 0 0,-1-22-8874 0 0,0 18 4458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53.42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26 404 0 0,'0'0'1970'0'0,"45"-5"12093"0"0,88 0-4443 0 0,-47-10-10953 0 0,-84 15-70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54.26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162 0 984 0 0,'-56'15'14575'0'0,"26"-2"-9903"0"0,20-5-3461 0 0,2-1 0 0 0,-1 2 0 0 0,1-1 0 0 0,0 1 0 0 0,-6 10 0 0 0,11-13-846 0 0,0 1 0 0 0,0 0-1 0 0,1 0 1 0 0,0 0 0 0 0,0 0 0 0 0,1 0 0 0 0,0 0-1 0 0,0 0 1 0 0,1 0 0 0 0,0 11 0 0 0,0-18-349 0 0,0 1 1 0 0,1-1 0 0 0,-1 1-1 0 0,0-1 1 0 0,0 1 0 0 0,1 0 0 0 0,-1-1-1 0 0,0 1 1 0 0,1-1 0 0 0,-1 1-1 0 0,1-1 1 0 0,-1 0 0 0 0,0 1 0 0 0,1-1-1 0 0,-1 1 1 0 0,1-1 0 0 0,-1 0-1 0 0,1 1 1 0 0,-1-1 0 0 0,1 0-1 0 0,0 1 1 0 0,-1-1 0 0 0,1 0 0 0 0,-1 0-1 0 0,1 0 1 0 0,-1 0 0 0 0,1 0-1 0 0,0 1 1 0 0,-1-1 0 0 0,1 0 0 0 0,0 0-1 0 0,-1 0 1 0 0,1-1 0 0 0,-1 1-1 0 0,1 0 1 0 0,0 0 0 0 0,0 0 0 0 0,22-5 264 0 0,-16 3-261 0 0,1-1 0 0 0,-1 0 0 0 0,0-1 0 0 0,0 0 0 0 0,-1 0 0 0 0,1 0 0 0 0,-1-1 0 0 0,0 0 0 0 0,0 0 0 0 0,0-1 1 0 0,-1 1-1 0 0,0-1 0 0 0,0 0 0 0 0,-1-1 0 0 0,1 1 0 0 0,3-9 0 0 0,-6 5-20 0 0,-3-3 0 0 0,-6 2 0 0 0,-6 5 0 0 0,-10 6 0 0 0,17 4 0 0 0,5-2 0 0 0,-3 0 0 0 0,-3 1 0 0 0,0 0 0 0 0,0 0 0 0 0,1 0 0 0 0,-1 1 0 0 0,1 0 0 0 0,0 1 0 0 0,0-1 0 0 0,0 1 0 0 0,1 0 0 0 0,-1 1 0 0 0,1-1 0 0 0,1 1 0 0 0,-6 7 0 0 0,9-3 0 0 0,1 6 0 0 0,1-2 0 0 0,6-3 0 0 0,5-6 0 0 0,-8-4 0 0 0,0-1 0 0 0,0 1 0 0 0,0-1 0 0 0,0-1 0 0 0,0 1 0 0 0,0 0 0 0 0,-1-1 0 0 0,1 0 0 0 0,0 0 0 0 0,0 0 0 0 0,-1 0 0 0 0,1 0 0 0 0,0-1 0 0 0,-1 0 0 0 0,0 0 0 0 0,1 0 0 0 0,3-3 0 0 0,-4 3 0 0 0,7-3 0 0 0,-2-3 0 0 0,-4-4 0 0 0,-5 0 0 0 0,-10 4 0 0 0,-5 6 0 0 0,-2 1 0 0 0,7 1-1735 0 0,-2 1 4402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57.45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50 1 100 0 0,'1'2'24827'0'0,"7"12"-24489"0"0,-7-11-183 0 0,0 0 0 0 0,0 0 0 0 0,0 1 0 0 0,0-1-1 0 0,-1 0 1 0 0,1 0 0 0 0,-1 1 0 0 0,0-1 0 0 0,0 0 0 0 0,0 0 0 0 0,-1 1 0 0 0,0 4 0 0 0,0 5 446 0 0,0 1-56 0 0,-1-1 1 0 0,0 1 0 0 0,-1 0-1 0 0,-1-1 1 0 0,-7 20 0 0 0,3-11 80 0 0,0-10-265 0 0,7-11-323 0 0,0 0 1 0 0,0 0-1 0 0,1 0 1 0 0,-1 0 0 0 0,0 0-1 0 0,0 0 1 0 0,1 0-1 0 0,-1 1 1 0 0,1-1 0 0 0,-1 0-1 0 0,1 0 1 0 0,-1 1 0 0 0,1-1-1 0 0,0 0 1 0 0,-1 3-1 0 0,-1 3-29 0 0,-6 1-42 0 0,6-6-135 0 0,28-15-20026 0 0,-15 4 12474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8:00.09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29 23 248 0 0,'0'0'3695'0'0,"-6"-2"-596"0"0,-16-5 14239 0 0,23 5-16312 0 0,56-3-439 0 0,-34 2-306 0 0,1 0 0 0 0,-1 2 0 0 0,36 3 0 0 0,-57-2-205 0 0,0 0 0 0 0,1 1 0 0 0,-1-1 0 0 0,0 1 0 0 0,1-1 0 0 0,-1 1 0 0 0,0 0 0 0 0,0 0-1 0 0,0 0 1 0 0,0 0 0 0 0,0 1 0 0 0,0-1 0 0 0,3 2 0 0 0,-5-2-1 0 0,1 0 0 0 0,0 0-1 0 0,0 0 1 0 0,-1 0 0 0 0,1 0-1 0 0,-1 0 1 0 0,1 0 0 0 0,-1 0 0 0 0,0 1-1 0 0,1-1 1 0 0,-1 0 0 0 0,0 0 0 0 0,0 0-1 0 0,1 0 1 0 0,-1 1 0 0 0,0-1-1 0 0,0 0 1 0 0,0 0 0 0 0,-1 2 0 0 0,0 2 96 0 0,-1-1 0 0 0,0 1 0 0 0,0-1 0 0 0,0 1 0 0 0,0-1 0 0 0,-1 0 0 0 0,1 1 0 0 0,-1-1 0 0 0,0-1 0 0 0,-7 8 0 0 0,-8 7 376 0 0,9-11-414 0 0,1 2 0 0 0,1-1-1 0 0,-1 1 1 0 0,-10 18 0 0 0,9-16-133 0 0,-7 16 0 0 0,13-12 0 0 0,2-13 0 0 0,1-1 0 0 0,0 1 0 0 0,0 0 0 0 0,0-1 0 0 0,0 1 0 0 0,0-1 0 0 0,0 1 0 0 0,1-1 0 0 0,-1 1 0 0 0,1-1 0 0 0,-1 1 0 0 0,1-1 0 0 0,-1 0 0 0 0,1 1 0 0 0,0-1 0 0 0,-1 0 0 0 0,1 1 0 0 0,0-1 0 0 0,0 0 0 0 0,0 0 0 0 0,0 0 0 0 0,0 0 0 0 0,0 0 0 0 0,0 0 0 0 0,1 0 0 0 0,-1 0 0 0 0,3 1 0 0 0,-2 0 0 0 0,2 0 0 0 0,0 0 0 0 0,1 0 0 0 0,-1-1 0 0 0,1 1 0 0 0,-1-1 0 0 0,1 0 0 0 0,-1 0 0 0 0,1 0 0 0 0,-1-1 0 0 0,1 0 0 0 0,7 0 0 0 0,47-5 0 0 0,-56 5 0 0 0,5-2-3 0 0,59-10 7 0 0,7-6-67 0 0,-71 17-323 0 0,-15-20-21203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8:00.29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0 880 0 0,'0'0'15518'0'0,"12"33"-10113"0"0,-6 1-4061 0 0,0-21-4266 0 0,-6-12 1503 0 0,6-4-3648 0 0,17-15-135 0 0,-8 4 401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8:00.65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44 0 0,'0'0'4806'0'0,"3"2"-3289"0"0,3 1-617 0 0,0 0 1 0 0,0 0-1 0 0,0-1 1 0 0,0 0-1 0 0,0 0 1 0 0,1-1-1 0 0,-1 0 1 0 0,1 0-1 0 0,-1 0 1 0 0,1-1 0 0 0,-1 0-1 0 0,12-1 1 0 0,-9 1-119 0 0,0 0 1 0 0,1 0-1 0 0,-1 1 1 0 0,0 0-1 0 0,0 1 1 0 0,11 3-1 0 0,-18-4-624 0 0,-1-1-1 0 0,0 1 1 0 0,1 0-1 0 0,-1 0 1 0 0,0-1-1 0 0,0 1 0 0 0,1 0 1 0 0,-1 0-1 0 0,0 1 1 0 0,0-1-1 0 0,0 0 0 0 0,0 0 1 0 0,-1 0-1 0 0,1 1 1 0 0,0-1-1 0 0,0 0 1 0 0,-1 1-1 0 0,1-1 0 0 0,-1 1 1 0 0,1-1-1 0 0,-1 1 1 0 0,0-1-1 0 0,1 1 0 0 0,-1-1 1 0 0,0 1-1 0 0,0-1 1 0 0,0 1-1 0 0,0-1 1 0 0,0 1-1 0 0,-1 2 0 0 0,-17 52 1596 0 0,6-22-776 0 0,6-11-427 0 0,-1 20 482 0 0,7-41-1031 0 0,0-1-1 0 0,1 1 1 0 0,-1 0-1 0 0,1-1 1 0 0,-1 1-1 0 0,1 0 1 0 0,-1-1 0 0 0,1 1-1 0 0,0 0 1 0 0,0-1-1 0 0,0 1 1 0 0,0-1-1 0 0,0 0 1 0 0,0 1-1 0 0,0-1 1 0 0,1 0 0 0 0,-1 0-1 0 0,0 0 1 0 0,1 1-1 0 0,-1-1 1 0 0,1-1-1 0 0,-1 1 1 0 0,1 0 0 0 0,-1 0-1 0 0,1 0 1 0 0,0-1-1 0 0,-1 1 1 0 0,1-1-1 0 0,0 0 1 0 0,-1 1 0 0 0,1-1-1 0 0,0 0 1 0 0,0 0-1 0 0,0 0 1 0 0,-1 0-1 0 0,1 0 1 0 0,0 0-1 0 0,2-1 1 0 0,1 1 1 0 0,21 1-338 0 0,1-1 1 0 0,0-1-1 0 0,-1-2 1 0 0,1 0-1 0 0,29-8 0 0 0,-53 10-1960 0 0,2-1 5024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34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 1372 0 0,'-12'2'1548'0'0,"0"-2"1005"0"0,-12 3-737 0 0,4-1-680 0 0,13-4-1272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00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0 0 29595 0 0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20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181 150 200 0 0,'-5'5'30443'0'0,"7"-9"-30330"0"0,6-16-4 0 0,-6 16 1740 0 0,-4 4-1804 0 0,-7-2-37 0 0,1-5-8 0 0,1 1 0 0 0,0-1 0 0 0,-3 0 0 0 0,2 3 0 0 0,3-3 0 0 0,-3 0 0 0 0,-2 3 0 0 0,2 0 0 0 0,-2-1 0 0 0,2-2 0 0 0,0 3 0 0 0,-2 0 0 0 0,3-2 0 0 0,-4 0 0 0 0,4 0 0 0 0,1 1 0 0 0,-2-1 0 0 0,-2 0 0 0 0,4 2 0 0 0,-1-1 0 0 0,0-1-27 0 0,6 4-261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23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1595 1167 2128 0 0,'-9'15'4076'0'0,"-6"10"22184"0"0,14-28-26227 0 0,1 0-1 0 0,-1-1 0 0 0,1 1 0 0 0,-1 0 1 0 0,0 0-1 0 0,-1 0 0 0 0,1 0 0 0 0,0 0 0 0 0,-4-5 1 0 0,-36-45-79 0 0,32 43 72 0 0,-1-1-26 0 0,-2 1 0 0 0,1 0 0 0 0,-27-17 0 0 0,-21-19 0 0 0,-104-94 0 0 0,121 106 0 0 0,-9-4 0 0 0,-74-41 0 0 0,44 30 0 0 0,-188-113 0 0 0,39 41 0 0 0,101 57 0 0 0,74 38 0 0 0,46 20 0 0 0,-2 1 0 0 0,0 0 0 0 0,2 1 0 0 0,-1-1 0 0 0,2 2 0 0 0,-5 0 0 0 0,13 3 0 0 0,0 0 0 0 0,0 0 0 0 0,0 0 0 0 0,-1 0 0 0 0,1 0 0 0 0,0 0 0 0 0,0 0 0 0 0,0 0 0 0 0,-1-1 0 0 0,1 1 0 0 0,0 0 0 0 0,0 0 0 0 0,-1 0 0 0 0,1 0 0 0 0,0 0 0 0 0,0 0 0 0 0,0 0 0 0 0,-1 0 0 0 0,1 0 0 0 0,0 0 0 0 0,0 1 0 0 0,-1-1 0 0 0,1 0 0 0 0,0 0 0 0 0,0 0 0 0 0,0 0 0 0 0,-1 0 0 0 0,1 0 0 0 0,0 0 0 0 0,0 1 0 0 0,0-1 0 0 0,-1 0 0 0 0,1 0 0 0 0,0 0 0 0 0,0 0 0 0 0,0 1 0 0 0,0-1 0 0 0,0 0 0 0 0,-1 0 0 0 0,1 0 0 0 0,0 1 0 0 0,0-1 0 0 0,0 0 0 0 0,0 0 0 0 0,0 0 0 0 0,0 1 0 0 0,0-1 0 0 0,1 11 0 0 0,-1-9 0 0 0,1 0 0 0 0,-1 1 0 0 0,0-1 0 0 0,0 0 0 0 0,0 1 0 0 0,0-1 0 0 0,-1 1 0 0 0,1-1 0 0 0,0 0 0 0 0,-1 1 0 0 0,0-1 0 0 0,1 0 0 0 0,-1 0 0 0 0,0 1 0 0 0,0-1 0 0 0,-1 0 0 0 0,0 2 0 0 0,-3 4 0 0 0,0 0 0 0 0,0 1 0 0 0,1-1 0 0 0,1 1 0 0 0,0 0 0 0 0,0 0 0 0 0,-3 15 0 0 0,3-11 0 0 0,1-2 0 0 0,-3 1 0 0 0,2-2 0 0 0,-9-9 0 0 0,7-3 0 0 0,0-1 0 0 0,1 1 0 0 0,0-1 0 0 0,-1 0 0 0 0,1 0 0 0 0,0 0 0 0 0,0 0 0 0 0,1-1 0 0 0,-1 0 0 0 0,1 0 0 0 0,0 0 0 0 0,0 0 0 0 0,0 0 0 0 0,0 0 0 0 0,1-1 0 0 0,0 0 0 0 0,-1 1 0 0 0,2-1 0 0 0,-1 0 0 0 0,1 0 0 0 0,-2-9 0 0 0,-2-7 0 0 0,1-2 0 0 0,1 1 0 0 0,0-40 0 0 0,5 28 0 0 0,1 1 0 0 0,15-61 0 0 0,-13 71 0 0 0,-1 12 0 0 0,2-3 0 0 0,-4 3 0 0 0,3 4 0 0 0,7 7 0 0 0,-3 4 0 0 0,0-1 0 0 0,-1 2 0 0 0,1-1 0 0 0,-1 1 0 0 0,0 1 0 0 0,-1 0 0 0 0,10 9 0 0 0,32 21 0 0 0,-30-25 0 0 0,0 0 0 0 0,0-1 0 0 0,1-1 0 0 0,1-1 0 0 0,-1-1 0 0 0,1-1 0 0 0,0-1 0 0 0,1 0 0 0 0,39 2 0 0 0,-54-8 0 0 0,46 9 0 0 0,-41-6-170 0 0,-14 8-1902 0 0,-4 3 320 0 0,4-8-3608 0 0,7 9-11680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25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1 154 68 0 0,'0'0'32618'0'0,"8"1"-32547"0"0,-2 0-70 0 0,-1 0 0 0 0,1 1 0 0 0,0 0-1 0 0,-1 0 1 0 0,0 0 0 0 0,1 1 0 0 0,-1-1 0 0 0,0 1 0 0 0,0 1-1 0 0,-1-1 1 0 0,6 5 0 0 0,162 123-1 0 0,-166-124 0 0 0,2 0 0 0 0,3-1 0 0 0,2-3 0 0 0,-4-17 0 0 0,-12-5 0 0 0,-2-1 0 0 0,0-1 0 0 0,2 0 0 0 0,0 1 0 0 0,0-33 0 0 0,3 44 0 0 0,1 0 0 0 0,0 0 0 0 0,0 0 0 0 0,1 0 0 0 0,0 0 0 0 0,5-12 0 0 0,3-13 0 0 0,-9 24 0 0 0,0-1 0 0 0,5 2 0 0 0,-1-2 0 0 0,1 3-4 0 0,-5 7-415 0 0,-4-7-6464 0 0,1 1 3610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53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1756 0 0,'4'-4'30934'0'0,"-7"31"-30857"0"0,2-8-77 0 0,2-4 0 0 0,-1-13 0 0 0,0-1 0 0 0,1 0 0 0 0,-1 1 0 0 0,1-1 0 0 0,0 0 0 0 0,-1 0 0 0 0,1 1 0 0 0,0-1 0 0 0,0 0 0 0 0,0 0 0 0 0,0 0 0 0 0,0 0 0 0 0,0 0 0 0 0,0 0 0 0 0,0 0 0 0 0,0 0 0 0 0,0-1 0 0 0,0 1 0 0 0,1 0 0 0 0,-1-1 0 0 0,0 1 0 0 0,1-1 0 0 0,-1 1 0 0 0,0-1 0 0 0,1 0 0 0 0,-1 1 0 0 0,0-1 0 0 0,3 0 0 0 0,30-1 0 0 0,-32 0 0 0 0,20-3 0 0 0,1-1 0 0 0,-1-1 0 0 0,0-2 0 0 0,23-10 0 0 0,-24 9 0 0 0,-10 5 0 0 0,1-3 0 0 0,-3 3 0 0 0,1 1 0 0 0,-5 0-27 0 0,-4 3-277 0 0,6-2-8723 0 0,-7 1 8907 0 0,1 1 0 0 0,-1 0 1 0 0,0 0-1 0 0,1-1 0 0 0,-1 1 0 0 0,0 0 1 0 0,0-1-1 0 0,1 1 0 0 0,-1 0 0 0 0,0-1 1 0 0,0 1-1 0 0,0-1 0 0 0,0 1 0 0 0,1 0 1 0 0,-1-1-1 0 0,0 0 0 0 0,2-4-3525 0 0,12-10-9691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53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1576 0 0,'0'3'14682'0'0,"-1"20"-13332"0"0,11 139 8019 0 0,-7 75-3751 0 0,-3-231-5461 0 0,3 38-140 0 0,2 66-29 0 0,-5-108-211 0 0,10-8-10384 0 0,1-3 10309 0 0,-7 2-3332 0 0,1-2-3884 0 0,1-2 1617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53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1768 0 0,'0'0'6184'0'0,"5"46"6285"0"0,-5 67-3005 0 0,0-111-9735 0 0,0 0 0 0 0,0 0 0 0 0,-1 0 0 0 0,1 0-1 0 0,0 0 1 0 0,-1 0 0 0 0,1 0 0 0 0,-1 0-1 0 0,1 0 1 0 0,-1 0 0 0 0,0 0 0 0 0,0 0 0 0 0,0-1-1 0 0,0 1 1 0 0,0 0 0 0 0,0-1 0 0 0,-1 1-1 0 0,1-1 1 0 0,-1 1 0 0 0,1-1 0 0 0,-1 0 0 0 0,1 1-1 0 0,-4 1 1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54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1 388 0 0,'0'0'17807'0'0,"3"4"-16002"0"0,1 2-947 0 0,-1 0-1 0 0,0-1 1 0 0,-1 1-1 0 0,1 0 1 0 0,-1 1-1 0 0,0-1 0 0 0,-1 0 1 0 0,0 0-1 0 0,0 1 1 0 0,0-1-1 0 0,0 9 0 0 0,4 17 1548 0 0,-4-18-2332 0 0,4-1-73 0 0,-3-1 0 0 0,2-4 0 0 0,5 0 0 0 0,8-7 0 0 0,-6-4 0 0 0,0 0 0 0 0,0-1 0 0 0,-1 0 0 0 0,1-1 0 0 0,-1 0 0 0 0,0 0 0 0 0,0-1 0 0 0,-1 0 0 0 0,14-12 0 0 0,47-31 0 0 0,-59 42 0 0 0,-3 2 0 0 0,1 1-215 0 0,-7 3-963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54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 1068 0 0,'0'0'12249'0'0,"0"6"-10565"0"0,-5 93 4673 0 0,-14 56-1509 0 0,12-109-3615 0 0,-10 108 1995 0 0,13-129-2919 0 0,-3 40-1463 0 0,11-26-3058 0 0,-2-31 2295 0 0,2 6-2676 0 0,0-3-3697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31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76 126 712 0 0,'-10'-20'23634'0'0,"68"180"-18907"0"0,-53-140-12331 0 0,-16-31 5422 0 0,-19-38-348 0 0,19 22 1552 0 0,-1 0-1 0 0,-21-34 1 0 0,20 45 1606 0 0,11 14-382 0 0,1 0 1 0 0,-1 1-1 0 0,0-1 0 0 0,1 0 0 0 0,-1 0 0 0 0,1 0 0 0 0,0 0 0 0 0,0-1 0 0 0,0 1 1 0 0,0 0-1 0 0,0 0 0 0 0,0-1 0 0 0,1 1 0 0 0,-1-1 0 0 0,0-2 0 0 0,2 4-109 0 0,-1 0-1 0 0,1 0 1 0 0,-1-1-1 0 0,1 1 1 0 0,0 0-1 0 0,0 0 0 0 0,-1 0 1 0 0,1 0-1 0 0,0 0 1 0 0,0 0-1 0 0,0 0 1 0 0,0 0-1 0 0,0 0 1 0 0,1 1-1 0 0,-1-1 0 0 0,0 0 1 0 0,0 1-1 0 0,0-1 1 0 0,1 1-1 0 0,-1-1 1 0 0,0 1-1 0 0,0-1 0 0 0,1 1 1 0 0,2 0-1 0 0,47-10 156 0 0,-30 6 183 0 0,13-4 290 0 0,0 2 0 0 0,57-3 1 0 0,-89 9 180 0 0,-2 3-729 0 0,-1 1 0 0 0,0 0 0 0 0,1-1 0 0 0,-2 1 0 0 0,1 0-1 0 0,0-1 1 0 0,-1 0 0 0 0,0 1 0 0 0,1-1 0 0 0,-1 0 0 0 0,-1 0 0 0 0,1 0-1 0 0,0 0 1 0 0,-1 0 0 0 0,-3 3 0 0 0,-53 42 1137 0 0,31-26-622 0 0,17-13-552 0 0,-36 36 768 0 0,44-43-997 0 0,1 1 0 0 0,0 1 0 0 0,0-1 0 0 0,0 0-1 0 0,0 0 1 0 0,0 1 0 0 0,0-1 0 0 0,1 1 0 0 0,0 0 0 0 0,0-1 0 0 0,0 1 0 0 0,0 0-1 0 0,0 7 1 0 0,1-10 23 0 0,0 1-1 0 0,1-1 1 0 0,-1 0-1 0 0,1 0 1 0 0,0 0-1 0 0,-1 0 1 0 0,1 0 0 0 0,0 0-1 0 0,0 0 1 0 0,0 0-1 0 0,-1 0 1 0 0,1 0-1 0 0,0 0 1 0 0,0 0-1 0 0,0 0 1 0 0,0-1-1 0 0,1 1 1 0 0,-1 0-1 0 0,0-1 1 0 0,0 1 0 0 0,0-1-1 0 0,1 1 1 0 0,1-1-1 0 0,35 11-400 0 0,-36-11 409 0 0,59 10-244 0 0,-38-7 229 0 0,-2 1-1 0 0,1 1 0 0 0,0 0 0 0 0,31 13 0 0 0,-52-17 53 0 0,0-1-1 0 0,0 1 0 0 0,-1 0 0 0 0,1 0 0 0 0,0 0 0 0 0,0-1 0 0 0,0 1 0 0 0,0 0 0 0 0,-1 0 0 0 0,1 0 0 0 0,0 0 1 0 0,-1 0-1 0 0,1 0 0 0 0,-1 0 0 0 0,1 0 0 0 0,-1 1 0 0 0,0-1 0 0 0,1 0 0 0 0,-1 0 0 0 0,0 0 0 0 0,0 0 0 0 0,0 1 1 0 0,0-1-1 0 0,0 0 0 0 0,0 0 0 0 0,0 0 0 0 0,0 1 0 0 0,0-1 0 0 0,0 0 0 0 0,-1 0 0 0 0,1 0 0 0 0,-1 0 0 0 0,1 0 0 0 0,-1 0 1 0 0,1 1-1 0 0,-2 0 0 0 0,-1 4 37 0 0,0 0 0 0 0,0-1 0 0 0,0 1 0 0 0,-1-1 0 0 0,-7 7 0 0 0,3-4 18 0 0,0-1 1 0 0,0 0-1 0 0,-1-1 1 0 0,0 0 0 0 0,0 0-1 0 0,-1-1 1 0 0,0 0-1 0 0,1-1 1 0 0,-19 6-1 0 0,-32 4-3163 0 0,-1-4-9171 0 0,58-10 11135 0 0,-11 5-10193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33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0 107 320 0 0,'0'0'17930'0'0,"3"4"-16900"0"0,5 6 50 0 0,0 0-1 0 0,-1 1 0 0 0,0 0 0 0 0,-1 0 1 0 0,0 1-1 0 0,-1 0 0 0 0,7 23 1 0 0,2 13 149 0 0,-14-42-3019 0 0,-6-26 409 0 0,-6-32-2346 0 0,-26-78-3124 0 0,38 129 6893 0 0,-1 0 0 0 0,1-1 0 0 0,0 1 0 0 0,-1 0 0 0 0,1-1 0 0 0,0 1 0 0 0,0-1 1 0 0,0 1-1 0 0,0-1 0 0 0,0 1 0 0 0,0-1 0 0 0,1 1 0 0 0,-1 0 0 0 0,0-1 0 0 0,1 1 0 0 0,-1-1 0 0 0,1 1 0 0 0,-1 0 1 0 0,1-1-1 0 0,0 1 0 0 0,-1 0 0 0 0,1 0 0 0 0,0 0 0 0 0,0 0 0 0 0,0-1 0 0 0,2 0 0 0 0,1-1 106 0 0,0-1 0 0 0,0 2 0 0 0,1-1 0 0 0,-1 0 0 0 0,1 1 0 0 0,-1 0 0 0 0,1 0-1 0 0,6-1 1 0 0,1-1 261 0 0,0 1 0 0 0,0 1 0 0 0,1 0 0 0 0,-1 0 0 0 0,1 2 0 0 0,21 0 0 0 0,-33 0-325 0 0,0 0 0 0 0,1 0 1 0 0,-1 0-1 0 0,0 0 1 0 0,1 0-1 0 0,-1 1 0 0 0,0-1 1 0 0,1 0-1 0 0,-1 1 1 0 0,0-1-1 0 0,0 1 1 0 0,1-1-1 0 0,-1 1 0 0 0,0 0 1 0 0,0-1-1 0 0,0 1 1 0 0,0 0-1 0 0,0 0 0 0 0,0 0 1 0 0,0 0-1 0 0,0 0 1 0 0,0 0-1 0 0,0 0 0 0 0,0 0 1 0 0,-1 0-1 0 0,1 0 1 0 0,0 0-1 0 0,-1 0 1 0 0,1 1-1 0 0,-1-1 0 0 0,1 0 1 0 0,-1 1-1 0 0,0-1 1 0 0,1 0-1 0 0,-1 1 0 0 0,0-1 1 0 0,0 0-1 0 0,0 1 1 0 0,0-1-1 0 0,0 0 0 0 0,0 1 1 0 0,-1-1-1 0 0,1 0 1 0 0,0 1-1 0 0,-1-1 1 0 0,1 0-1 0 0,-1 0 0 0 0,1 1 1 0 0,-1-1-1 0 0,0 0 1 0 0,1 0-1 0 0,-1 0 0 0 0,-1 2 1 0 0,-6 9 384 0 0,0 0 1 0 0,-1 0-1 0 0,-19 19 1 0 0,21-24-231 0 0,-4 6 22 0 0,9-9-187 0 0,-1-1 0 0 0,0 0 0 0 0,0 0 1 0 0,0 0-1 0 0,0 0 0 0 0,0 0 0 0 0,0-1 0 0 0,-6 4 0 0 0,-11 17-762 0 0,22-24 682 0 0,67-29-50 0 0,-63 28 76 0 0,1 1-1 0 0,-1-1 0 0 0,0 1 1 0 0,0 0-1 0 0,1 1 1 0 0,-1 0-1 0 0,0 0 1 0 0,1 0-1 0 0,-1 1 0 0 0,0-1 1 0 0,7 3-1 0 0,-10-2 15 0 0,-1-1 0 0 0,1 1-1 0 0,0 0 1 0 0,-1 1 0 0 0,1-1-1 0 0,-1 0 1 0 0,1 1 0 0 0,-1-1 0 0 0,0 1-1 0 0,1 0 1 0 0,-1 0 0 0 0,0 0-1 0 0,0 0 1 0 0,0 0 0 0 0,-1 0 0 0 0,1 0-1 0 0,0 1 1 0 0,-1-1 0 0 0,0 1-1 0 0,1-1 1 0 0,-1 1 0 0 0,0-1 0 0 0,0 1-1 0 0,-1 0 1 0 0,1 0 0 0 0,0-1-1 0 0,-1 1 1 0 0,0 0 0 0 0,1 0 0 0 0,-1 0-1 0 0,0 0 1 0 0,-1-1 0 0 0,1 1-1 0 0,0 0 1 0 0,-1 0 0 0 0,0 0 0 0 0,-1 3-1 0 0,1-1 7 0 0,0-1-1 0 0,-1 0 0 0 0,0 0 1 0 0,1 0-1 0 0,-1 0 1 0 0,-1 0-1 0 0,1 0 0 0 0,-1 0 1 0 0,1-1-1 0 0,-1 1 1 0 0,0-1-1 0 0,0 0 0 0 0,0 0 1 0 0,-1 0-1 0 0,1 0 0 0 0,-1-1 1 0 0,0 1-1 0 0,0-1 1 0 0,0 0-1 0 0,0 0 0 0 0,0 0 1 0 0,-8 2-1 0 0,9-4-173 0 0,0 0-1 0 0,0 0 0 0 0,-1 0 1 0 0,1 0-1 0 0,0-1 1 0 0,0 1-1 0 0,0-1 1 0 0,0 0-1 0 0,0 0 1 0 0,0 0-1 0 0,0 0 1 0 0,0-1-1 0 0,0 1 0 0 0,0-1 1 0 0,0 0-1 0 0,-3-3 1 0 0,-22-20-4881 0 0,18 15 847 0 0,8 1 80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35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5 392 0 0,'-21'-4'6788'0'0,"11"3"1322"0"0,6 2-7477 0 0,1-1 0 0 0,0 1 0 0 0,-1 0 0 0 0,1 0 0 0 0,0 0 0 0 0,0 1 0 0 0,0-1 0 0 0,-1 1 0 0 0,1-1 0 0 0,1 1 0 0 0,-1 0 0 0 0,0 0 0 0 0,-4 5 0 0 0,3-3-231 0 0,1 0 1 0 0,0 1 0 0 0,0 0 0 0 0,0 0 0 0 0,0 0 0 0 0,1 0 0 0 0,0 0-1 0 0,-3 9 1 0 0,3-8-189 0 0,-2 3 54 0 0,1-1-1 0 0,0 1 1 0 0,1 0 0 0 0,0 0 0 0 0,0 0-1 0 0,1 0 1 0 0,0 0 0 0 0,1 0 0 0 0,0 0-1 0 0,0 0 1 0 0,1 1 0 0 0,0-1-1 0 0,0 0 1 0 0,4 9 0 0 0,-4-13-217 0 0,1 0 0 0 0,1 1 0 0 0,-1-1 0 0 0,1 0 0 0 0,-1 0 0 0 0,2-1 1 0 0,-1 1-1 0 0,0-1 0 0 0,1 1 0 0 0,0-1 0 0 0,0 0 0 0 0,0 0 0 0 0,0-1 0 0 0,1 1 0 0 0,7 4 0 0 0,-8-7-53 0 0,0 1-1 0 0,0 0 1 0 0,0-1-1 0 0,0 0 0 0 0,0 0 1 0 0,1 0-1 0 0,-1-1 1 0 0,0 1-1 0 0,0-1 0 0 0,1 0 1 0 0,-1 0-1 0 0,0-1 0 0 0,0 1 1 0 0,0-1-1 0 0,1 0 1 0 0,-1 0-1 0 0,0 0 0 0 0,0 0 1 0 0,0-1-1 0 0,-1 0 1 0 0,7-3-1 0 0,1-2 3 0 0,0 1 0 0 0,0-1 0 0 0,-1-1 0 0 0,18-17 0 0 0,-24 21 0 0 0,-1 0 0 0 0,0 0 0 0 0,0 0 0 0 0,0 0 0 0 0,0-1 0 0 0,-1 1 0 0 0,0-1 0 0 0,0 0 0 0 0,0 1 0 0 0,0-1 0 0 0,-1 0 0 0 0,0 0 0 0 0,0 0 0 0 0,0 0 0 0 0,-1-9 0 0 0,0 11 0 0 0,0-1 0 0 0,0 1 0 0 0,0 0 0 0 0,-1 0 0 0 0,0 0 0 0 0,0 0 0 0 0,0 0 0 0 0,0 0 0 0 0,0 0 0 0 0,0 0 0 0 0,-1 0 0 0 0,0 0 0 0 0,1 0 0 0 0,-1 1 0 0 0,0-1 0 0 0,0 1 0 0 0,0-1 0 0 0,-5-3 0 0 0,2 3 0 0 0,0 0 0 0 0,0 0 0 0 0,0 0 0 0 0,0 0 0 0 0,-1 1 0 0 0,1 0 0 0 0,-1 0 0 0 0,0 1 0 0 0,1 0 0 0 0,-1 0 0 0 0,0 0 0 0 0,-8 0 0 0 0,-3 1 0 0 0,16 0 0 0 0,0 0 0 0 0,0 0 0 0 0,0 0 0 0 0,0 0 0 0 0,0 0 0 0 0,0 0 0 0 0,0 0 0 0 0,0 0 0 0 0,1 0 0 0 0,-1 1 0 0 0,0-1 0 0 0,0 0 0 0 0,0 1 0 0 0,0-1 0 0 0,0 1 0 0 0,0-1 0 0 0,1 1 0 0 0,-1-1 0 0 0,0 1 0 0 0,0 0 0 0 0,1-1 0 0 0,-1 1 0 0 0,0 0 0 0 0,1-1 0 0 0,-1 1 0 0 0,1 0 0 0 0,-2 1 0 0 0,1 0 0 0 0,-6 7 0 0 0,9 4 0 0 0,-2-10 0 0 0,1-2 0 0 0,-1 0 0 0 0,0 0 0 0 0,1 1 0 0 0,-1-1 0 0 0,1 0 0 0 0,-1 0 0 0 0,1 1 0 0 0,0-1 0 0 0,-1 0 0 0 0,1 0 0 0 0,0 0 0 0 0,0 0 0 0 0,0 0 0 0 0,0 0 0 0 0,0 0 0 0 0,0-1 0 0 0,0 1 0 0 0,0 0 0 0 0,0 0 0 0 0,0-1 0 0 0,1 1 0 0 0,-1-1 0 0 0,0 1 0 0 0,0-1 0 0 0,1 0 0 0 0,-1 1 0 0 0,0-1 0 0 0,1 0 0 0 0,1 0 0 0 0,47 5-2989 0 0,-36-6 899 0 0,0-1 1 0 0,-1-1-1 0 0,1 0 1 0 0,0-1 0 0 0,-1 0-1 0 0,21-10 1 0 0,-27 11 1059 0 0,0 1 1 0 0,0 0-1 0 0,0 1 1 0 0,0-1-1 0 0,0 2 0 0 0,0-1 1 0 0,0 1-1 0 0,10 0 1 0 0,-7 1 1067 0 0,-1 0 0 0 0,1 0 0 0 0,-1 1 1 0 0,1 0-1 0 0,11 5 0 0 0,-18-6 208 0 0,-1 1 1 0 0,0-1-1 0 0,0 1 0 0 0,0 0 0 0 0,0-1 0 0 0,0 1 0 0 0,0 0 1 0 0,0 1-1 0 0,-1-1 0 0 0,1 0 0 0 0,-1 0 0 0 0,1 1 0 0 0,-1-1 0 0 0,0 0 1 0 0,0 1-1 0 0,0 0 0 0 0,0-1 0 0 0,-1 1 0 0 0,1-1 0 0 0,0 1 1 0 0,-1 4-1 0 0,2 66 5976 0 0,-3-51-3490 0 0,0-15-2110 0 0,0 1 0 0 0,0-1 0 0 0,-1 0 0 0 0,0 0 0 0 0,-1 0 0 0 0,1 0-1 0 0,-5 6 1 0 0,6-11-406 0 0,1 12 1052 0 0,0-8-3682 0 0,12-31-15162 0 0,-4 14 13666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36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99 1188 0 0,'-4'0'1256'0'0,"-24"-7"26801"0"0,44 0-27923 0 0,-12 6 1265 0 0,-4 0-1384 0 0,1 1 0 0 0,-1 0 0 0 0,0 0 0 0 0,0 0 1 0 0,0-1-1 0 0,1 1 0 0 0,-1 0 0 0 0,0 0 1 0 0,0 0-1 0 0,1-1 0 0 0,-1 1 0 0 0,0 0 0 0 0,0 0 1 0 0,1 0-1 0 0,-1 0 0 0 0,0 0 0 0 0,1 0 1 0 0,-1 0-1 0 0,0 0 0 0 0,1 0 0 0 0,-1 0 0 0 0,0 0 1 0 0,0 0-1 0 0,1 0 0 0 0,-1 0 0 0 0,0 0 1 0 0,1 0-1 0 0,-1 0 0 0 0,0 0 0 0 0,1 0 0 0 0,-1 0 1 0 0,0 0-1 0 0,0 0 0 0 0,1 1 0 0 0,-1-1 1 0 0,0 0-1 0 0,0 0 0 0 0,1 0 0 0 0,-1 1 0 0 0,0-1 1 0 0,0 0-1 0 0,0 0 0 0 0,1 0 0 0 0,-1 1 1 0 0,0-1-1 0 0,0 1 0 0 0,-3 39 3 0 0,3-34-18 0 0,1 0 0 0 0,-1 0 0 0 0,1-1 0 0 0,0 1 0 0 0,1 0 0 0 0,-1-1 0 0 0,1 1 0 0 0,0-1 0 0 0,1 0 0 0 0,-1 0 0 0 0,1 0 0 0 0,0 0 0 0 0,0 0 0 0 0,1 0 0 0 0,-1-1 0 0 0,1 1 0 0 0,0-1 0 0 0,0 0 0 0 0,1-1 0 0 0,-1 1 0 0 0,1-1 0 0 0,0 1 0 0 0,0-1 0 0 0,0-1 0 0 0,0 1 0 0 0,0-1 0 0 0,1 0 0 0 0,-1 0 0 0 0,1 0 0 0 0,-1-1 0 0 0,1 0 0 0 0,0 0 0 0 0,-1 0 0 0 0,1-1 0 0 0,0 0 0 0 0,0 0 0 0 0,0-1 0 0 0,-1 1 0 0 0,1-1 0 0 0,0 0 0 0 0,-1-1 0 0 0,6-1 0 0 0,0-1 0 0 0,0-1 0 0 0,0 0 0 0 0,-1-1 0 0 0,15-10 0 0 0,-21 13 0 0 0,-1 0 0 0 0,1 0 0 0 0,-1 0 0 0 0,1-1 0 0 0,-1 1 0 0 0,0-1 0 0 0,-1 0 0 0 0,1 0 0 0 0,-1 0 0 0 0,1 0 0 0 0,-1 0 0 0 0,0 0 0 0 0,-1-1 0 0 0,2-4 0 0 0,-2 6 0 0 0,-1 0 0 0 0,1 0 0 0 0,-1 1 0 0 0,0-1 0 0 0,0 0 0 0 0,0 0 0 0 0,0 0 0 0 0,0 1 0 0 0,-1-1 0 0 0,1 0 0 0 0,-1 0 0 0 0,0 0 0 0 0,-1-2 0 0 0,0-2 0 0 0,0 2 0 0 0,0 1 0 0 0,-1-1 0 0 0,0 1 0 0 0,1-1 0 0 0,-1 1 0 0 0,-1 0 0 0 0,1 0 0 0 0,-1 0 0 0 0,1 1 0 0 0,-1-1 0 0 0,0 1 0 0 0,-9-5 0 0 0,2 0 0 0 0,0 1 0 0 0,-1 1 0 0 0,-23-9 0 0 0,11 7 0 0 0,11 6 0 0 0,-4 6 0 0 0,16-4 0 0 0,0 0 1 0 0,0 0-1 0 0,1 0 1 0 0,-1 0-1 0 0,0 0 1 0 0,1 0-1 0 0,-1 0 1 0 0,0 0-1 0 0,1 1 1 0 0,-1-1-1 0 0,0 0 1 0 0,1 0-1 0 0,-1 1 0 0 0,0-1 1 0 0,1 0-1 0 0,-1 1 1 0 0,1-1-1 0 0,-1 1 1 0 0,1-1-1 0 0,-1 1 1 0 0,1-1-1 0 0,-1 1 1 0 0,1-1-1 0 0,-1 1 1 0 0,1-1-1 0 0,-1 1 0 0 0,1-1 1 0 0,0 1-1 0 0,-1 1 1 0 0,-6 10-158 0 0,7-12 5 0 0,-1 1 1 0 0,1-1 0 0 0,-1 1-1 0 0,1 0 1 0 0,0-1 0 0 0,-1 1-1 0 0,1 0 1 0 0,0 0 0 0 0,0-1-1 0 0,0 1 1 0 0,-1 0 0 0 0,1-1-1 0 0,0 1 1 0 0,0 0 0 0 0,0 0-1 0 0,0-1 1 0 0,0 1 0 0 0,0 0-1 0 0,0 0 1 0 0,1-1 0 0 0,-1 1-1 0 0,0 0 1 0 0,0 0 0 0 0,1-1-1 0 0,-1 1 1 0 0,0 0 0 0 0,1-1-1 0 0,-1 1 1 0 0,0 0 0 0 0,1-1-1 0 0,-1 1 1 0 0,1-1 0 0 0,-1 1-1 0 0,1-1 1 0 0,-1 1 0 0 0,1-1-1 0 0,0 1 1 0 0,-1-1 0 0 0,2 1-1 0 0,26 18-12692 0 0,-26-17 10832 0 0,5 2-4574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36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0 340 0 0,'0'0'2328'0'0,"-1"4"6"0"0,0 0-1666 0 0,0 1 0 0 0,1-1-1 0 0,-1 0 1 0 0,1 1-1 0 0,0-1 1 0 0,0 0 0 0 0,0 1-1 0 0,1-1 1 0 0,0 0-1 0 0,-1 0 1 0 0,4 9 0 0 0,23 49 5539 0 0,-20-50-5074 0 0,-2-1 0 0 0,0 1 0 0 0,0 1 0 0 0,5 19 0 0 0,-5-5 497 0 0,-3-21-1375 0 0,-1 1 0 0 0,1 0 1 0 0,-1 0-1 0 0,0-1 0 0 0,-1 1 0 0 0,0 0 0 0 0,0 0 1 0 0,0 0-1 0 0,-1 0 0 0 0,-2 8 0 0 0,3-14-425 0 0,-1 0-1 0 0,1 0 0 0 0,-1-1 0 0 0,1 1 1 0 0,-1 0-1 0 0,0 0 0 0 0,0 0 0 0 0,0 0 0 0 0,1-1 1 0 0,-1 1-1 0 0,0 0 0 0 0,0-1 0 0 0,0 1 1 0 0,0-1-1 0 0,0 1 0 0 0,-1 0 0 0 0,-3-1-5066 0 0,-13-8-11058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6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1564 0 0,'0'0'1824'0'0,"0"18"3423"0"0,0-4 1387 0 0,1-3-5444 0 0,0 0 0 0 0,1 0 0 0 0,1-1 0 0 0,0 1 0 0 0,0 0 0 0 0,9 18 0 0 0,-2-4 325 0 0,-8-19-1090 0 0,0-1-1 0 0,0 1 1 0 0,1-1-1 0 0,-1 1 1 0 0,1-1-1 0 0,0 0 1 0 0,1 0-1 0 0,-1 0 1 0 0,1-1-1 0 0,0 1 1 0 0,9 7 1669 0 0,8-26-1556 0 0,-20 11-508 0 0,1 1 0 0 0,0-1 0 0 0,-1 0 0 0 0,0 1 0 0 0,0-1 0 0 0,0 0 0 0 0,0 0 1 0 0,0 0-1 0 0,0 0 0 0 0,0-6 0 0 0,1 0-10 0 0,37-160-20 0 0,-27 137 0 0 0,-7 22-105 0 0,-4 8-511 0 0,-11 26-7740 0 0,4-12 4211 0 0,3 0-3432 0 0,3-2 849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7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44 0 0,'0'0'3305'0'0,"-6"13"-591"0"0,3-7 1107 0 0,2 0-2942 0 0,0 0 0 0 0,1 0 0 0 0,-1 1 0 0 0,1-1 0 0 0,0 0 0 0 0,1 0 0 0 0,0 0 0 0 0,0 0 0 0 0,2 8 1 0 0,-2-11-643 0 0,0 1 1 0 0,0-1-1 0 0,0 1 0 0 0,0-1 1 0 0,1 0-1 0 0,-1 0 1 0 0,1 1-1 0 0,0-1 1 0 0,0 0-1 0 0,1-1 1 0 0,-1 1-1 0 0,0 0 1 0 0,1-1-1 0 0,0 1 1 0 0,-1-1-1 0 0,1 0 1 0 0,6 4-1 0 0,-4-5-187 0 0,0 0 0 0 0,-1 0 0 0 0,1 0-1 0 0,0-1 1 0 0,-1 1 0 0 0,1-1 0 0 0,0 0-1 0 0,0-1 1 0 0,-1 1 0 0 0,1-1-1 0 0,0 0 1 0 0,-1 0 0 0 0,1-1 0 0 0,-1 1-1 0 0,1-1 1 0 0,-1 0 0 0 0,0 0-1 0 0,5-3 1 0 0,7-4-233 0 0,-2-1 0 0 0,1 0 0 0 0,18-17-1 0 0,-29 24 257 0 0,-1-1 0 0 0,1 1-1 0 0,-1-1 1 0 0,1 1-1 0 0,-1-1 1 0 0,0 0-1 0 0,0 0 1 0 0,-1 0-1 0 0,1-1 1 0 0,-1 1-1 0 0,0-1 1 0 0,3-8-1 0 0,-5 12-29 0 0,0 1 1 0 0,0 0-1 0 0,0-1 0 0 0,0 1 0 0 0,0 0 1 0 0,0-1-1 0 0,0 1 0 0 0,0 0 0 0 0,0-1 1 0 0,0 1-1 0 0,0 0 0 0 0,-1-1 0 0 0,1 1 1 0 0,0 0-1 0 0,0 0 0 0 0,0-1 1 0 0,0 1-1 0 0,-1 0 0 0 0,1 0 0 0 0,0-1 1 0 0,0 1-1 0 0,0 0 0 0 0,-1 0 0 0 0,1 0 1 0 0,0-1-1 0 0,-1 1 0 0 0,1 0 0 0 0,0 0 1 0 0,0 0-1 0 0,-1 0 0 0 0,1 0 0 0 0,0 0 1 0 0,-1-1-1 0 0,1 1 0 0 0,0 0 0 0 0,-1 0 1 0 0,1 0-1 0 0,0 0 0 0 0,-1 0 0 0 0,1 0 1 0 0,0 0-1 0 0,0 0 0 0 0,-1 0 0 0 0,1 1 1 0 0,0-1-1 0 0,-1 0 0 0 0,-2 1 30 0 0,0 0 1 0 0,1 1-1 0 0,-1-1 0 0 0,1 1 0 0 0,-1 0 1 0 0,1 0-1 0 0,-1 0 0 0 0,1 0 1 0 0,0 0-1 0 0,0 0 0 0 0,0 1 0 0 0,0-1 1 0 0,0 1-1 0 0,1-1 0 0 0,-1 1 1 0 0,1-1-1 0 0,0 1 0 0 0,0 0 0 0 0,0 0 1 0 0,0 0-1 0 0,0 0 0 0 0,0 0 1 0 0,0 4-1 0 0,0 19 354 0 0,0-21-343 0 0,0 0 0 0 0,1 1 0 0 0,0-1 0 0 0,0 0 0 0 0,0 0 0 0 0,1 1 0 0 0,0-1 0 0 0,0 0 0 0 0,0 0 0 0 0,4 10 0 0 0,3 2 154 0 0,0 0 0 0 0,2 0 0 0 0,0-1 0 0 0,1 0 0 0 0,1 0-1 0 0,15 15 1 0 0,-26-29-180 0 0,-1 0-1 0 0,1 0 0 0 0,-1 1 1 0 0,0-1-1 0 0,0 0 0 0 0,0 0 1 0 0,0 1-1 0 0,0-1 0 0 0,0 0 1 0 0,0 0-1 0 0,-1 1 0 0 0,0 2 1 0 0,0-4-37 0 0,0 1 15 0 0,0-1 0 0 0,0 1 0 0 0,0 0 1 0 0,-1-1-1 0 0,1 1 0 0 0,0-1 0 0 0,-1 0 1 0 0,1 1-1 0 0,-1-1 0 0 0,0 0 1 0 0,1 0-1 0 0,-1 0 0 0 0,0 0 0 0 0,0 0 1 0 0,0 0-1 0 0,0-1 0 0 0,0 1 1 0 0,0 0-1 0 0,0-1 0 0 0,0 0 0 0 0,0 1 1 0 0,0-1-1 0 0,0 0 0 0 0,0 0 1 0 0,0 0-1 0 0,0-1 0 0 0,0 1 0 0 0,0 0 1 0 0,-3-2-1 0 0,1 2-97 0 0,0-1-1 0 0,-1 0 1 0 0,1 0 0 0 0,0 0 0 0 0,0 0-1 0 0,0-1 1 0 0,1 1 0 0 0,-1-1 0 0 0,0 0-1 0 0,1 0 1 0 0,-1-1 0 0 0,1 1-1 0 0,0-1 1 0 0,-1 0 0 0 0,1 1 0 0 0,1-1-1 0 0,-1-1 1 0 0,0 1 0 0 0,1 0-1 0 0,-1-1 1 0 0,1 1 0 0 0,-2-5 0 0 0,3 4-367 0 0,-1 0 0 0 0,1 0 0 0 0,0-1 0 0 0,0 1 0 0 0,0 0 1 0 0,1 0-1 0 0,0-1 0 0 0,0 1 0 0 0,0 0 0 0 0,0-1 0 0 0,0 1 1 0 0,1 0-1 0 0,0 0 0 0 0,0-1 0 0 0,0 1 0 0 0,0 0 0 0 0,1 0 1 0 0,0 0-1 0 0,0 0 0 0 0,0 0 0 0 0,3-4 0 0 0,3-4-2435 0 0,-3 3-771 0 0,0 2-1773 0 0,2-2-242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7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58 1392 0 0,'-9'-11'20477'0'0,"10"10"-19817"0"0,62-27 2812 0 0,5 10-4205 0 0,-66 18 37 0 0,13 0-582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7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51 244 0 0,'-6'12'21887'0'0,"88"-35"-17230"0"0,-48 8-5913 0 0,3-1-4459 0 0,-17 8-4715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8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22 1148 0 0,'-5'0'1794'0'0,"3"0"-2744"0"0,-4-1 1784 0 0,-31 3 11020 0 0,35-1-10510 0 0,-27 19 4274 0 0,10 5-2296 0 0,19-22-3136 0 0,-1 0-1 0 0,0 0 0 0 0,1 0 1 0 0,0 0-1 0 0,0 0 0 0 0,0 0 1 0 0,0 0-1 0 0,0 0 0 0 0,0 0 1 0 0,1 0-1 0 0,-1 0 0 0 0,1 0 1 0 0,0 0-1 0 0,0-1 0 0 0,0 1 1 0 0,0 0-1 0 0,1-1 0 0 0,-1 1 1 0 0,1 0-1 0 0,2 2 0 0 0,-2-3-135 0 0,1 1 0 0 0,0-1-1 0 0,0 1 1 0 0,0-1 0 0 0,1 0 0 0 0,-1 0-1 0 0,0 0 1 0 0,1-1 0 0 0,0 1 0 0 0,-1-1-1 0 0,1 0 1 0 0,0 0 0 0 0,-1 0 0 0 0,1 0-1 0 0,6 0 1 0 0,6 0-53 0 0,0-1 1 0 0,-1 0-1 0 0,1-1 0 0 0,0 0 1 0 0,0-2-1 0 0,-1 0 0 0 0,0 0 1 0 0,1-2-1 0 0,-1 0 0 0 0,-1 0 1 0 0,1-1-1 0 0,15-10 0 0 0,-28 15 33 0 0,-1 1-1 0 0,0-1 0 0 0,0 0 0 0 0,0 0 1 0 0,0 0-1 0 0,0 1 0 0 0,0-1 1 0 0,0 0-1 0 0,-1 0 0 0 0,1 0 0 0 0,0 0 1 0 0,0 0-1 0 0,-1-1 0 0 0,1 1 0 0 0,0 0 1 0 0,-1 0-1 0 0,0 0 0 0 0,1 0 0 0 0,-1-1 1 0 0,0 1-1 0 0,1 0 0 0 0,-1-1 1 0 0,0 1-1 0 0,0 0 0 0 0,0 0 0 0 0,0-1 1 0 0,0 1-1 0 0,0 0 0 0 0,0-1 0 0 0,-1 1 1 0 0,1 0-1 0 0,0 0 0 0 0,-1-1 1 0 0,1 1-1 0 0,-1 0 0 0 0,0 0 0 0 0,1 0 1 0 0,-1 0-1 0 0,0 0 0 0 0,1 0 0 0 0,-1 0 1 0 0,-2-2-1 0 0,0-1 67 0 0,0 1 0 0 0,-1-1 0 0 0,1 1 0 0 0,-1-1-1 0 0,0 1 1 0 0,0 0 0 0 0,0 1 0 0 0,-1-1 0 0 0,1 1 0 0 0,-6-3 0 0 0,-10 0 65 0 0,0 0 1 0 0,-1 1-1 0 0,-33-2 0 0 0,4 3-3922 0 0,22 1-2509 0 0,1 0-4207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34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2317 0 620 0 0,'0'0'10927'0'0,"-6"2"-8963"0"0,-4 0-803 0 0,-1 1-1 0 0,1 1 1 0 0,-1 0 0 0 0,1 0-1 0 0,1 1 1 0 0,-13 8-1 0 0,-12 12 1362 0 0,-44 42-1 0 0,-74 93 718 0 0,149-157-3193 0 0,-44 49 636 0 0,-282 295 1440 0 0,76-98-2122 0 0,-292 278 0 0 0,476-457 0 0 0,-97 130 0 0 0,72-81 0 0 0,90-112 0 0 0,4-1 0 0 0,-28 34 0 0 0,22-31 0 0 0,-1-2 0 0 0,-29 58 0 0 0,4-16 0 0 0,26-38 0 0 0,1-2 0 0 0,3 1 0 0 0,1-7 0 0 0,0-1 0 0 0,0 0 0 0 0,0 1 0 0 0,0-1 0 0 0,-1 0 0 0 0,1 1 0 0 0,0-1 0 0 0,-1 0 0 0 0,0 0 0 0 0,1 0 0 0 0,-1-1 0 0 0,0 1 0 0 0,0 0 0 0 0,0-1 0 0 0,0 1 0 0 0,0-1 0 0 0,-1 0 0 0 0,-3 3 0 0 0,-2 0 0 0 0,-96 76 0 0 0,74-59 0 0 0,-44 41 0 0 0,35-28 0 0 0,31-23 0 0 0,6-7 0 0 0,-20 8 0 0 0,12-7-143 0 0,23-13-1668 0 0,-1-10-1104 0 0,-8 6-1668 0 0,-3-3-4059 0 0,-1 1 394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35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6 292 0 0,'3'-5'17152'0'0,"0"10"-16688"0"0,-1 0-1 0 0,1 0 0 0 0,-1 0 1 0 0,-1 1-1 0 0,1-1 1 0 0,-1 1-1 0 0,0-1 0 0 0,0 1 1 0 0,0-1-1 0 0,-1 1 1 0 0,0 0-1 0 0,-1 10 0 0 0,-13 81 3347 0 0,8-62-2624 0 0,2-17-384 0 0,0 0 0 0 0,-12 28 0 0 0,-4 15 1021 0 0,13-44-1746 0 0,5-13-77 0 0,0 0 0 0 0,0 0 0 0 0,1 0-1 0 0,0 0 1 0 0,0 0 0 0 0,0 1 0 0 0,0-1-1 0 0,0 0 1 0 0,1 1 0 0 0,0-1 0 0 0,0 0-1 0 0,1 6 1 0 0,1 2 0 0 0,9-5 0 0 0,8-6 0 0 0,5-6 0 0 0,0 0 0 0 0,0-2 0 0 0,27-11 0 0 0,-26 9 0 0 0,0 1 0 0 0,43-9 0 0 0,-66 17 0 0 0,19-3 0 0 0,0-5 0 0 0,-9 8 0 0 0,-1 9 0 0 0,-11 7 0 0 0,-5 1 0 0 0,-5 7-357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35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1504 0 0,'0'0'17075'0'0,"-5"4"-15813"0"0,4-3-1236 0 0,-3 2 371 0 0,-1 0-1 0 0,1 0 1 0 0,0 0-1 0 0,0 1 1 0 0,0 0-1 0 0,1 0 1 0 0,-1 0-1 0 0,1 0 0 0 0,0 1 1 0 0,0-1-1 0 0,1 1 1 0 0,-1 0-1 0 0,-2 6 1 0 0,4-2 204 0 0,-2 3 99 0 0,1 1 1 0 0,0 0-1 0 0,1-1 0 0 0,1 1 0 0 0,1 17 1 0 0,-1-27-634 0 0,0 0-1 0 0,1-1 1 0 0,-1 1 0 0 0,1 0 0 0 0,0-1 0 0 0,0 1 0 0 0,0 0 0 0 0,0-1 0 0 0,0 1 0 0 0,1-1 0 0 0,-1 1 0 0 0,1-1 0 0 0,0 0-1 0 0,-1 0 1 0 0,1 0 0 0 0,0 0 0 0 0,0 0 0 0 0,1 0 0 0 0,-1 0 0 0 0,0-1 0 0 0,0 1 0 0 0,1-1 0 0 0,-1 0 0 0 0,1 1 0 0 0,-1-1 0 0 0,1 0-1 0 0,0-1 1 0 0,-1 1 0 0 0,1 0 0 0 0,0-1 0 0 0,0 1 0 0 0,2-1 0 0 0,5 0-21 0 0,0 0 0 0 0,0-1 0 0 0,0 0 0 0 0,0 0-1 0 0,0-1 1 0 0,0-1 0 0 0,14-5 0 0 0,-18 6-48 0 0,0 0 0 0 0,0-1 0 0 0,0 1 0 0 0,0-2 0 0 0,-1 1 0 0 0,0 0 0 0 0,1-1 0 0 0,-1 0-1 0 0,0 0 1 0 0,-1-1 0 0 0,1 1 0 0 0,-1-1 0 0 0,4-6 0 0 0,-7 10 2 0 0,0-1 0 0 0,0 0 0 0 0,0 1 0 0 0,0-1 0 0 0,0 0 0 0 0,0 0 0 0 0,-1 0 0 0 0,1 0 0 0 0,-1 0 0 0 0,0 0 0 0 0,1 0 0 0 0,-1 0 0 0 0,0 0 0 0 0,0 0 0 0 0,0 0 0 0 0,0 0 0 0 0,0 0 0 0 0,-1 1 0 0 0,1-1 0 0 0,-1 0 0 0 0,1 0 0 0 0,-1 0 0 0 0,0 0 0 0 0,0 0 0 0 0,0 1 0 0 0,0-1 0 0 0,0 0 0 0 0,0 0 0 0 0,0 1 0 0 0,0-1 0 0 0,-1 1 0 0 0,1 0 0 0 0,0-1 0 0 0,-1 1 0 0 0,1 0 0 0 0,-1 0 0 0 0,0-1 0 0 0,1 1 0 0 0,-1 1 0 0 0,0-1 0 0 0,0 0 0 0 0,0 0 0 0 0,0 1 0 0 0,0-1 0 0 0,-3 0 0 0 0,-12-4 0 0 0,-3 1 0 0 0,-36 10 0 0 0,38-3 0 0 0,4-1 0 0 0,4-1-24 0 0,16-2-169 0 0,35-6-5073 0 0,-15-5-9236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36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0 808 0 0,'2'1'641'0'0,"0"0"-1"0"0,-1 0 1 0 0,1 0 0 0 0,-1 0-1 0 0,1 0 1 0 0,-1 1 0 0 0,0-1-1 0 0,1 0 1 0 0,-1 1 0 0 0,0-1-1 0 0,0 1 1 0 0,0-1 0 0 0,0 1-1 0 0,0 0 1 0 0,0-1-1 0 0,1 4 1 0 0,9 37 6482 0 0,0-5-3402 0 0,-5-23-2555 0 0,-3-6-276 0 0,0-1-1 0 0,0 1 1 0 0,1-1 0 0 0,0 0-1 0 0,1-1 1 0 0,9 12 0 0 0,-13-14-512 0 0,-1 3-203 0 0,0-5-336 0 0,2-2-474 0 0,-1 1 572 0 0,-1-1-1 0 0,0 0 0 0 0,1 0 1 0 0,-1 0-1 0 0,0 0 0 0 0,0 0 1 0 0,1 0-1 0 0,-1 1 0 0 0,0-1 1 0 0,1 0-1 0 0,-1 0 0 0 0,0 0 1 0 0,1 0-1 0 0,-1 0 0 0 0,0 0 1 0 0,1 0-1 0 0,-1 0 0 0 0,0 0 1 0 0,1 0-1 0 0,-1-1 0 0 0,0 1 1 0 0,1 0-1 0 0,-1 0 0 0 0,0 0 1 0 0,1 0-1 0 0,-1 0 0 0 0,0-1 1 0 0,0 1-1 0 0,1 0 0 0 0,-1 0 1 0 0,0 0-1 0 0,0-1 0 0 0,1 1 1 0 0,-1 0-1 0 0,0 0 0 0 0,1-1 1 0 0,0-5-716 0 0,-1 1 1 0 0,1-1 0 0 0,-1 1 0 0 0,0-1 0 0 0,0 1 0 0 0,-1-1 0 0 0,1 1 0 0 0,-1-1 0 0 0,-1 1 0 0 0,1-1 0 0 0,-4-8 0 0 0,-2-10-7553 0 0,1 10 2892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36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4 125 1756 0 0,'-1'-1'327'0'0,"1"0"-1"0"0,-1-1 0 0 0,1 1 1 0 0,-1 0-1 0 0,1 0 0 0 0,0-1 1 0 0,-1 1-1 0 0,1 0 0 0 0,0-1 1 0 0,0 1-1 0 0,0-1 0 0 0,0 1 1 0 0,0 0-1 0 0,1-1 1 0 0,-1 1-1 0 0,0 0 0 0 0,1 0 1 0 0,-1-1-1 0 0,0 1 0 0 0,1 0 1 0 0,0 0-1 0 0,-1-1 0 0 0,1 1 1 0 0,0 0-1 0 0,-1 0 1 0 0,1 0-1 0 0,0 0 0 0 0,0 0 1 0 0,0 0-1 0 0,0 0 0 0 0,0 0 1 0 0,0 0-1 0 0,0 1 0 0 0,0-1 1 0 0,1 0-1 0 0,-1 1 0 0 0,1-1 1 0 0,65-35 4032 0 0,-34 19-1670 0 0,-26 13-2142 0 0,0 1 0 0 0,0-1 1 0 0,1 1-1 0 0,-1 0 0 0 0,1 1 0 0 0,10-3 0 0 0,-9 3 1196 0 0,8-1 608 0 0,-17 4-2329 0 0,1-1 1 0 0,-1 0-1 0 0,1 0 0 0 0,-1 1 0 0 0,1-1 0 0 0,-1 0 1 0 0,0 1-1 0 0,1-1 0 0 0,-1 1 0 0 0,0-1 0 0 0,1 0 1 0 0,-1 1-1 0 0,0-1 0 0 0,0 1 0 0 0,1-1 0 0 0,-1 1 0 0 0,0-1 1 0 0,0 1-1 0 0,0-1 0 0 0,0 1 0 0 0,1-1 0 0 0,-1 1 1 0 0,0-1-1 0 0,0 1 0 0 0,0-1 0 0 0,0 1 0 0 0,0-1 1 0 0,0 1-1 0 0,-1-1 0 0 0,1 1 0 0 0,0-1 0 0 0,0 1 1 0 0,0-1-1 0 0,0 1 0 0 0,-1-1 0 0 0,1 1 0 0 0,-4 14 483 0 0,-1 0-1 0 0,-1 0 0 0 0,0-1 1 0 0,-10 17-1 0 0,4-9-406 0 0,2 0 0 0 0,-10 29 0 0 0,19-40-98 0 0,2 3 0 0 0,6-3 0 0 0,7-9 0 0 0,-10-2-81 0 0,1 0 0 0 0,-1 0 0 0 0,0-1 0 0 0,1 0 0 0 0,-1 0 0 0 0,0 0 0 0 0,0 0 0 0 0,0-1 0 0 0,1 1 0 0 0,-1-1 0 0 0,7-5 1 0 0,4-1-1510 0 0,26-14-3709 0 0,-26 10-915 0 0,-6 5-943 0 0,0-1 669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36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1 764 0 0,'-2'1'24792'0'0,"1"2"-22932"0"0,-5 6-5149 0 0,5-5 5303 0 0,-2 1-1201 0 0,1 1 0 0 0,0 0-1 0 0,0 0 1 0 0,0 1 0 0 0,1-1 0 0 0,0 0-1 0 0,-1 13 1 0 0,4-8-699 0 0,5 3-104 0 0,3 3-10 0 0,-2-11 0 0 0,-2-4 0 0 0,7 1 0 0 0,5-1 0 0 0,-1-1 0 0 0,1-1 0 0 0,-3 2 0 0 0,-14-2-9 0 0,-1 0 1 0 0,1 0-1 0 0,0 1 1 0 0,0-1-1 0 0,-1 0 0 0 0,1 0 1 0 0,0 1-1 0 0,-1-1 1 0 0,1 1-1 0 0,-1-1 0 0 0,1 0 1 0 0,0 1-1 0 0,-1-1 1 0 0,1 1-1 0 0,-1-1 0 0 0,1 1 1 0 0,-1 0-1 0 0,1-1 1 0 0,-1 1-1 0 0,0-1 0 0 0,1 1 1 0 0,-1 0-1 0 0,0-1 1 0 0,1 1-1 0 0,-1 0 0 0 0,0 0 1 0 0,0-1-1 0 0,0 1 1 0 0,0 0-1 0 0,0 0 0 0 0,0-1 1 0 0,0 1-1 0 0,0 0 0 0 0,0 0 1 0 0,0-1-1 0 0,0 1 1 0 0,0 0-1 0 0,0-1 0 0 0,0 1 1 0 0,-1 0-1 0 0,1 0 1 0 0,0-1-1 0 0,-1 1 0 0 0,1 0 1 0 0,0-1-1 0 0,-1 1 1 0 0,0 0-1 0 0,-14 20-1304 0 0,7-13-55 0 0,0 0 0 0 0,-1 0 0 0 0,-15 10 1 0 0,-3-7-3663 0 0,-4-11-5600 0 0,17-4 5056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36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0 241 1216 0 0,'0'-5'641'0'0,"0"0"1"0"0,1 0-1 0 0,-1 1 0 0 0,1-1 0 0 0,0 0 1 0 0,0 0-1 0 0,0 1 0 0 0,1-1 0 0 0,0 1 1 0 0,0 0-1 0 0,0-1 0 0 0,0 1 1 0 0,1 0-1 0 0,-1 0 0 0 0,1 0 0 0 0,0 0 1 0 0,1 1-1 0 0,6-7 0 0 0,2 2 925 0 0,0-1 0 0 0,1 2 1 0 0,0 0-1 0 0,23-10 0 0 0,-23 12-1142 0 0,0-1-1 0 0,0 0 1 0 0,-1-1 0 0 0,0 0 0 0 0,11-10 0 0 0,12-8-1018 0 0,-15 11-1445 0 0,-2-2-3536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0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69 36 0 0,'0'0'21503'0'0,"0"40"-17460"0"0,0-37-3950 0 0,0 16 1229 0 0,-1 0 0 0 0,-4 29 0 0 0,4-41-976 0 0,0 0 1 0 0,1 0 0 0 0,0 0 0 0 0,0-1-1 0 0,0 1 1 0 0,4 13 0 0 0,0 16 352 0 0,-5-22-699 0 0,-3 4 0 0 0,8-3 0 0 0,0-26 0 0 0,-1 1 0 0 0,1-1 0 0 0,-1 0 0 0 0,1-12 0 0 0,-2-4 0 0 0,1 0 0 0 0,1 1 0 0 0,13-47 0 0 0,-11 49 0 0 0,-5 20 0 0 0,0 0 0 0 0,0 0 0 0 0,1 0 0 0 0,-1 1 0 0 0,1-1 0 0 0,0 0 0 0 0,0 1 0 0 0,0-1 0 0 0,0 1 0 0 0,5-6 0 0 0,1 0 0 0 0,-3 1 0 0 0,4-2 0 0 0,24-7 0 0 0,-31 16 0 0 0,10-4 0 0 0,2 2 0 0 0,3 10 0 0 0,-15-5 0 0 0,0 0 0 0 0,0-1 0 0 0,0 1 0 0 0,0 1 0 0 0,0-1 0 0 0,-1 0 0 0 0,1 0 0 0 0,-1 1 0 0 0,1-1 0 0 0,-1 1 0 0 0,0-1 0 0 0,0 1 0 0 0,0-1 0 0 0,0 4 0 0 0,8 45 0 0 0,-4-25 0 0 0,-4 10 0 0 0,-1-27 0 0 0,0-1 0 0 0,0 0 0 0 0,1 0 0 0 0,0 1 0 0 0,3 12 0 0 0,2-9 0 0 0,0 2 0 0 0,-3-3 0 0 0,6-1 0 0 0,-1-3 0 0 0,4-3 0 0 0,3-3-187 0 0,-12-1-841 0 0,1-8-5306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0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58 1272 0 0,'-4'-4'29209'0'0,"17"2"-26379"0"0,15-1-3419 0 0,9 0-1497 0 0,-18 0 4217 0 0,109-32-2131 0 0,-118 32 0 0 0,2 0 0 0 0,3 2-301 0 0,-12 1-1288 0 0,-30 19-16296 0 0,18-13 10582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3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1552 0 0,'0'0'30893'0'0,"0"5"-30605"0"0,-1 4-285 0 0,1-1 0 0 0,0 1-1 0 0,1-1 1 0 0,0 1 0 0 0,0-1 0 0 0,1 0-1 0 0,0 0 1 0 0,0 1 0 0 0,1-1 0 0 0,0 0-1 0 0,6 10 1 0 0,1 6-2 0 0,14 20-1 0 0,-19-33 0 0 0,2-2 0 0 0,5-2 0 0 0,-11-7 0 0 0,-1 1 0 0 0,1 0 0 0 0,0-1 0 0 0,0 0 0 0 0,0 1 0 0 0,0-1 0 0 0,0 0 0 0 0,0 1 0 0 0,0-1 0 0 0,0 0 0 0 0,1 0 0 0 0,-1 0 0 0 0,0 0 0 0 0,0 0 0 0 0,0 0 0 0 0,0 0 0 0 0,0 0 0 0 0,0 0 0 0 0,0-1 0 0 0,0 1 0 0 0,0 0 0 0 0,0-1 0 0 0,0 1 0 0 0,0-1 0 0 0,0 1 0 0 0,0-1 0 0 0,0 1 0 0 0,-1-1 0 0 0,1 0 0 0 0,0 1 0 0 0,0-1 0 0 0,0 0 0 0 0,0-1 0 0 0,-1 2 0 0 0,8-7 0 0 0,0 0 0 0 0,-1-1 0 0 0,0 0 0 0 0,0 0 0 0 0,-1 0 0 0 0,0-1 0 0 0,0 0 0 0 0,-1 0 0 0 0,0 0 0 0 0,-1-1 0 0 0,4-10 0 0 0,6-12 0 0 0,-2 0 0 0 0,-8 17 0 0 0,-2 3 0 0 0,3 0 0 0 0,-3 1 0 0 0,2 4-399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4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 88 0 0,'0'0'32103'0'0,"-4"1"-31614"0"0,3-1-486 0 0,0 0-1 0 0,0 0 0 0 0,0 0 0 0 0,0 1 0 0 0,0-1 0 0 0,0 0 1 0 0,0 1-1 0 0,0-1 0 0 0,1 0 0 0 0,-1 1 0 0 0,0-1 1 0 0,0 1-1 0 0,0 0 0 0 0,0-1 0 0 0,1 1 0 0 0,-1-1 1 0 0,0 1-1 0 0,0 0 0 0 0,1 0 0 0 0,-1 0 0 0 0,1-1 1 0 0,-1 1-1 0 0,1 0 0 0 0,-1 0 0 0 0,1 0 0 0 0,-1 0 1 0 0,1 0-1 0 0,0 0 0 0 0,-1 0 0 0 0,1 0 0 0 0,0 0 1 0 0,0 0-1 0 0,0 0 0 0 0,0 0 0 0 0,0 0 0 0 0,0 1 1 0 0,0 5 2 0 0,-38 66-5 0 0,34-60 0 0 0,2-4 0 0 0,-4 1 0 0 0,2 2 0 0 0,3-3-47 0 0,1-7-393 0 0,-7-17-9229 0 0,3 3 7509 0 0,0 1-1 0 0,1 0 1 0 0,-3-20 0 0 0,-4 12 1024 0 0,9 18 1157 0 0,0 0 0 0 0,0 0 0 0 0,0 0 0 0 0,0-1 0 0 0,1 1-1 0 0,-1 0 1 0 0,0-1 0 0 0,0 1 0 0 0,1 0 0 0 0,-1-1 0 0 0,1 1 0 0 0,0-1 0 0 0,-1-2 0 0 0,-1-6 3709 0 0,1 4 1141 0 0,4-3 2304 0 0,2 12-6096 0 0,84 47 1706 0 0,-78-39-2785 0 0,3-2 0 0 0,60 19 0 0 0,-62-23 0 0 0,-1 0 0 0 0,-6 2-147 0 0,-4-5-786 0 0,-13-29-25290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5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28 816 0 0,'0'0'1996'0'0,"-4"0"3"0"0,-24-7 19004 0 0,134-4-17820 0 0,-53 3-3111 0 0,-51 7-320 0 0,8 1-538 0 0,-21 21-11549 0 0,-2-8 4268 0 0,3-3 3774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5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5725 0 0,'-10'12'115'0'0,"-21"14"2933"0"0,28-24-2202 0 0,-4 6 3670 0 0,7-8-4393 0 0,0 0 1 0 0,0 0-1 0 0,-1 0 0 0 0,1 0 0 0 0,0 0 1 0 0,0 0-1 0 0,0 0 0 0 0,0 1 0 0 0,-1-1 1 0 0,1 0-1 0 0,0 0 0 0 0,0 0 0 0 0,0 0 0 0 0,0 0 1 0 0,0 1-1 0 0,0-1 0 0 0,-1 0 0 0 0,1 0 1 0 0,0 0-1 0 0,0 0 0 0 0,0 1 0 0 0,0-1 1 0 0,0 0-1 0 0,0 0 0 0 0,0 0 0 0 0,0 1 0 0 0,0-1 1 0 0,0 0-1 0 0,0 0 0 0 0,0 0 0 0 0,0 1 1 0 0,0-1-1 0 0,0 0 0 0 0,0 0 0 0 0,0 0 1 0 0,0 0-1 0 0,0 1 0 0 0,0-1 0 0 0,0 0 0 0 0,0 0 1 0 0,1 0-1 0 0,-1 1 0 0 0,0-1 0 0 0,0 0 1 0 0,0 0-1 0 0,0 0 0 0 0,0 0 0 0 0,0 0 0 0 0,1 1 1 0 0,-1-1-1 0 0,0 0 0 0 0,0 0 0 0 0,0 0 1 0 0,0 0-1 0 0,1 0 0 0 0,-1 0 0 0 0,0 0 1 0 0,0 0-1 0 0,1 0 0 0 0,20 2 759 0 0,-16-2-23 0 0,28-8 2310 0 0,74-16 709 0 0,-105 24-3941 0 0,1 0 2245 0 0,6 1-4537 0 0,24 5-15534 0 0,-30-5 13679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5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4 1496 0 0,'-11'-4'31157'0'0,"14"25"-31067"0"0,-1-1-85 0 0,2-1 0 0 0,0 1-1 0 0,1-1 1 0 0,14 34 0 0 0,-14-38-5 0 0,-3-1 0 0 0,3-4 0 0 0,-3 2 0 0 0,1-4-158 0 0,-2-6-711 0 0,-19-13-8877 0 0,13 9 6049 0 0,-16 0-9972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50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56 804 0 0,'-12'-2'25701'0'0,"24"-6"-25425"0"0,0 0-1 0 0,1 1 1 0 0,20-9 0 0 0,-26 13-158 0 0,-1 1 0 0 0,1 0 1 0 0,0 0-1 0 0,-1 0 1 0 0,1 1-1 0 0,0 0 0 0 0,0 0 1 0 0,0 1-1 0 0,0 0 1 0 0,8 0-1 0 0,-15 1-70 0 0,1-1 0 0 0,0 0-1 0 0,0 0 1 0 0,-1 1 0 0 0,1-1 0 0 0,0 0 0 0 0,-1 1-1 0 0,1-1 1 0 0,0 1 0 0 0,-1-1 0 0 0,1 1 0 0 0,-1-1 0 0 0,1 1-1 0 0,-1 0 1 0 0,1-1 0 0 0,-1 1 0 0 0,1-1 0 0 0,-1 1-1 0 0,0 0 1 0 0,1 0 0 0 0,-1-1 0 0 0,0 1 0 0 0,0 0 0 0 0,1-1-1 0 0,-1 1 1 0 0,0 0 0 0 0,0 0 0 0 0,0 0 0 0 0,0-1-1 0 0,0 1 1 0 0,0 0 0 0 0,0 0 0 0 0,0 0 0 0 0,-5 22 564 0 0,-8 7 501 0 0,4-10-944 0 0,0 0-1 0 0,-17 27 1 0 0,-10 21-169 0 0,31-56 0 0 0,12-2 0 0 0,11-9 0 0 0,-6-4 0 0 0,-1 0 0 0 0,1-1 0 0 0,-1 0 0 0 0,17-9 0 0 0,2 0 0 0 0,52-24 0 0 0,-73 34-103 0 0,-7 3-574 0 0,12-4-11666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50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8 560 0 0,'1'-1'932'0'0,"0"0"0"0"0,1 0 0 0 0,-1 1 0 0 0,0-1-1 0 0,1 0 1 0 0,-1 1 0 0 0,0-1 0 0 0,1 1 0 0 0,-1-1 0 0 0,1 1 0 0 0,-1 0-1 0 0,1 0 1 0 0,2-1 0 0 0,13 10 5144 0 0,6 28-4100 0 0,-11-16 178 0 0,-9-18-1853 0 0,-1 1 0 0 0,0-1 0 0 0,0 1 0 0 0,0 0 0 0 0,0 0 0 0 0,-1 0-1 0 0,3 7 1 0 0,8 17 765 0 0,-11-23-1447 0 0,3 8 687 0 0,-4-13-411 0 0,0 0 0 0 0,0 0-1 0 0,0 0 1 0 0,0 0 0 0 0,0-1-1 0 0,0 1 1 0 0,0 0 0 0 0,0 0-1 0 0,1 0 1 0 0,-1 0 0 0 0,0 0-1 0 0,0 0 1 0 0,0 0 0 0 0,0 0-1 0 0,0 0 1 0 0,0 0 0 0 0,0-1-1 0 0,0 1 1 0 0,0 0 0 0 0,1 0-1 0 0,-1 0 1 0 0,0 0 0 0 0,0 0-1 0 0,0 0 1 0 0,0 0 0 0 0,0 0-1 0 0,0 0 1 0 0,1 0 0 0 0,-1 0-1 0 0,0 0 1 0 0,0 0 0 0 0,0 0-1 0 0,0 0 1 0 0,0 0 0 0 0,0 0-1 0 0,0 0 1 0 0,1 0 0 0 0,-1 0-1 0 0,0 0 1 0 0,0 0 0 0 0,0 0-1 0 0,0 1 1 0 0,0-1 0 0 0,0 0-1 0 0,0 0 1 0 0,0 0 0 0 0,1 0-1 0 0,-1 0 1 0 0,0 0 0 0 0,0 0-1 0 0,0 0 1 0 0,0 0 0 0 0,0 0 0 0 0,0 1-1 0 0,0-1 1 0 0,0 0 0 0 0,0 0-1 0 0,0 0 1 0 0,0 0 0 0 0,0 0-1 0 0,0 0 1 0 0,0 0 0 0 0,0 1-1 0 0,0-1 1 0 0,0 0 0 0 0,7-26-3239 0 0,-3 2-4414 0 0,0 6 2609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51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47 180 0 0,'0'0'4804'0'0,"-3"0"-2436"0"0,-6 3 8537 0 0,33-6-9656 0 0,0-1 0 0 0,0-1 0 0 0,0-2 0 0 0,-1 0 0 0 0,29-13 0 0 0,-50 19-988 0 0,-2 1-219 0 0,0 0-1 0 0,0 0 1 0 0,0 0-1 0 0,0-1 1 0 0,0 1-1 0 0,1 0 1 0 0,-1 0-1 0 0,0 0 1 0 0,0 0-1 0 0,0 0 1 0 0,0 0-1 0 0,0-1 1 0 0,0 1-1 0 0,0 0 1 0 0,1 0-1 0 0,-1 0 1 0 0,0 0-1 0 0,0 0 1 0 0,0 0-1 0 0,0 0 1 0 0,0 0-1 0 0,1 0 1 0 0,-1 0-1 0 0,0 0 1 0 0,0 0-1 0 0,0-1 1 0 0,0 1-1 0 0,1 0 1 0 0,-1 0-1 0 0,0 0 1 0 0,0 1-1 0 0,0-1 1 0 0,0 0-1 0 0,1 0 1 0 0,-1 0-1 0 0,0 0 1 0 0,0 0-1 0 0,0 0 1 0 0,0 0-1 0 0,0 0 1 0 0,1 0-1 0 0,-1 0 1 0 0,0 0-1 0 0,0 0 1 0 0,0 0-1 0 0,0 1 1 0 0,0-1-1 0 0,1 0 1 0 0,-1 0-1 0 0,0 0 1 0 0,0 0-1 0 0,0 0 1 0 0,0 0-1 0 0,0 1 0 0 0,0-1 1 0 0,0 0-1 0 0,0 0 1 0 0,0 0-1 0 0,0 1 1 0 0,-1 10 515 0 0,-1 0 0 0 0,0 0 1 0 0,-1-1-1 0 0,0 1 0 0 0,0 0 0 0 0,-10 17 1 0 0,3-3-194 0 0,7-15-364 0 0,0 5 0 0 0,3-1 0 0 0,5-1 0 0 0,3-5 0 0 0,10-6 0 0 0,-6-3 0 0 0,-1-1 0 0 0,1 0 0 0 0,-1-1 0 0 0,0-1 0 0 0,0 0 0 0 0,0 0 0 0 0,14-9 0 0 0,13-3 0 0 0,-30 13-1869 0 0,4-1 5571 0 0,-9 4-5384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49:08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2621 1196 0 0,'-10'-3'1751'0'0,"5"2"3572"0"0,-19-6 19165 0 0,27-3-24479 0 0,11-5-9 0 0,-5 7 0 0 0,-3 3 0 0 0,5-1 0 0 0,-4 0 0 0 0,0 0 0 0 0,3 0 0 0 0,-1-1 0 0 0,1-2 0 0 0,-3 0 0 0 0,0-1 0 0 0,0 3 0 0 0,-1 1 0 0 0,4-2 0 0 0,80-71 0 0 0,-86 77 0 0 0,21-25 0 0 0,-18 19 0 0 0,4 2 0 0 0,-2-1 0 0 0,1-3 0 0 0,-3 2 0 0 0,74-71 0 0 0,-18 17 0 0 0,-58 58 0 0 0,6-10 0 0 0,3-4 0 0 0,-10 15 0 0 0,15-21 0 0 0,-11 16 0 0 0,3-1 0 0 0,5-9 0 0 0,5-1 0 0 0,-4 6 0 0 0,-2 0 0 0 0,20-21 0 0 0,-26 24 0 0 0,1 1 0 0 0,0 0 0 0 0,0 0 0 0 0,15-8 0 0 0,30-27 0 0 0,-24 13 0 0 0,58-48 0 0 0,-34 31 0 0 0,-25 22 0 0 0,51-61 0 0 0,-32 37 0 0 0,51-52 0 0 0,-92 96 0 0 0,0 3 0 0 0,27-31 0 0 0,-29 29 0 0 0,31-34 0 0 0,48-37 0 0 0,-35 23 0 0 0,-18 24 0 0 0,11-14 0 0 0,-37 36 0 0 0,9-8 0 0 0,6 0 0 0 0,-16 11 0 0 0,5-3 0 0 0,-1-1 0 0 0,-1 0 0 0 0,1 0 0 0 0,-1-1 0 0 0,11-17 0 0 0,31-33 0 0 0,-43 50 0 0 0,1-6 0 0 0,-6 13 0 0 0,26-20 0 0 0,-17 12 0 0 0,0-1 0 0 0,-1 0 0 0 0,9-12 0 0 0,27-29 0 0 0,-31 40 0 0 0,8-8 0 0 0,-1-1 0 0 0,-1 0 0 0 0,-1-2 0 0 0,18-27 0 0 0,30-19 0 0 0,23-22 0 0 0,-8-19 0 0 0,-61 85 0 0 0,1 2 0 0 0,2 0 0 0 0,27-19 0 0 0,-8 2 0 0 0,38-24 0 0 0,34-27 0 0 0,-108 84 0 0 0,-3 0 0 0 0,2 0 0 0 0,-1-1 0 0 0,5 2 0 0 0,-4-3 0 0 0,-1 1 0 0 0,1-2 0 0 0,-2 1 0 0 0,51-57 0 0 0,-49 58 0 0 0,-3 0-185 0 0,-3 7-936 0 0,-3-2 714 0 0,-7-4-4900 0 0,-8 0-7005 0 0,4 6 4758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49:08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28 103 584 0 0,'-27'-56'31844'0'0,"46"51"-31548"0"0,20 1-273 0 0,52-1 0 0 0,-2 0-26 0 0,-77 3 3 0 0,255-23 0 0 0,-255 26 0 0 0,-5 8 0 0 0,-5 3 0 0 0,0 1 0 0 0,0 0 0 0 0,-1-1 0 0 0,-1 1 0 0 0,0 0 0 0 0,0 0 0 0 0,-2-1 0 0 0,1 1 0 0 0,-5 15 0 0 0,1 0 0 0 0,0 12 0 0 0,-1 52 0 0 0,0-62 0 0 0,5-13 0 0 0,1-2 0 0 0,0-2 0 0 0,0-1 0 0 0,-1-1 0 0 0,-3-2 0 0 0,-3 0 0 0 0,0 0 0 0 0,2-2-237 0 0,4-5-1177 0 0,-15-9-12449 0 0,10 4 10859 0 0,-8 0-5008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28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1557 10 412 0 0,'0'0'18238'0'0,"-10"-9"-16794"0"0,3 10 5120 0 0,-17 16-4021 0 0,-37 35 0 0 0,-57 72-1442 0 0,8-7-1179 0 0,-79 58 78 0 0,-86 84 0 0 0,76-82 0 0 0,12-12 0 0 0,114-93 0 0 0,8-10 0 0 0,-70 90 0 0 0,109-125 0 0 0,14-16 0 0 0,0 1 0 0 0,1 0 0 0 0,-14 21 0 0 0,19-25 0 0 0,0 0 0 0 0,0-1-167 0 0,17-20-2121 0 0,3-10-1549 0 0,-7 2-8167 0 0,-3 5 3870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28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9 432 0 0,'9'-8'21449'0'0,"-10"18"-18087"0"0,1 1-6103 0 0,4 42 7148 0 0,-6 82 0 0 0,-1-103-4044 0 0,-1 1-1 0 0,-2-1 1 0 0,-16 51 0 0 0,4-17-363 0 0,17-55 0 0 0,1 5 0 0 0,3-4 0 0 0,14-10 0 0 0,1-5 0 0 0,-1-1 0 0 0,0 0 0 0 0,0-1 0 0 0,0-1 0 0 0,20-11 0 0 0,26-8 0 0 0,-52 21 0 0 0,29-9 0 0 0,81-15 0 0 0,-110 26-45 0 0,-9 2-445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29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 1420 0 0,'0'0'16936'0'0,"1"6"-15525"0"0,23 77 4691 0 0,-23-81-5920 0 0,0 0 0 0 0,-1 1 0 0 0,1-1 0 0 0,1 0-1 0 0,-1 0 1 0 0,0 0 0 0 0,1 1 0 0 0,-1-1 0 0 0,1 0 0 0 0,2 2 0 0 0,-3-3-13 0 0,1 1 0 0 0,-1-1 0 0 0,0 1 1 0 0,1-1-1 0 0,-1 1 0 0 0,0 0 1 0 0,0-1-1 0 0,0 1 0 0 0,0 0 0 0 0,-1 0 1 0 0,1 0-1 0 0,0-1 0 0 0,-1 1 1 0 0,1 3-1 0 0,-1-4 223 0 0,1 1-240 0 0,1 1-1 0 0,-1-1 0 0 0,0 0 0 0 0,1 0 0 0 0,-1 0 1 0 0,1 0-1 0 0,0 0 0 0 0,0 0 0 0 0,-1 0 0 0 0,1 0 1 0 0,0 0-1 0 0,5 2 0 0 0,9-4-151 0 0,-13-3 0 0 0,1 1 0 0 0,-1 0 0 0 0,0-1 0 0 0,0 0 0 0 0,0 0 0 0 0,0 0 0 0 0,-1 0 0 0 0,1 0 0 0 0,-1 0 0 0 0,0-1 0 0 0,0 1 0 0 0,2-5 0 0 0,23-55 0 0 0,-15 34 0 0 0,55-106 0 0 0,-43 86 0 0 0,-23 48 0 0 0,7-4 0 0 0,11 16 0 0 0,-14-1-239 0 0,-5-8-1044 0 0,-8-38-24578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27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44 226 980 0 0,'0'0'15962'0'0,"31"-30"-14036"0"0,39-38-853 0 0,-34 35-840 0 0,43-30 0 0 0,-31 33 1261 0 0,-46 29-297 0 0,-8 2-1156 0 0,-10 7 22 0 0,1 0 1 0 0,-1 0-1 0 0,1 2 1 0 0,1 0 0 0 0,-27 23-1 0 0,35-28-66 0 0,-12 10 41 0 0,9-9-27 0 0,0 0 1 0 0,1 1-1 0 0,0 0 1 0 0,0 1-1 0 0,1 0 1 0 0,0 0-1 0 0,-6 11 1 0 0,-31 21 16 0 0,20-20 22 0 0,23-19-41 0 0,-16 13 285 0 0,15-13-296 0 0,-2 4 0 0 0,2-3 6 0 0,9-4-116 0 0,32-9 118 0 0,-34 7-4 0 0,4-2 4 0 0,8 0-15 0 0,-1-1 0 0 0,0-1 1 0 0,22-14-1 0 0,-30 13-12 0 0,0 2-11 0 0,19 4-105 0 0,-24 3 118 0 0,-8 3-63 0 0,-75 49 224 0 0,62-33-71 0 0,13-13-59 0 0,1 1 0 0 0,-2-1 0 0 0,1 0 1 0 0,-1-1-1 0 0,0 1 0 0 0,-11 7 0 0 0,0 0 414 0 0,31-23-338 0 0,35-26-90 0 0,8-15 43 0 0,-33 27-7 0 0,0 3 42 0 0,-23 19 135 0 0,-7 5-197 0 0,-2 1-9 0 0,-20 14 31 0 0,-41 54 101 0 0,37-41-81 0 0,8-8-43 0 0,12-9-25 0 0,11-13 2 0 0,0 0 4 0 0,-2 5 3 0 0,2-5 2 0 0,20-15-5600 0 0,-15 11 2109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37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11 756 0 0,'4'-10'26376'0'0,"1"16"-26408"0"0,0 0 903 0 0,0 0 0 0 0,0-1 0 0 0,0 0 1 0 0,0 0-1 0 0,8 5 0 0 0,-10-6-498 0 0,4 11-362 0 0,1-1 0 0 0,0 0 1 0 0,1 0-1 0 0,0-1 0 0 0,19 21 0 0 0,8 10-11 0 0,19 8 0 0 0,-48-44 0 0 0,-2-2-15 0 0,-5-5-345 0 0,-6-10-8743 0 0,4-4 7942 0 0,1 2-1318 0 0,-3-1-4844 0 0,-2 3 389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37.7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1 808 0 0,'0'0'18751'0'0,"3"3"-17959"0"0,12 12 2483 0 0,-2 1 1 0 0,19 29-1 0 0,-13-14-2022 0 0,34 46 1 0 0,-37-55-1171 0 0,3 6-83 0 0,-5-8 0 0 0,2 0 0 0 0,0-1 0 0 0,25 23 0 0 0,-30-32 0 0 0,-5-1 0 0 0,0-4-4 0 0,-5-4-353 0 0,-1-32-26376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38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1 220 884 0 0,'0'0'19991'0'0,"4"4"-18977"0"0,3 2-525 0 0,12 10 1076 0 0,-1 1 1 0 0,-1 0-1 0 0,0 2 0 0 0,-1 0 0 0 0,19 30 0 0 0,-32-42-1322 0 0,1-3 98 0 0,7-1-240 0 0,34 29 212 0 0,-37-27-313 0 0,3-1 0 0 0,-2-1 0 0 0,5-10 0 0 0,-11-4 0 0 0,-2-3 0 0 0,-1 1 0 0 0,-1-1 0 0 0,0 1 0 0 0,-1 0 0 0 0,-1-1 0 0 0,0 1 0 0 0,0 0 0 0 0,-1 1 0 0 0,-11-24 0 0 0,8 19 0 0 0,-9-25 0 0 0,10 25 0 0 0,0 1 0 0 0,-15-27 0 0 0,-10-45 0 0 0,29 79 0 0 0,-3-1 0 0 0,0 2-205 0 0,3 6-847 0 0,-3 26-3369 0 0,0-7-819 0 0,3-3-5159 0 0,2-3 3961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39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0 135 1508 0 0,'0'0'16888'0'0,"17"3"-13438"0"0,-9 7-2141 0 0,0 1-1 0 0,-1 1 1 0 0,0 0 0 0 0,-1 0 0 0 0,6 14-1 0 0,3 8 249 0 0,1-2-45 0 0,-16-32-1512 0 0,1 0 0 0 0,-1 0 0 0 0,0 0 0 0 0,0 0 0 0 0,0 0 0 0 0,0 0 0 0 0,0 0 0 0 0,0 0 0 0 0,0 0 0 0 0,0 0 0 0 0,0 0 0 0 0,0 0 0 0 0,0 0 0 0 0,1 0 0 0 0,-1 0 0 0 0,0 0 0 0 0,0 0 0 0 0,0 0 0 0 0,0 0 0 0 0,0 1 0 0 0,0-1 0 0 0,0 0 0 0 0,0 0 0 0 0,0 0 0 0 0,0 0 0 0 0,0 0 0 0 0,0 0 0 0 0,0 0 0 0 0,0 0 0 0 0,1 0 0 0 0,-1 0 0 0 0,0 0 0 0 0,0 0 0 0 0,0 0 0 0 0,0 0 0 0 0,0 0 0 0 0,0 0 0 0 0,0 1 0 0 0,-2-34 0 0 0,-2 28 0 0 0,0 2 0 0 0,-27-95 0 0 0,26 78 0 0 0,7 12 0 0 0,-11-42 0 0 0,7 34 0 0 0,4 2 0 0 0,2 2 0 0 0,-4 1 0 0 0,-3 0 0 0 0,3 10 0 0 0,0 1 0 0 0,0 0 0 0 0,0 0 0 0 0,0 0 0 0 0,0-1 0 0 0,0 1 0 0 0,0 0 0 0 0,0 0 0 0 0,0-1 0 0 0,0 1 0 0 0,0 0 0 0 0,0 0 0 0 0,0-1 0 0 0,0 1 0 0 0,0 0 0 0 0,0 0 0 0 0,0 0 0 0 0,0-1 0 0 0,1 1 0 0 0,-1 0 0 0 0,0 0 0 0 0,0 0 0 0 0,0 0 0 0 0,0-1 0 0 0,1 1 0 0 0,-1 0 0 0 0,0 0 0 0 0,0 0 0 0 0,0 0 0 0 0,1 0 0 0 0,-1-1 0 0 0,0 1 0 0 0,0 0 0 0 0,0 0 0 0 0,1 0 0 0 0,-1 0 0 0 0,0 0 0 0 0,0 0 0 0 0,1 0 0 0 0,-1 0 0 0 0,0 0 0 0 0,0 0 0 0 0,0 0 0 0 0,1 0 0 0 0,-1 0 0 0 0,48 56 0 0 0,-38-41 0 0 0,-9-14 0 0 0,23 23 0 0 0,-15-15 0 0 0,2-1 0 0 0,-2-2 0 0 0,1-1 0 0 0,-5 1-55 0 0,-4-5-413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39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1 130 492 0 0,'0'0'15107'0'0,"4"-3"-13672"0"0,2-3-409 0 0,12-10 1330 0 0,1 1 1 0 0,0 0 0 0 0,2 1 0 0 0,26-14-1 0 0,-23 14-1699 0 0,-3-1-3580 0 0,-20 14 1762 0 0,14-2-15359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40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37 199 1036 0 0,'0'2'15741'0'0,"5"14"-15179"0"0,-4-13-193 0 0,0 1 1 0 0,0-1-1 0 0,0 0 0 0 0,0 0 1 0 0,1 0-1 0 0,0 0 0 0 0,-1 0 1 0 0,1 0-1 0 0,0 0 0 0 0,0-1 1 0 0,1 1-1 0 0,-1-1 0 0 0,0 1 1 0 0,1-1-1 0 0,0 0 0 0 0,5 3 0 0 0,-6-4-30 0 0,3 6 204 0 0,-3-10-4031 0 0,-2 1 3275 0 0,0 0 0 0 0,0 1 1 0 0,0-1-1 0 0,0 0 1 0 0,-1 1-1 0 0,1-1 0 0 0,-1 0 1 0 0,1 1-1 0 0,-1-1 1 0 0,1 1-1 0 0,-1-1 1 0 0,0 0-1 0 0,0 1 0 0 0,0 0 1 0 0,1-1-1 0 0,-3-1 1 0 0,-1 0-479 0 0,1 0 0 0 0,-1 0 1 0 0,0 1-1 0 0,0 0 1 0 0,0-1-1 0 0,0 1 0 0 0,-5-1 1 0 0,-8-5 1194 0 0,-7-11 5434 0 0,23 18-5102 0 0,21-49 4312 0 0,-16 42-4761 0 0,-1 1 0 0 0,1-1 1 0 0,0 1-1 0 0,1 0 0 0 0,-1 1 1 0 0,1-1-1 0 0,11-10 1 0 0,48-40 1726 0 0,-64 56-2096 0 0,31-18 698 0 0,-20 21-344 0 0,-9 16-125 0 0,-7-5-96 0 0,0 0 0 0 0,0-1 0 0 0,-1 1 0 0 0,0-1-1 0 0,-1-1 1 0 0,-10 14 0 0 0,-12 20 353 0 0,11-16-171 0 0,12-22-323 0 0,4-4-10 0 0,3-4 0 0 0,19-16 0 0 0,-19 12 0 0 0,22-10 0 0 0,-10 10 0 0 0,0 2 0 0 0,4 3 0 0 0,-11 1-18 0 0,1 0-1 0 0,-1 0 1 0 0,0 0-1 0 0,1 0 1 0 0,-1 1-1 0 0,0 0 1 0 0,0 1-1 0 0,9 4 1 0 0,0 0-45 0 0,-14-7 67 0 0,-1 0 0 0 0,1 1 0 0 0,0-1 0 0 0,0 0 1 0 0,0 0-1 0 0,-1 1 0 0 0,1-1 0 0 0,0 0 1 0 0,-1 1-1 0 0,1-1 0 0 0,0 1 0 0 0,-1-1 0 0 0,1 1 1 0 0,0-1-1 0 0,-1 1 0 0 0,1-1 0 0 0,-1 1 0 0 0,1-1 1 0 0,-1 1-1 0 0,1 0 0 0 0,-1 0 0 0 0,1-1 0 0 0,-1 1 1 0 0,0 0-1 0 0,1-1 0 0 0,-1 1 0 0 0,0 0 0 0 0,0 0 1 0 0,0 0-1 0 0,0-1 0 0 0,1 1 0 0 0,-1 0 1 0 0,0 0-1 0 0,0 0 0 0 0,-1-1 0 0 0,1 2 0 0 0,-1 0 2 0 0,0 0-1 0 0,-1 0 1 0 0,1 0-1 0 0,-1 0 1 0 0,1 0-1 0 0,-1 0 1 0 0,0 0-1 0 0,0-1 1 0 0,0 1-1 0 0,0-1 1 0 0,-4 3-1 0 0,-4 2-3 0 0,-1 0 0 0 0,0-1 0 0 0,-22 7 0 0 0,20-10-2 0 0,1 1 0 0 0,0-1 0 0 0,1-1-68 0 0,9 0-341 0 0,-2-3-4066 0 0,-2 0 3281 0 0,8-17-14630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40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1 340 0 0,'4'1'17759'0'0,"5"12"-9481"0"0,17 29-7010 0 0,-11-16-1879 0 0,-7-15 3098 0 0,37 63-109 0 0,-34-53-2204 0 0,2 0-1 0 0,0 0 1 0 0,1-1-1 0 0,27 27 1 0 0,-31-33-174 0 0,3-6 0 0 0,5 2 0 0 0,-9-4 0 0 0,-3 0 0 0 0,-1 1-107 0 0,-3-6-463 0 0,-8-3-2356 0 0,-15-11 1272 0 0,4-1-3742 0 0,11 7-51 0 0,4 3 598 0 0,-3-4-2937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41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29 628 0 0,'0'0'1888'0'0,"0"-9"1285"0"0,2 5 1437 0 0,2 2-3647 0 0,0 0 0 0 0,-1 0 0 0 0,1 0 0 0 0,0 1 1 0 0,0-1-1 0 0,0 1 0 0 0,0 0 0 0 0,0 0 0 0 0,1 0 0 0 0,-1 1 0 0 0,0-1 0 0 0,0 1 1 0 0,1 0-1 0 0,7 2 0 0 0,-7-1-560 0 0,-1 0 0 0 0,1 1 0 0 0,0 0 0 0 0,-1 0 0 0 0,0 0-1 0 0,1 1 1 0 0,-1-1 0 0 0,0 1 0 0 0,0 0 0 0 0,-1 0 0 0 0,1 0 0 0 0,6 8 0 0 0,4 7 67 0 0,-1 0 0 0 0,-1 1 0 0 0,0 1 0 0 0,-2 0 0 0 0,12 29 0 0 0,19 36-507 0 0,-35-65 37 0 0,1-9 0 0 0,3-1 0 0 0,-7 0 0 0 0,0-2-205 0 0,-2-7-901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3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54 1132 0 0,'0'-10'3194'0'0,"0"4"1419"0"0,0-8-755 0 0,0-10 15435 0 0,-10 63-18558 0 0,0 2-793 0 0,10-33 58 0 0,-1-1 0 0 0,1 0 0 0 0,0 0 0 0 0,0 1 0 0 0,1-1 0 0 0,0 0 0 0 0,0 0 0 0 0,1 0 0 0 0,0 0 0 0 0,5 13 0 0 0,2-13 0 0 0,7-6 0 0 0,-14-2-57 0 0,0 0 0 0 0,-1 0 0 0 0,1 0-1 0 0,0 0 1 0 0,-1 0 0 0 0,1-1 0 0 0,-1 1 0 0 0,1-1 0 0 0,-1 1-1 0 0,1-1 1 0 0,-1 0 0 0 0,0 1 0 0 0,1-3 0 0 0,10-20-3217 0 0,-6 5-2538 0 0,-3 3-3826 0 0,-3 4 2192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3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41 632 0 0,'-2'-3'715'0'0,"0"0"0"0"0,-1-1 0 0 0,0 2 0 0 0,1-1 0 0 0,-1 0 0 0 0,0 1 0 0 0,0-1 0 0 0,-1 1 0 0 0,1 0 0 0 0,0 0 0 0 0,-1 0 0 0 0,0 0 0 0 0,1 1 0 0 0,-1-1 0 0 0,0 1 0 0 0,-6-1 1 0 0,4 1-24 0 0,-1 1 1 0 0,1 0 0 0 0,0 0-1 0 0,0 0 1 0 0,-1 1 0 0 0,1 0-1 0 0,0 0 1 0 0,0 1 0 0 0,-11 3 0 0 0,3 1 106 0 0,0 1 0 0 0,0 1 1 0 0,0 0-1 0 0,1 0 1 0 0,0 2-1 0 0,0-1 0 0 0,-19 21 1 0 0,19-15-384 0 0,0 0 0 0 0,0 1 0 0 0,1 1 0 0 0,1 0 0 0 0,1 1 0 0 0,1-1 0 0 0,0 2 0 0 0,1-1 0 0 0,1 1 1 0 0,1 1-1 0 0,1-1 0 0 0,0 1 0 0 0,2 0 0 0 0,0 0 0 0 0,0 34 0 0 0,2-47-416 0 0,1 0 0 0 0,1 0 0 0 0,-1 0 0 0 0,1 0 0 0 0,0 0 0 0 0,1-1 0 0 0,-1 1 0 0 0,1 0 0 0 0,1 0 0 0 0,-1-1 0 0 0,1 0 0 0 0,1 1 0 0 0,-1-1 0 0 0,1 0 0 0 0,0 0 0 0 0,0-1 0 0 0,0 1 0 0 0,1-1 0 0 0,0 0 0 0 0,0 0 0 0 0,1-1 0 0 0,-1 1 0 0 0,1-1 0 0 0,0-1 0 0 0,0 1 0 0 0,0-1 0 0 0,0 0 0 0 0,1 0 0 0 0,-1-1 0 0 0,13 4 0 0 0,-1-3 0 0 0,1 0 0 0 0,-1-1 0 0 0,1 0 0 0 0,0-2 0 0 0,-1 0 0 0 0,1-1 0 0 0,-1-1 0 0 0,1-1 0 0 0,-1-1 0 0 0,24-7 0 0 0,-19 4 0 0 0,0-2 0 0 0,-1 0 0 0 0,0-1 0 0 0,-1-1 0 0 0,0-2 0 0 0,0 0 0 0 0,23-20 0 0 0,-37 27 0 0 0,0 0 0 0 0,-1-1 0 0 0,0 0 0 0 0,0 0 0 0 0,-1-1 0 0 0,1 0 0 0 0,-2 0 0 0 0,1 0 0 0 0,5-14 0 0 0,-8 15 0 0 0,-1 1 0 0 0,1-1 0 0 0,-1 1 0 0 0,0-1 0 0 0,-1 0 0 0 0,1 1 0 0 0,-1-1 0 0 0,-1 0 0 0 0,1 0 0 0 0,-1 1 0 0 0,-1-1 0 0 0,1 1 0 0 0,-1-1 0 0 0,-4-10 0 0 0,1 7 0 0 0,0 1 0 0 0,0-1 0 0 0,-1 1 0 0 0,0 0 0 0 0,-1 1 0 0 0,0 0 0 0 0,0 0 0 0 0,-1 0 0 0 0,0 1 0 0 0,0 0 0 0 0,-1 0 0 0 0,1 1 0 0 0,-2 1 0 0 0,1-1 0 0 0,-16-6 0 0 0,12 7 0 0 0,1 0 0 0 0,-1 1 0 0 0,0 0 0 0 0,-1 1 0 0 0,1 1 0 0 0,-1 0 0 0 0,1 0 0 0 0,-1 2 0 0 0,1-1 0 0 0,-1 2 0 0 0,-26 4 0 0 0,19 2 0 0 0,17-4 0 0 0,-5 5 0 0 0,5 2-257 0 0,4-10 73 0 0,0 1 1 0 0,0 0-1 0 0,0 0 1 0 0,0 0 0 0 0,0 0-1 0 0,0-1 1 0 0,1 1-1 0 0,-1 0 1 0 0,0 0-1 0 0,0 0 1 0 0,1-1 0 0 0,-1 1-1 0 0,1 0 1 0 0,-1 0-1 0 0,1-1 1 0 0,-1 1 0 0 0,1 0-1 0 0,-1-1 1 0 0,1 1-1 0 0,0-1 1 0 0,-1 1-1 0 0,1-1 1 0 0,0 1 0 0 0,-1-1-1 0 0,1 1 1 0 0,0-1-1 0 0,0 0 1 0 0,-1 1 0 0 0,1-1-1 0 0,0 0 1 0 0,0 0-1 0 0,1 1 1 0 0,32 9-9441 0 0,-29-9 5219 0 0,11 3-2583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4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17 1332 0 0,'6'-17'23220'0'0,"-18"19"-22466"0"0,1 1 0 0 0,-1 0 0 0 0,0 1 0 0 0,1 0 0 0 0,0 0 0 0 0,0 1 0 0 0,0 1 0 0 0,-19 13 0 0 0,22-13-635 0 0,-1 0 0 0 0,1 1 0 0 0,0-1 1 0 0,0 2-1 0 0,1-1 0 0 0,0 1 0 0 0,1 0 0 0 0,-1 1 0 0 0,1 0 0 0 0,1 0 0 0 0,-6 13 0 0 0,8-16-119 0 0,1 0 0 0 0,1 0 0 0 0,-1 1 0 0 0,1-1 0 0 0,0 1 0 0 0,1-1 0 0 0,-1 1 0 0 0,1-1 0 0 0,0 1 0 0 0,1-1 0 0 0,2 12 0 0 0,-2-15 0 0 0,0 0 0 0 0,0 0 0 0 0,0 0 0 0 0,0 0 0 0 0,0-1 0 0 0,1 1 0 0 0,0 0 0 0 0,-1-1 0 0 0,1 1 0 0 0,0-1 0 0 0,0 1 0 0 0,1-1 0 0 0,-1 0 0 0 0,0 0 0 0 0,1 0 0 0 0,-1 0 0 0 0,1-1 0 0 0,-1 1 0 0 0,1-1 0 0 0,0 1 0 0 0,0-1 0 0 0,0 0 0 0 0,0 0 0 0 0,0 0 0 0 0,0 0 0 0 0,0-1 0 0 0,3 1 0 0 0,16 1-98 0 0,0-1 0 0 0,0-1 0 0 0,0-1-1 0 0,0-2 1 0 0,0 1 0 0 0,-1-2 0 0 0,1-1 0 0 0,36-14 0 0 0,-29 0-3609 0 0,-7-6-3310 0 0,-21 23 4983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4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241 109 420 0 0,'20'-84'19458'0'0,"-20"82"-18561"0"0,-1 0-589 0 0,-1 0-1 0 0,1 0 1 0 0,0 1-1 0 0,-1-1 1 0 0,1 1-1 0 0,-1-1 1 0 0,1 1-1 0 0,-1 0 1 0 0,0-1-1 0 0,0 1 1 0 0,0 0-1 0 0,1 0 1 0 0,-1 0-1 0 0,0 1 1 0 0,-4-2-1 0 0,-6 3 92 0 0,-1 2 0 0 0,1-1 0 0 0,0 2 0 0 0,0 0 0 0 0,0 0 0 0 0,1 1 0 0 0,-1 0 0 0 0,1 1-1 0 0,0 0 1 0 0,1 1 0 0 0,0 0 0 0 0,0 1 0 0 0,0 0 0 0 0,1 1 0 0 0,0-1 0 0 0,-11 16 0 0 0,14-15-351 0 0,1 0 1 0 0,-1 0-1 0 0,2 1 0 0 0,-1 0 1 0 0,-3 13-1 0 0,10-11-48 0 0,2-7 2 0 0,0-1 0 0 0,0 0 0 0 0,1 0 0 0 0,0 0 0 0 0,-1-1 0 0 0,2 0 0 0 0,-1 0 0 0 0,0 0 0 0 0,0 0 0 0 0,1-1 0 0 0,0 0 0 0 0,-1 0 0 0 0,1-1 0 0 0,0 1 0 0 0,0-1 1 0 0,0-1-1 0 0,0 1 0 0 0,0-1 0 0 0,0 0 0 0 0,-1 0 0 0 0,8-1 0 0 0,1-1-77 0 0,0 0 0 0 0,0 0 0 0 0,0-1 0 0 0,-1-1-1 0 0,1 0 1 0 0,-1-1 0 0 0,0 0 0 0 0,16-10 0 0 0,-25 13 109 0 0,0-1 1 0 0,0 0-1 0 0,-1 0 0 0 0,1 0 0 0 0,-1 0 0 0 0,0-1 1 0 0,1 0-1 0 0,-1 1 0 0 0,-1-1 0 0 0,1 0 0 0 0,-1 0 1 0 0,1-1-1 0 0,-1 1 0 0 0,0 0 0 0 0,-1-1 0 0 0,1 1 0 0 0,1-9 1 0 0,-4 2-20 0 0,-4-1-15 0 0,5 12 0 0 0,-1-1 0 0 0,1 1 0 0 0,0 0 0 0 0,0 0 0 0 0,-1-1 0 0 0,1 1 0 0 0,0 0 0 0 0,0 0 0 0 0,-1-1 0 0 0,1 1 0 0 0,0 0 0 0 0,-1 0 0 0 0,1 0 0 0 0,0 0 0 0 0,0 0 0 0 0,-1-1 0 0 0,1 1 0 0 0,0 0 0 0 0,-1 0 0 0 0,1 0 0 0 0,0 0 0 0 0,-1 0 0 0 0,1 0 0 0 0,-1 0 0 0 0,1 0 0 0 0,0 0 0 0 0,-1 0 0 0 0,1 0 0 0 0,0 0 0 0 0,-1 0 0 0 0,1 1 0 0 0,0-1 0 0 0,0 0 0 0 0,-1 0 0 0 0,1 0 0 0 0,0 0 0 0 0,-1 1 0 0 0,1-1 0 0 0,0 0 0 0 0,0 0 0 0 0,-1 0 0 0 0,1 1 0 0 0,0-1 0 0 0,0 0 0 0 0,-1 1 0 0 0,1-1 0 0 0,0 0 0 0 0,0 0 0 0 0,0 1 0 0 0,-2 0 0 0 0,1 0 0 0 0,0 0 0 0 0,0 0 0 0 0,1 0 0 0 0,-1 1 0 0 0,0-1 0 0 0,0 0 0 0 0,0 0 0 0 0,1 1 0 0 0,-1-1 0 0 0,1 0 0 0 0,-1 1 0 0 0,1-1 0 0 0,0 1 0 0 0,-1 1 0 0 0,1 7 0 0 0,0 1 0 0 0,0-1 0 0 0,2 0 0 0 0,-1 0 0 0 0,4 14 0 0 0,-4-21 0 0 0,1 0 0 0 0,-1 1 0 0 0,1-1 0 0 0,0 0 0 0 0,0 0 0 0 0,0 0 0 0 0,1 0 0 0 0,-1 0 0 0 0,0 0 0 0 0,1-1 0 0 0,0 1 0 0 0,0-1 0 0 0,5 4 0 0 0,-6-4-10 0 0,-1-1 7 0 0,-1 0-1 0 0,1 0 0 0 0,0 0 1 0 0,0 0-1 0 0,-1 0 0 0 0,1-1 0 0 0,0 1 1 0 0,0 0-1 0 0,0-1 0 0 0,0 1 1 0 0,0 0-1 0 0,0-1 0 0 0,0 1 1 0 0,0-1-1 0 0,1 0 0 0 0,-1 1 0 0 0,0-1 1 0 0,0 0-1 0 0,0 0 0 0 0,0 0 1 0 0,0 0-1 0 0,1 0 0 0 0,-1 0 1 0 0,0 0-1 0 0,0 0 0 0 0,0 0 0 0 0,0 0 1 0 0,1-1-1 0 0,0 1 0 0 0,5-1-395 0 0,0-1 1 0 0,0 1-1 0 0,0-1 0 0 0,-1 0 0 0 0,1-1 0 0 0,-1 1 1 0 0,1-1-1 0 0,-1-1 0 0 0,0 1 0 0 0,0-1 0 0 0,0 0 0 0 0,0 0 1 0 0,-1-1-1 0 0,6-5 0 0 0,25-36-5372 0 0,-7-8-4839 0 0,-18 32 4827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5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1 380 0 0,'0'0'20940'0'0,"-3"7"-19770"0"0,-11 32 1163 0 0,3 2 0 0 0,1-1 0 0 0,-7 76 0 0 0,12-78-1561 0 0,-2 27-599 0 0,6-64-173 0 0,1 0 0 0 0,-1 0 0 0 0,1-1 0 0 0,-1 1 0 0 0,1 0 0 0 0,0 0 0 0 0,0 0 0 0 0,-1 0 0 0 0,1-1 0 0 0,0 1 0 0 0,0 0 0 0 0,0 0 0 0 0,0 0 0 0 0,0 0 0 0 0,0 0 0 0 0,0 0 0 0 0,0 0 0 0 0,0-1 0 0 0,0 1 0 0 0,1 0 0 0 0,-1 0 0 0 0,0 0 0 0 0,1 0 0 0 0,-1-1 0 0 0,0 1 0 0 0,1 0 0 0 0,0 1 0 0 0,0-2 0 0 0,-1 1 0 0 0,1 0 0 0 0,-1 0 0 0 0,1-1 0 0 0,-1 1 0 0 0,1 0 0 0 0,-1 0 0 0 0,1 0 0 0 0,-1 0 0 0 0,0 0 0 0 0,0-1 0 0 0,1 1 0 0 0,-1 0 0 0 0,0 0 0 0 0,0 0 0 0 0,0 0 0 0 0,0 0 0 0 0,0 0 0 0 0,0 0 0 0 0,0 1 0 0 0,1 12 0 0 0,2-3-13 0 0,-2-9-167 0 0,3 5 985 0 0,-3-4-2497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5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36 1152 0 0,'9'-13'5941'0'0,"-3"-3"8249"0"0,-8 15-13955 0 0,0 0-1 0 0,0 0 1 0 0,0 0 0 0 0,0 1-1 0 0,-1-1 1 0 0,1 0-1 0 0,0 1 1 0 0,-1 0-1 0 0,1-1 1 0 0,0 1 0 0 0,-1 0-1 0 0,1 0 1 0 0,0 0-1 0 0,-1 1 1 0 0,1-1-1 0 0,0 0 1 0 0,-1 1 0 0 0,1 0-1 0 0,-3 1 1 0 0,-50 19 2495 0 0,42-14-2059 0 0,-1 1 0 0 0,1 0 0 0 0,0 1 0 0 0,-19 17 0 0 0,23-18-607 0 0,0 1 0 0 0,0 0 0 0 0,1 0 1 0 0,1 1-1 0 0,-1 0 0 0 0,2 0 1 0 0,-1 0-1 0 0,1 1 0 0 0,1 0 1 0 0,-8 22-1 0 0,13-30-64 0 0,-1-1 0 0 0,0 1 0 0 0,1-1 0 0 0,-1 1 0 0 0,1-1 0 0 0,0 1 0 0 0,0-1 0 0 0,0 1 0 0 0,0-1 0 0 0,0 1 0 0 0,1 0 0 0 0,-1-1 0 0 0,1 1 0 0 0,0-1 0 0 0,-1 0 0 0 0,1 1 0 0 0,0-1 0 0 0,0 0 0 0 0,1 1 0 0 0,-1-1 0 0 0,3 4 0 0 0,-1-4 0 0 0,0 1 0 0 0,0-1 0 0 0,0 0 0 0 0,0 0 0 0 0,0 0 0 0 0,1-1 0 0 0,-1 1 0 0 0,0-1 0 0 0,1 1 0 0 0,0-1 0 0 0,-1 0 0 0 0,1-1 0 0 0,5 2 0 0 0,3-1 0 0 0,0-1 0 0 0,0 0 0 0 0,1 0 0 0 0,-1-1 0 0 0,0-1 0 0 0,0 0 0 0 0,0 0 0 0 0,15-6 0 0 0,-16 5 0 0 0,9-6 0 0 0,15-27 0 0 0,-34 36-168 0 0,0-1-1 0 0,-1 1 1 0 0,1-1-1 0 0,0 0 1 0 0,-1 1-1 0 0,1-1 1 0 0,0 0-1 0 0,-1 0 1 0 0,1 0-1 0 0,-1 1 1 0 0,1-1-1 0 0,-1 0 1 0 0,0 0-1 0 0,1 0 1 0 0,-1 0-1 0 0,0 0 1 0 0,0 0-1 0 0,0 0 1 0 0,1 0-1 0 0,-1 1 1 0 0,0-1-1 0 0,0 0 1 0 0,0 0-1 0 0,0 0 1 0 0,-1 0-1 0 0,1 0 1 0 0,0 0-1 0 0,0 0 1 0 0,-1 0-1 0 0,1 0 1 0 0,0 0-1 0 0,-1 0 1 0 0,1 1 0 0 0,-1-1-1 0 0,1 0 1 0 0,-1 0-1 0 0,1 0 1 0 0,-1 1-1 0 0,0-2 1 0 0,0 2 503 0 0,0-2-2381 0 0,-3-3-2800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5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0 592 0 0,'0'0'5072'0'0,"-9"1"-2430"0"0,4 2 2368 0 0,0 0-4271 0 0,1 1 0 0 0,0 0 0 0 0,0 1 0 0 0,0-1 0 0 0,1 1 0 0 0,-1 0 0 0 0,1 0 0 0 0,0 0 0 0 0,1 0 0 0 0,-1 0 0 0 0,1 1 0 0 0,0-1 0 0 0,0 1 0 0 0,-1 10 0 0 0,-1-2 81 0 0,1-1-1 0 0,1 1 1 0 0,0-1 0 0 0,1 1 0 0 0,1 0 0 0 0,1 15-1 0 0,-1-25-731 0 0,1-1-1 0 0,0 1 0 0 0,0-1 0 0 0,0 1 0 0 0,0-1 0 0 0,0 1 1 0 0,1-1-1 0 0,-1 0 0 0 0,1 0 0 0 0,0 1 0 0 0,0-1 1 0 0,0-1-1 0 0,1 1 0 0 0,-1 0 0 0 0,1 0 0 0 0,-1-1 1 0 0,1 0-1 0 0,0 1 0 0 0,0-1 0 0 0,0 0 0 0 0,0 0 0 0 0,1-1 1 0 0,-1 1-1 0 0,0-1 0 0 0,1 1 0 0 0,-1-1 0 0 0,1 0 1 0 0,-1 0-1 0 0,5 0 0 0 0,8 2-92 0 0,0-1 1 0 0,1 0-1 0 0,-1-1 0 0 0,1-1 1 0 0,-1 0-1 0 0,27-5 0 0 0,-34 3-51 0 0,0 0-1 0 0,0-1 1 0 0,0 0-1 0 0,0 0 1 0 0,0-1-1 0 0,-1 0 1 0 0,1 0-1 0 0,-1-1 1 0 0,0 0 0 0 0,-1-1-1 0 0,1 0 1 0 0,-1 0-1 0 0,7-8 1 0 0,-12 10 100 0 0,0 1 0 0 0,0-1 0 0 0,-1 0-1 0 0,1 0 1 0 0,-1 0 0 0 0,0 0 0 0 0,0 0 0 0 0,0 0 0 0 0,-1 0 0 0 0,0-1 0 0 0,1 1 0 0 0,-1 0 0 0 0,-1 0 0 0 0,1 0 0 0 0,-1 0 0 0 0,1 0 0 0 0,-1-1 0 0 0,-3-5 0 0 0,2 4-44 0 0,-3-3 0 0 0,-24-17 0 0 0,24 20-3 0 0,3 5-161 0 0,33 4-21404 0 0,-25-2 15364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6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1 144 0 0,'-1'0'500'0'0,"-1"0"0"0"0,1-1 0 0 0,-1 1 0 0 0,1 0 1 0 0,-1 0-1 0 0,1 1 0 0 0,-1-1 0 0 0,1 0 0 0 0,-1 0 0 0 0,1 1 0 0 0,-1-1 0 0 0,1 1 1 0 0,-1-1-1 0 0,1 1 0 0 0,-1 0 0 0 0,1 0 0 0 0,0-1 0 0 0,0 1 0 0 0,-2 2 0 0 0,1-1-15 0 0,0 0 0 0 0,0 0 0 0 0,1 0 1 0 0,-1 1-1 0 0,1-1 0 0 0,-1 1 0 0 0,1-1 0 0 0,0 1 0 0 0,0 0 0 0 0,-1 2 0 0 0,-1 10 530 0 0,1 0 1 0 0,0-1 0 0 0,1 23-1 0 0,-1-7 1067 0 0,-2 0-812 0 0,1 0 0 0 0,2 0 1 0 0,1 0-1 0 0,2 1 0 0 0,0-1 0 0 0,9 37 0 0 0,12 14-475 0 0,-13-61-3086 0 0,-9-19 1697 0 0,0-1-1 0 0,0 1 1 0 0,0 0-1 0 0,0 0 1 0 0,1 0 0 0 0,-1 0-1 0 0,0-1 1 0 0,0 1-1 0 0,1-1 1 0 0,-1 1-1 0 0,0-1 1 0 0,1 1-1 0 0,-1-1 1 0 0,1 0 0 0 0,-1 0-1 0 0,0 0 1 0 0,1 0-1 0 0,-1 0 1 0 0,1 0-1 0 0,-1 0 1 0 0,2 0-1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6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28 448 0 0,'0'-2'1892'0'0,"1"-1"0"0"0,-1 1 0 0 0,0 0 0 0 0,0 0 0 0 0,0 0 0 0 0,-1 0 0 0 0,1-1 0 0 0,0 1 1 0 0,-1 0-1 0 0,0-2 0 0 0,-4 3-1456 0 0,-1 1 1 0 0,1-1 0 0 0,0 1 0 0 0,0 1 0 0 0,0-1 0 0 0,0 1 0 0 0,0 0-1 0 0,0 0 1 0 0,0 0 0 0 0,0 1 0 0 0,0 0 0 0 0,0 0 0 0 0,-7 4-1 0 0,-63 39 2225 0 0,64-36-2293 0 0,0 0 0 0 0,1 1-1 0 0,1 0 1 0 0,-1 0-1 0 0,-11 18 1 0 0,19-25-346 0 0,-1 0 0 0 0,1 1 0 0 0,0-1-1 0 0,0 0 1 0 0,0 1 0 0 0,0-1 0 0 0,1 1 0 0 0,0 0 0 0 0,-1 0-1 0 0,1-1 1 0 0,1 1 0 0 0,-1 0 0 0 0,0 0 0 0 0,1 0 0 0 0,0 0-1 0 0,0 0 1 0 0,0 0 0 0 0,0 0 0 0 0,1 0 0 0 0,0 0-1 0 0,-1 0 1 0 0,1-1 0 0 0,3 8 0 0 0,-1-8-22 0 0,0 1 0 0 0,0-1 1 0 0,0-1-1 0 0,1 1 0 0 0,-1-1 0 0 0,0 1 1 0 0,1-1-1 0 0,0 0 0 0 0,0 0 0 0 0,-1 0 1 0 0,1-1-1 0 0,0 1 0 0 0,0-1 0 0 0,0 0 1 0 0,1 0-1 0 0,-1-1 0 0 0,0 1 0 0 0,0-1 1 0 0,0 0-1 0 0,1 0 0 0 0,-1 0 0 0 0,0 0 1 0 0,6-2-1 0 0,8-1-18 0 0,1 0 0 0 0,-1-1 0 0 0,33-12 0 0 0,-41 12-109 0 0,0-1 0 0 0,-1 1-1 0 0,1-2 1 0 0,-1 1 0 0 0,-1-1 0 0 0,15-13 0 0 0,-19 16 111 0 0,0-1 1 0 0,-1 1 0 0 0,0-1 0 0 0,0 0 0 0 0,0 0-1 0 0,0 0 1 0 0,0 0 0 0 0,-1 0 0 0 0,0 0 0 0 0,0-1-1 0 0,0 1 1 0 0,0-1 0 0 0,-1 1 0 0 0,0-1 0 0 0,0 0-1 0 0,1-7 1 0 0,-2 9 62 0 0,0 0-1 0 0,0 0 0 0 0,-1 0 1 0 0,1 1-1 0 0,-1-1 1 0 0,0 0-1 0 0,1 0 0 0 0,-1 0 1 0 0,0 1-1 0 0,-1-1 0 0 0,1 0 1 0 0,0 1-1 0 0,-1-1 1 0 0,1 1-1 0 0,-1-1 0 0 0,0 1 1 0 0,0 0-1 0 0,0 0 1 0 0,0 0-1 0 0,0 0 0 0 0,0 0 1 0 0,-1 0-1 0 0,1 1 1 0 0,-1-1-1 0 0,-3-1 0 0 0,-6 0-37 0 0,-3 8-9 0 0,7 8 0 0 0,7-4 0 0 0,0 1 0 0 0,0-1 0 0 0,1 0 0 0 0,1 1 0 0 0,0 8 0 0 0,2-10-13 0 0,0-1 0 0 0,1 0 0 0 0,-1 0 0 0 0,1-1 0 0 0,0 1 0 0 0,1-1 0 0 0,0 0 0 0 0,0 0 0 0 0,0 0 0 0 0,1-1 0 0 0,-1 1 0 0 0,1-2 0 0 0,1 1 0 0 0,-1 0 0 0 0,1-1 0 0 0,-1-1 0 0 0,1 1 0 0 0,0-1 0 0 0,14 5 0 0 0,-15-7-221 0 0,0 1 1 0 0,0-1-1 0 0,1 0 1 0 0,-1 0-1 0 0,0-1 0 0 0,1 0 1 0 0,-1 0-1 0 0,0 0 1 0 0,1-1-1 0 0,10-2 1 0 0,-12 1-184 0 0,-1 1 0 0 0,1-1 0 0 0,0 0 0 0 0,0-1 1 0 0,-1 1-1 0 0,1-1 0 0 0,-1 0 0 0 0,0 0 0 0 0,0 0 1 0 0,0-1-1 0 0,0 1 0 0 0,-1-1 0 0 0,0 0 0 0 0,4-5 1 0 0,19-30-4349 0 0,-7 2-3318 0 0,-7 12 1989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7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0 552 0 0,'-14'2'5061'0'0,"12"-1"-4621"0"0,0 1 0 0 0,1 0 0 0 0,-1 0 0 0 0,0 0 0 0 0,1 0 0 0 0,0 0-1 0 0,-1 0 1 0 0,1 1 0 0 0,0-1 0 0 0,0 0 0 0 0,0 1 0 0 0,1-1 0 0 0,-1 0 0 0 0,0 1 0 0 0,1-1 0 0 0,0 1-1 0 0,-1-1 1 0 0,1 1 0 0 0,0-1 0 0 0,0 1 0 0 0,1 4 0 0 0,15 62 4140 0 0,-11-51-3594 0 0,3 18 1436 0 0,5 62 0 0 0,4 18 563 0 0,34 102 1096 0 0,-47-207-4081 0 0,2 3 0 0 0,-5-4-39 0 0,-1-8-197 0 0,4-5-727 0 0,0 0 772 0 0,-1 0 1 0 0,0-1 0 0 0,0 1-1 0 0,0-1 1 0 0,0 0-1 0 0,0 0 1 0 0,-1 0-1 0 0,0 0 1 0 0,0-1-1 0 0,0 1 1 0 0,0 0 0 0 0,-1-1-1 0 0,0 0 1 0 0,0 1-1 0 0,0-1 1 0 0,0 0-1 0 0,-1 1 1 0 0,1-1-1 0 0,-1 0 1 0 0,-1-5 0 0 0,0-9-314 0 0,-2 0 1 0 0,0 0 0 0 0,-1 0-1 0 0,-8-22 1 0 0,12 40 574 0 0,0 0-1 0 0,0 0 1 0 0,0 0 0 0 0,-1 0 0 0 0,1 0-1 0 0,0 0 1 0 0,-1 0 0 0 0,1 0 0 0 0,-1 0-1 0 0,1 0 1 0 0,-1 0 0 0 0,1 0 0 0 0,-1 0-1 0 0,0 1 1 0 0,1-1 0 0 0,-1 0 0 0 0,0 1-1 0 0,0-1 1 0 0,0 0 0 0 0,1 1 0 0 0,-1-1-1 0 0,0 1 1 0 0,-2-2 0 0 0,2 2-36 0 0,-1-1 1247 0 0,2 12-907 0 0,-1-7-250 0 0,1 0 1 0 0,0 0 0 0 0,0 0 0 0 0,1 0 0 0 0,-1 0 0 0 0,1 0 0 0 0,0 0-1 0 0,0 0 1 0 0,0 0 0 0 0,0-1 0 0 0,1 1 0 0 0,3 6 0 0 0,-1-3-59 0 0,0-1 0 0 0,1 0 1 0 0,0 0-1 0 0,0-1 0 0 0,0 1 1 0 0,1-1-1 0 0,-1 0 1 0 0,1-1-1 0 0,1 1 0 0 0,-1-1 1 0 0,1 0-1 0 0,-1-1 0 0 0,1 0 1 0 0,0 0-1 0 0,0 0 0 0 0,12 2 1 0 0,2-1-220 0 0,1-1 1 0 0,-1-1 0 0 0,0-1-1 0 0,37-3 1 0 0,-49 1 48 0 0,-1 1 1 0 0,0-1-1 0 0,1 0 1 0 0,-1-1 0 0 0,0 0-1 0 0,0 0 1 0 0,0-1-1 0 0,0 0 1 0 0,0-1-1 0 0,-1 1 1 0 0,1-1-1 0 0,-1-1 1 0 0,0 1-1 0 0,0-1 1 0 0,-1-1-1 0 0,1 1 1 0 0,-1-1 0 0 0,-1 0-1 0 0,1-1 1 0 0,-1 1-1 0 0,0-1 1 0 0,0 0-1 0 0,-1 0 1 0 0,0-1-1 0 0,0 1 1 0 0,-1-1-1 0 0,0 0 1 0 0,0 0-1 0 0,0 0 1 0 0,-1 0 0 0 0,-1 0-1 0 0,0-1 1 0 0,1-9-1 0 0,-2 16 170 0 0,0 0 1 0 0,0 1-1 0 0,0-1 1 0 0,0 0-1 0 0,-1 0 0 0 0,1 0 1 0 0,0 0-1 0 0,-1 1 0 0 0,1-1 1 0 0,-1 0-1 0 0,0 0 0 0 0,0 1 1 0 0,0-1-1 0 0,0 0 0 0 0,0 1 1 0 0,0-1-1 0 0,0 1 0 0 0,0 0 1 0 0,0-1-1 0 0,-1 1 0 0 0,1 0 1 0 0,-1 0-1 0 0,1-1 0 0 0,-1 1 1 0 0,1 0-1 0 0,-1 1 1 0 0,0-1-1 0 0,1 0 0 0 0,-1 0 1 0 0,0 1-1 0 0,0-1 0 0 0,1 1 1 0 0,-1-1-1 0 0,0 1 0 0 0,0 0 1 0 0,0 0-1 0 0,0 0 0 0 0,0 0 1 0 0,1 0-1 0 0,-1 0 0 0 0,0 0 1 0 0,0 1-1 0 0,-2 0 0 0 0,-2 0 131 0 0,0 0-1 0 0,0 1 0 0 0,0 0 1 0 0,0 0-1 0 0,0 0 0 0 0,1 1 1 0 0,-1-1-1 0 0,1 1 0 0 0,0 1 1 0 0,0-1-1 0 0,0 1 0 0 0,-9 8 1 0 0,10-7-184 0 0,0 1 1 0 0,1-1-1 0 0,-1 1 1 0 0,1 0 0 0 0,0 0-1 0 0,1 0 1 0 0,0 1-1 0 0,0-1 1 0 0,0 0 0 0 0,0 1-1 0 0,1 0 1 0 0,0-1-1 0 0,1 1 1 0 0,-1-1 0 0 0,1 1-1 0 0,1 0 1 0 0,-1-1-1 0 0,1 1 1 0 0,0 0 0 0 0,1-1-1 0 0,3 10 1 0 0,-4-10-16 0 0,2 0 0 0 0,-1 0 0 0 0,0-1 0 0 0,1 0 0 0 0,0 1-1 0 0,1-1 1 0 0,-1 0 0 0 0,1 0 0 0 0,0-1 0 0 0,0 1 0 0 0,0-1 0 0 0,1 0 0 0 0,-1 0 0 0 0,1 0 0 0 0,0-1 0 0 0,0 0 0 0 0,1 0-1 0 0,-1 0 1 0 0,1 0 0 0 0,-1-1 0 0 0,1 0 0 0 0,0 0 0 0 0,9 1 0 0 0,-7-2-174 0 0,0 0-1 0 0,0-1 1 0 0,-1 0 0 0 0,1-1-1 0 0,0 1 1 0 0,0-2 0 0 0,0 1-1 0 0,-1-1 1 0 0,1 0 0 0 0,-1-1 0 0 0,1 1-1 0 0,-1-2 1 0 0,13-6 0 0 0,11-17-5806 0 0,-9-9-6133 0 0,-15 22 5244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6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1 256 1948 0 0,'0'0'18110'0'0,"13"41"-12864"0"0,4 7-1089 0 0,-15-46-3717 0 0,4 9 2074 0 0,-6-11-2507 0 0,0 0 0 0 0,0 1 0 0 0,1-1 1 0 0,-1 0-1 0 0,0 0 0 0 0,0 0 0 0 0,0 0 0 0 0,1 0 0 0 0,-1 0 0 0 0,0 0 1 0 0,0 0-1 0 0,1 0 0 0 0,-1 0 0 0 0,0 0 0 0 0,0 0 0 0 0,1 0 0 0 0,-1 0 0 0 0,0 0 1 0 0,0 0-1 0 0,1 0 0 0 0,-1 0 0 0 0,0 0 0 0 0,0-1 0 0 0,0 1 0 0 0,1 0 1 0 0,-1 0-1 0 0,0 0 0 0 0,0 0 0 0 0,0 0 0 0 0,1-1 0 0 0,-1 1 0 0 0,0 0 1 0 0,0 0-1 0 0,0 0 0 0 0,0 0 0 0 0,0-1 0 0 0,1 1 0 0 0,-1 0 0 0 0,0 0 1 0 0,0-1-1 0 0,0 1 0 0 0,0 0 0 0 0,0 0 0 0 0,0 0 0 0 0,0-1 0 0 0,0 1 1 0 0,0 0-1 0 0,0 0 0 0 0,0-1 0 0 0,0 1 0 0 0,0-1 0 0 0,4-12-45 0 0,-4 13 57 0 0,8-65-19 0 0,-6 47 0 0 0,0-1 0 0 0,1 1 0 0 0,1 0 0 0 0,8-23 0 0 0,-9 32 0 0 0,1 1 0 0 0,1-1 0 0 0,-1 1 0 0 0,1 0 0 0 0,1 0 0 0 0,0 0 0 0 0,0 0 0 0 0,0 1 0 0 0,1 0 0 0 0,0 1 0 0 0,0 0 0 0 0,1 0 0 0 0,0 0 0 0 0,0 1 0 0 0,0 0 0 0 0,0 0 0 0 0,1 1 0 0 0,11-4 0 0 0,-2 0 0 0 0,-12 4 0 0 0,0 1 0 0 0,0 1 0 0 0,0-1 0 0 0,1 1 0 0 0,-1 0 0 0 0,1 1 0 0 0,0-1 0 0 0,13 0 0 0 0,-7 3 0 0 0,2 4 0 0 0,-7 3 0 0 0,-2 4 0 0 0,1 1 0 0 0,-1-1 0 0 0,-4 1 0 0 0,1-3-16 0 0,-3-10-69 0 0,1 1 1 0 0,-1-1-1 0 0,0 0 0 0 0,0 1 0 0 0,1-1 0 0 0,-1 0 1 0 0,0 0-1 0 0,0 1 0 0 0,1-1 0 0 0,-1 0 1 0 0,0 0-1 0 0,1 0 0 0 0,-1 1 0 0 0,0-1 1 0 0,1 0-1 0 0,-1 0 0 0 0,0 0 0 0 0,1 0 1 0 0,-1 0-1 0 0,0 0 0 0 0,1 0 0 0 0,-1 0 1 0 0,0 0-1 0 0,1 0 0 0 0,-1 0 0 0 0,0 0 1 0 0,1 0-1 0 0,-1 0 0 0 0,1 0 0 0 0,-1 0 1 0 0,0 0-1 0 0,1 0 0 0 0,-1 0 0 0 0,0 0 1 0 0,1-1-1 0 0,-1 1 0 0 0,0 0 0 0 0,0 0 1 0 0,1 0-1 0 0,-1-1 0 0 0,0 1 0 0 0,1 0 1 0 0,-1-1-1 0 0,8-5-4367 0 0,3-12-14633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6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20 924 0 0,'-18'13'15402'0'0,"16"-11"-14890"0"0,0 1 1 0 0,1 0-1 0 0,0-1 0 0 0,0 1 1 0 0,0 0-1 0 0,0 0 0 0 0,0 0 1 0 0,1 0-1 0 0,-1 0 0 0 0,1 0 1 0 0,0 0-1 0 0,-1 0 0 0 0,2 0 1 0 0,-1 0-1 0 0,0 0 0 0 0,0 0 0 0 0,1 0 1 0 0,1 4-1 0 0,-1-3-329 0 0,0-1 0 0 0,0 0-1 0 0,0 1 1 0 0,1-1 0 0 0,-1 0 0 0 0,1 0 0 0 0,0 0-1 0 0,0 0 1 0 0,0 0 0 0 0,0-1 0 0 0,0 1-1 0 0,1-1 1 0 0,-1 1 0 0 0,1-1 0 0 0,-1 0-1 0 0,1 0 1 0 0,3 2 0 0 0,4 1-52 0 0,0-1 0 0 0,0-1 0 0 0,1 0 0 0 0,-1 0 0 0 0,0-1-1 0 0,1 0 1 0 0,0-1 0 0 0,-1 0 0 0 0,1 0 0 0 0,0-1 0 0 0,0-1 0 0 0,-1 0 0 0 0,13-3 0 0 0,0-2-211 0 0,1 0 1 0 0,-1-2 0 0 0,0-1-1 0 0,36-20 1 0 0,-57 28 76 0 0,1-1 0 0 0,-1 0 0 0 0,1 1 0 0 0,-1-1 0 0 0,1 0 0 0 0,-1 0 0 0 0,0 0-1 0 0,0 0 1 0 0,0-1 0 0 0,0 1 0 0 0,0 0 0 0 0,-1-1 0 0 0,1 0 0 0 0,-1 1 0 0 0,0-1 0 0 0,1 0 0 0 0,-1 0 0 0 0,0 1 0 0 0,-1-1-1 0 0,1 0 1 0 0,0 0 0 0 0,-1 0 0 0 0,0 0 0 0 0,1 0 0 0 0,-1 0 0 0 0,-1-4 0 0 0,1 5 40 0 0,-1 1 0 0 0,1-1 0 0 0,0 0 0 0 0,-1 1 0 0 0,0-1-1 0 0,1 1 1 0 0,-1-1 0 0 0,0 1 0 0 0,0-1 0 0 0,0 1 0 0 0,0-1 0 0 0,0 1 0 0 0,0 0 0 0 0,0 0 0 0 0,-1-1 0 0 0,1 1 0 0 0,0 0 0 0 0,-1 0 0 0 0,-1-1 0 0 0,1 1 18 0 0,-1 0 1 0 0,0 0 0 0 0,1 1-1 0 0,-1-1 1 0 0,0 1-1 0 0,0-1 1 0 0,0 1 0 0 0,1 0-1 0 0,-1 0 1 0 0,0 0 0 0 0,0 0-1 0 0,0 0 1 0 0,0 1-1 0 0,1-1 1 0 0,-4 2 0 0 0,-5 1-17 0 0,0 1 1 0 0,1 1-1 0 0,-1 0 0 0 0,1 0 1 0 0,0 1-1 0 0,1 0 1 0 0,-1 0-1 0 0,1 1 1 0 0,0 1-1 0 0,1-1 1 0 0,-10 13-1 0 0,15-18-40 0 0,1 1 0 0 0,0-1 0 0 0,0 1 0 0 0,0 0 1 0 0,0 0-1 0 0,0 0 0 0 0,0 0 0 0 0,1 0 0 0 0,0 0 0 0 0,-1 0 0 0 0,1 0 0 0 0,0 1 0 0 0,1-1 0 0 0,-1 1 0 0 0,0-1 0 0 0,1 0 0 0 0,0 1 0 0 0,0-1 1 0 0,0 1-1 0 0,0-1 0 0 0,1 1 0 0 0,-1-1 0 0 0,1 0 0 0 0,0 1 0 0 0,0-1 0 0 0,0 0 0 0 0,0 1 0 0 0,1-1 0 0 0,-1 0 0 0 0,1 0 0 0 0,0 0 0 0 0,0-1 1 0 0,0 1-1 0 0,0 0 0 0 0,0-1 0 0 0,1 1 0 0 0,-1-1 0 0 0,1 1 0 0 0,0-1 0 0 0,3 2 0 0 0,-1-1 1 0 0,0 0 0 0 0,0-1 0 0 0,1 1 0 0 0,-1-1 0 0 0,1 0 0 0 0,0-1 0 0 0,0 1 0 0 0,0-1 0 0 0,0 0 0 0 0,0-1 0 0 0,0 1 0 0 0,0-1 0 0 0,0-1 0 0 0,0 1 0 0 0,6-2 0 0 0,8-1 0 0 0,0-1 0 0 0,-1 0 0 0 0,22-9 0 0 0,-15 0 0 0 0,-17 7 0 0 0,2 0 0 0 0,-1 1 0 0 0,21-7 0 0 0,-19 9 0 0 0,0-1 0 0 0,-5-1-32 0 0,-6 4-197 0 0,-7-29-22199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7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0 968 0 0,'-3'3'1722'0'0,"0"-1"-1205"0"0,1 0-1 0 0,-1 1 1 0 0,0-1-1 0 0,1 1 0 0 0,0 0 1 0 0,0 0-1 0 0,0 0 1 0 0,0 0-1 0 0,0 0 1 0 0,0 0-1 0 0,1 1 0 0 0,-1-1 1 0 0,1 1-1 0 0,0-1 1 0 0,0 1-1 0 0,1-1 1 0 0,-2 8-1 0 0,2 3 920 0 0,0 0 0 0 0,1 0 0 0 0,4 21 1 0 0,1 27 1515 0 0,8 128 3419 0 0,-10-143-5046 0 0,7 24 862 0 0,-6-45-1087 0 0,3 53 1 0 0,-10-72-1101 0 0,2-10 0 0 0,15 57 0 0 0,-15-54 4 0 0,0 0 0 0 0,0 1 1 0 0,0-1-1 0 0,0 0 0 0 0,0 0 0 0 0,0 0 0 0 0,0 0 0 0 0,0 1 0 0 0,0-1 1 0 0,0 0-1 0 0,0 0 0 0 0,0 0 0 0 0,0 0 0 0 0,0 0 0 0 0,0 1 1 0 0,1-1-1 0 0,-1 0 0 0 0,0 0 0 0 0,0 0 0 0 0,0 0 0 0 0,0 0 1 0 0,0 0-1 0 0,0 1 0 0 0,0-1 0 0 0,1 0 0 0 0,-1 0 0 0 0,0 0 1 0 0,0 0-1 0 0,0 0 0 0 0,0 0 0 0 0,0 0 0 0 0,1 0 0 0 0,-1 0 1 0 0,0 0-1 0 0,0 0 0 0 0,0 0 0 0 0,0 0 0 0 0,1 0 0 0 0,-1 0 1 0 0,0 0-1 0 0,0 0 0 0 0,0 0 0 0 0,0 0 0 0 0,0 0 0 0 0,1 0 1 0 0,-1 0-1 0 0,0 0 0 0 0,0 0 0 0 0,0 0 0 0 0,0 0 0 0 0,0 0 1 0 0,1 0-1 0 0,-1 0 0 0 0,0 0 0 0 0,0-1 0 0 0,0 1 0 0 0,0 0 1 0 0,0 0-1 0 0,0 0 0 0 0,1 0 0 0 0,-1 0 0 0 0,0 0 0 0 0,0-1 0 0 0,10-14-1392 0 0,3-13-4040 0 0,7 5-9741 0 0,-15 16 8957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7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322 123 644 0 0,'7'-22'6496'0'0,"-7"17"-5835"0"0,0 0 60 0 0,1-1-1 0 0,-1 1 0 0 0,-1-1 0 0 0,1 1 1 0 0,-1 0-1 0 0,0-1 0 0 0,0 1 0 0 0,0-1 1 0 0,-1 1-1 0 0,1 0 0 0 0,-2 0 0 0 0,1 0 1 0 0,-4-7-1 0 0,2 10-368 0 0,0 0 1 0 0,1 0-1 0 0,-1 0 1 0 0,0 1-1 0 0,0 0 0 0 0,0 0 1 0 0,0 0-1 0 0,0 0 1 0 0,0 0-1 0 0,0 1 0 0 0,0 0 1 0 0,0 0-1 0 0,0 0 1 0 0,0 0-1 0 0,-5 1 0 0 0,-12 4 559 0 0,0 1 0 0 0,0 1 0 0 0,1 0-1 0 0,0 2 1 0 0,-21 11 0 0 0,33-15-691 0 0,1-1 1 0 0,0 1 0 0 0,0 0 0 0 0,0 0 0 0 0,0 1-1 0 0,1 0 1 0 0,0 0 0 0 0,0 1 0 0 0,1-1-1 0 0,0 1 1 0 0,0 0 0 0 0,0 1 0 0 0,1-1 0 0 0,0 1-1 0 0,1 0 1 0 0,-4 9 0 0 0,7 12-195 0 0,7-16-26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7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1 147 32767 0 0,'1'0'-46'0'0,"8"4"-65"0"0,1-1 1 0 0,-1 0-1 0 0,1 0 1 0 0,0-1-1 0 0,0-1 0 0 0,0 1 1 0 0,0-2-1 0 0,0 1 0 0 0,0-1 1 0 0,0-1-1 0 0,0 0 0 0 0,18-4 1 0 0,-16 1-125 0 0,0-1 1 0 0,0 0 0 0 0,0-1-1 0 0,0 0 1 0 0,-1-1 0 0 0,0 0-1 0 0,-1-1 1 0 0,0 0-1 0 0,0 0 1 0 0,0-1 0 0 0,-1-1-1 0 0,8-10 1 0 0,14-35 1131 0 0,-30 54-98 0 0,-2 7-707 0 0,0 0-60 0 0,-1 8 77 0 0,1 0 1 0 0,0 0-1 0 0,1 17 1 0 0,0-29-110 0 0,0 1 1 0 0,0-1-1 0 0,1 1 1 0 0,-1-1-1 0 0,1 1 1 0 0,-1-1-1 0 0,1 1 1 0 0,0-1-1 0 0,0 0 1 0 0,0 1 0 0 0,0-1-1 0 0,0 0 1 0 0,1 0-1 0 0,-1 0 1 0 0,1 0-1 0 0,-1 0 1 0 0,1 0-1 0 0,0 0 1 0 0,-1 0-1 0 0,1-1 1 0 0,0 1-1 0 0,0-1 1 0 0,1 1-1 0 0,3 1 1 0 0,2 0-78 0 0,-6-2-40 0 0,0 1 0 0 0,1-1 1 0 0,0 0-1 0 0,-1 0 0 0 0,1 0 1 0 0,0 0-1 0 0,-1-1 0 0 0,1 1 0 0 0,0-1 1 0 0,0 0-1 0 0,-1 0 0 0 0,1 0 1 0 0,0 0-1 0 0,0 0 0 0 0,-1 0 0 0 0,1-1 1 0 0,0 1-1 0 0,0-1 0 0 0,-1 0 1 0 0,1 0-1 0 0,-1 0 0 0 0,1 0 0 0 0,0 0 1 0 0,-1-1-1 0 0,0 1 0 0 0,1-1 1 0 0,-1 1-1 0 0,2-3 0 0 0,6-5-1267 0 0,0 0 0 0 0,0 0 0 0 0,-1-1 0 0 0,-1-1 0 0 0,0 1 1 0 0,11-19-1 0 0,-2 4-5428 0 0,-4 3 882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8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16 44 0 0,'-17'-15'10882'0'0,"4"15"-4324"0"0,11 1-6233 0 0,0 0 0 0 0,1 1 0 0 0,-1-1 0 0 0,1 1 0 0 0,0-1 0 0 0,-1 1 0 0 0,1 0 0 0 0,0-1 0 0 0,0 1-1 0 0,0 0 1 0 0,0 0 0 0 0,0 0 0 0 0,0 0 0 0 0,0 3 0 0 0,-3 8 247 0 0,1 1 1 0 0,1-1-1 0 0,-1 26 0 0 0,1-7 477 0 0,3 24 366 0 0,6 8 69 0 0,3 10-83 0 0,2-27-612 0 0,-8-24-459 0 0,2 0 1 0 0,1-1-1 0 0,1 0 0 0 0,1 0 1 0 0,13 25-1 0 0,-8-17-333 0 0,-13-26-401 0 0,1 1 0 0 0,0 0 0 0 0,0-1 0 0 0,0 1 0 0 0,1-1 0 0 0,0 0 0 0 0,-1 0-1 0 0,1 0 1 0 0,7 7 0 0 0,-9-10-628 0 0,-2-7-5263 0 0,-13-31 3344 0 0,-2 10-7207 0 0,10 18 5499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8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35 108 0 0,'-1'0'258'0'0,"0"1"1"0"0,0 0-1 0 0,0-1 1 0 0,0 1-1 0 0,0 0 1 0 0,0-1-1 0 0,0 1 1 0 0,1 0-1 0 0,-1 0 0 0 0,0 0 1 0 0,0 0-1 0 0,1 0 1 0 0,-1 0-1 0 0,1 0 1 0 0,-1 0-1 0 0,1 0 1 0 0,-1 0-1 0 0,1 0 0 0 0,0 0 1 0 0,-1 0-1 0 0,1 0 1 0 0,0 0-1 0 0,0 1 1 0 0,0-1-1 0 0,0 0 1 0 0,0 0-1 0 0,0 0 0 0 0,0 0 1 0 0,0 2-1 0 0,-4 16 3369 0 0,6-15-3176 0 0,0 0 1 0 0,1-1 0 0 0,-1 0-1 0 0,1 1 1 0 0,-1-1 0 0 0,1 0-1 0 0,0 0 1 0 0,0 0-1 0 0,5 3 1 0 0,0 0 95 0 0,1 0-1 0 0,0-1 1 0 0,0 0 0 0 0,1-1-1 0 0,-1 0 1 0 0,1 0-1 0 0,0-1 1 0 0,17 4 0 0 0,-11-5-372 0 0,-1 0 1 0 0,0-1-1 0 0,1-1 1 0 0,-1 0-1 0 0,21-4 1 0 0,-10 0-874 0 0,0-2 1 0 0,-1-1-1 0 0,0 0 1 0 0,0-2 0 0 0,-1-1-1 0 0,37-22 1 0 0,-49 25 155 0 0,-1 0-1 0 0,0-1 1 0 0,0-1-1 0 0,-1 0 1 0 0,0 0 0 0 0,-1-1-1 0 0,10-13 1 0 0,-18 21 843 0 0,0-4 1367 0 0,1 13 1908 0 0,2 10-502 0 0,-4-6-2970 0 0,0 0 553 0 0,1-1 0 0 0,0 1 1 0 0,1 0-1 0 0,0-1 0 0 0,0 0 1 0 0,1 1-1 0 0,1-1 0 0 0,-1 0 1 0 0,2 0-1 0 0,-1-1 0 0 0,1 1 1 0 0,1-1-1 0 0,11 15 0 0 0,-16-24-752 0 0,-1 1 0 0 0,0 0 0 0 0,1 0 0 0 0,-1-1 0 0 0,1 1 0 0 0,-1 0 0 0 0,1-1 0 0 0,-1 1 0 0 0,1-1 0 0 0,-1 1 0 0 0,1-1 0 0 0,0 1 0 0 0,-1-1 0 0 0,1 1 0 0 0,0-1 0 0 0,-1 0 0 0 0,1 1 0 0 0,0-1 0 0 0,0 0-1 0 0,-1 0 1 0 0,1 1 0 0 0,0-1 0 0 0,0 0 0 0 0,1 0 0 0 0,9-17-3700 0 0,-8 11 3643 0 0,4-24-4202 0 0,-7 8-1563 0 0,0 13 2101 0 0,0-7-1963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8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16 972 0 0,'-4'-15'25385'0'0,"1"34"-25570"0"0,-1 7-2459 0 0,3-6-5815 0 0,9-2-2514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9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1 154 552 0 0,'0'0'18052'0'0,"19"24"-8793"0"0,-13-14-8086 0 0,-4-2-850 0 0,1 1 0 0 0,0-1 0 0 0,0 0 1 0 0,1 0-1 0 0,0-1 0 0 0,1 1 0 0 0,-1-1 0 0 0,1 0 0 0 0,1 0 1 0 0,11 12-1 0 0,-14-16-316 0 0,1 0 0 0 0,0 0 0 0 0,0 0 0 0 0,0-1 0 0 0,0 0 1 0 0,0 1-1 0 0,0-2 0 0 0,1 1 0 0 0,-1 0 0 0 0,1-1 0 0 0,-1 0 0 0 0,1 0 1 0 0,0 0-1 0 0,-1 0 0 0 0,1-1 0 0 0,0 0 0 0 0,0 0 0 0 0,-1 0 0 0 0,1-1 1 0 0,0 1-1 0 0,0-1 0 0 0,8-3 0 0 0,-3 1-134 0 0,0 0 0 0 0,0-1 0 0 0,-1 0 0 0 0,1-1 0 0 0,-1 0 0 0 0,0 0 0 0 0,0-1 0 0 0,-1 0 0 0 0,1 0 0 0 0,-1-1 0 0 0,-1 0 0 0 0,1-1 0 0 0,-1 0 0 0 0,-1 0 0 0 0,1 0 0 0 0,-2-1 0 0 0,1 0 0 0 0,-1 0 0 0 0,0-1 0 0 0,5-13 0 0 0,-9 18 202 0 0,0 0-1 0 0,0 0 0 0 0,-1-1 1 0 0,0 1-1 0 0,1 0 1 0 0,-1 0-1 0 0,-1-1 1 0 0,-1-8-1 0 0,2 12-3 0 0,-1 1-1 0 0,1-1 1 0 0,0 0-1 0 0,-1 0 1 0 0,0 1-1 0 0,1-1 1 0 0,-1 0 0 0 0,0 1-1 0 0,0-1 1 0 0,0 1-1 0 0,0-1 1 0 0,0 1-1 0 0,0-1 1 0 0,-1 1-1 0 0,1 0 1 0 0,0 0 0 0 0,-1-1-1 0 0,1 1 1 0 0,-1 0-1 0 0,1 0 1 0 0,-1 0-1 0 0,0 1 1 0 0,1-1-1 0 0,-1 0 1 0 0,0 1 0 0 0,1-1-1 0 0,-3 0 1 0 0,-7 1-38 0 0,10 0-33 0 0,0 0 0 0 0,0-1 0 0 0,0 1 0 0 0,0 0 0 0 0,0 0 0 0 0,-1 0 0 0 0,1 0 0 0 0,0 1 0 0 0,0-1 0 0 0,0 0 0 0 0,0 0 0 0 0,0 1 0 0 0,0-1 0 0 0,0 0 0 0 0,0 1 0 0 0,0-1 0 0 0,0 1 0 0 0,0-1 0 0 0,0 1 0 0 0,1 0 0 0 0,-1-1 0 0 0,0 1 0 0 0,0 0 0 0 0,0 0 0 0 0,1 0 0 0 0,-1-1 0 0 0,0 1 0 0 0,1 0 0 0 0,-2 2 0 0 0,2-1 0 0 0,-2 0 0 0 0,0 1 0 0 0,0 0 0 0 0,0 0 0 0 0,0 0 0 0 0,1 0 0 0 0,0 0 0 0 0,-1 0 0 0 0,1 0 0 0 0,0 1 0 0 0,1-1 0 0 0,-1 0 0 0 0,0 0 0 0 0,1 1 0 0 0,0 4 0 0 0,-1 6 0 0 0,1-11 0 0 0,0 0 0 0 0,0-1 0 0 0,0 1 0 0 0,0 0 0 0 0,1 0 0 0 0,-1 0 0 0 0,1-1 0 0 0,0 1 0 0 0,0 0 0 0 0,0-1 0 0 0,0 1 0 0 0,0-1 0 0 0,1 1 0 0 0,-1-1 0 0 0,1 1 0 0 0,-1-1 0 0 0,4 3 0 0 0,1 3 0 0 0,-1-3 0 0 0,0 0 0 0 0,0 0 0 0 0,0 0 0 0 0,0-1 0 0 0,1 1 0 0 0,0-2 0 0 0,0 1 0 0 0,0-1 0 0 0,0 1 0 0 0,1-2 0 0 0,-1 1 0 0 0,1-1 0 0 0,-1 0 0 0 0,1 0 0 0 0,0-1 0 0 0,0 0 0 0 0,0 0 0 0 0,0 0 1 0 0,0-1-1 0 0,12-1 0 0 0,15-1-3 0 0,-1-2 1 0 0,62-13-1 0 0,-75 12-369 0 0,1-1 0 0 0,-1-1 0 0 0,0-1 0 0 0,-1 0 0 0 0,27-16-1 0 0,-35 17 90 0 0,0 0-1 0 0,-1-1 1 0 0,0 0-1 0 0,-1 0 0 0 0,1-1 1 0 0,-2 0-1 0 0,1-1 1 0 0,-1 0-1 0 0,-1 0 0 0 0,9-16 1 0 0,-15 24 304 0 0,0 0 0 0 0,0 0 1 0 0,0 0-1 0 0,0 0 0 0 0,0 0 1 0 0,0 0-1 0 0,-1 0 0 0 0,1-1 0 0 0,-1 1 1 0 0,1 0-1 0 0,-1 0 0 0 0,0-1 1 0 0,0 1-1 0 0,0 0 0 0 0,0 0 0 0 0,-1-1 1 0 0,0-3-1 0 0,0 5 35 0 0,1 0 0 0 0,-1-1 0 0 0,0 1 0 0 0,0 0 0 0 0,0 0 0 0 0,0-1 0 0 0,0 1 0 0 0,0 0 0 0 0,0 0 0 0 0,0 0 0 0 0,-1 0 1 0 0,1 0-1 0 0,0 1 0 0 0,-1-1 0 0 0,1 0 0 0 0,0 1 0 0 0,-1-1 0 0 0,1 1 0 0 0,-4-2 0 0 0,1 2 99 0 0,-1-1 0 0 0,0 1 0 0 0,0-1 0 0 0,0 1 0 0 0,1 1 0 0 0,-1-1 0 0 0,0 1 0 0 0,0-1 0 0 0,1 1 1 0 0,-1 1-1 0 0,0-1 0 0 0,1 1 0 0 0,-1 0 0 0 0,1 0 0 0 0,-7 4 0 0 0,7-3-90 0 0,-1 1 0 0 0,1 0 0 0 0,0 0 1 0 0,0 0-1 0 0,0 0 0 0 0,0 1 0 0 0,1-1 0 0 0,0 1 0 0 0,0 0 1 0 0,0 0-1 0 0,0 0 0 0 0,1 1 0 0 0,0-1 0 0 0,0 1 1 0 0,0-1-1 0 0,1 1 0 0 0,0 0 0 0 0,0-1 0 0 0,0 1 0 0 0,1 0 1 0 0,0 0-1 0 0,1 9 0 0 0,0-7-75 0 0,0-1 0 0 0,0 0 1 0 0,1 0-1 0 0,0 0 0 0 0,0 0 0 0 0,1 0 0 0 0,-1 0 1 0 0,2 0-1 0 0,-1-1 0 0 0,1 1 0 0 0,0-1 0 0 0,0 0 1 0 0,1 0-1 0 0,-1-1 0 0 0,1 1 0 0 0,1-1 0 0 0,9 7 1 0 0,-11-9-461 0 0,0-1 1 0 0,0 0-1 0 0,1 0 1 0 0,-1 0-1 0 0,1 0 1 0 0,-1-1-1 0 0,1 0 1 0 0,0 0-1 0 0,0 0 1 0 0,0 0 0 0 0,-1-1-1 0 0,8 0 1 0 0,33-6-13580 0 0,-27 0 6986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0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1 156 0 0,'-6'0'18744'0'0,"-1"35"-15079"0"0,-6 61-1 0 0,12-81-3070 0 0,1 0 1 0 0,0 0-1 0 0,1 0 0 0 0,1 0 1 0 0,0 0-1 0 0,1 0 0 0 0,5 17 1 0 0,-5-25-535 0 0,0-1 1 0 0,0 0-1 0 0,0 1 1 0 0,1-1 0 0 0,0-1-1 0 0,0 1 1 0 0,1 0-1 0 0,0-1 1 0 0,0 0 0 0 0,0 0-1 0 0,0 0 1 0 0,1-1 0 0 0,0 0-1 0 0,-1 0 1 0 0,2 0-1 0 0,-1-1 1 0 0,0 0 0 0 0,1 0-1 0 0,-1-1 1 0 0,1 1 0 0 0,0-1-1 0 0,0-1 1 0 0,0 0-1 0 0,0 0 1 0 0,0 0 0 0 0,0 0-1 0 0,0-1 1 0 0,0-1 0 0 0,0 1-1 0 0,0-1 1 0 0,7-2-1 0 0,-3 2-67 0 0,-2-1 0 0 0,1 0 0 0 0,0-1 0 0 0,0 0 0 0 0,-1-1 0 0 0,0 0 0 0 0,1 0 0 0 0,-1-1-1 0 0,-1 0 1 0 0,1-1 0 0 0,-1 0 0 0 0,0 0 0 0 0,0-1 0 0 0,-1 0 0 0 0,0 0 0 0 0,0-1 0 0 0,-1 0-1 0 0,0 0 1 0 0,0 0 0 0 0,-1-1 0 0 0,6-12 0 0 0,-9 17 7 0 0,0-1 0 0 0,-1 0 0 0 0,0 0 0 0 0,0 0 0 0 0,0 0 0 0 0,0 0 0 0 0,-1 0 0 0 0,0 0 0 0 0,0 0 0 0 0,0 0 0 0 0,-1 0 0 0 0,1 0 0 0 0,-1 0 0 0 0,-1 1 0 0 0,1-1 0 0 0,0 0 0 0 0,-1 0 0 0 0,0 1 0 0 0,0-1 0 0 0,-1 1 0 0 0,-5-8 0 0 0,-2 5 0 0 0,-5 3 0 0 0,-7 4-1 0 0,18 3-7 0 0,3-1-1 0 0,-1-1-264 0 0,-10 20-5480 0 0,11-18 2846 0 0,-4 3 2614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0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14 1372 0 0,'0'0'15830'0'0,"-6"3"-14518"0"0,3-1-995 0 0,0-1-1 0 0,0 1 1 0 0,1 0 0 0 0,-1 0-1 0 0,0 0 1 0 0,0 0-1 0 0,1 1 1 0 0,-1-1-1 0 0,1 1 1 0 0,0-1 0 0 0,0 1-1 0 0,0 0 1 0 0,0 0-1 0 0,1 0 1 0 0,-1 0-1 0 0,1 0 1 0 0,-1 1-1 0 0,1-1 1 0 0,0 0 0 0 0,0 0-1 0 0,1 1 1 0 0,-1-1-1 0 0,1 1 1 0 0,0 6-1 0 0,-1-5-121 0 0,1 0 0 0 0,1 0 0 0 0,-1 0 0 0 0,1 0 0 0 0,0-1 0 0 0,0 1 0 0 0,1 0 0 0 0,-1 0 0 0 0,1-1 0 0 0,0 1 0 0 0,0 0 0 0 0,1-1 0 0 0,-1 0 0 0 0,1 0 0 0 0,0 0 0 0 0,0 0 0 0 0,0 0 0 0 0,6 5 0 0 0,-3-5-107 0 0,-1 0 1 0 0,1-1 0 0 0,0 0-1 0 0,0 0 1 0 0,0 0 0 0 0,0-1-1 0 0,0 0 1 0 0,0 0-1 0 0,1 0 1 0 0,-1-1 0 0 0,1 0-1 0 0,-1 0 1 0 0,1-1 0 0 0,6 0-1 0 0,11 0-163 0 0,-1-2 0 0 0,-1 0 0 0 0,1-2 0 0 0,0 0 0 0 0,28-10 1 0 0,-40 10-137 0 0,0 0 1 0 0,0-1 0 0 0,0 0 0 0 0,0 0-1 0 0,-1-2 1 0 0,0 1 0 0 0,0-1 0 0 0,0 0-1 0 0,-1-1 1 0 0,0 0 0 0 0,-1-1 0 0 0,8-9-1 0 0,-14 17 195 0 0,-1-1-1 0 0,0 1 1 0 0,1-1 0 0 0,-1 1-1 0 0,0-1 1 0 0,0 0 0 0 0,0 0-1 0 0,0 1 1 0 0,0-1-1 0 0,-1 0 1 0 0,1 0 0 0 0,0 0-1 0 0,-1 0 1 0 0,1 0-1 0 0,-1 0 1 0 0,0 0 0 0 0,0 0-1 0 0,0 0 1 0 0,0 0 0 0 0,0 0-1 0 0,0 0 1 0 0,0 0-1 0 0,-1 0 1 0 0,1 0 0 0 0,-1 0-1 0 0,1 0 1 0 0,-1 0 0 0 0,0 1-1 0 0,0-1 1 0 0,0 0-1 0 0,0 0 1 0 0,0 1 0 0 0,0-1-1 0 0,0 0 1 0 0,-1 1-1 0 0,1-1 1 0 0,-1 1 0 0 0,1 0-1 0 0,-3-2 1 0 0,-1-1 84 0 0,-1 1 0 0 0,0 1 0 0 0,0-1 0 0 0,0 1 0 0 0,0 0 1 0 0,0 0-1 0 0,0 0 0 0 0,-1 1 0 0 0,1 0 0 0 0,-1 1 0 0 0,-7-1 0 0 0,4 2 39 0 0,1 0 0 0 0,-1 0-1 0 0,1 1 1 0 0,0 0-1 0 0,-1 1 1 0 0,1 0 0 0 0,1 0-1 0 0,-1 1 1 0 0,0 0 0 0 0,1 1-1 0 0,0 0 1 0 0,0 0-1 0 0,0 1 1 0 0,1 0 0 0 0,0 0-1 0 0,0 0 1 0 0,-7 10 0 0 0,10-12-79 0 0,0 1 1 0 0,1-1 0 0 0,-1 1 0 0 0,1 0-1 0 0,0 0 1 0 0,1 0 0 0 0,-1 0 0 0 0,1 0-1 0 0,0 1 1 0 0,0-1 0 0 0,1 1-1 0 0,0-1 1 0 0,0 1 0 0 0,0 0 0 0 0,0-1-1 0 0,1 1 1 0 0,0 0 0 0 0,0 0 0 0 0,1-1-1 0 0,0 1 1 0 0,0 0 0 0 0,0-1 0 0 0,0 1-1 0 0,1-1 1 0 0,0 1 0 0 0,0-1 0 0 0,1 0-1 0 0,-1 0 1 0 0,5 6 0 0 0,-2-4-145 0 0,0 0 0 0 0,0-1 0 0 0,1 1 0 0 0,0-1-1 0 0,0-1 1 0 0,1 1 0 0 0,-1-1 0 0 0,1 0 0 0 0,0-1 0 0 0,1 1 0 0 0,-1-2 0 0 0,1 1 0 0 0,0-1 0 0 0,0 0 0 0 0,0 0 0 0 0,0-1-1 0 0,0 0 1 0 0,0-1 0 0 0,14 1 0 0 0,-12-1-678 0 0,0-2 1 0 0,0 1-1 0 0,0-1 0 0 0,0-1 0 0 0,0 0 0 0 0,18-6 1 0 0,-17 5-1122 0 0,-1-2 0 0 0,0 1 1 0 0,-1-2-1 0 0,1 1 0 0 0,-1-1 0 0 0,13-11 1 0 0,2-2-3680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0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1 772 0 0,'0'0'7099'0'0,"-2"3"-5377"0"0,-2 2-1038 0 0,0 1-1 0 0,0-1 1 0 0,1 1-1 0 0,0 0 1 0 0,0 0 0 0 0,0 0-1 0 0,1 1 1 0 0,0-1 0 0 0,1 1-1 0 0,-1-1 1 0 0,1 1 0 0 0,0 8-1 0 0,-1 93 4355 0 0,3-66-3343 0 0,2 22 1071 0 0,17 93 0 0 0,-10-120-3358 0 0,0-16-2759 0 0,-9-20 2936 0 0,0-1 0 0 0,0 1 1 0 0,0-1-1 0 0,1 1 0 0 0,-1-1 0 0 0,0 0 1 0 0,1 1-1 0 0,-1-1 0 0 0,0 0 0 0 0,1 0 1 0 0,-1 0-1 0 0,1 0 0 0 0,-1 0 0 0 0,0 0 1 0 0,1 0-1 0 0,-1-1 0 0 0,0 1 0 0 0,1 0 0 0 0,-1-1 1 0 0,0 1-1 0 0,0-1 0 0 0,1 1 0 0 0,-1-1 1 0 0,0 0-1 0 0,2-1 0 0 0,-3 2 352 0 0,15-8-5974 0 0,-3 1 459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1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24 1152 0 0,'0'0'1537'0'0,"-8"-14"3151"0"0,1 5 3228 0 0,4 9-7501 0 0,-1 0 0 0 0,0 0 1 0 0,0 0-1 0 0,0 0 0 0 0,0 1 1 0 0,1-1-1 0 0,-1 1 0 0 0,0 0 0 0 0,0 0 1 0 0,1 1-1 0 0,-1-1 0 0 0,1 1 1 0 0,-1-1-1 0 0,1 1 0 0 0,0 0 1 0 0,-1 0-1 0 0,1 1 0 0 0,0-1 0 0 0,1 1 1 0 0,-6 4-1 0 0,-3 4 521 0 0,0 0-1 0 0,0 0 1 0 0,1 1 0 0 0,-9 14 0 0 0,16-23-820 0 0,1 1 0 0 0,0-1 0 0 0,-1 1 1 0 0,2 0-1 0 0,-1 0 0 0 0,0 0 0 0 0,1-1 1 0 0,0 1-1 0 0,0 1 0 0 0,0-1 0 0 0,0 0 1 0 0,1 0-1 0 0,-1 0 0 0 0,1 0 1 0 0,0 0-1 0 0,1 1 0 0 0,-1-1 0 0 0,1 0 1 0 0,-1 0-1 0 0,1 0 0 0 0,0 0 0 0 0,1 0 1 0 0,-1 0-1 0 0,1 0 0 0 0,3 6 0 0 0,-2-6-135 0 0,1-1-1 0 0,-1 1 0 0 0,1-1 1 0 0,0 0-1 0 0,0 0 0 0 0,0 0 1 0 0,0 0-1 0 0,0-1 0 0 0,1 0 1 0 0,-1 0-1 0 0,1 0 0 0 0,-1 0 1 0 0,1-1-1 0 0,0 0 0 0 0,0 0 1 0 0,0 0-1 0 0,-1 0 0 0 0,1-1 1 0 0,0 0-1 0 0,0 0 0 0 0,0 0 1 0 0,6-1-1 0 0,3-1-123 0 0,0 0-1 0 0,-1-1 1 0 0,1-1-1 0 0,-1 0 1 0 0,1 0 0 0 0,-1-1-1 0 0,0-1 1 0 0,-1-1 0 0 0,0 1-1 0 0,0-2 1 0 0,15-11 0 0 0,-26 18 168 0 0,1 0 0 0 0,0-1 0 0 0,0 1 1 0 0,-1-1-1 0 0,1 1 0 0 0,-1-1 0 0 0,1 0 1 0 0,-1 1-1 0 0,0-1 0 0 0,1 0 0 0 0,-1 0 1 0 0,0 0-1 0 0,0 0 0 0 0,-1 0 0 0 0,1 0 1 0 0,0 0-1 0 0,-1 0 0 0 0,1 0 0 0 0,-1-1 1 0 0,1 1-1 0 0,-1 0 0 0 0,0 0 0 0 0,0 0 1 0 0,0-1-1 0 0,0 1 0 0 0,-1 0 0 0 0,1 0 1 0 0,-1 0-1 0 0,1 0 0 0 0,-1-1 0 0 0,0 1 1 0 0,1 0-1 0 0,-1 0 0 0 0,0 0 0 0 0,-1 0 1 0 0,0-1-1 0 0,-1-1 107 0 0,0 0 0 0 0,-1 0 0 0 0,1 0 0 0 0,-1 1 0 0 0,0 0 0 0 0,0-1 1 0 0,0 1-1 0 0,0 1 0 0 0,-1-1 0 0 0,1 1 0 0 0,-1 0 0 0 0,0 0 0 0 0,1 0 0 0 0,-9-2 0 0 0,7 2-215 0 0,0 1 0 0 0,0 0-1 0 0,0 0 1 0 0,0 1 0 0 0,0-1 0 0 0,0 1-1 0 0,-1 0 1 0 0,-9 2 0 0 0,12-1-732 0 0,-1 2 523 0 0,2-3-331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1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0 1592 0 0,'0'0'5819'0'0,"-7"0"-3876"0"0,-3 1-664 0 0,-1 0 0 0 0,0 1 1 0 0,1 0-1 0 0,-1 1 0 0 0,1 0 1 0 0,0 1-1 0 0,0 0 1 0 0,0 0-1 0 0,1 1 0 0 0,-1 0 1 0 0,1 1-1 0 0,-10 8 1 0 0,13-10-924 0 0,1 1 1 0 0,-1 0 0 0 0,1 1 0 0 0,0-1 0 0 0,0 1 0 0 0,1 0 0 0 0,0 1 0 0 0,0-1 0 0 0,0 1 0 0 0,1-1 0 0 0,0 1 0 0 0,0 0-1 0 0,1 0 1 0 0,0 0 0 0 0,0 1 0 0 0,0-1 0 0 0,1 0 0 0 0,0 15 0 0 0,0-18-357 0 0,1 0 0 0 0,0 0 0 0 0,0 0 0 0 0,0-1 0 0 0,1 1 0 0 0,-1 0 0 0 0,1 0 0 0 0,0 0 0 0 0,0 0 0 0 0,0-1 0 0 0,1 1 0 0 0,-1 0 0 0 0,1-1 0 0 0,0 1 0 0 0,0-1 0 0 0,0 0 0 0 0,0 0 0 0 0,1 1 0 0 0,0-1 0 0 0,-1-1 0 0 0,1 1 0 0 0,0 0 0 0 0,0-1 0 0 0,0 0 0 0 0,1 1 0 0 0,-1-1 0 0 0,0 0 0 0 0,4 1 0 0 0,4 1 8 0 0,-1 0 1 0 0,1-1-1 0 0,0-1 0 0 0,0 1 1 0 0,0-2-1 0 0,0 1 0 0 0,0-2 1 0 0,0 1-1 0 0,0-2 0 0 0,0 1 1 0 0,1-2-1 0 0,-1 1 0 0 0,15-5 1 0 0,4-2-371 0 0,0-1 0 0 0,-1-2 1 0 0,47-23-1 0 0,-65 28-92 0 0,-1 0 0 0 0,0-1 0 0 0,-1 0 0 0 0,0-1 0 0 0,0 0 0 0 0,0 0 0 0 0,-1-1 0 0 0,0 0 0 0 0,-1 0-1 0 0,7-11 1 0 0,-12 17 225 0 0,0 0 0 0 0,-1 1 0 0 0,0-1-1 0 0,0 0 1 0 0,1 0 0 0 0,-2 0 0 0 0,1 0-1 0 0,0 0 1 0 0,-1 0 0 0 0,1-4 0 0 0,-6-5-3168 0 0,-12 8-4521 0 0,15 4 5542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2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0 872 0 0,'-4'4'3313'0'0,"-5"7"9211"0"0,7-4-11363 0 0,1 0 0 0 0,0 0 0 0 0,0 0 0 0 0,0 0 1 0 0,1 0-1 0 0,0 0 0 0 0,1 0 0 0 0,-1 0 0 0 0,3 7 0 0 0,0 31 2567 0 0,-2-31-3584 0 0,1 0 0 0 0,1 0 0 0 0,0 0-1 0 0,6 15 1 0 0,-5-18-144 0 0,-4-10 0 0 0,0-1 0 0 0,0 0 0 0 0,0 1 0 0 0,0-1 0 0 0,1 0 0 0 0,-1 0 0 0 0,0 1 0 0 0,0-1 0 0 0,0 0 0 0 0,1 0 0 0 0,-1 0 0 0 0,0 1 0 0 0,0-1 0 0 0,1 0 0 0 0,-1 0 0 0 0,0 0 0 0 0,0 0 0 0 0,1 0 0 0 0,-1 0 0 0 0,0 0 0 0 0,1 1 0 0 0,-1-1 0 0 0,0 0 0 0 0,1 0 0 0 0,-1 0 0 0 0,0 0 0 0 0,0 0 0 0 0,1 0 0 0 0,-1 0 0 0 0,0 0 0 0 0,1 0 0 0 0,-1-1 0 0 0,0 1 0 0 0,1 0 0 0 0,-1 0 0 0 0,0 0 0 0 0,1 0 0 0 0,0-2-225 0 0,1-1-1 0 0,-1 1 1 0 0,1 0 0 0 0,-1-1-1 0 0,0 1 1 0 0,0 0 0 0 0,0-1 0 0 0,0 1-1 0 0,0-1 1 0 0,-1 0 0 0 0,1 1-1 0 0,-1-1 1 0 0,1-2 0 0 0,1-21-6389 0 0,-1 3-3550 0 0,-1 8 2946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2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1096 0 0,'-15'14'5647'0'0,"13"-12"-4866"0"0,0-1-1 0 0,0 1 1 0 0,1-1-1 0 0,-1 1 1 0 0,0 0-1 0 0,1 0 0 0 0,-1 0 1 0 0,1 0-1 0 0,-1 0 1 0 0,1 0-1 0 0,0 0 1 0 0,0 1-1 0 0,0-1 0 0 0,0 0 1 0 0,1 0-1 0 0,-1 1 1 0 0,0-1-1 0 0,1 1 1 0 0,0-1-1 0 0,0 1 0 0 0,0 2 1 0 0,0-2 274 0 0,12 40 4041 0 0,-12-41-5904 0 0,0 0 3214 0 0,0-1-4504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2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2 424 0 0,'2'-1'7313'0'0,"7"5"3112"0"0,-12 17-9141 0 0,1-1 1 0 0,0 1-1 0 0,1 0 0 0 0,2 0 0 0 0,0 0 0 0 0,4 23 0 0 0,9 29 1139 0 0,-7-26-1625 0 0,2 0 0 0 0,2-1 1 0 0,31 80-1 0 0,-36-102-798 0 0,1-7-405 0 0,-3-15 85 0 0,-3-2 90 0 0,1 1-962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3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35 392 0 0,'0'0'13429'0'0,"5"5"-12536"0"0,6 5-284 0 0,1-1-1 0 0,-1-1 1 0 0,1 0-1 0 0,18 9 1 0 0,-17-11-702 0 0,0-1 0 0 0,0 0 0 0 0,1-1 0 0 0,-1 0 0 0 0,1-1 0 0 0,0-1 0 0 0,0 0 0 0 0,24 0 0 0 0,-2-2-765 0 0,1-1 1 0 0,-1-1 0 0 0,0-3-1 0 0,0 0 1 0 0,0-3 0 0 0,-1-1-1 0 0,50-19 1 0 0,-83 27 1021 0 0,0 0-1 0 0,0 0 1 0 0,0 0 0 0 0,0-1-1 0 0,0 1 1 0 0,0-1 0 0 0,0 1-1 0 0,-1-1 1 0 0,1 0 0 0 0,0 1-1 0 0,-1-1 1 0 0,1 0 0 0 0,-1 0-1 0 0,0 0 1 0 0,0 0 0 0 0,0 0 0 0 0,0 0-1 0 0,0-1 1 0 0,1-2 0 0 0,-2 3 949 0 0,0 2-934 0 0,1-1 0 0 0,-1 1 0 0 0,1-1 1 0 0,-1 1-1 0 0,1-1 0 0 0,-1 0 0 0 0,0 1 0 0 0,1-1 0 0 0,-1 1 0 0 0,0-1 1 0 0,1 0-1 0 0,-1 1 0 0 0,0-1 0 0 0,0 0 0 0 0,0 0 0 0 0,0 1 1 0 0,0-1-1 0 0,0 0 0 0 0,0 1 0 0 0,0-1 0 0 0,0 0 0 0 0,0 0 0 0 0,0 1 1 0 0,0-1-1 0 0,0 0 0 0 0,-1 1 0 0 0,1-1 0 0 0,0 0 0 0 0,0 1 0 0 0,-1-1 1 0 0,1 0-1 0 0,-1 1 0 0 0,1-1 0 0 0,0 1 0 0 0,-1-1 0 0 0,1 1 1 0 0,-1-1-1 0 0,1 1 0 0 0,-2-2 0 0 0,-2 2 321 0 0,0-1 1 0 0,0 1-1 0 0,0 0 0 0 0,1 0 1 0 0,-1 0-1 0 0,0 0 0 0 0,0 0 1 0 0,0 1-1 0 0,0 0 1 0 0,1 0-1 0 0,-1 0 0 0 0,0 0 1 0 0,1 1-1 0 0,-1-1 0 0 0,1 1 1 0 0,-7 4-1 0 0,4-2-235 0 0,0 0-1 0 0,1 1 1 0 0,-1 0 0 0 0,1 0 0 0 0,0 0-1 0 0,0 1 1 0 0,0-1 0 0 0,1 1-1 0 0,-7 13 1 0 0,5-7-265 0 0,6 1 0 0 0,7 3 0 0 0,6-9 0 0 0,-10-6 0 0 0,-1-1 0 0 0,1 1 0 0 0,0-1 0 0 0,0 0 0 0 0,-1 0 0 0 0,1 0 0 0 0,0 0 0 0 0,0 0 0 0 0,-1-1 0 0 0,1 1 0 0 0,0-1 0 0 0,0 0 0 0 0,-1 0 0 0 0,1 0 0 0 0,-1 0 0 0 0,5-3 0 0 0,3 0 0 0 0,25-11 0 0 0,-18 8 0 0 0,-1 0 0 0 0,1 1 0 0 0,0 1 0 0 0,1 1 0 0 0,17-3 0 0 0,-22 7 0 0 0,0 0 0 0 0,0 1 0 0 0,0 0 0 0 0,0 1 0 0 0,0 1 0 0 0,0 0 0 0 0,-1 0 0 0 0,1 1 0 0 0,-1 1 0 0 0,0 0 0 0 0,0 1 0 0 0,17 11 0 0 0,-19-11 0 0 0,0 1 0 0 0,-1 0 0 0 0,0 1 0 0 0,0 0 0 0 0,-1 0 0 0 0,0 0 0 0 0,-1 1 0 0 0,0 0 0 0 0,0 1 0 0 0,0 0 0 0 0,-2 0 0 0 0,1 0 0 0 0,-1 1 0 0 0,4 12 0 0 0,-7-15 0 0 0,0 1 0 0 0,0-1 0 0 0,-1 1 0 0 0,0 0 0 0 0,-1-1 0 0 0,1 1 0 0 0,-2 0 0 0 0,1 0 0 0 0,-3 9 0 0 0,2-14 0 0 0,0 1 0 0 0,0-1 0 0 0,-1 0 0 0 0,1 0 0 0 0,-1 0 0 0 0,0 0 0 0 0,0 0 0 0 0,0 0 0 0 0,-1-1 0 0 0,1 1 0 0 0,-1-1 0 0 0,0 1 0 0 0,0-1 0 0 0,0 0 0 0 0,-1 0 0 0 0,1 0 0 0 0,-1-1 0 0 0,1 1 0 0 0,-7 2 0 0 0,-6 2-3 0 0,-1 0 0 0 0,1-2-1 0 0,-1 0 1 0 0,0 0 0 0 0,0-2 0 0 0,0 0 0 0 0,-26 0 0 0 0,-39-6-4696 0 0,-3-9-9613 0 0,41 4 6594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42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13 824 0 0,'-18'2'22316'0'0,"17"5"-15122"0"0,7 7-4761 0 0,-5-11-2433 0 0,1 0 0 0 0,0 1 0 0 0,-1-1 0 0 0,1 0 0 0 0,-1 1 0 0 0,0 0 0 0 0,-1-1 0 0 0,1 1 0 0 0,0 0 0 0 0,-1 0 0 0 0,0-1 0 0 0,0 7 0 0 0,0 5 0 0 0,1-8 0 0 0,3 27 0 0 0,14 50 0 0 0,-15-73 0 0 0,0-1 0 0 0,1 0 0 0 0,0-1 0 0 0,1 1 0 0 0,0-1 0 0 0,1 0 0 0 0,-1 0 0 0 0,2 0 0 0 0,8 10 0 0 0,-7-11 0 0 0,-6-5 0 0 0,0-1 0 0 0,0 1 0 0 0,0-1 0 0 0,1 0 0 0 0,-1 0 0 0 0,0 0 0 0 0,1-1 0 0 0,0 1 0 0 0,-1 0 0 0 0,1-1 0 0 0,3 2 0 0 0,11 2 0 0 0,2-3 0 0 0,-6-3 0 0 0,-1-3 0 0 0,1-1 0 0 0,-1-2 0 0 0,-1-2 0 0 0,-3 0 0 0 0,-4-1 0 0 0,-2 1 0 0 0,8-14 0 0 0,1 2 0 0 0,19-30 0 0 0,-21 38 0 0 0,-1-1 0 0 0,-1 0 0 0 0,10-25 0 0 0,-13 29 0 0 0,-1 1 0 0 0,1 0 0 0 0,1 0 0 0 0,0 0 0 0 0,0 0 0 0 0,0 1 0 0 0,1 0 0 0 0,1 0 0 0 0,-1 1 0 0 0,11-10 0 0 0,9-17 0 0 0,-20 28-285 0 0,-5 5-1237 0 0,-9 3-1979 0 0,-11 11 2388 0 0,14-8-3434 0 0,-12 8-11535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45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20 64 0 0,'-7'-18'30105'0'0,"6"17"-28797"0"0,-8 3-1151 0 0,1 2 0 0 0,0-1 0 0 0,0 1 0 0 0,0 0 0 0 0,0 1 0 0 0,1 0 0 0 0,-1 0 0 0 0,-8 9-1 0 0,-56 56-350 0 0,65-63 266 0 0,-56 57-72 0 0,-47 51 0 0 0,104-108 0 0 0,0 3 0 0 0,-1-2 0 0 0,1-2-182 0 0,5-5-849 0 0,12-17-7021 0 0,6 0-491 0 0,-14 13 5400 0 0,5-3-3501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46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18 372 0 0,'0'0'20799'0'0,"5"-3"-19931"0"0,-3 1-474 0 0,10-7-278 0 0,-2 6 2987 0 0,-8 4-2857 0 0,1-1-1 0 0,-1 1 1 0 0,0 0-1 0 0,0 0 1 0 0,0 0 0 0 0,0 0-1 0 0,0 0 1 0 0,0 1-1 0 0,0-1 1 0 0,0 1-1 0 0,0-1 1 0 0,0 1-1 0 0,2 3 1 0 0,26 30 2075 0 0,-22-24-1823 0 0,8 9 3 0 0,11 13-382 0 0,1-2 0 0 0,45 40 0 0 0,-11-28-119 0 0,-64-49 1780 0 0,-1 1-2269 0 0,-2 1-4468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47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31 207 236 0 0,'-28'-20'25491'0'0,"27"26"-20201"0"0,0-2-5180 0 0,1 0-1 0 0,0 1 0 0 0,0-1 1 0 0,0 0-1 0 0,1 0 0 0 0,-1 0 1 0 0,1 0-1 0 0,0 0 0 0 0,0 0 1 0 0,1 0-1 0 0,-1 0 1 0 0,1 0-1 0 0,0-1 0 0 0,0 1 1 0 0,3 4-1 0 0,3 3-109 0 0,4-3 0 0 0,-1-2 0 0 0,-2-2 0 0 0,9-7 0 0 0,-8-7 0 0 0,5-7 0 0 0,-10 2 0 0 0,-4 9 0 0 0,29-132 0 0 0,-26 127 0 0 0,0 1 0 0 0,2 0 0 0 0,10-17 0 0 0,-7 10 0 0 0,2 5 0 0 0,1 5 0 0 0,0 2 0 0 0,0 3 0 0 0,2 3 0 0 0,2 5 0 0 0,11 16 0 0 0,-17-13 0 0 0,-3 1 0 0 0,-1-2-115 0 0,-21-5-1700 0 0,-3 0-4154 0 0,7 0-8074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47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83 52 0 0,'0'0'1644'0'0,"-27"-2"26412"0"0,35 19-27641 0 0,-6-13-38 0 0,-1-3-317 0 0,-1 0-1 0 0,1 1 1 0 0,0-1-1 0 0,0 0 1 0 0,0 0-1 0 0,0 0 1 0 0,0 0-1 0 0,0 0 1 0 0,0 0-1 0 0,0 0 1 0 0,0 0-1 0 0,0 0 1 0 0,1-1-1 0 0,-1 1 1 0 0,0 0-1 0 0,1-1 1 0 0,-1 1-1 0 0,0-1 1 0 0,1 0-1 0 0,-1 1 1 0 0,1-1-1 0 0,-1 0 1 0 0,0 0-1 0 0,1 0 1 0 0,-1 0-1 0 0,1 0 1 0 0,-1 0-1 0 0,1 0 1 0 0,1-1-1 0 0,37-1 320 0 0,-29 0-425 0 0,0-1 1 0 0,0 0 0 0 0,0-1 0 0 0,0 0 0 0 0,-1-1-1 0 0,0 0 1 0 0,0 0 0 0 0,0-1 0 0 0,-1-1-1 0 0,0 1 1 0 0,14-14 0 0 0,-22 19 57 0 0,0 0 0 0 0,0 0 1 0 0,0 1-1 0 0,0-1 0 0 0,0 0 0 0 0,0 0 1 0 0,0 0-1 0 0,0 0 0 0 0,0 0 0 0 0,-1-1 1 0 0,1 1-1 0 0,0 0 0 0 0,-1 0 0 0 0,1 0 1 0 0,-1-1-1 0 0,0 1 0 0 0,1 0 0 0 0,-1 0 1 0 0,0-1-1 0 0,1 1 0 0 0,-1 0 0 0 0,0-1 1 0 0,0 1-1 0 0,0 0 0 0 0,-1-1 0 0 0,1 1 0 0 0,0 0 1 0 0,0-1-1 0 0,-1 1 0 0 0,1 0 0 0 0,0 0 1 0 0,-1-1-1 0 0,1 1 0 0 0,-1 0 0 0 0,-1-1 1 0 0,-1 0 76 0 0,-8 1-28 0 0,3 1-61 0 0,0 0 1 0 0,0 1 0 0 0,1 0-1 0 0,-1 0 1 0 0,0 1 0 0 0,1 0-1 0 0,-1 0 1 0 0,1 1 0 0 0,0 0-1 0 0,-1 0 1 0 0,1 1 0 0 0,1 0-1 0 0,-1 0 1 0 0,1 0 0 0 0,-8 7-1 0 0,10-8 1 0 0,-6 4-1 0 0,7-4 0 0 0,-1-1 0 0 0,0 0 0 0 0,1 1 0 0 0,-1-1 0 0 0,1 1 0 0 0,0 0 0 0 0,0 0 0 0 0,0 1 0 0 0,0-1 0 0 0,1 1 0 0 0,-1-1 0 0 0,1 1 0 0 0,0 0 0 0 0,0 0 0 0 0,0 0 0 0 0,0 0 0 0 0,1 0 0 0 0,0 0 0 0 0,0 0 0 0 0,0 0 0 0 0,0 1 0 0 0,0 7 0 0 0,1-9 0 0 0,0 0 0 0 0,0-1 0 0 0,0 1 0 0 0,0 0 0 0 0,1-1 0 0 0,-1 1 0 0 0,1-1 0 0 0,-1 1 0 0 0,1-1 0 0 0,0 1 0 0 0,0-1 0 0 0,0 1 0 0 0,0-1 0 0 0,1 0 0 0 0,-1 1 0 0 0,1-1 0 0 0,-1 0 0 0 0,1 0 0 0 0,0 0 0 0 0,0 0 0 0 0,0-1 0 0 0,0 1 0 0 0,0 0 0 0 0,2 1 0 0 0,1-1 0 0 0,0 0 0 0 0,0 0 0 0 0,0-1 0 0 0,0 0 0 0 0,0 0 0 0 0,1 0 0 0 0,9 0 0 0 0,-4 0 0 0 0,8 3 0 0 0,1-2 0 0 0,0 0 0 0 0,-1-2 0 0 0,1 0 0 0 0,0-1 0 0 0,-1-1 0 0 0,1-1 0 0 0,-1 0 0 0 0,0-2 0 0 0,0 0 0 0 0,35-15 0 0 0,-46 14 0 0 0,-7 4-349 0 0,1-1 0 0 0,0 1-1 0 0,-1 0 1 0 0,0 0 0 0 0,1 0 0 0 0,-1-1-1 0 0,0 1 1 0 0,0-1 0 0 0,-1 1 0 0 0,1-1 0 0 0,0 1-1 0 0,0-5 1 0 0,-3-12-6713 0 0,1 5-2841 0 0,1 6 3573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48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8 1168 0 0,'-7'-7'19725'0'0,"-1"30"-17990"0"0,2 1 0 0 0,0 0 1 0 0,2 1-1 0 0,-3 34 0 0 0,3 110 1751 0 0,4-135-3774 0 0,2-10 288 0 0,0 0 0 0 0,8 34 0 0 0,-6-46 0 0 0,2 3 0 0 0,-4-2 0 0 0,1-4-162 0 0,1-11-835 0 0,15-34-3899 0 0,-10 6-8199 0 0,-8 15 5439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48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4 896 0 0,'-6'2'19694'0'0,"47"2"-16620"0"0,0-3-1 0 0,77-6 1 0 0,-57 1-4574 0 0,-1 2-4046 0 0,-66 4 4820 0 0,1-1 1 0 0,0 1 0 0 0,0 0 0 0 0,0 0-1 0 0,0 1 1 0 0,0 0 0 0 0,1 0 0 0 0,-8 6-1 0 0,-11 5-7998 0 0,12-9 4499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48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14 3288 0 0,'-20'13'992'0'0,"-2"3"9103"0"0,29-16-8658 0 0,27 0 2542 0 0,0-2 0 0 0,66-13-1 0 0,22-4 1041 0 0,-109 17-5019 0 0,0-1 0 0 0,-1 1 0 0 0,-2 3-160 0 0,-8-1-731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1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37 146 1400 0 0,'-24'-23'30715'0'0,"22"21"-30166"0"0,1 2-547 0 0,1 0 0 0 0,0 0 0 0 0,0 0 0 0 0,-1 0 0 0 0,1 0 1 0 0,0 0-1 0 0,-1 0 0 0 0,1 0 0 0 0,0 0 0 0 0,-1 0 0 0 0,1 0 1 0 0,0 0-1 0 0,-1 0 0 0 0,1 0 0 0 0,0 0 0 0 0,0 0 0 0 0,-1 0 1 0 0,1 0-1 0 0,0 0 0 0 0,-1 1 0 0 0,1-1 0 0 0,0 0 0 0 0,0 0 1 0 0,-1 0-1 0 0,1 0 0 0 0,0 1 0 0 0,0-1 0 0 0,-1 0 0 0 0,1 0 1 0 0,0 1-1 0 0,0-1 0 0 0,0 0 0 0 0,0 0 0 0 0,-1 1 0 0 0,1-1 0 0 0,0 0 1 0 0,0 0-1 0 0,0 1 0 0 0,0-1 0 0 0,0 0 0 0 0,0 1 0 0 0,0-1 1 0 0,0 0-1 0 0,0 1 0 0 0,0-1 0 0 0,0 0 0 0 0,0 0 0 0 0,0 1 1 0 0,0-1-1 0 0,0 0 0 0 0,0 1 0 0 0,0 13-11 0 0,1 17 9 0 0,1 0 0 0 0,2 0 0 0 0,1-1 0 0 0,12 44 0 0 0,-14-61 0 0 0,1-1 0 0 0,0 0 0 0 0,1 1 0 0 0,0-2 0 0 0,0 1 0 0 0,1 0 0 0 0,14 17 0 0 0,-3-11 0 0 0,-17-17 0 0 0,1 1 0 0 0,1-1 0 0 0,-1 0 0 0 0,0 0 0 0 0,0-1 0 0 0,0 1 0 0 0,0 0 0 0 0,1 0 0 0 0,-1 0 0 0 0,0-1 0 0 0,1 1 0 0 0,-1-1 0 0 0,0 1 0 0 0,1-1 0 0 0,1 1 0 0 0,-2 0 0 0 0,1-1 0 0 0,-1 1 0 0 0,0-1 0 0 0,1 1 0 0 0,-1-1 0 0 0,0 1 0 0 0,1-1 0 0 0,-1 0 0 0 0,1 1 0 0 0,-1-1 0 0 0,0 0 0 0 0,1 0 0 0 0,-1 0 0 0 0,1 0 0 0 0,-1 0 0 0 0,0-1 0 0 0,1 1 0 0 0,-1 0 0 0 0,1-1 0 0 0,-1 1 0 0 0,0-1 0 0 0,1 1 0 0 0,-1-1 0 0 0,0 0 0 0 0,0 1 0 0 0,0-1 0 0 0,1 0 0 0 0,-1 0 0 0 0,0 0 0 0 0,0 0 0 0 0,0 0 0 0 0,1-2 0 0 0,0 1 0 0 0,5-5 0 0 0,1 0 0 0 0,-1-1 0 0 0,-1 0 0 0 0,1 0 0 0 0,-1-1 0 0 0,-1 0 0 0 0,1 0 0 0 0,-2 0 0 0 0,6-14 0 0 0,43-88 0 0 0,-40 81 0 0 0,1 1 0 0 0,2 0 0 0 0,1 1 0 0 0,25-33 0 0 0,-27 40 0 0 0,-7 9 0 0 0,4-3 0 0 0,16-17 0 0 0,-25 25 0 0 0,0 5 0 0 0,-13 34-14 0 0,4-27-147 0 0,2-1-357 0 0,-11 11-6867 0 0,3-2-3539 0 0,6-4 3184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2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3 88 0 0,'4'-3'32320'0'0,"-119"141"-31961"0"0,41-50-359 0 0,69-79 0 0 0,3-5 0 0 0,0 0 0 0 0,-1 0 0 0 0,1 0 0 0 0,-1 0 0 0 0,0 0 0 0 0,0 0 0 0 0,0-1 0 0 0,-1 1 0 0 0,1-1 0 0 0,-1 0 0 0 0,0 0 0 0 0,0-1 0 0 0,-4 3 0 0 0,26-38-4564 0 0,-10 17-1560 0 0,-2 3-4945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2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24 244 0 0,'7'-5'-88'0'0,"4"-12"13372"0"0,0 16-3230 0 0,71 60-1706 0 0,-1 12-7423 0 0,-76-65-925 0 0,39 15 0 0 0,-31-15 0 0 0,0-2 0 0 0,-2 2 0 0 0,-6 1-57 0 0,-4-5-669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3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1 301 700 0 0,'0'0'31696'0'0,"11"-9"-31325"0"0,-8 6-371 0 0,0-1 0 0 0,0 0 0 0 0,0 0 0 0 0,-1 0 0 0 0,0 0 0 0 0,0 0 0 0 0,0 0 0 0 0,0-1 0 0 0,0 1 0 0 0,-1 0 0 0 0,0-1 0 0 0,0 0 0 0 0,0 1 0 0 0,0-9 0 0 0,3-9 0 0 0,21-26 0 0 0,-16 32 0 0 0,-1-1 0 0 0,0 0 0 0 0,6-19 0 0 0,-13 30 0 0 0,0 5 0 0 0,4 0 0 0 0,23-39 0 0 0,-22 31 0 0 0,0 2 0 0 0,-5 7 0 0 0,-1 0 0 0 0,0 0 0 0 0,1 0 0 0 0,-1 0 0 0 0,0 0 0 0 0,1 0 0 0 0,-1 0 0 0 0,0 0 0 0 0,1 0 0 0 0,-1 0 0 0 0,0 0 0 0 0,1 0 0 0 0,-1 0 0 0 0,0 0 0 0 0,1 0 0 0 0,-1 0 0 0 0,0 0 0 0 0,1 1 0 0 0,-1-1 0 0 0,0 0 0 0 0,0 0 0 0 0,1 0 0 0 0,-1 1 0 0 0,0-1 0 0 0,0 0 0 0 0,1 0 0 0 0,-1 1 0 0 0,0-1 0 0 0,0 0 0 0 0,0 0 0 0 0,0 1 0 0 0,1-1 0 0 0,-1 0 0 0 0,0 1 0 0 0,0-1 0 0 0,0 0 0 0 0,0 1 0 0 0,0-1 0 0 0,0 0 0 0 0,0 1 0 0 0,0-1 0 0 0,0 0 0 0 0,0 1 0 0 0,0-1 0 0 0,0 0 0 0 0,0 1 0 0 0,0-1 0 0 0,0 0 0 0 0,0 1 0 0 0,3 22 0 0 0,-4 26 0 0 0,0-24 0 0 0,1 0 0 0 0,0-1 0 0 0,2 1 0 0 0,1-1 0 0 0,1 1 0 0 0,1-1 0 0 0,8 24 0 0 0,24 14 0 0 0,-30-53 0 0 0,3 1 0 0 0,-2-1 0 0 0,3 0 0 0 0,-9-1-8 0 0,-25-22-2440 0 0,8 3-9214 0 0,10 6 6856 0 0,-3-1-2976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4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1272 0 0,'35'-16'13559'0'0,"54"6"-780"0"0,-38 2-8447 0 0,-2 5-3507 0 0,-13 0-825 0 0,-21 1 0 0 0,0 1 0 0 0,0 0 0 0 0,23 3 0 0 0,-21-1 0 0 0,-5 1-19 0 0,-10-2-391 0 0,6 0-3431 0 0,11-1-10526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5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44 484 0 0,'0'0'17799'0'0,"-3"1"-15513"0"0,-6 0 8890 0 0,85-16-10865 0 0,1 3-1 0 0,98-2 1 0 0,-96 9-221 0 0,-66 5-90 0 0,-3 8 0 0 0,-8 5-35 0 0,-2-10-433 0 0,16-3-18841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6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0 105 1500 0 0,'3'-8'23952'0'0,"9"24"-22046"0"0,-2 1 1 0 0,15 32-1 0 0,-16-29-1374 0 0,1 0 0 0 0,20 28 0 0 0,-19-33-532 0 0,1 0 0 0 0,0-1 0 0 0,1-1 0 0 0,0 0 0 0 0,1 0 0 0 0,1-2 0 0 0,21 14 0 0 0,-28-17 0 0 0,1-1 0 0 0,30 6 0 0 0,-23-11 0 0 0,-11-3 0 0 0,0-1 0 0 0,0 0 0 0 0,0 0 0 0 0,-1 0 0 0 0,1-1 0 0 0,-1 0 0 0 0,1 0 0 0 0,-1 0 0 0 0,0 0 0 0 0,0-1 0 0 0,-1 1 0 0 0,7-8 0 0 0,-10 10 0 0 0,5-4 0 0 0,-1-1 0 0 0,0 1 0 0 0,0-1 0 0 0,0 0 0 0 0,0 0 0 0 0,-1-1 0 0 0,0 1 0 0 0,-1-1 0 0 0,3-7 0 0 0,11-24 0 0 0,9-9 0 0 0,-16 29 0 0 0,1 0 0 0 0,0 0 0 0 0,18-21 0 0 0,60-78 0 0 0,-81 107 0 0 0,-29 64 0 0 0,16-34-2580 0 0,1-5-3308 0 0,0-4-4228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6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0 52 0 0,'0'0'13377'0'0,"-4"4"-11909"0"0,-5 4-99 0 0,0 1-1 0 0,1 1 1 0 0,0-1 0 0 0,0 2 0 0 0,-8 15 0 0 0,-25 31 1973 0 0,34-47-2707 0 0,0-1 0 0 0,1 1 1 0 0,0 0-1 0 0,-7 16 0 0 0,-17 29 1487 0 0,5-4-2187 0 0,25-50-670 0 0,5-14-12360 0 0,0-4 11333 0 0,-3 2-4743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6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0 360 0 0,'0'0'10670'0'0,"4"4"-8996"0"0,5 7-87 0 0,1 0 1 0 0,0-1-1 0 0,0-1 0 0 0,1 0 1 0 0,0 0-1 0 0,1-1 1 0 0,0 0-1 0 0,1-1 0 0 0,19 8 1 0 0,47 12 512 0 0,4-11-5496 0 0,-68-25-447 0 0,-11 5-97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7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1 241 736 0 0,'4'42'10803'0'0,"-2"-28"-9291"0"0,22 25 3690 0 0,-22-38-4453 0 0,-1 0-686 0 0,0-1-1 0 0,0 0 1 0 0,1 0 0 0 0,-1 0 0 0 0,0 0 0 0 0,0 0-1 0 0,1 0 1 0 0,-1 0 0 0 0,0 0 0 0 0,0-1 0 0 0,1 1-1 0 0,-1 0 1 0 0,0-1 0 0 0,0 1 0 0 0,2-2 0 0 0,0-3-61 0 0,-1 0 0 0 0,-1-1 0 0 0,1 1 0 0 0,-1-1 1 0 0,0 0-1 0 0,0 1 0 0 0,0-1 0 0 0,-1 0 0 0 0,0-9 1 0 0,2-22-47 0 0,0 23 154 0 0,-2-1 0 0 0,0 1 0 0 0,-3-18-1 0 0,0-15 737 0 0,3 31-245 0 0,0 10-237 0 0,-1 0-1 0 0,1 0 0 0 0,1 0 1 0 0,-1 0-1 0 0,1 0 1 0 0,0 0-1 0 0,0 0 1 0 0,0 1-1 0 0,1-1 1 0 0,0 0-1 0 0,0 1 1 0 0,5-8-1 0 0,-6 12-289 0 0,-1 0 0 0 0,1 0 0 0 0,0 0 0 0 0,0 0 0 0 0,1 1 0 0 0,-1-1 0 0 0,0 0 0 0 0,0 1 0 0 0,0-1-1 0 0,0 1 1 0 0,1-1 0 0 0,-1 1 0 0 0,0-1 0 0 0,0 1 0 0 0,1 0 0 0 0,-1 0 0 0 0,0 0 0 0 0,1 0 0 0 0,-1 0 0 0 0,0 0-1 0 0,0 0 1 0 0,1 0 0 0 0,-1 0 0 0 0,0 0 0 0 0,1 1 0 0 0,1 0 0 0 0,0 0 83 0 0,1 0 1 0 0,-1 0-1 0 0,0 0 0 0 0,0 0 1 0 0,0 1-1 0 0,0-1 1 0 0,0 1-1 0 0,0 0 1 0 0,0 0-1 0 0,3 3 0 0 0,22 34 733 0 0,-26-38-855 0 0,-1 1 0 0 0,0 0 0 0 0,0 0 0 0 0,-1 0-1 0 0,1 1 1 0 0,0-1 0 0 0,-1 0 0 0 0,1 0 0 0 0,-1 0 0 0 0,1 0 0 0 0,-1 1 0 0 0,0-1 0 0 0,0 0 0 0 0,0 0 0 0 0,0 1 0 0 0,-1-1-1 0 0,0 3 1 0 0,0 9 130 0 0,1 20-152 0 0,0-32-48 0 0,-28 30-82 0 0,4-15 221 0 0,23-16 86 0 0,21 12 129 0 0,-13-11-288 0 0,1 1 0 0 0,-1-1 0 0 0,0 2 1 0 0,-1-1-1 0 0,1 1 0 0 0,-1 0 0 0 0,1 0 1 0 0,-1 0-1 0 0,9 9 0 0 0,49 52-56 0 0,-64-64 25 0 0,3 2 0 0 0,-1 0 0 0 0,1 0 0 0 0,-1-1 0 0 0,0 2 0 0 0,0-1 0 0 0,0 0 0 0 0,0 0 0 0 0,-1 1 0 0 0,1-1 0 0 0,-1 1 0 0 0,0-1 0 0 0,0 1 0 0 0,0 4 0 0 0,-2 4 0 0 0,1-10 0 0 0,-1-1 0 0 0,1 0 0 0 0,0 0 0 0 0,-1 1 0 0 0,0-1 0 0 0,1 0 0 0 0,-1 0 0 0 0,0 0 0 0 0,1 0 0 0 0,-1 0 0 0 0,0 0 0 0 0,0 0 0 0 0,0 0 0 0 0,0 0 0 0 0,0 0 0 0 0,0-1 0 0 0,0 1 0 0 0,0 0 0 0 0,0-1 0 0 0,0 1 0 0 0,0-1 0 0 0,-1 1 0 0 0,1-1 0 0 0,0 1 0 0 0,0-1 0 0 0,-1 0 0 0 0,1 1 0 0 0,-2-1 0 0 0,2 0 0 0 0,-7 2 0 0 0,0 0 0 0 0,0-1 0 0 0,0 0 0 0 0,0 0 0 0 0,0-1 0 0 0,0 0 0 0 0,0-1 0 0 0,0 1 0 0 0,0-1 0 0 0,1-1 0 0 0,-1 0 0 0 0,0 0 0 0 0,0 0 0 0 0,-12-7 0 0 0,-29-6 0 0 0,41 12 0 0 0,-3 0 0 0 0,-1-2 0 0 0,6 0-177 0 0,5 4 55 0 0,1 0 1 0 0,0 1 0 0 0,0-1-1 0 0,0 0 1 0 0,1 0 0 0 0,-1 1-1 0 0,0-1 1 0 0,0 0 0 0 0,0 0-1 0 0,1 1 1 0 0,-1-1 0 0 0,0 0-1 0 0,0 0 1 0 0,1 1 0 0 0,-1-1-1 0 0,1 0 1 0 0,-1 1 0 0 0,1-1-1 0 0,-1 0 1 0 0,1 1 0 0 0,-1-1-1 0 0,2 0 1 0 0,16-14-6795 0 0,-10 12 4388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36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5 1216 0 0,'-5'0'2006'0'0,"-3"-2"-673"0"0,0 1-1 0 0,0 0 0 0 0,0 0 0 0 0,-1 1 1 0 0,1 0-1 0 0,0 1 0 0 0,0 0 1 0 0,-1 0-1 0 0,1 1 0 0 0,0 0 0 0 0,-15 6 1 0 0,21-7-675 0 0,2 12 1239 0 0,6 6 362 0 0,-4-14-1965 0 0,0-3-210 0 0,0 0 0 0 0,0 0 0 0 0,1 0 0 0 0,-1 0 0 0 0,0 0 0 0 0,1-1 0 0 0,-1 0 0 0 0,1 1 0 0 0,0-1 0 0 0,-1 0 0 0 0,1 0 0 0 0,0 0 1 0 0,0-1-1 0 0,0 1 0 0 0,3 0 0 0 0,56 7 576 0 0,-51-6-520 0 0,34 2 156 0 0,-22-3 137 0 0,0 2 0 0 0,0 0 0 0 0,41 12 0 0 0,-63-14-357 0 0,1-1 0 0 0,-1 1 1 0 0,0 0-1 0 0,0-1 0 0 0,0 1 1 0 0,0 0-1 0 0,0 0 0 0 0,0 0 1 0 0,0 0-1 0 0,0 0 1 0 0,0 0-1 0 0,0 0 0 0 0,-1 0 1 0 0,1 0-1 0 0,0 1 0 0 0,-1-1 1 0 0,1 0-1 0 0,-1 0 0 0 0,1 1 1 0 0,-1-1-1 0 0,1 0 1 0 0,-1 1-1 0 0,0-1 0 0 0,0 0 1 0 0,0 1-1 0 0,0-1 0 0 0,0 0 1 0 0,0 1-1 0 0,0 1 0 0 0,-11 37 1498 0 0,4-28-1548 0 0,0-1-1 0 0,-1 0 1 0 0,0-1 0 0 0,0 0 0 0 0,-1 0-1 0 0,0-1 1 0 0,-1 0 0 0 0,0-1 0 0 0,0 0-1 0 0,-1 0 1 0 0,0-1 0 0 0,-1 0 0 0 0,1-1 0 0 0,-1-1-1 0 0,-18 7 1 0 0,21-10-26 0 0,-8-1 0 0 0,-11-3 0 0 0,18-10 0 0 0,5 5 0 0 0,-1-4 0 0 0,0 0 0 0 0,6 10-12 0 0,0 0 0 0 0,0-1 0 0 0,0 1-1 0 0,0 0 1 0 0,0-1 0 0 0,0 1 0 0 0,0 0 0 0 0,0-1 0 0 0,0 1-1 0 0,0 0 1 0 0,1-1 0 0 0,-1 1 0 0 0,1 0 0 0 0,-1 0 0 0 0,1 0-1 0 0,-1-1 1 0 0,1 1 0 0 0,0 0 0 0 0,-1 0 0 0 0,1 0 0 0 0,0 0 0 0 0,0 0-1 0 0,0 0 1 0 0,0 0 0 0 0,0 0 0 0 0,0 0 0 0 0,0 1 0 0 0,0-1-1 0 0,0 0 1 0 0,1 1 0 0 0,-1-1 0 0 0,2 0 0 0 0,-1 0-201 0 0,4-4-1210 0 0,1 1 0 0 0,0 0 0 0 0,0 0 0 0 0,0 1 0 0 0,1 0 0 0 0,13-4 0 0 0,10 1-9499 0 0,-12 4 4584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37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99 1652 0 0,'-4'2'2180'0'0,"-2"1"-1496"0"0,4-3-220 0 0,0 1 1 0 0,0-1-1 0 0,1 1 0 0 0,-1 0 0 0 0,0 0 1 0 0,1-1-1 0 0,-1 1 0 0 0,0 0 0 0 0,1 0 1 0 0,-1 1-1 0 0,1-1 0 0 0,0 0 0 0 0,-1 0 0 0 0,1 1 1 0 0,0-1-1 0 0,0 1 0 0 0,0-1 0 0 0,0 1 1 0 0,0-1-1 0 0,0 1 0 0 0,0-1 0 0 0,1 1 1 0 0,-1 0-1 0 0,0 0 0 0 0,1-1 0 0 0,0 1 1 0 0,-1 0-1 0 0,1 2 0 0 0,1 9 320 0 0,2-1 1 0 0,-1 1-1 0 0,2 0 1 0 0,0-1-1 0 0,0 0 0 0 0,1 0 1 0 0,0 0-1 0 0,1-1 1 0 0,1 0-1 0 0,-1 0 0 0 0,13 14 1 0 0,-19-24-741 0 0,0-1 0 0 0,1 1 0 0 0,-1-1 0 0 0,0 1 1 0 0,0-1-1 0 0,1 1 0 0 0,-1-1 0 0 0,0 1 0 0 0,0-1 0 0 0,1 1 0 0 0,-1-1 0 0 0,1 0 1 0 0,-1 1-1 0 0,0-1 0 0 0,1 0 0 0 0,-1 1 0 0 0,1-1 0 0 0,-1 0 0 0 0,1 0 1 0 0,-1 1-1 0 0,1-1 0 0 0,-1 0 0 0 0,1 0 0 0 0,-1 0 0 0 0,1 0 0 0 0,-1 1 0 0 0,1-1 1 0 0,-1 0-1 0 0,1 0 0 0 0,-1 0 0 0 0,1 0 0 0 0,-1 0 0 0 0,1 0 0 0 0,-1-1 1 0 0,2 1-1 0 0,7-18 388 0 0,-3-33-248 0 0,-4 29-115 0 0,1 1 1 0 0,1 0-1 0 0,0 0 1 0 0,2 0-1 0 0,9-24 0 0 0,-13 39-27 0 0,-1 2-1 0 0,1-1 0 0 0,0 0 1 0 0,0 0-1 0 0,1 0 0 0 0,-1 1 0 0 0,1 0 1 0 0,0-1-1 0 0,0 1 0 0 0,1 0 0 0 0,-1 0 1 0 0,1 1-1 0 0,0-1 0 0 0,0 1 1 0 0,0 0-1 0 0,0 0 0 0 0,1 0 0 0 0,-1 0 1 0 0,1 1-1 0 0,0 0 0 0 0,0 0 1 0 0,9-3-1 0 0,-11 5 114 0 0,23 10 145 0 0,-16 0-1333 0 0,0 0 3829 0 0,-4-2-4585 0 0,-3 0-5092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37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29 348 0 0,'6'-11'11140'0'0,"-6"10"-10740"0"0,0 0-1 0 0,-1 0 1 0 0,1 0-1 0 0,-1 0 1 0 0,1 0-1 0 0,0 1 0 0 0,-1-1 1 0 0,1 0-1 0 0,-1 0 1 0 0,0 0-1 0 0,1 1 1 0 0,-1-1-1 0 0,0 0 1 0 0,1 1-1 0 0,-1-1 0 0 0,0 0 1 0 0,0 1-1 0 0,1-1 1 0 0,-1 1-1 0 0,0-1 1 0 0,0 1-1 0 0,0 0 0 0 0,0-1 1 0 0,0 1-1 0 0,0 0 1 0 0,0-1-1 0 0,0 1 1 0 0,0 0-1 0 0,0 0 1 0 0,0 0-1 0 0,0 0 0 0 0,0 0 1 0 0,0 0-1 0 0,0 0 1 0 0,-1 1-1 0 0,-1 1 113 0 0,0 0 0 0 0,-1 1-1 0 0,1-1 1 0 0,0 1 0 0 0,0-1-1 0 0,1 1 1 0 0,-1 0 0 0 0,-4 7-1 0 0,-2 2-105 0 0,1 1 0 0 0,0 0 0 0 0,0 0 0 0 0,2 1 0 0 0,-8 21 0 0 0,12-30-415 0 0,0 1 1 0 0,0 0 0 0 0,1-1-1 0 0,0 1 1 0 0,0 0 0 0 0,0 0-1 0 0,1 0 1 0 0,0 0 0 0 0,0 0-1 0 0,0 0 1 0 0,1 0 0 0 0,0 0-1 0 0,0 0 1 0 0,0-1 0 0 0,1 1-1 0 0,3 8 1 0 0,-4-12 8 0 0,1 0 0 0 0,-1 0 0 0 0,0 0 0 0 0,1-1 0 0 0,-1 1 0 0 0,1 0 0 0 0,-1-1 0 0 0,1 1 0 0 0,0-1 0 0 0,0 0 0 0 0,0 0 0 0 0,0 1 0 0 0,0-1 0 0 0,0 0 0 0 0,0-1 0 0 0,0 1 0 0 0,0 0 0 0 0,0-1 0 0 0,4 1 0 0 0,-1 0 0 0 0,1-1 0 0 0,-1 0 0 0 0,1 0 0 0 0,0 0 0 0 0,-1-1 0 0 0,1 0 0 0 0,8-3 0 0 0,7-2 0 0 0,-1-2 0 0 0,-1-1 0 0 0,20-11 0 0 0,-38 19 0 0 0,3 1-1 0 0,22-17-193 0 0,-23 15-863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54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3 1124 0 0,'-19'-2'28903'0'0,"16"9"-28644"0"0,0 1-1 0 0,1-1 0 0 0,0 1 0 0 0,0 0 0 0 0,1 0 1 0 0,0 0-1 0 0,0-1 0 0 0,0 1 0 0 0,1 0 0 0 0,2 16 1 0 0,-1-10-285 0 0,-1 0 1 0 0,-1 0 0 0 0,-2 16 0 0 0,1-21 25 0 0,-1 10 0 0 0,-1 1 0 0 0,-1 0 0 0 0,-1-1 0 0 0,-1 0 0 0 0,0 0 0 0 0,-2-1 0 0 0,0 0 0 0 0,-13 19 0 0 0,8-18 0 0 0,-2-1 0 0 0,0 0 0 0 0,0-1 0 0 0,-34 25 0 0 0,44-37 0 0 0,-1 0 0 0 0,0-1 0 0 0,0 0 0 0 0,0 0 0 0 0,0 0 0 0 0,-1-1 0 0 0,0 0 0 0 0,1 0 0 0 0,-1-1 0 0 0,0 0 0 0 0,0-1 0 0 0,0 1 0 0 0,-1-2 0 0 0,1 1 0 0 0,0-1 0 0 0,0 0 0 0 0,-10-2 0 0 0,13 1 0 0 0,0-1 0 0 0,1 0 0 0 0,-1 0 0 0 0,1 0 0 0 0,0 0 0 0 0,-1 0 0 0 0,1-1 0 0 0,0 0 0 0 0,1 0 0 0 0,-1 0 0 0 0,0 0 0 0 0,1-1 0 0 0,0 1 0 0 0,0-1 0 0 0,0 0 0 0 0,0 0 0 0 0,1 0 0 0 0,-1 0 0 0 0,1-1 0 0 0,0 1 0 0 0,0-1 0 0 0,1 1 0 0 0,-1-1 0 0 0,1 0 0 0 0,0 1 0 0 0,0-1 0 0 0,0-8 0 0 0,1 7 0 0 0,-1 0 0 0 0,1 0 0 0 0,0 0 0 0 0,1 0 0 0 0,-1 0 0 0 0,1 0 0 0 0,0 0 0 0 0,1 0 0 0 0,-1 0 0 0 0,1 0 0 0 0,0 1 0 0 0,1-1 0 0 0,0 1 0 0 0,-1-1 0 0 0,2 1 0 0 0,-1 0 0 0 0,1 0 0 0 0,-1 0 0 0 0,1 1 0 0 0,0-1 0 0 0,9-6 0 0 0,-2 4 0 0 0,0 1 0 0 0,0 0 0 0 0,1 0 0 0 0,0 1 0 0 0,0 1 0 0 0,0 0 0 0 0,0 0 0 0 0,1 1 0 0 0,0 1 0 0 0,-1 0 0 0 0,1 1 0 0 0,0 0 0 0 0,17 2 0 0 0,-22-1 0 0 0,1 1 0 0 0,-1 1 0 0 0,1 0 0 0 0,-1 0 0 0 0,0 0 0 0 0,0 1 0 0 0,0 0 0 0 0,0 1 0 0 0,-1-1 0 0 0,1 2 0 0 0,-1-1 0 0 0,0 1 0 0 0,0 0 0 0 0,-1 0 0 0 0,1 1 0 0 0,-1 0 0 0 0,0 0 0 0 0,-1 1 0 0 0,1-1 0 0 0,7 14 0 0 0,-3-3 0 0 0,-1 0 0 0 0,0 1 0 0 0,-1 0 0 0 0,-1 0 0 0 0,-1 1 0 0 0,-1 0 0 0 0,0 0 0 0 0,4 36 0 0 0,-9-48 0 0 0,1 0 0 0 0,0 0 0 0 0,0-1 0 0 0,1 1 0 0 0,-1 0 0 0 0,2-1 0 0 0,-1 1 0 0 0,1-1 0 0 0,4 8 0 0 0,5-10 0 0 0,5-5 0 0 0,-9 0 0 0 0,9-6 0 0 0,4-15 0 0 0,-11 15 0 0 0,-4-1 0 0 0,0 3-23 0 0,-5 3-585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55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1 184 0 0,'-10'3'28715'0'0,"18"17"-27800"0"0,-7-19-855 0 0,-1 0-1 0 0,1 0 1 0 0,0-1-1 0 0,0 1 1 0 0,-1 0-1 0 0,1-1 1 0 0,0 1 0 0 0,0-1-1 0 0,0 1 1 0 0,0-1-1 0 0,0 1 1 0 0,0-1-1 0 0,0 0 1 0 0,0 1 0 0 0,0-1-1 0 0,0 0 1 0 0,0 0-1 0 0,0 0 1 0 0,0 0-1 0 0,0 0 1 0 0,0 0 0 0 0,0 0-1 0 0,0 0 1 0 0,1 0-1 0 0,-1-1 103 0 0,27 4 98 0 0,0-2 0 0 0,0-1 0 0 0,-1-2 1 0 0,34-5-1 0 0,49-4-259 0 0,-96 11-17 0 0,-11 0-255 0 0,-54 6-27309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55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1216 0 0,'-2'1'1026'0'0,"1"0"0"0"0,-1 0 0 0 0,1 0 0 0 0,-1 1 0 0 0,1-1 0 0 0,0 0 0 0 0,-1 1 0 0 0,1-1 0 0 0,0 1 0 0 0,0 0 0 0 0,0-1 0 0 0,-1 4 0 0 0,7 3 4418 0 0,15 0-4147 0 0,-3-3 189 0 0,0-2 0 0 0,0 0 0 0 0,21 0 1 0 0,100-5 3101 0 0,-124 1-4099 0 0,48-6-39 0 0,-50 6-450 0 0,-1 1-29 0 0,-9 0-329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06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69 129 900 0 0,'0'0'16763'0'0,"-5"2"-15141"0"0,0 1-896 0 0,1-1-1 0 0,-1 1 0 0 0,1 0 1 0 0,0 0-1 0 0,0 0 1 0 0,0 0-1 0 0,0 1 1 0 0,1-1-1 0 0,-1 1 1 0 0,1 0-1 0 0,-5 8 1 0 0,7-10-521 0 0,0-2-42 0 0,0 1 0 0 0,0 0-1 0 0,1 0 1 0 0,-1 0-1 0 0,0 0 1 0 0,0 0-1 0 0,1 0 1 0 0,-1 0-1 0 0,1 0 1 0 0,-1 0-1 0 0,1 0 1 0 0,-1 1-1 0 0,1-1 1 0 0,-1 0 0 0 0,1 0-1 0 0,0 0 1 0 0,0 1-1 0 0,0-1 1 0 0,0 0-1 0 0,0 0 1 0 0,0 0-1 0 0,0 1 1 0 0,0-1-1 0 0,0 0 1 0 0,1 0 0 0 0,-1 1-1 0 0,1 0 1 0 0,11 0-144 0 0,-5-5-19 0 0,1-1 0 0 0,-1 0 0 0 0,0 0 0 0 0,-1-1 0 0 0,1 0 0 0 0,-1 0 0 0 0,0-1 0 0 0,0 1 0 0 0,-1-1 0 0 0,10-13 0 0 0,27-25 0 0 0,-27 32 0 0 0,-6 4 0 0 0,0 0 0 0 0,0 1 0 0 0,1 0 0 0 0,0 0 0 0 0,0 1 0 0 0,0 1 0 0 0,1 0 0 0 0,0 0 0 0 0,0 1 0 0 0,1 0 0 0 0,14-3 0 0 0,-22 7 0 0 0,0 0 0 0 0,-1 0 0 0 0,1 0 0 0 0,0 0 0 0 0,-1 0 0 0 0,1 1 0 0 0,-1 0 0 0 0,1 0 0 0 0,-1 0 0 0 0,1 0 0 0 0,-1 1 0 0 0,0-1 0 0 0,1 1 0 0 0,-1 0 0 0 0,0-1 0 0 0,0 2 0 0 0,0-1 0 0 0,-1 0 0 0 0,1 1 0 0 0,0-1 0 0 0,2 4 0 0 0,0 1 0 0 0,0 1 0 0 0,0-1 0 0 0,-1 1 0 0 0,0 0 0 0 0,-1 0 0 0 0,1 1 0 0 0,-1-1 0 0 0,1 10 0 0 0,2 23 0 0 0,-5-46 0 0 0,1-1 0 0 0,-1 1 0 0 0,1 0 0 0 0,-2 0 0 0 0,1-1 0 0 0,0 1 0 0 0,-1 0 0 0 0,0-1 0 0 0,-1-8 0 0 0,-2 5 0 0 0,1 0 0 0 0,-1 0 0 0 0,0 1 0 0 0,-1-1 0 0 0,0 1 0 0 0,0 0 0 0 0,-8-12 0 0 0,9 17 0 0 0,1 1 0 0 0,-1-1 0 0 0,0 1 0 0 0,0 0 0 0 0,0-1 0 0 0,0 1 0 0 0,0 0 0 0 0,0 1 0 0 0,0-1 0 0 0,0 1 0 0 0,-1-1 0 0 0,1 1 0 0 0,-1 0 0 0 0,1 0 0 0 0,-1 1 0 0 0,1-1 0 0 0,-1 1 0 0 0,0-1 0 0 0,1 1 0 0 0,-1 0 0 0 0,0 1 0 0 0,1-1 0 0 0,-5 2 0 0 0,-8 1 0 0 0,0 0 0 0 0,1 2 0 0 0,0 0 0 0 0,0 1 0 0 0,1 0 0 0 0,-1 2 0 0 0,1-1 0 0 0,1 2 0 0 0,0-1 0 0 0,-17 15 0 0 0,21-15 0 0 0,-1 1 0 0 0,1 0 0 0 0,1 0 0 0 0,0 0 0 0 0,0 1 0 0 0,1 1 0 0 0,0-1 0 0 0,1 1 0 0 0,0 0 0 0 0,0 0 0 0 0,1 1 0 0 0,1 0 0 0 0,-5 20 0 0 0,8-29 0 0 0,1 1 0 0 0,-1 0 0 0 0,1-1 0 0 0,0 1 0 0 0,0 0 0 0 0,0 0 0 0 0,0-1 0 0 0,1 1 0 0 0,0 0 0 0 0,-1-1 0 0 0,1 1 0 0 0,1-1 0 0 0,-1 1 0 0 0,0-1 0 0 0,1 1 0 0 0,0-1 0 0 0,0 0 0 0 0,0 0 0 0 0,0 0 0 0 0,0 0 0 0 0,0 0 0 0 0,1 0 0 0 0,0-1 0 0 0,-1 1 0 0 0,1-1 0 0 0,0 0 0 0 0,6 4 0 0 0,-3-3 0 0 0,1 0 0 0 0,0 0 0 0 0,0-1 0 0 0,0 1 0 0 0,0-2 0 0 0,0 1 0 0 0,0-1 0 0 0,1 0 0 0 0,-1 0 0 0 0,0-1 0 0 0,1 0 0 0 0,13-2 0 0 0,0-1 0 0 0,0-1 0 0 0,-1-1 0 0 0,1-1 0 0 0,-1-1 0 0 0,0-1 0 0 0,25-14 0 0 0,-34 16 0 0 0,-1 0 0 0 0,-1-1 0 0 0,1 0 0 0 0,-1 0 0 0 0,0-1 0 0 0,-1 0 0 0 0,0-1 0 0 0,0 0 0 0 0,-1 0 0 0 0,0 0 0 0 0,-1-1 0 0 0,11-20 0 0 0,-13 20 0 0 0,-2-4 0 0 0,-4-1 0 0 0,-3 6 0 0 0,-2 4 0 0 0,-5 4 0 0 0,-4 11 0 0 0,8 5 0 0 0,6-9 0 0 0,2 1 0 0 0,-1 0 0 0 0,1 0 0 0 0,0 0 0 0 0,0 0 0 0 0,1 0 0 0 0,-1 0 0 0 0,2-1 0 0 0,-1 1 0 0 0,1 0 0 0 0,0-1 0 0 0,0 1 0 0 0,1-1 0 0 0,0 1 0 0 0,0-1 0 0 0,1 0 0 0 0,-1 0 0 0 0,1-1 0 0 0,8 9 0 0 0,-6-8 0 0 0,0 0 0 0 0,0 0 0 0 0,1-1 0 0 0,-1 0 0 0 0,1 0 0 0 0,1 0 0 0 0,-1-1 0 0 0,1 0 0 0 0,-1-1 0 0 0,1 0 0 0 0,0 0 0 0 0,1 0 0 0 0,-1-1 0 0 0,0 0 0 0 0,17 1 0 0 0,-11-1 0 0 0,2 1 0 0 0,-2-4 0 0 0,2-4 0 0 0,-10-1-210 0 0,-6 5 107 0 0,0 0 0 0 0,0 1 0 0 0,0-1 0 0 0,0 0 0 0 0,-1 1 0 0 0,1-1 0 0 0,0 1 1 0 0,0-1-1 0 0,-1 0 0 0 0,1 1 0 0 0,0-1 0 0 0,-1 1 0 0 0,1-1 0 0 0,-1 1 0 0 0,1-1 0 0 0,-1 1 0 0 0,1-1 0 0 0,-1 1 0 0 0,1-1 0 0 0,-1 1 0 0 0,1 0 0 0 0,-1-1 0 0 0,0 1 1 0 0,1 0-1 0 0,-2-1 0 0 0,-7-4-3633 0 0,3 2-2073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07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29 916 0 0,'-1'-1'620'0'0,"1"0"0"0"0,-1 1 0 0 0,1-1-1 0 0,-1 0 1 0 0,1 1 0 0 0,-1-1 0 0 0,1 1 0 0 0,-1-1 0 0 0,1 1 0 0 0,-1-1-1 0 0,0 1 1 0 0,1-1 0 0 0,-1 1 0 0 0,0 0 0 0 0,1-1 0 0 0,-1 1 0 0 0,0 0-1 0 0,1 0 1 0 0,-1-1 0 0 0,0 1 0 0 0,0 0 0 0 0,1 0 0 0 0,-1 0-1 0 0,0 0 1 0 0,0 0 0 0 0,0 0 0 0 0,1 0 0 0 0,-1 0 0 0 0,0 0 0 0 0,0 1-1 0 0,1-1 1 0 0,-1 0 0 0 0,0 0 0 0 0,1 1 0 0 0,-1-1 0 0 0,0 0-1 0 0,1 1 1 0 0,-2 0 0 0 0,-2 13 6914 0 0,3 8-8286 0 0,0 19 1517 0 0,-1-29-753 0 0,2 1-1 0 0,-1 0 1 0 0,2 0 0 0 0,0 0 0 0 0,0 0 0 0 0,1-1 0 0 0,1 1-1 0 0,0-1 1 0 0,1 1 0 0 0,7 17 0 0 0,-5-21-12 0 0,9-4 0 0 0,-14-4 0 0 0,0-1 0 0 0,0 0 0 0 0,0 1 0 0 0,0-1 0 0 0,0 0 0 0 0,0 0 0 0 0,1 0 0 0 0,-1 0 0 0 0,0 0 0 0 0,0 0 0 0 0,0 0 0 0 0,0 0 0 0 0,0 0 0 0 0,0-1 0 0 0,1 1 0 0 0,-1 0 0 0 0,0-1 0 0 0,0 1 0 0 0,0-1 0 0 0,0 1 0 0 0,0-1 0 0 0,0 0 0 0 0,0 1 0 0 0,0-1 0 0 0,-1 0 0 0 0,3-1 0 0 0,-2 0 0 0 0,9-4 0 0 0,0-2 0 0 0,-1 1 0 0 0,0-1 0 0 0,-1 0 0 0 0,0-1 0 0 0,0 0 0 0 0,-1 0 0 0 0,0-1 0 0 0,0 0 0 0 0,-1 0 0 0 0,-1 0 0 0 0,6-15 0 0 0,-3 9 0 0 0,1 0 0 0 0,0 0 0 0 0,21-26 0 0 0,-26 40 0 0 0,23-34 0 0 0,-27 36 0 0 0,1-1 0 0 0,-1 1 0 0 0,0 0 0 0 0,0 0 0 0 0,0-1 0 0 0,0 1 0 0 0,0 0 0 0 0,1 0 0 0 0,-1-1 0 0 0,0 1 0 0 0,0 0 0 0 0,0 0 0 0 0,0 0 0 0 0,1 0 0 0 0,-1-1 0 0 0,0 1 0 0 0,0 0 0 0 0,1 0 0 0 0,-1 0 0 0 0,0 0 0 0 0,0 0 0 0 0,1 0 0 0 0,-1 0 0 0 0,0 0 0 0 0,0-1 0 0 0,1 1 0 0 0,-1 0 0 0 0,0 0 0 0 0,0 0 0 0 0,1 0 0 0 0,-1 0 0 0 0,0 1 0 0 0,1-1 0 0 0,-1 0 0 0 0,0 0 0 0 0,0 0 0 0 0,1 0 0 0 0,-1 0 0 0 0,0 0 0 0 0,2 2 0 0 0,0-1 0 0 0,0 1 0 0 0,-1 0 0 0 0,1 0 0 0 0,-1 0 0 0 0,1-1 0 0 0,-1 1 0 0 0,0 1 0 0 0,0-1 0 0 0,0 0 0 0 0,0 0 0 0 0,0 0 0 0 0,0 1 0 0 0,-1-1 0 0 0,1 3 0 0 0,8 50 0 0 0,-8-44 0 0 0,1 1 0 0 0,0-1 0 0 0,6 18 0 0 0,-3-13 0 0 0,-2-7 0 0 0,1 0 0 0 0,0-1 0 0 0,1 0 0 0 0,-1 0 0 0 0,1 0 0 0 0,7 7 0 0 0,-5-7 0 0 0,1-2 0 0 0,10 5-1994 0 0,-5-4-3679 0 0,0-14-4983 0 0,-7 3 6646 0 0,4-3-1860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08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220 181 1036 0 0,'0'0'14858'0'0,"12"-15"-11100"0"0,-11 12-3434 0 0,0 0 0 0 0,0 0 1 0 0,1 1-1 0 0,-1-1 0 0 0,1 0 0 0 0,-1 0 1 0 0,1 1-1 0 0,0-1 0 0 0,2-1 1 0 0,-1 0-21 0 0,1-3 258 0 0,1 0-1 0 0,-1-1 0 0 0,-1 0 0 0 0,1 0 0 0 0,-1 0 0 0 0,-1 0 1 0 0,1-1-1 0 0,1-11 0 0 0,-4 18-388 0 0,0 0 0 0 0,0 0 0 0 0,0 0 1 0 0,0 0-1 0 0,0 0 0 0 0,0 0 0 0 0,-1 0 0 0 0,1 0 0 0 0,-1 0 0 0 0,1 0 1 0 0,-1 0-1 0 0,0 0 0 0 0,0 0 0 0 0,0 1 0 0 0,0-1 0 0 0,0 0 0 0 0,0 0 1 0 0,0 1-1 0 0,-1-1 0 0 0,1 1 0 0 0,-1-1 0 0 0,-1-1 0 0 0,0 2-139 0 0,0 0-1 0 0,0 0 1 0 0,1 0-1 0 0,-1 1 0 0 0,0-1 1 0 0,-1 1-1 0 0,1 0 1 0 0,0 0-1 0 0,0 0 1 0 0,0 0-1 0 0,0 0 0 0 0,0 0 1 0 0,0 1-1 0 0,0 0 1 0 0,-3 0-1 0 0,-4 2-33 0 0,1 1 0 0 0,-1-1 0 0 0,1 2 0 0 0,0-1 0 0 0,0 1 0 0 0,1 0 0 0 0,-1 1 0 0 0,-8 8 0 0 0,-58 58 0 0 0,69-66 0 0 0,1 1 0 0 0,0-1 0 0 0,0 1 0 0 0,1-1 0 0 0,0 1 0 0 0,1 0 0 0 0,0 1 0 0 0,0-1 0 0 0,0 1 0 0 0,1-1 0 0 0,0 1 0 0 0,0 0 0 0 0,1 0 0 0 0,0-1 0 0 0,1 16 0 0 0,-1-19 0 0 0,1-1 0 0 0,0 1 0 0 0,1-1 0 0 0,-1 1 0 0 0,1-1 0 0 0,-1 1 0 0 0,1-1 0 0 0,0 0 0 0 0,0 1 0 0 0,0-1 0 0 0,1 0 0 0 0,-1 0 0 0 0,1 0 0 0 0,0 0 0 0 0,0 0 0 0 0,0 0 0 0 0,0 0 0 0 0,0-1 0 0 0,1 1 0 0 0,-1-1 0 0 0,1 0 0 0 0,0 1 0 0 0,-1-1 0 0 0,1 0 0 0 0,0-1 0 0 0,0 1 0 0 0,1 0 0 0 0,-1-1 0 0 0,0 0 0 0 0,0 0 0 0 0,1 0 0 0 0,-1 0 0 0 0,0 0 0 0 0,1-1 0 0 0,3 1 0 0 0,0-1 0 0 0,-1 0 0 0 0,0 0 0 0 0,1-1 0 0 0,-1 0 0 0 0,0 0 0 0 0,0 0 0 0 0,0-1 0 0 0,0 1 0 0 0,0-2 0 0 0,0 1 0 0 0,0-1 0 0 0,-1 0 0 0 0,1 0 0 0 0,6-5 0 0 0,-3 0 0 0 0,1 0 0 0 0,-1-1 0 0 0,-1 0 0 0 0,15-20 0 0 0,-17 19 0 0 0,-1-1 0 0 0,-3 2 0 0 0,4 0 0 0 0,-6 9 0 0 0,0-1 0 0 0,0 1 0 0 0,0 0 0 0 0,0 0 0 0 0,0 0 0 0 0,0 0 0 0 0,0-1 0 0 0,0 1 0 0 0,0 0 0 0 0,1 0 0 0 0,-1 0 0 0 0,0 0 0 0 0,0 0 0 0 0,0-1 0 0 0,0 1 0 0 0,0 0 0 0 0,1 0 0 0 0,-1 0 0 0 0,0 0 0 0 0,0 0 0 0 0,0 0 0 0 0,1 0 0 0 0,-1 0 0 0 0,0 0 0 0 0,0-1 0 0 0,0 1 0 0 0,0 0 0 0 0,1 0 0 0 0,-1 0 0 0 0,0 0 0 0 0,0 0 0 0 0,0 0 0 0 0,1 0 0 0 0,-1 0 0 0 0,0 1 0 0 0,0-1 0 0 0,0 0 0 0 0,1 0 0 0 0,-1 0 0 0 0,0 0 0 0 0,0 0 0 0 0,0 0 0 0 0,1 0 0 0 0,-1 0 0 0 0,0 0 0 0 0,0 1 0 0 0,6 6 0 0 0,0 0 0 0 0,0 1 0 0 0,-1 0 0 0 0,0 0 0 0 0,-1 0 0 0 0,0 0 0 0 0,4 11 0 0 0,13 25 0 0 0,-5-16 0 0 0,-1 0 0 0 0,-2 1 0 0 0,14 46 0 0 0,-21-57 0 0 0,-2 1 0 0 0,0 0 0 0 0,-1 0 0 0 0,-1 0 0 0 0,-1 0 0 0 0,0 0 0 0 0,-3 21 0 0 0,1-32 0 0 0,-1 1 0 0 0,0-1 0 0 0,-1 0 0 0 0,1 0 0 0 0,-1 0 0 0 0,-1 0 0 0 0,0-1 0 0 0,0 1 0 0 0,0-1 0 0 0,-1 0 0 0 0,0 0 0 0 0,0-1 0 0 0,-1 1 0 0 0,0-1 0 0 0,0 0 0 0 0,0-1 0 0 0,-1 1 0 0 0,1-1 0 0 0,-2-1 0 0 0,1 1 0 0 0,0-1 0 0 0,-13 5 0 0 0,13-7 0 0 0,0 1 0 0 0,1-1 0 0 0,-1 0 0 0 0,0-1 0 0 0,0 1 0 0 0,0-1 0 0 0,-1-1 0 0 0,1 1 0 0 0,0-1 0 0 0,0-1 0 0 0,0 1 0 0 0,0-1 0 0 0,0 0 0 0 0,0-1 0 0 0,0 0 0 0 0,0 0 0 0 0,0 0 0 0 0,1-1 0 0 0,-1 0 0 0 0,1 0 0 0 0,0-1 0 0 0,0 0 0 0 0,0 0 0 0 0,0 0 0 0 0,1-1 0 0 0,-9-8 0 0 0,4 1 0 0 0,1 0 0 0 0,1-1 0 0 0,0 0 0 0 0,0 0 0 0 0,2-1 0 0 0,-1 0 0 0 0,2 0 0 0 0,0-1 0 0 0,-3-16 0 0 0,14-37 0 0 0,-8 66 0 0 0,2-4 0 0 0,20-15 0 0 0,-13 14 0 0 0,5 4 0 0 0,-10 3-21 0 0,-1-1 1 0 0,0 1-1 0 0,1 0 0 0 0,-1 0 0 0 0,0-1 1 0 0,0 1-1 0 0,1 0 0 0 0,-1 0 1 0 0,0 0-1 0 0,1 1 0 0 0,-1-1 1 0 0,0 0-1 0 0,1 0 0 0 0,-1 1 0 0 0,0-1 1 0 0,0 1-1 0 0,0-1 0 0 0,1 1 1 0 0,-1 0-1 0 0,0-1 0 0 0,0 1 0 0 0,0 0 1 0 0,2 1-1 0 0,3 4-1940 0 0,4 2-821 0 0,4 4-12728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09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7 644 0 0,'-26'-7'28201'0'0,"36"9"-23776"0"0,8 1-3967 0 0,42 7-4555 0 0,-28-3 7080 0 0,-18-4-2945 0 0,-1 1 1 0 0,1 1-1 0 0,13 6 0 0 0,-18-4-38 0 0,-10 7 0 0 0,-3-7 0 0 0,0-1 0 0 0,-1 1 0 0 0,1-1 0 0 0,-1 0 0 0 0,-1 0 0 0 0,1-1 0 0 0,-1 1 0 0 0,0-1 0 0 0,-13 8 0 0 0,-70 37 0 0 0,43-27 0 0 0,38-17 0 0 0,-36 12 0 0 0,39-16 0 0 0,5-2 0 0 0,0 0 0 0 0,-1 0 0 0 0,1 0 0 0 0,0 0 0 0 0,0 0 0 0 0,-1 1 0 0 0,1-1 0 0 0,0 0 0 0 0,0 0 0 0 0,-1 0 0 0 0,1 0 0 0 0,0 0 0 0 0,0 0 0 0 0,0 0 0 0 0,-1 1 0 0 0,1-1 0 0 0,0 0 0 0 0,0 0 0 0 0,0 0 0 0 0,-1 1 0 0 0,1-1 0 0 0,0 0 0 0 0,0 0 0 0 0,0 0 0 0 0,0 1 0 0 0,0-1 0 0 0,-1 0 0 0 0,1 0 0 0 0,0 1 0 0 0,0-1 0 0 0,0 0 0 0 0,0 0 0 0 0,0 1 0 0 0,0-1 0 0 0,0 0 0 0 0,0 0 0 0 0,0 1 0 0 0,0-1 0 0 0,0 1 0 0 0,18 10 0 0 0,-8-7 0 0 0,1 0 0 0 0,-1-1 0 0 0,1 0 0 0 0,12 1 0 0 0,19 6 0 0 0,-36-8 0 0 0,-1 1 0 0 0,1 0 0 0 0,-1 0 0 0 0,1 1 0 0 0,-1-1 0 0 0,0 1 0 0 0,0 1 0 0 0,0-1 0 0 0,-1 0 0 0 0,0 1 0 0 0,1 0 0 0 0,-2 0 0 0 0,1 1 0 0 0,-1-1 0 0 0,1 1 0 0 0,-2-1 0 0 0,1 1 0 0 0,-1 0 0 0 0,1 0 0 0 0,-2 0 0 0 0,1 0 0 0 0,-1 1 0 0 0,0-1 0 0 0,0 0 0 0 0,0 1 0 0 0,-1-1 0 0 0,0 1 0 0 0,0-1 0 0 0,-1 0 0 0 0,0 1 0 0 0,0-1 0 0 0,-1 0 0 0 0,1 0 0 0 0,-1 1 0 0 0,-1-1 0 0 0,1-1 0 0 0,-1 1 0 0 0,0 0 0 0 0,0-1 0 0 0,-1 1 0 0 0,1-1 0 0 0,-1 0 0 0 0,0 0 0 0 0,-9 7 0 0 0,7-6 0 0 0,0-1 0 0 0,0 0 0 0 0,-1 0 0 0 0,1 0 0 0 0,-1-1 0 0 0,0 0 0 0 0,-1-1 0 0 0,1 1 0 0 0,-1-1 0 0 0,0-1 0 0 0,-8 3 0 0 0,13-4 0 0 0,1-1 0 0 0,0 1 0 0 0,-1 0 0 0 0,1-1 0 0 0,-1 1 0 0 0,1-1 0 0 0,-1 0 0 0 0,1 0 0 0 0,0 0 0 0 0,-1 0 0 0 0,1 0 0 0 0,-1-1 0 0 0,1 1 0 0 0,-1-1 0 0 0,1 0 0 0 0,0 1 0 0 0,-1-1 0 0 0,1 0 0 0 0,0 0 0 0 0,0-1 0 0 0,-2 0 0 0 0,-11-6 0 0 0,14 8 0 0 0,-1-1 0 0 0,0 0 0 0 0,0 0 0 0 0,0 0 0 0 0,0 0 0 0 0,0-1 0 0 0,0 1 0 0 0,0-1 0 0 0,0 1 0 0 0,1-1 0 0 0,-1 0 0 0 0,1 0 0 0 0,-1 0 0 0 0,1 0 0 0 0,-1 0 0 0 0,1 0 0 0 0,0 0 0 0 0,0 0 0 0 0,0 0 0 0 0,0 0 0 0 0,1-1 0 0 0,-1 1 0 0 0,1 0 0 0 0,-1 0 0 0 0,1-1 0 0 0,0 1 0 0 0,0-1 0 0 0,0 1 0 0 0,0 0 0 0 0,0-3 0 0 0,2 2-103 0 0,0 0 1 0 0,0 0-1 0 0,0 0 1 0 0,0 0-1 0 0,1 1 1 0 0,-1 0-1 0 0,1-1 0 0 0,0 1 1 0 0,-1 0-1 0 0,1 0 1 0 0,0 0-1 0 0,6-2 1 0 0,-6 2-1017 0 0,4-2-25 0 0,0 0 0 0 0,0 1 1 0 0,0 0-1 0 0,0 1 0 0 0,12-3 1 0 0,6-1-4744 0 0,-10 2-603 0 0,10 0 262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09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20 332 0 0,'-2'-14'12113'0'0,"2"14"-11931"0"0,0 0 0 0 0,0-1 0 0 0,-1 1 0 0 0,1-1 0 0 0,0 1 1 0 0,-1 0-1 0 0,1 0 0 0 0,0-1 0 0 0,-1 1 0 0 0,1 0 0 0 0,0-1 0 0 0,-1 1 0 0 0,1 0 0 0 0,0 0 0 0 0,-1 0 0 0 0,1-1 0 0 0,-1 1 0 0 0,1 0 0 0 0,-1 0 0 0 0,1 0 1 0 0,-1 0-1 0 0,1 0 0 0 0,0 0 0 0 0,-1 0 0 0 0,1 0 0 0 0,-1 0 0 0 0,1 0 0 0 0,-1 0 0 0 0,1 0 0 0 0,-1 0 0 0 0,1 0 0 0 0,0 0 0 0 0,-1 1 0 0 0,1-1 0 0 0,-1 0 0 0 0,1 0 1 0 0,0 0-1 0 0,-1 1 0 0 0,1-1 0 0 0,-1 0 0 0 0,1 1 0 0 0,0-1 0 0 0,-1 1 0 0 0,-25 24 3266 0 0,-18 40 976 0 0,30-37-2429 0 0,-2 1-1339 0 0,2 0 1 0 0,2 1 0 0 0,-13 42-1 0 0,23-66-663 0 0,0 1-1 0 0,0-1 1 0 0,1 0-1 0 0,0 0 0 0 0,1 1 1 0 0,-1-1-1 0 0,1 0 1 0 0,0 1-1 0 0,1-1 0 0 0,-1 0 1 0 0,1 1-1 0 0,1-1 1 0 0,-1 0-1 0 0,1 0 0 0 0,0 0 1 0 0,1 0-1 0 0,-1 0 1 0 0,1 0-1 0 0,0-1 0 0 0,0 1 1 0 0,1-1-1 0 0,0 0 1 0 0,7 8-1 0 0,-6-9 8 0 0,0-1 0 0 0,1 0 0 0 0,-1 0 0 0 0,1 0 0 0 0,0-1 0 0 0,0 1 0 0 0,0-2 0 0 0,0 1 0 0 0,0 0 0 0 0,0-1 0 0 0,1 0 0 0 0,-1-1 0 0 0,0 0 0 0 0,1 0 0 0 0,-1 0 0 0 0,0 0 0 0 0,12-3 0 0 0,7-2 0 0 0,0-1 0 0 0,46-17 0 0 0,-53 16 0 0 0,0 0 0 0 0,-1-2 0 0 0,18-10 0 0 0,-32 17 0 0 0,1 0 0 0 0,-1 0 0 0 0,0-1 0 0 0,1 1 0 0 0,-1-1 0 0 0,0 0 0 0 0,0 0 0 0 0,-1 0 0 0 0,1 0 0 0 0,-1 0 0 0 0,1-1 0 0 0,-1 1 0 0 0,0-1 0 0 0,0 1 0 0 0,0-1 0 0 0,-1 0 0 0 0,0 0 0 0 0,1 0 0 0 0,-1 0 0 0 0,0-4 0 0 0,-1 6 0 0 0,0 0 0 0 0,0 1 0 0 0,0-1 0 0 0,0 0 0 0 0,-1 1 0 0 0,1-1 0 0 0,-1 1 0 0 0,1-1 0 0 0,-1 1 0 0 0,0-1 0 0 0,1 1 0 0 0,-1-1 0 0 0,0 1 0 0 0,0-1 0 0 0,0 1 0 0 0,0 0 0 0 0,0 0 0 0 0,-1 0 0 0 0,1-1 0 0 0,0 1 0 0 0,0 0 0 0 0,-1 0 0 0 0,1 1 0 0 0,0-1 0 0 0,-1 0 0 0 0,1 0 0 0 0,-1 1 0 0 0,0-1 0 0 0,1 1 0 0 0,-1-1 0 0 0,1 1 0 0 0,-1 0 0 0 0,0-1 0 0 0,1 1 0 0 0,-1 0 0 0 0,1 0 0 0 0,-3 1 0 0 0,-6-1 0 0 0,1 0 0 0 0,0 1 0 0 0,-1 0 0 0 0,-12 4 0 0 0,20-4 0 0 0,-8 2 0 0 0,1 0 0 0 0,0 1 0 0 0,-1 0 0 0 0,1 1 0 0 0,1 0 0 0 0,-1 0 0 0 0,1 1 0 0 0,0 0 0 0 0,0 0 0 0 0,0 1 0 0 0,1 0 0 0 0,-10 13 0 0 0,13-12 0 0 0,3-7 0 0 0,1 0 0 0 0,-1 0 0 0 0,1 0 0 0 0,-1 0 0 0 0,1 0 0 0 0,0 0 0 0 0,0 0 0 0 0,-1 0 0 0 0,1 0 0 0 0,0 0 0 0 0,0 0 0 0 0,0 0 0 0 0,0 0 0 0 0,0 0 0 0 0,0 0 0 0 0,0 0 0 0 0,1-1 0 0 0,-1 1 0 0 0,0 0 0 0 0,0 0 0 0 0,1 0 0 0 0,-1 0 0 0 0,1 0 0 0 0,-1 0 0 0 0,0 0 0 0 0,1 0 0 0 0,0-1 0 0 0,-1 1 0 0 0,1 0 0 0 0,0 0 0 0 0,0 0 0 0 0,0 0 0 0 0,12 5-223 0 0,-7-5-449 0 0,-1 0 1 0 0,0-1 0 0 0,1 1 0 0 0,-1-1-1 0 0,0 0 1 0 0,10-2 0 0 0,-7 1-1874 0 0,-1-1-1 0 0,0 1 1 0 0,0-2-1 0 0,0 1 1 0 0,7-4-1 0 0,-1-2-4525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10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10 1116 0 0,'0'0'1966'0'0,"-22"-9"15835"0"0,16 10-16822 0 0,1 1-1 0 0,-1 0 1 0 0,1 1 0 0 0,-1-1 0 0 0,1 1 0 0 0,0 0 0 0 0,0 1 0 0 0,0-1 0 0 0,-7 8 0 0 0,4-4-622 0 0,1 1-1 0 0,0-1 1 0 0,1 1 0 0 0,0 0-1 0 0,0 1 1 0 0,-5 10 0 0 0,8-14-418 0 0,1 1-1 0 0,-1 0 1 0 0,1 0-1 0 0,0 0 1 0 0,0 0 0 0 0,1 1-1 0 0,0-1 1 0 0,0 0 0 0 0,1 1-1 0 0,-1 7 1 0 0,2-10 75 0 0,-1-1 1 0 0,1 1-1 0 0,-1 0 0 0 0,1-1 1 0 0,0 1-1 0 0,1-1 0 0 0,-1 1 1 0 0,1-1-1 0 0,-1 0 1 0 0,1 0-1 0 0,0 1 0 0 0,0-1 1 0 0,0 0-1 0 0,1-1 1 0 0,-1 1-1 0 0,1 0 0 0 0,-1-1 1 0 0,6 4-1 0 0,3 1-14 0 0,-1-1 0 0 0,2 0 0 0 0,-1-1 0 0 0,0 0 0 0 0,1-1 0 0 0,0 0 0 0 0,0-1 0 0 0,0-1 0 0 0,0 0 0 0 0,0 0 0 0 0,1-1 0 0 0,-1 0 0 0 0,1-2 0 0 0,-1 1 0 0 0,0-1 0 0 0,1-1 0 0 0,-1 0 0 0 0,0-1 0 0 0,0 0 0 0 0,0-1 0 0 0,-1 0 0 0 0,1-1 0 0 0,-1 0 0 0 0,0-1 0 0 0,13-9 0 0 0,-21 13 0 0 0,0 0 0 0 0,0 0 0 0 0,0 0 0 0 0,-1 0 0 0 0,1-1 0 0 0,-1 1 0 0 0,1-1 0 0 0,-1 1 0 0 0,0-1 0 0 0,0 0 0 0 0,0 0 0 0 0,-1 0 0 0 0,1 0 0 0 0,-1 0 0 0 0,1 0 0 0 0,-1-1 0 0 0,0 1 0 0 0,0 0 0 0 0,-1-1 0 0 0,1 1 0 0 0,-1-1 0 0 0,1 1 0 0 0,-1-1 0 0 0,0 1 0 0 0,-1 0 0 0 0,1-1 0 0 0,0 1 0 0 0,-1-1 0 0 0,0 1 0 0 0,0 0 0 0 0,0-1 0 0 0,0 1 0 0 0,0 0 0 0 0,-1 0 0 0 0,0 0 0 0 0,1 0 0 0 0,-1 0 0 0 0,0 0 0 0 0,-3-3 0 0 0,0 0 0 0 0,-1-1 0 0 0,0 1 0 0 0,0 0 0 0 0,-1 1 0 0 0,0 0 0 0 0,1 0 0 0 0,-2 0 0 0 0,1 1 0 0 0,-1 0 0 0 0,1 0 0 0 0,-1 1 0 0 0,0 0 0 0 0,0 0 0 0 0,-1 1 0 0 0,-10-2 0 0 0,10 3 6 0 0,-1 1 0 0 0,0 0 0 0 0,0 0 0 0 0,0 1 0 0 0,1 0-1 0 0,-1 1 1 0 0,0 0 0 0 0,1 0 0 0 0,0 1 0 0 0,-18 8 0 0 0,21-8-549 0 0,0 1 0 0 0,1-1 0 0 0,-1 1 0 0 0,1 0 0 0 0,0 1 0 0 0,-5 4 0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11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20 980 0 0,'0'0'1480'0'0,"4"-20"18465"0"0,-13 21-19393 0 0,1-1-1 0 0,0 2 0 0 0,0-1 0 0 0,0 1 0 0 0,0 0 0 0 0,0 1 0 0 0,0 0 0 0 0,0 0 0 0 0,1 1 1 0 0,-1 0-1 0 0,1 0 0 0 0,0 1 0 0 0,1-1 0 0 0,-9 9 0 0 0,-17 14 583 0 0,-42 48 0 0 0,58-58-1307 0 0,1-2 173 0 0,2 2 0 0 0,-1 0 0 0 0,2 0 0 0 0,0 1 0 0 0,1 1 0 0 0,-12 28 0 0 0,19-36 0 0 0,0-1 0 0 0,1 1 0 0 0,0-1 0 0 0,0 1 0 0 0,2 0 0 0 0,-1 0 0 0 0,1 0 0 0 0,1 0 0 0 0,0 1 0 0 0,0-1 0 0 0,1 0 0 0 0,0 0 0 0 0,7 21 0 0 0,-7-24 0 0 0,2 0 0 0 0,-1-1 0 0 0,1 1 0 0 0,0-1 0 0 0,1 0 0 0 0,-1 1 0 0 0,2-2 0 0 0,-1 1 0 0 0,1 0 0 0 0,0-1 0 0 0,0 0 0 0 0,0 0 0 0 0,1 0 0 0 0,0-1 0 0 0,0 0 0 0 0,1 0 0 0 0,-1-1 0 0 0,1 1 0 0 0,13 4 0 0 0,-18-5 0 0 0,37 2 0 0 0,-23-4 0 0 0,-1-3 0 0 0,-4 3-277 0 0,-9-1-1147 0 0,-2-19-17258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16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0 150 296 0 0,'0'0'24435'0'0,"12"20"-18926"0"0,-12-18-4462 0 0,2 0-114 0 0,3 7-461 0 0,4 21-425 0 0,-5-17-39 0 0,0-1 0 0 0,1 1 0 0 0,12 23 0 0 0,-14-32-8 0 0,0 0 0 0 0,1 0-1 0 0,-1 0 1 0 0,1 0 0 0 0,0-1-1 0 0,-1 1 1 0 0,2-1 0 0 0,-1 0 0 0 0,0-1-1 0 0,1 1 1 0 0,-1-1 0 0 0,1 1-1 0 0,6 1 1 0 0,-6-3 0 0 0,0 1 0 0 0,0-1 0 0 0,0-1 0 0 0,0 1 0 0 0,1-1 0 0 0,-1 0 0 0 0,0 0 0 0 0,0 0 0 0 0,1-1 0 0 0,-1 0 0 0 0,0 0 0 0 0,0 0 0 0 0,0-1 0 0 0,0 1 0 0 0,0-1 0 0 0,0 0 0 0 0,0-1 0 0 0,7-4 0 0 0,1 0 0 0 0,1 0 0 0 0,-1 0 0 0 0,0-1 0 0 0,-1-1 0 0 0,1 0 0 0 0,-2-1 0 0 0,1 0 0 0 0,16-21 0 0 0,2-6 0 0 0,27-46 0 0 0,-25 8 0 0 0,-26 63 0 0 0,-4-1 0 0 0,-4 19-357 0 0,-3 11-72 0 0,2-1-2624 0 0,0-1-2909 0 0,3 1-4365 0 0,0 7 3221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17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28 1368 0 0,'-2'-2'3530'0'0,"-15"-18"14376"0"0,6 15-10311 0 0,17 6-5174 0 0,26 20-2474 0 0,25 45 53 0 0,8 15 0 0 0,-65-80-1 0 0,1-1 0 0 0,-1 0 0 0 0,0 1 0 0 0,1-1 0 0 0,-1 0 0 0 0,0 0 0 0 0,1 1 1 0 0,-1-1-1 0 0,1 0 0 0 0,-1 0 0 0 0,1 0 0 0 0,-1 0 0 0 0,1 1 0 0 0,-1-1 0 0 0,1 0 0 0 0,-1 0 0 0 0,1 0 0 0 0,-1 0 0 0 0,0 0 0 0 0,1 0 0 0 0,-1 0 0 0 0,1 0 0 0 0,-1 0 1 0 0,1-1-1 0 0,-1 1 0 0 0,1 0 0 0 0,-1 0 0 0 0,1 0 0 0 0,-1 0 0 0 0,1-1 0 0 0,-1 1 0 0 0,0 0 0 0 0,1-1 0 0 0,-1 1 0 0 0,0 0 0 0 0,1-1 0 0 0,6-6-240 0 0,15-19-5744 0 0,-13 14 900 0 0,1 2-4060 0 0,1 2 2241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18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24 292 0 0,'-5'-24'24527'0'0,"-16"41"-21998"0"0,1 0 1 0 0,-23 27-1 0 0,2-3-2169 0 0,15-15-360 0 0,10-9 0 0 0,-1-1 0 0 0,-27 20 0 0 0,36-29 0 0 0,2 1 0 0 0,13-15-207 0 0,0 1 0 0 0,0 0-1 0 0,0 0 1 0 0,13-7 0 0 0,2 0-5602 0 0,0 3-7322 0 0,-16 6 5941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18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8 912 0 0,'8'-8'29925'0'0,"0"19"-31313"0"0,-2-5 1920 0 0,-1 1 0 0 0,0-1 0 0 0,-1 1 0 0 0,0 0 0 0 0,5 13 0 0 0,-1-1-501 0 0,-2 0 0 0 0,5 28 0 0 0,-10-44 2 0 0,5 74-33 0 0,-5-64 0 0 0,4 0 0 0 0,-4-1-119 0 0,-1-9-592 0 0,-2-9-2138 0 0,-6-16 1224 0 0,8 21 1500 0 0,0 0 0 0 0,-1 0 0 0 0,1 0 0 0 0,0 0-1 0 0,0 0 1 0 0,0 0 0 0 0,0 1 0 0 0,0-1 0 0 0,0 0 0 0 0,0 0-1 0 0,1 0 1 0 0,-1 0 0 0 0,0 0 0 0 0,0 0 0 0 0,1 1 0 0 0,-1-1 0 0 0,0 0-1 0 0,1 0 1 0 0,-1 0 0 0 0,1 1 0 0 0,-1-1 0 0 0,1 0 0 0 0,-1 0-1 0 0,1 1 1 0 0,0-1 0 0 0,0 0 0 0 0,6-10-2480 0 0,-6 10 1941 0 0,-1 0-1 0 0,0 0 1 0 0,1 0-1 0 0,-1-1 0 0 0,1 1 1 0 0,0 0-1 0 0,-1 0 1 0 0,1 0-1 0 0,0 0 1 0 0,0 0-1 0 0,-1 0 1 0 0,1 0-1 0 0,0 0 0 0 0,0 0 1 0 0,2 0-1 0 0,5-8-5437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19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73 56 0 0,'-1'-1'10509'0'0,"-12"1"603"0"0,12 5-10663 0 0,-1-1-1 0 0,1 0 0 0 0,0 1 1 0 0,1-1-1 0 0,-1 1 0 0 0,1-1 1 0 0,0 0-1 0 0,0 1 0 0 0,0-1 1 0 0,0 1-1 0 0,2 5 0 0 0,3 18 1542 0 0,-4-19-1528 0 0,0-1-1 0 0,1 1 1 0 0,0-1 0 0 0,0 1-1 0 0,1-1 1 0 0,0 0-1 0 0,8 14 1 0 0,-3-7-447 0 0,-5-9-13 0 0,0 1-1 0 0,1-2 1 0 0,0 1 0 0 0,0 0 0 0 0,0-1-1 0 0,1 0 1 0 0,6 6 0 0 0,-8-9-2 0 0,0 0 0 0 0,0 0-1 0 0,0 0 1 0 0,1-1 0 0 0,-1 0 0 0 0,0 0 0 0 0,1 0 0 0 0,-1 0 0 0 0,1 0 0 0 0,-1 0 0 0 0,1-1 0 0 0,-1 0 0 0 0,1 0 0 0 0,0 0-1 0 0,-1 0 1 0 0,1 0 0 0 0,-1-1 0 0 0,1 0 0 0 0,3-1 0 0 0,2 0 0 0 0,0-1 0 0 0,-1 0 0 0 0,1-1 0 0 0,0 0 0 0 0,-1 0 0 0 0,0-1 0 0 0,0 0 0 0 0,0 0 0 0 0,-1-1 0 0 0,0 0 0 0 0,7-7 0 0 0,7-11 0 0 0,35-48 0 0 0,-26 32 0 0 0,13-25 0 0 0,-23 31 0 0 0,-15 24 0 0 0,-2-1 0 0 0,-6 17-591 0 0,-14 39 1272 0 0,13-28-3356 0 0,2-3-3278 0 0,2-11 4805 0 0,0 8-2645 0 0,0-3-3284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19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1 976 0 0,'-11'2'2273'0'0,"1"0"0"0"0,0 1 0 0 0,1 0-1 0 0,-17 8 1 0 0,21-7-1468 0 0,-1-1-1 0 0,1 1 1 0 0,-1 0-1 0 0,1 0 0 0 0,0 1 1 0 0,1-1-1 0 0,-1 1 1 0 0,1 0-1 0 0,0 1 1 0 0,0-1-1 0 0,0 1 1 0 0,-5 11-1 0 0,7-13-519 0 0,1-1 0 0 0,-1 1 0 0 0,1 0 0 0 0,0 0 0 0 0,0 0 0 0 0,0 0-1 0 0,0 0 1 0 0,1 0 0 0 0,0 0 0 0 0,0 0 0 0 0,0 0 0 0 0,0 0 0 0 0,0 0 0 0 0,1 0 0 0 0,0 0 0 0 0,0 0-1 0 0,0-1 1 0 0,0 1 0 0 0,1 0 0 0 0,2 5 0 0 0,-3-7-175 0 0,1 1 0 0 0,1 0 0 0 0,-1-1-1 0 0,0 1 1 0 0,0-1 0 0 0,1 0 0 0 0,-1 0 0 0 0,1 0 0 0 0,0 0-1 0 0,0 0 1 0 0,0 0 0 0 0,0-1 0 0 0,0 1 0 0 0,0-1 0 0 0,0 0 0 0 0,0 0-1 0 0,0 0 1 0 0,1-1 0 0 0,-1 1 0 0 0,0-1 0 0 0,1 1 0 0 0,-1-1-1 0 0,0 0 1 0 0,1-1 0 0 0,6 0 0 0 0,7-1 116 0 0,-10 2-176 0 0,0-1 0 0 0,0 1 0 0 0,0-1 1 0 0,0-1-1 0 0,0 0 0 0 0,0 0 0 0 0,0 0 1 0 0,-1 0-1 0 0,1-1 0 0 0,-1 0 0 0 0,0-1 1 0 0,1 0-1 0 0,-2 0 0 0 0,1 0 0 0 0,0 0 1 0 0,-1-1-1 0 0,9-10 0 0 0,-7 6-50 0 0,-2-1 0 0 0,58 104 0 0 0,-56-78 0 0 0,-2-4 0 0 0,0 1 0 0 0,-1-1 0 0 0,4 18 0 0 0,-8-25 0 0 0,1 0 0 0 0,-1 0 0 0 0,0 0 0 0 0,0 1 0 0 0,0-1 0 0 0,-1 0 0 0 0,0 0 0 0 0,0 1 0 0 0,0-1 0 0 0,-1 0 0 0 0,-3 9 0 0 0,3-10 0 0 0,0 1 0 0 0,0-1 0 0 0,0 0 0 0 0,-1 1 0 0 0,0-1 0 0 0,0 0 0 0 0,0-1 0 0 0,0 1 0 0 0,-4 3 0 0 0,1-3 0 0 0,0 0 0 0 0,0-1 0 0 0,0 0 0 0 0,-1 0 0 0 0,1 0 0 0 0,-1-1 0 0 0,0 0 0 0 0,0 0 0 0 0,-7 1 0 0 0,-1-3 0 0 0,1-1 0 0 0,1-2 0 0 0,2-2 0 0 0,6-1 0 0 0,5 5-1 0 0,-1 1 1 0 0,1-1-1 0 0,0 0 1 0 0,0 0-1 0 0,0 1 0 0 0,0-1 1 0 0,0 0-1 0 0,0 0 0 0 0,0 0 1 0 0,0 1-1 0 0,0-1 1 0 0,0 0-1 0 0,0 0 0 0 0,0 1 1 0 0,1-1-1 0 0,-1 0 0 0 0,0 0 1 0 0,1 1-1 0 0,-1-1 1 0 0,0 0-1 0 0,1 1 0 0 0,-1-1 1 0 0,1 0-1 0 0,5-3-103 0 0,-2 1-856 0 0,1-1 0 0 0,0 0 0 0 0,-1 1-1 0 0,1 0 1 0 0,0 0 0 0 0,0 1 0 0 0,6-3 0 0 0,9-3-11571 0 0,-1 1 5539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20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34 1360 0 0,'-12'-8'3157'0'0,"-20"-17"12858"0"0,32 29-14596 0 0,-1 3-953 0 0,1-1-1 0 0,0 1 0 0 0,0-1 1 0 0,1 1-1 0 0,0-1 0 0 0,0 0 1 0 0,1 1-1 0 0,0-1 0 0 0,0 0 0 0 0,0 0 1 0 0,1 0-1 0 0,0 0 0 0 0,0-1 1 0 0,0 1-1 0 0,0-1 0 0 0,7 7 1 0 0,11 14 888 0 0,47 44 1 0 0,-48-51-1159 0 0,91 79-196 0 0,29 28 0 0 0,-126-111 0 0 0,-1 0 0 0 0,0 1 0 0 0,-1 1 0 0 0,-1 0 0 0 0,0 0 0 0 0,-1 1 0 0 0,7 20 0 0 0,-14-31 0 0 0,-1 0 0 0 0,0 1 0 0 0,0-1 0 0 0,-1 0 0 0 0,0 1 0 0 0,0-1 0 0 0,0 1 0 0 0,-1 0 0 0 0,0-1 0 0 0,-1 1 0 0 0,0-1 0 0 0,0 1 0 0 0,0-1 0 0 0,-1 0 0 0 0,0 1 0 0 0,-1-1 0 0 0,0 0 0 0 0,0 0 0 0 0,0-1 0 0 0,-1 1 0 0 0,0 0 0 0 0,0-1 0 0 0,0 0 0 0 0,-1 0 0 0 0,-7 6 0 0 0,-6 5 0 0 0,-1-1 0 0 0,0-1 0 0 0,-1 0 0 0 0,-1-2 0 0 0,0 0 0 0 0,-1-1 0 0 0,-28 10 0 0 0,21-8 0 0 0,16-10 0 0 0,-2-6-321 0 0,5-1-5226 0 0,-1-3-8320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37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55 632 0 0,'29'-32'15529'0'0,"-28"31"-15230"0"0,0 1-1 0 0,-1-1 1 0 0,1 0 0 0 0,-1 0 0 0 0,0 0 0 0 0,1 0-1 0 0,-1 0 1 0 0,0 0 0 0 0,1 1 0 0 0,-1-1-1 0 0,0 0 1 0 0,0 0 0 0 0,0 0 0 0 0,0 0 0 0 0,0 0-1 0 0,0 0 1 0 0,0 0 0 0 0,0 0 0 0 0,0 0-1 0 0,0 0 1 0 0,0 0 0 0 0,-1-1 0 0 0,-9 1 298 0 0,0 1 0 0 0,1 0 1 0 0,-1 1-1 0 0,0 0 0 0 0,1 1 0 0 0,-1 0 1 0 0,1 0-1 0 0,0 1 0 0 0,0 0 0 0 0,-14 6 1 0 0,5 0 35 0 0,0 0-1 0 0,1 2 1 0 0,0 0 0 0 0,-19 15 0 0 0,33-24-633 0 0,1 1 0 0 0,-1-1 0 0 0,1 1 0 0 0,-1-1 0 0 0,1 1 0 0 0,0 0 0 0 0,0 0 0 0 0,0 0 0 0 0,0 0 0 0 0,0 0 0 0 0,1 0 0 0 0,0 0 0 0 0,-1 1 0 0 0,1-1 0 0 0,0 0 0 0 0,1 1 0 0 0,-1-1 0 0 0,0 1 0 0 0,1-1 0 0 0,0 1 0 0 0,0 0 0 0 0,0-1 0 0 0,0 1 0 0 0,1-1 0 0 0,0 1 0 0 0,-1-1 0 0 0,1 1 0 0 0,0-1 0 0 0,1 0 0 0 0,-1 1 0 0 0,0-1 0 0 0,1 0 0 0 0,0 0 0 0 0,0 0 0 0 0,0 0 0 0 0,0 0 0 0 0,0 0 0 0 0,1-1 0 0 0,-1 1 0 0 0,1-1 0 0 0,-1 0 0 0 0,1 1 0 0 0,0-1 0 0 0,0-1 0 0 0,0 1 0 0 0,4 1 0 0 0,2 1 0 0 0,0-1 0 0 0,0 0 0 0 0,1-1 0 0 0,0 0 0 0 0,-1-1 0 0 0,1 0 0 0 0,0-1 0 0 0,-1 0 0 0 0,1 0 0 0 0,0-1 0 0 0,-1 0 0 0 0,1 0 0 0 0,0-1 0 0 0,-1-1 0 0 0,0 0 0 0 0,0 0 0 0 0,0 0 0 0 0,0-2 0 0 0,0 1 0 0 0,-1-1 0 0 0,1 0 0 0 0,-1 0 0 0 0,0-1 0 0 0,-1 0 0 0 0,0-1 0 0 0,0 0 0 0 0,6-7 0 0 0,5-12 0 0 0,-18 26 0 0 0,0 0 0 0 0,0 0 0 0 0,0 0 0 0 0,0 0 0 0 0,0 1 0 0 0,0-1 0 0 0,0 0 0 0 0,0 0 0 0 0,0 0 0 0 0,0 0 0 0 0,0 0 0 0 0,0 0 0 0 0,0 0 0 0 0,1 0 0 0 0,-1 1 0 0 0,0-1 0 0 0,0 0 0 0 0,0 0 0 0 0,0 0 0 0 0,0 0 0 0 0,0 0 0 0 0,0 0 0 0 0,0 0 0 0 0,0 0 0 0 0,0 0 0 0 0,0 0 0 0 0,1 0 0 0 0,-1 0 0 0 0,0 1 0 0 0,0-1 0 0 0,0 0 0 0 0,0 0 0 0 0,0 0 0 0 0,0 0 0 0 0,0 0 0 0 0,1 0 0 0 0,-1 0 0 0 0,0 0 0 0 0,0 0 0 0 0,0 0 0 0 0,0 0 0 0 0,0 0 0 0 0,0 0 0 0 0,0 0 0 0 0,0 0 0 0 0,1 0 0 0 0,-1 0 0 0 0,0-1 0 0 0,0 1 0 0 0,0 0 0 0 0,0 0 0 0 0,0 0 0 0 0,0 0 0 0 0,0 0 0 0 0,0 0 0 0 0,1 0 0 0 0,-1 0 0 0 0,-1 24 0 0 0,0-5 0 0 0,1 0 0 0 0,4 37 0 0 0,19 41 0 0 0,39 99 0 0 0,-55-176 0 0 0,-3-5 0 0 0,-1 0 0 0 0,-1 1 0 0 0,0-1 0 0 0,0 29 0 0 0,-2-42 0 0 0,1-1 0 0 0,-1 1 0 0 0,0-1 0 0 0,0 1 0 0 0,0-1 0 0 0,0 1 0 0 0,0-1 0 0 0,0 1 0 0 0,0-1 0 0 0,-1 1 0 0 0,1-1 0 0 0,0 1 0 0 0,-1-1 0 0 0,1 1 0 0 0,-1-1 0 0 0,0 0 0 0 0,1 1 0 0 0,-1-1 0 0 0,0 0 0 0 0,0 1 0 0 0,0-1 0 0 0,0 0 0 0 0,0 0 0 0 0,0 0 0 0 0,-2 1 0 0 0,3-1 0 0 0,-5 1 0 0 0,1 1 0 0 0,0-1 0 0 0,-1 0 0 0 0,1 0 0 0 0,-1-1 0 0 0,0 1 0 0 0,1-1 0 0 0,-1 0 0 0 0,0 0 0 0 0,0-1 0 0 0,0 1 0 0 0,0-1 0 0 0,0 0 0 0 0,0 0 0 0 0,0-1 0 0 0,0 0 0 0 0,1 1 0 0 0,-8-3 0 0 0,11 2 0 0 0,-11-1 0 0 0,0-2 0 0 0,1 0 0 0 0,-1 0 0 0 0,1-1 0 0 0,-13-7 0 0 0,19 9 0 0 0,0 0 0 0 0,0 0 0 0 0,0-1 0 0 0,1 1 0 0 0,0-1 0 0 0,-1 0 0 0 0,1-1 0 0 0,1 1 0 0 0,-1-1 0 0 0,1 1 0 0 0,-1-1 0 0 0,1 0 0 0 0,1-1 0 0 0,-4-6 0 0 0,1-1 0 0 0,5 0 0 0 0,1 11 0 0 0,0-1 0 0 0,0 1 0 0 0,0 0 0 0 0,0 0 0 0 0,1 1 0 0 0,-1-1 0 0 0,1 0 0 0 0,-1 0 0 0 0,1 1 0 0 0,0-1 0 0 0,-1 1 0 0 0,1-1 0 0 0,0 1 0 0 0,0 0 0 0 0,0-1 0 0 0,0 1 0 0 0,0 0 0 0 0,0 1 0 0 0,0-1 0 0 0,1 0 0 0 0,-1 0 0 0 0,0 1 0 0 0,0 0 0 0 0,1-1 0 0 0,-1 1 0 0 0,0 0 0 0 0,5 0 0 0 0,0 0 0 0 0,127-19 0 0 0,-93 15 0 0 0,1-2 0 0 0,-1-1 0 0 0,52-17 0 0 0,-81 19 0 0 0,1 0 0 0 0,-2-1 0 0 0,1-1 0 0 0,-1 0 0 0 0,0 0 0 0 0,0-1 0 0 0,-1-1 0 0 0,0 0 0 0 0,0 0 0 0 0,-1-1 0 0 0,-1 0 0 0 0,1 0 0 0 0,-2-1 0 0 0,1 0 0 0 0,-2 0 0 0 0,1-1 0 0 0,-2 0 0 0 0,6-14 0 0 0,-8 17 0 0 0,0-1 0 0 0,0 1 0 0 0,-1-1 0 0 0,-1 1 0 0 0,1-1 0 0 0,-2 0 0 0 0,1 0 0 0 0,-1 1 0 0 0,-1-1 0 0 0,1 0 0 0 0,-2 0 0 0 0,1 1 0 0 0,-2-1 0 0 0,-4-14 0 0 0,2 14 0 0 0,4 7 0 0 0,-1 0 0 0 0,1 0 0 0 0,-1 0 0 0 0,0 1 0 0 0,1-1 0 0 0,-1 1 0 0 0,0-1 0 0 0,-1 1 0 0 0,1 0 0 0 0,0 0 0 0 0,-1 0 0 0 0,1 0 0 0 0,-1 0 0 0 0,0 1 0 0 0,-4-3 0 0 0,-2 1 0 0 0,7 2 0 0 0,0 1 0 0 0,0 0 0 0 0,0 0 0 0 0,-1 0 0 0 0,1 0 0 0 0,0 0 0 0 0,0 1 0 0 0,0-1 0 0 0,-1 1 0 0 0,1-1 0 0 0,0 1 0 0 0,0 0 0 0 0,0 0 0 0 0,0 0 0 0 0,0 0 0 0 0,0 0 0 0 0,1 0 0 0 0,-1 1 0 0 0,0-1 0 0 0,0 0 0 0 0,1 1 0 0 0,-1 0 0 0 0,1-1 0 0 0,-1 1 0 0 0,1 0 0 0 0,0 0 0 0 0,0 0 0 0 0,0-1 0 0 0,0 1 0 0 0,-1 3 0 0 0,-1 2 0 0 0,-3 0 0 0 0,2 1 0 0 0,-1 0 0 0 0,1 0 0 0 0,1 0 0 0 0,0 0 0 0 0,0 1 0 0 0,0-1 0 0 0,1 1 0 0 0,0 0 0 0 0,1 0 0 0 0,0 0 0 0 0,0 0 0 0 0,1 0 0 0 0,0 0 0 0 0,1 0 0 0 0,0 0 0 0 0,0 0 0 0 0,1 0 0 0 0,0-1 0 0 0,0 1 0 0 0,1-1 0 0 0,1 1 0 0 0,-1-1 0 0 0,1 0 0 0 0,0 0 0 0 0,1 0 0 0 0,0-1 0 0 0,0 1 0 0 0,10 8 0 0 0,-11-12 0 0 0,0-1 0 0 0,1 0 0 0 0,-1 0 0 0 0,1 0 0 0 0,0-1 0 0 0,0 1 0 0 0,0-1 0 0 0,0 0 0 0 0,0-1 0 0 0,1 1 0 0 0,-1-1 0 0 0,1 0 0 0 0,-1-1 0 0 0,0 1 0 0 0,1-1 0 0 0,-1 0 0 0 0,1 0 0 0 0,-1-1 0 0 0,1 1 0 0 0,7-3 0 0 0,0 0 0 0 0,0 0 0 0 0,-1-1 0 0 0,1-1 0 0 0,-1 0 0 0 0,0 0 0 0 0,0-1 0 0 0,14-10 0 0 0,-20 12-113 0 0,-1 0 0 0 0,0-1 0 0 0,0 0 0 0 0,0 0 1 0 0,-1 0-1 0 0,0 0 0 0 0,0-1 0 0 0,0 1 0 0 0,-1-1 0 0 0,0 0 0 0 0,3-7 0 0 0,2-7-2394 0 0,-2-1-1 0 0,5-23 0 0 0,2-7-8603 0 0,-5 16 3926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38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1 256 0 0,'0'0'13434'0'0,"-2"5"-11701"0"0,0 1-1219 0 0,1-1 1 0 0,-1 1-1 0 0,1-1 1 0 0,0 1-1 0 0,1 0 1 0 0,0-1 0 0 0,-1 1-1 0 0,2 0 1 0 0,-1-1-1 0 0,1 1 1 0 0,1 6-1 0 0,10 130 5262 0 0,-7-59-3852 0 0,3-19-857 0 0,16 66 0 0 0,-17-112-1772 0 0,-2-8-2243 0 0,4-26-9128 0 0,-11 1 5263 0 0,-4-9 1812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38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17 3704 0 0,'-9'-7'-717'0'0,"-8"-3"9898"0"0,13 15-3918 0 0,3 5-4950 0 0,2-7-62 0 0,1 0 1 0 0,0 0-1 0 0,0 0 0 0 0,1 0 0 0 0,-1-1 0 0 0,0 1 1 0 0,1-1-1 0 0,0 0 0 0 0,-1 0 0 0 0,1 0 0 0 0,0 0 1 0 0,6 3-1 0 0,-4-2 140 0 0,8 5-125 0 0,0 0 0 0 0,0-1 1 0 0,0-1-1 0 0,1 0 0 0 0,0-1 1 0 0,0 0-1 0 0,0-1 0 0 0,1-1 1 0 0,0 0-1 0 0,-1-1 0 0 0,24 0 1 0 0,7-2-1949 0 0,-1-2 0 0 0,69-11 1 0 0,-27-4-7966 0 0,-42 8 4078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38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14 1336 0 0,'-3'-2'2669'0'0,"-16"-9"9905"0"0,14 10-11233 0 0,-2 2-623 0 0,0 0 1 0 0,0 1-1 0 0,0 0 1 0 0,1 0 0 0 0,-1 0-1 0 0,1 1 1 0 0,0 0-1 0 0,-1 0 1 0 0,1 1-1 0 0,1-1 1 0 0,-1 1 0 0 0,-8 8-1 0 0,13-11-655 0 0,0 0-1 0 0,1 0 1 0 0,-1 0-1 0 0,1 0 1 0 0,-1 1-1 0 0,1-1 1 0 0,-1 0-1 0 0,1 0 1 0 0,-1 0 0 0 0,1 0-1 0 0,0 1 1 0 0,0-1-1 0 0,0 0 1 0 0,0 0-1 0 0,0 1 1 0 0,0-1-1 0 0,0 0 1 0 0,0 0-1 0 0,0 1 1 0 0,0-1-1 0 0,1 0 1 0 0,-1 0 0 0 0,1 0-1 0 0,-1 1 1 0 0,1-1-1 0 0,-1 0 1 0 0,1 0-1 0 0,-1 0 1 0 0,1 0-1 0 0,0 0 1 0 0,0 0-1 0 0,0 0 1 0 0,-1 0-1 0 0,1-1 1 0 0,0 1 0 0 0,0 0-1 0 0,0 0 1 0 0,0-1-1 0 0,2 2 1 0 0,42 28 509 0 0,146 51 132 0 0,-190-81-675 0 0,0 0 1 0 0,-1 0-1 0 0,1 1 1 0 0,0-1-1 0 0,0 0 1 0 0,0 1 0 0 0,0-1-1 0 0,0 1 1 0 0,0-1-1 0 0,0 1 1 0 0,-1-1-1 0 0,1 1 1 0 0,0-1-1 0 0,0 1 1 0 0,-1 0-1 0 0,1 0 1 0 0,-1-1-1 0 0,1 1 1 0 0,0 0-1 0 0,-1 0 1 0 0,1 0-1 0 0,-1-1 1 0 0,0 1-1 0 0,1 0 1 0 0,-1 0-1 0 0,0 0 1 0 0,1 0-1 0 0,-1 0 1 0 0,0 0 0 0 0,0 0-1 0 0,0 0 1 0 0,0 0-1 0 0,0 2 1 0 0,-1-1 10 0 0,0 0 0 0 0,-1 0 0 0 0,1 0 0 0 0,-1-1 0 0 0,1 1 0 0 0,-1 0 0 0 0,0 0 0 0 0,1-1 0 0 0,-1 1 0 0 0,0-1 0 0 0,0 0 0 0 0,0 1 0 0 0,-3 0 0 0 0,-9 5 14 0 0,0 0 1 0 0,-28 8 0 0 0,14-8-55 0 0,-53 7 0 0 0,-22 1 0 0 0,90-14 0 0 0,-2-5 0 0 0,11-3-9 0 0,9 3-258 0 0,0 0 0 0 0,0 1 0 0 0,0 0 0 0 0,0 0 0 0 0,0 0 0 0 0,7-2 0 0 0,-8 3-68 0 0,13-5-949 0 0,-1 1 0 0 0,2 1 0 0 0,-1 1-1 0 0,0 0 1 0 0,31-2 0 0 0,8-2-4126 0 0,-2-7-3616 0 0,-40 9 4293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39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38 96 0 0,'4'-7'1822'0'0,"-6"2"2615"0"0,0 0-3833 0 0,-10-10 2986 0 0,10 14-3324 0 0,1 0 1 0 0,-1 1-1 0 0,0-1 1 0 0,0 1-1 0 0,0-1 1 0 0,0 1-1 0 0,0-1 0 0 0,1 1 1 0 0,-1 0-1 0 0,0 0 1 0 0,0 0-1 0 0,0 0 1 0 0,0 0-1 0 0,0 0 1 0 0,0 1-1 0 0,0-1 0 0 0,0 1 1 0 0,0-1-1 0 0,-2 2 1 0 0,-41 15 3418 0 0,40-15-3151 0 0,-5 2 200 0 0,-1 2 1 0 0,1-1-1 0 0,0 1 0 0 0,0 1 0 0 0,1 0 1 0 0,0 0-1 0 0,0 1 0 0 0,-13 16 0 0 0,19-21-585 0 0,0 1 0 0 0,0-1 0 0 0,0 1 0 0 0,1 0 0 0 0,-1 0 0 0 0,1 0 0 0 0,0 0 0 0 0,0 0 0 0 0,1 0 0 0 0,-1 1 0 0 0,1-1 0 0 0,0 1 0 0 0,0-1 0 0 0,1 1 0 0 0,-1-1 0 0 0,1 1 0 0 0,0 0 0 0 0,0-1 0 0 0,0 1 0 0 0,1-1 0 0 0,0 1 0 0 0,0-1 0 0 0,0 1 0 0 0,3 8 0 0 0,-2-10-163 0 0,0-1-1 0 0,0 1 0 0 0,1 0 1 0 0,-1-1-1 0 0,0 0 1 0 0,1 1-1 0 0,0-1 0 0 0,-1 0 1 0 0,1 0-1 0 0,0-1 1 0 0,0 1-1 0 0,0 0 0 0 0,1-1 1 0 0,-1 0-1 0 0,0 0 1 0 0,0 0-1 0 0,1 0 1 0 0,-1 0-1 0 0,0-1 0 0 0,1 1 1 0 0,-1-1-1 0 0,1 0 1 0 0,-1 0-1 0 0,5-1 0 0 0,12 0-388 0 0,1-1 0 0 0,35-9 0 0 0,-45 9 260 0 0,3-2-55 0 0,1-1 0 0 0,-1 0 1 0 0,0 0-1 0 0,0-1 0 0 0,0-1 1 0 0,21-15-1 0 0,-30 19 205 0 0,-1 0 0 0 0,1 0-1 0 0,0-1 1 0 0,-1 0 0 0 0,0 0 0 0 0,1 0 0 0 0,-2 0 0 0 0,1-1 0 0 0,0 0 0 0 0,-1 1 0 0 0,0-1-1 0 0,0-1 1 0 0,-1 1 0 0 0,1 0 0 0 0,-1-1 0 0 0,0 1 0 0 0,0-1 0 0 0,-1 1 0 0 0,1-10 0 0 0,-2 12 82 0 0,-1 0 1 0 0,1 1-1 0 0,-1-1 1 0 0,0 1-1 0 0,0-1 1 0 0,0 1-1 0 0,0-1 1 0 0,-1 1-1 0 0,1-1 1 0 0,0 1-1 0 0,-1 0 1 0 0,0 0-1 0 0,0 0 1 0 0,0 0-1 0 0,0 0 1 0 0,0 0 0 0 0,0 0-1 0 0,0 1 1 0 0,0-1-1 0 0,-1 1 1 0 0,1 0-1 0 0,0-1 1 0 0,-1 1-1 0 0,0 0 1 0 0,-4-1-1 0 0,0 0 137 0 0,0 0-1 0 0,1 0 0 0 0,-2 0 1 0 0,1 1-1 0 0,0 0 0 0 0,0 1 1 0 0,0-1-1 0 0,0 1 0 0 0,-9 1 1 0 0,12 0-273 0 0,0 0 0 0 0,1 0 0 0 0,-1 1 0 0 0,1-1 0 0 0,-1 0 0 0 0,1 1 0 0 0,0 0 0 0 0,0 0 0 0 0,0 0 0 0 0,0 0 0 0 0,-5 5 0 0 0,7-6-465 0 0,1 9-599 0 0,2-4-2437 0 0,15 6 1390 0 0,15 3-11940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39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1 596 0 0,'0'0'3568'0'0,"-4"0"-1807"0"0,0 0-1148 0 0,0-1 0 0 0,-1 1-1 0 0,1 1 1 0 0,0-1 0 0 0,0 0-1 0 0,0 1 1 0 0,-1 0 0 0 0,1 0-1 0 0,0 0 1 0 0,0 1 0 0 0,0-1 0 0 0,1 1-1 0 0,-1 0 1 0 0,0 0 0 0 0,1 1-1 0 0,-1-1 1 0 0,1 1 0 0 0,0-1-1 0 0,0 1 1 0 0,0 0 0 0 0,0 0-1 0 0,-4 6 1 0 0,2-3-154 0 0,1 1-1 0 0,0-1 1 0 0,1 1-1 0 0,-1-1 0 0 0,1 1 1 0 0,1 0-1 0 0,-1 0 1 0 0,1 0-1 0 0,1 1 1 0 0,-1-1-1 0 0,1 0 1 0 0,0 13-1 0 0,1-15-352 0 0,0 0 0 0 0,1 0 1 0 0,0 0-1 0 0,0 0 0 0 0,0 0 0 0 0,0 0 1 0 0,1 0-1 0 0,0 0 0 0 0,0 0 0 0 0,0-1 0 0 0,1 1 1 0 0,-1-1-1 0 0,1 0 0 0 0,0 0 0 0 0,0 0 0 0 0,1 0 1 0 0,-1 0-1 0 0,1-1 0 0 0,0 1 0 0 0,0-1 0 0 0,0 0 1 0 0,0 0-1 0 0,1-1 0 0 0,-1 1 0 0 0,1-1 1 0 0,-1 0-1 0 0,1 0 0 0 0,0-1 0 0 0,0 1 0 0 0,0-1 1 0 0,0 0-1 0 0,10 1 0 0 0,-5-1-176 0 0,0 0 0 0 0,0-1 0 0 0,0 0 0 0 0,1 0 0 0 0,-1-1 0 0 0,0 0 0 0 0,0-1 0 0 0,-1 0 0 0 0,1-1 0 0 0,0 0 0 0 0,-1 0 0 0 0,1-1 0 0 0,-1-1 0 0 0,0 1 1 0 0,-1-1-1 0 0,16-11 0 0 0,-15 7-66 0 0,0 1 1 0 0,0-1-1 0 0,-1-1 1 0 0,0 0-1 0 0,0 0 1 0 0,7-14-1 0 0,-13 21 186 0 0,0-1 1 0 0,-1 1-1 0 0,1-1 1 0 0,-1 1-1 0 0,0-1 0 0 0,0 1 1 0 0,0-1-1 0 0,0 0 1 0 0,-1 0-1 0 0,1 1 0 0 0,-1-1 1 0 0,0 0-1 0 0,0 0 0 0 0,-1 0 1 0 0,1 1-1 0 0,-1-1 1 0 0,1 0-1 0 0,-1 1 0 0 0,-1-1 1 0 0,1 0-1 0 0,0 1 0 0 0,-1-1 1 0 0,0 1-1 0 0,1 0 1 0 0,-4-4-1 0 0,3 4 162 0 0,-1 0 0 0 0,0 0-1 0 0,0 1 1 0 0,0-1 0 0 0,0 1 0 0 0,0 0 0 0 0,-1-1-1 0 0,1 1 1 0 0,-1 1 0 0 0,1-1 0 0 0,-5-1 0 0 0,7 3 204 0 0,-3 2-231 0 0,3-1-153 0 0,-1-1 1 0 0,1 1-1 0 0,0 0 0 0 0,-1 1 1 0 0,1-1-1 0 0,0 0 0 0 0,0 0 0 0 0,-1 0 1 0 0,1 1-1 0 0,0-1 0 0 0,0 1 1 0 0,0-1-1 0 0,1 1 0 0 0,-1-1 1 0 0,0 1-1 0 0,1-1 0 0 0,-1 1 1 0 0,0 0-1 0 0,1-1 0 0 0,-1 4 1 0 0,1-3 43 0 0,17 40-1118 0 0,-17-41 475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0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98 476 0 0,'0'0'16636'0'0,"0"4"-15304"0"0,-5 33 1684 0 0,3-32-2629 0 0,0 0-1 0 0,1 1 1 0 0,0-1 0 0 0,1 1 0 0 0,-1 0 0 0 0,1-1 0 0 0,0 1-1 0 0,0 0 1 0 0,1-1 0 0 0,-1 1 0 0 0,1-1 0 0 0,3 8-1 0 0,1 3 252 0 0,20 37 1265 0 0,-24-50-1791 0 0,1-1 1 0 0,0 1-1 0 0,0-1 0 0 0,0 1 0 0 0,0-1 0 0 0,0 0 0 0 0,1 0 0 0 0,-1 0 0 0 0,1 0 0 0 0,-1 0 0 0 0,1-1 0 0 0,0 1 0 0 0,0-1 0 0 0,0 1 0 0 0,-1-1 0 0 0,5 1 0 0 0,-6-2-75 0 0,1 0 0 0 0,0-1 0 0 0,-1 1 0 0 0,1 0 1 0 0,0-1-1 0 0,-1 1 0 0 0,1-1 0 0 0,0 1 0 0 0,-1-1 0 0 0,1 0 0 0 0,-1 1 0 0 0,1-1 0 0 0,-1 0 0 0 0,1 0 0 0 0,-1 0 0 0 0,0 0 0 0 0,0-1 1 0 0,1 1-1 0 0,-1 0 0 0 0,0 0 0 0 0,1-3 0 0 0,23-31 337 0 0,-22 31-307 0 0,4-9-1 0 0,-1-1 1 0 0,0 1 0 0 0,-1-1-1 0 0,0 0 1 0 0,2-16-1 0 0,-4 17-104 0 0,0 0 0 0 0,1 1-1 0 0,0-1 1 0 0,1 1 0 0 0,0 0 0 0 0,1 1 0 0 0,9-14-1 0 0,-9 17 8 0 0,0 1-1 0 0,1-1 1 0 0,0 1-1 0 0,1 1 1 0 0,14-11-1 0 0,-21 16 217 0 0,2 3-93 0 0,-2-1-89 0 0,0 1 0 0 0,1-1 0 0 0,-1 0 1 0 0,0 0-1 0 0,0 0 0 0 0,0 1 0 0 0,0-1 1 0 0,0 0-1 0 0,0 1 0 0 0,-1-1 0 0 0,1 1 1 0 0,0-1-1 0 0,-1 1 0 0 0,1-1 0 0 0,-1 1 1 0 0,1 0-1 0 0,-1-1 0 0 0,0 1 1 0 0,0 3-1 0 0,5 18-702 0 0,-4-21 228 0 0,-3 11-235 0 0,0-4-2335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0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0 1120 0 0,'0'0'9929'0'0,"-5"4"-8455"0"0,2-2-1393 0 0,-8 4 934 0 0,1 2 0 0 0,0 0 0 0 0,0 0-1 0 0,1 1 1 0 0,0 0 0 0 0,-12 14 0 0 0,-1 9 1229 0 0,17-27-1849 0 0,0 1 0 0 0,1 0 0 0 0,0 0 0 0 0,0 0 0 0 0,0 0 0 0 0,1 1 0 0 0,0 0 0 0 0,0-1 0 0 0,0 1 1 0 0,1 0-1 0 0,0 1 0 0 0,1-1 0 0 0,0 0 0 0 0,-1 11 0 0 0,2-15-269 0 0,0 1-1 0 0,0 0 1 0 0,1-1-1 0 0,-1 1 1 0 0,1-1 0 0 0,0 1-1 0 0,0 0 1 0 0,0-1-1 0 0,1 0 1 0 0,-1 1 0 0 0,1-1-1 0 0,-1 0 1 0 0,1 0 0 0 0,0 0-1 0 0,1 0 1 0 0,-1 0-1 0 0,5 5 1 0 0,-2-5-34 0 0,-1 1 0 0 0,1-1 1 0 0,0 0-1 0 0,0 0 0 0 0,0-1 0 0 0,1 1 0 0 0,-1-1 1 0 0,0-1-1 0 0,1 1 0 0 0,9 1 0 0 0,-3-1-249 0 0,1-1 0 0 0,0 0 0 0 0,0-1 0 0 0,0-1 0 0 0,-1 0 0 0 0,1-1 0 0 0,0 0 0 0 0,-1 0 0 0 0,23-9 0 0 0,-26 7-301 0 0,0 0 0 0 0,-1-1 1 0 0,1 0-1 0 0,-1-1 0 0 0,0 0 1 0 0,0 0-1 0 0,-1 0 0 0 0,8-10 0 0 0,13-26-4238 0 0,-26 38 3247 0 0,0-1 1 0 0,-1 0-1 0 0,1 0 0 0 0,-1 0 1 0 0,0 0-1 0 0,-1 0 1 0 0,1-8-1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0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 1600 0 0,'11'15'15035'0'0,"-10"-9"-12951"0"0,-1-4-749 0 0,0 20 1978 0 0,0-18-3091 0 0,0 0 0 0 0,0 0-1 0 0,0 0 1 0 0,1 0 0 0 0,0 0-1 0 0,0 0 1 0 0,0 0 0 0 0,0 0-1 0 0,0 0 1 0 0,1 0 0 0 0,0 0-1 0 0,0-1 1 0 0,0 1 0 0 0,0-1-1 0 0,1 1 1 0 0,-1-1 0 0 0,1 0-1 0 0,0 0 1 0 0,4 4 0 0 0,-1-3-69 0 0,0-1 1 0 0,0 1-1 0 0,0-1 1 0 0,0 0-1 0 0,1 0 1 0 0,-1-1-1 0 0,1 0 1 0 0,0 0-1 0 0,0-1 1 0 0,11 2-1 0 0,6-2-185 0 0,1-1 0 0 0,-1-1-1 0 0,0-1 1 0 0,0-1 0 0 0,42-10-1 0 0,-39 4-334 0 0,0-1 0 0 0,-1-1 0 0 0,0-1 0 0 0,-1-2 0 0 0,30-20-1 0 0,-51 31 297 0 0,-1 0-1 0 0,1-1 0 0 0,-1 1 0 0 0,0-1 0 0 0,-1 0 0 0 0,1 0 0 0 0,-1 0 0 0 0,1 0 0 0 0,-1 0 0 0 0,0-1 0 0 0,-1 1 0 0 0,1-1 0 0 0,-1 1 0 0 0,0-1 0 0 0,1-7 0 0 0,-2 11 91 0 0,0 0-1 0 0,0 0 0 0 0,-1 0 1 0 0,1 1-1 0 0,0-1 1 0 0,-1 0-1 0 0,1 0 1 0 0,-1 1-1 0 0,1-1 1 0 0,-1 0-1 0 0,1 1 1 0 0,-1-1-1 0 0,0 0 1 0 0,1 1-1 0 0,-1-1 1 0 0,0 1-1 0 0,1-1 0 0 0,-1 1 1 0 0,0-1-1 0 0,1 1 1 0 0,-1-1-1 0 0,0 1 1 0 0,0 0-1 0 0,0 0 1 0 0,0-1-1 0 0,1 1 1 0 0,-3 0-1 0 0,-25-3 673 0 0,13 4-415 0 0,0 1-1 0 0,0 0 1 0 0,1 1-1 0 0,-1 1 1 0 0,1 1-1 0 0,-1 0 0 0 0,2 1 1 0 0,-1 0-1 0 0,0 1 1 0 0,1 0-1 0 0,1 1 1 0 0,-1 1-1 0 0,1 0 1 0 0,1 1-1 0 0,-1 0 1 0 0,2 0-1 0 0,-15 19 1 0 0,23-26-251 0 0,0 1 1 0 0,-1 0-1 0 0,1 0 1 0 0,1 0-1 0 0,-1 0 1 0 0,1 0-1 0 0,-1 0 1 0 0,1 0 0 0 0,0 0-1 0 0,1 1 1 0 0,-1-1-1 0 0,1 0 1 0 0,0 1-1 0 0,0-1 1 0 0,0 0-1 0 0,0 1 1 0 0,1-1-1 0 0,0 0 1 0 0,0 1 0 0 0,0-1-1 0 0,0 0 1 0 0,1 0-1 0 0,0 0 1 0 0,0 0-1 0 0,0 0 1 0 0,0 0-1 0 0,0-1 1 0 0,4 4 0 0 0,-2-1-123 0 0,0-1 0 0 0,1 0 0 0 0,0 0 0 0 0,0 0 0 0 0,0 0 1 0 0,1-1-1 0 0,-1 0 0 0 0,1 0 0 0 0,0-1 0 0 0,0 1 0 0 0,1-2 1 0 0,-1 1-1 0 0,1 0 0 0 0,-1-1 0 0 0,1 0 0 0 0,0-1 0 0 0,9 2 1 0 0,-4-3-495 0 0,0 0 1 0 0,1-1 0 0 0,-1 0 0 0 0,1-1-1 0 0,-1 0 1 0 0,0-1 0 0 0,0 0 0 0 0,23-10 0 0 0,5-8-4580 0 0,-1-4-5003 0 0,-27 12 4294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1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52 280 0 0,'-9'-5'3166'0'0,"3"8"3257"0"0,-1 5-4977 0 0,0 0-1 0 0,0 1 1 0 0,1 0 0 0 0,0 0 0 0 0,-6 15-1 0 0,11-22-1167 0 0,-1 1 0 0 0,1 0 0 0 0,0 0 0 0 0,0 0 0 0 0,0 0-1 0 0,0 0 1 0 0,1 0 0 0 0,-1 1 0 0 0,1-1 0 0 0,0 0-1 0 0,0 0 1 0 0,0 0 0 0 0,0 1 0 0 0,0-1 0 0 0,1 0-1 0 0,-1 0 1 0 0,1 0 0 0 0,0 0 0 0 0,0 0 0 0 0,0 0 0 0 0,0 0-1 0 0,1 0 1 0 0,2 4 0 0 0,5 4 542 0 0,-5-6-545 0 0,0 0-1 0 0,0 0 0 0 0,0 0 1 0 0,1-1-1 0 0,0 1 0 0 0,0-1 1 0 0,0-1-1 0 0,0 1 0 0 0,8 3 1 0 0,-4-3-130 0 0,0 0 0 0 0,1 0 1 0 0,-1-1-1 0 0,1-1 0 0 0,0 1 1 0 0,0-2-1 0 0,0 1 0 0 0,0-1 1 0 0,0-1-1 0 0,0 0 0 0 0,0 0 1 0 0,0-1-1 0 0,20-5 0 0 0,-23 5-181 0 0,0-1 1 0 0,0 0-1 0 0,0-1 0 0 0,0 0 0 0 0,0 0 0 0 0,0 0 1 0 0,-1-1-1 0 0,1 0 0 0 0,-1 0 0 0 0,0-1 1 0 0,0 0-1 0 0,-1 0 0 0 0,0 0 0 0 0,1-1 0 0 0,-2 1 1 0 0,1-1-1 0 0,-1 0 0 0 0,0-1 0 0 0,5-8 0 0 0,1-7-85 0 0,-8 19 124 0 0,1-1-1 0 0,-1-1 1 0 0,0 1-1 0 0,-1 0 0 0 0,1 0 1 0 0,-1-1-1 0 0,0 1 1 0 0,0-1-1 0 0,0 0 1 0 0,0 1-1 0 0,-1-1 1 0 0,0 1-1 0 0,0-1 1 0 0,-1-6-1 0 0,-2-11 206 0 0,3 19-125 0 0,0 0 0 0 0,0 0 1 0 0,-1 0-1 0 0,1 1 0 0 0,-1-1 0 0 0,0 0 0 0 0,1 0 1 0 0,-1 1-1 0 0,0-1 0 0 0,-1 1 0 0 0,1-1 0 0 0,0 1 1 0 0,-1-1-1 0 0,1 1 0 0 0,-1 0 0 0 0,0 0 0 0 0,0-1 1 0 0,0 1-1 0 0,0 1 0 0 0,-4-4 0 0 0,5 4 139 0 0,0 1-206 0 0,1-1 1 0 0,-1 1 0 0 0,1 0-1 0 0,-1 0 1 0 0,1 0 0 0 0,-1-1-1 0 0,1 1 1 0 0,-1 0 0 0 0,1 0-1 0 0,-1 0 1 0 0,0 0 0 0 0,1 0 0 0 0,-1 0-1 0 0,1 0 1 0 0,-1 0 0 0 0,1 0-1 0 0,-1 0 1 0 0,1 0 0 0 0,-1 1-1 0 0,1-1 1 0 0,-1 0 0 0 0,1 0-1 0 0,-1 1 1 0 0,1-1 0 0 0,-1 0-1 0 0,1 0 1 0 0,-1 1 0 0 0,1-1-1 0 0,-1 0 1 0 0,1 1 0 0 0,0-1 0 0 0,-1 1-1 0 0,-19 13 15 0 0,16-9-31 0 0,1-1 0 0 0,-1 1 0 0 0,1 0 0 0 0,1 1 0 0 0,-1-1 0 0 0,1 0 0 0 0,0 1 0 0 0,0 0 0 0 0,0-1 0 0 0,1 1 0 0 0,0 0 0 0 0,0 0 0 0 0,1 0 0 0 0,-1 0 0 0 0,1 0 0 0 0,0-1 0 0 0,1 1 0 0 0,0 0 0 0 0,0 0 0 0 0,0 0 0 0 0,3 7 0 0 0,-2-5 0 0 0,1 0 0 0 0,0-1 0 0 0,0 1 0 0 0,1-1 0 0 0,0 1 0 0 0,0-1 0 0 0,1-1 0 0 0,0 1 0 0 0,0-1 0 0 0,0 1 0 0 0,1-2 0 0 0,0 1 0 0 0,0 0 0 0 0,12 6 0 0 0,-8-6 6 0 0,1-2 0 0 0,0 0 0 0 0,0 0 0 0 0,0-1 0 0 0,0 0 0 0 0,1-1 0 0 0,-1 0 0 0 0,1-1 0 0 0,-1 0 0 0 0,1-1 0 0 0,-1 0 0 0 0,1-1 0 0 0,-1 0 0 0 0,18-5 1 0 0,-12 3-137 0 0,0-2 1 0 0,0 0-1 0 0,0-1 1 0 0,0-1 0 0 0,-1-1-1 0 0,0 0 1 0 0,-1-1-1 0 0,25-18 1 0 0,-32 21 18 0 0,-1 1 0 0 0,0-2 0 0 0,-1 1 0 0 0,1-1 1 0 0,-2 0-1 0 0,1 0 0 0 0,0 0 0 0 0,-1-1 0 0 0,-1 0 0 0 0,1 0 0 0 0,-1-1 0 0 0,-1 1 1 0 0,0-1-1 0 0,0 1 0 0 0,0-1 0 0 0,2-17 0 0 0,-6 23 171 0 0,1 1 0 0 0,0-1 0 0 0,-1 1 0 0 0,0-1 0 0 0,1 1-1 0 0,-1-1 1 0 0,0 1 0 0 0,0-1 0 0 0,-1 1 0 0 0,1 0 0 0 0,0-1 0 0 0,-1 1 0 0 0,1 0 0 0 0,-1 0-1 0 0,0 0 1 0 0,0 1 0 0 0,0-1 0 0 0,0 0 0 0 0,0 0 0 0 0,0 1 0 0 0,0 0 0 0 0,0-1 0 0 0,-1 1 0 0 0,1 0-1 0 0,0 0 1 0 0,-1 0 0 0 0,1 0 0 0 0,-1 1 0 0 0,1-1 0 0 0,-1 1 0 0 0,1-1 0 0 0,-1 1 0 0 0,0 0-1 0 0,1 0 1 0 0,-1 0 0 0 0,1 0 0 0 0,-1 0 0 0 0,0 1 0 0 0,1-1 0 0 0,-1 1 0 0 0,1 0 0 0 0,-1 0 0 0 0,1 0-1 0 0,0 0 1 0 0,-1 0 0 0 0,1 0 0 0 0,-4 3 0 0 0,1 1-50 0 0,-1-1 0 0 0,1 1 0 0 0,0 0 1 0 0,0 1-1 0 0,0-1 0 0 0,1 1 0 0 0,0 0 0 0 0,-6 12 0 0 0,9-15-10 0 0,0 1 0 0 0,0-1-1 0 0,0 1 1 0 0,1-1 0 0 0,0 1-1 0 0,0-1 1 0 0,0 1-1 0 0,0-1 1 0 0,0 1 0 0 0,1-1-1 0 0,-1 1 1 0 0,1-1 0 0 0,0 1-1 0 0,0-1 1 0 0,0 0 0 0 0,1 1-1 0 0,-1-1 1 0 0,1 0-1 0 0,2 4 1 0 0,0-1 0 0 0,0 0 0 0 0,1 0 0 0 0,-1 0 0 0 0,1-1 0 0 0,1 1 0 0 0,-1-1 0 0 0,1 0 0 0 0,-1-1 0 0 0,2 0 0 0 0,-1 0 0 0 0,13 7 0 0 0,-5-5 0 0 0,2 0 0 0 0,-1-1 0 0 0,0 0 0 0 0,23 3 0 0 0,-32-8-384 0 0,1 0 0 0 0,-1 0 0 0 0,1 0 0 0 0,-1-1 0 0 0,0 0 0 0 0,1 0 1 0 0,-1-1-1 0 0,0 1 0 0 0,0-1 0 0 0,0-1 0 0 0,0 1 0 0 0,0-1 0 0 0,-1 0 0 0 0,1-1 0 0 0,5-3 0 0 0,17-18-5478 0 0,-10-2-4090 0 0,-13 13 3874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2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1252 0 0,'-8'3'1456'0'0,"0"1"0"0"0,0 0 0 0 0,0 0-1 0 0,0 1 1 0 0,1 0 0 0 0,-1 1 0 0 0,-9 9 0 0 0,12-9-885 0 0,0-1 1 0 0,1 1-1 0 0,0 0 1 0 0,0 0-1 0 0,1 0 0 0 0,-1 0 1 0 0,1 1-1 0 0,1-1 1 0 0,-1 1-1 0 0,1 0 1 0 0,0 0-1 0 0,1 0 1 0 0,0 0-1 0 0,0 0 1 0 0,0 0-1 0 0,1 9 0 0 0,-2 45 1486 0 0,0-36-1092 0 0,1 0 0 0 0,5 41 0 0 0,-2-47-413 0 0,2 0 0 0 0,0 1 1 0 0,11 27-1 0 0,-14-42-748 0 0,2 1 0 0 0,-1-1 0 0 0,1 0 1 0 0,-1-1-1 0 0,1 1 0 0 0,1 0 0 0 0,-1-1 0 0 0,1 0 0 0 0,-1 0 0 0 0,1 0 1 0 0,1 0-1 0 0,-1-1 0 0 0,0 1 0 0 0,1-1 0 0 0,0 0 0 0 0,7 3 0 0 0,-8-6-271 0 0,0 0-1 0 0,0 0 0 0 0,0-1 1 0 0,0 1-1 0 0,0-1 0 0 0,0 0 1 0 0,0-1-1 0 0,0 1 0 0 0,0 0 0 0 0,0-1 1 0 0,0 0-1 0 0,-1 0 0 0 0,1 0 1 0 0,-1-1-1 0 0,5-4 0 0 0,8-2-2483 0 0,8-3-3105 0 0,-6-2 458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2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10 552 0 0,'0'0'1442'0'0,"-27"-10"6396"0"0,18 11-6909 0 0,0-1 0 0 0,0 2-1 0 0,0-1 1 0 0,0 1 0 0 0,1 1-1 0 0,-1 0 1 0 0,1 0 0 0 0,-1 0 0 0 0,1 1-1 0 0,0 0 1 0 0,0 1 0 0 0,1 0-1 0 0,-8 6 1 0 0,6-4-314 0 0,0 1-1 0 0,1 0 1 0 0,0 0-1 0 0,1 1 1 0 0,-1 0-1 0 0,2 0 0 0 0,-1 1 1 0 0,2 0-1 0 0,-1 0 1 0 0,-5 15-1 0 0,10-22-547 0 0,-1 1-1 0 0,1-1 1 0 0,0 1-1 0 0,0-1 1 0 0,0 1-1 0 0,1 0 1 0 0,-1-1-1 0 0,1 1 1 0 0,0 0-1 0 0,0-1 1 0 0,0 1-1 0 0,1 0 1 0 0,-1-1 0 0 0,1 1-1 0 0,0 0 1 0 0,0-1-1 0 0,0 1 1 0 0,0-1-1 0 0,1 0 1 0 0,-1 1-1 0 0,1-1 1 0 0,0 0-1 0 0,0 0 1 0 0,0 0-1 0 0,1 0 1 0 0,-1 0-1 0 0,1 0 1 0 0,-1-1-1 0 0,1 1 1 0 0,0-1-1 0 0,0 0 1 0 0,0 0-1 0 0,0 0 1 0 0,0 0-1 0 0,1 0 1 0 0,-1-1-1 0 0,6 2 1 0 0,4 2-144 0 0,-1-1 0 0 0,1 0 0 0 0,0-2 0 0 0,1 1 0 0 0,-1-1 0 0 0,0-1 0 0 0,1 0 0 0 0,-1-1 0 0 0,18-3 0 0 0,-4 0-281 0 0,-1-2 0 0 0,1 0-1 0 0,38-15 1 0 0,-58 18 280 0 0,-1 0-1 0 0,1-1 1 0 0,-1 0 0 0 0,0 0 0 0 0,0 0-1 0 0,-1-1 1 0 0,1 0 0 0 0,-1 0-1 0 0,1 0 1 0 0,-1-1 0 0 0,0 1-1 0 0,-1-1 1 0 0,1 0 0 0 0,-1-1-1 0 0,0 1 1 0 0,0-1 0 0 0,-1 0-1 0 0,0 0 1 0 0,0 0 0 0 0,2-7-1 0 0,-4 9 116 0 0,0 1 0 0 0,0 0-1 0 0,-1 0 1 0 0,0 0 0 0 0,1 0-1 0 0,-1 0 1 0 0,0-1 0 0 0,-1 1-1 0 0,1 0 1 0 0,-1 0 0 0 0,1 0-1 0 0,-1 0 1 0 0,0 0 0 0 0,0 0 0 0 0,0 0-1 0 0,-1 0 1 0 0,1 0 0 0 0,-1 0-1 0 0,1 0 1 0 0,-4-3 0 0 0,1 2 100 0 0,1 1 1 0 0,-2-1 0 0 0,1 1-1 0 0,0 0 1 0 0,0 0 0 0 0,-1 0-1 0 0,0 1 1 0 0,1 0 0 0 0,-1-1-1 0 0,0 2 1 0 0,-8-3 0 0 0,2 1-35 0 0,0 1 1 0 0,0 0 0 0 0,0 1 0 0 0,0 0 0 0 0,0 1 0 0 0,0 0 0 0 0,0 1 0 0 0,0 0 0 0 0,0 1-1 0 0,0 0 1 0 0,-13 4 0 0 0,23-5-239 0 0,0-1 1 0 0,0 0-1 0 0,1 0 0 0 0,-1 0 0 0 0,0 0 1 0 0,0 1-1 0 0,0-1 0 0 0,1 0 0 0 0,-1 1 0 0 0,0-1 1 0 0,1 1-1 0 0,-1-1 0 0 0,0 1 0 0 0,1-1 1 0 0,-1 1-1 0 0,0-1 0 0 0,1 1 0 0 0,-1 0 0 0 0,1-1 1 0 0,-1 1-1 0 0,1 0 0 0 0,0-1 0 0 0,-1 1 0 0 0,1 0 1 0 0,0 0-1 0 0,-1-1 0 0 0,1 1 0 0 0,0 0 1 0 0,0 0-1 0 0,0 0 0 0 0,-1-1 0 0 0,1 1 0 0 0,0 0 1 0 0,0 0-1 0 0,0 0 0 0 0,1 0 0 0 0,-1-1 1 0 0,0 1-1 0 0,0 0 0 0 0,1 1 0 0 0,21 24-3661 0 0,-13-18 1435 0 0,4-1-1670 0 0,-7-6 2170 0 0,-1 2-3320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2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2 612 0 0,'-16'-1'5981'0'0,"1"4"-4111"0"0,0 1-1 0 0,1 0 0 0 0,-1 2 1 0 0,1-1-1 0 0,-21 13 1 0 0,27-13-1203 0 0,0 1 0 0 0,0 0 0 0 0,1 0 1 0 0,-1 1-1 0 0,1 0 0 0 0,1 0 1 0 0,0 1-1 0 0,0 0 0 0 0,0 0 0 0 0,-6 12 1 0 0,9-15-410 0 0,0 0 1 0 0,1 1 0 0 0,-1-1 0 0 0,1 1 0 0 0,0 0-1 0 0,1-1 1 0 0,-1 1 0 0 0,1 0 0 0 0,0 0-1 0 0,0 11 1 0 0,2-13-172 0 0,0 0-1 0 0,-1 0 1 0 0,2 1-1 0 0,-1-1 1 0 0,0 0-1 0 0,1 0 1 0 0,-1-1-1 0 0,1 1 1 0 0,0 0-1 0 0,1 0 1 0 0,-1-1-1 0 0,1 0 1 0 0,-1 1-1 0 0,1-1 1 0 0,0 0-1 0 0,5 4 1 0 0,-1-2-160 0 0,0-1 1 0 0,0 0 0 0 0,1 0 0 0 0,-1 0 0 0 0,1-1-1 0 0,0 0 1 0 0,0-1 0 0 0,0 0 0 0 0,0 0-1 0 0,0 0 1 0 0,0-1 0 0 0,0-1 0 0 0,1 1 0 0 0,-1-1-1 0 0,10-2 1 0 0,9 0-468 0 0,0-1 0 0 0,0-1 1 0 0,35-11-1 0 0,-38 7-210 0 0,0 0-1 0 0,0-1 1 0 0,-1-2 0 0 0,28-16 0 0 0,-42 22 418 0 0,0-1 1 0 0,-1 0 0 0 0,0 0-1 0 0,0-1 1 0 0,-1 0 0 0 0,0 0-1 0 0,0-1 1 0 0,0 0 0 0 0,-1 0 0 0 0,0-1-1 0 0,-1 0 1 0 0,0 0 0 0 0,5-12-1 0 0,-10 20 386 0 0,1 0-1 0 0,-1 0 0 0 0,0-1 1 0 0,1 1-1 0 0,-1 0 0 0 0,0 0 1 0 0,0-1-1 0 0,0 1 1 0 0,0 0-1 0 0,0-1 0 0 0,-1 1 1 0 0,1 0-1 0 0,0 0 0 0 0,-1-1 1 0 0,1 1-1 0 0,0 0 0 0 0,-1 0 1 0 0,1-1-1 0 0,-1 1 0 0 0,0 0 1 0 0,1 0-1 0 0,-1 0 1 0 0,0 0-1 0 0,0 0 0 0 0,0 0 1 0 0,0 0-1 0 0,0 0 0 0 0,0 1 1 0 0,-1-2-1 0 0,1 1 55 0 0,0 1 0 0 0,0 0 0 0 0,0 0 0 0 0,0 0 0 0 0,0-1 0 0 0,0 1 0 0 0,0 0 0 0 0,0 0 0 0 0,0 0 0 0 0,0 0 0 0 0,0 1 0 0 0,0-1 0 0 0,0 0 0 0 0,0 0 0 0 0,0 0 0 0 0,0 1 0 0 0,1-1 0 0 0,-1 1 0 0 0,0-1 0 0 0,0 1 0 0 0,0-1 0 0 0,0 1-1 0 0,0-1 1 0 0,1 1 0 0 0,-1-1 0 0 0,0 1 0 0 0,1 0 0 0 0,-1 0 0 0 0,0-1 0 0 0,1 1 0 0 0,-1 0 0 0 0,1 0 0 0 0,-1 0 0 0 0,1 0 0 0 0,-1 1 0 0 0,7 12 591 0 0,1 0 0 0 0,0 0 0 0 0,0-1 0 0 0,2 0 0 0 0,0-1 1 0 0,0 0-1 0 0,1 0 0 0 0,0-1 0 0 0,19 16 0 0 0,-17-11-122 0 0,-1-2-1203 0 0,-1-10-3262 0 0,-10-10 2238 0 0,-5-35-2475 0 0,-6 9-6104 0 0,0 10 4437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3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1656 0 0,'-8'3'16094'0'0,"4"11"-12390"0"0,3 10-4613 0 0,2-18 2950 0 0,4 4-1226 0 0,0 1-1 0 0,0-1 0 0 0,12 17 1 0 0,-1-2-2444 0 0,8-14-3270 0 0,-12-10-4722 0 0,4-2 4166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3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1 984 0 0,'-4'1'2224'0'0,"0"0"-1575"0"0,0 0 1 0 0,0 0-1 0 0,0 1 1 0 0,0-1-1 0 0,0 1 1 0 0,0 0-1 0 0,0 1 1 0 0,1-1-1 0 0,-1 0 1 0 0,1 1-1 0 0,-1 0 1 0 0,1 0-1 0 0,0 0 1 0 0,0 0-1 0 0,1 1 1 0 0,-5 6 0 0 0,3-3-2 0 0,0 1 1 0 0,1 0-1 0 0,0 0 1 0 0,0 0-1 0 0,1 0 1 0 0,0 0-1 0 0,0 1 1 0 0,0 10-1 0 0,1 2 76 0 0,0 1 0 0 0,2 0 0 0 0,1 0-1 0 0,0-1 1 0 0,2 1 0 0 0,8 26 0 0 0,-5-23-421 0 0,1 1 1 0 0,2-1-1 0 0,1-1 0 0 0,0 0 1 0 0,2 0-1 0 0,23 31 0 0 0,-36-55-473 0 0,0 1-1 0 0,0-1 0 0 0,1 1 0 0 0,-1-1 0 0 0,0 1 0 0 0,1 0 0 0 0,-1-1 0 0 0,0 1 0 0 0,1-1 0 0 0,-1 1 0 0 0,1-1 0 0 0,-1 0 0 0 0,1 1 0 0 0,-1-1 0 0 0,1 1 0 0 0,-1-1 0 0 0,1 0 0 0 0,-1 0 0 0 0,1 1 0 0 0,0-1 0 0 0,-1 0 0 0 0,1 0 0 0 0,-1 1 0 0 0,1-1 0 0 0,0 0 0 0 0,-1 0 0 0 0,1 0 0 0 0,0 0 0 0 0,-1 0 0 0 0,1 0 0 0 0,-1 0 0 0 0,1 0 0 0 0,0-1 0 0 0,6-19-2266 0 0,-10-37-4135 0 0,-2 44 1857 0 0,4-1 360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3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52 4752 0 0,'0'-1'144'0'0,"0"1"0"0"0,0 0 0 0 0,0-1-1 0 0,0 1 1 0 0,0-1 0 0 0,-1 1 0 0 0,1-1-1 0 0,0 1 1 0 0,0-1 0 0 0,0 1 0 0 0,0 0-1 0 0,0-1 1 0 0,-1 1 0 0 0,1-1-1 0 0,0 1 1 0 0,0 0 0 0 0,-1-1 0 0 0,1 1-1 0 0,0 0 1 0 0,-1-1 0 0 0,1 1 0 0 0,0 0-1 0 0,-1-1 1 0 0,1 1 0 0 0,0 0 0 0 0,-1 0-1 0 0,1 0 1 0 0,-1-1 0 0 0,1 1 0 0 0,-1 0-1 0 0,1 0 1 0 0,0 0 0 0 0,-1 0-1 0 0,1 0 1 0 0,-1 0 0 0 0,1 0 0 0 0,-1-1-1 0 0,1 2 1 0 0,-1-1 0 0 0,1 0 0 0 0,0 0-1 0 0,-1 0 1 0 0,0 0 0 0 0,-17 6 4027 0 0,17-6-4832 0 0,-3 1 2054 0 0,6 20 3436 0 0,3-11-4526 0 0,0-1-1 0 0,1 0 0 0 0,0 1 0 0 0,0-2 1 0 0,1 1-1 0 0,0-1 0 0 0,1 0 1 0 0,-1 0-1 0 0,2-1 0 0 0,-1 0 0 0 0,1-1 1 0 0,0 0-1 0 0,0 0 0 0 0,1-1 1 0 0,0 0-1 0 0,0 0 0 0 0,0-1 0 0 0,0-1 1 0 0,1 0-1 0 0,11 2 0 0 0,-9-3-610 0 0,0 0 0 0 0,-1-1-1 0 0,1-1 1 0 0,-1 0-1 0 0,1-1 1 0 0,0 0 0 0 0,-1-1-1 0 0,1 0 1 0 0,-1-1 0 0 0,0 0-1 0 0,0-1 1 0 0,0-1-1 0 0,0 0 1 0 0,-1 0 0 0 0,0-1-1 0 0,0-1 1 0 0,17-13 0 0 0,-16 11-210 0 0,0 0 0 0 0,-1-1-1 0 0,0 0 1 0 0,-1-1 0 0 0,0 0 0 0 0,-1-1 0 0 0,0 0 0 0 0,-1 0 0 0 0,10-20 0 0 0,-9 10 5399 0 0,-16 31 789 0 0,2-1-7250 0 0,5-7 1620 0 0,-1 1 0 0 0,1-1 0 0 0,0 0 0 0 0,0 1 0 0 0,0-1 1 0 0,0 1-1 0 0,0-1 0 0 0,0 0 0 0 0,0 1 0 0 0,0-1 0 0 0,0 1 0 0 0,0-1 0 0 0,1 0 0 0 0,-1 1 0 0 0,1-1 0 0 0,-1 0 1 0 0,1 0-1 0 0,-1 1 0 0 0,1-1 0 0 0,1 1 0 0 0,1 6 218 0 0,0 3 9 0 0,0 0 0 0 0,0-1 0 0 0,1 1 1 0 0,0-1-1 0 0,1 0 0 0 0,0 0 0 0 0,11 15 0 0 0,55 63 1425 0 0,-39-51-1015 0 0,11 9 69 0 0,-21-24-309 0 0,27 36 0 0 0,-45-52-426 0 0,0-1 0 0 0,-1 1 0 0 0,1 0 0 0 0,-1 0 0 0 0,0 0 0 0 0,0 1 0 0 0,-1-1 0 0 0,0 1 1 0 0,0-1-1 0 0,-1 1 0 0 0,1 0 0 0 0,-1 7 0 0 0,-1-11-14 0 0,0 0 1 0 0,0-1-1 0 0,0 1 1 0 0,0 0-1 0 0,-1-1 1 0 0,1 1-1 0 0,-1 0 1 0 0,1-1-1 0 0,-1 1 0 0 0,0-1 1 0 0,0 1-1 0 0,-1-1 1 0 0,1 0-1 0 0,0 1 1 0 0,-1-1-1 0 0,1 0 1 0 0,-1 0-1 0 0,0 0 1 0 0,0 0-1 0 0,1 0 0 0 0,-2 0 1 0 0,-2 2-1 0 0,1-2 15 0 0,-1 0 1 0 0,1 0-1 0 0,-1-1 0 0 0,1 1 0 0 0,-1-1 0 0 0,0 0 1 0 0,0 0-1 0 0,1-1 0 0 0,-1 1 0 0 0,0-1 0 0 0,-8-1 0 0 0,-6-1-193 0 0,1-1 0 0 0,0-1 0 0 0,-1-1 0 0 0,2 0 0 0 0,-25-11 0 0 0,31 11-577 0 0,0-1-1 0 0,0-1 0 0 0,1 1 1 0 0,0-1-1 0 0,0-1 1 0 0,-13-13-1 0 0,1-6-4283 0 0,7-3-4894 0 0,8 14 3480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4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9 1664 0 0,'-6'-9'22006'0'0,"9"31"-17518"0"0,6 18-6624 0 0,-2-18 5007 0 0,0-4-2386 0 0,1-1-1 0 0,0 1 0 0 0,2-2 0 0 0,-1 1 0 0 0,2-1 1 0 0,0 0-1 0 0,18 18 0 0 0,-28-32-484 0 0,0-1 0 0 0,0 0 0 0 0,-1 0 0 0 0,1-1 0 0 0,0 1 0 0 0,-1 0 0 0 0,1 0 0 0 0,0-1 0 0 0,0 1 0 0 0,-1-1 0 0 0,1 1 0 0 0,0-1 0 0 0,0 1 0 0 0,0-1 0 0 0,0 1 0 0 0,0-1 0 0 0,0 0 0 0 0,0 0 0 0 0,0 1 0 0 0,0-1 0 0 0,0 0 0 0 0,0 0 0 0 0,0 0 0 0 0,0 0 0 0 0,1 0 0 0 0,1 0 0 0 0,0 1 0 0 0,0-1 0 0 0,0 0 0 0 0,1 0 0 0 0,-1 0 0 0 0,0 0 0 0 0,0-1 0 0 0,0 0 0 0 0,1 1 0 0 0,-1-1 0 0 0,0 0 0 0 0,0 0 0 0 0,0-1 0 0 0,0 1 0 0 0,-1-1 0 0 0,1 1 0 0 0,0-1 0 0 0,0 0 0 0 0,-1 0 0 0 0,0 0 0 0 0,1 0 0 0 0,-1-1 0 0 0,0 1 0 0 0,0 0 0 0 0,0-1 0 0 0,3-4 0 0 0,4-5 0 0 0,-1 4 0 0 0,0-1 0 0 0,-1-1 0 0 0,0 0 0 0 0,-1 0 0 0 0,7-14 0 0 0,26-44 0 0 0,-33 60 0 0 0,6 8 0 0 0,-10 2 0 0 0,0 0 0 0 0,0 0 0 0 0,0 0 0 0 0,0 0 0 0 0,0 0 0 0 0,-1 0 0 0 0,1 1 0 0 0,-1-1 0 0 0,0 1 0 0 0,1-1 0 0 0,-1 1 0 0 0,0-1 0 0 0,0 1 0 0 0,0 5 0 0 0,8 47 0 0 0,-6-26 0 0 0,-3-26 0 0 0,0 2 0 0 0,1-1 0 0 0,0 1 0 0 0,0 0 0 0 0,0 0 0 0 0,0-1 0 0 0,1 1 0 0 0,-1-1 0 0 0,1 1 0 0 0,0-1 0 0 0,1 0 0 0 0,-1 0 0 0 0,1 0 0 0 0,5 7 0 0 0,5-3 0 0 0,4-6 0 0 0,-7-4-17 0 0,0 0 0 0 0,0 0-1 0 0,0-1 1 0 0,0 0 0 0 0,-1-1 0 0 0,1 0-1 0 0,12-8 1 0 0,65-44-1455 0 0,-49 29 436 0 0,-12 9 900 0 0,-1-2 0 0 0,35-36 0 0 0,-59 55 1457 0 0,1 4-974 0 0,3 7-119 0 0,-1-1 0 0 0,0 1 1 0 0,-1 0-1 0 0,0 0 0 0 0,3 20 1 0 0,-4-18-227 0 0,0 0 1 0 0,1 0 0 0 0,1 0 0 0 0,0-1-1 0 0,9 21 1 0 0,-10-28-102 0 0,0 1 1 0 0,0-1-1 0 0,0 1 0 0 0,0-1 0 0 0,0 0 1 0 0,1 0-1 0 0,0-1 0 0 0,0 1 0 0 0,0-1 1 0 0,0 1-1 0 0,1-1 0 0 0,-1-1 0 0 0,1 1 1 0 0,0-1-1 0 0,0 1 0 0 0,0-1 1 0 0,0-1-1 0 0,0 1 0 0 0,7 1 0 0 0,-7-3-381 0 0,-1 0-1 0 0,0 0 1 0 0,1 0-1 0 0,-1 0 1 0 0,1-1-1 0 0,-1 0 0 0 0,0 0 1 0 0,1 0-1 0 0,-1 0 1 0 0,4-3-1 0 0,-2 2-649 0 0,0-2 0 0 0,0 1 0 0 0,0-1 0 0 0,-1 1-1 0 0,0-2 1 0 0,0 1 0 0 0,7-8 0 0 0,2-3-5101 0 0,-1 2 477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5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27 424 0 0,'-7'-11'3654'0'0,"3"9"-3103"0"0,1 0 0 0 0,0 0 0 0 0,-1 1 0 0 0,1-1 0 0 0,-1 1 0 0 0,1-1-1 0 0,-1 1 1 0 0,0 0 0 0 0,0 1 0 0 0,1-1 0 0 0,-1 0 0 0 0,0 1 0 0 0,0 0 0 0 0,0 0-1 0 0,0 0 1 0 0,1 1 0 0 0,-1-1 0 0 0,0 1 0 0 0,0 0 0 0 0,1 0 0 0 0,-1 0-1 0 0,0 1 1 0 0,1-1 0 0 0,-1 1 0 0 0,1 0 0 0 0,0 0 0 0 0,-5 3 0 0 0,-7 4 913 0 0,1 1 1 0 0,-1 1 0 0 0,2 0 0 0 0,-22 23-1 0 0,28-26-1027 0 0,1-3-115 0 0,1 0 0 0 0,-1 1 0 0 0,1-1 0 0 0,1 1 0 0 0,-1 0 0 0 0,1 0 1 0 0,0 0-1 0 0,0 1 0 0 0,1-1 0 0 0,0 1 0 0 0,0 0 0 0 0,0 0 1 0 0,1 0-1 0 0,0 1 0 0 0,-1 7 0 0 0,3-13-309 0 0,0 1 0 0 0,0-1 0 0 0,0 0 0 0 0,0 0-1 0 0,1 1 1 0 0,-1-1 0 0 0,0 0 0 0 0,1 0 0 0 0,0 0 0 0 0,-1 0 0 0 0,1 0 0 0 0,0 0 0 0 0,0 0-1 0 0,0 0 1 0 0,0 0 0 0 0,1 0 0 0 0,-1 0 0 0 0,1-1 0 0 0,-1 1 0 0 0,1 0 0 0 0,-1-1 0 0 0,1 1-1 0 0,0-1 1 0 0,-1 0 0 0 0,1 0 0 0 0,0 1 0 0 0,0-1 0 0 0,0 0 0 0 0,3 0 0 0 0,1 1-25 0 0,1-1 0 0 0,-1 0-1 0 0,1 0 1 0 0,-1-1 0 0 0,1 1 0 0 0,12-3 0 0 0,-11 2 21 0 0,20-3-416 0 0,0 0 1 0 0,0-2 0 0 0,0-1 0 0 0,44-15-1 0 0,-57 15 44 0 0,0 0 0 0 0,0-1 0 0 0,0 0 0 0 0,-1-1 0 0 0,0-1 0 0 0,-1 0 0 0 0,0-1-1 0 0,0 0 1 0 0,17-20 0 0 0,-28 28 399 0 0,0-1-1 0 0,0 1 1 0 0,-1-1-1 0 0,1 0 0 0 0,-1 0 1 0 0,1 0-1 0 0,-1 1 1 0 0,0-1-1 0 0,-1 0 1 0 0,1-1-1 0 0,0 1 1 0 0,-1 0-1 0 0,1 0 1 0 0,-1 0-1 0 0,0 0 1 0 0,0 0-1 0 0,-1 0 0 0 0,1-1 1 0 0,-1 1-1 0 0,1 0 1 0 0,-1 0-1 0 0,0 0 1 0 0,0 0-1 0 0,0 0 1 0 0,0 0-1 0 0,-3-2 1 0 0,4 3 52 0 0,-1 1 0 0 0,0 0 0 0 0,0 0 1 0 0,0 0-1 0 0,0-1 0 0 0,0 1 0 0 0,0 0 1 0 0,0 0-1 0 0,-1 1 0 0 0,1-1 0 0 0,0 0 1 0 0,0 0-1 0 0,-1 0 0 0 0,1 1 0 0 0,0-1 1 0 0,-1 1-1 0 0,1-1 0 0 0,-1 1 0 0 0,1 0 1 0 0,-1-1-1 0 0,1 1 0 0 0,-1 0 0 0 0,1 0 1 0 0,-1 0-1 0 0,1 0 0 0 0,-1 0 0 0 0,1 1 1 0 0,-1-1-1 0 0,1 0 0 0 0,-1 1 0 0 0,1-1 1 0 0,-1 1-1 0 0,1-1 0 0 0,0 1 0 0 0,-1 0 1 0 0,1-1-1 0 0,-2 3 0 0 0,1-2-22 0 0,-1 0 0 0 0,1 1-1 0 0,-1-1 1 0 0,1 1 0 0 0,0 0-1 0 0,0 0 1 0 0,0 0 0 0 0,0 0-1 0 0,0 0 1 0 0,1 0 0 0 0,-1 1-1 0 0,1-1 1 0 0,-1 0 0 0 0,1 1 0 0 0,0-1-1 0 0,0 1 1 0 0,0 0 0 0 0,0-1-1 0 0,0 1 1 0 0,0 5 0 0 0,-3 24-54 0 0,3-25-12 0 0,0 1 0 0 0,0-1-1 0 0,1 1 1 0 0,0-1 0 0 0,0 1 0 0 0,1-1 0 0 0,0 1 0 0 0,3 11 0 0 0,-4-16-60 0 0,1 0 50 0 0,-1 0 1 0 0,1 0 0 0 0,-1 0 0 0 0,1-1-1 0 0,0 1 1 0 0,0 0 0 0 0,1 0 0 0 0,-1-1-1 0 0,0 1 1 0 0,1-1 0 0 0,0 1-1 0 0,-1-1 1 0 0,3 3 0 0 0,-2-4-175 0 0,-1 0 0 0 0,1 0 0 0 0,0 0 0 0 0,0-1 0 0 0,-1 1 0 0 0,1 0 0 0 0,0-1 0 0 0,0 1 0 0 0,0-1-1 0 0,0 1 1 0 0,-1-1 0 0 0,1 0 0 0 0,0 0 0 0 0,0 0 0 0 0,0 0 0 0 0,0 0 0 0 0,0-1 0 0 0,2 1 0 0 0,20-5-2007 0 0,0-1 1 0 0,28-11-1 0 0,17-12-9372 0 0,-38 17 5406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5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27 760 0 0,'0'0'1605'0'0,"-30"-25"6994"0"0,22 24-7674 0 0,0 1 0 0 0,0-1 0 0 0,0 1-1 0 0,0 1 1 0 0,0-1 0 0 0,0 1 0 0 0,0 1-1 0 0,0-1 1 0 0,0 1 0 0 0,0 1 0 0 0,1 0-1 0 0,-11 5 1 0 0,5-2 36 0 0,0 0 0 0 0,0 1 0 0 0,1 1 0 0 0,0 0-1 0 0,1 1 1 0 0,-12 10 0 0 0,19-14-767 0 0,-1 0 0 0 0,1 0 0 0 0,0 0 0 0 0,1 0 0 0 0,-1 1 0 0 0,1-1 0 0 0,0 1 0 0 0,1 0 0 0 0,0 0 0 0 0,-1 0 0 0 0,2 0 0 0 0,-1 1 0 0 0,1-1 0 0 0,0 0 0 0 0,0 1 0 0 0,1 10 0 0 0,0-14-201 0 0,0 1 0 0 0,1-1 0 0 0,0 0 0 0 0,0 1 0 0 0,0-1-1 0 0,0 0 1 0 0,0 0 0 0 0,0 0 0 0 0,1 0 0 0 0,0 0 0 0 0,0 0-1 0 0,-1-1 1 0 0,1 1 0 0 0,1 0 0 0 0,-1-1 0 0 0,0 0 0 0 0,1 1-1 0 0,-1-1 1 0 0,1 0 0 0 0,0 0 0 0 0,0 0 0 0 0,-1-1 0 0 0,1 1 0 0 0,0-1-1 0 0,1 0 1 0 0,-1 1 0 0 0,0-1 0 0 0,0-1 0 0 0,0 1 0 0 0,1 0-1 0 0,-1-1 1 0 0,0 0 0 0 0,6 0 0 0 0,7 1-154 0 0,-1-2-1 0 0,1 0 1 0 0,0-1-1 0 0,-1 0 1 0 0,1-1-1 0 0,-1-1 1 0 0,0-1-1 0 0,0 0 1 0 0,-1-1 0 0 0,1 0-1 0 0,-1-1 1 0 0,-1-1-1 0 0,1 0 1 0 0,-1-1-1 0 0,-1 0 1 0 0,1-1-1 0 0,-2 0 1 0 0,1-1 0 0 0,-1-1-1 0 0,11-15 1 0 0,-4-31 3132 0 0,-22 63-2809 0 0,1-1-151 0 0,1 0 1 0 0,0 0 0 0 0,0-1-1 0 0,1 1 1 0 0,-1 1 0 0 0,1-1 0 0 0,0 0-1 0 0,0 0 1 0 0,0 0 0 0 0,1 1-1 0 0,-1-1 1 0 0,1 0 0 0 0,0 0-1 0 0,1 1 1 0 0,-1-1 0 0 0,1 0 0 0 0,-1 1-1 0 0,1-1 1 0 0,0 0 0 0 0,1 0-1 0 0,2 6 1 0 0,48 134-12 0 0,-35-107 0 0 0,-3 1 0 0 0,-1 1 0 0 0,15 80 0 0 0,-26-109 0 0 0,-1 0 0 0 0,-1 0 0 0 0,0 0 0 0 0,0 0 0 0 0,-1 0 0 0 0,0 0 0 0 0,-1 0 0 0 0,0 0 0 0 0,-4 12 0 0 0,4-17 0 0 0,-1 1 0 0 0,0-1 0 0 0,0 1 0 0 0,0-1 0 0 0,-1 0 0 0 0,1 0 0 0 0,-1-1 0 0 0,-1 1 0 0 0,1-1 0 0 0,0 0 0 0 0,-1 0 0 0 0,0 0 0 0 0,0-1 0 0 0,0 1 0 0 0,-1-1 0 0 0,-8 4 0 0 0,5-4 0 0 0,0 1 0 0 0,0-1 0 0 0,0 0 0 0 0,-1-1 0 0 0,1 0 0 0 0,-1-1 0 0 0,1 0 0 0 0,-1 0 0 0 0,0-1 0 0 0,1 0 0 0 0,-18-3 0 0 0,20 1 0 0 0,1 1 0 0 0,-1-1 0 0 0,0 0 0 0 0,1-1 0 0 0,0 0 0 0 0,-1 0 0 0 0,1 0 0 0 0,0 0 0 0 0,0-1 0 0 0,1 0 0 0 0,-1-1 0 0 0,1 1 0 0 0,0-1 0 0 0,0 0 0 0 0,1 0 0 0 0,-1 0 0 0 0,-3-7 0 0 0,-2-3 0 0 0,7 11 0 0 0,-1-1 0 0 0,0 0 0 0 0,1 0 0 0 0,0 0 0 0 0,0-1 0 0 0,1 1 0 0 0,-1-1 0 0 0,1 1 0 0 0,1-1 0 0 0,-1 0 0 0 0,1 0 0 0 0,0 0 0 0 0,0 0 0 0 0,0-11 0 0 0,2 9 0 0 0,0 0 0 0 0,1 0 0 0 0,0 1 0 0 0,0-1 0 0 0,6-12 0 0 0,-7 17 0 0 0,1 0 0 0 0,0 1 0 0 0,1-1 0 0 0,-1 0 0 0 0,0 1 0 0 0,1-1 0 0 0,-1 1 0 0 0,1 0 0 0 0,0 0 0 0 0,0 0 0 0 0,0 0 0 0 0,0 0 0 0 0,0 0 0 0 0,0 1 0 0 0,0 0 0 0 0,5-2 0 0 0,8-1-14 0 0,0 1 0 0 0,1 0 1 0 0,-1 1-1 0 0,1 0 0 0 0,25 2 0 0 0,9 7-3472 0 0,-49-6 2430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0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12 113 1956 0 0,'-12'-6'30769'0'0,"22"78"-30755"0"0,3-1 0 0 0,31 102 0 0 0,-43-171-14 0 0,1 3 0 0 0,-1 0 0 0 0,1 0 0 0 0,0 0 0 0 0,0 0 0 0 0,1-1 0 0 0,-1 1 0 0 0,1-1 0 0 0,0 0 0 0 0,1 0 0 0 0,-1 0 0 0 0,1 0 0 0 0,-1-1 0 0 0,5 4 0 0 0,3-1 0 0 0,4-1 0 0 0,6-8 0 0 0,-12-5 0 0 0,-3-4 0 0 0,0 2 0 0 0,0-3 0 0 0,-5 0 0 0 0,0 1 0 0 0,0 1 0 0 0,0 0 0 0 0,1 0 0 0 0,1 0 0 0 0,0 0 0 0 0,0 0 0 0 0,1 1 0 0 0,1 0 0 0 0,0-1 0 0 0,0 1 0 0 0,12-15 0 0 0,6-17 0 0 0,59-128 0 0 0,-76 162 0 0 0,-2-3 0 0 0,-2 2 0 0 0,0 5 0 0 0,-12 13 0 0 0,14-31 0 0 0,-3 13 1586 0 0,0 0-4259 0 0,0-13-15391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0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14 1280 0 0,'-7'-2'31425'0'0,"15"4"-31419"0"0,1 0 0 0 0,-1 0 0 0 0,1-1 0 0 0,0 0 0 0 0,-1 0 0 0 0,1-1 0 0 0,0 0 0 0 0,0-1 0 0 0,10-1 0 0 0,9-2-4 0 0,104-8-2 0 0,-113 11 0 0 0,-19 1 0 0 0,0 0 0 0 0,1 0 0 0 0,-1 0 0 0 0,0 0 0 0 0,1 0 0 0 0,-1 0 0 0 0,0 0 0 0 0,1 0 0 0 0,-1 0 0 0 0,0 0 0 0 0,0 0 0 0 0,1 0 0 0 0,-1 0 0 0 0,0 0 0 0 0,1 1 0 0 0,-1-1 0 0 0,0 0 0 0 0,0 0 0 0 0,1 0 0 0 0,-1 0 0 0 0,0 1 0 0 0,0-1 0 0 0,0 0 0 0 0,1 0 0 0 0,-1 1 0 0 0,0-1 0 0 0,0 0 0 0 0,0 0 0 0 0,1 1 0 0 0,-1-1 0 0 0,0 0 0 0 0,0 1 0 0 0,0-1 0 0 0,0 0 0 0 0,0 0 0 0 0,0 1 0 0 0,0-1 0 0 0,0 0 0 0 0,0 1 0 0 0,0-1 0 0 0,0 0 0 0 0,0 1 0 0 0,0-1 0 0 0,0 0 0 0 0,0 0 0 0 0,0 1 0 0 0,0-1 0 0 0,0 0 0 0 0,0 1 0 0 0,-1-1 0 0 0,1 0 0 0 0,0 0 0 0 0,0 1 0 0 0,0-1 0 0 0,0 0 0 0 0,-1 0 0 0 0,1 1 0 0 0,0-1 0 0 0,-7 11 0 0 0,3-6-22 0 0,0 0 1 0 0,-1 0-1 0 0,1-1 0 0 0,-1 0 1 0 0,0 0-1 0 0,-7 5 1 0 0,-17 8-3740 0 0,4-2-3394 0 0,5 1-4747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0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43 212 0 0,'-31'17'15697'0'0,"37"-17"-14158"0"0,48-3 4551 0 0,90-16 1 0 0,-88 9-4522 0 0,102-5 0 0 0,-66 3-1569 0 0,-80 12 0 0 0,-2 7-6 0 0,-8-5-360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4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1 0 29771 0 0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4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32 112 29991 0 0,'0'0'-40'0'0,"-17"-54"272"0"0,2-3-280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4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22 564 0 0,'-18'-22'30570'0'0,"13"62"-30053"0"0,2 0 1 0 0,4 59-1 0 0,0-35-436 0 0,0-24-81 0 0,2 0 0 0 0,1 0 0 0 0,11 41 0 0 0,-15-80 0 0 0,0-1 0 0 0,0 0 0 0 0,0 1 0 0 0,1-1 0 0 0,-1 0 0 0 0,0 1 0 0 0,0-1 0 0 0,0 0 0 0 0,0 0 0 0 0,0 1 0 0 0,0-1 0 0 0,1 0 0 0 0,-1 0 0 0 0,0 1 0 0 0,0-1 0 0 0,0 0 0 0 0,1 0 0 0 0,-1 1 0 0 0,0-1 0 0 0,0 0 0 0 0,1 0 0 0 0,-1 0 0 0 0,0 1 0 0 0,0-1 0 0 0,1 0 0 0 0,-1 0 0 0 0,0 0 0 0 0,1 0 0 0 0,-1 0 0 0 0,0 0 0 0 0,1 0 0 0 0,-1 0 0 0 0,0 0 0 0 0,1 0 0 0 0,-1 0 0 0 0,0 0 0 0 0,1 0 0 0 0,-1 0 0 0 0,0 0 0 0 0,0 0 0 0 0,1 0 0 0 0,-1 0 0 0 0,0 0 0 0 0,1 0 0 0 0,-1 0 0 0 0,0-1 0 0 0,1 1 0 0 0,-1 0 0 0 0,0 0 0 0 0,0 0 0 0 0,1-1 0 0 0,9-6 0 0 0,-3-3-420 0 0,1 0 0 0 0,-1 0-1 0 0,-1-1 1 0 0,0 1 0 0 0,0-1 0 0 0,-1-1-1 0 0,7-22 1 0 0,-4 11-1927 0 0,7-15-4019 0 0,-4 12-1971 0 0,1 3 1390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5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36 1088 0 0,'-8'-35'24111'0'0,"7"43"-22392"0"0,-15 116 3951 0 0,9-56-5610 0 0,4 0-1 0 0,7 103 1 0 0,-2-155-60 0 0,1 0 0 0 0,1 0 0 0 0,7 19 0 0 0,1 1 0 0 0,-10-22 0 0 0,-1-10 0 0 0,12 18 0 0 0,-7-13-67 0 0,-5-8-519 0 0,8-18-7933 0 0,-2 1-3223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6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22 324 0 0,'0'0'26914'0'0,"-1"5"-25795"0"0,-4 25 351 0 0,1 1 0 0 0,0 58 0 0 0,5-63-1470 0 0,9 48 0 0 0,-6-49 0 0 0,-1-16 0 0 0,0 0 0 0 0,0 0 0 0 0,1-1 0 0 0,0 1 0 0 0,0-1 0 0 0,1 0 0 0 0,10 12 0 0 0,-7-14 0 0 0,3 2 0 0 0,2-1 0 0 0,0-5 0 0 0,4-2 0 0 0,-3-7 0 0 0,-5-2 0 0 0,0 0 0 0 0,0 0 0 0 0,-1-1 0 0 0,0 0 0 0 0,-1-1 0 0 0,10-17 0 0 0,32-76 0 0 0,-30 59 0 0 0,-10 24 0 0 0,0 0 0 0 0,8-36 0 0 0,-8 25 0 0 0,-3 20 0 0 0,1 3 0 0 0,-1 2 0 0 0,1 3 0 0 0,3 17-73 0 0,-8-10-540 0 0,-10 9-3804 0 0,5-7 708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8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1628 0 0,'-8'5'6696'0'0,"-16"2"17295"0"0,31-6-23592 0 0,22 4-386 0 0,0-1 1 0 0,0-2-1 0 0,33-1 1 0 0,67 1-15 0 0,-110-1 1 0 0,-5 0 0 0 0,-14-1-6 0 0,1 0-1 0 0,-1 0 1 0 0,0 0 0 0 0,1 1-1 0 0,-1-1 1 0 0,0 0 0 0 0,1 0-1 0 0,-1 0 1 0 0,0 0 0 0 0,1 0-1 0 0,-1 0 1 0 0,0 1 0 0 0,1-1-1 0 0,-1 0 1 0 0,0 0 0 0 0,0 1 0 0 0,1-1-1 0 0,-1 0 1 0 0,0 0 0 0 0,0 1-1 0 0,1-1 1 0 0,-1 0 0 0 0,0 0-1 0 0,0 1 1 0 0,0-1 0 0 0,0 0-1 0 0,1 1 1 0 0,-1-1 0 0 0,0 0-1 0 0,0 1 1 0 0,0-1 0 0 0,0 1-1 0 0,-7 18-1978 0 0,1-12-3836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8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19 176 0 0,'-39'-10'10608'0'0,"18"2"-148"0"0,55 15-6035 0 0,4 1-4184 0 0,9 0 244 0 0,-14-4-53 0 0,0 2-1 0 0,-1 1 1 0 0,63 23-1 0 0,-94-29-349 0 0,-1-1 0 0 0,1 0 0 0 0,0 0 0 0 0,-1 1 0 0 0,1-1 0 0 0,0 1 0 0 0,-1-1 1 0 0,1 1-1 0 0,0-1 0 0 0,-1 1 0 0 0,1-1 0 0 0,-1 1 0 0 0,1-1 0 0 0,0 1 0 0 0,-1 0 0 0 0,0-1 0 0 0,1 1 0 0 0,-1 0 0 0 0,1-1 0 0 0,-1 1 0 0 0,0 0 0 0 0,0 0 0 0 0,1-1 0 0 0,-1 1 0 0 0,0 0 0 0 0,0 0 0 0 0,0-1 0 0 0,0 1 0 0 0,0 0 0 0 0,0 0 0 0 0,0 0 0 0 0,0-1 0 0 0,0 1 0 0 0,0 0 0 0 0,0 0 0 0 0,-1 0 1 0 0,1-1-1 0 0,0 1 0 0 0,0 0 0 0 0,-1 0 0 0 0,1-1 0 0 0,-1 1 0 0 0,1 0 0 0 0,-1-1 0 0 0,1 1 0 0 0,-1 0 0 0 0,-5 5 17 0 0,1 0-1 0 0,-1-1 1 0 0,0 1 0 0 0,0-2 0 0 0,-1 1-1 0 0,0 0 1 0 0,-11 5 0 0 0,6-3-99 0 0,8-2 0 0 0,-4 0-167 0 0,6-3-720 0 0,8-5-3459 0 0,-1 0 3224 0 0,20-9 266 0 0,-14 8-3599 0 0,2-1-4786 0 0,3 0 2668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9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4 1512 0 0,'-8'-3'21123'0'0,"1"12"-20282"0"0,1 0 1 0 0,0 1-1 0 0,1-1 1 0 0,0 1-1 0 0,1 0 1 0 0,0 1-1 0 0,1-1 1 0 0,-3 15-1 0 0,-16 98 1685 0 0,17-90-2493 0 0,-10 82-33 0 0,-1 158 0 0 0,15-263 0 0 0,2-1 0 0 0,0 1 0 0 0,0 0 0 0 0,1-1 0 0 0,0 1 0 0 0,0-1 0 0 0,1 0 0 0 0,0 0 0 0 0,1 0 0 0 0,0 0 0 0 0,5 9 0 0 0,-1-11 0 0 0,5 2 0 0 0,2-8 0 0 0,-14-1 0 0 0,0 0 0 0 0,0 0 0 0 0,0-1 0 0 0,0 1 0 0 0,0 0 0 0 0,0 0 0 0 0,0-1 0 0 0,0 1 0 0 0,0 0 0 0 0,0-1 0 0 0,0 1 0 0 0,0-1 0 0 0,0 1 0 0 0,0-1 0 0 0,0 0 0 0 0,0 1 0 0 0,-1-1 0 0 0,1 0 0 0 0,0 0 0 0 0,-1 1 0 0 0,1-1 0 0 0,0 0 0 0 0,-1 0 0 0 0,1 0 0 0 0,-1 0 0 0 0,1 0 0 0 0,-1 0 0 0 0,1-1 0 0 0,-1 0 0 0 0,15-25-1382 0 0,-12 18 1770 0 0,-1-1-1 0 0,0 1 1 0 0,-1 0-1 0 0,1-1 1 0 0,-2 1-1 0 0,0-13 1 0 0,-5-37-3430 0 0,0 33-3076 0 0,0 3-4463 0 0,4 8 2509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9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13 720 0 0,'14'-13'23974'0'0,"-11"32"-21950"0"0,0 0 0 0 0,1 34-1 0 0,-6 48 156 0 0,0-24-2356 0 0,0 10 177 0 0,5 96 0 0 0,0-154 0 0 0,2-1 0 0 0,1 0 0 0 0,9 29 0 0 0,-13-47 0 0 0,-2 2 0 0 0,5-2 0 0 0,-4-11 279 0 0,-8-18-957 0 0,-4-4-1599 0 0,4 13-287 0 0,7 10 2496 0 0,-6-5-4623 0 0,-1-9-12000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03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19 448 0 0,'-6'-3'835'0'0,"1"0"0"0"0,-1 1-1 0 0,1 0 1 0 0,-1 0 0 0 0,0 0 0 0 0,0 1-1 0 0,1-1 1 0 0,-1 1 0 0 0,0 1-1 0 0,0-1 1 0 0,0 1 0 0 0,0 0 0 0 0,-10 2-1 0 0,1 2 103 0 0,1 1-1 0 0,-1 0 0 0 0,1 1 1 0 0,1 1-1 0 0,-1 0 0 0 0,1 1 1 0 0,0 1-1 0 0,1 0 0 0 0,0 0 1 0 0,1 1-1 0 0,-19 20 0 0 0,9-5-60 0 0,1 0 0 0 0,1 2 1 0 0,1 0-1 0 0,1 1 0 0 0,2 0 0 0 0,1 1 0 0 0,1 1 0 0 0,-10 35 1 0 0,13-34-560 0 0,2-1 0 0 0,2 1 0 0 0,0 1 0 0 0,-1 58 0 0 0,7-76-322 0 0,0-1 0 0 0,1 0 0 0 0,1 1 0 0 0,0-1 0 0 0,1 0 0 0 0,0 0 1 0 0,1 0-1 0 0,0-1 0 0 0,1 1 0 0 0,1-1 0 0 0,0 0 0 0 0,1-1 0 0 0,0 1 0 0 0,10 11 0 0 0,-9-13 5 0 0,1 0 0 0 0,1-1 0 0 0,-1-1 0 0 0,1 1 0 0 0,1-2 0 0 0,-1 1 0 0 0,1-2 0 0 0,1 1 0 0 0,-1-1 0 0 0,1-1 0 0 0,0 0 0 0 0,1-1 0 0 0,-1 0 0 0 0,21 3 0 0 0,-14-5 0 0 0,1 0 0 0 0,-1-2 0 0 0,0 0 0 0 0,1-1 0 0 0,-1-1 0 0 0,0-1 0 0 0,0 0 0 0 0,0-2 0 0 0,22-7 0 0 0,-10 1 0 0 0,-1 0 0 0 0,-1-2 0 0 0,0-1 0 0 0,0-1 0 0 0,-2-2 0 0 0,28-21 0 0 0,-46 31 0 0 0,1-1 0 0 0,-2-1 0 0 0,1 1 0 0 0,-1-1 0 0 0,0-1 0 0 0,-1 1 0 0 0,0-1 0 0 0,-1-1 0 0 0,0 1 0 0 0,0-1 0 0 0,-1 0 0 0 0,-1 0 0 0 0,0-1 0 0 0,0 1 0 0 0,-1-1 0 0 0,0 0 0 0 0,-1 0 0 0 0,-1 0 0 0 0,0-13 0 0 0,-1 10 0 0 0,0 0 0 0 0,-2 0 0 0 0,0-1 0 0 0,-1 1 0 0 0,0 0 0 0 0,-1 1 0 0 0,-1-1 0 0 0,0 1 0 0 0,-1 0 0 0 0,-1 0 0 0 0,0 0 0 0 0,0 1 0 0 0,-2 0 0 0 0,1 1 0 0 0,-2 0 0 0 0,0 0 0 0 0,0 1 0 0 0,-1 0 0 0 0,0 1 0 0 0,-1 0 0 0 0,0 1 0 0 0,-1 0 0 0 0,0 1 0 0 0,0 0 0 0 0,-1 1 0 0 0,1 1 0 0 0,-2 0 0 0 0,1 1 0 0 0,-1 0 0 0 0,1 2 0 0 0,-1-1 0 0 0,-24-1 0 0 0,28 4-482 0 0,-27-1-2588 0 0,27 6-2761 0 0,2 4-4478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2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0 150 1248 0 0,'0'0'22688'0'0,"3"2"-21698"0"0,27 22 2684 0 0,5 5 485 0 0,-17-1-4151 0 0,-11-13-8 0 0,0-1 0 0 0,2 1 0 0 0,-1-1 0 0 0,16 18 0 0 0,-19-21 0 0 0,-5-9 0 0 0,0-1 0 0 0,1 0 0 0 0,-1 0 0 0 0,0 0 0 0 0,1 1 0 0 0,-1-1 0 0 0,1 0 0 0 0,-1 0 0 0 0,1 0 0 0 0,0 0 0 0 0,0 0 0 0 0,-1 0 0 0 0,1 0 0 0 0,0 0 0 0 0,0 0 0 0 0,0 0 0 0 0,0-1 0 0 0,0 1 0 0 0,0 0 0 0 0,0-1 0 0 0,0 1 0 0 0,0 0 0 0 0,1-1 0 0 0,0 1 0 0 0,11 6 0 0 0,-12-7 0 0 0,-1 1 0 0 0,1-1 0 0 0,0 1 0 0 0,0-1 0 0 0,0 1 0 0 0,-1-1 0 0 0,1 0 0 0 0,0 1 0 0 0,0-1 0 0 0,0 0 0 0 0,0 0 0 0 0,0 1 0 0 0,0-1 0 0 0,0 0 0 0 0,0 0 0 0 0,-1 0 0 0 0,1 0 0 0 0,0 0 0 0 0,0 0 0 0 0,0-1 0 0 0,0 1 0 0 0,0 0 0 0 0,0 0 0 0 0,0-1 0 0 0,-1 1 0 0 0,1 0 0 0 0,0-1 0 0 0,0 1 0 0 0,0-1 0 0 0,-1 1 0 0 0,1-1 0 0 0,0 1 0 0 0,0-2 0 0 0,1 1 0 0 0,4-3 0 0 0,1 0 0 0 0,0 0 0 0 0,-1-1 0 0 0,0 0 0 0 0,0 0 0 0 0,0-1 0 0 0,0 0 0 0 0,-1 0 0 0 0,8-12 0 0 0,38-68 0 0 0,-38 62 0 0 0,10-19 0 0 0,52-86 0 0 0,-69 119 0 0 0,-6 10 0 0 0,0 0 0 0 0,0 0 0 0 0,0 0 0 0 0,0-1 0 0 0,1 1 0 0 0,-1 0 0 0 0,0 0 0 0 0,0 0 0 0 0,0 0 0 0 0,0 0 0 0 0,0 0 0 0 0,0-1 0 0 0,0 1 0 0 0,0 0 0 0 0,0 0 0 0 0,0 0 0 0 0,0 0 0 0 0,0 0 0 0 0,0-1 0 0 0,0 1 0 0 0,0 0 0 0 0,0 0 0 0 0,0 0 0 0 0,0 0 0 0 0,0 0 0 0 0,0-1 0 0 0,0 1 0 0 0,0 0 0 0 0,0 0 0 0 0,0 0 0 0 0,0 0 0 0 0,0 0 0 0 0,0-1 0 0 0,0 1 0 0 0,-1 0 0 0 0,1 0 0 0 0,0 0 0 0 0,0 0 0 0 0,0 0 0 0 0,0 0 0 0 0,0 0 0 0 0,0 0 0 0 0,0-1 0 0 0,-1 1 0 0 0,1 0 0 0 0,0 0 0 0 0,0 0 0 0 0,0 0 0 0 0,0 0 0 0 0,0 0 0 0 0,-1 0 0 0 0,1 0 0 0 0,0 0 0 0 0,0 0 0 0 0,0 0 0 0 0,0 0 0 0 0,0 0 0 0 0,-1 0 0 0 0,1 0 0 0 0,-19 12 0 0 0,5-1 0 0 0,0 13 127 0 0,14-24-159 0 0,1 1 0 0 0,-1-1 0 0 0,0 0 0 0 0,0 0 0 0 0,0 0-1 0 0,0 1 1 0 0,0-1 0 0 0,-1 0 0 0 0,1 0 0 0 0,0 0 0 0 0,0 1 0 0 0,0-1 0 0 0,0 0 0 0 0,0 0 0 0 0,0 0 0 0 0,0 1 0 0 0,0-1 0 0 0,0 0 0 0 0,0 0 0 0 0,-1 0-1 0 0,1 0 1 0 0,0 0 0 0 0,0 1 0 0 0,0-1 0 0 0,0 0 0 0 0,0 0 0 0 0,-1 0 0 0 0,1 0 0 0 0,0 0 0 0 0,0 0 0 0 0,0 0 0 0 0,0 1 0 0 0,-1-1 0 0 0,1 0 0 0 0,0 0-1 0 0,0 0 1 0 0,0 0 0 0 0,-1 0 0 0 0,1 0 0 0 0,0 0 0 0 0,0 0 0 0 0,0 0 0 0 0,-1 0 0 0 0,1 0 0 0 0,4 13-5784 0 0,-3-9 2098 0 0,-1 14-11834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3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23 1316 0 0,'-11'-8'3607'0'0,"10"6"-2454"0"0,0 1-1 0 0,-1 0 1 0 0,1-1 0 0 0,-1 1 0 0 0,1 0 0 0 0,-1 0 0 0 0,0 0 0 0 0,1 0 0 0 0,-1 0 0 0 0,0 1 0 0 0,0-1 0 0 0,-2 0 0 0 0,-7 6 4581 0 0,1 16-4873 0 0,8-16-629 0 0,0 0 0 0 0,0 0 0 0 0,1 0 0 0 0,0 0 0 0 0,0 0 0 0 0,1 1 0 0 0,-1-1-1 0 0,1 0 1 0 0,0 0 0 0 0,0 1 0 0 0,1-1 0 0 0,0 0 0 0 0,-1 0 0 0 0,2 0 0 0 0,-1 0-1 0 0,1 0 1 0 0,0 0 0 0 0,0 0 0 0 0,0 0 0 0 0,0 0 0 0 0,1-1 0 0 0,0 1 0 0 0,0-1-1 0 0,0 0 1 0 0,1 0 0 0 0,4 5 0 0 0,-6-8-232 0 0,-1 0 0 0 0,1 0 0 0 0,-1 0 0 0 0,1 0 0 0 0,0-1 0 0 0,-1 1 0 0 0,1 0 0 0 0,0-1 0 0 0,0 1 0 0 0,-1-1 0 0 0,1 0 0 0 0,0 0 0 0 0,0 1 0 0 0,-1-1 0 0 0,1 0 0 0 0,0 0 0 0 0,0-1 0 0 0,0 1 0 0 0,-1 0 0 0 0,1-1 0 0 0,3 0 0 0 0,-1 0 0 0 0,6-3 0 0 0,0 1 0 0 0,-1-1 0 0 0,0-1 0 0 0,0 0 0 0 0,0 0 0 0 0,0-1 0 0 0,-1 0 0 0 0,0 0 0 0 0,0-1 0 0 0,-1 0 0 0 0,11-13 0 0 0,9-7 0 0 0,-22 24 0 0 0,2-7 0 0 0,7-10 0 0 0,-12 12 0 0 0,-6 28 0 0 0,1 1 0 0 0,0 0 0 0 0,2 0 0 0 0,0 0 0 0 0,4 33 0 0 0,2-2 0 0 0,16 66 0 0 0,9 19 0 0 0,-31-124 0 0 0,-9-6 0 0 0,2-5 0 0 0,0 0 0 0 0,0-1 0 0 0,0 0 0 0 0,0 0 0 0 0,0-1 0 0 0,0 0 0 0 0,0-1 0 0 0,0 1 0 0 0,0-2 0 0 0,0 1 0 0 0,0-1 0 0 0,0 0 0 0 0,0-1 0 0 0,1 0 0 0 0,-12-5 0 0 0,2 0 0 0 0,11 6 0 0 0,0-1 0 0 0,0 1 0 0 0,0-1 0 0 0,0 0 0 0 0,1 0 0 0 0,0-1 0 0 0,-1 0 0 0 0,1 0 0 0 0,1 0 0 0 0,-1 0 0 0 0,0-1 0 0 0,1 0 0 0 0,0 0 0 0 0,0 0 0 0 0,1 0 0 0 0,-4-7 0 0 0,1-3 0 0 0,6 0 0 0 0,6 2 0 0 0,2 3 0 0 0,7 2 0 0 0,-4 2 0 0 0,3-1 0 0 0,-4 4 0 0 0,24-1-3060 0 0,-4 5-12290 0 0,-25-1 12345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3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0 146 604 0 0,'0'0'21555'0'0,"1"6"-20450"0"0,3 18 1709 0 0,14 48-1 0 0,-14-60-1968 0 0,-3-10-664 0 0,-1 1 0 0 0,1 0 1 0 0,0 0-1 0 0,0 0 0 0 0,0-1 1 0 0,1 1-1 0 0,-1-1 0 0 0,1 1 1 0 0,-1-1-1 0 0,4 4 0 0 0,-2 7 815 0 0,-3-13-995 0 0,1 1 0 0 0,-1-1 0 0 0,0 0 0 0 0,1 0 0 0 0,-1 1 0 0 0,0-1 0 0 0,1 0-1 0 0,-1 0 1 0 0,1 0 0 0 0,-1 0 0 0 0,0 1 0 0 0,1-1 0 0 0,-1 0 0 0 0,1 0 0 0 0,-1 0 0 0 0,0 0 0 0 0,1 0 0 0 0,-1 0 0 0 0,1 0 0 0 0,-1 0 0 0 0,1 0 0 0 0,-1 0 0 0 0,0 0 0 0 0,1-1 0 0 0,-1 1 0 0 0,1 0 0 0 0,-1 0 0 0 0,0 0 0 0 0,1 0 0 0 0,-1-1 0 0 0,1 1 0 0 0,-1 0 0 0 0,0 0 0 0 0,0-1 0 0 0,1 1 0 0 0,-1 0 0 0 0,0-1 0 0 0,1 1 0 0 0,-1 0 0 0 0,0-1 0 0 0,0 1 0 0 0,1 0 0 0 0,-1-1 0 0 0,0 1 0 0 0,0-1 0 0 0,4-11-5 0 0,0-3 4 0 0,-1 0 0 0 0,-1-1 0 0 0,0 0 0 0 0,-2-30 0 0 0,0 29 0 0 0,1 1 0 0 0,0-1 0 0 0,5-24 0 0 0,-5 32 0 0 0,0 6 0 0 0,0-1 0 0 0,0 0 0 0 0,0 0 0 0 0,0 1 0 0 0,1-1 0 0 0,-1 1 0 0 0,1-1 0 0 0,4-5 0 0 0,-2 4 0 0 0,0 1 0 0 0,0 0 0 0 0,1 0 0 0 0,0 0 0 0 0,0 1 0 0 0,0-1 0 0 0,0 1 0 0 0,0 0 0 0 0,1 1 0 0 0,5-3 0 0 0,1 3 0 0 0,0 9 0 0 0,-11-5-67 0 0,0-1 0 0 0,0 0-1 0 0,-1 1 1 0 0,1-1 0 0 0,0 0 0 0 0,-1 1 0 0 0,1-1 0 0 0,-1 1-1 0 0,1-1 1 0 0,-1 1 0 0 0,1-1 0 0 0,-1 1 0 0 0,0-1-1 0 0,0 1 1 0 0,0 0 0 0 0,0-1 0 0 0,0 1 0 0 0,0-1 0 0 0,0 1-1 0 0,-1-1 1 0 0,1 1 0 0 0,-1-1 0 0 0,0 3 0 0 0,-11 24-3809 0 0,4-10-2378 0 0,4-2-4254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4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0 484 0 0,'7'2'18363'0'0,"-4"11"-10324"0"0,-2 28-7951 0 0,-1-17-678 0 0,1-13 3473 0 0,1 9-1812 0 0,-3-16-988 0 0,1 0 1 0 0,0 0 0 0 0,0 0 0 0 0,1 0-1 0 0,-1 0 1 0 0,1-1 0 0 0,0 1 0 0 0,0 0 0 0 0,0 0-1 0 0,0-1 1 0 0,1 1 0 0 0,-1 0 0 0 0,1-1-1 0 0,0 0 1 0 0,0 1 0 0 0,0-1 0 0 0,1 0 0 0 0,-1 0-1 0 0,1 0 1 0 0,-1 0 0 0 0,1-1 0 0 0,0 1-1 0 0,0-1 1 0 0,1 0 0 0 0,-1 0 0 0 0,0 0-1 0 0,1 0 1 0 0,4 2 0 0 0,-2-2-84 0 0,1-1 0 0 0,-1 0 0 0 0,1 0 0 0 0,0 0 0 0 0,-1-1 0 0 0,1 0 0 0 0,0 0 0 0 0,-1-1 0 0 0,1 1 0 0 0,-1-1 0 0 0,1-1 0 0 0,-1 0 0 0 0,1 1 0 0 0,-1-2 0 0 0,0 1 0 0 0,0-1 0 0 0,11-6 0 0 0,-11 5 0 0 0,1 0 0 0 0,-1-1 0 0 0,1 0 0 0 0,-2 0 0 0 0,1 0 0 0 0,0-1 0 0 0,-1 0 0 0 0,0 0 0 0 0,0 0 0 0 0,-1-1 0 0 0,0 1 0 0 0,0-1 0 0 0,0 0 0 0 0,4-13 0 0 0,-7-19 0 0 0,-1 37 0 0 0,0-1 0 0 0,0 1 0 0 0,0 0 0 0 0,-1 0 0 0 0,1 0 0 0 0,-1 0 0 0 0,1 0 0 0 0,-1 0 0 0 0,0 0 0 0 0,0 0 0 0 0,0 0 0 0 0,0 0 0 0 0,0 1 0 0 0,0-1 0 0 0,-1 0 0 0 0,1 1 0 0 0,0-1 0 0 0,-1 1 0 0 0,-3-3 0 0 0,-7 1 0 0 0,9 2 0 0 0,1 1 0 0 0,-1 0 0 0 0,0 0 0 0 0,0 0 0 0 0,0 0 0 0 0,1 1 0 0 0,-1-1 0 0 0,0 1 0 0 0,0 0 0 0 0,1-1 0 0 0,-1 1 0 0 0,0 0 0 0 0,1 1 0 0 0,-1-1 0 0 0,-2 2 0 0 0,2-1 0 0 0,1-1 0 0 0,1-1 0 0 0,0 1 0 0 0,0-1 0 0 0,0 1 0 0 0,0-1 0 0 0,1 1 0 0 0,-1 0 0 0 0,0-1 0 0 0,0 1 0 0 0,0 0 0 0 0,0 0 0 0 0,1 0 0 0 0,-1-1 0 0 0,0 1 0 0 0,1 0 0 0 0,-1 0 0 0 0,0 2 0 0 0,-1 1 0 0 0,-5 7 0 0 0,6 5 0 0 0,0-11 0 0 0,1-1 0 0 0,0 1 0 0 0,1 0 0 0 0,-1-1 0 0 0,1 1 0 0 0,0-1 0 0 0,0 1 0 0 0,1-1 0 0 0,-1 1 0 0 0,1-1 0 0 0,0 0 0 0 0,0 0 0 0 0,0 0 0 0 0,1 0 0 0 0,-1 0 0 0 0,1 0 0 0 0,0-1 0 0 0,0 1 0 0 0,0-1 0 0 0,1 0 0 0 0,-1 0 0 0 0,6 4 0 0 0,0-2 0 0 0,1-1 0 0 0,0 1 0 0 0,0-2 0 0 0,0 1 0 0 0,0-1 0 0 0,19 2 0 0 0,-9-1 0 0 0,0 1 0 0 0,0-2 0 0 0,1 0 0 0 0,-1-1 0 0 0,1-1 0 0 0,-1-1 0 0 0,37-5 0 0 0,-54 5-218 0 0,0-1 0 0 0,1 0 1 0 0,-1 0-1 0 0,0 0 0 0 0,0 0 0 0 0,0 0 0 0 0,0-1 0 0 0,0 1 1 0 0,0-1-1 0 0,0 0 0 0 0,0 0 0 0 0,0 0 0 0 0,-1 0 0 0 0,1 0 1 0 0,-1-1-1 0 0,0 1 0 0 0,3-5 0 0 0,2-8-5298 0 0,-5 1-5510 0 0,-2 0 4106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4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5 1456 0 0,'0'0'260'0'0,"0"-1"0"0"0,0 1 0 0 0,0 0 0 0 0,-1-1-1 0 0,1 1 1 0 0,0 0 0 0 0,0 0 0 0 0,-1 0 0 0 0,1-1 0 0 0,0 1 0 0 0,-1 0-1 0 0,1 0 1 0 0,0 0 0 0 0,0-1 0 0 0,-1 1 0 0 0,1 0 0 0 0,0 0-1 0 0,-1 0 1 0 0,1 0 0 0 0,0 0 0 0 0,-1 0 0 0 0,1 0 0 0 0,0 0 0 0 0,-1 0-1 0 0,1 0 1 0 0,0 0 0 0 0,-1 0 0 0 0,1 0 0 0 0,0 0 0 0 0,-1 0 0 0 0,1 0-1 0 0,0 0 1 0 0,-1 1 0 0 0,1-1 0 0 0,0 0 0 0 0,-1 0 0 0 0,1 1 0 0 0,-9 14 3984 0 0,1 26-1319 0 0,8-37-1763 0 0,-4 37 1893 0 0,3 0 1 0 0,1 1 0 0 0,10 78-1 0 0,-6-95-2763 0 0,2-2-1 0 0,10 31 0 0 0,2 5-282 0 0,-9-41-1040 0 0,-8-18 514 0 0,0 1 0 0 0,-1 0-1 0 0,1-1 1 0 0,0 1 0 0 0,0-1 0 0 0,0 1-1 0 0,-1-1 1 0 0,1 1 0 0 0,0-1 0 0 0,0 0-1 0 0,0 0 1 0 0,0 1 0 0 0,0-1 0 0 0,0 0-1 0 0,0 0 1 0 0,0 0 0 0 0,0 0 0 0 0,0 0-1 0 0,0 0 1 0 0,0 0 0 0 0,0 0-1 0 0,0 0 1 0 0,0-1 0 0 0,0 1 0 0 0,0 0-1 0 0,-1 0 1 0 0,1-1 0 0 0,0 1 0 0 0,0-1-1 0 0,0 1 1 0 0,1-2 0 0 0,4-2-1823 0 0,4-2-4879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5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1532 0 0,'0'0'21507'0'0,"7"0"-20385"0"0,20 1 203 0 0,75 1 2735 0 0,-37-11-5403 0 0,-31 2-2899 0 0,-13 3-3610 0 0,-20 4 7152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5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0 768 0 0,'-25'20'4631'0'0,"23"-20"-4158"0"0,0 1 1 0 0,0 0-1 0 0,0 0 1 0 0,1 0 0 0 0,-1 0-1 0 0,0 0 1 0 0,1 0-1 0 0,-1 1 1 0 0,1-1 0 0 0,-1 1-1 0 0,1-1 1 0 0,-1 1 0 0 0,1-1-1 0 0,0 1 1 0 0,0 0-1 0 0,0-1 1 0 0,0 1 0 0 0,0 0-1 0 0,0 0 1 0 0,1 0-1 0 0,-1 0 1 0 0,1 0 0 0 0,-1 0-1 0 0,0 3 1 0 0,2-5-394 0 0,-1 1 0 0 0,1 0-1 0 0,-1 0 1 0 0,1-1 0 0 0,0 1 0 0 0,-1 0 0 0 0,1-1 0 0 0,0 1-1 0 0,-1 0 1 0 0,1-1 0 0 0,0 1 0 0 0,0-1 0 0 0,0 1 0 0 0,0-1 0 0 0,-1 1-1 0 0,1-1 1 0 0,0 0 0 0 0,0 0 0 0 0,0 1 0 0 0,0-1 0 0 0,0 0-1 0 0,0 0 1 0 0,0 0 0 0 0,0 0 0 0 0,0 0 0 0 0,0 0 0 0 0,0 0 0 0 0,1-1-1 0 0,27 0 800 0 0,-28 1-881 0 0,21-3-500 0 0,0-1 0 0 0,30-9-1 0 0,-22 3-2977 0 0,1-2-3477 0 0,-13 5 2186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5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77 480 0 0,'-6'2'25054'0'0,"12"25"-22948"0"0,1 0-1 0 0,19 46 1 0 0,14 13-1190 0 0,-31-70-916 0 0,-2-2 0 0 0,1 0 0 0 0,1 0 0 0 0,12 16 0 0 0,-16-25 0 0 0,-1 0 0 0 0,0-1 0 0 0,1 0 0 0 0,0 0 0 0 0,0 0 0 0 0,0-1 0 0 0,1 0 0 0 0,-1 0 0 0 0,1 0 0 0 0,0 0 0 0 0,0-1 0 0 0,9 3 0 0 0,-1-4 0 0 0,-11-1 0 0 0,-1 0 0 0 0,1 0 0 0 0,-1 0 0 0 0,0-1 0 0 0,1 1 0 0 0,-1-1 0 0 0,0 1 0 0 0,1-1 0 0 0,-1 0 0 0 0,0 0 0 0 0,1 0 0 0 0,-1 0 0 0 0,0 0 0 0 0,0 0 0 0 0,0-1 0 0 0,0 1 0 0 0,0-1 0 0 0,-1 1 0 0 0,4-5 0 0 0,-3 5 0 0 0,10-16 0 0 0,-1-1 0 0 0,0 0 0 0 0,-1-1 0 0 0,-1 0 0 0 0,11-34 0 0 0,7-14 0 0 0,-12 37 0 0 0,1 0 0 0 0,2 2 0 0 0,0-1 0 0 0,25-26 0 0 0,-43 52 0 0 0,18-17 0 0 0,-21 49 0 0 0,-10 17-2751 0 0,7-22-3676 0 0,-2-2-4704 0 0,2-11 4125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6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5 752 0 0,'0'0'10816'0'0,"-15"-5"-8202"0"0,7 7 2383 0 0,-30 46 2296 0 0,38-46-7118 0 0,-1 0 0 0 0,0 0 0 0 0,1 1 0 0 0,0-1-1 0 0,-1 0 1 0 0,1 0 0 0 0,0 0 0 0 0,0 1 0 0 0,0-1-1 0 0,0 0 1 0 0,0 0 0 0 0,1 1 0 0 0,-1-1 0 0 0,1 0-1 0 0,0 0 1 0 0,-1 0 0 0 0,1 0 0 0 0,0 0 0 0 0,0 0-1 0 0,0 0 1 0 0,1 0 0 0 0,-1 0 0 0 0,0 0 0 0 0,1 0-1 0 0,-1-1 1 0 0,1 1 0 0 0,-1-1 0 0 0,1 1 0 0 0,0-1-1 0 0,0 0 1 0 0,0 1 0 0 0,0-1 0 0 0,2 1 0 0 0,3-1-158 0 0,1 0 1 0 0,-1 0-1 0 0,0 0 1 0 0,1-1-1 0 0,-1-1 1 0 0,0 1-1 0 0,1-1 1 0 0,-1 0-1 0 0,0-1 1 0 0,0 1-1 0 0,0-2 1 0 0,0 1-1 0 0,0-1 1 0 0,0 0-1 0 0,-1 0 1 0 0,1-1-1 0 0,-1 1 1 0 0,7-7-1 0 0,-8 7 2 0 0,9-5-19 0 0,-7 4 0 0 0,1 0 0 0 0,-1-1 0 0 0,0 0 0 0 0,-1 0 0 0 0,1-1 0 0 0,-1 0 0 0 0,6-7 0 0 0,-6 6 0 0 0,0-3 0 0 0,-6 10 0 0 0,0 0 0 0 0,0 0 0 0 0,0 0 0 0 0,0 0 0 0 0,0-1 0 0 0,0 1 0 0 0,0 0 0 0 0,0 0 0 0 0,0 0 0 0 0,0 0 0 0 0,0 0 0 0 0,1-1 0 0 0,-1 1 0 0 0,0 0 0 0 0,0 0 0 0 0,0 0 0 0 0,0 0 0 0 0,0 0 0 0 0,0 0 0 0 0,0 0 0 0 0,1-1 0 0 0,-1 1 0 0 0,0 0 0 0 0,0 0 0 0 0,0 0 0 0 0,0 0 0 0 0,1 0 0 0 0,-1 0 0 0 0,0 0 0 0 0,0 0 0 0 0,0 0 0 0 0,0 0 0 0 0,1 0 0 0 0,-1 0 0 0 0,0 0 0 0 0,0 0 0 0 0,0 0 0 0 0,0 0 0 0 0,0 0 0 0 0,1 0 0 0 0,-1 0 0 0 0,0 0 0 0 0,0 0 0 0 0,0 0 0 0 0,0 0 0 0 0,1 0 0 0 0,-1 0 0 0 0,0 1 0 0 0,0-1 0 0 0,0 0 0 0 0,5 21 0 0 0,0 14 0 0 0,2 1 0 0 0,1-1 0 0 0,26 65 0 0 0,-12-37 0 0 0,-10-13 0 0 0,-7-37 0 0 0,-3 12 0 0 0,-5-19 0 0 0,0-3 0 0 0,3-1 0 0 0,-1 0 0 0 0,0 0 0 0 0,0 0 0 0 0,0 0 0 0 0,0 0 0 0 0,0 0 0 0 0,0-1 0 0 0,0 1 0 0 0,-1 0 0 0 0,1-1 0 0 0,-1 1 0 0 0,1-1 0 0 0,-1 1 0 0 0,0-1 0 0 0,1 0 0 0 0,-1 0 0 0 0,0 0 0 0 0,0 0 0 0 0,0 0 0 0 0,0 0 0 0 0,0 0 0 0 0,0-1 0 0 0,0 1 0 0 0,0 0 0 0 0,0-1 0 0 0,0 0 0 0 0,0 0 0 0 0,0 0 0 0 0,0 0 0 0 0,-4 0 0 0 0,-10 0 0 0 0,0-2 0 0 0,0 1 0 0 0,-18-6 0 0 0,13 3 0 0 0,17 4 0 0 0,-3-1 0 0 0,0 0 0 0 0,0 0 0 0 0,1-1 0 0 0,-1 0 0 0 0,0 0 0 0 0,1 0 0 0 0,-1-1 0 0 0,1 0 0 0 0,0-1 0 0 0,0 1 0 0 0,0-1 0 0 0,-6-5 0 0 0,9 8 0 0 0,-2-3 0 0 0,-5-17 0 0 0,5 9 0 0 0,6-1 0 0 0,8-2 0 0 0,-1 5 0 0 0,-5 8-72 0 0,1 0 1 0 0,-1-1-1 0 0,0 1 1 0 0,1 0-1 0 0,-1 1 1 0 0,1-1-1 0 0,0 1 1 0 0,-1-1-1 0 0,1 1 1 0 0,8-1-1 0 0,1 0-5220 0 0,-10 2 3897 0 0,2-1-612 0 0,13-1-15374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7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25 347 220 0 0,'0'0'8220'0'0,"-10"-1"3457"0"0,8 4-11317 0 0,0 0 0 0 0,0 0-1 0 0,1 1 1 0 0,-1-1 0 0 0,1 0-1 0 0,0 0 1 0 0,0 1 0 0 0,0-1-1 0 0,1 1 1 0 0,-1-1 0 0 0,1 6 0 0 0,0-8 336 0 0,0 15 512 0 0,0-16-1108 0 0,0 0 0 0 0,0 0 0 0 0,0 1 0 0 0,0-1-1 0 0,0 0 1 0 0,0 1 0 0 0,0-1 0 0 0,0 0 0 0 0,0 1-1 0 0,0-1 1 0 0,0 0 0 0 0,0 0 0 0 0,0 1 0 0 0,0-1-1 0 0,0 0 1 0 0,0 1 0 0 0,0-1 0 0 0,0 0 0 0 0,1 0-1 0 0,-1 1 1 0 0,0-1 0 0 0,0 0 0 0 0,0 0 0 0 0,0 1-1 0 0,1-1 1 0 0,-1 0 0 0 0,0 0 0 0 0,0 0 0 0 0,0 1-1 0 0,1-1 1 0 0,-1 0 0 0 0,0 0 0 0 0,0 0-1 0 0,1 0 1 0 0,-1 0 0 0 0,0 0 0 0 0,1 1 0 0 0,-1-1-1 0 0,0 0 1 0 0,0 0 0 0 0,1 0 0 0 0,-1 0 0 0 0,0 0-1 0 0,1 0 1 0 0,-1 0 0 0 0,0 0 0 0 0,0 0 0 0 0,1 0-1 0 0,0 0 1 0 0,14-30-5 0 0,-1-1 0 0 0,-1 0 1 0 0,12-43-1 0 0,-5 13-88 0 0,44-99 330 0 0,-62 154-180 0 0,14-16 400 0 0,-15 22-557 0 0,-1 0 0 0 0,0-1 0 0 0,0 1 0 0 0,1 0 0 0 0,-1 0 0 0 0,0 0 0 0 0,1 0 0 0 0,-1 0 0 0 0,0 0 0 0 0,1 0 0 0 0,-1 0 0 0 0,0 0 0 0 0,1 0 0 0 0,-1 0 0 0 0,0 0 0 0 0,1 0 0 0 0,-1 0 0 0 0,0 0 0 0 0,1 0 0 0 0,-1 0 0 0 0,0 0 0 0 0,1 0 0 0 0,-1 0 0 0 0,0 0 0 0 0,1 0 0 0 0,-1 1 0 0 0,0-1 0 0 0,1 0 0 0 0,-1 0 0 0 0,0 0 0 0 0,0 1 0 0 0,1-1 0 0 0,-1 0 0 0 0,0 0 0 0 0,0 1 0 0 0,1-1 0 0 0,-1 0 0 0 0,0 1 0 0 0,0-1 0 0 0,0 0 0 0 0,0 1 0 0 0,0-1 0 0 0,1 0 0 0 0,-1 1 0 0 0,5 10 0 0 0,2 7 0 0 0,-1 2 0 0 0,-1-1 0 0 0,0 1 0 0 0,-2-1 0 0 0,3 32 0 0 0,7 41 0 0 0,10 41 0 0 0,-22-116 0 0 0,0-8 0 0 0,-1 1 0 0 0,1-1 0 0 0,0 1 0 0 0,1-1 0 0 0,0 0 0 0 0,1 0 0 0 0,6 17 0 0 0,-4-15-247 0 0,-10-21-2048 0 0,-3-7-124 0 0,-2-5-3834 0 0,3 8-3159 0 0,2 3 2583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7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0 604 0 0,'0'1'368'0'0,"-1"0"0"0"0,1 0 0 0 0,0-1 0 0 0,0 1 0 0 0,-1 0 0 0 0,1-1 0 0 0,0 1 0 0 0,0 0 0 0 0,0 0 0 0 0,0-1 0 0 0,0 1 0 0 0,0 0 0 0 0,0 0 0 0 0,0-1 0 0 0,0 1 0 0 0,1 0 0 0 0,-1-1 0 0 0,0 1-1 0 0,0 0 1 0 0,1 0 0 0 0,-1-1 0 0 0,0 1 0 0 0,1 0 0 0 0,-1-1 0 0 0,0 1 0 0 0,1-1 0 0 0,-1 1 0 0 0,1-1 0 0 0,-1 1 0 0 0,1-1 0 0 0,0 1 0 0 0,-1-1 0 0 0,2 2 0 0 0,34 12 5203 0 0,45-1-1607 0 0,-79-13-3676 0 0,28 3 786 0 0,0-1-1 0 0,44-4 0 0 0,-9-11-4095 0 0,-33 1-2105 0 0,-2-5-3346 0 0,-19 11 3113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8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7 188 0 0,'-12'3'28019'0'0,"21"1"-23453"0"0,5 0-3865 0 0,39 6-4365 0 0,-35-8 6568 0 0,-14-2-2899 0 0,28 2 3 0 0,1-1 0 0 0,-1-2 0 0 0,1-1 0 0 0,-1-2 0 0 0,39-9 0 0 0,-60 9-1411 0 0,10-4 1911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8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1428 0 0,'1'-1'2602'0'0,"12"0"8679"0"0,-1 29-8487 0 0,-1 0-1 0 0,10 48 0 0 0,-11-43-1348 0 0,1-1 0 0 0,1 0-1 0 0,2 0 1 0 0,29 47 0 0 0,-12-23 294 0 0,-28-50-1720 0 0,1-1-1 0 0,0 0 1 0 0,1-1 0 0 0,-1 1 0 0 0,8 5 0 0 0,1-3-19 0 0,4 0 0 0 0,-3-5 0 0 0,-11-2 0 0 0,-1 0 0 0 0,0 0 0 0 0,0 0 0 0 0,1 0 0 0 0,-1 0 0 0 0,0-1 0 0 0,1 1 0 0 0,-1-1 0 0 0,0 0 0 0 0,0 1 0 0 0,0-1 0 0 0,0 0 0 0 0,1 0 0 0 0,-2-1 0 0 0,1 1 0 0 0,0 0 0 0 0,0-1 0 0 0,0 1 0 0 0,0-1 0 0 0,-1 1 0 0 0,1-1 0 0 0,-1 0 0 0 0,1 0 0 0 0,-1 0 0 0 0,0 0 0 0 0,0 0 0 0 0,0 0 0 0 0,1-2 0 0 0,2-3 0 0 0,5-8 0 0 0,-1-1 0 0 0,0 1 0 0 0,-1-2 0 0 0,-1 1 0 0 0,-1 0 0 0 0,0-1 0 0 0,-1 0 0 0 0,2-27 0 0 0,-3 24 0 0 0,1-1 0 0 0,1 0 0 0 0,0 1 0 0 0,2 0 0 0 0,12-27 0 0 0,-14 34 0 0 0,-4 7 0 0 0,1 1 0 0 0,0-1 0 0 0,0 1 0 0 0,0-1 0 0 0,1 1 0 0 0,0 0 0 0 0,0 0 0 0 0,5-6 0 0 0,-7 11 0 0 0,-1-1 1 0 0,0 1-1 0 0,1 0 1 0 0,-1 0-1 0 0,0 0 0 0 0,1-1 1 0 0,-1 1-1 0 0,0 0 0 0 0,1 0 1 0 0,-1 0-1 0 0,0 0 1 0 0,1 0-1 0 0,-1 0 0 0 0,0 0 1 0 0,1 0-1 0 0,-1 0 0 0 0,0 0 1 0 0,1 0-1 0 0,-1 0 1 0 0,0 0-1 0 0,1 0 0 0 0,-1 0 1 0 0,0 0-1 0 0,1 0 0 0 0,-1 0 1 0 0,0 0-1 0 0,1 0 1 0 0,-1 0-1 0 0,0 1 0 0 0,1-1 1 0 0,-1 0-1 0 0,0 0 0 0 0,1 0 1 0 0,-1 1-1 0 0,0-1 1 0 0,0 0-1 0 0,1 0 0 0 0,-1 1 1 0 0,0-1-1 0 0,0 0 0 0 0,0 1 1 0 0,1-1-1 0 0,-1 0 1 0 0,0 1-1 0 0,0-1 0 0 0,0 0 1 0 0,0 1-1 0 0,0-1 0 0 0,0 0 1 0 0,0 1-1 0 0,0-1 1 0 0,0 0-1 0 0,0 1 0 0 0,0 0 1 0 0,3 25-2653 0 0,-18 23-2815 0 0,1-14-7012 0 0,7-21 5625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9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16 980 0 0,'0'0'1858'0'0,"-3"-5"10"0"0,-6-4 104 0 0,8 8-1686 0 0,1 1 0 0 0,0 0 0 0 0,-1 0 1 0 0,1 0-1 0 0,0 0 0 0 0,-1-1 1 0 0,1 1-1 0 0,0 0 0 0 0,-1 0 0 0 0,1 0 1 0 0,0 0-1 0 0,-1 0 0 0 0,1 0 0 0 0,0 0 1 0 0,-1 0-1 0 0,1 0 0 0 0,0 0 0 0 0,-1 0 1 0 0,1 0-1 0 0,0 0 0 0 0,-1 0 1 0 0,1 1-1 0 0,0-1 0 0 0,-1 0 0 0 0,1 0 1 0 0,0 0-1 0 0,-1 0 0 0 0,1 1 0 0 0,0-1 1 0 0,-1 0-1 0 0,1 0 0 0 0,0 1 1 0 0,-1-1-1 0 0,-5 18 7825 0 0,5 1-9022 0 0,1-14 1376 0 0,0 1 0 0 0,0 0 0 0 0,0-1 0 0 0,1 1 1 0 0,0-1-1 0 0,0 1 0 0 0,1-1 0 0 0,-1 1 0 0 0,1-1 0 0 0,0 0 1 0 0,1 0-1 0 0,-1 0 0 0 0,1 0 0 0 0,6 8 0 0 0,-7-11-403 0 0,1 0-1 0 0,0 0 0 0 0,0 0 0 0 0,-1 0 0 0 0,1 0 1 0 0,0 0-1 0 0,0-1 0 0 0,0 0 0 0 0,1 1 1 0 0,-1-1-1 0 0,0 0 0 0 0,1-1 0 0 0,-1 1 1 0 0,0-1-1 0 0,1 1 0 0 0,-1-1 0 0 0,0 0 0 0 0,1 0 1 0 0,-1 0-1 0 0,1-1 0 0 0,-1 1 0 0 0,0-1 1 0 0,1 0-1 0 0,-1 0 0 0 0,3-1 0 0 0,19-6-169 0 0,-1 0 0 0 0,-1-2-1 0 0,0-1 1 0 0,0 0 0 0 0,31-23-1 0 0,-53 33 580 0 0,-20 149 295 0 0,19 43-766 0 0,0-177 0 0 0,0-13 0 0 0,1 0 0 0 0,-1-1 0 0 0,0 1 0 0 0,0 0 0 0 0,0 0 0 0 0,0 0 0 0 0,0-1 0 0 0,0 1 0 0 0,0 0 0 0 0,0 0 0 0 0,0-1 0 0 0,0 1 0 0 0,-1 0 0 0 0,1 0 0 0 0,0-1 0 0 0,0 1 0 0 0,-1 0 0 0 0,1 0 0 0 0,-1-1 0 0 0,1 1 0 0 0,0 0 0 0 0,-1-1 0 0 0,1 1 0 0 0,-1-1 0 0 0,0 1 0 0 0,1-1 0 0 0,-1 1 0 0 0,1-1 0 0 0,-1 1 0 0 0,0-1 0 0 0,1 1 0 0 0,-1-1 0 0 0,0 0 0 0 0,1 1 0 0 0,-1-1 0 0 0,0 0 0 0 0,0 0 0 0 0,0 1 0 0 0,-1 0 0 0 0,0 0 0 0 0,0 0 0 0 0,-1 1 0 0 0,1-1 0 0 0,0-1 0 0 0,0 1 0 0 0,-1 0 0 0 0,1 0 0 0 0,0-1 0 0 0,-1 1 0 0 0,1-1 0 0 0,0 0 0 0 0,-1 0 0 0 0,1 0 0 0 0,-1 0 0 0 0,1 0 0 0 0,0 0 0 0 0,-1-1 0 0 0,1 1 0 0 0,0-1 0 0 0,-1 0 0 0 0,1 0 0 0 0,0 0 0 0 0,0 0 0 0 0,-1 0 0 0 0,-2-2 0 0 0,-3-1 0 0 0,-1-1 0 0 0,-1 0 0 0 0,1 0 0 0 0,0-1 0 0 0,1 0 0 0 0,0-1 0 0 0,0 0 0 0 0,0 0 0 0 0,1-1 0 0 0,0 1 0 0 0,0-2 0 0 0,-9-13 0 0 0,10-11 0 0 0,3 22 0 0 0,11 0 0 0 0,1 5 0 0 0,4 3 0 0 0,18 5-574 0 0,0 8-9602 0 0,-15-5 1048 0 0,-3-1 1884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12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6 344 0 0,'-3'-1'1853'0'0,"1"0"1"0"0,0 0-1 0 0,-1 0 0 0 0,1 1 0 0 0,-1-1 1 0 0,1 1-1 0 0,-1 0 0 0 0,1-1 0 0 0,-1 1 1 0 0,-2 0-1 0 0,-4 8 4174 0 0,6 12-6300 0 0,3 5 2437 0 0,-1 3-1134 0 0,2 0-1 0 0,0-1 1 0 0,10 48 0 0 0,30 138-1030 0 0,-39-202 0 0 0,4-1 0 0 0,-2-1-1 0 0,-3-7-281 0 0,15-46-4765 0 0,-13 15 1536 0 0,0 6-784 0 0,1-1-3762 0 0,-3 2 1551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12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72 944 0 0,'-12'-19'6845'0'0,"18"5"-3714"0"0,-1 11-2771 0 0,0 1 0 0 0,0-1 0 0 0,0 1 0 0 0,0 0 0 0 0,0 0 1 0 0,7-1-1 0 0,-11 3-353 0 0,29-7 1053 0 0,0 1 1 0 0,0 2 0 0 0,1 1-1 0 0,-1 1 1 0 0,46 3-1 0 0,17 12 4079 0 0,-91-12-4345 0 0,8 3 551 0 0,-9 0 2438 0 0,-2-1-3652 0 0,0-1 0 0 0,0 1 1 0 0,-1-1-1 0 0,1 0 0 0 0,-1 1 0 0 0,0-1 0 0 0,1 0 0 0 0,-1 0 0 0 0,0 0 1 0 0,0 0-1 0 0,0 0 0 0 0,-1-1 0 0 0,1 1 0 0 0,-4 2 0 0 0,-47 22-244 0 0,12-5 154 0 0,-7 3-41 0 0,38-17 0 0 0,10 2 0 0 0,13 13 0 0 0,-6-21 0 0 0,-5-1 0 0 0,71 18 0 0 0,-64-17 0 0 0,0 0 0 0 0,-1 1 0 0 0,0 0 0 0 0,1 1 0 0 0,-1 0 0 0 0,11 5 0 0 0,-8-3 0 0 0,0 1 0 0 0,0 0 0 0 0,0 1 0 0 0,-1 0 0 0 0,0 1 0 0 0,-1 0 0 0 0,0 0 0 0 0,0 1 0 0 0,0 0 0 0 0,-1 1 0 0 0,-1 0 0 0 0,1 0 0 0 0,-2 1 0 0 0,1-1 0 0 0,5 16 0 0 0,-10-21 0 0 0,0-1 0 0 0,0 1 0 0 0,-1 0 0 0 0,0 0 0 0 0,1 0 0 0 0,-2 0 0 0 0,1 0 0 0 0,-1 0 0 0 0,1 0 0 0 0,-1 0 0 0 0,-1 0 0 0 0,0 8 0 0 0,-1-9 0 0 0,1-1 0 0 0,-1 1 0 0 0,1-1 0 0 0,-1 1 0 0 0,0-1 0 0 0,-1 1 0 0 0,1-1 0 0 0,-1 0 0 0 0,1 0 0 0 0,-1 0 0 0 0,0 0 0 0 0,0-1 0 0 0,0 1 0 0 0,0-1 0 0 0,-1 0 0 0 0,-5 3 0 0 0,0 1 0 0 0,-1-1 0 0 0,0-1 0 0 0,0 0 0 0 0,0 0 0 0 0,0-1 0 0 0,0 0 0 0 0,-1-1 0 0 0,-16 2 0 0 0,21-4 0 0 0,1 0 0 0 0,0 0 0 0 0,-1 0 0 0 0,1-1 0 0 0,0 1 0 0 0,-1-1 0 0 0,1-1 0 0 0,0 1 0 0 0,0-1 0 0 0,0 0 0 0 0,0 0 0 0 0,0 0 0 0 0,0 0 0 0 0,1-1 0 0 0,-1 0 0 0 0,1 0 0 0 0,0 0 0 0 0,0-1 0 0 0,-5-4 0 0 0,8 6-256 0 0,-1-1 1 0 0,1 1-1 0 0,0-1 1 0 0,-1 1-1 0 0,1-1 1 0 0,0 0-1 0 0,1 0 1 0 0,-1 1-1 0 0,0-1 1 0 0,1 0-1 0 0,-1 0 1 0 0,1-5-1 0 0,0-20-8146 0 0,1 16-881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27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468 28 280 0 0,'-13'-5'1570'0'0,"1"0"1"0"0,-1 1-1 0 0,0 0 1 0 0,0 1-1 0 0,0 1 0 0 0,0 0 1 0 0,-16 0-1 0 0,21 2-881 0 0,-1 0-1 0 0,0 1 0 0 0,0 1 0 0 0,0 0 0 0 0,1 0 1 0 0,-1 0-1 0 0,1 1 0 0 0,-1 0 0 0 0,1 1 0 0 0,0 0 1 0 0,-13 8-1 0 0,2 2 140 0 0,1 0 1 0 0,0 1-1 0 0,1 1 1 0 0,0 0-1 0 0,1 2 1 0 0,1-1-1 0 0,1 2 0 0 0,1 0 1 0 0,0 1-1 0 0,-16 35 1 0 0,21-37-633 0 0,1 0 0 0 0,0 1 1 0 0,1 0-1 0 0,1 0 0 0 0,1 1 1 0 0,1-1-1 0 0,1 1 0 0 0,0 0 1 0 0,2 0-1 0 0,0 0 0 0 0,1 0 1 0 0,7 36-1 0 0,-6-48-196 0 0,0 0 0 0 0,0 0 0 0 0,1 0 0 0 0,0 0 0 0 0,1-1 0 0 0,0 0 0 0 0,0 0 0 0 0,0 0 0 0 0,1 0 0 0 0,0 0 0 0 0,0-1 0 0 0,1 0 0 0 0,0 0 0 0 0,0-1 0 0 0,0 1 0 0 0,1-1 0 0 0,-1-1 0 0 0,1 1 0 0 0,0-1 0 0 0,1 0 0 0 0,14 5 0 0 0,-8-5 0 0 0,0 0 0 0 0,0-1 0 0 0,0-1 0 0 0,0 0 0 0 0,0-1 0 0 0,0-1 0 0 0,1 0 0 0 0,-1-1 0 0 0,0 0 0 0 0,0-1 0 0 0,0-1 0 0 0,14-4 0 0 0,8-4 0 0 0,0-2 0 0 0,-1-1 0 0 0,-1-2 0 0 0,37-22 0 0 0,-52 27 0 0 0,-1-2 0 0 0,0 0 0 0 0,-1-1 0 0 0,-1 0 0 0 0,0-2 0 0 0,-1 0 0 0 0,0 0 0 0 0,17-27 0 0 0,-26 32 0 0 0,0 1 0 0 0,-1-1 0 0 0,0 1 0 0 0,-1-1 0 0 0,0-1 0 0 0,-1 1 0 0 0,0-1 0 0 0,-1 1 0 0 0,0-1 0 0 0,1-18 0 0 0,-3 23 0 0 0,0-1 0 0 0,-1 1 0 0 0,0-1 0 0 0,0 1 0 0 0,-1 0 0 0 0,0-1 0 0 0,0 1 0 0 0,0 0 0 0 0,-1 0 0 0 0,0 0 0 0 0,-1 0 0 0 0,1 1 0 0 0,-1 0 0 0 0,0-1 0 0 0,-1 1 0 0 0,0 0 0 0 0,-7-7 0 0 0,5 8-55 0 0,1-1-1 0 0,-1 1 1 0 0,0 0 0 0 0,0 1-1 0 0,0 0 1 0 0,-1 0-1 0 0,0 1 1 0 0,1 0 0 0 0,-1 0-1 0 0,0 0 1 0 0,-1 1 0 0 0,1 1-1 0 0,0-1 1 0 0,0 1 0 0 0,-1 1-1 0 0,1-1 1 0 0,-1 2 0 0 0,1-1-1 0 0,0 1 1 0 0,-1 0-1 0 0,1 1 1 0 0,0 0 0 0 0,0 0-1 0 0,0 1 1 0 0,0 0 0 0 0,0 0-1 0 0,0 0 1 0 0,1 1 0 0 0,0 1-1 0 0,-12 9 1 0 0,9 6-7971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28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19 540 0 0,'-9'-18'14314'0'0,"5"17"-13472"0"0,1 1 0 0 0,0 0 0 0 0,-1 0-1 0 0,1 0 1 0 0,-1 1 0 0 0,1-1 0 0 0,0 1 0 0 0,0 0 0 0 0,-1 0-1 0 0,1 0 1 0 0,0 0 0 0 0,0 1 0 0 0,0-1 0 0 0,0 1 0 0 0,-5 3-1 0 0,2 0-309 0 0,0 0-1 0 0,1 0 0 0 0,0 0 1 0 0,0 0-1 0 0,1 1 1 0 0,-1 0-1 0 0,-3 8 0 0 0,2-4-511 0 0,0 1-1 0 0,1 0 0 0 0,1 0 0 0 0,0 0 1 0 0,0 1-1 0 0,1-1 0 0 0,1 1 0 0 0,0 0 1 0 0,-1 13-1 0 0,3-1-19 0 0,-1-11 0 0 0,1-1 0 0 0,0 1 0 0 0,1 0 0 0 0,4 18 0 0 0,-4-27 0 0 0,0-1 0 0 0,0 0 0 0 0,0 1 0 0 0,1-1 0 0 0,-1 0 0 0 0,1 0 0 0 0,0 0 0 0 0,0 0 0 0 0,0 0 0 0 0,0 0 0 0 0,0-1 0 0 0,1 1 0 0 0,-1-1 0 0 0,1 1 0 0 0,0-1 0 0 0,0 0 0 0 0,-1 0 0 0 0,1 0 0 0 0,1-1 0 0 0,-1 1 0 0 0,4 1 0 0 0,2 1 0 0 0,1-1 0 0 0,-1 0 0 0 0,1-1 0 0 0,0 1 0 0 0,0-2 0 0 0,0 0 0 0 0,1 0 0 0 0,-1-1 0 0 0,0 0 0 0 0,0 0 0 0 0,0-1 0 0 0,0-1 0 0 0,0 0 0 0 0,0 0 0 0 0,0-1 0 0 0,-1 0 0 0 0,13-6 0 0 0,-8 4 0 0 0,-11 4 0 0 0,0 1 0 0 0,-1-1 0 0 0,1 0 0 0 0,0 0 0 0 0,-1 0 0 0 0,1 0 0 0 0,0-1 0 0 0,-1 1 0 0 0,0-1 0 0 0,1 1 0 0 0,-1-1 0 0 0,0 0 0 0 0,0 0 0 0 0,0 0 0 0 0,0 0 0 0 0,0 0 0 0 0,0-1 0 0 0,-1 1 0 0 0,1 0 0 0 0,-1-1 0 0 0,1 1 0 0 0,-1-1 0 0 0,0 0 0 0 0,0 1 0 0 0,0-1 0 0 0,-1 0 0 0 0,1 0 0 0 0,0 1 0 0 0,-1-1 0 0 0,0 0 0 0 0,0 0 0 0 0,0 0 0 0 0,0 0 0 0 0,-1-4 0 0 0,1 5 0 0 0,-1-1 0 0 0,0 1 0 0 0,0-1 0 0 0,0 1 0 0 0,0 0 0 0 0,0 0 0 0 0,0 0 0 0 0,-1-1 0 0 0,1 1 0 0 0,-1 0 0 0 0,1 1 0 0 0,-1-1 0 0 0,0 0 0 0 0,1 0 0 0 0,-1 1 0 0 0,0-1 0 0 0,0 1 0 0 0,0 0 0 0 0,-1-1 0 0 0,1 1 0 0 0,0 0 0 0 0,0 0 0 0 0,-1 0 0 0 0,1 1 0 0 0,0-1 0 0 0,-1 1 0 0 0,-3-1 0 0 0,-6-2 0 0 0,-1 0 0 0 0,1 2 0 0 0,-22-2 0 0 0,23 3 0 0 0,-8 0 0 0 0,5 1 0 0 0,4 1-61 0 0,8-1-526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29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48 1364 0 0,'-12'-6'22041'0'0,"10"10"-20927"0"0,1-1-854 0 0,-1 1 1 0 0,1-1-1 0 0,0 1 1 0 0,0-1-1 0 0,0 1 1 0 0,0 0-1 0 0,1 0 1 0 0,-1-1-1 0 0,1 1 0 0 0,0 0 1 0 0,0 0-1 0 0,1 0 1 0 0,-1-1-1 0 0,1 1 1 0 0,0 0-1 0 0,0-1 1 0 0,0 1-1 0 0,0 0 1 0 0,0-1-1 0 0,1 1 0 0 0,0-1 1 0 0,0 0-1 0 0,0 0 1 0 0,0 1-1 0 0,0-1 1 0 0,1 0-1 0 0,-1-1 1 0 0,1 1-1 0 0,0 0 1 0 0,4 2-1 0 0,-2-2-251 0 0,1-2 0 0 0,0 1-1 0 0,-1 0 1 0 0,1-1 0 0 0,0 0 0 0 0,0-1 0 0 0,-1 1 0 0 0,1-1-1 0 0,0 0 1 0 0,0 0 0 0 0,0-1 0 0 0,0 0 0 0 0,-1 0-1 0 0,1 0 1 0 0,0-1 0 0 0,-1 0 0 0 0,7-2 0 0 0,2-1 6 0 0,-8 4-56 0 0,0 0 0 0 0,-1-1 0 0 0,1 0 1 0 0,-1 0-1 0 0,1 0 0 0 0,-1-1 0 0 0,0 0 0 0 0,0 0 0 0 0,0 0 1 0 0,0 0-1 0 0,0-1 0 0 0,-1 0 0 0 0,1 0 0 0 0,-1 0 0 0 0,0-1 0 0 0,-1 1 1 0 0,1-1-1 0 0,-1 0 0 0 0,0 0 0 0 0,0 0 0 0 0,0 0 0 0 0,-1-1 1 0 0,0 1-1 0 0,0-1 0 0 0,0 1 0 0 0,-1-1 0 0 0,0 0 0 0 0,0 0 0 0 0,0-8 1 0 0,0 13 52 0 0,-1 0 1 0 0,0 1 0 0 0,0-1 0 0 0,0 0 0 0 0,-1 0 0 0 0,1 0-1 0 0,0 1 1 0 0,0-1 0 0 0,0 0 0 0 0,-1 0 0 0 0,1 1 0 0 0,0-1-1 0 0,-1 0 1 0 0,1 0 0 0 0,0 1 0 0 0,-1-1 0 0 0,1 0 0 0 0,-1 1 0 0 0,1-1-1 0 0,-1 1 1 0 0,0-1 0 0 0,1 1 0 0 0,-1-1 0 0 0,1 1 0 0 0,-1-1-1 0 0,0 1 1 0 0,0-1 0 0 0,1 1 0 0 0,-2 0 0 0 0,-26 0 480 0 0,20 2-424 0 0,-1 1 1 0 0,1 0-1 0 0,0 0 1 0 0,-13 8-1 0 0,14-6-69 0 0,-1 0 0 0 0,1 0 0 0 0,0 1 0 0 0,0 0 0 0 0,1 1 0 0 0,0 0 0 0 0,0 0 0 0 0,0 0 0 0 0,1 0 0 0 0,0 1 0 0 0,1 0 0 0 0,0 0 0 0 0,-4 10 0 0 0,7-14 0 0 0,-1 0 0 0 0,1 0 0 0 0,1 0 0 0 0,-1 0 0 0 0,0 0 0 0 0,1 1 0 0 0,0-1 0 0 0,0 0 0 0 0,0 0 0 0 0,1 1 0 0 0,0-1 0 0 0,-1 0 0 0 0,1 0 0 0 0,1 0 0 0 0,-1 0 0 0 0,0 0 0 0 0,1 0 0 0 0,0 0 0 0 0,0-1 0 0 0,0 1 0 0 0,1 0 0 0 0,-1-1 0 0 0,1 0 0 0 0,0 0 0 0 0,0 1 0 0 0,0-2 0 0 0,0 1 0 0 0,0 0 0 0 0,0-1 0 0 0,6 4 0 0 0,-4-4 0 0 0,-1 1 0 0 0,1-1 0 0 0,0 0 1 0 0,1 0-1 0 0,-1-1 0 0 0,0 1 0 0 0,0-1 0 0 0,1 0 0 0 0,-1-1 0 0 0,9 1 1 0 0,-1-1-5 0 0,0-1 1 0 0,0 0 0 0 0,0-1 0 0 0,0 0 0 0 0,22-8 0 0 0,-34 9-168 0 0,0 1 0 0 0,0 0 0 0 0,0-1 1 0 0,0 1-1 0 0,0 0 0 0 0,0-1 0 0 0,0 1 0 0 0,0-1 1 0 0,0 0-1 0 0,0 1 0 0 0,0-1 0 0 0,0 0 0 0 0,-1 1 1 0 0,1-1-1 0 0,0 0 0 0 0,-1 0 0 0 0,1 0 1 0 0,0 0-1 0 0,-1 0 0 0 0,1 0 0 0 0,-1 0 0 0 0,0 0 1 0 0,1 0-1 0 0,-1 0 0 0 0,0 0 0 0 0,1-1 1 0 0,5-12-4290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29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1392 0 0,'-7'1'17507'0'0,"6"3"-16898"0"0,-1 1-1 0 0,1-1 0 0 0,0 1 1 0 0,0 0-1 0 0,1-1 1 0 0,0 1-1 0 0,-1 0 1 0 0,1 0-1 0 0,1-1 1 0 0,-1 1-1 0 0,1 0 1 0 0,0-1-1 0 0,2 9 0 0 0,1 13 712 0 0,19 106 2595 0 0,-4-26-3800 0 0,-5-42-115 0 0,-9-46 0 0 0,-1 0 0 0 0,-1 1 0 0 0,-1 0 0 0 0,1 23 0 0 0,-2-30 0 0 0,5 2 0 0 0,-2-4-121 0 0,-3-8-673 0 0,-3-8-913 0 0,-6-32-2217 0 0,5 22-927 0 0,0 0-3618 0 0,2 1 1213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30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60 348 0 0,'-19'13'32323'0'0,"23"-11"-32317"0"0,-1-1 0 0 0,1 1 0 0 0,0-1 1 0 0,0 0-1 0 0,0 0 0 0 0,0 0 0 0 0,0 0 0 0 0,0 0 0 0 0,0-1 1 0 0,0 0-1 0 0,0 0 0 0 0,0 0 0 0 0,0 0 0 0 0,5-2 0 0 0,9-1-2 0 0,26 0-4 0 0,1-2 0 0 0,79-21 0 0 0,-52 10 0 0 0,-55 13 0 0 0,-3 1 0 0 0,-4-1-75 0 0,-3-4-2595 0 0,-4 2-1958 0 0,13-4-14825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1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24 764 0 0,'0'0'1486'0'0,"-15"2"10841"0"0,10-4-12395 0 0,-10-6 5657 0 0,14 7-4680 0 0,-40-9 5461 0 0,-24 5-1624 0 0,63 5-4382 0 0,-1 0-127 0 0,-10 2-194 0 0,0 0-43 0 0,13-2 0 0 0,0 0 0 0 0,-1 0 0 0 0,1 0 0 0 0,0 0 0 0 0,0 0 0 0 0,-1 0 0 0 0,1 0 0 0 0,0 0 0 0 0,0 0 0 0 0,0 0 0 0 0,0 0 0 0 0,-1 1 0 0 0,1-1 0 0 0,0 0 0 0 0,0 0 0 0 0,0 0 0 0 0,0 0 0 0 0,-1 0 0 0 0,1 1 0 0 0,0-1 0 0 0,0 0 0 0 0,0 0 0 0 0,0 0 0 0 0,0 0 0 0 0,0 1 0 0 0,0-1 0 0 0,-1 0 0 0 0,1 0 0 0 0,0 0 0 0 0,0 1 0 0 0,0-1 0 0 0,0 0 0 0 0,0 0 0 0 0,0 1 0 0 0,0-1 0 0 0,0 0 0 0 0,0 0 0 0 0,0 0 0 0 0,0 1 0 0 0,0-1 0 0 0,0 0 0 0 0,1 0 0 0 0,-1 0 0 0 0,0 1 0 0 0,0-1 0 0 0,0 0 0 0 0,0 0 0 0 0,0 0 0 0 0,0 1 0 0 0,0-1 0 0 0,1 0 0 0 0,-1 0 0 0 0,0 0 0 0 0,0 0 0 0 0,0 1 0 0 0,0-1 0 0 0,0 0 0 0 0,1 0 0 0 0,-1 0 0 0 0,0 0 0 0 0,1 0 0 0 0,10 11 0 0 0,-11-11 0 0 0,9 5 0 0 0,1 0 0 0 0,-1-1 0 0 0,1 0 0 0 0,0-1 0 0 0,0 0 0 0 0,11 2 0 0 0,40 14 0 0 0,-33-7 0 0 0,-22-10 0 0 0,0 0 0 0 0,0 0 0 0 0,0 1 0 0 0,-1 0 0 0 0,1 0 0 0 0,-1 1 0 0 0,5 3 0 0 0,-8-5 0 0 0,-1-1 0 0 0,0 0 0 0 0,0 1 0 0 0,0-1 0 0 0,0 1 0 0 0,0-1 0 0 0,0 1 0 0 0,-1-1 0 0 0,1 1 0 0 0,0 0 0 0 0,-1-1 0 0 0,1 1 0 0 0,-1 0 0 0 0,1-1 0 0 0,-1 1 0 0 0,0 0 0 0 0,0 0 0 0 0,0-1 0 0 0,0 1 0 0 0,0 0 0 0 0,0 0 0 0 0,-1-1 0 0 0,1 1 0 0 0,0 0 0 0 0,-2 2 0 0 0,-15 27 0 0 0,11-24 0 0 0,-1 1 0 0 0,-1-2 0 0 0,1 1 0 0 0,-1-1 0 0 0,0 0 0 0 0,-1 0 0 0 0,1-1 0 0 0,-1 0 0 0 0,0-1 0 0 0,0 0 0 0 0,-1 0 0 0 0,1-1 0 0 0,-1 0 0 0 0,0-1 0 0 0,0 0 0 0 0,0-1 0 0 0,0 0 0 0 0,-19 0 0 0 0,14-1 0 0 0,6-3 0 0 0,-1-1 0 0 0,2-2 0 0 0,6-5 0 0 0,11-5 0 0 0,-5 12-216 0 0,0 1-1 0 0,0 0 1 0 0,0 0 0 0 0,0 0-1 0 0,1 0 1 0 0,-1 1 0 0 0,1 0-1 0 0,0 0 1 0 0,-1 0-1 0 0,1 0 1 0 0,0 1 0 0 0,8-2-1 0 0,27-2-5917 0 0,-6 2-6064 0 0,-20 3 5664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1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75 420 0 0,'0'0'1870'0'0,"-21"6"3695"0"0,17-4-4950 0 0,1-1 0 0 0,-1 1-1 0 0,0-1 1 0 0,0 1-1 0 0,1 0 1 0 0,-1 1 0 0 0,1-1-1 0 0,0 0 1 0 0,0 1-1 0 0,0 0 1 0 0,0 0 0 0 0,0 0-1 0 0,0 0 1 0 0,1 0-1 0 0,0 1 1 0 0,-1-1 0 0 0,1 1-1 0 0,0-1 1 0 0,1 1-1 0 0,-1 0 1 0 0,-2 7-1 0 0,3-6-288 0 0,0-1 0 0 0,1 1 0 0 0,-1 0 0 0 0,1-1 0 0 0,0 1-1 0 0,0 0 1 0 0,0-1 0 0 0,1 1 0 0 0,-1 0 0 0 0,1-1-1 0 0,0 1 1 0 0,1-1 0 0 0,2 6 0 0 0,-2-3-102 0 0,2 3 435 0 0,0 0 1 0 0,1 0 0 0 0,0-1 0 0 0,1 0-1 0 0,10 15 1 0 0,-15-23-570 0 0,-1-1 0 0 0,1 1-1 0 0,0 0 1 0 0,-1 0 0 0 0,1-1-1 0 0,0 1 1 0 0,0 0 0 0 0,-1-1 0 0 0,1 1-1 0 0,0 0 1 0 0,0-1 0 0 0,0 1 0 0 0,0-1-1 0 0,0 0 1 0 0,0 1 0 0 0,0-1-1 0 0,0 0 1 0 0,0 0 0 0 0,0 1 0 0 0,0-1-1 0 0,0 0 1 0 0,0 0 0 0 0,0 0 0 0 0,1 0-1 0 0,-1-1-69 0 0,0 0 1 0 0,0 1-1 0 0,1-1 0 0 0,-1 0 0 0 0,0 0 0 0 0,-1 0 1 0 0,1 1-1 0 0,0-1 0 0 0,0 0 0 0 0,0 0 0 0 0,0 0 1 0 0,-1-1-1 0 0,1 1 0 0 0,-1 0 0 0 0,1 0 0 0 0,-1 0 0 0 0,1 0 1 0 0,-1-1-1 0 0,1-1 0 0 0,19-53-20 0 0,-12 38 0 0 0,-1-1 0 0 0,-1 0 0 0 0,4-25 0 0 0,-7 35 0 0 0,0 1 0 0 0,0 0 0 0 0,1 0 0 0 0,0 0 0 0 0,1 0 0 0 0,0 0 0 0 0,0 1 0 0 0,0 0 0 0 0,1 0 0 0 0,0 1 0 0 0,0-1 0 0 0,1 1 0 0 0,9-7 0 0 0,-14 11 0 0 0,15-4 0 0 0,-15 5 0 0 0,1 1 0 0 0,-1-1 0 0 0,1 1 0 0 0,-1 0 0 0 0,1 0 0 0 0,-1 0 0 0 0,1 0 0 0 0,-1 0 0 0 0,1 1 0 0 0,-1-1 0 0 0,1 1 0 0 0,-1 0 0 0 0,1-1 0 0 0,-1 1 0 0 0,0 0 0 0 0,1 0 0 0 0,-1 1 0 0 0,0-1 0 0 0,0 0 0 0 0,0 1 0 0 0,0-1 0 0 0,0 1 0 0 0,0 0 0 0 0,0 0 0 0 0,-1 0 0 0 0,3 2 0 0 0,1 5 0 0 0,2 0 0 0 0,-1-2 0 0 0,3-1-147 0 0,-7-5-651 0 0,-2-6-3171 0 0,-4-6 3306 0 0,-1-8-1611 0 0,2 0-3412 0 0,-2 6-9296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2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0 312 0 0,'-5'1'1483'0'0,"-13"3"2748"0"0,0 0 1 0 0,0 1-1 0 0,-25 11 0 0 0,-18 21 2488 0 0,41-23-4968 0 0,-3 3 613 0 0,-35 32 0 0 0,52-43-2287 0 0,1 0 1 0 0,-1 0-1 0 0,1 1 0 0 0,0 0 0 0 0,1 0 0 0 0,-1 0 0 0 0,1 1 1 0 0,1-1-1 0 0,0 1 0 0 0,-4 10 0 0 0,7-15-77 0 0,0 0 0 0 0,-1-1 0 0 0,1 1 0 0 0,0 0 0 0 0,0 0 0 0 0,1-1 0 0 0,-1 1 0 0 0,0 0 0 0 0,1 0 0 0 0,0-1 0 0 0,0 1 0 0 0,0 0 0 0 0,0-1 0 0 0,0 1 0 0 0,0-1 0 0 0,0 1 0 0 0,1-1 0 0 0,0 0 0 0 0,-1 0 0 0 0,1 0 0 0 0,0 0 0 0 0,0 0 0 0 0,0 0 0 0 0,0 0 0 0 0,0 0 0 0 0,1-1 0 0 0,-1 1 0 0 0,0-1 0 0 0,1 0 0 0 0,-1 1 0 0 0,1-1 0 0 0,-1 0 0 0 0,5 1 0 0 0,6 2 0 0 0,-1 0 0 0 0,1-1 0 0 0,0 0 0 0 0,0-1 0 0 0,22 1 0 0 0,-18-2 0 0 0,-1-1 0 0 0,1-1 0 0 0,-1 0 0 0 0,1-1 0 0 0,-1-1 0 0 0,0 0 0 0 0,0-1 0 0 0,0-1 0 0 0,0-1 0 0 0,17-8 0 0 0,-24 7 0 0 0,-4 1 0 0 0,-3-3 0 0 0,-20 4 0 0 0,-1 8 0 0 0,7 2-1825 0 0,5 2 4687 0 0,5-5-3369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3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30 20 0 0,'-1'2'26382'0'0,"1"2"-24591"0"0,-2 10-5003 0 0,1-7 5153 0 0,0 2-1511 0 0,1 1 0 0 0,1-1-1 0 0,-1 1 1 0 0,1-1-1 0 0,1 1 1 0 0,0-1-1 0 0,0 0 1 0 0,1 0-1 0 0,0 0 1 0 0,0 0-1 0 0,1 0 1 0 0,7 10-1 0 0,-8-14-417 0 0,0 0 0 0 0,0 0 0 0 0,1-1 0 0 0,-1 1 0 0 0,1-1 0 0 0,0 0-1 0 0,0 0 1 0 0,1-1 0 0 0,-1 1 0 0 0,1-1 0 0 0,0 0 0 0 0,0 0-1 0 0,0 0 1 0 0,0-1 0 0 0,0 0 0 0 0,1 0 0 0 0,-1 0 0 0 0,1-1-1 0 0,-1 1 1 0 0,1-1 0 0 0,6 0 0 0 0,2-2-12 0 0,0 1 0 0 0,0-2 0 0 0,0 0 0 0 0,0-1 0 0 0,0 0 0 0 0,0-1 0 0 0,-1-1 0 0 0,1 0 0 0 0,22-13 0 0 0,-28 15 0 0 0,-1-2 0 0 0,0 1 0 0 0,0-1 0 0 0,0 0 0 0 0,-1 0 0 0 0,0-1 0 0 0,0 1 0 0 0,0-2 0 0 0,0 1 0 0 0,-1 0 0 0 0,0-1 0 0 0,-1 0 0 0 0,0 0 0 0 0,0-1 0 0 0,0 1 0 0 0,-1-1 0 0 0,0 0 0 0 0,3-11 0 0 0,-5 13 0 0 0,0 0 0 0 0,0 0 0 0 0,0-1 0 0 0,-1 1 0 0 0,0 0 0 0 0,0 0 0 0 0,-1-8 0 0 0,-4 5 0 0 0,-5 2 0 0 0,2 0 0 0 0,1 3 0 0 0,-4 5 0 0 0,-1 5 0 0 0,0 2 0 0 0,10 0-91 0 0,1 1-656 0 0,1-7 430 0 0,0-1-1 0 0,0 0 1 0 0,0 1 0 0 0,-1-1-1 0 0,1 1 1 0 0,0-1 0 0 0,1 0-1 0 0,-1 1 1 0 0,0-1-1 0 0,0 0 1 0 0,1 1 0 0 0,-1-1-1 0 0,1 0 1 0 0,-1 1 0 0 0,1-1-1 0 0,-1 0 1 0 0,1 0-1 0 0,0 1 1 0 0,-1-1 0 0 0,1 0-1 0 0,0 0 1 0 0,0 0 0 0 0,0 0-1 0 0,0 0 1 0 0,2 1-1 0 0,13 16-6275 0 0,-16-18 6636 0 0,1 0 0 0 0,-1 1 0 0 0,0-1 0 0 0,0 1 0 0 0,1-1-1 0 0,-1 0 1 0 0,0 1 0 0 0,1-1 0 0 0,-1 0 0 0 0,0 1 0 0 0,1-1 0 0 0,-1 0 0 0 0,0 0 0 0 0,1 1 0 0 0,-1-1 0 0 0,1 0 0 0 0,-1 0 0 0 0,1 0 0 0 0,-1 0 0 0 0,1 1-1 0 0,-1-1 1 0 0,0 0 0 0 0,1 0 0 0 0,-1 0 0 0 0,1 0 0 0 0,-1 0 0 0 0,1 0 0 0 0,-1 0 0 0 0,1 0 0 0 0,-1 0 0 0 0,1-1 0 0 0,-1 1 0 0 0,1 0 0 0 0,-1 0-1 0 0,0 0 1 0 0,1 0 0 0 0,-1-1 0 0 0,1 1 0 0 0,-1 0 0 0 0,0 0 0 0 0,1-1 0 0 0,-1 1 0 0 0,1 0 0 0 0,-1-1 0 0 0,0 1 0 0 0,0 0 0 0 0,1-1 0 0 0,-1 1-1 0 0,1-1 1 0 0,2-1 3542 0 0,-1 4-3356 0 0,0 0 0 0 0,0 1 0 0 0,0-1-1 0 0,0 0 1 0 0,0 1 0 0 0,0-1 0 0 0,-1 1-1 0 0,1-1 1 0 0,-1 1 0 0 0,0 0 0 0 0,0-1-1 0 0,0 1 1 0 0,0 0 0 0 0,1 4-1 0 0,3 9 366 0 0,-1-9-428 0 0,0 1 0 0 0,0-1 1 0 0,0 0-1 0 0,1-1 0 0 0,0 1 0 0 0,1-1 0 0 0,-1 0 0 0 0,1 0 0 0 0,0 0 0 0 0,0-1 0 0 0,1 0 0 0 0,0 0 0 0 0,0-1 0 0 0,0 0 0 0 0,0 0 0 0 0,1-1 0 0 0,-1 0 0 0 0,1 0 0 0 0,0 0 0 0 0,0-1 0 0 0,0-1 0 0 0,0 1 0 0 0,15 0 0 0 0,2-2-28 0 0,1 0 1 0 0,-1-2-1 0 0,0 0 0 0 0,1-2 1 0 0,-1-1-1 0 0,34-11 1 0 0,-43 10-175 0 0,0 1 0 0 0,-1-2 1 0 0,0 0-1 0 0,0-1 1 0 0,14-10-1 0 0,-24 14 19 0 0,0 1 0 0 0,0-1 0 0 0,0-1 0 0 0,-1 1 0 0 0,0-1 0 0 0,0 0 0 0 0,6-8-1 0 0,-8 10 21 0 0,-1 1-1 0 0,0-1 0 0 0,0 1 0 0 0,0-1 0 0 0,0 0 0 0 0,0 1 0 0 0,-1-1 0 0 0,1 0 0 0 0,-1 0 1 0 0,0 0-1 0 0,1 1 0 0 0,-1-1 0 0 0,-1 0 0 0 0,1 0 0 0 0,0 0 0 0 0,-1 0 0 0 0,0-4 1 0 0,-1 5 33 0 0,1-1 0 0 0,-1 1 0 0 0,1-1 1 0 0,-1 1-1 0 0,0-1 0 0 0,0 1 0 0 0,0 0 1 0 0,0 0-1 0 0,-1 0 0 0 0,1 0 1 0 0,0 0-1 0 0,-1 1 0 0 0,1-1 0 0 0,-1 1 1 0 0,0-1-1 0 0,1 1 0 0 0,-1 0 1 0 0,0 0-1 0 0,-5-1 0 0 0,0 0 44 0 0,0 0 0 0 0,-1 1 0 0 0,1 0 0 0 0,0 0 0 0 0,-1 0 0 0 0,-9 2 0 0 0,3 0-80 0 0,0 1 0 0 0,0 1 0 0 0,0 0 0 0 0,-15 6 0 0 0,24-7 0 0 0,1 0 0 0 0,0 0 0 0 0,0 1 0 0 0,1 0 0 0 0,-1-1 0 0 0,0 2 0 0 0,1-1 0 0 0,0 0 0 0 0,0 1 0 0 0,0 0 0 0 0,0 0 0 0 0,0 0 0 0 0,1 0 0 0 0,-6 10 0 0 0,4-4 0 0 0,2-6 0 0 0,0 0 0 0 0,1 0 0 0 0,-1 1 0 0 0,1-1 0 0 0,0 1 0 0 0,0-1 0 0 0,1 1 0 0 0,-1 0 0 0 0,1 0 0 0 0,0 0 0 0 0,1 0 0 0 0,-1 0 0 0 0,1 0 0 0 0,0 0 0 0 0,0 0 0 0 0,0 0 0 0 0,1 0 0 0 0,1 6 0 0 0,0-3 0 0 0,0-1 0 0 0,1 0 0 0 0,-1 0 0 0 0,1 0 0 0 0,1 0 0 0 0,0 0 0 0 0,0 0 0 0 0,0-1 0 0 0,1 0 0 0 0,-1 0 0 0 0,1 0 0 0 0,1-1 0 0 0,-1 1 0 0 0,1-1 0 0 0,0-1 0 0 0,9 6 0 0 0,-8-5 50 0 0,0-1-1 0 0,0 0 1 0 0,1-1 0 0 0,0 1-1 0 0,-1-1 1 0 0,1-1 0 0 0,0 0-1 0 0,1 0 1 0 0,-1 0 0 0 0,0-1-1 0 0,0-1 1 0 0,1 1 0 0 0,-1-1-1 0 0,0-1 1 0 0,15-1 0 0 0,-18 0-217 0 0,0 1 0 0 0,0-1 0 0 0,0 0 0 0 0,0 0 1 0 0,0 0-1 0 0,0-1 0 0 0,0 1 0 0 0,-1-1 0 0 0,1-1 0 0 0,-1 1 1 0 0,0 0-1 0 0,0-1 0 0 0,4-5 0 0 0,-4 4-779 0 0,0 0 0 0 0,-1 0 0 0 0,0-1 0 0 0,0 1 0 0 0,0-1 0 0 0,-1 0 0 0 0,4-11 0 0 0,-4 10-600 0 0,1-2-1864 0 0,-2 0-3336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4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25 512 0 0,'-24'-17'9124'0'0,"13"9"3953"0"0,15 63-9160 0 0,-5 88-1 0 0,-1-96-3361 0 0,2 0 1 0 0,1 0-1 0 0,13 75 0 0 0,-9-98-538 0 0,1 0 0 0 0,12 29-1 0 0,3-15-2960 0 0,-20-38 2725 0 0,-1 1 0 0 0,1-1 1 0 0,-1 1-1 0 0,1-1 0 0 0,0 0 1 0 0,-1 1-1 0 0,1-1 0 0 0,0 0 1 0 0,-1 0-1 0 0,1 0 0 0 0,0 1 1 0 0,0-1-1 0 0,-1 0 0 0 0,1 0 1 0 0,0 0-1 0 0,-1 0 0 0 0,1 0 0 0 0,0 0 1 0 0,0 0-1 0 0,-1-1 0 0 0,1 1 1 0 0,0 0-1 0 0,-1 0 0 0 0,1 0 1 0 0,0-1-1 0 0,-1 1 0 0 0,1 0 1 0 0,0-1-1 0 0,-1 1 0 0 0,1-1 1 0 0,-1 1-1 0 0,1-1 0 0 0,-1 1 1 0 0,2-1-1 0 0,17-17-10923 0 0,-12 11 4913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4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32 1416 0 0,'0'0'1488'0'0,"3"-12"9397"0"0,-5 11-10295 0 0,1 0 0 0 0,-1 0-1 0 0,0 0 1 0 0,1 0 0 0 0,-1 1 0 0 0,0-1 0 0 0,1 1 0 0 0,-1-1 0 0 0,0 1 0 0 0,0 0 0 0 0,1-1 0 0 0,-1 1 0 0 0,0 0 0 0 0,0 0 0 0 0,-3 1 0 0 0,-30 12 3861 0 0,28-9-3954 0 0,0 1 0 0 0,0 0 1 0 0,1 0-1 0 0,0 1 0 0 0,0-1 1 0 0,-10 14-1 0 0,13-16-439 0 0,0 0-1 0 0,1 1 0 0 0,-1-1 1 0 0,1 1-1 0 0,0-1 1 0 0,0 1-1 0 0,0 0 0 0 0,1 0 1 0 0,-1 0-1 0 0,1 0 0 0 0,0 0 1 0 0,0 0-1 0 0,1 0 1 0 0,-1 0-1 0 0,1 1 0 0 0,0-1 1 0 0,0 0-1 0 0,0 0 1 0 0,0 0-1 0 0,1 1 0 0 0,0-1 1 0 0,0 0-1 0 0,0 0 0 0 0,0 0 1 0 0,1 0-1 0 0,-1 0 1 0 0,4 5-1 0 0,-2-6-57 0 0,-1 0 0 0 0,0 0 0 0 0,1 0 0 0 0,0 0 0 0 0,0-1 0 0 0,0 1 0 0 0,0-1 0 0 0,0 0 0 0 0,0 1 0 0 0,1-2 0 0 0,-1 1 0 0 0,1 0 0 0 0,-1-1 0 0 0,1 1 0 0 0,0-1 0 0 0,-1 0 0 0 0,6 0 0 0 0,4 2 0 0 0,1 0 0 0 0,1-2 0 0 0,17 1 0 0 0,2-2-57 0 0,55-7 0 0 0,-79 5-88 0 0,1 0 0 0 0,-1 0 0 0 0,0-1 0 0 0,0-1 0 0 0,0 1 0 0 0,0-2 0 0 0,-1 1-1 0 0,0-1 1 0 0,14-11 0 0 0,-20 14 155 0 0,0 0 1 0 0,-1 0-1 0 0,0-1 0 0 0,1 1 1 0 0,-1-1-1 0 0,0 0 0 0 0,0 1 1 0 0,0-1-1 0 0,-1 0 0 0 0,1 0 1 0 0,-1 0-1 0 0,0-1 0 0 0,0 1 1 0 0,0 0-1 0 0,0 0 0 0 0,0-1 0 0 0,-1 1 1 0 0,1 0-1 0 0,-1-1 0 0 0,0 1 1 0 0,0-1-1 0 0,0 1 0 0 0,0 0 1 0 0,-2-7-1 0 0,1 6 59 0 0,-1-1 0 0 0,1 1-1 0 0,-1 0 1 0 0,0 0 0 0 0,0 0 0 0 0,0 0 0 0 0,0 0-1 0 0,-1 1 1 0 0,0-1 0 0 0,1 1 0 0 0,-1-1-1 0 0,0 1 1 0 0,-1 0 0 0 0,1 0 0 0 0,-1 0 0 0 0,1 1-1 0 0,-1-1 1 0 0,-6-2 0 0 0,4 2-69 0 0,-8-3 0 0 0,1 0 0 0 0,-1 0 0 0 0,-16-3 0 0 0,25 8 0 0 0,0 0 0 0 0,0 1 0 0 0,0-1 0 0 0,0 1 0 0 0,-1 0 0 0 0,1 0 0 0 0,0 0 0 0 0,0 1 0 0 0,0 0 0 0 0,0 0 0 0 0,0 0 0 0 0,0 1 0 0 0,-9 3 0 0 0,6 1 0 0 0,1 5 0 0 0,6-10-72 0 0,0-1 1 0 0,0 1-1 0 0,0 0 0 0 0,0 0 0 0 0,0 0 1 0 0,0 0-1 0 0,1 0 0 0 0,-1 0 0 0 0,0 0 1 0 0,1 0-1 0 0,-1 0 0 0 0,1 0 0 0 0,-1 0 1 0 0,1 0-1 0 0,0 1 0 0 0,-1-1 0 0 0,1 0 1 0 0,0 0-1 0 0,0 0 0 0 0,0 1 0 0 0,0-1 1 0 0,0 0-1 0 0,0 0 0 0 0,0 1 0 0 0,0-1 1 0 0,0 0-1 0 0,0 0 0 0 0,1 0 0 0 0,-1 1 1 0 0,1-1-1 0 0,-1 0 0 0 0,1 0 1 0 0,-1 0-1 0 0,1 0 0 0 0,0 0 0 0 0,-1 0 1 0 0,1 0-1 0 0,0 0 0 0 0,0 0 0 0 0,0 0 1 0 0,0-1-1 0 0,-1 1 0 0 0,1 0 0 0 0,2 0 1 0 0,5 7-1936 0 0,-8-7 1924 0 0,22 21-4992 0 0,-11-15 758 0 0,1-4-3476 0 0,2-1 2021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5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4 1428 0 0,'0'0'15575'0'0,"-7"2"-14446"0"0,-6 5-152 0 0,1 0-1 0 0,0 1 0 0 0,0 1 0 0 0,1 0 0 0 0,0 0 0 0 0,1 1 1 0 0,-18 22-1 0 0,19-22-331 0 0,0 1 1 0 0,1 0-1 0 0,0 1 0 0 0,1 0 1 0 0,1 0-1 0 0,-7 15 1 0 0,12-24-589 0 0,0-1-1 0 0,0 1 1 0 0,1-1 0 0 0,-1 1 0 0 0,0-1 0 0 0,1 1-1 0 0,0-1 1 0 0,-1 1 0 0 0,1 0 0 0 0,0-1-1 0 0,0 1 1 0 0,1-1 0 0 0,-1 1 0 0 0,1-1 0 0 0,-1 1-1 0 0,1 0 1 0 0,0-1 0 0 0,0 0 0 0 0,0 1-1 0 0,0-1 1 0 0,0 1 0 0 0,0-1 0 0 0,1 0 0 0 0,-1 0-1 0 0,1 0 1 0 0,0 0 0 0 0,-1 0 0 0 0,1 0-1 0 0,0 0 1 0 0,0-1 0 0 0,0 1 0 0 0,0-1 0 0 0,1 1-1 0 0,-1-1 1 0 0,0 0 0 0 0,1 0 0 0 0,-1 0-1 0 0,1 0 1 0 0,2 1 0 0 0,5 0-132 0 0,1 1-1 0 0,-1-2 1 0 0,0 1-1 0 0,1-1 1 0 0,-1-1-1 0 0,1 0 1 0 0,-1 0 0 0 0,1-1-1 0 0,17-4 1 0 0,12-4-494 0 0,41-16 0 0 0,-58 17 94 0 0,0-1-1 0 0,0-1 1 0 0,-1-1 0 0 0,31-21-1 0 0,-40 23 281 0 0,-1 0-1 0 0,-1-1 0 0 0,0 0 1 0 0,0 0-1 0 0,-1-1 1 0 0,-1-1-1 0 0,0 0 0 0 0,14-23 1 0 0,-22 33 232 0 0,-1 0 0 0 0,1 0 0 0 0,0 0 1 0 0,-1 0-1 0 0,1 0 0 0 0,-1 0 0 0 0,1 0 1 0 0,-1 0-1 0 0,0 0 0 0 0,0 0 0 0 0,0 0 0 0 0,0 0 1 0 0,-1 0-1 0 0,1 0 0 0 0,0 0 0 0 0,-1 0 1 0 0,1 0-1 0 0,-1 0 0 0 0,0 0 0 0 0,0 0 0 0 0,0 0 1 0 0,0 0-1 0 0,0 1 0 0 0,0-1 0 0 0,0 0 1 0 0,-1 1-1 0 0,1-1 0 0 0,-3-2 1130 0 0,3 9-956 0 0,1 1-92 0 0,0-1-1 0 0,0 1 1 0 0,1-1 0 0 0,0 0-1 0 0,0 1 1 0 0,0-1-1 0 0,1 0 1 0 0,0 0 0 0 0,0 0-1 0 0,0 0 1 0 0,0 0 0 0 0,1 0-1 0 0,4 6 1 0 0,-6-10-89 0 0,36 90 1906 0 0,-17-44-2039 0 0,-16-59-13443 0 0,-4-7 11762 0 0,0 5-4637 0 0,0-1 294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5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24 1236 0 0,'-18'-21'13765'0'0,"9"19"-11668"0"0,7 2-175 0 0,6 42-643 0 0,-3-39-1631 0 0,0 1 0 0 0,0-1 1 0 0,0 0-1 0 0,1 0 1 0 0,0 1-1 0 0,-1-1 1 0 0,1 0-1 0 0,0 0 0 0 0,4 4 1 0 0,-2-1-5837 0 0,-2-3 4093 0 0,5 3-2685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5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1204 0 0,'0'0'10581'0'0,"1"4"-8852"0"0,5 19 724 0 0,-2 0 0 0 0,3 26 0 0 0,0 53 1357 0 0,5 33-422 0 0,-5-94-1764 0 0,19 64-1 0 0,-21-88-1416 0 0,1-1 0 0 0,0 0 0 0 0,1-1 0 0 0,1 0 0 0 0,1 0 0 0 0,16 22 0 0 0,-16-25-151 0 0,-9-11-144 0 0,1 0 0 0 0,0 1 0 0 0,-1-1 1 0 0,1 0-1 0 0,0 0 0 0 0,0 0 0 0 0,0 0 0 0 0,-1 0 0 0 0,1 0 0 0 0,0 0 0 0 0,0-1 0 0 0,1 1 0 0 0,-1 0 0 0 0,0 0 0 0 0,0-1 1 0 0,0 1-1 0 0,0-1 0 0 0,1 1 0 0 0,1 0 0 0 0,-1-1-877 0 0,0-4-181 0 0,1 0 553 0 0,-1-1 0 0 0,0 0 0 0 0,0-1 0 0 0,-1 1 0 0 0,0 0 0 0 0,1 0 0 0 0,-2-1 0 0 0,2-8 0 0 0,-2-29-8303 0 0,0 31 4606 0 0,0-8-1577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5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13 380 0 0,'0'0'9790'0'0,"-1"5"-7816"0"0,-14 61 7397 0 0,15-64-9164 0 0,-1 0-1 0 0,1 0 1 0 0,0 1 0 0 0,1-1 0 0 0,-1 0 0 0 0,0 0 0 0 0,0 0 0 0 0,1 0 0 0 0,0 1 0 0 0,-1-1-1 0 0,1 0 1 0 0,0 0 0 0 0,0 0 0 0 0,0-1 0 0 0,0 1 0 0 0,3 4 0 0 0,21 22 1399 0 0,-18-22-1580 0 0,1-1-1 0 0,-1 1 1 0 0,1-1 0 0 0,1-1 0 0 0,-1 1 0 0 0,1-2-1 0 0,0 1 1 0 0,0-1 0 0 0,0 0 0 0 0,0-1-1 0 0,0 0 1 0 0,0 0 0 0 0,1-1 0 0 0,15 0 0 0 0,-12-1-453 0 0,0-1 1 0 0,0 0-1 0 0,0-1 0 0 0,0 0 1 0 0,-1-1-1 0 0,1 0 1 0 0,-1-1-1 0 0,1-1 1 0 0,-1 0-1 0 0,13-8 1 0 0,-19 9 212 0 0,0 0 1 0 0,-1-1-1 0 0,1 0 0 0 0,-1 0 1 0 0,0 0-1 0 0,-1-1 0 0 0,1 0 1 0 0,-1 0-1 0 0,0 0 1 0 0,4-9-1 0 0,-6 11 320 0 0,0 0 1 0 0,0-1-1 0 0,0 1 0 0 0,0-1 1 0 0,-1 0-1 0 0,0 1 1 0 0,0-1-1 0 0,0 0 0 0 0,0 0 1 0 0,-1 0-1 0 0,0 1 0 0 0,0-1 1 0 0,0 0-1 0 0,-1 0 0 0 0,-1-9 1 0 0,-8 1 2698 0 0,3 23-1055 0 0,5-6-2144 0 0,2-3 420 0 0,0 0 0 0 0,0 1 1 0 0,0-1-1 0 0,0 0 0 0 0,0 0 0 0 0,0 0 0 0 0,0 0 0 0 0,0 1 0 0 0,1-1 0 0 0,-1 0 0 0 0,0 0 0 0 0,1 0 0 0 0,-1 0 0 0 0,1 0 0 0 0,-1 0 0 0 0,1 0 0 0 0,0 0 0 0 0,-1 0 1 0 0,1 0-1 0 0,0 0 0 0 0,1 1 0 0 0,-1-1 48 0 0,85 149 2745 0 0,-53-98-1871 0 0,-3 1 0 0 0,27 64 0 0 0,-48-94-654 0 0,-5-15-273 0 0,0 0 0 0 0,-1 1 0 0 0,0-1 0 0 0,0 1 0 0 0,0-1 0 0 0,-1 1 0 0 0,-1 0 0 0 0,1 0 1 0 0,-2 0-1 0 0,1 0 0 0 0,-1 0 0 0 0,0 0 0 0 0,-1 0 0 0 0,-3 15 0 0 0,3-21-21 0 0,0 0 0 0 0,-1 0 0 0 0,1-1 0 0 0,-1 1 0 0 0,0-1 0 0 0,0 1 0 0 0,0-1 0 0 0,0 0 0 0 0,0 1 0 0 0,0-1 0 0 0,-1 0 0 0 0,1-1 0 0 0,-1 1 0 0 0,0 0 0 0 0,1-1 0 0 0,-1 1 0 0 0,0-1 0 0 0,0 0 0 0 0,0 0 0 0 0,1 0 0 0 0,-1 0 0 0 0,-1-1 0 0 0,1 1 0 0 0,0-1 0 0 0,0 1 0 0 0,0-1 0 0 0,0 0 0 0 0,-4-1 0 0 0,-3 1 0 0 0,0-1 0 0 0,1 0 0 0 0,-1-1 0 0 0,0 0 0 0 0,1 0 0 0 0,-1-1 0 0 0,-13-6 0 0 0,10 3-375 0 0,1-1 1 0 0,0 0-1 0 0,0-1 1 0 0,1 0-1 0 0,0-1 1 0 0,0-1-1 0 0,1 1 1 0 0,0-2-1 0 0,-15-20 1 0 0,-1-17-5842 0 0,13-6-5004 0 0,12 35 4702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7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65 159 1664 0 0,'-25'21'6942'0'0,"20"-15"-6062"0"0,1 1 0 0 0,-1 0 0 0 0,2 0 0 0 0,-1 0-1 0 0,1 0 1 0 0,0 0 0 0 0,0 1 0 0 0,1-1 0 0 0,0 1 0 0 0,0 0 0 0 0,1 0-1 0 0,0-1 1 0 0,0 1 0 0 0,1 11 0 0 0,0-18-796 0 0,0 0-1 0 0,-1 0 1 0 0,1 1-1 0 0,0-1 1 0 0,0 0-1 0 0,0 0 1 0 0,0 1-1 0 0,0-1 1 0 0,1 0-1 0 0,-1 0 1 0 0,0 1-1 0 0,0-1 1 0 0,1 0-1 0 0,-1 0 1 0 0,1 0-1 0 0,-1 1 1 0 0,1-1-1 0 0,0 0 1 0 0,-1 0-1 0 0,1 0 1 0 0,0 0-1 0 0,0 0 1 0 0,-1 0-1 0 0,1 0 1 0 0,0-1-1 0 0,0 1 1 0 0,0 0-1 0 0,0 0 1 0 0,0-1-1 0 0,1 1 1 0 0,-1 0-1 0 0,0-1 1 0 0,0 1-1 0 0,0-1 1 0 0,0 0-1 0 0,1 1 1 0 0,-1-1-1 0 0,0 0 1 0 0,0 0-1 0 0,1 0 1 0 0,-1 0-1 0 0,0 0 1 0 0,0 0-1 0 0,1 0 1 0 0,-1 0-1 0 0,0 0 1 0 0,0-1-1 0 0,1 1 1 0 0,-1 0-1 0 0,0-1 1 0 0,2 0-1 0 0,1-1 5 0 0,1 1 0 0 0,0-2-1 0 0,-1 1 1 0 0,1 0-1 0 0,-1-1 1 0 0,0 0-1 0 0,0 0 1 0 0,0 0 0 0 0,0-1-1 0 0,5-5 1 0 0,48-88 725 0 0,-47 76-730 0 0,0 1 0 0 0,2 0 0 0 0,1 1 1 0 0,0 0-1 0 0,1 1 0 0 0,1 0 0 0 0,33-29 0 0 0,-46 45-41 0 0,1 0-1 0 0,-1 0 1 0 0,1 0-1 0 0,0 1 1 0 0,0-1-1 0 0,-1 1 1 0 0,1-1 0 0 0,0 1-1 0 0,0 0 1 0 0,0 0-1 0 0,1 0 1 0 0,-1 0 0 0 0,0 1-1 0 0,0 0 1 0 0,0-1-1 0 0,1 1 1 0 0,-1 0 0 0 0,0 0-1 0 0,0 1 1 0 0,1-1-1 0 0,-1 1 1 0 0,0-1-1 0 0,0 1 1 0 0,0 0 0 0 0,0 0-1 0 0,0 1 1 0 0,0-1-1 0 0,0 0 1 0 0,0 1 0 0 0,2 2-1 0 0,-1 0 52 0 0,0-1 0 0 0,0 1 0 0 0,-1 0 0 0 0,0 0 0 0 0,0 1 0 0 0,0-1 0 0 0,0 1 0 0 0,-1-1 0 0 0,0 1 1 0 0,0 0-1 0 0,0 0 0 0 0,0 0 0 0 0,-1 0 0 0 0,0 0 0 0 0,0 0 0 0 0,0 0 0 0 0,-1 0 0 0 0,1 8 0 0 0,-1-10-79 0 0,0 1 24 0 0,0 1-1 0 0,0-1 1 0 0,0 1 0 0 0,-1-1 0 0 0,1 0 0 0 0,-1 1-1 0 0,0-1 1 0 0,0 0 0 0 0,-1 0 0 0 0,1 1-1 0 0,-3 3 1 0 0,2 1-1210 0 0,0-19 1129 0 0,2 3 4 0 0,-1 1 1 0 0,0 0 0 0 0,0 0 0 0 0,0-1 0 0 0,-1 1 0 0 0,0 0-1 0 0,0 0 1 0 0,-1 0 0 0 0,-5-9 0 0 0,6 12 100 0 0,0 0-1 0 0,0 0 1 0 0,0 1 0 0 0,0-1 0 0 0,0 1-1 0 0,-1 0 1 0 0,1 0 0 0 0,-1 0 0 0 0,0 0-1 0 0,0 0 1 0 0,1 0 0 0 0,-1 0 0 0 0,0 1-1 0 0,0 0 1 0 0,0 0 0 0 0,-1 0 0 0 0,1 0-1 0 0,0 0 1 0 0,0 0 0 0 0,-1 1 0 0 0,1-1 0 0 0,0 1-1 0 0,-1 0 1 0 0,1 0 0 0 0,0 1 0 0 0,-7 0-1 0 0,3 0-21 0 0,0 0 0 0 0,0 1 0 0 0,0 0-1 0 0,1 0 1 0 0,-1 0 0 0 0,1 1 0 0 0,-1 0-1 0 0,1 0 1 0 0,0 1 0 0 0,0-1 0 0 0,0 1-1 0 0,0 1 1 0 0,1-1 0 0 0,0 1 0 0 0,-7 7-1 0 0,10-9-41 0 0,-1 1 1 0 0,1-1-1 0 0,0 1 0 0 0,0-1 0 0 0,0 1 0 0 0,0 0 0 0 0,1 0 1 0 0,0 0-1 0 0,0 0 0 0 0,0 0 0 0 0,0 0 0 0 0,0 0 0 0 0,1 0 1 0 0,0 0-1 0 0,-1 0 0 0 0,2 0 0 0 0,-1 0 0 0 0,0 1 0 0 0,1-1 1 0 0,0 0-1 0 0,0 0 0 0 0,0 0 0 0 0,0 0 0 0 0,1-1 0 0 0,0 1 1 0 0,-1 0-1 0 0,4 4 0 0 0,-1-2 2 0 0,0 0 0 0 0,1-1 0 0 0,-1 1 0 0 0,1-1 0 0 0,0 0 0 0 0,1 0 0 0 0,-1-1 0 0 0,1 0 0 0 0,0 0 0 0 0,0 0 0 0 0,0-1 0 0 0,0 1 0 0 0,1-2 0 0 0,-1 1 0 0 0,1-1 0 0 0,0 0 0 0 0,0 0 0 0 0,0 0 0 0 0,0-1 0 0 0,12 0 0 0 0,-5 0 0 0 0,1-1 0 0 0,-1-1 0 0 0,0 0 0 0 0,1-1 0 0 0,-1-1 0 0 0,0 0 0 0 0,0-1 0 0 0,0 0 0 0 0,15-8 0 0 0,-18 7 0 0 0,0-1 0 0 0,-1 0 0 0 0,0 0 0 0 0,-1-1 0 0 0,1 0 0 0 0,11-13 0 0 0,-17 16 0 0 0,0 0 0 0 0,0-1 0 0 0,0 0 0 0 0,-1 0 0 0 0,1 0 0 0 0,-1-1 0 0 0,-1 1 0 0 0,1-1 0 0 0,-1 1 0 0 0,0-1 0 0 0,0 0 0 0 0,0 0 0 0 0,-1 0 0 0 0,0 0 0 0 0,0-11 0 0 0,-1 2 0 0 0,-1-1 0 0 0,-2 5 0 0 0,0 3 0 0 0,-8 8 0 0 0,7 3 0 0 0,1 0 0 0 0,0 0 0 0 0,0 0 0 0 0,0 1 0 0 0,0-1 0 0 0,1 1 0 0 0,-1-1 0 0 0,1 1 0 0 0,0 0 0 0 0,0 0 0 0 0,0 0 0 0 0,1 0 0 0 0,-1 0 0 0 0,1 0 0 0 0,0 1 0 0 0,0-1 0 0 0,1 0 0 0 0,-1 1 0 0 0,1 6 0 0 0,-1-4 0 0 0,1 0 0 0 0,0 0 0 0 0,0 0 0 0 0,1 0 0 0 0,0-1 0 0 0,0 1 0 0 0,1 0 0 0 0,0 0 0 0 0,0-1 0 0 0,1 1 0 0 0,-1-1 0 0 0,6 9 0 0 0,0-6 0 0 0,-8-8 0 0 0,1 0 0 0 0,-1 0 0 0 0,1 0 0 0 0,0 0 0 0 0,0 0 0 0 0,0 0 0 0 0,-1-1 0 0 0,1 1 0 0 0,0 0 0 0 0,0 0 0 0 0,0-1 0 0 0,0 1 0 0 0,0-1 0 0 0,0 1 0 0 0,0-1 0 0 0,0 1 0 0 0,0-1 0 0 0,0 0 0 0 0,1 1 0 0 0,-1-1 0 0 0,0 0 0 0 0,0 0 0 0 0,0 0 0 0 0,0 0 0 0 0,1 0 0 0 0,-1 0 0 0 0,0 0 0 0 0,0 0 0 0 0,2-1 0 0 0,-1 0 0 0 0,6 1 0 0 0,0 0 0 0 0,0-1 0 0 0,0-1 0 0 0,0 1 0 0 0,0-1 0 0 0,-1 0 0 0 0,1-1 0 0 0,-1 0 0 0 0,0 0 0 0 0,0-1 0 0 0,0 0 0 0 0,0 0 0 0 0,7-6 0 0 0,8-7 0 0 0,-2-1 0 0 0,25-26 0 0 0,-44 43 0 0 0,26-31 0 0 0,9-18 0 0 0,-36 50 0 0 0,0 0 0 0 0,0 0 0 0 0,1 0 0 0 0,-1 0 0 0 0,0 0 0 0 0,0 0 0 0 0,0 0 0 0 0,0 0 0 0 0,0 1 0 0 0,0-1 0 0 0,0 0 0 0 0,0 0 0 0 0,0 0 0 0 0,0 0 0 0 0,0 0 0 0 0,0 0 0 0 0,0 0 0 0 0,0 0 0 0 0,1 0 0 0 0,-1 0 0 0 0,0 0 0 0 0,0 0 0 0 0,0 0 0 0 0,0 0 0 0 0,0 0 0 0 0,0 0 0 0 0,0 0 0 0 0,0 0 0 0 0,1 0 0 0 0,-1 0 0 0 0,0 0 0 0 0,0 0 0 0 0,0 0 0 0 0,0 0 0 0 0,0 0 0 0 0,0 0 0 0 0,0 0 0 0 0,0 0 0 0 0,0 0 0 0 0,1 0 0 0 0,-1 0 0 0 0,0 0 0 0 0,0 0 0 0 0,0 0 0 0 0,0 0 0 0 0,0 0 0 0 0,0 0 0 0 0,0 0 0 0 0,0 0 0 0 0,0 0 0 0 0,0 0 0 0 0,0-1 0 0 0,1 1 0 0 0,-1 0 0 0 0,0 0 0 0 0,0 0 0 0 0,0 0 0 0 0,0 0 0 0 0,0 0 0 0 0,5 34 0 0 0,-7-26 0 0 0,-4 13 0 0 0,4-17 0 0 0,4 22 0 0 0,-2-23 0 0 0,0 0 0 0 0,1 0 0 0 0,-1 0 0 0 0,1-1 0 0 0,0 1 0 0 0,0 0 0 0 0,0 0 0 0 0,1-1 0 0 0,-1 1 0 0 0,1-1 0 0 0,-1 1 0 0 0,1-1 0 0 0,0 0 0 0 0,0 1 0 0 0,0-1 0 0 0,0 0 0 0 0,0 0 0 0 0,0 0 0 0 0,0-1 0 0 0,1 1 0 0 0,-1 0 0 0 0,1-1 0 0 0,0 0 0 0 0,-1 0 0 0 0,1 1 0 0 0,0-2 0 0 0,-1 1 0 0 0,1 0 0 0 0,0 0 0 0 0,0-1 0 0 0,0 0 0 0 0,0 1 0 0 0,0-1 0 0 0,0 0 0 0 0,0 0 0 0 0,0-1 0 0 0,4 0 0 0 0,-4 1 0 0 0,15-2-16 0 0,-1 0 0 0 0,1-2-1 0 0,-1 1 1 0 0,0-2 0 0 0,-1 0 0 0 0,1-2-1 0 0,-1 1 1 0 0,0-2 0 0 0,-1 0-1 0 0,0-1 1 0 0,0 0 0 0 0,0-2 0 0 0,-2 1-1 0 0,1-2 1 0 0,12-14 0 0 0,-22 22 45 0 0,0-1 0 0 0,0-1 0 0 0,-1 1 0 0 0,0 0-1 0 0,0-1 1 0 0,0 0 0 0 0,-1 0 0 0 0,3-9 0 0 0,-5 15-29 0 0,0 0 0 0 0,0 0 0 0 0,0 0 0 0 0,0 0 0 0 0,0 0 0 0 0,0 0 0 0 0,0 0 0 0 0,-1 0 0 0 0,1 0 0 0 0,0 0 0 0 0,0 0 0 0 0,0 0 0 0 0,0 0 0 0 0,0 0 0 0 0,0 0 0 0 0,0 0 0 0 0,0 0 0 0 0,0 0 0 0 0,0 0 0 0 0,-1 0 0 0 0,1 0 0 0 0,0 0 0 0 0,0 0 0 0 0,0-1 0 0 0,0 1 0 0 0,0 0 0 0 0,0 0 0 0 0,0 0 0 0 0,0 0 0 0 0,0 0 0 0 0,0 0 0 0 0,0 0 0 0 0,0 0 0 0 0,0 0 0 0 0,0 0 0 0 0,0 0 0 0 0,0 0 0 0 0,0 0 0 0 0,-1-1 0 0 0,1 1 0 0 0,0 0 0 0 0,0 0 0 0 0,0 0 0 0 0,0 0 0 0 0,0 0 0 0 0,0 0 0 0 0,0 0 0 0 0,0 0 0 0 0,0 0 0 0 0,0 0 0 0 0,0-1 0 0 0,0 1 0 0 0,1 0 0 0 0,-1 0 0 0 0,0 0 0 0 0,0 0 0 0 0,0 0 0 0 0,0 0 0 0 0,-15 16 0 0 0,12-12 0 0 0,0 1 0 0 0,0 0 0 0 0,1 0 0 0 0,0 0 0 0 0,0 0 0 0 0,0 0 0 0 0,0 0 0 0 0,1 0 0 0 0,-1 8 0 0 0,-2 65 0 0 0,4-75 0 0 0,0 1 0 0 0,1 0 0 0 0,-1-1 0 0 0,1 1 0 0 0,0 0 0 0 0,0-1 0 0 0,0 1 0 0 0,1-1 0 0 0,-1 1 0 0 0,1-1 0 0 0,0 0 0 0 0,0 0 0 0 0,0 0 0 0 0,0 0 0 0 0,5 5 0 0 0,-7-7 0 0 0,2 1-141 0 0,0 1-1 0 0,1-1 1 0 0,-1 0 0 0 0,0 1 0 0 0,1-1-1 0 0,0 0 1 0 0,-1-1 0 0 0,1 1 0 0 0,0 0-1 0 0,0-1 1 0 0,0 1 0 0 0,4 0 0 0 0,32 5-12518 0 0,-31-6 6807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7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34 1148 0 0,'-4'-3'1112'0'0,"0"-1"1"0"0,0 1-1 0 0,-1 0 0 0 0,1 0 1 0 0,-1 0-1 0 0,0 1 0 0 0,1 0 1 0 0,-1 0-1 0 0,-1 0 0 0 0,1 0 1 0 0,0 1-1 0 0,0 0 0 0 0,-8-1 0 0 0,6 2-259 0 0,0-1-1 0 0,0 2 0 0 0,0-1 0 0 0,0 1 0 0 0,-1 0 0 0 0,2 1 0 0 0,-1 0 1 0 0,0 0-1 0 0,-10 4 0 0 0,9-3-476 0 0,1 1 0 0 0,0 0 1 0 0,1 0-1 0 0,-1 0 0 0 0,1 1 0 0 0,0 0 1 0 0,0 0-1 0 0,0 1 0 0 0,1-1 0 0 0,0 1 1 0 0,0 0-1 0 0,0 1 0 0 0,1-1 0 0 0,0 1 1 0 0,0 0-1 0 0,0 0 0 0 0,1 0 0 0 0,1 1 1 0 0,-4 10-1 0 0,5-15-376 0 0,1 0 0 0 0,-1 0 0 0 0,1 0 0 0 0,0 0 0 0 0,0 0 0 0 0,0 0 0 0 0,1 0 0 0 0,-1-1 0 0 0,1 1 0 0 0,-1 0 0 0 0,1 0 0 0 0,0 0 0 0 0,0 0 0 0 0,0-1 0 0 0,0 1 0 0 0,1-1 0 0 0,-1 1 0 0 0,1-1 0 0 0,0 1 0 0 0,-1-1 0 0 0,1 0 0 0 0,4 4 0 0 0,-3-3 0 0 0,0 0 0 0 0,1 0 0 0 0,1 0 0 0 0,-1 0 0 0 0,0-1 0 0 0,1 0 0 0 0,-1 1 0 0 0,1-1 0 0 0,0-1 0 0 0,-1 1 0 0 0,1-1 0 0 0,0 0 0 0 0,0 0 0 0 0,0 0 0 0 0,0-1 0 0 0,0 0 0 0 0,0 0 0 0 0,0 0 0 0 0,8-1 0 0 0,7-2 0 0 0,0 0 0 0 0,-1-1 0 0 0,23-9 0 0 0,23-3 0 0 0,-64 16 0 0 0,1 0 0 0 0,-1 0 0 0 0,1 0 0 0 0,0 0 0 0 0,-1 1 0 0 0,1-1 0 0 0,0 0 0 0 0,-1 1 0 0 0,1-1 0 0 0,-1 1 0 0 0,1-1 0 0 0,-1 1 0 0 0,1 0 0 0 0,-1 0 0 0 0,0 0 0 0 0,1-1 0 0 0,-1 1 0 0 0,0 1 0 0 0,0-1 0 0 0,1 0 0 0 0,-1 0 0 0 0,0 0 0 0 0,0 1 0 0 0,0-1 0 0 0,0 0 0 0 0,-1 1 0 0 0,1-1 0 0 0,0 1 0 0 0,-1-1 0 0 0,1 1 0 0 0,-1-1 0 0 0,1 1 0 0 0,0 2 0 0 0,1 1 0 0 0,10 28 0 0 0,-1-1 0 0 0,-2 1 0 0 0,-1 1 0 0 0,-1-1 0 0 0,1 37 0 0 0,10 44 0 0 0,-16-105 0 0 0,10 70 0 0 0,-12-74 0 0 0,1 1 0 0 0,-1-1 0 0 0,0 0 0 0 0,-1 0 0 0 0,1 1 0 0 0,-1-1 0 0 0,0 0 0 0 0,-1 0 0 0 0,1 1 0 0 0,-1-1 0 0 0,0 0 0 0 0,-3 5 0 0 0,1-2 0 0 0,4-7 0 0 0,-1 0 0 0 0,1 1 0 0 0,-1-1 0 0 0,0 0 0 0 0,1 0 0 0 0,-1 0 0 0 0,0 1 0 0 0,0-1 0 0 0,0 0 0 0 0,0 0 0 0 0,0 0 0 0 0,0-1 0 0 0,0 1 0 0 0,0 0 0 0 0,0 0 0 0 0,-1 0 0 0 0,1-1 0 0 0,0 1 0 0 0,0-1 0 0 0,-1 1 0 0 0,1-1 0 0 0,0 1 0 0 0,-1-1 0 0 0,1 0 0 0 0,-1 0 0 0 0,1 0 0 0 0,0 0 0 0 0,-1 0 0 0 0,1 0 0 0 0,-3 0 0 0 0,-5-1 0 0 0,0 1 0 0 0,1-2 0 0 0,-1 1 0 0 0,0-1 0 0 0,1 0 0 0 0,0-1 0 0 0,-1 0 0 0 0,1 0 0 0 0,0-1 0 0 0,0 0 0 0 0,1-1 0 0 0,-1 0 0 0 0,1 0 0 0 0,0 0 0 0 0,-7-7 0 0 0,5 3 0 0 0,0 0 0 0 0,1 0 0 0 0,0 0 0 0 0,0-1 0 0 0,1 0 0 0 0,0 0 0 0 0,1-1 0 0 0,0 0 0 0 0,1 0 0 0 0,-6-17 0 0 0,10 24-102 0 0,0 1 0 0 0,0-1 0 0 0,0 0 0 0 0,1 1 0 0 0,0-1 0 0 0,-1 0 0 0 0,1 1 0 0 0,1-1 0 0 0,-1 0 0 0 0,0 1 0 0 0,1-1 0 0 0,0 1 0 0 0,0-1 0 0 0,0 0 0 0 0,0 1 0 0 0,0 0 0 0 0,1-1 0 0 0,0 1 0 0 0,0 0 0 0 0,0 0 0 0 0,0 0 0 0 0,0 0 0 0 0,0 0 0 0 0,1 0 0 0 0,-1 1 0 0 0,1-1 0 0 0,0 1 0 0 0,4-4 0 0 0,9-8-2733 0 0,37-33-11896 0 0,-33 31 7844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8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0 1720 0 0,'-17'17'3406'0'0,"13"-13"-2730"0"0,0 0 0 0 0,0 0 0 0 0,0 1 0 0 0,0-1 0 0 0,1 1 0 0 0,-1 0 0 0 0,1 0-1 0 0,0 0 1 0 0,1 0 0 0 0,-1 0 0 0 0,1 1 0 0 0,-2 8 0 0 0,0 3 447 0 0,0 0-1 0 0,2 0 1 0 0,0 1-1 0 0,1 0 1 0 0,2 25-1 0 0,0-20-353 0 0,2-1-1 0 0,1 1 0 0 0,1-1 0 0 0,0 0 0 0 0,2-1 1 0 0,17 40-1 0 0,-19-52-679 0 0,1 0 1 0 0,-1 0-1 0 0,2 0 1 0 0,-1-1-1 0 0,1 0 0 0 0,1 0 1 0 0,-1-1-1 0 0,1 0 1 0 0,0 0-1 0 0,1-1 1 0 0,0 0-1 0 0,0-1 1 0 0,0 1-1 0 0,1-2 1 0 0,-1 1-1 0 0,1-1 0 0 0,0-1 1 0 0,0 0-1 0 0,1 0 1 0 0,19 1-1 0 0,-11-2-315 0 0,-1 0 0 0 0,1-2-1 0 0,0 0 1 0 0,0-2 0 0 0,0 0-1 0 0,0-1 1 0 0,-1-1 0 0 0,1 0-1 0 0,-1-1 1 0 0,0-2 0 0 0,18-8-1 0 0,-30 12 252 0 0,0 0-1 0 0,0-1 1 0 0,0 0 0 0 0,-1 0-1 0 0,0 0 1 0 0,0-1-1 0 0,0 0 1 0 0,0 0-1 0 0,-1 0 1 0 0,0 0 0 0 0,0-1-1 0 0,0 0 1 0 0,0 0-1 0 0,-1 0 1 0 0,0 0-1 0 0,-1 0 1 0 0,1-1 0 0 0,-1 1-1 0 0,2-13 1 0 0,-4 17 79 0 0,0 0 1 0 0,0 0 0 0 0,0-1 0 0 0,0 1 0 0 0,0 0-1 0 0,-1 0 1 0 0,1-1 0 0 0,-1 1 0 0 0,1 0 0 0 0,-1 0-1 0 0,0 0 1 0 0,0 0 0 0 0,0 0 0 0 0,0 0 0 0 0,0 0-1 0 0,0 0 1 0 0,-1 0 0 0 0,-2-3 0 0 0,2 4 42 0 0,1 1-1 0 0,-1-1 1 0 0,1 0 0 0 0,-1 0 0 0 0,0 1 0 0 0,0-1 0 0 0,1 0 0 0 0,-1 1 0 0 0,0 0-1 0 0,0-1 1 0 0,0 1 0 0 0,1 0 0 0 0,-1 0 0 0 0,0 0 0 0 0,0 0 0 0 0,0 1 0 0 0,1-1-1 0 0,-3 1 1 0 0,-2 0 31 0 0,0 1-1 0 0,1 0 0 0 0,-1 1 1 0 0,1-1-1 0 0,-1 1 0 0 0,1 0 1 0 0,0 1-1 0 0,0-1 1 0 0,1 1-1 0 0,-1 0 0 0 0,1 0 1 0 0,-5 5-1 0 0,6-4-177 0 0,-1-1 0 0 0,2 1 0 0 0,-1-1 0 0 0,0 1 0 0 0,1 0 0 0 0,0 0 0 0 0,0 0 0 0 0,1 0 0 0 0,-1 1 0 0 0,1-1 0 0 0,0 0 0 0 0,1 1 0 0 0,-1-1 0 0 0,1 0 0 0 0,0 1 0 0 0,0-1 0 0 0,1 1 0 0 0,0-1 0 0 0,0 0 0 0 0,0 0 0 0 0,0 1 0 0 0,1-1 0 0 0,0 0 0 0 0,0 0 0 0 0,0 0 0 0 0,1 0 0 0 0,4 6 0 0 0,0-1 0 0 0,0-1 0 0 0,0 0 0 0 0,1-1 0 0 0,0 0 0 0 0,0 0 0 0 0,1 0 0 0 0,0-1 0 0 0,0-1 0 0 0,1 0 0 0 0,0 0 0 0 0,0 0 0 0 0,15 5 0 0 0,-5-4 236 0 0,1-1-1 0 0,0 0 1 0 0,1-1-1 0 0,33 2 1 0 0,-46-6-711 0 0,0-1 1 0 0,0-1-1 0 0,0 1 1 0 0,0-1-1 0 0,-1-1 1 0 0,12-2-1 0 0,11-11-5688 0 0,-7-9-4344 0 0,-12 10 2663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2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26 137 1164 0 0,'0'0'4348'0'0,"-10"3"-237"0"0,9-3-3477 0 0,0 0-1 0 0,1 0 0 0 0,-1 0 0 0 0,0 0 0 0 0,0 0 0 0 0,0 1 0 0 0,1-1 1 0 0,-1 0-1 0 0,0 1 0 0 0,0-1 0 0 0,1 0 0 0 0,-1 1 0 0 0,0-1 1 0 0,1 1-1 0 0,-1-1 0 0 0,0 1 0 0 0,1-1 0 0 0,-1 1 0 0 0,1 0 1 0 0,-1-1-1 0 0,0 2 0 0 0,32 110 8470 0 0,-15-62-8991 0 0,-11-32-112 0 0,1 0 0 0 0,0 0-1 0 0,2-1 1 0 0,13 24 0 0 0,47 57 0 0 0,-68-98 0 0 0,0 1 0 0 0,0-1 0 0 0,0 0 0 0 0,0 1 0 0 0,0-1 0 0 0,1 0 0 0 0,-1 0 0 0 0,0 0 0 0 0,0 1 0 0 0,0-1 0 0 0,1 0 0 0 0,-1 0 0 0 0,0 0 0 0 0,0 1 0 0 0,0-1 0 0 0,1 0 0 0 0,-1 0 0 0 0,0 0 0 0 0,1 0 0 0 0,-1 0 0 0 0,0 0 0 0 0,0 0 0 0 0,1 0 0 0 0,-1 0 0 0 0,0 0 0 0 0,1 0 0 0 0,-1 0 0 0 0,0 0 0 0 0,0 0 0 0 0,1 0 0 0 0,-1 0 0 0 0,0 0 0 0 0,1 0 0 0 0,-1 0 0 0 0,0 0 0 0 0,3-2 0 0 0,0-1 0 0 0,0 1 0 0 0,0-1 0 0 0,-1 1 0 0 0,1-1 0 0 0,-1 0 0 0 0,0 0 0 0 0,1 0 0 0 0,-2 0 0 0 0,1-1 0 0 0,0 1 0 0 0,2-6 0 0 0,20-57 0 0 0,-15 39 0 0 0,1-1 0 0 0,2 0 0 0 0,0 1 0 0 0,2 1 0 0 0,21-29 0 0 0,12-22 0 0 0,-31 47 0 0 0,30-38 0 0 0,-15 20 0 0 0,-27 47 0 0 0,-12 29-6 0 0,3-25-32 0 0,3-3-21 0 0,1 2-739 0 0,1 1-2317 0 0,0 6 1859 0 0,7 11-20278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3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20 125 180 0 0,'-2'10'10268'0'0,"-1"-5"-5826"0"0,2-4-4009 0 0,0 0 0 0 0,0 0 1 0 0,1 0-1 0 0,-1 0 0 0 0,0 1 0 0 0,1-1 1 0 0,-1 0-1 0 0,1 0 0 0 0,0 1 1 0 0,-1-1-1 0 0,1 0 0 0 0,0 1 0 0 0,0-1 1 0 0,-1 0-1 0 0,1 1 0 0 0,0-1 0 0 0,1 3 1 0 0,-1-2-202 0 0,0 2 217 0 0,0 0 0 0 0,0 0 1 0 0,0 0-1 0 0,-1-1 0 0 0,1 1 0 0 0,-1 0 0 0 0,0 0 1 0 0,-2 5-1 0 0,2-8-369 0 0,1 0-1 0 0,0 0 1 0 0,0 0 0 0 0,0-1 0 0 0,0 1-1 0 0,-1 0 1 0 0,1 0 0 0 0,0 0 0 0 0,0 0 0 0 0,1-1-1 0 0,-1 1 1 0 0,0 0 0 0 0,0 0 0 0 0,0 0-1 0 0,0 0 1 0 0,1-1 0 0 0,-1 1 0 0 0,0 0 0 0 0,1 1-1 0 0,4 16 1689 0 0,-5-18-1724 0 0,-1 2 59 0 0,0 0-1 0 0,1-1 1 0 0,-1 1 0 0 0,1 0 0 0 0,0-1 0 0 0,0 1-1 0 0,0 0 1 0 0,-1 0 0 0 0,1-1 0 0 0,1 1 0 0 0,-1 0-1 0 0,0 0 1 0 0,0-1 0 0 0,1 1 0 0 0,-1 0-1 0 0,1-1 1 0 0,-1 1 0 0 0,1 0 0 0 0,0-1 0 0 0,0 1-1 0 0,0-1 1 0 0,1 3 0 0 0,-2-4-102 0 0,0 0-1 0 0,0 0 1 0 0,0 1-1 0 0,1-1 1 0 0,-1 0 0 0 0,0 0-1 0 0,0 0 1 0 0,0 0 0 0 0,0 1-1 0 0,0-1 1 0 0,0 0-1 0 0,1 0 1 0 0,-1 0 0 0 0,0 0-1 0 0,0 0 1 0 0,0 0-1 0 0,1 1 1 0 0,-1-1 0 0 0,0 0-1 0 0,0 0 1 0 0,0 0 0 0 0,0 0-1 0 0,1 0 1 0 0,-1 0-1 0 0,0 0 1 0 0,0 0 0 0 0,0 0-1 0 0,1 0 1 0 0,-1 0-1 0 0,0 0 1 0 0,0 0 0 0 0,0 0-1 0 0,1 0 1 0 0,-1 0 0 0 0,0 0-1 0 0,0 0 1 0 0,0 0-1 0 0,1-1 1 0 0,-1 1 0 0 0,0 0-1 0 0,0 0 1 0 0,0 0-1 0 0,0 0 1 0 0,1 0 0 0 0,-1 0-1 0 0,0-1 1 0 0,0 1 0 0 0,0 0-1 0 0,0 0 1 0 0,0 0-1 0 0,1-1 1 0 0,2-6-1 0 0,1 0 0 0 0,-1-1 0 0 0,0 0 0 0 0,-1 1 0 0 0,0-1 0 0 0,0 0 0 0 0,-1 0 0 0 0,0-1 0 0 0,0-12 0 0 0,6-25 0 0 0,-5 27 0 0 0,-1 9 0 0 0,1-1 0 0 0,0 1 0 0 0,0 0 0 0 0,1 1 0 0 0,0-1 0 0 0,5-11 0 0 0,-7 19 0 0 0,0 0 0 0 0,1-1 0 0 0,-1 1 0 0 0,1 0 0 0 0,-1 0 0 0 0,1 0 0 0 0,0 1 0 0 0,-1-1 0 0 0,1 0 0 0 0,0 1 0 0 0,0-1 0 0 0,0 1 0 0 0,5-3 0 0 0,2 1 0 0 0,0-1 0 0 0,1 2 0 0 0,-1 0 0 0 0,14-2 0 0 0,-5 1 0 0 0,-4 3 0 0 0,2 7 0 0 0,-5 2 0 0 0,-8 2 0 0 0,1 2 0 0 0,-8 1-130 0 0,3-11-676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3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0 536 0 0,'0'0'15330'0'0,"-3"4"-14082"0"0,1-1-772 0 0,0 1 0 0 0,0-1 0 0 0,0 0 0 0 0,1 1 0 0 0,0-1 0 0 0,-1 1 0 0 0,1-1 0 0 0,0 1 0 0 0,0 0 0 0 0,1-1 0 0 0,-1 1 0 0 0,1 0 0 0 0,0 0 0 0 0,0 0 0 0 0,1 4 0 0 0,3 13 1899 0 0,-4-20-2299 0 0,0 0 1 0 0,0 0-1 0 0,0 1 0 0 0,0-1 1 0 0,0 0-1 0 0,1 0 0 0 0,-1 0 0 0 0,0 0 1 0 0,1 0-1 0 0,-1 0 0 0 0,0 0 1 0 0,1 0-1 0 0,0 0 0 0 0,-1 0 0 0 0,1 0 1 0 0,-1 0-1 0 0,1 0 0 0 0,1 0 1 0 0,3 11 905 0 0,-5-11-942 0 0,0-1 0 0 0,1 1 1 0 0,-1 0-1 0 0,0-1 0 0 0,0 1 0 0 0,0 0 0 0 0,1 0 0 0 0,-1-1 0 0 0,0 1 0 0 0,1 0 0 0 0,-1-1 0 0 0,0 1 0 0 0,1-1 0 0 0,-1 1 0 0 0,1-1 0 0 0,-1 1 0 0 0,1-1 0 0 0,-1 1 0 0 0,1-1 0 0 0,-1 1 1 0 0,1-1-1 0 0,0 1 0 0 0,-1-1 0 0 0,1 0 0 0 0,1 1 0 0 0,1 1 0 0 0,1 0 1 0 0,0 0 0 0 0,0 0-1 0 0,0 0 1 0 0,0-1 0 0 0,0 1 0 0 0,0-1-1 0 0,0 0 1 0 0,0-1 0 0 0,1 1-1 0 0,-1-1 1 0 0,0 0 0 0 0,1 0-1 0 0,-1 0 1 0 0,0 0 0 0 0,0-1-1 0 0,1 0 1 0 0,-1 1 0 0 0,0-2-1 0 0,0 1 1 0 0,0 0 0 0 0,0-1-1 0 0,0 0 1 0 0,0 0 0 0 0,0 0-1 0 0,-1 0 1 0 0,1-1 0 0 0,-1 1-1 0 0,0-1 1 0 0,5-5 0 0 0,3-1-158 0 0,-10 8 101 0 0,1 0 0 0 0,-1 1 0 0 0,0-1 0 0 0,1-1 0 0 0,-1 1 0 0 0,0 0 0 0 0,0 0 0 0 0,0 0 0 0 0,0-1 0 0 0,0 1 0 0 0,0 0 0 0 0,0-1 0 0 0,0 1 0 0 0,0-1 0 0 0,-1 1 0 0 0,1-1 0 0 0,0 1 0 0 0,-1-3 0 0 0,13-31 97 0 0,-13 33 45 0 0,0 1-86 0 0,0 0-1 0 0,0 0 1 0 0,-1 0-1 0 0,1 0 1 0 0,0 0-1 0 0,0 0 1 0 0,-1 0-1 0 0,1 1 1 0 0,0-1-1 0 0,-1 0 0 0 0,1 0 1 0 0,-1 0-1 0 0,1 1 1 0 0,-1-1-1 0 0,1 0 1 0 0,-1 0-1 0 0,0 1 1 0 0,1-1-1 0 0,-1 0 1 0 0,0 1-1 0 0,1-1 1 0 0,-1 1-1 0 0,-1-1 1 0 0,-6 4-23 0 0,0 1 1 0 0,1-1-1 0 0,-1 2 1 0 0,1-1-1 0 0,0 1 1 0 0,0 0-1 0 0,0 0 1 0 0,0 1-1 0 0,1 0 1 0 0,0 0-1 0 0,-8 12 1 0 0,12-16-18 0 0,0 0-1 0 0,0 0 1 0 0,1 1-1 0 0,-1-1 1 0 0,1 0-1 0 0,-1 1 1 0 0,1-1 0 0 0,0 1-1 0 0,0 0 1 0 0,0-1-1 0 0,0 1 1 0 0,1 0 0 0 0,-1-1-1 0 0,1 1 1 0 0,-1 0-1 0 0,1 0 1 0 0,0-1 0 0 0,0 1-1 0 0,1 0 1 0 0,-1 0-1 0 0,0-1 1 0 0,1 1-1 0 0,0 0 1 0 0,-1-1 0 0 0,1 1-1 0 0,0 0 1 0 0,0-1-1 0 0,1 1 1 0 0,-1-1 0 0 0,1 1-1 0 0,-1-1 1 0 0,1 0-1 0 0,-1 0 1 0 0,1 0-1 0 0,0 0 1 0 0,0 0 0 0 0,0 0-1 0 0,1 0 1 0 0,-1-1-1 0 0,4 3 1 0 0,0-1 3 0 0,0 0 0 0 0,1 0 0 0 0,-1 0 0 0 0,1-1-1 0 0,-1 0 1 0 0,1-1 0 0 0,0 1 0 0 0,0-1 0 0 0,0-1 0 0 0,0 1 0 0 0,-1-1 0 0 0,1 0 0 0 0,0-1-1 0 0,0 0 1 0 0,0 0 0 0 0,0 0 0 0 0,-1-1 0 0 0,1 0 0 0 0,0 0 0 0 0,-1 0 0 0 0,0-1 0 0 0,1 0-1 0 0,5-5 1 0 0,-7 5-371 0 0,-1 0-1 0 0,1 0 1 0 0,-1-1-1 0 0,0 0 1 0 0,0 0 0 0 0,0 0-1 0 0,-1 0 1 0 0,1 0-1 0 0,-1-1 1 0 0,4-7-1 0 0,-7 11 102 0 0,1 0-1 0 0,-1 0 1 0 0,0 0-1 0 0,1 0 1 0 0,-1 0-1 0 0,0 0 0 0 0,0-1 1 0 0,0 1-1 0 0,0 0 1 0 0,0 0-1 0 0,0 0 1 0 0,0 0-1 0 0,0 0 1 0 0,0-1-1 0 0,-1 1 0 0 0,1 0 1 0 0,0 0-1 0 0,-1 0 1 0 0,1 0-1 0 0,-1 0 1 0 0,1 0-1 0 0,-2-1 1 0 0,-3-6-6832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3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8 968 0 0,'-9'-7'18707'0'0,"4"21"-17628"0"0,1 0 1 0 0,1 1-1 0 0,1 0 0 0 0,0-1 0 0 0,1 1 0 0 0,0 0 1 0 0,1 0-1 0 0,4 27 0 0 0,2-1 47 0 0,2-1 1 0 0,13 42-1 0 0,-19-77-1126 0 0,0 1 0 0 0,0-1 0 0 0,0 0 0 0 0,1 1 0 0 0,0-1 0 0 0,4 5 0 0 0,16 27 0 0 0,-19-25 0 0 0,-2-1 0 0 0,3-2-227 0 0,-4-8-971 0 0,0-9-7604 0 0,1 2 8223 0 0,0-1-2273 0 0,-2-1-4453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4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1200 0 0,'-1'-7'25143'0'0,"26"2"-23689"0"0,1 1 1 0 0,35-1-1 0 0,63 4-727 0 0,-114 1-822 0 0,7-1 1779 0 0,-4 1-4851 0 0,-1 1-5891 0 0,-30 13-2257 0 0,3-6 5981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4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0 292 0 0,'-36'22'4784'0'0,"27"-13"-438"0"0,5-1 3380 0 0,4-7-7536 0 0,1 0-1 0 0,-1 0 1 0 0,1-1 0 0 0,0 1-1 0 0,0 0 1 0 0,-1 0 0 0 0,1 0-1 0 0,0-1 1 0 0,0 1-1 0 0,0 0 1 0 0,0-1 0 0 0,-1 1-1 0 0,1-1 1 0 0,0 1 0 0 0,0-1-1 0 0,0 0 1 0 0,0 1-1 0 0,0-1 1 0 0,0 0 0 0 0,1 0-1 0 0,-1 1 1 0 0,0-1 0 0 0,0 0-1 0 0,0 0 1 0 0,0 0-1 0 0,0 0 1 0 0,0-1 0 0 0,0 1-1 0 0,2-1 1 0 0,38-2 3479 0 0,-38 2-3290 0 0,118-14 5213 0 0,29-4-6818 0 0,-145 18-1684 0 0,-1 0 4734 0 0,-3 0-2398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5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0 852 0 0,'0'0'16188'0'0,"-3"4"-15060"0"0,-10 10-106 0 0,10-11-83 0 0,-12 4 1417 0 0,-40-4 1343 0 0,-83-7 1 0 0,16 0-824 0 0,112 5-2869 0 0,7-1-7 0 0,0 1 0 0 0,0 0 0 0 0,0 0 0 0 0,0 0 0 0 0,0 1 0 0 0,1-1 0 0 0,-1 1 0 0 0,0-1 0 0 0,1 1 0 0 0,-1 0 0 0 0,1 0 0 0 0,-1 0 0 0 0,1 0 0 0 0,0 1 0 0 0,0-1 0 0 0,0 0 0 0 0,0 1 0 0 0,-2 4 0 0 0,3-6 0 0 0,-6 12 0 0 0,0 0 0 0 0,1 1 0 0 0,1-1 0 0 0,0 1 0 0 0,0 1 0 0 0,2-1 0 0 0,-1 0 0 0 0,2 1 0 0 0,-1 25 0 0 0,2-11 0 0 0,3 0 0 0 0,0-1 0 0 0,12 57 0 0 0,5 52 0 0 0,-9-44 0 0 0,-8-81 0 0 0,-1-7 0 0 0,-3 64 0 0 0,2-55 0 0 0,3-1 0 0 0,14-9 0 0 0,219 22 0 0 0,-102-10 0 0 0,-121-14 0 0 0,1 2 0 0 0,-1-3 0 0 0,1 2-225 0 0,-11-2-1056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6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1 123 752 0 0,'0'0'26384'0'0,"0"-6"-25703"0"0,4 8 4183 0 0,13 15-4786 0 0,-8-4-70 0 0,9 22-8 0 0,0-1 0 0 0,15 40 0 0 0,-22-55 0 0 0,2-8 0 0 0,-1-1 0 0 0,2-2 0 0 0,-12-8 0 0 0,0 0 0 0 0,1 1 0 0 0,-1-1 0 0 0,0 0 0 0 0,1 0 0 0 0,-1 0 0 0 0,0 0 0 0 0,1-1 0 0 0,-1 1 0 0 0,0-1 0 0 0,1 0 0 0 0,-1 1 0 0 0,0-1 0 0 0,0 0 0 0 0,0 0 0 0 0,0 0 0 0 0,0 0 0 0 0,0-1 0 0 0,0 1 0 0 0,0-1 0 0 0,0 1 0 0 0,0-1 0 0 0,-1 0 0 0 0,1 1 0 0 0,-1-1 0 0 0,1 0 0 0 0,1-3 0 0 0,0 1 0 0 0,39-60 0 0 0,-23 38 0 0 0,27-50 0 0 0,-30 46 0 0 0,27-35 0 0 0,-39 57 0 0 0,23-31 0 0 0,-32 81 0 0 0,5-12 167 0 0,0-21-3652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7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12 720 0 0,'0'0'6968'0'0,"-9"-11"-4324"0"0,1 10 4773 0 0,-13 14-5737 0 0,1 1-1 0 0,0 1 1 0 0,1 0-1 0 0,0 2 1 0 0,-27 31 0 0 0,0 11-208 0 0,44-53-4131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7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1 752 0 0,'0'0'16455'0'0,"3"4"-14948"0"0,2 2-955 0 0,25 36 5306 0 0,45 48 0 0 0,-51-61-4393 0 0,-16-19-1412 0 0,-1-1 1 0 0,1 0-1 0 0,1-1 0 0 0,-1 0 1 0 0,12 8-1 0 0,-11-11-53 0 0,0-1-145 0 0,-7-4-679 0 0,8-23-2618 0 0,-7 13-452 0 0,-3 1 1200 0 0,0-1-6694 0 0,0-7 2428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8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1 194 456 0 0,'13'11'16792'0'0,"-8"-6"-15296"0"0,32 66 9137 0 0,-36-70-9448 0 0,1 6-781 0 0,-2-7-374 0 0,0 0 0 0 0,0 0 0 0 0,0 0 0 0 0,0-1 0 0 0,0 1 0 0 0,0 0 0 0 0,0 0 0 0 0,0 0 0 0 0,0 0 0 0 0,0 0 0 0 0,0 0 0 0 0,0 0 0 0 0,0 0 0 0 0,1 0 0 0 0,-1 0 0 0 0,0 0 0 0 0,0-1 0 0 0,0 1 0 0 0,0 0 0 0 0,0 0 0 0 0,0 0 0 0 0,0 0 0 0 0,0 0 0 0 0,0 0 0 0 0,0 0 0 0 0,0 0 0 0 0,1 0 0 0 0,-1 0 0 0 0,0 0 0 0 0,0 0 0 0 0,0 0 0 0 0,0 0 0 0 0,0 0 0 0 0,0 0 0 0 0,0 0 0 0 0,0 0 0 0 0,1 0 0 0 0,-1 0 0 0 0,0 0 0 0 0,0 0 0 0 0,0 0 0 0 0,0 0 0 0 0,0 0 0 0 0,0 0 0 0 0,0 0 0 0 0,0 0 0 0 0,0 0 0 0 0,0 0 0 0 0,1 0 0 0 0,-1 1 0 0 0,0-1 0 0 0,0 0 0 0 0,0 0 0 0 0,5-21 17 0 0,-1 1 0 0 0,-1-1-1 0 0,2-31 1 0 0,0-12-53 0 0,-4 59 6 0 0,1 0 0 0 0,-1 1 0 0 0,1-1 0 0 0,0 0 0 0 0,0 1 0 0 0,0-1 0 0 0,1 1 0 0 0,0 0 0 0 0,0 0 0 0 0,0 0 0 0 0,0 0 0 0 0,0 0 0 0 0,1 1 0 0 0,-1-1 0 0 0,1 1 0 0 0,0 0 0 0 0,0 0 0 0 0,1 1 0 0 0,-1-1 0 0 0,0 1 0 0 0,1 0 0 0 0,0 0 0 0 0,7-2 0 0 0,5-1 0 0 0,0 0 0 0 0,1 2 0 0 0,0 0 0 0 0,28-1 0 0 0,-32 3 0 0 0,3 1 0 0 0,1 3 0 0 0,-5 2 0 0 0,-7 5 0 0 0,-4 4 0 0 0,-5 0 0 0 0,-7-6-90 0 0,8-7-481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40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1408 0 0,'-6'1'26933'0'0,"17"10"-26301"0"0,-1 1 0 0 0,1 0 1 0 0,-2 1-1 0 0,0 0 0 0 0,0 1 1 0 0,7 17-1 0 0,-13-25-632 0 0,-1 1 0 0 0,1-1 0 0 0,-1 1 0 0 0,-1 0 0 0 0,0 0 0 0 0,0 0 0 0 0,0 0 0 0 0,-1 0 0 0 0,0 0 0 0 0,0 0 0 0 0,0 0 0 0 0,-1 0 0 0 0,0 0 0 0 0,-1 0 0 0 0,0 0 0 0 0,0-1 0 0 0,0 1 0 0 0,-1-1 0 0 0,1 1 0 0 0,-2-1 0 0 0,-3 6 0 0 0,0-4 0 0 0,-6-6 0 0 0,11-3-70 0 0,1 1 1 0 0,-1-1-1 0 0,1 0 0 0 0,-1 1 0 0 0,1-1 1 0 0,-1 0-1 0 0,1 0 0 0 0,0 0 0 0 0,-1 0 1 0 0,1 0-1 0 0,0 0 0 0 0,0 0 1 0 0,0-1-1 0 0,0 1 0 0 0,0 0 0 0 0,0-1 1 0 0,0 1-1 0 0,0 0 0 0 0,1-1 0 0 0,-1 1 1 0 0,0-1-1 0 0,1 1 0 0 0,-1-1 0 0 0,1 0 1 0 0,-1-1-1 0 0,2-47-6813 0 0,2 22 587 0 0,-2 13-431 0 0,5 2 515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40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17 792 0 0,'0'0'9776'0'0,"-4"6"-7883"0"0,0 0-1172 0 0,1 0 0 0 0,-1 0 0 0 0,1 0 0 0 0,0 0-1 0 0,1 1 1 0 0,0 0 0 0 0,0-1 0 0 0,0 1 0 0 0,1 0 0 0 0,0 0 0 0 0,0 0-1 0 0,0 0 1 0 0,1 0 0 0 0,1 0 0 0 0,1 11 0 0 0,2 5 444 0 0,3 14 1628 0 0,13 42 0 0 0,-15-66-2504 0 0,0 0 0 0 0,0-1-1 0 0,1 0 1 0 0,1 0 0 0 0,0-1-1 0 0,17 21 1 0 0,-18-25-289 0 0,-1-1 0 0 0,1 0 0 0 0,0 0 0 0 0,0-1 0 0 0,1 0 0 0 0,0 0 0 0 0,0 0 0 0 0,0-1 0 0 0,0 0 0 0 0,13 5 0 0 0,-15-8 0 0 0,-1 0 0 0 0,1 0 0 0 0,-1-1 0 0 0,1 1 0 0 0,-1-1 0 0 0,1 0 0 0 0,-1 0 0 0 0,1-1 0 0 0,-1 1 0 0 0,1-1 0 0 0,-1 0 0 0 0,1 0 0 0 0,-1 0 0 0 0,0-1 0 0 0,1 0 0 0 0,-1 0 0 0 0,0 0 0 0 0,0 0 0 0 0,0 0 0 0 0,-1-1 0 0 0,6-4 0 0 0,8-10 0 0 0,0-1 0 0 0,-2 0 0 0 0,0-2 0 0 0,0 0 0 0 0,-2 0 0 0 0,20-43 0 0 0,-25 47 0 0 0,2-6 0 0 0,-1-1 0 0 0,-2-1 0 0 0,0 1 0 0 0,-1-1 0 0 0,3-40 0 0 0,-8 56 0 0 0,0-31 0 0 0,-1 39 0 0 0,0 0 0 0 0,0 0-1 0 0,0 0 1 0 0,0 0 0 0 0,0 0 0 0 0,0 0 0 0 0,0 0 0 0 0,-1 0-1 0 0,1 0 1 0 0,0 0 0 0 0,0 0 0 0 0,0 0 0 0 0,0 0 0 0 0,0 0-1 0 0,0 0 1 0 0,0 0 0 0 0,0 0 0 0 0,-1 0 0 0 0,1 0 0 0 0,0 0-1 0 0,0 0 1 0 0,0 0 0 0 0,0 0 0 0 0,0 0 0 0 0,0 0 0 0 0,0 0-1 0 0,0 0 1 0 0,-1 0 0 0 0,1 0 0 0 0,0 0 0 0 0,0 0 0 0 0,0 0-1 0 0,0 0 1 0 0,0 0 0 0 0,0-1 0 0 0,0 1 0 0 0,0 0-1 0 0,0 0 1 0 0,0 0 0 0 0,0 0 0 0 0,0 0 0 0 0,0 0 0 0 0,0 0-1 0 0,-1 0 1 0 0,1 0 0 0 0,0-1 0 0 0,0 1 0 0 0,0 0 0 0 0,0 0-1 0 0,0 0 1 0 0,0 0 0 0 0,0 0 0 0 0,0 0 0 0 0,0 0 0 0 0,0-1-1 0 0,0 1 1 0 0,0 0 0 0 0,1 0 0 0 0,-1 0 0 0 0,0 0 0 0 0,0 0-1 0 0,0 0 1 0 0,0 0 0 0 0,-8 12 27 0 0,-4 16-242 0 0,1 3-4499 0 0,3-12-1242 0 0,6-4-4022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41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1128 0 0,'0'0'20733'0'0,"2"5"-19735"0"0,-1 0-735 0 0,1 0 0 0 0,0 0 1 0 0,0 0-1 0 0,0 0 1 0 0,1-1-1 0 0,0 1 0 0 0,0-1 1 0 0,0 0-1 0 0,0 0 0 0 0,0 0 1 0 0,1 0-1 0 0,0 0 0 0 0,0-1 1 0 0,0 0-1 0 0,0 0 0 0 0,0 0 1 0 0,1 0-1 0 0,0-1 1 0 0,-1 1-1 0 0,1-1 0 0 0,6 2 1 0 0,-5-3-239 0 0,0 0 1 0 0,-1-1 0 0 0,1 1 0 0 0,0-1-1 0 0,0 0 1 0 0,0-1 0 0 0,-1 1 0 0 0,1-1 0 0 0,0 0-1 0 0,-1-1 1 0 0,1 1 0 0 0,-1-1 0 0 0,6-3-1 0 0,4-1 195 0 0,-1-1 0 0 0,0 0-1 0 0,15-12 1 0 0,-28 18 71 0 0,8-2 62 0 0,-7 11 1855 0 0,-7 6-2203 0 0,1 0-1 0 0,1 1 1 0 0,0-1-1 0 0,0 19 1 0 0,3-22-5 0 0,0 20 0 0 0,1 0 0 0 0,9 50 0 0 0,-8-65 0 0 0,2-2 0 0 0,-10-3 0 0 0,-7-5 0 0 0,-19-3 0 0 0,25-6 0 0 0,2 0 0 0 0,-52-7 0 0 0,43 7 0 0 0,2 0 0 0 0,4-1 0 0 0,7 4 0 0 0,1 0 0 0 0,0 0 0 0 0,-1 0 0 0 0,1 0 0 0 0,0 0 0 0 0,0 0 0 0 0,-1-1 0 0 0,1 1 0 0 0,0 0 0 0 0,0 0 0 0 0,-1 0 0 0 0,1 0 0 0 0,0-1 0 0 0,0 1 0 0 0,-1 0 0 0 0,1 0 0 0 0,0-1 0 0 0,0 1 0 0 0,0 0 0 0 0,0-1 0 0 0,0 1 0 0 0,-1 0 0 0 0,1 0 0 0 0,0-1 0 0 0,0 1 0 0 0,0 0 0 0 0,0-1 0 0 0,0 1 0 0 0,0 0 0 0 0,0 0 0 0 0,0-1 0 0 0,0 1 0 0 0,0 0 0 0 0,0-1 0 0 0,0 1 0 0 0,0 0 0 0 0,0-1 0 0 0,0 1 0 0 0,1 0 0 0 0,-1 0 0 0 0,0-1 0 0 0,0 1 0 0 0,0 0 0 0 0,0-1 0 0 0,0 1 0 0 0,1 0 0 0 0,-1 0 0 0 0,0-1 0 0 0,0 1 0 0 0,1 0 0 0 0,-1 0 0 0 0,0 0 0 0 0,1-1 0 0 0,7-6 0 0 0,4 0-1227 0 0,0 1 0 0 0,1 0 0 0 0,-1 0 0 0 0,1 2 0 0 0,19-5 0 0 0,23-10-12798 0 0,-41 12 7625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41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5 161 268 0 0,'-5'-2'20000'0'0,"6"26"-14614"0"0,3-13-4422 0 0,0-1 0 0 0,0 1 0 0 0,1-1 0 0 0,0 0 0 0 0,1 0 0 0 0,10 13-1 0 0,3 6-597 0 0,-14-21-366 0 0,5 2 0 0 0,-8-13 0 0 0,-1 0 0 0 0,0 0 0 0 0,0 0 0 0 0,-1-1 0 0 0,1 1 0 0 0,0 0 0 0 0,-1 0 0 0 0,0 0 0 0 0,0-1 0 0 0,0 1 0 0 0,-1-5 0 0 0,3-23 0 0 0,2 7 0 0 0,1 0 0 0 0,1 1 0 0 0,17-42 0 0 0,-20 57 0 0 0,1 1 0 0 0,0-1 0 0 0,1 1 0 0 0,0 0 0 0 0,0 0 0 0 0,1 1 0 0 0,-1-1 0 0 0,1 1 0 0 0,1 1 0 0 0,-1-1 0 0 0,1 1 0 0 0,0 0 0 0 0,0 0 0 0 0,14-6 0 0 0,-8 8 0 0 0,-10 2 0 0 0,-1 1 0 0 0,1 0 0 0 0,-1-1 0 0 0,1 1 0 0 0,-1 0 0 0 0,1 0 0 0 0,-1 1 0 0 0,1-1 0 0 0,-1 0 0 0 0,1 1 0 0 0,-1 0 0 0 0,0-1 0 0 0,1 1 0 0 0,-1 0 0 0 0,0 0 0 0 0,1 1 0 0 0,-1-1 0 0 0,0 0 0 0 0,0 1 0 0 0,0-1 0 0 0,0 1 0 0 0,0 0 0 0 0,2 2 0 0 0,-4-4 0 0 0,9 8 0 0 0,-2 0 0 0 0,-1 2 0 0 0,0 0 0 0 0,0-1 0 0 0,0-1-145 0 0,-5-7-696 0 0,9-24-6211 0 0,-2-3-6457 0 0,-2 16 7201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42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1344 0 0,'0'0'15573'0'0,"6"-1"-14400"0"0,94-6 2135 0 0,0 4 0 0 0,182 19 1 0 0,-277-15-3177 0 0,0-1 1 0 0,0 1 0 0 0,0 0 0 0 0,0 0-1 0 0,0 1 1 0 0,0-1 0 0 0,0 1 0 0 0,0 0 0 0 0,-1 0-1 0 0,1 1 1 0 0,5 3 0 0 0,-8-3-29 0 0,0-1-1 0 0,0 1 1 0 0,-1 0 0 0 0,1-1-1 0 0,-1 1 1 0 0,1 0 0 0 0,-1 0 0 0 0,0 0-1 0 0,0 0 1 0 0,0 0 0 0 0,0 0-1 0 0,-1 0 1 0 0,1 1 0 0 0,-1-1-1 0 0,0 0 1 0 0,0 0 0 0 0,0 0-1 0 0,0 1 1 0 0,-1-1 0 0 0,0 4 0 0 0,-5 56 92 0 0,4 1 0 0 0,2-1 0 0 0,3 0 1 0 0,22 119-1 0 0,2-88-196 0 0,-4-21 0 0 0,-17-59 0 0 0,-3-10 0 0 0,-1 0 0 0 0,0 0 0 0 0,0 0 0 0 0,-1 0 0 0 0,1 0 0 0 0,-1 1 0 0 0,0-1 0 0 0,0 0 0 0 0,0 1 0 0 0,-1 5 0 0 0,0-10 0 0 0,1 0 0 0 0,-1 0 0 0 0,0 1 0 0 0,0-1 0 0 0,0 0 0 0 0,0 0 0 0 0,0 1 0 0 0,0-1 0 0 0,0 0 0 0 0,0 0 0 0 0,0 1 0 0 0,0-1 0 0 0,0 0 0 0 0,0 0 0 0 0,0 1 0 0 0,0-1 0 0 0,0 0 0 0 0,0 0 0 0 0,0 0 0 0 0,0 1 0 0 0,0-1 0 0 0,0 0 0 0 0,-1 0 0 0 0,1 1 0 0 0,0-1 0 0 0,0 0 0 0 0,0 0 0 0 0,0 0 0 0 0,0 1 0 0 0,-1-1 0 0 0,1 0 0 0 0,0 0 0 0 0,0 0 0 0 0,0 0 0 0 0,-1 0 0 0 0,1 1 0 0 0,0-1 0 0 0,0 0 0 0 0,0 0 0 0 0,-1 0 0 0 0,1 0 0 0 0,0 0 0 0 0,0 0 0 0 0,-1 0 0 0 0,1 0 0 0 0,0 0 0 0 0,0 0 0 0 0,-1 0 0 0 0,-115-14 0 0 0,101 14 0 0 0,-2 0 0 0 0,-1 1 0 0 0,1 1 0 0 0,-23 5 0 0 0,29-4 0 0 0,5 1-228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48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22 952 0 0,'-8'2'901'0'0,"-12"2"8290"0"0,-3-9 12297 0 0,27 3-21288 0 0,-1-1-179 0 0,-2 1-20 0 0,0 1-1 0 0,0 0 1 0 0,1 0 0 0 0,-1 0-1 0 0,1 0 1 0 0,-1 0 0 0 0,0 1 0 0 0,1-1-1 0 0,0 0 1 0 0,-1 1 0 0 0,1-1-1 0 0,-1 1 1 0 0,1-1 0 0 0,0 1-1 0 0,-1 0 1 0 0,1-1 0 0 0,0 1 0 0 0,-1 0-1 0 0,3 1 1 0 0,1-4-1 0 0,0 0 0 0 0,27 5 0 0 0,-30-2 0 0 0,0 0 0 0 0,0 1 0 0 0,0-1 0 0 0,0 0 0 0 0,0 1 0 0 0,-1-1 0 0 0,1 1 0 0 0,0 0 0 0 0,0-1 0 0 0,0 1 0 0 0,0 0 0 0 0,-1 0 0 0 0,1 0 0 0 0,0 1 0 0 0,-1-1 0 0 0,1 0 0 0 0,-1 1 0 0 0,1-1 0 0 0,-1 1 0 0 0,0-1 0 0 0,0 1 0 0 0,0-1 0 0 0,0 1 0 0 0,0 0 0 0 0,0 0 0 0 0,0-1 0 0 0,0 1 0 0 0,0 0 0 0 0,-1 0 0 0 0,1 0 0 0 0,-1 0 0 0 0,0 0 0 0 0,1 0 0 0 0,-1 0 0 0 0,0 0 0 0 0,0 0 0 0 0,0 0 0 0 0,-1 0 0 0 0,1 0 0 0 0,0 0 0 0 0,-1 0 0 0 0,1 0 0 0 0,-1 0 0 0 0,0 0 0 0 0,-1 1 0 0 0,1 4 0 0 0,-1 4 0 0 0,-1 1 0 0 0,-1-1 0 0 0,0 0 0 0 0,0-1 0 0 0,-1 1 0 0 0,-1-1 0 0 0,0 0 0 0 0,0 0 0 0 0,-12 14 0 0 0,6-10 0 0 0,-1 0 0 0 0,0 0 0 0 0,-1-2 0 0 0,0 1 0 0 0,-18 10 0 0 0,12-6 0 0 0,15-13 0 0 0,-1 1 0 0 0,1-1 0 0 0,-1 0 0 0 0,0 0 0 0 0,0-1 0 0 0,0 1 0 0 0,0-1 0 0 0,-10 2 0 0 0,4-1 0 0 0,12-4 0 0 0,0 0 0 0 0,0 0 0 0 0,0 0 0 0 0,-1 0 0 0 0,1 0 0 0 0,0 0 0 0 0,0 0 0 0 0,0 0 0 0 0,-1 0 0 0 0,1 0 0 0 0,0 0 0 0 0,0 0 0 0 0,0 0 0 0 0,0 0 0 0 0,-1 0 0 0 0,1 0 0 0 0,0 0 0 0 0,0 0 0 0 0,0-1 0 0 0,0 1 0 0 0,-1 0 0 0 0,1 0 0 0 0,0 0 0 0 0,0 0 0 0 0,0 0 0 0 0,0 0 0 0 0,0-1 0 0 0,0 1 0 0 0,-1 0 0 0 0,1 0 0 0 0,0 0 0 0 0,0 0 0 0 0,0-1 0 0 0,0 1 0 0 0,0 0 0 0 0,0 0 0 0 0,0 0 0 0 0,0 0 0 0 0,0-1 0 0 0,0 1 0 0 0,0 0 0 0 0,0 0 0 0 0,0 0 0 0 0,0-1 0 0 0,0 1 0 0 0,0 0 0 0 0,0 0 0 0 0,0 0 0 0 0,0 0 0 0 0,0-1 0 0 0,0 1 0 0 0,0 0 0 0 0,0 0 0 0 0,0 0 0 0 0,0 0 0 0 0,1-1 0 0 0,-1 1 0 0 0,0 0 0 0 0,0 0 0 0 0,0 0 0 0 0,0 0 0 0 0,0 0 0 0 0,0-1 0 0 0,1 1 0 0 0,-1 0 0 0 0,9-12 0 0 0,-9 11 0 0 0,4-2 0 0 0,0 1 0 0 0,1 0 0 0 0,-1 0 0 0 0,0 0 0 0 0,1 1 0 0 0,-1-1 0 0 0,1 1 0 0 0,-1 0 0 0 0,1 1 0 0 0,-1-1 0 0 0,1 1 0 0 0,0 0 0 0 0,-1 0 0 0 0,9 1 0 0 0,12-2 0 0 0,8 0 0 0 0,62 4 0 0 0,38 2 0 0 0,-121-6 0 0 0,1-1 0 0 0,2-1 0 0 0,-15 3 0 0 0,1-1 0 0 0,-1 1 0 0 0,0 0 0 0 0,0-1 0 0 0,1 1 0 0 0,-1 0 0 0 0,0-1 0 0 0,0 1 0 0 0,0 0 0 0 0,0-1 0 0 0,1 1 0 0 0,-1-1 0 0 0,0 1 0 0 0,0 0 0 0 0,0-1 0 0 0,0 1 0 0 0,0-1 0 0 0,0 1 0 0 0,0 0 0 0 0,0-1 0 0 0,0 1 0 0 0,0-1 0 0 0,0 1 0 0 0,0 0 0 0 0,-1-1 0 0 0,1 1 0 0 0,0-1 0 0 0,0 1 0 0 0,-1-1 0 0 0,-8-13 0 0 0,2 6 0 0 0,-2-14-2483 0 0,5-4-15248 0 0,4 23 16506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48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564 14 828 0 0,'-3'-1'524'0'0,"-1"-1"-1"0"0,1 0 1 0 0,0 0 0 0 0,0 1-1 0 0,-1 0 1 0 0,1 0 0 0 0,-1 0-1 0 0,1 0 1 0 0,-1 0 0 0 0,1 1 0 0 0,-1-1-1 0 0,0 1 1 0 0,-3 0 0 0 0,-51 3 5942 0 0,41 0-5364 0 0,0 0 1 0 0,0 1-1 0 0,0 1 0 0 0,1 1 0 0 0,-1 0 1 0 0,1 1-1 0 0,1 1 0 0 0,-1 0 0 0 0,-20 16 1 0 0,13-6-208 0 0,0 2 0 0 0,1 0 0 0 0,1 1 1 0 0,-31 41-1 0 0,37-42-719 0 0,0 1 0 0 0,2 0 0 0 0,0 1 0 0 0,1 1 1 0 0,1 0-1 0 0,1 0 0 0 0,2 1 0 0 0,0 0 0 0 0,1 0 0 0 0,2 1 0 0 0,0 0 1 0 0,2 0-1 0 0,0 1 0 0 0,3 44 0 0 0,1-61-176 0 0,0 1 0 0 0,1 0 0 0 0,0-1 0 0 0,1 0 0 0 0,0 1 0 0 0,0-1 0 0 0,1 0 0 0 0,0 0 0 0 0,1-1 0 0 0,0 0 0 0 0,0 1 0 0 0,1-1 0 0 0,0-1 0 0 0,0 1 0 0 0,1-1 0 0 0,0-1 0 0 0,0 1 0 0 0,1-1 0 0 0,-1 0 0 0 0,1-1 0 0 0,1 1 0 0 0,-1-2 0 0 0,1 1 0 0 0,13 4 0 0 0,-6-4 0 0 0,0 0 0 0 0,0-1 0 0 0,1 0 0 0 0,-1-2 0 0 0,1 0 0 0 0,0 0 0 0 0,0-2 0 0 0,0 0 0 0 0,0-1 0 0 0,0-1 0 0 0,-1 0 0 0 0,1-1 0 0 0,21-8 0 0 0,-4 0 0 0 0,-1-3 0 0 0,0-1 0 0 0,-1-1 0 0 0,0-1 0 0 0,-2-2 0 0 0,36-29 0 0 0,-46 32 0 0 0,0-1 0 0 0,-2-1 0 0 0,0-1 0 0 0,-1-1 0 0 0,0 0 0 0 0,-2-1 0 0 0,-1-1 0 0 0,0 0 0 0 0,13-32 0 0 0,-23 45 0 0 0,0-1 0 0 0,-1 1 0 0 0,0 0 0 0 0,-1-1 0 0 0,0 0 0 0 0,-1 0 0 0 0,0 1 0 0 0,0-1 0 0 0,-1 0 0 0 0,0 0 0 0 0,-1 0 0 0 0,0 0 0 0 0,-1 0 0 0 0,1 1 0 0 0,-2-1 0 0 0,0 1 0 0 0,0-1 0 0 0,-1 1 0 0 0,0 0 0 0 0,0 0 0 0 0,-1 0 0 0 0,0 1 0 0 0,0 0 0 0 0,-1 0 0 0 0,-1 0 0 0 0,1 1 0 0 0,-1 0 0 0 0,0 0 0 0 0,-1 0 0 0 0,1 1 0 0 0,-1 0 0 0 0,-1 1 0 0 0,1 0 0 0 0,-18-8 0 0 0,12 7 0 0 0,-1 0 0 0 0,0 1 0 0 0,0 1 0 0 0,0 1 0 0 0,-1 0 0 0 0,1 1 0 0 0,-27-1 0 0 0,32 3 0 0 0,1 0 0 0 0,-1 1 0 0 0,1 0 0 0 0,-1 0 0 0 0,1 1 0 0 0,-1 0 0 0 0,1 1 0 0 0,0 0 0 0 0,0 0 0 0 0,1 1 0 0 0,-1 0 0 0 0,1 1 0 0 0,-15 10 0 0 0,21-13-270 0 0,0 1 0 0 0,1-1-1 0 0,-1 1 1 0 0,1 0 0 0 0,0-1 0 0 0,0 1-1 0 0,0 0 1 0 0,0 0 0 0 0,0 0 0 0 0,0 0 0 0 0,1 0-1 0 0,-1 0 1 0 0,1 0 0 0 0,0 3 0 0 0,1 21-6340 0 0,5-8-3735 0 0,1-10 3734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49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57 844 0 0,'-6'-9'2502'0'0,"5"3"1005"0"0,1 4-3066 0 0,-1 0 0 0 0,1 0-1 0 0,-1 0 1 0 0,1 0-1 0 0,-1 1 1 0 0,1-1 0 0 0,-1 0-1 0 0,0 0 1 0 0,0 0 0 0 0,0 1-1 0 0,0-1 1 0 0,0 1 0 0 0,-1-1-1 0 0,1 1 1 0 0,0-1-1 0 0,-1 1 1 0 0,1-1 0 0 0,-1 1-1 0 0,1 0 1 0 0,-1 0 0 0 0,0 0-1 0 0,1 0 1 0 0,-1 0-1 0 0,0 0 1 0 0,0 1 0 0 0,0-1-1 0 0,0 0 1 0 0,1 1 0 0 0,-1 0-1 0 0,0-1 1 0 0,0 1 0 0 0,0 0-1 0 0,0 0 1 0 0,0 0-1 0 0,-3 0 1 0 0,3 0 479 0 0,-20 3 887 0 0,14-1-1207 0 0,0 0 0 0 0,0 1 0 0 0,0 0 1 0 0,0 0-1 0 0,1 1 0 0 0,-1-1 0 0 0,1 2 0 0 0,0-1 0 0 0,0 1 0 0 0,-10 9 1 0 0,-13 8 121 0 0,19-14-722 0 0,1 1 0 0 0,-1-1 0 0 0,2 2 0 0 0,-1-1 0 0 0,1 1 0 0 0,1 1 0 0 0,-1 0 0 0 0,2 0 0 0 0,0 0 0 0 0,-7 16 0 0 0,10-20 0 0 0,1 0 0 0 0,0 0 0 0 0,0 0 0 0 0,1 1 0 0 0,0-1 0 0 0,1 1 0 0 0,-1 0 0 0 0,1 0 0 0 0,1-1 0 0 0,0 1 0 0 0,0 0 0 0 0,0 0 0 0 0,1-1 0 0 0,0 1 0 0 0,0 0 0 0 0,1-1 0 0 0,0 1 0 0 0,6 13 0 0 0,-2-11 0 0 0,-1 0 0 0 0,2 0 0 0 0,-1-1 0 0 0,1 0 0 0 0,1 0 0 0 0,0-1 0 0 0,0 1 0 0 0,0-2 0 0 0,1 1 0 0 0,0-2 0 0 0,1 1 0 0 0,12 6 0 0 0,-9-6 0 0 0,1-2 0 0 0,0 1 0 0 0,0-2 0 0 0,1 0 0 0 0,-1 0 0 0 0,1-1 0 0 0,0-1 0 0 0,0-1 0 0 0,17 0 0 0 0,-7-2 0 0 0,0 0 0 0 0,-1-2 0 0 0,30-8 0 0 0,-40 8 0 0 0,-1 0 0 0 0,0-2 0 0 0,0 1 0 0 0,-1-2 0 0 0,1 0 0 0 0,-1 0 0 0 0,16-12 0 0 0,-24 15 0 0 0,-1 1 0 0 0,1-1 0 0 0,-1 0 0 0 0,0 0 0 0 0,0 0 0 0 0,0 0 0 0 0,0-1 0 0 0,0 1 0 0 0,-1-1 0 0 0,1 0 0 0 0,-1 0 0 0 0,0 0 0 0 0,-1 0 0 0 0,1 0 0 0 0,0 0 0 0 0,-1 0 0 0 0,0-1 0 0 0,0 1 0 0 0,-1 0 0 0 0,1-1 0 0 0,-1 1 0 0 0,0-8 0 0 0,-1 6 0 0 0,-1 0 0 0 0,0-1 0 0 0,0 2 0 0 0,-1-1 0 0 0,1 0 0 0 0,-1 0 0 0 0,-1 1 0 0 0,1 0 0 0 0,-1-1 0 0 0,0 1 0 0 0,0 1 0 0 0,0-1 0 0 0,0 0 0 0 0,-11-7 0 0 0,9 8 0 0 0,0 0 0 0 0,-1 0 0 0 0,0 0 0 0 0,1 1 0 0 0,-1-1 0 0 0,0 2 0 0 0,-1-1 0 0 0,1 1 0 0 0,0 0 0 0 0,-1 1 0 0 0,-11-2 0 0 0,16 3 0 0 0,1-1 0 0 0,-1 1 0 0 0,0 0 0 0 0,1-1 0 0 0,-1 1 0 0 0,0 1 0 0 0,0-1 0 0 0,1 0 0 0 0,-1 1 0 0 0,1-1 0 0 0,-1 1 0 0 0,0 0 0 0 0,1 0 0 0 0,-1 0 0 0 0,1 0 0 0 0,0 0 0 0 0,-1 0 0 0 0,1 1 0 0 0,0-1 0 0 0,0 1 0 0 0,0 0 0 0 0,0-1 0 0 0,0 1 0 0 0,0 0 0 0 0,0 0 0 0 0,-2 3 0 0 0,-2 5 0 0 0,1 3 0 0 0,5-12-1 0 0,0-1 0 0 0,0 1-1 0 0,0 0 1 0 0,0-1 0 0 0,0 1 0 0 0,0 0 0 0 0,0-1 0 0 0,0 1-1 0 0,0 0 1 0 0,0 0 0 0 0,0-1 0 0 0,0 1 0 0 0,0 0 0 0 0,0-1-1 0 0,1 1 1 0 0,-1 0 0 0 0,0-1 0 0 0,0 1 0 0 0,1 0-1 0 0,-1-1 1 0 0,1 1 0 0 0,-1-1 0 0 0,0 1 0 0 0,2 0 0 0 0,3 1-205 0 0,-3-1-1024 0 0,11-1-1678 0 0,-6-2-2588 0 0,8-4 1188 0 0,-3 1-2733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0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92 328 0 0,'-1'-2'12147'0'0,"-12"-8"-1010"0"0,12 12-11009 0 0,0 1-1 0 0,0 0 0 0 0,0-1 1 0 0,0 1-1 0 0,0 0 0 0 0,1 0 1 0 0,-1 0-1 0 0,1-1 1 0 0,0 1-1 0 0,0 0 0 0 0,0 0 1 0 0,0 0-1 0 0,0 0 1 0 0,1 0-1 0 0,-1-1 0 0 0,1 1 1 0 0,0 0-1 0 0,0 0 1 0 0,0-1-1 0 0,0 1 0 0 0,0 0 1 0 0,1-1-1 0 0,-1 1 0 0 0,1-1 1 0 0,0 0-1 0 0,-1 0 1 0 0,1 1-1 0 0,0-1 0 0 0,0 0 1 0 0,1 0-1 0 0,-1-1 1 0 0,0 1-1 0 0,1 0 0 0 0,-1-1 1 0 0,1 0-1 0 0,-1 1 0 0 0,1-1 1 0 0,-1 0-1 0 0,1 0 1 0 0,0 0-1 0 0,0-1 0 0 0,0 1 1 0 0,-1-1-1 0 0,1 1 1 0 0,0-1-1 0 0,0 0 0 0 0,0 0 1 0 0,5-1-1 0 0,12-2-142 0 0,-1 0 1 0 0,0-1-1 0 0,0-1 1 0 0,0-1-1 0 0,0-1 0 0 0,-1 0 1 0 0,0-1-1 0 0,-1-1 1 0 0,0-1-1 0 0,0-1 0 0 0,15-12 1 0 0,-28 19 27 0 0,0 0 0 0 0,-1 0 0 0 0,1 0 0 0 0,-1 0 0 0 0,0-1 0 0 0,0 1 0 0 0,-1-1 0 0 0,1 0 0 0 0,-1 0 0 0 0,0 0 0 0 0,2-8 0 0 0,-4 13 8 0 0,0-1 1 0 0,-1 0 0 0 0,1 1 0 0 0,0-1-1 0 0,0 0 1 0 0,0 1 0 0 0,-1-1 0 0 0,1 0-1 0 0,0 1 1 0 0,-1-1 0 0 0,1 1 0 0 0,0-1-1 0 0,-1 1 1 0 0,1-1 0 0 0,-1 1-1 0 0,1-1 1 0 0,-1 1 0 0 0,1-1 0 0 0,-1 1-1 0 0,1-1 1 0 0,-1 1 0 0 0,1 0 0 0 0,-1-1-1 0 0,0 1 1 0 0,1 0 0 0 0,-1 0 0 0 0,1 0-1 0 0,-1-1 1 0 0,0 1 0 0 0,1 0-1 0 0,-1 0 1 0 0,0 0 0 0 0,1 0 0 0 0,-2 0-1 0 0,-22-3 536 0 0,14 4-484 0 0,1 0 0 0 0,-1 1 1 0 0,1 0-1 0 0,0 1 1 0 0,0 0-1 0 0,0 0 1 0 0,0 1-1 0 0,0 0 0 0 0,1 1 1 0 0,0 0-1 0 0,0 0 1 0 0,0 1-1 0 0,0-1 1 0 0,1 2-1 0 0,0-1 0 0 0,0 1 1 0 0,1 0-1 0 0,0 1 1 0 0,0-1-1 0 0,1 1 1 0 0,-9 16-1 0 0,13-21-73 0 0,0-1 0 0 0,0 0 0 0 0,0 1 0 0 0,1-1 0 0 0,-1 1 0 0 0,1-1 0 0 0,-1 1 0 0 0,1 0 0 0 0,0-1 0 0 0,0 1 0 0 0,0-1 0 0 0,0 1 0 0 0,1 0 0 0 0,-1-1 0 0 0,1 1 0 0 0,-1-1 0 0 0,1 1 0 0 0,0-1 0 0 0,2 5 0 0 0,-1-3 0 0 0,1-1 0 0 0,0 1 0 0 0,-1-1 0 0 0,1 0 0 0 0,1 1 0 0 0,-1-1 0 0 0,0-1 0 0 0,1 1 0 0 0,0 0 0 0 0,6 3 0 0 0,1-1 0 0 0,-1 0 0 0 0,0-1 0 0 0,1 0 0 0 0,0-1 0 0 0,0 0 0 0 0,0-1 0 0 0,0 0 0 0 0,16 0 0 0 0,-5-3 0 0 0,0-1 0 0 0,0 0 0 0 0,0-2 0 0 0,-1 0 0 0 0,0-2 0 0 0,40-15 0 0 0,-57 19 0 0 0,-1 1 0 0 0,-1 0 0 0 0,-1 0 0 0 0,1 0 0 0 0,0 0 0 0 0,0 0 0 0 0,0-1 0 0 0,-1 1 0 0 0,1-1 0 0 0,0 1 0 0 0,-1-1 0 0 0,0 0 0 0 0,1 0 0 0 0,-1 1 0 0 0,0-1 0 0 0,0 0 0 0 0,2-4 0 0 0,0-6 0 0 0,-12 1 0 0 0,7 9-442 0 0,0 0 0 0 0,0 1-1 0 0,-1-1 1 0 0,1 0 0 0 0,0 1 0 0 0,-1 0-1 0 0,1-1 1 0 0,-1 1 0 0 0,0 0 0 0 0,-5-1-1 0 0,-17 3-12520 0 0,19 0 8114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0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17 912 0 0,'-3'-16'17437'0'0,"-4"34"-13807"0"0,0 20-4947 0 0,5-17 4014 0 0,3 17-1265 0 0,3-1-1 0 0,1 1 1 0 0,1-1 0 0 0,2 0 0 0 0,18 46 0 0 0,-14-34-676 0 0,-9-35-746 0 0,0-1 0 0 0,1 0 1 0 0,0 0-1 0 0,1 0 0 0 0,8 14 0 0 0,28 69-1575 0 0,-40-94 321 0 0,-14-27-11516 0 0,3 8 6228 0 0,4 3 534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1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2 188 0 0,'-12'-1'-1'0'0,"2"4"5754"0"0,9 6 375 0 0,3 0-5626 0 0,0-5-42 0 0,1-1 0 0 0,0 0 0 0 0,0 0 1 0 0,0 0-1 0 0,1 0 0 0 0,-1-1 0 0 0,0 1 0 0 0,1-1 1 0 0,0 0-1 0 0,7 3 0 0 0,-8-3 108 0 0,19 8 683 0 0,1 0-1 0 0,0-1 1 0 0,1-2 0 0 0,0 0 0 0 0,0-2 0 0 0,34 4 0 0 0,-36-7-1659 0 0,0-1 1 0 0,-1-1-1 0 0,1-1 0 0 0,25-4 1 0 0,-4-6-4518 0 0,-29 2-4185 0 0,-8 2 2991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2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96 122 1056 0 0,'0'0'8718'0'0,"0"4"-7130"0"0,0 3-607 0 0,0 0 0 0 0,-1-1 0 0 0,0 1 0 0 0,0-1 0 0 0,-1 0-1 0 0,0 1 1 0 0,-4 11 0 0 0,5-15-749 0 0,0 0 1 0 0,1 0-1 0 0,0 0 0 0 0,-1 0 1 0 0,1 0-1 0 0,1 0 0 0 0,-1 0 1 0 0,0 0-1 0 0,1 0 0 0 0,-1-1 1 0 0,1 1-1 0 0,0 0 0 0 0,0 0 1 0 0,0 0-1 0 0,2 3 0 0 0,4 18 1289 0 0,-5-21-1117 0 0,-1 0-1 0 0,1-1 1 0 0,0 1 0 0 0,0-1 0 0 0,0 0-1 0 0,0 0 1 0 0,0 0 0 0 0,1 0 0 0 0,-1 0-1 0 0,5 3 1 0 0,-3-11-259 0 0,-1 1 0 0 0,0 0 0 0 0,0-1 0 0 0,0 0 0 0 0,-1 0 0 0 0,0 0-1 0 0,0 0 1 0 0,0 0 0 0 0,-1 0 0 0 0,0 0 0 0 0,0-1 0 0 0,0 1 0 0 0,-1 0 0 0 0,0-1 0 0 0,-1-8 0 0 0,1-2 107 0 0,1 0-1 0 0,0 0 1 0 0,2 1 0 0 0,0-1 0 0 0,7-21 0 0 0,-9 34-251 0 0,-1 1 1 0 0,1 0-1 0 0,0 0 1 0 0,1 0 0 0 0,-1 0-1 0 0,0 0 1 0 0,1 0-1 0 0,0 0 1 0 0,0 0 0 0 0,0 1-1 0 0,0-1 1 0 0,0 1-1 0 0,0-1 1 0 0,1 1 0 0 0,-1 0-1 0 0,1 0 1 0 0,-1 0-1 0 0,1 0 1 0 0,0 0-1 0 0,0 1 1 0 0,0-1 0 0 0,0 1-1 0 0,0 0 1 0 0,0 0-1 0 0,0 0 1 0 0,0 0 0 0 0,1 0-1 0 0,-1 1 1 0 0,0-1-1 0 0,5 1 1 0 0,-3-1-2 0 0,0 1 0 0 0,0 0 0 0 0,1 0 0 0 0,-1 0 0 0 0,0 0 0 0 0,0 1 0 0 0,1 0 0 0 0,-1 0 0 0 0,0 0 0 0 0,0 1 0 0 0,0-1 0 0 0,0 1 0 0 0,-1 1 0 0 0,8 3 0 0 0,-2 2 0 0 0,-1 0 0 0 0,1 0 0 0 0,-2 1 0 0 0,14 18 0 0 0,-21-26 0 0 0,3 2 0 0 0,5 18 0 0 0,-2-9 0 0 0,2-2 0 0 0,-9-10 0 0 0,0 0 0 0 0,1 0 0 0 0,-1 0 0 0 0,0 0 0 0 0,0 0 0 0 0,0 0 0 0 0,0 1 0 0 0,0-1 0 0 0,0 0 0 0 0,0 0 0 0 0,0 0 0 0 0,0 0 0 0 0,0 0 0 0 0,1 0 0 0 0,-1 1 0 0 0,0-1 0 0 0,0 0 0 0 0,0 0 0 0 0,0 0 0 0 0,0 0 0 0 0,0 1 0 0 0,0-1 0 0 0,0 0 0 0 0,0 0 0 0 0,0 0 0 0 0,0 0 0 0 0,0 0 0 0 0,0 1 0 0 0,0-1 0 0 0,-1 0 0 0 0,1 0 0 0 0,0 0 0 0 0,0 0 0 0 0,0 0 0 0 0,0 1 0 0 0,0-1 0 0 0,0 0 0 0 0,0 0 0 0 0,0 0 0 0 0,0 0 0 0 0,0 0 0 0 0,-1 0 0 0 0,1 0 0 0 0,0 0 0 0 0,0 1 0 0 0,0-1 0 0 0,0 0 0 0 0,0 0 0 0 0,-1 0 0 0 0,1 0 0 0 0,0 0 0 0 0,0 0 0 0 0,0 0 0 0 0,0 0 0 0 0,0 0 0 0 0,-1 0 0 0 0,1 0 0 0 0,0 0 0 0 0,0 0 0 0 0,0 0 0 0 0,0 0 0 0 0,0 0 0 0 0,-1 0 0 0 0,1 0 0 0 0,0 0 0 0 0,-6-3 0 0 0,1 1 0 0 0,0-1 0 0 0,0 0 0 0 0,0 0 0 0 0,0-1 0 0 0,0 1 0 0 0,-4-5 0 0 0,4 2 0 0 0,0 0 0 0 0,0 1 0 0 0,-1 0 0 0 0,1 0 0 0 0,-1 0 0 0 0,-1 1 0 0 0,1 0 0 0 0,0 0 0 0 0,-1 1 0 0 0,0 0 0 0 0,-10-4 0 0 0,9 6 0 0 0,-1 0 0 0 0,1 0 0 0 0,-1 1 0 0 0,1 0 0 0 0,-1 1 0 0 0,1-1 0 0 0,-1 2 0 0 0,1-1 0 0 0,-1 1 0 0 0,1 0 0 0 0,0 1 0 0 0,0 0 0 0 0,0 0 0 0 0,0 1 0 0 0,1 0 0 0 0,-1 0 0 0 0,1 1 0 0 0,0 0 0 0 0,0 0 0 0 0,1 1 0 0 0,-9 8 0 0 0,3-1 0 0 0,1 0 0 0 0,0 1 0 0 0,1 0 0 0 0,1 0 0 0 0,0 1 0 0 0,1 1 0 0 0,0-1 0 0 0,-10 34 0 0 0,16-44 0 0 0,1 0 0 0 0,-1 1 0 0 0,1 0 0 0 0,0-1 0 0 0,1 1 0 0 0,-1 0 0 0 0,1-1 0 0 0,0 1 0 0 0,1 0 0 0 0,-1-1 0 0 0,1 1 0 0 0,0 0 0 0 0,1-1 0 0 0,-1 1 0 0 0,1-1 0 0 0,0 0 0 0 0,0 1 0 0 0,1-1 0 0 0,0 0 0 0 0,0 0 0 0 0,0-1 0 0 0,0 1 0 0 0,1-1 0 0 0,0 1 0 0 0,0-1 0 0 0,0 0 0 0 0,0 0 0 0 0,0-1 0 0 0,1 0 0 0 0,0 1 0 0 0,0-1 0 0 0,0-1 0 0 0,0 1 0 0 0,0-1 0 0 0,0 0 0 0 0,1 0 0 0 0,-1 0 0 0 0,1-1 0 0 0,-1 0 0 0 0,1 0 0 0 0,0 0 0 0 0,-1-1 0 0 0,1 0 0 0 0,0 0 0 0 0,-1 0 0 0 0,1-1 0 0 0,0 0 0 0 0,-1 0 0 0 0,1 0 0 0 0,6-3 0 0 0,1 0 0 0 0,0 0 0 0 0,-1-1 0 0 0,1 0 0 0 0,-1-1 0 0 0,0 0 0 0 0,-1-1 0 0 0,1 0 0 0 0,-1-1 0 0 0,-1 0 0 0 0,1-1 0 0 0,-1 0 0 0 0,-1-1 0 0 0,0 0 0 0 0,0 0 0 0 0,-1-1 0 0 0,-1 0 0 0 0,1-1 0 0 0,5-14 0 0 0,-9 21 0 0 0,-1 0 0 0 0,-1-1 0 0 0,1 1 0 0 0,-1-1 0 0 0,0 0 0 0 0,0 0 0 0 0,0 0 0 0 0,-1 0 0 0 0,0 0 0 0 0,0 0 0 0 0,-1 0 0 0 0,0-1 0 0 0,0 1 0 0 0,0 0 0 0 0,-1 0 0 0 0,0 0 0 0 0,0 0 0 0 0,0 0 0 0 0,-1 0 0 0 0,-2-7 0 0 0,3 12 0 0 0,1 0 0 0 0,0 0 0 0 0,0 0 0 0 0,-1 1 0 0 0,1-1 0 0 0,0 0 0 0 0,-1 0 0 0 0,1 0 0 0 0,-1 0 0 0 0,1 1 0 0 0,-1-1 0 0 0,0 0 0 0 0,1 0 0 0 0,-1 1 0 0 0,0-1 0 0 0,1 0 0 0 0,-1 1 0 0 0,0-1 0 0 0,-1 0 0 0 0,-7-5 0 0 0,-1 2 0 0 0,-3 5 0 0 0,-2 10 0 0 0,13-8 0 0 0,1 0 0 0 0,0 0 0 0 0,1 0 0 0 0,-1 0 0 0 0,0 0 0 0 0,1 0 0 0 0,0 0 0 0 0,0 1 0 0 0,0-1 0 0 0,0 0 0 0 0,0 0 0 0 0,1 5 0 0 0,0 5 0 0 0,0-7 0 0 0,0 0 0 0 0,0 1 0 0 0,0-1 0 0 0,1 0 0 0 0,0 0 0 0 0,0 0 0 0 0,0 0 0 0 0,1-1 0 0 0,0 1 0 0 0,0 0 0 0 0,1-1 0 0 0,-1 0 0 0 0,1 0 0 0 0,8 8 0 0 0,-4-4 0 0 0,1-1 0 0 0,1 1 0 0 0,-1-2 0 0 0,1 0 0 0 0,1 0 0 0 0,18 9 0 0 0,-24-14 0 0 0,0 0 0 0 0,1-1 0 0 0,-1 1 0 0 0,0-1 0 0 0,1 0 0 0 0,-1-1 0 0 0,1 0 0 0 0,8 0 0 0 0,-9 0 0 0 0,1-1 0 0 0,-1 1 0 0 0,0-1 0 0 0,0 0 0 0 0,0 0 0 0 0,0-1 0 0 0,0 0 0 0 0,0 0 0 0 0,0 0 0 0 0,0 0 0 0 0,-1-1 0 0 0,1 0 0 0 0,-1 0 0 0 0,0 0 0 0 0,0 0 0 0 0,0-1 0 0 0,0 1 0 0 0,0-1 0 0 0,-1 0 0 0 0,0 0 0 0 0,5-8 0 0 0,7-7 0 0 0,-9 12 0 0 0,0-2 0 0 0,0 1 0 0 0,-1-1 0 0 0,0 0 0 0 0,-1 0 0 0 0,1 0 0 0 0,-2 0 0 0 0,4-15 0 0 0,6-13 0 0 0,-11 25 0 0 0,-5 19 0 0 0,0-3 0 0 0,0 1 0 0 0,1 0 0 0 0,-1-1 0 0 0,1 1 0 0 0,0 0 0 0 0,0 0 0 0 0,1 0 0 0 0,0 1 0 0 0,0-1 0 0 0,-1 6 0 0 0,2-3 0 0 0,1 0 0 0 0,-1 0 0 0 0,1 0 0 0 0,1 0 0 0 0,0 0 0 0 0,0 0 0 0 0,0 0 0 0 0,1-1 0 0 0,0 1 0 0 0,1-1 0 0 0,-1 0 0 0 0,1 0 0 0 0,1 0 0 0 0,7 9 0 0 0,-9-12 0 0 0,0-1 0 0 0,1 0 0 0 0,-1 0 0 0 0,1 0 0 0 0,0-1 0 0 0,0 1 0 0 0,0-1 0 0 0,0 0 0 0 0,1 0 0 0 0,-1 0 0 0 0,0 0 0 0 0,1-1 0 0 0,-1 0 0 0 0,1 0 0 0 0,0 0 0 0 0,-1-1 0 0 0,1 1 0 0 0,0-1 0 0 0,-1 0 0 0 0,1 0 0 0 0,0-1 0 0 0,-1 1 0 0 0,1-1 0 0 0,-1 0 0 0 0,1-1 0 0 0,7-2 0 0 0,2-2-6 0 0,0 0 0 0 0,0-1 0 0 0,0-1 0 0 0,-1 0-1 0 0,0-1 1 0 0,-1 0 0 0 0,0-1 0 0 0,0 0 0 0 0,-1-1 0 0 0,0-1 0 0 0,-1 1 0 0 0,12-20 0 0 0,-17 25-71 0 0,0 0 0 0 0,-1 0 0 0 0,0 0 0 0 0,0-1 0 0 0,0 1 0 0 0,-1-1 1 0 0,0 0-1 0 0,0 0 0 0 0,-1 0 0 0 0,0-1 0 0 0,0 1 0 0 0,-1 0 0 0 0,1-13 1 0 0,-2 18 353 0 0,-2 1 249 0 0,1 1-519 0 0,0 0 0 0 0,0-1 0 0 0,1 1 0 0 0,-1 0 0 0 0,0 0 0 0 0,0 0 0 0 0,0 0 0 0 0,0 0 0 0 0,0 0 1 0 0,0 0-1 0 0,1 0 0 0 0,-1 0 0 0 0,0 0 0 0 0,0 1 0 0 0,0-1 0 0 0,0 0 0 0 0,1 0 0 0 0,-1 1 0 0 0,0-1 0 0 0,0 1 0 0 0,0-1 0 0 0,1 1 0 0 0,-1-1 0 0 0,0 1 0 0 0,1-1 0 0 0,-1 1 0 0 0,0 0 0 0 0,1-1 0 0 0,-1 1 0 0 0,1 0 0 0 0,-1-1 0 0 0,1 1 0 0 0,0 0 0 0 0,-1 0 0 0 0,1-1 0 0 0,0 1 1 0 0,-1 0-1 0 0,1 0 0 0 0,0 0 0 0 0,0 0 0 0 0,0 0 0 0 0,-1-1 0 0 0,1 1 0 0 0,0 0 0 0 0,0 0 0 0 0,0 0 0 0 0,1 0 0 0 0,-1 0 0 0 0,0 0 0 0 0,-1 7-7 0 0,1 1 0 0 0,0-1 0 0 0,0 0 0 0 0,1 0 0 0 0,0 0 0 0 0,0 0 0 0 0,1 0 0 0 0,0-1 0 0 0,0 1 0 0 0,1 0 0 0 0,0-1 0 0 0,0 1 0 0 0,9 11 0 0 0,-4-5 0 0 0,-7-11 0 0 0,1 1 0 0 0,0-1 0 0 0,0 0 0 0 0,0 0 0 0 0,1 0 0 0 0,-1 0 0 0 0,1 0 0 0 0,0-1 0 0 0,-1 1 0 0 0,1-1 0 0 0,0 1 0 0 0,1-1 0 0 0,-1 0 0 0 0,0 0 0 0 0,0-1 0 0 0,1 1 0 0 0,-1-1 0 0 0,1 1 0 0 0,0-1 0 0 0,-1 0 0 0 0,1-1 0 0 0,5 2 0 0 0,-7-2-1 0 0,0 0-1 0 0,-1 0 1 0 0,1 0-1 0 0,0 0 1 0 0,-1 0-1 0 0,1 0 1 0 0,0 0-1 0 0,-1-1 1 0 0,1 1-1 0 0,0-1 1 0 0,-1 1-1 0 0,1-1 1 0 0,-1 0 0 0 0,1 1-1 0 0,-1-1 1 0 0,1 0-1 0 0,-1 0 1 0 0,0 0-1 0 0,1 0 1 0 0,-1 0-1 0 0,0 0 1 0 0,0-1-1 0 0,0 1 1 0 0,1 0-1 0 0,0-2 1 0 0,1-1-181 0 0,-1 3-210 0 0,-1-1 0 0 0,1 0 0 0 0,0 1 0 0 0,-1-1 1 0 0,1 0-1 0 0,-1 0 0 0 0,0 0 0 0 0,0 0 0 0 0,1 0 0 0 0,-1 0 0 0 0,-1 0 0 0 0,2-4 0 0 0,8-12-6894 0 0,0 9-344 0 0,-2 1 583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3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233 125 264 0 0,'0'-42'10343'0'0,"1"40"-10023"0"0,3-17 1801 0 0,-4 19-2054 0 0,0 0 1 0 0,0-1-1 0 0,0 1 1 0 0,1 0-1 0 0,-1-1 0 0 0,0 1 1 0 0,0-1-1 0 0,0 1 1 0 0,0 0-1 0 0,0-1 0 0 0,0 1 1 0 0,0-1-1 0 0,0 1 1 0 0,0 0-1 0 0,0-1 1 0 0,-1 1-1 0 0,1-1 0 0 0,0 1 1 0 0,0 0-1 0 0,0-1 1 0 0,0 1-1 0 0,0-1 0 0 0,-1 1 1 0 0,1 0-1 0 0,0-1 1 0 0,0 1-1 0 0,-1 0 1 0 0,1 0-1 0 0,0-1 0 0 0,-1 1 1 0 0,1 0-1 0 0,0 0 1 0 0,-1-1-1 0 0,0 1 746 0 0,3-26 2145 0 0,-4 25-2202 0 0,-7-18 4654 0 0,5 18-5098 0 0,-1 0 0 0 0,0 0 0 0 0,1 1-1 0 0,-1 0 1 0 0,0 0 0 0 0,1 0 0 0 0,-1 1 0 0 0,0-1 0 0 0,1 1 0 0 0,-1 0 0 0 0,1 1 0 0 0,-1-1-1 0 0,1 1 1 0 0,0 0 0 0 0,0 0 0 0 0,-1 0 0 0 0,1 0 0 0 0,1 1 0 0 0,-1 0 0 0 0,-4 3-1 0 0,-11 9 3 0 0,0 0-1 0 0,-23 26 1 0 0,37-36-314 0 0,0 1 0 0 0,1-1 0 0 0,-1 1 0 0 0,1 0 0 0 0,1 0 0 0 0,-1 0 0 0 0,1 0 0 0 0,0 1 0 0 0,1-1 0 0 0,0 1 0 0 0,0 0 0 0 0,0 0 0 0 0,0 0 0 0 0,0 9 0 0 0,2-12 0 0 0,0 0 0 0 0,1 0 0 0 0,-1 0 0 0 0,1 0 0 0 0,-1 0 0 0 0,1-1 0 0 0,0 1 0 0 0,1 0 0 0 0,-1-1 0 0 0,1 1 0 0 0,-1-1 0 0 0,1 1 0 0 0,0-1 0 0 0,0 0 0 0 0,1 1 0 0 0,-1-1 0 0 0,1 0 0 0 0,-1-1 0 0 0,1 1 0 0 0,0 0 0 0 0,0-1 0 0 0,0 0 0 0 0,0 1 0 0 0,1-1 0 0 0,-1 0 0 0 0,1-1 0 0 0,6 3 0 0 0,-2-1 0 0 0,0-1 0 0 0,0 0 0 0 0,1-1 0 0 0,-1 1 0 0 0,0-2 0 0 0,1 1 0 0 0,-1-1 0 0 0,1-1 0 0 0,-1 1 0 0 0,0-1 0 0 0,1-1 0 0 0,-1 0 0 0 0,0 0 0 0 0,0 0 0 0 0,0-1 0 0 0,14-7 0 0 0,2-3 0 0 0,0-1 0 0 0,-1 0 0 0 0,39-34 0 0 0,-41 22 0 0 0,-9 4 0 0 0,-5 8 0 0 0,-6 1 0 0 0,1 27 0 0 0,1 0 0 0 0,0 0 0 0 0,1 0 0 0 0,1 0 0 0 0,0-1 0 0 0,1 0 0 0 0,11 19 0 0 0,23 58 0 0 0,-23-44 0 0 0,-7-21 0 0 0,12 47 0 0 0,-21-65 0 0 0,1 0 0 0 0,-1 0 0 0 0,-1 0 0 0 0,1 0 0 0 0,-1 1 0 0 0,-1-1 0 0 0,1 0 0 0 0,-1 0 0 0 0,0 0 0 0 0,-1 0 0 0 0,-3 11 0 0 0,3-14 0 0 0,1-1 0 0 0,-1 1 0 0 0,0 0 0 0 0,0-1 0 0 0,0 0 0 0 0,-1 1 0 0 0,1-1 0 0 0,-1 0 0 0 0,0 0 0 0 0,0 0 0 0 0,0-1 0 0 0,0 1 0 0 0,0-1 0 0 0,-1 0 0 0 0,1 1 0 0 0,-1-2 0 0 0,1 1 0 0 0,-1 0 0 0 0,0-1 0 0 0,0 1 0 0 0,1-1 0 0 0,-1 0 0 0 0,-5 0 0 0 0,7 0 0 0 0,0-1 0 0 0,0 1 0 0 0,0-1 0 0 0,0 1 0 0 0,0-1 0 0 0,0 0 0 0 0,0 0 0 0 0,0 0 0 0 0,0 0 0 0 0,0-1 0 0 0,0 1 0 0 0,0 0 0 0 0,0-1 0 0 0,0 1 0 0 0,0-1 0 0 0,0 0 0 0 0,0 0 0 0 0,0 0 0 0 0,1 0 0 0 0,-1 0 0 0 0,0 0 0 0 0,1 0 0 0 0,-3-2 0 0 0,-2-2 0 0 0,0 1 31 0 0,1 0 0 0 0,-1-1 0 0 0,1 1 0 0 0,-1-1 1 0 0,1-1-1 0 0,1 1 0 0 0,-1-1 0 0 0,1 0 0 0 0,0 0 0 0 0,0 0 0 0 0,1 0 0 0 0,0-1 0 0 0,0 0 1 0 0,1 1-1 0 0,-1-1 0 0 0,1 0 0 0 0,1 0 0 0 0,-1 0 0 0 0,0-14 0 0 0,2 15-160 0 0,0 0-1 0 0,1 0 0 0 0,-1 0 1 0 0,1 0-1 0 0,1 0 0 0 0,-1 0 0 0 0,1 0 1 0 0,0 0-1 0 0,0 1 0 0 0,0-1 1 0 0,1 1-1 0 0,0 0 0 0 0,4-6 1 0 0,-3 6-527 0 0,0 0 0 0 0,0 1 0 0 0,0-1 1 0 0,1 1-1 0 0,-1 0 0 0 0,1 0 0 0 0,0 1 0 0 0,10-6 1 0 0,15-6-4016 0 0,0 1-5537 0 0,-17 4 4139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3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45 624 0 0,'-5'-36'15481'0'0,"-1"27"-13178"0"0,2 11 2184 0 0,-10 29-1721 0 0,0 1 0 0 0,-17 64-1 0 0,27-79-2590 0 0,1-1 0 0 0,1 1 0 0 0,0 0 0 0 0,1 1 0 0 0,0-1 0 0 0,2 0 0 0 0,0 0 0 0 0,4 20 0 0 0,-3-32-175 0 0,-1-1 0 0 0,0 1 0 0 0,1-1 0 0 0,0 0 0 0 0,0 1 0 0 0,1-1 0 0 0,-1 0 0 0 0,1-1 0 0 0,0 1 0 0 0,0 0 0 0 0,0-1 0 0 0,0 1 0 0 0,1-1 0 0 0,-1 0 0 0 0,1 0 0 0 0,0-1 0 0 0,0 1 0 0 0,0-1 0 0 0,0 1 0 0 0,0-1 0 0 0,0-1 0 0 0,1 1 0 0 0,-1 0 0 0 0,1-1 0 0 0,-1 0 0 0 0,1 0 0 0 0,6 0 0 0 0,1 0 0 0 0,1 0 0 0 0,0-1 0 0 0,0 0 0 0 0,0-1 0 0 0,0 0 0 0 0,0-1 0 0 0,0-1 0 0 0,21-6 0 0 0,-12 0 0 0 0,1 0 0 0 0,-1-1 0 0 0,-1-1 0 0 0,0-1 0 0 0,31-24 0 0 0,-44 31 0 0 0,-2-1 0 0 0,1 0 0 0 0,-1 0 0 0 0,0 0 0 0 0,0-1 0 0 0,0 0 0 0 0,-1 0 0 0 0,0 0 0 0 0,-1-1 0 0 0,0 1 0 0 0,0-1 0 0 0,0 0 0 0 0,-1-1 0 0 0,0 1 0 0 0,-1-1 0 0 0,0 1 0 0 0,0-1 0 0 0,1-15 0 0 0,-3 22 0 0 0,0 0 0 0 0,0 0 0 0 0,0 0 0 0 0,0 0 0 0 0,0 0 0 0 0,-1 0 0 0 0,1 0 0 0 0,-1 1 0 0 0,1-1 0 0 0,-1 0 0 0 0,1 0 0 0 0,-1 0 0 0 0,0 0 0 0 0,0 1 0 0 0,0-1 0 0 0,0 1 0 0 0,0-1 0 0 0,0 0 0 0 0,-1 1 0 0 0,1 0 0 0 0,0-1 0 0 0,-1 1 0 0 0,-1-2 0 0 0,0 2 0 0 0,1 0 0 0 0,-1 0 0 0 0,1 1 0 0 0,-1-1 0 0 0,0 1 0 0 0,0-1 0 0 0,1 1 0 0 0,-1 0 0 0 0,0 0 0 0 0,1 0 0 0 0,-1 0 0 0 0,0 0 0 0 0,1 1 0 0 0,-5 1 0 0 0,-4 1 0 0 0,0 0 0 0 0,0 2 0 0 0,1-1 0 0 0,-1 1 0 0 0,1 1 0 0 0,-12 8 0 0 0,15-9 0 0 0,0 1 0 0 0,0 0 0 0 0,1 0 0 0 0,0 0 0 0 0,0 1 0 0 0,1 0 0 0 0,-1 0 0 0 0,1 1 0 0 0,1-1 0 0 0,0 1 0 0 0,-5 11 0 0 0,7-13 0 0 0,0-1 0 0 0,1 1 0 0 0,0-1 0 0 0,0 1 0 0 0,0-1 0 0 0,1 1 0 0 0,0 0 0 0 0,0-1 0 0 0,0 1 0 0 0,1-1 0 0 0,0 1 0 0 0,0 0 0 0 0,0-1 0 0 0,1 0 0 0 0,-1 1 0 0 0,1-1 0 0 0,1 0 0 0 0,4 8 0 0 0,-3-4 0 0 0,2 0 0 0 0,-1-1 0 0 0,2 0 0 0 0,-1 0 0 0 0,1 0 0 0 0,0-1 0 0 0,0 0 0 0 0,10 7 0 0 0,-12-11 0 0 0,0 0 0 0 0,0 0 0 0 0,1-1 0 0 0,-1 1 0 0 0,1-1 0 0 0,-1 0 0 0 0,1-1 0 0 0,0 0 0 0 0,0 0 0 0 0,0 0 0 0 0,0 0 0 0 0,0-1 0 0 0,-1 0 0 0 0,1 0 0 0 0,10-2 0 0 0,-12 1-209 0 0,1 0 0 0 0,-1 0 0 0 0,0 0 0 0 0,0-1 0 0 0,0 0 0 0 0,0 0 0 0 0,0 0 0 0 0,0 0 0 0 0,0 0 0 0 0,-1-1 1 0 0,1 0-1 0 0,-1 1 0 0 0,5-6 0 0 0,21-27-9339 0 0,-17 20 2612 0 0,0 1-573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4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114 102 548 0 0,'0'0'6910'0'0,"3"2"-5681"0"0,23 15 4272 0 0,-23-16-4583 0 0,13 27 3516 0 0,-15-27-4242 0 0,1 1-1 0 0,-1-1 0 0 0,0 1 0 0 0,1-1 0 0 0,0 1 0 0 0,-1-1 0 0 0,1 0 1 0 0,0 0-1 0 0,0 0 0 0 0,-1 0 0 0 0,1 0 0 0 0,0 0 0 0 0,0-1 0 0 0,0 1 1 0 0,0-1-1 0 0,0 1 0 0 0,0-1 0 0 0,0 0 0 0 0,0 0 0 0 0,0 1 0 0 0,1-1 0 0 0,-1-1 1 0 0,0 1-1 0 0,0 0 0 0 0,0-1 0 0 0,0 1 0 0 0,0-1 0 0 0,0 1 0 0 0,0-1 1 0 0,1-1-1 0 0,1 1-58 0 0,0-1 1 0 0,-1 1 0 0 0,1-1 0 0 0,-1 0 0 0 0,1-1 0 0 0,-1 1-1 0 0,0 0 1 0 0,0-1 0 0 0,0 0 0 0 0,-1 0 0 0 0,1 0 0 0 0,-1 0-1 0 0,5-6 1 0 0,-5 4 73 0 0,0 2-59 0 0,0 0 0 0 0,0 0 0 0 0,-1 0 1 0 0,1 0-1 0 0,-1 0 0 0 0,0 0 1 0 0,0 0-1 0 0,0-1 0 0 0,0 1 0 0 0,0 0 1 0 0,-1-1-1 0 0,0 1 0 0 0,0 0 1 0 0,0-1-1 0 0,0 1 0 0 0,0 0 1 0 0,0-1-1 0 0,-1 1 0 0 0,0 0 0 0 0,1-1 1 0 0,-1 1-1 0 0,-1 0 0 0 0,1 0 1 0 0,-2-3-1 0 0,2 4-78 0 0,1 1-1 0 0,-1 0 1 0 0,0 0 0 0 0,1-1 0 0 0,-1 1-1 0 0,0 0 1 0 0,0 0 0 0 0,0 0 0 0 0,0 0-1 0 0,0 0 1 0 0,0 0 0 0 0,-1 1 0 0 0,1-1-1 0 0,0 0 1 0 0,0 0 0 0 0,-1 1 0 0 0,1-1-1 0 0,0 1 1 0 0,-2-1 0 0 0,-3-1 49 0 0,4 1-119 0 0,-1 0 0 0 0,0 0 0 0 0,0 1 0 0 0,0-1 0 0 0,0 1 0 0 0,0-1 0 0 0,0 1 0 0 0,0 0 0 0 0,0 1 0 0 0,0-1 0 0 0,0 0 0 0 0,0 1 0 0 0,0 0 0 0 0,0-1 0 0 0,0 1 0 0 0,-5 3 0 0 0,3-2 0 0 0,-9 3 0 0 0,0 1 0 0 0,0 1 0 0 0,1 0 0 0 0,0 1 0 0 0,0 0 0 0 0,1 1 0 0 0,0 0 0 0 0,1 1 0 0 0,0 0 0 0 0,-17 21 0 0 0,24-26 0 0 0,0 0 0 0 0,1 0 0 0 0,-1 1 0 0 0,1-1 0 0 0,0 1 0 0 0,1 0 0 0 0,-1 0 0 0 0,1 0 0 0 0,1 0 0 0 0,-1 1 0 0 0,-1 11 0 0 0,3-13 0 0 0,0-1 0 0 0,1 0 0 0 0,-1 1 0 0 0,1-1 0 0 0,0 0 0 0 0,0 1 0 0 0,1-1 0 0 0,-1 0 0 0 0,1 0 0 0 0,0 0 0 0 0,0 0 0 0 0,0 0 0 0 0,0 0 0 0 0,1-1 0 0 0,0 1 0 0 0,0-1 0 0 0,0 0 0 0 0,6 6 0 0 0,-5-6 0 0 0,0-1 0 0 0,0 1 0 0 0,0-1 0 0 0,0 0 0 0 0,1 0 0 0 0,-1-1 0 0 0,0 0 0 0 0,1 1 0 0 0,0-1 0 0 0,-1-1 0 0 0,1 1 0 0 0,-1-1 0 0 0,1 1 0 0 0,0-2 0 0 0,5 1 0 0 0,8-2 0 0 0,0 0 0 0 0,30-8 0 0 0,-26 4 0 0 0,-1-1 0 0 0,1-1 0 0 0,-1 0 0 0 0,23-15 0 0 0,-36 19 0 0 0,0 0 0 0 0,-1-1 0 0 0,1-1 0 0 0,-1 1 0 0 0,-1-1 0 0 0,1 0 0 0 0,-1-1 0 0 0,0 1 0 0 0,0-1 0 0 0,-1-1 0 0 0,0 1 0 0 0,0-1 0 0 0,7-15 0 0 0,-10 17 0 0 0,-1 0 0 0 0,1 0 0 0 0,-1 0 0 0 0,0-1 0 0 0,0 1 0 0 0,0 0 0 0 0,-1 0 0 0 0,0-1 0 0 0,0 1 0 0 0,-1 0 0 0 0,-1-7 0 0 0,1 10 0 0 0,0-1 0 0 0,0 1 0 0 0,-1 0 0 0 0,1-1 0 0 0,-1 1 0 0 0,0 0 0 0 0,0 0 0 0 0,0 1 0 0 0,0-1 0 0 0,0 0 0 0 0,-1 1 0 0 0,1-1 0 0 0,-1 1 0 0 0,0 0 0 0 0,0-1 0 0 0,0 1 0 0 0,0 1 0 0 0,0-1 0 0 0,0 0 0 0 0,0 1 0 0 0,0 0 0 0 0,-1-1 0 0 0,1 1 0 0 0,-1 1 0 0 0,-5-2 0 0 0,-7-1 0 0 0,3 5 0 0 0,2 4 0 0 0,5 8 0 0 0,11 2 0 0 0,-5-13-60 0 0,1 0 0 0 0,0 0 0 0 0,0 0 0 0 0,0 0 0 0 0,0-1 0 0 0,0 1 0 0 0,1 0 0 0 0,-1-1 1 0 0,1 1-1 0 0,0-1 0 0 0,0 0 0 0 0,0 1 0 0 0,0-1 0 0 0,0 0 0 0 0,0 0 0 0 0,1 0 0 0 0,-1-1 0 0 0,1 1 0 0 0,-1 0 0 0 0,1-1 0 0 0,-1 0 0 0 0,1 1 0 0 0,0-1 0 0 0,0 0 0 0 0,3 0 0 0 0,0 1-901 0 0,1-1 333 0 0,0 0-1 0 0,1 0 0 0 0,-1 0 0 0 0,0-1 0 0 0,1 0 0 0 0,-1-1 1 0 0,0 1-1 0 0,1-1 0 0 0,-1-1 0 0 0,0 1 0 0 0,10-5 0 0 0,38-18-4948 0 0,-25 6-2083 0 0,-12 4 2336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4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51 4008 0 0,'1'-1'107'0'0,"0"0"0"0"0,0 1 0 0 0,0-1 0 0 0,-1 0 0 0 0,1 0 0 0 0,0 0 0 0 0,-1 0 0 0 0,1 0 0 0 0,0 0 0 0 0,-1 0 0 0 0,0 0 0 0 0,1 0 1 0 0,-1 0-1 0 0,1 0 0 0 0,-1 0 0 0 0,0 0 0 0 0,0 0 0 0 0,0 0 0 0 0,0 0 0 0 0,1 0 0 0 0,-2 0 0 0 0,1-1 0 0 0,0 1 0 0 0,0 0 0 0 0,0 0 0 0 0,0 0 0 0 0,-1 0 0 0 0,1 0 0 0 0,0 0 0 0 0,-1 0 0 0 0,1 0 0 0 0,-1 0 0 0 0,1 0 0 0 0,-1 0 0 0 0,0 0 0 0 0,1 0 0 0 0,-1 0 0 0 0,-1-1 0 0 0,0 1 164 0 0,1 0 0 0 0,-1 0 1 0 0,0 0-1 0 0,0 0 0 0 0,1 0 0 0 0,-1 0 1 0 0,0 0-1 0 0,0 0 0 0 0,0 1 0 0 0,0-1 1 0 0,0 1-1 0 0,0 0 0 0 0,0-1 0 0 0,0 1 1 0 0,0 0-1 0 0,0 0 0 0 0,0 0 0 0 0,0 1 1 0 0,0-1-1 0 0,0 0 0 0 0,0 1 0 0 0,-2 0 1 0 0,-2 1 130 0 0,0 1 1 0 0,0 0-1 0 0,0 0 1 0 0,0 0 0 0 0,1 1-1 0 0,-1 0 1 0 0,1 0-1 0 0,0 0 1 0 0,0 0 0 0 0,1 1-1 0 0,-1 0 1 0 0,1 0-1 0 0,-6 10 1 0 0,4-5 19 0 0,1 0 1 0 0,1 0-1 0 0,0 0 0 0 0,0 1 1 0 0,1-1-1 0 0,0 1 0 0 0,-2 17 0 0 0,3 0 204 0 0,1 0 0 0 0,1-1 0 0 0,2 1 0 0 0,0-1 0 0 0,12 48 0 0 0,-7-47-208 0 0,1 0 1 0 0,2 0-1 0 0,1-1 0 0 0,1 0 0 0 0,17 26 1 0 0,87 117 1694 0 0,-95-141-1807 0 0,30 45 341 0 0,-45-65-647 0 0,-7 3 0 0 0,-11-2 0 0 0,7-8 0 0 0,-1-1 0 0 0,0 0 0 0 0,1 0 0 0 0,-1 0 0 0 0,0 0 0 0 0,0-1 0 0 0,0 0 0 0 0,0 0 0 0 0,0-1 0 0 0,-10-1 0 0 0,-63-21 0 0 0,48 13 0 0 0,17 6 0 0 0,1 0 0 0 0,0-2 0 0 0,0 1 0 0 0,1-1 0 0 0,-1-1 0 0 0,1-1 0 0 0,1 1 0 0 0,0-2 0 0 0,0 1 0 0 0,0-2 0 0 0,1 1 0 0 0,0-2 0 0 0,1 1 0 0 0,-14-22 0 0 0,21 29 0 0 0,1 1 0 0 0,-1-1 0 0 0,1 0 0 0 0,0 0 0 0 0,0 1 0 0 0,0-1 0 0 0,0 0 0 0 0,1 0 0 0 0,-1 0 0 0 0,1 0 0 0 0,0 0 0 0 0,0 0 0 0 0,0 0 0 0 0,0 0 0 0 0,0 0 0 0 0,1 0 0 0 0,-1 0 0 0 0,1 0 0 0 0,1-3 0 0 0,0 1 0 0 0,1-1 0 0 0,0 1 0 0 0,0 0 0 0 0,0 0 0 0 0,1 0 0 0 0,0 0 0 0 0,0 0 0 0 0,8-7 0 0 0,4-1 0 0 0,0 1 0 0 0,0 0 0 0 0,1 2 0 0 0,29-15 0 0 0,-17 13-121 0 0,1 1 0 0 0,1 2 1 0 0,-1 1-1 0 0,53-7 0 0 0,-81 14-296 0 0,8 1-611 0 0,-7 3-3344 0 0,1 8 3280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5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21 1732 0 0,'-12'-4'5707'0'0,"2"4"3083"0"0,7 3-8365 0 0,-1 0-1 0 0,1 0 1 0 0,0 0 0 0 0,1 0-1 0 0,-1 0 1 0 0,1 0 0 0 0,-1 1 0 0 0,1 0-1 0 0,0-1 1 0 0,0 1 0 0 0,0 0-1 0 0,1 0 1 0 0,0 0 0 0 0,-1 0 0 0 0,1 0-1 0 0,0 0 1 0 0,1 0 0 0 0,-1 0 0 0 0,1 0-1 0 0,0 1 1 0 0,0 3 0 0 0,0 8 491 0 0,0 0-1 0 0,1 0 1 0 0,1-1 0 0 0,6 26 0 0 0,-1-5 133 0 0,-6-27-825 0 0,1 0-1 0 0,0 1 1 0 0,0-1 0 0 0,1 0 0 0 0,0 0-1 0 0,7 13 1 0 0,-3-12-224 0 0,3-7 0 0 0,-7-4 0 0 0,-1 0 0 0 0,1 0 0 0 0,-1 0 0 0 0,1-1 0 0 0,-1 0 0 0 0,0 1 0 0 0,0-1 0 0 0,1 0 0 0 0,-1 0 0 0 0,-1 0 0 0 0,1 0 0 0 0,0 0 0 0 0,0 0 0 0 0,-1-1 0 0 0,1 1 0 0 0,-1-1 0 0 0,0 1 0 0 0,0-1 0 0 0,1-4 0 0 0,19-65 0 0 0,-10 31 0 0 0,6-40 0 0 0,-11 40 0 0 0,-4 20 0 0 0,4 8 0 0 0,0 3 0 0 0,1 2 0 0 0,6 6 0 0 0,-8 6 0 0 0,0 0 0 0 0,-1 0 0 0 0,1 0 0 0 0,-1 0 0 0 0,0 1 0 0 0,0-1 0 0 0,-1 1 0 0 0,0 0 0 0 0,6 10 0 0 0,6 8 0 0 0,7 26-4256 0 0,-21-47 2747 0 0,11 1-1841 0 0,15-18-15594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6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58 560 0 0,'3'-13'10128'0'0,"-3"13"-9864"0"0,-1-1 0 0 0,1 1 0 0 0,-1-1 0 0 0,1 1 0 0 0,0-1 0 0 0,-1 1 0 0 0,1 0 0 0 0,-1-1 0 0 0,1 1 0 0 0,-1 0 0 0 0,1-1 0 0 0,-1 1 0 0 0,0 0 0 0 0,1-1 0 0 0,-1 1 0 0 0,1 0 0 0 0,-1 0 0 0 0,0 0 0 0 0,1 0 0 0 0,-1 0 0 0 0,1 0 0 0 0,-1 0 0 0 0,0 0 0 0 0,1 0 0 0 0,-1 0 0 0 0,1 0 0 0 0,-1 0 0 0 0,0 0 0 0 0,1 0 0 0 0,-1 0 0 0 0,1 1 0 0 0,-1-1 0 0 0,0 0 0 0 0,1 0 0 0 0,-1 1 0 0 0,1-1 0 0 0,-2 1 0 0 0,-12 27 3195 0 0,11-16-2694 0 0,0 0 1 0 0,1 1-1 0 0,-1 19 0 0 0,3-8 269 0 0,-1-15-688 0 0,1-1 0 0 0,0 1 0 0 0,0 0 0 0 0,1-1 0 0 0,0 1 0 0 0,1 0 0 0 0,0-1 0 0 0,6 16 0 0 0,-6-19-248 0 0,0 0 0 0 0,0 1 0 0 0,1-1 0 0 0,0 0 0 0 0,0 0 0 0 0,0-1 0 0 0,1 1 0 0 0,-1-1 0 0 0,1 0 0 0 0,0 0 0 0 0,0 0 0 0 0,1 0 0 0 0,5 3 0 0 0,-4-4-98 0 0,0 0 1 0 0,1-1 0 0 0,-1 0-1 0 0,0 0 1 0 0,1-1 0 0 0,0 0-1 0 0,-1 0 1 0 0,1 0 0 0 0,0-1-1 0 0,12-1 1 0 0,-7 1-106 0 0,0-2 0 0 0,-1 1 0 0 0,1-2 0 0 0,0 1 0 0 0,-1-2 0 0 0,0 0 0 0 0,0 0 0 0 0,0 0 0 0 0,19-13 0 0 0,-24 14-40 0 0,0-1 1 0 0,-1 0 0 0 0,0 0 0 0 0,1-1 0 0 0,-2 0 0 0 0,1 0 0 0 0,0 0-1 0 0,-1 0 1 0 0,0 0 0 0 0,0-1 0 0 0,-1 0 0 0 0,0 0 0 0 0,0 0 0 0 0,0 0 0 0 0,0-1-1 0 0,-1 1 1 0 0,0-1 0 0 0,1-10 0 0 0,-1 4-15 0 0,0-6 46 0 0,0 1 0 0 0,-2-37 0 0 0,0 51 191 0 0,0 0 0 0 0,0 1-1 0 0,-1-1 1 0 0,1 1 0 0 0,-1-1 0 0 0,0 1 0 0 0,0-1 0 0 0,0 1-1 0 0,-1 0 1 0 0,1-1 0 0 0,-1 1 0 0 0,0 0 0 0 0,0 0 0 0 0,0 0-1 0 0,0 0 1 0 0,0 0 0 0 0,-1 1 0 0 0,1-1 0 0 0,-1 1 0 0 0,0 0-1 0 0,1-1 1 0 0,-5-1 0 0 0,5 3-17 0 0,0 0 0 0 0,1 0 1 0 0,-1 1-1 0 0,0-1 0 0 0,0 0 0 0 0,0 1 0 0 0,1-1 0 0 0,-1 1 0 0 0,0 0 0 0 0,0 0 1 0 0,0 0-1 0 0,0 0 0 0 0,0 0 0 0 0,0 0 0 0 0,1 0 0 0 0,-1 1 0 0 0,0-1 1 0 0,0 0-1 0 0,0 1 0 0 0,0 0 0 0 0,1-1 0 0 0,-1 1 0 0 0,0 0 0 0 0,-2 2 1 0 0,2-1-6 0 0,-1 1 0 0 0,1-1 0 0 0,-1 1 0 0 0,1 0 1 0 0,0 0-1 0 0,0 0 0 0 0,0 0 0 0 0,1 1 0 0 0,-1-1 1 0 0,1 0-1 0 0,0 1 0 0 0,-2 3 0 0 0,1 2-32 0 0,0 0 0 0 0,1 0 0 0 0,0 1-1 0 0,0-1 1 0 0,1 0 0 0 0,0 0 0 0 0,0 0-1 0 0,1 0 1 0 0,4 17 0 0 0,-4-19-28 0 0,1-1 0 0 0,0 0 0 0 0,1 0 0 0 0,-1 0 0 0 0,1 0 0 0 0,0-1-1 0 0,0 1 1 0 0,1-1 0 0 0,0 0 0 0 0,0 0 0 0 0,0 0 0 0 0,1 0 0 0 0,-1-1 0 0 0,1 1 0 0 0,0-1 0 0 0,0 0 0 0 0,1-1 0 0 0,-1 1-1 0 0,1-1 1 0 0,0-1 0 0 0,0 1 0 0 0,0-1 0 0 0,0 0 0 0 0,0 0 0 0 0,0 0 0 0 0,1-1 0 0 0,-1 0 0 0 0,0 0 0 0 0,1-1-1 0 0,-1 0 1 0 0,10-1 0 0 0,-1 1-576 0 0,0-2 1 0 0,-1 0-1 0 0,1 0 0 0 0,0-1 0 0 0,-1-1 0 0 0,0-1 0 0 0,0 0 0 0 0,0-1 0 0 0,-1 0 0 0 0,18-12 0 0 0,16-19-5103 0 0,-8-8-4677 0 0,-27 28 4618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6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0 1068 0 0,'-20'1'5153'0'0,"17"0"-4679"0"0,-1 0 1 0 0,1 0 0 0 0,0 1-1 0 0,0-1 1 0 0,0 1 0 0 0,0-1 0 0 0,0 1-1 0 0,0 0 1 0 0,1 0 0 0 0,-1 1 0 0 0,0-1-1 0 0,1 0 1 0 0,0 1 0 0 0,-1 0 0 0 0,1-1-1 0 0,-3 7 1 0 0,2-3 169 0 0,0 1 0 0 0,0 0 0 0 0,1 0 0 0 0,0 0 0 0 0,0 0 0 0 0,1 0 0 0 0,-1 12 0 0 0,1 10 809 0 0,1-1-1 0 0,2 0 1 0 0,6 34-1 0 0,-8-60-1366 0 0,17 54 1427 0 0,-3-15-538 0 0,14 37 351 0 0,-27-74-1513 0 0,1 1 1 0 0,1-1-1 0 0,-1 0 0 0 0,0 0 0 0 0,1 0 0 0 0,0 0 1 0 0,0 0-1 0 0,0 0 0 0 0,1-1 0 0 0,-1 0 0 0 0,1 1 0 0 0,0-1 1 0 0,0-1-1 0 0,5 4 0 0 0,-6-5-237 0 0,1-1-1 0 0,-1 1 1 0 0,1-1-1 0 0,-1 0 0 0 0,1-1 1 0 0,-1 1-1 0 0,1-1 1 0 0,-1 1-1 0 0,1-1 1 0 0,-1 0-1 0 0,1 0 1 0 0,-1 0-1 0 0,0-1 1 0 0,0 1-1 0 0,0-1 1 0 0,5-3-1 0 0,27-19-4375 0 0,-18 10-1701 0 0,-4 4 2096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6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207 122 6793 0 0,'5'-6'-140'0'0,"20"-25"1183"0"0,-3-6 3819 0 0,-22 36-4688 0 0,1 0-1 0 0,-1 0 1 0 0,1 0-1 0 0,-1 0 1 0 0,0 0-1 0 0,1 0 1 0 0,-1 0-1 0 0,0 0 0 0 0,0 0 1 0 0,1 0-1 0 0,-1 0 1 0 0,0 0-1 0 0,0 0 1 0 0,0 0-1 0 0,-1 0 1 0 0,1 0-1 0 0,0 0 0 0 0,0 0 1 0 0,0 0-1 0 0,-1 0 1 0 0,1 0-1 0 0,0 0 1 0 0,-1 0-1 0 0,1 0 1 0 0,-1 0-1 0 0,0 0 0 0 0,1 0 1 0 0,-1 0-1 0 0,0 1 1 0 0,0-2-1 0 0,-2 0 231 0 0,0 0 0 0 0,1 1 0 0 0,-1-1 0 0 0,0 1 0 0 0,0 0 0 0 0,0-1 0 0 0,0 2 0 0 0,0-1 0 0 0,0 0 0 0 0,-5 0 0 0 0,-2 0 419 0 0,1 0 0 0 0,-1 1-1 0 0,1 0 1 0 0,-1 0 0 0 0,1 1 0 0 0,-18 4 0 0 0,16 0-382 0 0,0 0 1 0 0,0 0-1 0 0,0 1 1 0 0,1 0 0 0 0,0 1-1 0 0,0 0 1 0 0,1 1 0 0 0,0 0-1 0 0,-10 11 1 0 0,17-17-437 0 0,0 0 0 0 0,0 0 0 0 0,0 0 0 0 0,0 1 0 0 0,1-1 0 0 0,-1 1 0 0 0,1-1 0 0 0,-1 1 0 0 0,1-1 0 0 0,0 1 0 0 0,0 0 1 0 0,0 0-1 0 0,0 0 0 0 0,0-1 0 0 0,1 1 0 0 0,0 0 0 0 0,-1 0 0 0 0,1 0 0 0 0,0 0 0 0 0,0 0 0 0 0,1 0 0 0 0,-1 0 0 0 0,0 0 0 0 0,1 0 0 0 0,0 0 0 0 0,0-1 0 0 0,0 1 0 0 0,0 0 0 0 0,0 0 0 0 0,1-1 0 0 0,-1 1 1 0 0,1-1-1 0 0,-1 1 0 0 0,1-1 0 0 0,0 0 0 0 0,0 1 0 0 0,0-1 0 0 0,0 0 0 0 0,1 0 0 0 0,-1-1 0 0 0,3 3 0 0 0,1-1-5 0 0,0 0 0 0 0,0 0 0 0 0,1 0 0 0 0,-1-1 0 0 0,1 0 0 0 0,-1 0 0 0 0,1-1 0 0 0,0 0 0 0 0,0 0 0 0 0,-1 0 0 0 0,1-1 0 0 0,0 0 0 0 0,0-1 0 0 0,0 1 0 0 0,-1-1 0 0 0,12-3 0 0 0,-3 0 0 0 0,-1 1 0 0 0,1-2 0 0 0,-1 0 0 0 0,0-1 0 0 0,-1 0 0 0 0,20-13 0 0 0,-23 12 0 0 0,-6 5 0 0 0,0 0 0 0 0,0-1 0 0 0,0 0 0 0 0,-1 1 0 0 0,1-2 0 0 0,-1 1 0 0 0,0 0 0 0 0,0 0 0 0 0,0-1 0 0 0,0 0 0 0 0,-1 0 0 0 0,1 0 0 0 0,2-5 0 0 0,-1-5 0 0 0,-8-1 0 0 0,-2 5 0 0 0,-2 3 0 0 0,-3 3 0 0 0,-3 5 0 0 0,-11 10 0 0 0,22-5 0 0 0,3-4 0 0 0,-2 9 0 0 0,1-5-7 0 0,1 0 0 0 0,0 0-1 0 0,0 0 1 0 0,1 0 0 0 0,-1 0 0 0 0,1 0-1 0 0,1-1 1 0 0,-1 1 0 0 0,1 0 0 0 0,0-1-1 0 0,0 1 1 0 0,1-1 0 0 0,-1 1 0 0 0,1-1-1 0 0,1 0 1 0 0,-1 0 0 0 0,1 0 0 0 0,-1-1-1 0 0,1 1 1 0 0,1-1 0 0 0,-1 0 0 0 0,1 0-1 0 0,-1 0 1 0 0,1-1 0 0 0,0 0 0 0 0,0 0-1 0 0,1 0 1 0 0,-1 0 0 0 0,1-1 0 0 0,-1 0-1 0 0,1 0 1 0 0,0-1 0 0 0,-1 1 0 0 0,1-1-1 0 0,7 0 1 0 0,0 0-393 0 0,0 0-1 0 0,0-1 1 0 0,0-1-1 0 0,0 0 1 0 0,0-1 0 0 0,18-4-1 0 0,-17 2-757 0 0,-1 0 0 0 0,1-1 0 0 0,-1 0 0 0 0,-1-1 0 0 0,16-10 0 0 0,4-7-2751 0 0,-4-5-4666 0 0,-15 8 2796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7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60 644 0 0,'-4'-10'1080'0'0,"-21"-39"18771"0"0,21 73-17908 0 0,3-20-1698 0 0,0 0 1 0 0,1 0 0 0 0,-1 0-1 0 0,1 1 1 0 0,0-1-1 0 0,0 0 1 0 0,1 6-1 0 0,66 308 6477 0 0,-50-271-6382 0 0,-14-39-495 0 0,1 0 0 0 0,-1 0-1 0 0,-1 0 1 0 0,0 0 0 0 0,0 1 0 0 0,1 12 0 0 0,1-3-6786 0 0,-6-23 2648 0 0,-6-11 4586 0 0,5 11-679 0 0,0 0 1 0 0,-1 0 0 0 0,0 0 0 0 0,0 0 0 0 0,0 1-1 0 0,-1-1 1 0 0,1 1 0 0 0,-1 0 0 0 0,-9-5 0 0 0,3 1 851 0 0,10 7-173 0 0,25 13 5004 0 0,51 13-4339 0 0,-54-18-294 0 0,-6-3-927 0 0,0 0 0 0 0,0-1 1 0 0,0 0-1 0 0,0-1 0 0 0,0-1 0 0 0,0 0 0 0 0,0-1 1 0 0,1-1-1 0 0,-1 0 0 0 0,0-1 0 0 0,0-1 1 0 0,0 0-1 0 0,0-1 0 0 0,-1-1 0 0 0,15-6 1 0 0,-25 8 91 0 0,0 0 0 0 0,1-1 1 0 0,-1 1-1 0 0,0-1 0 0 0,-1 0 1 0 0,1 0-1 0 0,-1 0 0 0 0,6-9 1 0 0,5-6 123 0 0,-12-15 9724 0 0,-6 39-9495 0 0,0 0 0 0 0,0 0 0 0 0,0 0 0 0 0,1 0 0 0 0,0 1 0 0 0,0-1 0 0 0,0 1 1 0 0,0 0-1 0 0,1 0 0 0 0,0 0 0 0 0,0 0 0 0 0,0 7 0 0 0,2-11-545 0 0,14 5-7979 0 0,-13-8 7808 0 0,0 1 0 0 0,0-1-1 0 0,0 0 1 0 0,-1 1 0 0 0,1-1-1 0 0,0 0 1 0 0,0 0-1 0 0,0 0 1 0 0,-1 1 0 0 0,1-1-1 0 0,-1 0 1 0 0,1 0-1 0 0,0 0 1 0 0,-1 0 0 0 0,0 0-1 0 0,1 0 1 0 0,-1 0-1 0 0,1 0 1 0 0,-1 0 0 0 0,0-1-1 0 0,0 0 1 0 0,4-12-5169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7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51 1036 0 0,'-12'-40'7263'0'0,"-7"30"4780"0"0,14 25-11606 0 0,4-12-129 0 0,2 16-902 0 0,5 8-2011 0 0,-6-25 1268 0 0,4 9-2020 0 0,-1-6-2365 0 0,3 4 1518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8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73 724 0 0,'-2'2'15708'0'0,"-12"11"-14948"0"0,13-10-326 0 0,0 0 0 0 0,0 0 0 0 0,0 1 1 0 0,1-1-1 0 0,0 0 0 0 0,-1 0 0 0 0,1 1 1 0 0,0-1-1 0 0,0 0 0 0 0,1 1 0 0 0,-1-1 0 0 0,2 5 1 0 0,-1-5-299 0 0,1-1 1 0 0,-1 1 0 0 0,1-1 0 0 0,-1 1-1 0 0,1-1 1 0 0,0 0 0 0 0,0 1 0 0 0,0-1-1 0 0,0 0 1 0 0,0 0 0 0 0,1-1 0 0 0,-1 1-1 0 0,1 0 1 0 0,-1-1 0 0 0,1 1 0 0 0,0-1-1 0 0,-1 0 1 0 0,1 0 0 0 0,0 0 0 0 0,0 0-1 0 0,0-1 1 0 0,0 1 0 0 0,-1-1 0 0 0,1 0-1 0 0,0 1 1 0 0,5-2 0 0 0,9 2 71 0 0,1-2 0 0 0,0 0-1 0 0,18-5 1 0 0,-30 5-141 0 0,14-3-92 0 0,-1-1 0 0 0,1-1 1 0 0,-1-1-1 0 0,0-1 1 0 0,-1 0-1 0 0,0-1 1 0 0,0-1-1 0 0,27-21 1 0 0,-45 31 51 0 0,1-1 0 0 0,-1 0 0 0 0,1 1 0 0 0,-1-1 1 0 0,0 0-1 0 0,1 1 0 0 0,-1-1 0 0 0,0 0 0 0 0,0 0 0 0 0,1 1 1 0 0,-1-1-1 0 0,0 0 0 0 0,0 0 0 0 0,0 1 0 0 0,0-1 0 0 0,0 0 1 0 0,0 0-1 0 0,0 1 0 0 0,0-1 0 0 0,0 0 0 0 0,0 0 0 0 0,-1 1 0 0 0,1-1 1 0 0,0 0-1 0 0,0 0 0 0 0,-1 1 0 0 0,1-1 0 0 0,0 0 0 0 0,-1 1 1 0 0,1-1-1 0 0,-1 0 0 0 0,1 1 0 0 0,-2-2 0 0 0,1 0 97 0 0,-1 0 0 0 0,1 1 0 0 0,-1-1 0 0 0,1 0 0 0 0,-1 1 0 0 0,0-1 0 0 0,1 1 0 0 0,-1-1 0 0 0,0 1 0 0 0,0 0 0 0 0,-3-2 0 0 0,2 2-26 0 0,0 1 1 0 0,1-1-1 0 0,-1 0 1 0 0,0 1-1 0 0,0 0 0 0 0,1-1 1 0 0,-1 1-1 0 0,0 1 1 0 0,0-1-1 0 0,0 0 1 0 0,1 0-1 0 0,-1 1 1 0 0,0 0-1 0 0,1-1 0 0 0,-1 1 1 0 0,0 0-1 0 0,1 1 1 0 0,-1-1-1 0 0,1 0 1 0 0,-1 1-1 0 0,1-1 1 0 0,0 1-1 0 0,0 0 0 0 0,0-1 1 0 0,0 1-1 0 0,0 0 1 0 0,0 1-1 0 0,0-1 1 0 0,1 0-1 0 0,-1 0 1 0 0,-1 4-1 0 0,-7 6-98 0 0,9-10 0 0 0,-1 0 0 0 0,0 0 0 0 0,1 0 0 0 0,-1 0 0 0 0,1 0 0 0 0,0 0 0 0 0,-1 0 0 0 0,1 0 0 0 0,0 1 0 0 0,1-1 0 0 0,-1 0 0 0 0,0 1 0 0 0,1-1 0 0 0,-1 1 0 0 0,0 2 0 0 0,1-3 0 0 0,-1 0 0 0 0,1-1 0 0 0,-1 1 0 0 0,1 0 0 0 0,0 0 0 0 0,-1 0 0 0 0,1 0 0 0 0,0 0 0 0 0,0-1 0 0 0,1 1 0 0 0,-1 0 0 0 0,0 0 0 0 0,1 0 0 0 0,-1 0 0 0 0,1 0 0 0 0,-1-1 0 0 0,1 1 0 0 0,0 0 0 0 0,0-1 0 0 0,1 4 0 0 0,3 2 0 0 0,-4-4 0 0 0,1-1 0 0 0,-1 1 0 0 0,1-1 0 0 0,0 1 0 0 0,0-1 0 0 0,0 0 0 0 0,0 1 0 0 0,1-1 0 0 0,-1 0 0 0 0,0-1 0 0 0,1 1 0 0 0,0 0 0 0 0,-1-1 0 0 0,1 1 0 0 0,0-1 0 0 0,0 0 0 0 0,-1 0 0 0 0,1 0 0 0 0,0 0 0 0 0,0-1 0 0 0,4 1 0 0 0,66 4 0 0 0,-68-5 0 0 0,22 0 14 0 0,-1-2 0 0 0,1-1 0 0 0,-1-1 0 0 0,0-2 0 0 0,40-13 0 0 0,-48 13-130 0 0,0-1 0 0 0,-1-1 0 0 0,1-1 0 0 0,-2 0 0 0 0,1-2 0 0 0,-2 1-1 0 0,1-2 1 0 0,19-18 0 0 0,-34 28 99 0 0,1 0 0 0 0,-1 0-1 0 0,1 0 1 0 0,-1 0 0 0 0,0 0 0 0 0,0 0-1 0 0,0 0 1 0 0,0-1 0 0 0,0 1 0 0 0,0 0-1 0 0,-1-1 1 0 0,1 1 0 0 0,-1 0 0 0 0,1-1-1 0 0,-1 1 1 0 0,0-1 0 0 0,0 1 0 0 0,0-1-1 0 0,-1-2 1 0 0,1 3 49 0 0,0 1 0 0 0,-1 0 0 0 0,0 0-1 0 0,1-1 1 0 0,-1 1 0 0 0,1 0 0 0 0,-1 0 0 0 0,0 0-1 0 0,0 0 1 0 0,0 0 0 0 0,0 0 0 0 0,0 0-1 0 0,0 0 1 0 0,0 0 0 0 0,0 1 0 0 0,0-1 0 0 0,0 0-1 0 0,0 1 1 0 0,0-1 0 0 0,0 0 0 0 0,-1 1 0 0 0,1-1-1 0 0,0 1 1 0 0,-1 0 0 0 0,1 0 0 0 0,0-1 0 0 0,0 1-1 0 0,-1 0 1 0 0,1 0 0 0 0,0 0 0 0 0,-1 0 0 0 0,1 0-1 0 0,0 1 1 0 0,-1-1 0 0 0,1 0 0 0 0,0 0 0 0 0,-1 1-1 0 0,1-1 1 0 0,-1 2 0 0 0,-5-1-29 0 0,0 1 0 0 0,1 0 0 0 0,-1 1-1 0 0,1 0 1 0 0,0 0 0 0 0,0 0 0 0 0,0 1 0 0 0,0-1 0 0 0,0 2-1 0 0,1-1 1 0 0,0 0 0 0 0,-5 6 0 0 0,7-6-3 0 0,0 1 0 0 0,0-1 0 0 0,0 0-1 0 0,1 1 1 0 0,0-1 0 0 0,0 1 0 0 0,0 0 0 0 0,0-1 0 0 0,1 1-1 0 0,0 0 1 0 0,0 0 0 0 0,0 0 0 0 0,1 0 0 0 0,-1 0 0 0 0,1 1-1 0 0,0-1 1 0 0,1 0 0 0 0,1 6 0 0 0,0-5-44 0 0,1 1-1 0 0,0-2 1 0 0,0 1-1 0 0,0 0 1 0 0,1 0-1 0 0,0-1 1 0 0,0 0-1 0 0,0 0 1 0 0,1 0-1 0 0,0 0 1 0 0,0-1-1 0 0,0 0 1 0 0,0 0-1 0 0,1 0 1 0 0,-1-1-1 0 0,1 0 1 0 0,0 0-1 0 0,9 3 1 0 0,-11-4-543 0 0,1-1 1 0 0,0 0 0 0 0,-1 0 0 0 0,1-1 0 0 0,0 1 0 0 0,0-1-1 0 0,-1 0 1 0 0,1 0 0 0 0,0-1 0 0 0,7-1 0 0 0,26-9-12122 0 0,-24 5 5531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9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37 740 0 0,'0'-1'289'0'0,"0"-1"1"0"0,0 1-1 0 0,0 0 0 0 0,-1 0 1 0 0,1 0-1 0 0,-1 0 1 0 0,1 0-1 0 0,-1 0 0 0 0,1 0 1 0 0,-1 0-1 0 0,0 0 0 0 0,1 0 1 0 0,-1 0-1 0 0,0 0 0 0 0,0 1 1 0 0,0-1-1 0 0,1 0 0 0 0,-1 0 1 0 0,-2 0-1 0 0,2 0 110 0 0,0 1 0 0 0,1-1 0 0 0,-1 1-1 0 0,0-1 1 0 0,0 0 0 0 0,1 1 0 0 0,-1-1-1 0 0,1 0 1 0 0,-5-10 13006 0 0,4 16-12192 0 0,-1 5-652 0 0,1-1 0 0 0,1 1-1 0 0,-1-1 1 0 0,1 1-1 0 0,1-1 1 0 0,0 1 0 0 0,0-1-1 0 0,5 16 1 0 0,30 83 1902 0 0,-15-48-1939 0 0,-8-23-524 0 0,1 0 0 0 0,2-1 0 0 0,29 47 0 0 0,-32-63 0 0 0,-9-15 0 0 0,0 1 0 0 0,-1-1 0 0 0,0 0 0 0 0,0 1 0 0 0,0 0 0 0 0,1 6 0 0 0,2-3 0 0 0,4 1 0 0 0,-9-10 0 0 0,-1 1 0 0 0,1-1 0 0 0,0 1 0 0 0,0-1 0 0 0,0 0 0 0 0,0 1 0 0 0,0-1 0 0 0,0 0 0 0 0,0 0 0 0 0,0 0 0 0 0,0 1 0 0 0,0-1 0 0 0,-1 0 0 0 0,1 0 0 0 0,0 0 0 0 0,0-1 0 0 0,0 1 0 0 0,0 0 0 0 0,0 0 0 0 0,0 0 0 0 0,0-1 0 0 0,0 1 0 0 0,0 0 0 0 0,0-1 0 0 0,-1 1 0 0 0,1-1 0 0 0,0 1 0 0 0,0-1 0 0 0,0 0 0 0 0,-1 1 0 0 0,1-1 0 0 0,0 0 0 0 0,-1 1 0 0 0,1-1 0 0 0,0-1 0 0 0,12-16 0 0 0,-4 4-16 0 0,0 0 1 0 0,-1-1-1 0 0,-1-1 0 0 0,8-21 0 0 0,1 0-4 0 0,-11 22 29 0 0,0 0 0 0 0,0-1 0 0 0,-1 0 0 0 0,-1 1 0 0 0,-1-1 0 0 0,0 0 0 0 0,-1-1 0 0 0,-1 1 0 0 0,-2-20 0 0 0,1-10 0 0 0,0 35-9 0 0,-4-2 0 0 0,12 73 0 0 0,-6-43 0 0 0,0 0 0 0 0,1-1 0 0 0,0 1 0 0 0,10 30 0 0 0,-6-34 0 0 0,0 0 0 0 0,1 0 0 0 0,0 0 0 0 0,1-1 0 0 0,0 0 0 0 0,1-1 0 0 0,0 0 0 0 0,15 13 0 0 0,-18-18 0 0 0,1-1 0 0 0,0 0 0 0 0,0-1 0 0 0,1 1 0 0 0,-1-1 0 0 0,1-1 0 0 0,0 1 0 0 0,0-1 0 0 0,0-1 0 0 0,0 0 0 0 0,1 0 0 0 0,-1 0 0 0 0,1-1 0 0 0,-1 0 0 0 0,15-1 0 0 0,-11-1-22 0 0,-1 0 1 0 0,0 0-1 0 0,1-1 0 0 0,-1-1 0 0 0,0 0 1 0 0,0 0-1 0 0,-1-1 0 0 0,1-1 1 0 0,-1 0-1 0 0,0 0 0 0 0,0-1 1 0 0,0 0-1 0 0,9-9 0 0 0,-13 10 22 0 0,1-1-1 0 0,-2 0 0 0 0,1 0 1 0 0,-1 0-1 0 0,0-1 1 0 0,0 0-1 0 0,0 0 1 0 0,-1 0-1 0 0,0-1 0 0 0,-1 0 1 0 0,0 1-1 0 0,0-1 1 0 0,-1 0-1 0 0,1 0 1 0 0,-2-1-1 0 0,1 1 0 0 0,-1 0 1 0 0,0-12-1 0 0,-1 16 19 0 0,-1 0-1 0 0,1 0 1 0 0,-1 0-1 0 0,0 0 1 0 0,0 0-1 0 0,0 0 1 0 0,0 0-1 0 0,-1 1 1 0 0,1-1-1 0 0,-1 0 1 0 0,0 1-1 0 0,0-1 1 0 0,-1 1-1 0 0,1 0 1 0 0,-1 0-1 0 0,1 0 1 0 0,-6-5-1 0 0,-4 3-17 0 0,-6 2 0 0 0,16 3 0 0 0,-1 1 0 0 0,0-1 0 0 0,0 1 0 0 0,1-1 0 0 0,-1 1 0 0 0,0 0 0 0 0,1 0 0 0 0,-1 0 0 0 0,1 0 0 0 0,-1 1 0 0 0,1-1 0 0 0,0 1 0 0 0,-1 0 0 0 0,1-1 0 0 0,0 1 0 0 0,0 0 0 0 0,0 0 0 0 0,0 0 0 0 0,1 0 0 0 0,-1 1 0 0 0,1-1 0 0 0,-1 0 0 0 0,1 1 0 0 0,0-1 0 0 0,0 1 0 0 0,0 0 0 0 0,-2 5 0 0 0,1-2 0 0 0,-1-1 0 0 0,1 1 0 0 0,0-1 0 0 0,0 1 0 0 0,1-1 0 0 0,0 1 0 0 0,0 0 0 0 0,0-1 0 0 0,0 1 0 0 0,1 0 0 0 0,0 0 0 0 0,0-1 0 0 0,1 1 0 0 0,0 0 0 0 0,0 0 0 0 0,0-1 0 0 0,0 1 0 0 0,1-1 0 0 0,0 1 0 0 0,0-1 0 0 0,1 0 0 0 0,-1 0 0 0 0,1 0 0 0 0,0 0 0 0 0,1 0 0 0 0,-1 0 0 0 0,1-1 0 0 0,0 0 0 0 0,0 0 0 0 0,0 0 0 0 0,1 0 0 0 0,-1-1 0 0 0,1 1 0 0 0,0-1 0 0 0,0 0 0 0 0,0-1 0 0 0,0 1 0 0 0,1-1 0 0 0,-1 0 0 0 0,1 0 0 0 0,6 1 0 0 0,9 0-4 0 0,-1-1 1 0 0,1-1-1 0 0,0-1 0 0 0,0-1 1 0 0,-1 0-1 0 0,1-2 1 0 0,-1 0-1 0 0,39-12 0 0 0,-48 12-601 0 0,-1-2 1 0 0,0 1-1 0 0,0-1 0 0 0,0 0 1 0 0,-1-1-1 0 0,0 0 0 0 0,0-1 0 0 0,10-9 1 0 0,-14 11-467 0 0,0-1 0 0 0,0 0 0 0 0,-1 0 0 0 0,0 0 0 0 0,5-9 0 0 0,-6 8-560 0 0,0 0-1 0 0,0 0 1 0 0,-1 0-1 0 0,0-1 1 0 0,2-12-1 0 0,-3-6-4597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9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8 1112 0 0,'0'0'301'0'0,"-1"-1"0"0"0,1 0-1 0 0,-1 1 1 0 0,1-1 0 0 0,0 1 0 0 0,-1-1-1 0 0,1 1 1 0 0,-1 0 0 0 0,0-1 0 0 0,1 1-1 0 0,-1 0 1 0 0,1-1 0 0 0,-1 1 0 0 0,1 0-1 0 0,-1-1 1 0 0,0 1 0 0 0,1 0 0 0 0,-1 0-1 0 0,0 0 1 0 0,1 0 0 0 0,-1 0 0 0 0,0 0-1 0 0,1 0 1 0 0,-1 0 0 0 0,0 0 0 0 0,1 0-1 0 0,-1 0 1 0 0,0 0 0 0 0,1 0 0 0 0,-2 1-1 0 0,-16 15 3385 0 0,-6 31 1437 0 0,19-33-4077 0 0,1 1 0 0 0,1 0 0 0 0,0 0-1 0 0,2 0 1 0 0,-1 0 0 0 0,2 0 0 0 0,0 0 0 0 0,1 1 0 0 0,3 17 0 0 0,0-9-532 0 0,1 0-1 0 0,1-1 1 0 0,0 0 0 0 0,2 0-1 0 0,13 25 1 0 0,-11-29-387 0 0,0 0-1 0 0,16 19 1 0 0,3-6-843 0 0,6-9-3577 0 0,-32-22 3790 0 0,0-1-1 0 0,0 1 1 0 0,1-1-1 0 0,-1 1 1 0 0,0-1-1 0 0,0 0 1 0 0,1 0 0 0 0,-1-1-1 0 0,0 1 1 0 0,0-1-1 0 0,1 1 1 0 0,-1-1-1 0 0,3-1 1 0 0,14-5-7269 0 0,-17 6 5501 0 0,13-6-3930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60 464 0 0,'-13'-46'13238'0'0,"11"45"-12717"0"0,1-1-1 0 0,-1 1 1 0 0,0 0 0 0 0,0 0 0 0 0,0-1-1 0 0,0 2 1 0 0,0-1 0 0 0,0 0-1 0 0,0 0 1 0 0,0 1 0 0 0,-1-1 0 0 0,1 1-1 0 0,0-1 1 0 0,0 1 0 0 0,-1 0 0 0 0,-2 0-1 0 0,0 1 86 0 0,-1-1-1 0 0,1 1 0 0 0,0 0 0 0 0,-1 1 0 0 0,1-1 1 0 0,-8 4-1 0 0,2 0 102 0 0,1 1 0 0 0,0 0 1 0 0,0 0-1 0 0,0 1 0 0 0,-16 15 0 0 0,23-19-629 0 0,0 0 0 0 0,-1 1 0 0 0,2-1 0 0 0,-1 1 0 0 0,0 0 0 0 0,1-1 0 0 0,0 1 0 0 0,-1 0 0 0 0,2 1 0 0 0,-1-1 0 0 0,0 0 0 0 0,1 0 0 0 0,0 1-1 0 0,0-1 1 0 0,0 1 0 0 0,0-1 0 0 0,1 1 0 0 0,0-1 0 0 0,0 1 0 0 0,0-1 0 0 0,1 1 0 0 0,-1 0 0 0 0,3 6 0 0 0,-2-7-94 0 0,1-1-1 0 0,0 1 1 0 0,0 0-1 0 0,0 0 1 0 0,0-1 0 0 0,1 1-1 0 0,-1-1 1 0 0,1 0 0 0 0,0 0-1 0 0,0 0 1 0 0,0 0-1 0 0,1-1 1 0 0,-1 1 0 0 0,1-1-1 0 0,-1 1 1 0 0,1-1-1 0 0,0-1 1 0 0,0 1 0 0 0,0 0-1 0 0,0-1 1 0 0,0 0 0 0 0,0 0-1 0 0,0 0 1 0 0,0 0-1 0 0,5-1 1 0 0,11 2-354 0 0,0-1 1 0 0,0-1-1 0 0,0 0 0 0 0,-1-2 1 0 0,29-5-1 0 0,-43 6 319 0 0,1 0 0 0 0,-1 0 0 0 0,1-1 1 0 0,-1 0-1 0 0,0 0 0 0 0,1 0 0 0 0,-1-1 0 0 0,0 1 0 0 0,-1-1 0 0 0,1 0 0 0 0,0-1 1 0 0,-1 1-1 0 0,0-1 0 0 0,0 0 0 0 0,0 0 0 0 0,0 0 0 0 0,0 0 0 0 0,-1-1 0 0 0,0 1 0 0 0,0-1 1 0 0,0 0-1 0 0,-1 0 0 0 0,4-9 0 0 0,-6 10 127 0 0,1 1-1 0 0,-1 0 1 0 0,0 0 0 0 0,-1 0-1 0 0,1-1 1 0 0,0 1-1 0 0,-1 0 1 0 0,0 0 0 0 0,0 0-1 0 0,0 0 1 0 0,0 0 0 0 0,0 0-1 0 0,0 0 1 0 0,-1 0 0 0 0,0 0-1 0 0,1 0 1 0 0,-1 1 0 0 0,0-1-1 0 0,0 1 1 0 0,-1-1-1 0 0,1 1 1 0 0,0 0 0 0 0,-1 0-1 0 0,0 0 1 0 0,1 0 0 0 0,-1 0-1 0 0,0 1 1 0 0,-3-2 0 0 0,-3-2 115 0 0,-1 0 1 0 0,0 0 0 0 0,0 1-1 0 0,0 1 1 0 0,0 0 0 0 0,0 0-1 0 0,-17-2 1 0 0,-18 4-192 0 0,28 3 0 0 0,1 3-34 0 0,15-2-37 0 0,1-2 10 0 0,-1 0-546 0 0,4 3-3508 0 0,-1-2 3662 0 0,0 1 0 0 0,0-1 1 0 0,1 1-1 0 0,-1-1 0 0 0,1 0 1 0 0,-1 0-1 0 0,1 0 0 0 0,0-1 1 0 0,0 1-1 0 0,0 0 0 0 0,0-1 1 0 0,0 0-1 0 0,6 2 0 0 0,7 2-7633 0 0,-6-3 4404 0 0,3-1-1815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0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54 1772 0 0,'0'0'16543'0'0,"-4"3"-14948"0"0,-3 1-1122 0 0,-1 2 484 0 0,-1-1 0 0 0,1 2 0 0 0,0-1 0 0 0,0 1 0 0 0,1 0 0 0 0,0 0 0 0 0,-9 12 0 0 0,16-18-868 0 0,-7 9 607 0 0,1 0 0 0 0,0 0 1 0 0,1 0-1 0 0,0 1 1 0 0,-3 13-1 0 0,7-21-679 0 0,0 0-1 0 0,1-1 1 0 0,-1 1-1 0 0,1 0 1 0 0,0 0-1 0 0,0 0 0 0 0,0-1 1 0 0,0 1-1 0 0,1 0 1 0 0,-1 0-1 0 0,1-1 1 0 0,-1 1-1 0 0,1 0 1 0 0,0-1-1 0 0,0 1 1 0 0,0 0-1 0 0,0-1 0 0 0,1 0 1 0 0,-1 1-1 0 0,1-1 1 0 0,-1 0-1 0 0,1 0 1 0 0,0 1-1 0 0,0-1 1 0 0,0-1-1 0 0,0 1 1 0 0,4 3-1 0 0,2-1-16 0 0,-1 0 0 0 0,1-1 0 0 0,0 1 0 0 0,0-2 0 0 0,0 1 0 0 0,0-1 0 0 0,0 0 0 0 0,1-1 0 0 0,-1 0 0 0 0,1 0 0 0 0,-1-1 0 0 0,1 0 0 0 0,13-2 0 0 0,1-1 0 0 0,0 0 0 0 0,0-2 0 0 0,39-13 0 0 0,-53 15-74 0 0,0 0 1 0 0,-1-1-1 0 0,1 0 1 0 0,-1 0-1 0 0,0-1 0 0 0,0 0 1 0 0,0-1-1 0 0,-1 1 1 0 0,1-2-1 0 0,-1 1 1 0 0,-1-1-1 0 0,11-13 0 0 0,-13 15-347 0 0,-2 0 0 0 0,1-1-1 0 0,-1 1 1 0 0,1 0 0 0 0,-1-1-1 0 0,-1 1 1 0 0,1-1 0 0 0,1-11-1 0 0,-3 10-478 0 0,0-1 0 0 0,0 0-1 0 0,0 0 1 0 0,-1 0 0 0 0,0 1-1 0 0,-1-1 1 0 0,-3-10 0 0 0,-11-24-9414 0 0,7 25 4408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0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 1228 0 0,'0'0'4212'0'0,"-5"2"-2115"0"0,1 0-1516 0 0,-1 1 0 0 0,1-1 0 0 0,1 1-1 0 0,-1 0 1 0 0,0 1 0 0 0,1-1 0 0 0,-1 1-1 0 0,1-1 1 0 0,0 1 0 0 0,0 0 0 0 0,1 0-1 0 0,-1 0 1 0 0,1 0 0 0 0,0 1 0 0 0,0-1-1 0 0,0 1 1 0 0,1-1 0 0 0,-1 1 0 0 0,0 5-1 0 0,-1 5 191 0 0,0 1 1 0 0,2 0-1 0 0,-1-1 0 0 0,2 1 0 0 0,0 0 0 0 0,1-1 0 0 0,1 1 0 0 0,0-1 0 0 0,6 23 0 0 0,3-1 439 0 0,1 0-1 0 0,29 58 1 0 0,-26-66-1241 0 0,1 0 0 0 0,38 50 0 0 0,-38-57-1628 0 0,-1-2-1616 0 0,0-7-4614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0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40 488 0 0,'-7'3'20923'0'0,"7"-3"-20902"0"0,25 16 2763 0 0,0-1 0 0 0,29 11 0 0 0,-4-12-3080 0 0,-45-14-134 0 0,0 0 0 0 0,0-1 0 0 0,0 1-1 0 0,0-1 1 0 0,1 0 0 0 0,-1 0 0 0 0,0 0 0 0 0,0-1-1 0 0,-1 0 1 0 0,1 0 0 0 0,0 0 0 0 0,0-1 0 0 0,5-4 0 0 0,54-43-7840 0 0,-45 32 2519 0 0,0-4 438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1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96 552 0 0,'11'-54'5117'0'0,"-10"16"5005"0"0,-1 36-8456 0 0,-1 2-1422 0 0,1-1 0 0 0,-1 1 0 0 0,0 0 1 0 0,1 0-1 0 0,-1 0 0 0 0,0 0 0 0 0,1-1 0 0 0,-1 1 0 0 0,0 0 1 0 0,1 0-1 0 0,-1 0 0 0 0,0 0 0 0 0,1 0 0 0 0,-1 1 0 0 0,1-1 1 0 0,-1 0-1 0 0,0 0 0 0 0,1 0 0 0 0,-1 0 0 0 0,0 1 0 0 0,1-1 0 0 0,-1 0 1 0 0,0 1-1 0 0,-7 7 237 0 0,1 0-1 0 0,0 0 1 0 0,0 0 0 0 0,1 1 0 0 0,0 0 0 0 0,1 0 0 0 0,0 1-1 0 0,0-1 1 0 0,1 1 0 0 0,0 0 0 0 0,1 1 0 0 0,0-1 0 0 0,1 0-1 0 0,0 1 1 0 0,1-1 0 0 0,-1 20 0 0 0,1 10 277 0 0,0-26-671 0 0,0-1-1 0 0,2 0 0 0 0,-1 1 0 0 0,2-1 1 0 0,4 23-1 0 0,3-12-115 0 0,0-1 0 0 0,2 0 0 0 0,0-1 0 0 0,28 41 0 0 0,-8-15-2711 0 0,-30-46 1974 0 0,-4-6-3578 0 0,-12-16 3631 0 0,-1 0 0 0 0,-1 1-1 0 0,-1 1 1 0 0,-24-18 0 0 0,36 29 2379 0 0,9 4-621 0 0,23 6-226 0 0,39 14-123 0 0,179 62 244 0 0,-211-65-1540 0 0,-4 0-3844 0 0,-14-10-7118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4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25 2024 0 0,'0'0'8794'0'0,"-13"-24"12993"0"0,12 24-21778 0 0,0 1 0 0 0,0-1 0 0 0,0 1 0 0 0,0 0 0 0 0,0-1 0 0 0,0 1 0 0 0,0 0 0 0 0,0 0 0 0 0,1 0 0 0 0,-1 0 0 0 0,0 0 0 0 0,0 0 0 0 0,1 0 0 0 0,-1 0 0 0 0,1 0 0 0 0,-1 0 0 0 0,0 3 0 0 0,-24 43-9 0 0,11-22 0 0 0,-17 45 0 0 0,24-51 0 0 0,1 1 0 0 0,0 0 0 0 0,-3 28 0 0 0,8-39 0 0 0,0 0 0 0 0,1 0 0 0 0,1 0 0 0 0,-1 1 0 0 0,2-1 0 0 0,-1 0 0 0 0,1 0 0 0 0,0-1 0 0 0,1 1 0 0 0,4 9 0 0 0,-3-11 0 0 0,-1-1 0 0 0,1 1 0 0 0,0-1 0 0 0,1 0 0 0 0,0 0 0 0 0,0-1 0 0 0,0 1 0 0 0,0-1 0 0 0,1 0 0 0 0,0 0 0 0 0,0-1 0 0 0,1 0 0 0 0,-1 0 0 0 0,1-1 0 0 0,-1 1 0 0 0,1-1 0 0 0,0-1 0 0 0,1 1 0 0 0,-1-1 0 0 0,0-1 0 0 0,15 3 0 0 0,-8-3 0 0 0,1 0 0 0 0,0 0 0 0 0,-1-1 0 0 0,1-1 0 0 0,0 0 0 0 0,-1-2 0 0 0,1 1 0 0 0,-1-2 0 0 0,0 0 0 0 0,21-8 0 0 0,-29 9 0 0 0,-1 0 0 0 0,1 0 0 0 0,-1 0 0 0 0,0 0 0 0 0,0-1 0 0 0,0 0 0 0 0,-1 0 0 0 0,1 0 0 0 0,-1-1 0 0 0,0 1 0 0 0,-1-1 0 0 0,1 0 0 0 0,-1 0 0 0 0,0-1 0 0 0,0 1 0 0 0,0 0 0 0 0,-1-1 0 0 0,1 0 0 0 0,-2 0 0 0 0,1 0 0 0 0,0 1 0 0 0,-1-1 0 0 0,-1-1 0 0 0,1 1 0 0 0,-1 0 0 0 0,0-11 0 0 0,-1 3 0 0 0,-1 1 0 0 0,0 0 0 0 0,-1 0 0 0 0,0 1 0 0 0,-1-1 0 0 0,-1 1 0 0 0,0-1 0 0 0,0 1 0 0 0,-2 1 0 0 0,1-1 0 0 0,-12-14 0 0 0,9 15 0 0 0,0 0 0 0 0,0 1 0 0 0,-1 0 0 0 0,-1 1 0 0 0,0 0 0 0 0,0 1 0 0 0,-16-10 0 0 0,-42-29 0 0 0,62 41 0 0 0,-5 4 318 0 0,-2 10-5430 0 0,-1 6-9450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4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1844 0 0,'0'0'18769'0'0,"5"-2"-17375"0"0,20-5 131 0 0,1 1-1 0 0,0 1 1 0 0,0 2-1 0 0,30-1 0 0 0,30-5 552 0 0,152-34-1014 0 0,-230 39-1062 0 0,3 1 0 0 0,-126 31-19 0 0,113-27-479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5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41 1448 0 0,'-11'-3'8644'0'0,"-4"0"-3585"0"0,48 4 7413 0 0,12-4-6757 0 0,18-3-4744 0 0,38-8-3804 0 0,-31 4 4124 0 0,-57 9-1291 0 0,3 0 0 0 0,-17 1 0 0 0,1 0 0 0 0,0 0 0 0 0,0 0 0 0 0,0 0 0 0 0,0 0 0 0 0,0 0 0 0 0,0 1 0 0 0,0-1 0 0 0,0 0 0 0 0,0 0 0 0 0,0 0 0 0 0,0 0 0 0 0,0 1 0 0 0,0-1 0 0 0,0 0 0 0 0,0 0 0 0 0,0 0 0 0 0,0 0 0 0 0,0 0 0 0 0,0 1 0 0 0,0-1 0 0 0,0 0 0 0 0,0 0 0 0 0,0 0 0 0 0,0 0 0 0 0,0 0 0 0 0,0 1 0 0 0,0-1 0 0 0,0 0 0 0 0,0 0 0 0 0,0 0 0 0 0,0 0 0 0 0,0 0 0 0 0,0 1 0 0 0,1-1 0 0 0,-1 0 0 0 0,0 0 0 0 0,0 0 0 0 0,0 0 0 0 0,0 0 0 0 0,0 0 0 0 0,0 0 0 0 0,1 0 0 0 0,-1 0 0 0 0,0 0 0 0 0,0 0 0 0 0,0 1 0 0 0,0-1 0 0 0,0 0 0 0 0,1 0 0 0 0,-1 0 0 0 0,0 0 0 0 0,0 0 0 0 0,0 0 0 0 0,0 0 0 0 0,1 0 0 0 0,-1 0 0 0 0,0 0 0 0 0,0 0 0 0 0,0-1 0 0 0,0 1 0 0 0,1 0 0 0 0,-13 10 62 0 0,0-1 1 0 0,0-1-1 0 0,-22 12 1 0 0,-30 20-2586 0 0,27-8-4278 0 0,35-30 7148 0 0,-13 15-13611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5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1 460 0 0,'0'0'18959'0'0,"6"0"-17875"0"0,27 2 892 0 0,0 1 0 0 0,35 9 0 0 0,36 5 900 0 0,-83-15-2458 0 0,91 1 2496 0 0,-110-3-3629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11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80 952 0 0,'-23'-14'12878'0'0,"23"13"-12563"0"0,0 1 0 0 0,0 0 0 0 0,-1 0 1 0 0,1-1-1 0 0,0 1 0 0 0,0 0 0 0 0,0-1 1 0 0,0 1-1 0 0,-1 0 0 0 0,1-1 0 0 0,0 1 1 0 0,0 0-1 0 0,0-1 0 0 0,0 1 0 0 0,0 0 1 0 0,0-1-1 0 0,0 1 0 0 0,0 0 0 0 0,0-1 1 0 0,0 1-1 0 0,0-1 0 0 0,0 1 0 0 0,0 0 1 0 0,0-1-1 0 0,1 1 0 0 0,-1 0 1 0 0,0-1-1 0 0,0 1 0 0 0,0 0 0 0 0,0 0 1 0 0,1-1-1 0 0,-1 1 0 0 0,0 0 0 0 0,0-1 1 0 0,1 1-1 0 0,17-11 6183 0 0,9 1-8344 0 0,-26 10 1642 0 0,10-4 371 0 0,1 1 0 0 0,-1 1-1 0 0,1 0 1 0 0,21-1 0 0 0,-31 4-93 0 0,-1 0 1 0 0,1 0-1 0 0,-1 0 0 0 0,1 0 1 0 0,-1 0-1 0 0,0 0 1 0 0,1 1-1 0 0,-1-1 1 0 0,0 0-1 0 0,0 1 0 0 0,0-1 1 0 0,0 1-1 0 0,0-1 1 0 0,-1 1-1 0 0,1 0 1 0 0,0-1-1 0 0,-1 1 0 0 0,1 0 1 0 0,-1-1-1 0 0,0 1 1 0 0,1 0-1 0 0,-1 0 1 0 0,0 3-1 0 0,0 8 186 0 0,1-2-222 0 0,-1 1-1 0 0,-1-1 0 0 0,0 0 0 0 0,-1 0 0 0 0,0 0 0 0 0,-4 15 0 0 0,5-15-37 0 0,1-11 0 0 0,0 1 0 0 0,-1-1 0 0 0,1 0 0 0 0,0 0 0 0 0,0 1 0 0 0,0-1 0 0 0,0 0 0 0 0,0 1 0 0 0,0-1 0 0 0,0 0 0 0 0,0 0 0 0 0,0 1 0 0 0,0-1 0 0 0,0 0 0 0 0,0 0 0 0 0,0 1 0 0 0,0-1 0 0 0,0 0 0 0 0,1 0 0 0 0,-1 1 0 0 0,0-1 0 0 0,0 0 0 0 0,0 0 0 0 0,0 1 0 0 0,0-1 0 0 0,0 0 0 0 0,1 0 0 0 0,-1 0 0 0 0,0 0 0 0 0,0 1 0 0 0,0-1 0 0 0,1 0 0 0 0,-1 0 0 0 0,0 0 0 0 0,0 0 0 0 0,1 1 0 0 0,-1-1 0 0 0,0 0 0 0 0,0 0 0 0 0,1 0 0 0 0,-1 0 0 0 0,0 0 0 0 0,0 0 0 0 0,1 0 0 0 0,2-1-1 0 0,-1-1-1 0 0,1 1 1 0 0,0-1-1 0 0,-1 0 1 0 0,0 0-1 0 0,1 0 1 0 0,-1 0-1 0 0,0 0 1 0 0,0-1 0 0 0,0 1-1 0 0,0-1 1 0 0,-1 1-1 0 0,1-1 1 0 0,-1 1-1 0 0,1-1 1 0 0,-1 0-1 0 0,0 0 1 0 0,0 0 0 0 0,0 0-1 0 0,0 0 1 0 0,-1 0-1 0 0,1 0 1 0 0,-1 0-1 0 0,0 0 1 0 0,0-4-1 0 0,1-2-28 0 0,-1-1 1 0 0,0 1-1 0 0,0-1 0 0 0,-1 1 0 0 0,0 0 0 0 0,0-1 0 0 0,-6-16 0 0 0,5 24 42 0 0,1 0-1 0 0,-1 0 1 0 0,0 1 0 0 0,1-1-1 0 0,-1 1 1 0 0,0-1-1 0 0,0 1 1 0 0,0 0 0 0 0,0-1-1 0 0,0 1 1 0 0,0 0-1 0 0,0 1 1 0 0,0-1 0 0 0,0 0-1 0 0,-1 0 1 0 0,1 1-1 0 0,0 0 1 0 0,0-1 0 0 0,-1 1-1 0 0,1 0 1 0 0,0 0-1 0 0,-1 0 1 0 0,-3 1 0 0 0,-52 6-14 0 0,42-1 2 0 0,0-1 0 0 0,0 2 0 0 0,1 0 0 0 0,0 1 0 0 0,0 1 0 0 0,0 0 0 0 0,2 1 0 0 0,-1 0 0 0 0,1 1 0 0 0,-15 17 0 0 0,22-22 0 0 0,1 1 0 0 0,0-1 0 0 0,0 1 0 0 0,0 0 0 0 0,1 1 0 0 0,0-1 0 0 0,1 1 0 0 0,-1 0 0 0 0,2 0 0 0 0,-3 9 0 0 0,4-12 0 0 0,0 1 0 0 0,1-1 0 0 0,-1 1 0 0 0,1-1 0 0 0,1 1 0 0 0,-1-1 0 0 0,1 1 0 0 0,0-1 0 0 0,0 1 0 0 0,1-1 0 0 0,-1 0 0 0 0,1 0 0 0 0,0 0 0 0 0,1 0 0 0 0,-1 0 0 0 0,6 8 0 0 0,-4-9 0 0 0,0 0 0 0 0,0 0 0 0 0,0 0 0 0 0,1 0 0 0 0,-1-1 0 0 0,1 1 0 0 0,0-1 0 0 0,0-1 0 0 0,0 1 0 0 0,1-1 0 0 0,-1 1 0 0 0,0-2 0 0 0,1 1 0 0 0,-1 0 0 0 0,1-1 0 0 0,0 0 0 0 0,0-1 0 0 0,-1 1 0 0 0,1-1 0 0 0,0 0 0 0 0,0 0 0 0 0,-1-1 0 0 0,10-2 0 0 0,-1 1 0 0 0,0-1 0 0 0,-1 0 0 0 0,1-1 0 0 0,-1 0 0 0 0,0-1 0 0 0,0-1 0 0 0,-1 0 0 0 0,20-13 0 0 0,-26 15 0 0 0,0-1 0 0 0,0 0 0 0 0,0-1 0 0 0,-1 1 0 0 0,0-1 0 0 0,0 0 0 0 0,0 0 0 0 0,-1 0 0 0 0,0-1 0 0 0,0 0 0 0 0,-1 0 0 0 0,0 0 0 0 0,0 0 0 0 0,0 0 0 0 0,-1-1 0 0 0,2-9 0 0 0,-3 1 0 0 0,-1 2 0 0 0,-1 3 0 0 0,1 11 0 0 0,0-1 0 0 0,0 1 0 0 0,0 0 0 0 0,0 0 0 0 0,0 0 0 0 0,0-1 0 0 0,-1 1 0 0 0,1 0 0 0 0,0 0 0 0 0,0-1 0 0 0,0 1 0 0 0,0 0 0 0 0,0 0 0 0 0,0 0 0 0 0,-1-1 0 0 0,1 1 0 0 0,0 0 0 0 0,0 0 0 0 0,0 0 0 0 0,-1 0 0 0 0,1 0 0 0 0,0-1 0 0 0,0 1 0 0 0,0 0 0 0 0,-1 0 0 0 0,1 0 0 0 0,0 0 0 0 0,0 0 0 0 0,-1 0 0 0 0,1 0 0 0 0,0 0 0 0 0,0 0 0 0 0,-1 0 0 0 0,1 0 0 0 0,0 0 0 0 0,0 0 0 0 0,0 0 0 0 0,-1 0 0 0 0,1 0 0 0 0,0 0 0 0 0,-1 0 0 0 0,-1 1 0 0 0,1 0 0 0 0,-1 0 0 0 0,0 1 0 0 0,1-1 0 0 0,-1 0 0 0 0,1 1 0 0 0,-1-1 0 0 0,1 1 0 0 0,0 0 0 0 0,0-1 0 0 0,0 1 0 0 0,-1 0 0 0 0,2 0 0 0 0,-1 0 0 0 0,0 0 0 0 0,0-1 0 0 0,1 1 0 0 0,-1 0 0 0 0,0 3 0 0 0,0 1 0 0 0,1 0 0 0 0,0 0 0 0 0,0 0 0 0 0,0 0 0 0 0,1 0 0 0 0,2 10 0 0 0,2 2 0 0 0,0 1 0 0 0,2-1 0 0 0,12 25 0 0 0,-14-35 0 0 0,0-1 0 0 0,1 0 0 0 0,0-1 0 0 0,0 1 0 0 0,1-1 0 0 0,-1-1 0 0 0,1 1 0 0 0,1-1 0 0 0,-1 0 0 0 0,1 0 0 0 0,9 3 0 0 0,-5-4 0 0 0,-9-3 0 0 0,-1 0 0 0 0,1 0 0 0 0,0-1 0 0 0,-1 1 0 0 0,1-1 0 0 0,-1 0 0 0 0,1 0 0 0 0,0 0 0 0 0,-1 0 0 0 0,1 0 0 0 0,0 0 0 0 0,-1-1 0 0 0,1 1 0 0 0,0-1 0 0 0,-1 0 0 0 0,1 0 0 0 0,-1 0 0 0 0,0 0 0 0 0,1 0 0 0 0,-1-1 0 0 0,0 1 0 0 0,1-1 0 0 0,-1 1 0 0 0,0-1 0 0 0,0 0 0 0 0,0 0 0 0 0,-1 0 0 0 0,1 0 0 0 0,0 0 0 0 0,-1 0 0 0 0,1 0 0 0 0,-1-1 0 0 0,0 1 0 0 0,0 0 0 0 0,1-4 0 0 0,6-6 0 0 0,-1 1 0 0 0,-1 1 0 0 0,0-1 0 0 0,-1 0 0 0 0,4-12 0 0 0,23-47 0 0 0,-25 59 0 0 0,-1 1 0 0 0,-18 38 0 0 0,7-19 0 0 0,0 0 0 0 0,1 0 0 0 0,1 0 0 0 0,0 1 0 0 0,0 0 0 0 0,0-1 0 0 0,1 1 0 0 0,0 15 0 0 0,2-22 0 0 0,0 1 0 0 0,1-1 0 0 0,0 1 0 0 0,0-1 0 0 0,0 1 0 0 0,0-1 0 0 0,0 0 0 0 0,1 1 0 0 0,0-1 0 0 0,-1 0 0 0 0,1 0 0 0 0,0 0 0 0 0,1 0 0 0 0,-1-1 0 0 0,0 1 0 0 0,1-1 0 0 0,0 1 0 0 0,-1-1 0 0 0,1 0 0 0 0,0 0 0 0 0,0 0 0 0 0,0 0 0 0 0,0 0 0 0 0,1-1 0 0 0,-1 0 0 0 0,6 2 0 0 0,-1-1 0 0 0,0-1 0 0 0,1 0 0 0 0,-1 0 0 0 0,0-1 0 0 0,1 0 0 0 0,-1 0 0 0 0,1-1 0 0 0,-1 0 0 0 0,0-1 0 0 0,1 0 0 0 0,-1 0 0 0 0,14-6 0 0 0,-3 0 0 0 0,-1-1 0 0 0,-1-1 0 0 0,0 0 0 0 0,19-15 0 0 0,-27 18 0 0 0,-2 2 0 0 0,-1 0 0 0 0,0 0 0 0 0,-1 0 0 0 0,1-1 0 0 0,-1 0 0 0 0,7-10 0 0 0,-6 5 0 0 0,-7 1 0 0 0,1 9 0 0 0,0 1 0 0 0,-1 0 0 0 0,1-1 0 0 0,-1 1 0 0 0,1 0 0 0 0,0 0 0 0 0,-1 0 0 0 0,1-1 0 0 0,-1 1 0 0 0,1 0 0 0 0,0 0 0 0 0,-1 0 0 0 0,1 0 0 0 0,-1 0 0 0 0,1 0 0 0 0,-1 0 0 0 0,1 0 0 0 0,0 0 0 0 0,-1 0 0 0 0,1 0 0 0 0,-1 0 0 0 0,1 0 0 0 0,-1 0 0 0 0,1 0 0 0 0,-1 0 0 0 0,1 0 0 0 0,0 1 0 0 0,-1-1 0 0 0,-2 2 0 0 0,0 0 0 0 0,1 0 0 0 0,-1 0 0 0 0,1 0 0 0 0,0 1 0 0 0,0-1 0 0 0,0 1 0 0 0,0 0 0 0 0,0-1 0 0 0,1 1 0 0 0,-1 0 0 0 0,1 0 0 0 0,-2 4 0 0 0,-15 55 0 0 0,18-61 0 0 0,-1 0 0 0 0,1 0 0 0 0,0 0 0 0 0,-1 0 0 0 0,1 0 0 0 0,0 1 0 0 0,-1-1 0 0 0,1 0 0 0 0,0 0 0 0 0,0 0 0 0 0,0 0 0 0 0,0 0 0 0 0,0 0 0 0 0,0 0 0 0 0,1 0 0 0 0,-1 0 0 0 0,0 1 0 0 0,0-1 0 0 0,1 0 0 0 0,-1 0 0 0 0,1 1 0 0 0,6 17 0 0 0,-2-7 0 0 0,1 0 0 0 0,-1-5-193 0 0,-4-6-826 0 0,3-3-2192 0 0,-1 1 2587 0 0,15-8-2431 0 0,-10 5-1515 0 0,0-2-3450 0 0,2-2 1229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12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263 303 168 0 0,'5'-40'16525'0'0,"-5"38"-16121"0"0,0-1-1 0 0,0 0 1 0 0,0 0-1 0 0,0 1 1 0 0,-1-1 0 0 0,1 0-1 0 0,-1 1 1 0 0,0-1 0 0 0,0 0-1 0 0,0 1 1 0 0,0-1 0 0 0,0 1-1 0 0,-3-5 1 0 0,3 5 341 0 0,-20-8 3148 0 0,11 11-3340 0 0,0 0-1 0 0,-1 1 0 0 0,1 1 0 0 0,0-1 1 0 0,0 2-1 0 0,0-1 0 0 0,1 1 0 0 0,-16 9 1 0 0,11-5-418 0 0,1 1 1 0 0,-1 0 0 0 0,1 0 0 0 0,1 2-1 0 0,-14 13 1 0 0,22-19-136 0 0,0 0 0 0 0,0 0 0 0 0,1 0 0 0 0,-1 0 0 0 0,1 0 0 0 0,1 1 0 0 0,-1 0 0 0 0,1-1 0 0 0,0 1 0 0 0,0 0 0 0 0,0 0 0 0 0,1 0 0 0 0,0 0 0 0 0,1 1 0 0 0,-1-1 0 0 0,1 9 0 0 0,1-12 0 0 0,-1 0 0 0 0,1 1 0 0 0,0-1 0 0 0,0 0 0 0 0,0 0 0 0 0,0 0 0 0 0,0 0 0 0 0,1 0 0 0 0,-1 0 0 0 0,1 0 0 0 0,0 0 0 0 0,0-1 0 0 0,0 1 0 0 0,0-1 0 0 0,0 1 0 0 0,1-1 0 0 0,-1 0 0 0 0,1 0 0 0 0,0 0 0 0 0,-1 0 0 0 0,1 0 0 0 0,0-1 0 0 0,0 1 0 0 0,0-1 0 0 0,0 0 0 0 0,0 0 0 0 0,0 0 0 0 0,1 0 0 0 0,-1 0 0 0 0,0-1 0 0 0,0 0 0 0 0,5 1 0 0 0,2 0 0 0 0,0-1 0 0 0,0 0 0 0 0,0 0 0 0 0,0-1 0 0 0,1 0 0 0 0,-2 0 0 0 0,1-2 0 0 0,13-3 0 0 0,-8 0 0 0 0,0-1 0 0 0,-1-1 0 0 0,0 0 0 0 0,0-1 0 0 0,13-11 0 0 0,-19 12 0 0 0,-2-1 0 0 0,-1 0 0 0 0,22 77 0 0 0,-4 13 0 0 0,15 97 0 0 0,-36-169 0 0 0,-1 1 0 0 0,0 0 0 0 0,-1-1 0 0 0,0 1 0 0 0,0 0 0 0 0,-1-1 0 0 0,0 1 0 0 0,-5 16 0 0 0,4-22 0 0 0,1 0 0 0 0,-1-1 0 0 0,1 1 0 0 0,-1-1 0 0 0,0 0 0 0 0,0 0 0 0 0,-1 0 0 0 0,1 0 0 0 0,-1 0 0 0 0,1 0 0 0 0,-1 0 0 0 0,0-1 0 0 0,0 1 0 0 0,0-1 0 0 0,0 0 0 0 0,-1 0 0 0 0,1 0 0 0 0,-1-1 0 0 0,1 1 0 0 0,-1-1 0 0 0,1 0 0 0 0,-1 0 0 0 0,0 0 0 0 0,-5 1 0 0 0,-6 0 0 0 0,-1 0 0 0 0,1-1 0 0 0,-1 0 0 0 0,0-2 0 0 0,1 0 0 0 0,-1 0 0 0 0,-26-7 0 0 0,38 7 0 0 0,-1 0 0 0 0,1-1 0 0 0,-1 1 0 0 0,1-1 0 0 0,0 0 0 0 0,0 0 0 0 0,0-1 0 0 0,0 1 0 0 0,0-1 0 0 0,0 0 0 0 0,0 0 0 0 0,1 0 0 0 0,0 0 0 0 0,0-1 0 0 0,0 1 0 0 0,0-1 0 0 0,0 0 0 0 0,1 0 0 0 0,-1 0 0 0 0,1 0 0 0 0,0 0 0 0 0,0 0 0 0 0,1-1 0 0 0,-1 1 0 0 0,1-1 0 0 0,0 1 0 0 0,0-1 0 0 0,1 0 0 0 0,-1 1 0 0 0,1-7 0 0 0,1 4 0 0 0,0 1 0 0 0,0-1 0 0 0,1 0 0 0 0,0 0 0 0 0,0 0 0 0 0,1 1 0 0 0,0 0 0 0 0,0-1 0 0 0,0 1 0 0 0,1 0 0 0 0,0 0 0 0 0,0 1 0 0 0,0-1 0 0 0,1 1 0 0 0,0 0 0 0 0,0 0 0 0 0,0 0 0 0 0,1 1 0 0 0,7-6 0 0 0,17-9 0 0 0,0 0 0 0 0,52-22 0 0 0,-51 26 0 0 0,11-4 55 0 0,-18 8-160 0 0,0 0 1 0 0,27-18 0 0 0,-46 26-17 0 0,0-1 1 0 0,0 0-1 0 0,0 0 1 0 0,-1 0-1 0 0,1 0 1 0 0,-1-1-1 0 0,0 0 1 0 0,0 0-1 0 0,0 0 1 0 0,-1 0-1 0 0,0 0 1 0 0,0-1-1 0 0,0 0 1 0 0,2-9-1 0 0,9-32-540 0 0,-8 29 385 0 0,-1 0 0 0 0,-1-1 0 0 0,0 1-1 0 0,2-37 1 0 0,-2-8-285 0 0,-2 49 505 0 0,0 0 0 0 0,-1 1 1 0 0,-1-1-1 0 0,0 0 0 0 0,-1 0 0 0 0,0 1 0 0 0,-1-1 1 0 0,-4-13-1 0 0,5 25 104 0 0,1 1 0 0 0,0 0 0 0 0,-1-1 0 0 0,0 1 0 0 0,1 0 1 0 0,-1-1-1 0 0,0 1 0 0 0,0 0 0 0 0,1 0 0 0 0,-1-1 0 0 0,0 1 0 0 0,0 0 0 0 0,0 0 0 0 0,-1 0 1 0 0,1 0-1 0 0,0 0 0 0 0,0 0 0 0 0,0 1 0 0 0,-1-1 0 0 0,1 0 0 0 0,0 1 0 0 0,-1-1 1 0 0,1 1-1 0 0,-1-1 0 0 0,-2 0 0 0 0,1 1 43 0 0,1 1 0 0 0,-1-1 1 0 0,0 1-1 0 0,0-1 0 0 0,1 1 0 0 0,-1 0 1 0 0,0 0-1 0 0,1 0 0 0 0,-1 0 0 0 0,1 0 0 0 0,-1 1 1 0 0,-3 2-1 0 0,-5 4 282 0 0,1 1 0 0 0,0 0 1 0 0,1 0-1 0 0,-14 19 0 0 0,8-9-294 0 0,1 1 0 0 0,1 1 0 0 0,1 0 0 0 0,1 1 0 0 0,1 0-1 0 0,1 1 1 0 0,1 0 0 0 0,0 0 0 0 0,2 1 0 0 0,-5 41 0 0 0,10-56-79 0 0,0-1 0 0 0,1 1 0 0 0,0 0 0 0 0,0-1 0 0 0,1 1 0 0 0,0-1 0 0 0,1 1 0 0 0,0-1 0 0 0,0 1 0 0 0,1-1 0 0 0,0 0 0 0 0,0 0 0 0 0,1 0 0 0 0,0-1 0 0 0,0 1 0 0 0,1-1 0 0 0,0 0 0 0 0,0 0 0 0 0,1 0 0 0 0,-1-1 0 0 0,2 0 0 0 0,-1 0 0 0 0,1-1 0 0 0,-1 1 0 0 0,1-1 0 0 0,1-1 0 0 0,-1 1 0 0 0,1-2 0 0 0,0 1 0 0 0,0-1 0 0 0,0 0 0 0 0,0 0 0 0 0,1-1 0 0 0,-1 0 0 0 0,0-1 0 0 0,1 0 0 0 0,15 1 0 0 0,4-3 0 0 0,0-1 0 0 0,0-1 0 0 0,54-13 0 0 0,-67 12 0 0 0,0-1 0 0 0,0 0 0 0 0,-1-1 0 0 0,0-1 0 0 0,0 0 0 0 0,0-1 0 0 0,-1 0 0 0 0,22-19 0 0 0,-33 26-128 0 0,-1 0 1 0 0,0 0-1 0 0,1 0 0 0 0,-1-1 0 0 0,0 1 1 0 0,1 0-1 0 0,-1-1 0 0 0,0 1 0 0 0,0-1 1 0 0,0 0-1 0 0,-1 1 0 0 0,1-1 0 0 0,0 0 1 0 0,0 1-1 0 0,-1-1 0 0 0,1 0 0 0 0,-1 0 1 0 0,0 0-1 0 0,1 1 0 0 0,-1-1 0 0 0,0-3 1 0 0,-1 4-145 0 0,1 1 0 0 0,0-1 0 0 0,-1 0 0 0 0,1 1 0 0 0,0-1 0 0 0,-1 1 0 0 0,1-1 0 0 0,-1 0 1 0 0,1 1-1 0 0,-1-1 0 0 0,1 1 0 0 0,-1-1 0 0 0,0 1 0 0 0,1 0 0 0 0,-1-1 0 0 0,1 1 0 0 0,-1 0 0 0 0,0-1 1 0 0,1 1-1 0 0,-1 0 0 0 0,-1-1 0 0 0,-28 1-11899 0 0,10 3 5535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13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33 400 0 0,'-32'-33'28608'0'0,"106"37"-26986"0"0,117 22-1 0 0,-140-17-1319 0 0,37 5-88 0 0,-78-9-214 0 0,-5 8 0 0 0,-6-10 0 0 0,-1 1 0 0 0,0-1 0 0 0,0 1 0 0 0,0-1 0 0 0,-1 1 0 0 0,1-1 0 0 0,-1 0 0 0 0,1 0 0 0 0,-1-1 0 0 0,0 1 0 0 0,0 0 0 0 0,-1-1 0 0 0,1 0 0 0 0,0 0 0 0 0,-7 3 0 0 0,-61 30 0 0 0,68-33 0 0 0,-101 46 0 0 0,101-48 0 0 0,-7 13 0 0 0,7-3 0 0 0,12 5 0 0 0,-3-10 0 0 0,1 0 0 0 0,1-1 0 0 0,-1 0 0 0 0,1 0 0 0 0,-1-1 0 0 0,1 0 0 0 0,0 0 0 0 0,0-1 0 0 0,11 2 0 0 0,27 10 0 0 0,-26-6 0 0 0,-11-5 0 0 0,-1 1 0 0 0,1-1 0 0 0,-1 2 0 0 0,0-1 0 0 0,0 1 0 0 0,0 0 0 0 0,7 7 0 0 0,-14-10 0 0 0,0-1 0 0 0,0 0 0 0 0,0 0 0 0 0,-1 0 0 0 0,1 0 0 0 0,0 1 0 0 0,-1-1 0 0 0,1 0 0 0 0,-1 1 0 0 0,0-1 0 0 0,1 0 0 0 0,-1 1 0 0 0,0-1 0 0 0,0 1 0 0 0,0-1 0 0 0,1 1 0 0 0,-2-1 0 0 0,1 0 0 0 0,0 1 0 0 0,0-1 0 0 0,0 1 0 0 0,-1-1 0 0 0,1 0 0 0 0,-1 1 0 0 0,1-1 0 0 0,-1 0 0 0 0,1 1 0 0 0,-1-1 0 0 0,0 0 0 0 0,1 0 0 0 0,-1 0 0 0 0,0 0 0 0 0,-2 2 0 0 0,-6 3 0 0 0,0-1 0 0 0,0 0 0 0 0,0-1 0 0 0,-1 0 0 0 0,0 0 0 0 0,1-1 0 0 0,-1 0 0 0 0,-1-1 0 0 0,-15 2 0 0 0,-15-1 0 0 0,-42-1 0 0 0,78-2 0 0 0,-23 2 0 0 0,22-3 0 0 0,-6-4 0 0 0,11 5-24 0 0,1 0 0 0 0,-1 0-1 0 0,0-1 1 0 0,1 1 0 0 0,-1 0-1 0 0,0 0 1 0 0,0 0 0 0 0,1-1 0 0 0,-1 1-1 0 0,0 0 1 0 0,1-1 0 0 0,-1 1 0 0 0,1 0-1 0 0,-1-1 1 0 0,0 1 0 0 0,1-1 0 0 0,-1 1-1 0 0,1-1 1 0 0,-1 1 0 0 0,1-1 0 0 0,-1 1-1 0 0,1-1 1 0 0,0 0 0 0 0,-1 1 0 0 0,1-1-1 0 0,0 0 1 0 0,-1 1 0 0 0,1-1 0 0 0,0 0-1 0 0,0 1 1 0 0,0-1 0 0 0,-1 0 0 0 0,1 0-1 0 0,0 1 1 0 0,0-1 0 0 0,0 0 0 0 0,0 1-1 0 0,0-1 1 0 0,1 0 0 0 0,-1 0 0 0 0,0 1-1 0 0,0-1 1 0 0,0 0 0 0 0,1 1 0 0 0,-1-1-1 0 0,0 0 1 0 0,1 0 0 0 0,16-16-1968 0 0,13-1-3387 0 0,45-21 0 0 0,-26 21-3952 0 0,-23 10 3977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14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30 276 0 0,'0'-8'502'0'0,"-5"-8"10111"0"0,-1 12-9658 0 0,4 3 657 0 0,-3 1-227 0 0,-1 0 0 0 0,0 0 0 0 0,1 1 1 0 0,-1 0-1 0 0,0 0 0 0 0,-6 3 0 0 0,1 1-325 0 0,1 1 0 0 0,1 0 0 0 0,-1 0 1 0 0,1 1-1 0 0,-16 15 0 0 0,-41 48 1669 0 0,57-59-2725 0 0,1 1-1 0 0,0 1 1 0 0,0-1-1 0 0,1 1 1 0 0,1 1-1 0 0,-8 22 1 0 0,12-31-4 0 0,0 1 0 0 0,0-1 0 0 0,1 1 0 0 0,0-1-1 0 0,0 1 1 0 0,0 0 0 0 0,1 0 0 0 0,0 0 0 0 0,0-1 0 0 0,0 1 0 0 0,1 0 0 0 0,0 0 0 0 0,0-1 0 0 0,0 1-1 0 0,1 0 1 0 0,0-1 0 0 0,0 1 0 0 0,0-1 0 0 0,6 9 0 0 0,-3-9 0 0 0,1 1 0 0 0,0-1 0 0 0,0 0 0 0 0,0 0 0 0 0,0-1 0 0 0,1 1 0 0 0,0-2 0 0 0,0 1 0 0 0,0-1 0 0 0,0 0 0 0 0,1 0 0 0 0,-1-1 0 0 0,1 0 0 0 0,-1 0 0 0 0,1-1 0 0 0,0 0 0 0 0,0 0 0 0 0,14-1 0 0 0,-8 0 0 0 0,0-1 0 0 0,-1 0 0 0 0,1-1 0 0 0,0-1 0 0 0,-1 0 0 0 0,0 0 0 0 0,0-1 0 0 0,0-1 0 0 0,24-12 0 0 0,-33 14 0 0 0,0 1 0 0 0,0 0 0 0 0,0 0 0 0 0,-1 0 0 0 0,1-1 0 0 0,0 1 0 0 0,-1-1 0 0 0,1 0 0 0 0,-1 0 0 0 0,0 0 0 0 0,0 0 0 0 0,0-1 0 0 0,-1 0 0 0 0,1 1 0 0 0,-1-1 0 0 0,0 0 0 0 0,0 0 0 0 0,0 0 0 0 0,0 0 0 0 0,-1 0 0 0 0,0-1 0 0 0,0 1 0 0 0,0 0 0 0 0,1-9 0 0 0,-2 12 0 0 0,0-1 0 0 0,0 0 0 0 0,0 1 0 0 0,-1-1 0 0 0,1 0 0 0 0,0 0 0 0 0,-1 1 0 0 0,1-1 0 0 0,-1 1 0 0 0,0-1 0 0 0,1 0 0 0 0,-1 1 0 0 0,0-1 0 0 0,0 1 0 0 0,0 0 0 0 0,0-1 0 0 0,0 1 0 0 0,0 0 0 0 0,0-1 0 0 0,-1 1 0 0 0,1 0 0 0 0,0 0 0 0 0,-3-1 0 0 0,1 0 0 0 0,-1 1 0 0 0,1-1 0 0 0,-1 1 0 0 0,0 0 0 0 0,1 0 0 0 0,-1 0 0 0 0,0 1 0 0 0,0 0 0 0 0,0-1 0 0 0,-4 1 0 0 0,-4 1 0 0 0,0 0 0 0 0,0 1 0 0 0,0 1 0 0 0,0-1 0 0 0,1 2 0 0 0,-12 4 0 0 0,19-8 0 0 0,-6 2 0 0 0,-7 25 0 0 0,11-15 0 0 0,6-11-9 0 0,-1 0 0 0 0,1 0 1 0 0,-1-1-1 0 0,1 1 0 0 0,0 0 0 0 0,0 0 1 0 0,0 0-1 0 0,-1 0 0 0 0,1 0 0 0 0,0-1 0 0 0,0 1 1 0 0,0 0-1 0 0,0 0 0 0 0,1 0 0 0 0,-1 0 0 0 0,0 0 1 0 0,0 0-1 0 0,0-1 0 0 0,1 1 0 0 0,-1 0 1 0 0,0 0-1 0 0,1 0 0 0 0,-1 0 0 0 0,1-1 0 0 0,-1 1 1 0 0,1 0-1 0 0,-1-1 0 0 0,1 1 0 0 0,0 0 0 0 0,-1-1 1 0 0,1 1-1 0 0,0-1 0 0 0,-1 1 0 0 0,1-1 1 0 0,0 1-1 0 0,0-1 0 0 0,-1 1 0 0 0,1-1 0 0 0,0 0 1 0 0,1 1-1 0 0,2 1-593 0 0,-2-1 62 0 0,0 0 0 0 0,1 0 0 0 0,-1 0 0 0 0,0-1-1 0 0,1 1 1 0 0,-1-1 0 0 0,1 1 0 0 0,-1-1 0 0 0,1 0 0 0 0,-1 0 0 0 0,1 0 0 0 0,3 0 0 0 0,28-6-12448 0 0,-15 1 6356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14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46 236 0 0,'0'-10'2737'0'0,"0"4"1239"0"0,0 2-4305 0 0,0-5 3079 0 0,0 8-2317 0 0,0 0 0 0 0,0 1 1 0 0,0-1-1 0 0,0 0 0 0 0,0 1 1 0 0,-1-1-1 0 0,1 1 0 0 0,0-1 1 0 0,0 0-1 0 0,-1 1 0 0 0,1-1 1 0 0,0 1-1 0 0,-1-1 0 0 0,1 0 1 0 0,0 1-1 0 0,-1-1 1 0 0,1 1-1 0 0,-1-1 0 0 0,1 1 1 0 0,-1 0-1 0 0,1-1 0 0 0,-1 1 1 0 0,1-1-1 0 0,-1 1 0 0 0,1 0 1 0 0,-1-1-1 0 0,0 1 0 0 0,0 0 1 0 0,-10-2 1288 0 0,7 4-1183 0 0,0 0 0 0 0,0 0 0 0 0,0 0 0 0 0,0 0 0 0 0,1 1 0 0 0,-1-1 0 0 0,-3 4 0 0 0,2-1 281 0 0,-19 13 576 0 0,1 0 0 0 0,-39 43-1 0 0,55-54-1409 0 0,1 0 0 0 0,1 0 0 0 0,0 0 0 0 0,0 1 0 0 0,0 0 0 0 0,1 0 0 0 0,0 0 0 0 0,0 0-1 0 0,1 1 1 0 0,0-1 0 0 0,1 1 0 0 0,0 0 0 0 0,0 0 0 0 0,0 10 0 0 0,1-16 14 0 0,2-1 0 0 0,-1 1 0 0 0,0 0 0 0 0,1 0 0 0 0,-1 0 0 0 0,1-1 0 0 0,0 1 0 0 0,0 0 0 0 0,0-1 0 0 0,0 1 0 0 0,0 0 0 0 0,1-1 0 0 0,-1 0 0 0 0,1 1 0 0 0,-1-1 0 0 0,1 0 0 0 0,0 0 0 0 0,0 0 0 0 0,2 2 0 0 0,1-1 0 0 0,-1 0 0 0 0,1 0 0 0 0,0 0 0 0 0,0-1 0 0 0,0 0 0 0 0,0 0 0 0 0,0 0 0 0 0,1 0 0 0 0,6 0 0 0 0,5 0 0 0 0,0 0 0 0 0,1-1 0 0 0,-1-1 0 0 0,0-1 0 0 0,22-3 0 0 0,-20 1 0 0 0,-1-1 0 0 0,0 0 0 0 0,0-1 0 0 0,29-14 0 0 0,-41 16 0 0 0,0 0 0 0 0,0 0 0 0 0,0-1 0 0 0,0 0 0 0 0,0 0 0 0 0,-1 0 0 0 0,0-1 0 0 0,0 0 0 0 0,0 0 0 0 0,0 0 0 0 0,-1-1 0 0 0,0 0 0 0 0,0 1 0 0 0,-1-1 0 0 0,5-11 0 0 0,-6 13 0 0 0,0 0 0 0 0,-1 0 0 0 0,1 0 0 0 0,-1 0 0 0 0,0-1 0 0 0,-1 1 0 0 0,1 0 0 0 0,-1-1 0 0 0,0 1 0 0 0,0-1 0 0 0,0 1 0 0 0,0 0 0 0 0,-1-1 0 0 0,0 1 0 0 0,0 0 0 0 0,0-1 0 0 0,0 1 0 0 0,-1 0 0 0 0,0 0 0 0 0,0 0 0 0 0,0 0 0 0 0,0 0 0 0 0,0 1 0 0 0,-1-1 0 0 0,0 1 0 0 0,1-1 0 0 0,-1 1 0 0 0,-1 0 0 0 0,1 0 0 0 0,0 0 0 0 0,-1 1 0 0 0,1-1 0 0 0,-1 1 0 0 0,0 0 0 0 0,0 0 0 0 0,0 0 0 0 0,0 0 0 0 0,0 1 0 0 0,0-1 0 0 0,-1 1 0 0 0,1 0 0 0 0,0 1 0 0 0,-1-1 0 0 0,1 1 0 0 0,-1 0 0 0 0,1 0 0 0 0,0 0 0 0 0,-5 1 0 0 0,-65 8-2690 0 0,50-2-3015 0 0,0 2-5326 0 0,12-3 3531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15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44 648 0 0,'1'-1'4449'0'0,"3"-11"5152"0"0,-5 10-9667 0 0,-2-9 3111 0 0,2 10-2558 0 0,0 0-1 0 0,0-1 1 0 0,0 1 0 0 0,0 0 0 0 0,0 0-1 0 0,-1 0 1 0 0,1-1 0 0 0,0 1 0 0 0,0 1 0 0 0,-1-1-1 0 0,1 0 1 0 0,-1 0 0 0 0,1 0 0 0 0,-1 1-1 0 0,1-1 1 0 0,-1 1 0 0 0,1-1 0 0 0,-1 1 0 0 0,1 0-1 0 0,-1-1 1 0 0,0 1 0 0 0,1 0 0 0 0,-1 0 0 0 0,0 0-1 0 0,1 0 1 0 0,-1 1 0 0 0,1-1 0 0 0,-1 0-1 0 0,1 1 1 0 0,-3 0 0 0 0,-5 1-487 0 0,0 1 0 0 0,-1 1 0 0 0,1-1 0 0 0,0 2 0 0 0,1-1 0 0 0,-1 1 0 0 0,1 0 0 0 0,0 1 0 0 0,0 0 0 0 0,1 0 0 0 0,-12 14 0 0 0,1-2 0 0 0,2 1 0 0 0,0 1 0 0 0,-18 31 0 0 0,28-40 0 0 0,0 0 0 0 0,1 1 0 0 0,0 0 0 0 0,0 0 0 0 0,2 0 0 0 0,-1 1 0 0 0,2-1 0 0 0,-1 1 0 0 0,2 0 0 0 0,0 0 0 0 0,0-1 0 0 0,1 1 0 0 0,1 0 0 0 0,0 0 0 0 0,5 22 0 0 0,-3-26 0 0 0,-1 0 0 0 0,2 0 0 0 0,-1 0 0 0 0,1 0 0 0 0,1-1 0 0 0,-1 1 0 0 0,1-1 0 0 0,1 0 0 0 0,-1-1 0 0 0,1 1 0 0 0,1-1 0 0 0,0-1 0 0 0,-1 1 0 0 0,2-1 0 0 0,-1 0 0 0 0,1-1 0 0 0,0 1 0 0 0,0-2 0 0 0,1 1 0 0 0,-1-1 0 0 0,1 0 0 0 0,11 2 0 0 0,-14-3 0 0 0,1-1 0 0 0,0 1 0 0 0,0-1 0 0 0,1 0 0 0 0,-1-1 0 0 0,0 0 0 0 0,0 0 0 0 0,1 0 0 0 0,-1-1 0 0 0,0 0 0 0 0,1-1 0 0 0,11-2 0 0 0,-8-1 0 0 0,-2-2 0 0 0,1 0 0 0 0,-8-2-97 0 0,0 0-246 0 0,-1 6-1240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25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10 1488 0 0,'-13'-10'30472'0'0,"12"10"-29841"0"0,-3 8-619 0 0,0 0 0 0 0,1 0 0 0 0,1 0 0 0 0,-1 0 0 0 0,1 1 0 0 0,1-1 0 0 0,-1 1 0 0 0,2-1 0 0 0,-1 1 0 0 0,1-1 0 0 0,0 1 0 0 0,1-1 0 0 0,0 1-1 0 0,0-1 1 0 0,5 17 0 0 0,-1-7-14 0 0,0 0 0 0 0,1-1 0 0 0,1 1 0 0 0,1-1-1 0 0,0-1 1 0 0,18 27 0 0 0,-20-35 2 0 0,0 0 0 0 0,1-1 0 0 0,0 1 0 0 0,0-1 0 0 0,0-1 0 0 0,1 1 0 0 0,0-1 0 0 0,1 0 0 0 0,-1-1 0 0 0,1 0 0 0 0,0-1 0 0 0,15 6 0 0 0,-21-9 0 0 0,0-1 0 0 0,0 1 0 0 0,0-1 0 0 0,0 0 0 0 0,0 1 0 0 0,0-1 0 0 0,0-1 0 0 0,0 1 0 0 0,0 0 0 0 0,0-1 0 0 0,0 0 0 0 0,0 0 0 0 0,0 0 0 0 0,0 0 0 0 0,0 0 0 0 0,0 0 0 0 0,-1-1 0 0 0,1 1 0 0 0,0-1 0 0 0,3-3 0 0 0,0-1 0 0 0,-1 1 0 0 0,0-1 0 0 0,0 0 0 0 0,0 0 0 0 0,5-10 0 0 0,-10 16 0 0 0,10-20 0 0 0,-1 0 0 0 0,-1 0 0 0 0,-1 0 0 0 0,0-1 0 0 0,-2 0 0 0 0,4-22 0 0 0,-2 8 0 0 0,0 16 0 0 0,8-34 0 0 0,-13 42 0 0 0,-2 11 0 0 0,0 0 0 0 0,0 0 0 0 0,1 0 0 0 0,-1-1 0 0 0,0 1 0 0 0,0 0 0 0 0,0 0 0 0 0,0 0 0 0 0,0 0 0 0 0,0-1 0 0 0,0 1 0 0 0,0 0 0 0 0,0 0 0 0 0,0 0 0 0 0,0 0 0 0 0,0 0 0 0 0,1-1 0 0 0,-1 1 0 0 0,0 0 0 0 0,0 0 0 0 0,0 0 0 0 0,0 0 0 0 0,0 0 0 0 0,1 0 0 0 0,-1 0 0 0 0,0 0 0 0 0,0-1 0 0 0,0 1 0 0 0,0 0 0 0 0,1 0 0 0 0,-1 0 0 0 0,0 0 0 0 0,0 0 0 0 0,0 0 0 0 0,0 0 0 0 0,1 0 0 0 0,-1 0 0 0 0,0 0 0 0 0,0 0 0 0 0,0 0 0 0 0,0 0 0 0 0,1 0 0 0 0,-1 0 0 0 0,0 0 0 0 0,0 1 0 0 0,0-1 0 0 0,0 0 0 0 0,1 0 0 0 0,-1 0 0 0 0,0 0 0 0 0,0 0 0 0 0,0 0 0 0 0,10 20 0 0 0,-7-11-754 0 0,0 0 1730 0 0,-2-4-3298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25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12 1732 0 0,'-19'-6'9025'0'0,"6"0"4115"0"0,1 48-8532 0 0,11-30-3482 0 0,1-10-1036 0 0,0 1 0 0 0,-1-1-1 0 0,1 1 1 0 0,0-1-1 0 0,0 1 1 0 0,0 0-1 0 0,1-1 1 0 0,-1 1 0 0 0,1-1-1 0 0,-1 0 1 0 0,1 1-1 0 0,0-1 1 0 0,0 1 0 0 0,0-1-1 0 0,0 0 1 0 0,0 0-1 0 0,0 0 1 0 0,1 1 0 0 0,-1-1-1 0 0,1 0 1 0 0,-1-1-1 0 0,1 1 1 0 0,0 0 0 0 0,0 0-1 0 0,0-1 1 0 0,0 1-1 0 0,0-1 1 0 0,0 0-1 0 0,0 1 1 0 0,1-1 0 0 0,-1 0-1 0 0,0 0 1 0 0,1-1-1 0 0,3 2 1 0 0,12 1-90 0 0,-14-3 0 0 0,0 0 0 0 0,0-1 0 0 0,0 0 0 0 0,0 0 0 0 0,0 0 0 0 0,0 0 0 0 0,0-1 0 0 0,-1 1 0 0 0,1-1 0 0 0,0 0 0 0 0,-1 0 0 0 0,1-1 0 0 0,-1 1 0 0 0,0 0 0 0 0,0-1 0 0 0,0 0 0 0 0,0 0 0 0 0,0 0 0 0 0,-1 0 0 0 0,1-1 0 0 0,2-3 0 0 0,-3 3 0 0 0,3-3 0 0 0,-1 0 0 0 0,0 1 0 0 0,1 0 0 0 0,0 0 0 0 0,0 0 0 0 0,9-7 0 0 0,-14 13 0 0 0,0 0 0 0 0,1 0 0 0 0,-1 0 0 0 0,1 0 0 0 0,-1 0 0 0 0,0 0 0 0 0,1 0 0 0 0,-1 0 0 0 0,1 1 0 0 0,-1-1 0 0 0,0 0 0 0 0,1 0 0 0 0,-1 0 0 0 0,1 0 0 0 0,-1 1 0 0 0,0-1 0 0 0,1 0 0 0 0,-1 0 0 0 0,0 1 0 0 0,1-1 0 0 0,-1 0 0 0 0,0 1 0 0 0,0-1 0 0 0,1 0 0 0 0,-1 1 0 0 0,0-1 0 0 0,0 0 0 0 0,0 1 0 0 0,1-1 0 0 0,-1 1 0 0 0,0-1 0 0 0,0 0 0 0 0,0 1 0 0 0,0-1 0 0 0,0 1 0 0 0,0-1 0 0 0,0 0 0 0 0,0 1 0 0 0,0-1 0 0 0,0 1 0 0 0,0-1 0 0 0,0 1 0 0 0,7 30 0 0 0,-5-22 0 0 0,17 97 0 0 0,-16-89 0 0 0,0 0 0 0 0,-2 1 0 0 0,0-1 0 0 0,-1 1 0 0 0,-1-1 0 0 0,0 1 0 0 0,-6 23 0 0 0,5-34 0 0 0,0 0 0 0 0,0-1 0 0 0,-1 1 0 0 0,0-1 0 0 0,0 1 0 0 0,-1-1 0 0 0,1 0 0 0 0,-1-1 0 0 0,-1 1 0 0 0,1 0 0 0 0,-1-1 0 0 0,0 0 0 0 0,0 0 0 0 0,0-1 0 0 0,-1 0 0 0 0,0 1 0 0 0,1-2 0 0 0,-1 1 0 0 0,-1-1 0 0 0,-12 5 0 0 0,13-5 0 0 0,0-1 0 0 0,0 0 0 0 0,-1 0 0 0 0,1 0 0 0 0,-1-1 0 0 0,1 0 0 0 0,-12 0 0 0 0,14-2 0 0 0,0 1 0 0 0,1-1 0 0 0,-1 0 0 0 0,1 0 0 0 0,-1 0 0 0 0,1-1 0 0 0,-1 1 0 0 0,1-1 0 0 0,0 0 0 0 0,0 0 0 0 0,0 0 0 0 0,0 0 0 0 0,0-1 0 0 0,-5-4 0 0 0,6 2 0 0 0,-1-1 0 0 0,1 1 0 0 0,1 0 0 0 0,-1-1 0 0 0,1 1 0 0 0,0-1 0 0 0,0 0 0 0 0,0 1 0 0 0,1-1 0 0 0,0 0 0 0 0,0 1 0 0 0,2-10 0 0 0,-1 10 0 0 0,0 0 0 0 0,1 0 0 0 0,-1 1 0 0 0,1-1 0 0 0,0 0 0 0 0,1 1 0 0 0,-1-1 0 0 0,1 1 0 0 0,0 0 0 0 0,0 0 0 0 0,0 0 0 0 0,0 1 0 0 0,1-1 0 0 0,0 1 0 0 0,-1-1 0 0 0,1 1 0 0 0,0 0 0 0 0,1 1 0 0 0,-1-1 0 0 0,0 1 0 0 0,1 0 0 0 0,0 0 0 0 0,-1 0 0 0 0,1 0 0 0 0,0 1 0 0 0,0 0 0 0 0,10-1 0 0 0,2 2 0 0 0,-6 1-2 0 0,20 8-4620 0 0,-20-6-850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26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21 101 376 0 0,'-7'0'9203'0'0,"-6"1"6658"0"0,12 9-12570 0 0,3 14-1170 0 0,-2-18-1909 0 0,0 0-1 0 0,0 0 1 0 0,1 0-1 0 0,0 0 1 0 0,1 0-1 0 0,-1 0 1 0 0,1 0 0 0 0,4 9-1 0 0,6 21-200 0 0,-5-24-11 0 0,-7-12 0 0 0,0 0 0 0 0,0 1 0 0 0,0-1 0 0 0,1 0 0 0 0,-1 1 0 0 0,0-1 0 0 0,0 0 0 0 0,1 0 0 0 0,-1 1 0 0 0,0-1 0 0 0,0 0 0 0 0,1 0 0 0 0,-1 1 0 0 0,0-1 0 0 0,1 0 0 0 0,-1 0 0 0 0,0 0 0 0 0,1 0 0 0 0,-1 0 0 0 0,1 0 0 0 0,-1 1 0 0 0,0-1 0 0 0,1 0 0 0 0,-1 0 0 0 0,0 0 0 0 0,1 0 0 0 0,-1 0 0 0 0,1 0 0 0 0,-1-1 0 0 0,1 1 0 0 0,1 0 0 0 0,10-5 0 0 0,-10 4 0 0 0,-1-1 0 0 0,0 1 0 0 0,0-1 0 0 0,0 0 0 0 0,0 0 0 0 0,0 1 0 0 0,-1-1 0 0 0,1 0 0 0 0,0 0 0 0 0,-1 0 0 0 0,1 0 0 0 0,-1 0 0 0 0,0-3 0 0 0,3-13 0 0 0,-2-1 0 0 0,0 0 0 0 0,-1 0 0 0 0,-1 1 0 0 0,-1-1 0 0 0,0 0 0 0 0,-2 1 0 0 0,-7-26 0 0 0,11 33 0 0 0,6 0 0 0 0,11 9 0 0 0,-16 2 0 0 0,35 2 0 0 0,56 9 0 0 0,-91-10 0 0 0,5 2 0 0 0,-22 10 0 0 0,1-4 0 0 0,5-7-149 0 0,8-2-787 0 0,-1-3-1965 0 0,-2 0 3996 0 0,3 0-3126 0 0,24-24-20350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27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0 452 0 0,'0'0'28616'0'0,"8"4"-27485"0"0,-6-3-1028 0 0,3 2-12 0 0,1-1 0 0 0,-1 1 1 0 0,1 0-1 0 0,-1 1 0 0 0,0-1 1 0 0,0 1-1 0 0,0 0 0 0 0,0 0 0 0 0,-1 1 1 0 0,0-1-1 0 0,0 1 0 0 0,0 0 1 0 0,-1 0-1 0 0,1 0 0 0 0,-1 1 1 0 0,0-1-1 0 0,-1 1 0 0 0,1 0 1 0 0,-1-1-1 0 0,0 1 0 0 0,-1 0 0 0 0,1 0 1 0 0,-1 1-1 0 0,0-1 0 0 0,-1 0 1 0 0,0 9-1 0 0,0 0-91 0 0,0 1 0 0 0,0-1 0 0 0,0-5-79 0 0,0-8-513 0 0,-5-23-10342 0 0,5 20 10225 0 0,-1-1 1 0 0,0 1-1 0 0,1-1 0 0 0,0 1 0 0 0,-1-1 0 0 0,1 1 0 0 0,0-1 0 0 0,-1 1 0 0 0,1-1 0 0 0,0 0 1 0 0,0 1-1 0 0,0-1 0 0 0,1 1 0 0 0,-1-2 0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27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48 108 0 0,'-6'-4'26548'0'0,"4"16"-25604"0"0,1 0 0 0 0,0 1 0 0 0,1-1 0 0 0,0 1 0 0 0,3 22 0 0 0,0-18-888 0 0,0 0 0 0 0,1-1 0 0 0,1 1 0 0 0,0-1-1 0 0,1 0 1 0 0,1 0 0 0 0,12 20 0 0 0,-12-26-56 0 0,-3-3 0 0 0,0 0 0 0 0,0-1 0 0 0,1 0 0 0 0,0 0 0 0 0,0 0 0 0 0,6 5 0 0 0,-7-9 0 0 0,-1 1 0 0 0,1-1 0 0 0,-1 0 0 0 0,1 0 0 0 0,0-1 0 0 0,0 1 0 0 0,0-1 0 0 0,0 0 0 0 0,0 0 0 0 0,0 0 0 0 0,0-1 0 0 0,0 1 0 0 0,0-1 0 0 0,0 0 0 0 0,0 0 0 0 0,5-1 0 0 0,1 0 0 0 0,0-1 0 0 0,-1-1 0 0 0,1 0 0 0 0,0 0 0 0 0,-1 0 0 0 0,0-1 0 0 0,0-1 0 0 0,0 0 0 0 0,0 0 0 0 0,-1-1 0 0 0,13-10 0 0 0,8-10 0 0 0,44-50 0 0 0,-32 31 0 0 0,-19 20 0 0 0,0-1 0 0 0,-2-1 0 0 0,24-42 0 0 0,-32 50 0 0 0,-18 27-20 0 0,2-3-12 0 0,-1 0 0 0 0,1 1 1 0 0,0-1-1 0 0,1 1 1 0 0,0 0-1 0 0,0 0 1 0 0,-5 12-1 0 0,-5 24-8790 0 0,4-17-2795 0 0,8-14 4838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29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2 124 0 0,'0'0'7018'0'0,"5"1"-6782"0"0,16 2 18 0 0,-16-2 4971 0 0,9-8 3752 0 0,-30 25-98 0 0,-12 7-5879 0 0,9-10-3236 0 0,0 2-1 0 0,2 0 1 0 0,-28 36-1 0 0,-29 46 237 0 0,68-92 0 0 0,6-7 0 0 0,0 0 0 0 0,0 0 0 0 0,0 0 0 0 0,0 0 0 0 0,0 0 0 0 0,0 0 0 0 0,0 0 0 0 0,0 0 0 0 0,0 0 0 0 0,1 0 0 0 0,-1 0 0 0 0,0 1 0 0 0,0-1 0 0 0,0 0 0 0 0,0 0 0 0 0,0 0 0 0 0,0 0 0 0 0,0 0 0 0 0,0 0 0 0 0,0 0 0 0 0,0 0 0 0 0,0 0 0 0 0,0 0 0 0 0,0 0 0 0 0,0 1 0 0 0,0-1 0 0 0,0 0 0 0 0,0 0 0 0 0,0 0 0 0 0,0 0 0 0 0,0 0 0 0 0,0 0 0 0 0,0 0 0 0 0,0 0 0 0 0,0 0 0 0 0,0 0 0 0 0,0 0 0 0 0,0 1 0 0 0,0-1 0 0 0,0 0 0 0 0,0 0 0 0 0,0 0 0 0 0,0 0 0 0 0,0 0 0 0 0,-1 0 0 0 0,1 0 0 0 0,0 0 0 0 0,0 0 0 0 0,0 0 0 0 0,0 0 0 0 0,0 0 0 0 0,0 0 0 0 0,0 0 0 0 0,0 0 0 0 0,0 0 0 0 0,22-7 0 0 0,-3-3-2 0 0,-18 6-10 0 0,-2 3 1 0 0,2-1-144 0 0,27-27-5145 0 0,-27 26 4451 0 0,1 0 0 0 0,0 1 0 0 0,-1-1 0 0 0,0 0 0 0 0,1 0 0 0 0,-1 1 0 0 0,-1-1 0 0 0,1 0 1 0 0,1-4-1 0 0,-5-8-8866 0 0,-3 3 4608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29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0 920 0 0,'0'0'15066'0'0,"2"7"-13372"0"0,3 6-262 0 0,0-1 1 0 0,1 0 0 0 0,1 0 0 0 0,0 0 0 0 0,1-1-1 0 0,0 0 1 0 0,1 0 0 0 0,16 15 0 0 0,-15-17-1068 0 0,-1 0 1 0 0,2 0-1 0 0,-1-2 0 0 0,1 1 1 0 0,22 10-1 0 0,-22-13-365 0 0,0-1 0 0 0,0-1 0 0 0,0 1 0 0 0,0-2 0 0 0,1 0 0 0 0,13 1 0 0 0,-17-2 0 0 0,11 2 0 0 0,-2-2 0 0 0,-5 0 0 0 0,-3-5 0 0 0,0-3-132 0 0,-12-5-11 0 0,0 8-1442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30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24 130 1820 0 0,'0'0'13809'0'0,"-12"10"-8455"0"0,7 25 234 0 0,3-27-4972 0 0,1-1 0 0 0,-1 1 1 0 0,1-1-1 0 0,1 1 1 0 0,0 0-1 0 0,0-1 1 0 0,0 1-1 0 0,1 0 1 0 0,3 11-1 0 0,9 10-584 0 0,-9-17-32 0 0,-3 1 0 0 0,1-10 0 0 0,4-16 0 0 0,4-23 0 0 0,-9 32 0 0 0,4-11 0 0 0,1 1 0 0 0,0 0 0 0 0,1 0 0 0 0,0 0 0 0 0,1 1 0 0 0,1 0 0 0 0,0 1 0 0 0,1 0 0 0 0,11-11 0 0 0,-4 6 0 0 0,1 1 0 0 0,0 1 0 0 0,2 0 0 0 0,-1 2 0 0 0,23-12 0 0 0,-35 19 0 0 0,-6 5 0 0 0,0-1 0 0 0,1 1 0 0 0,-1 0 0 0 0,1 0 0 0 0,-1 0 0 0 0,1 0 0 0 0,-1 0 0 0 0,1 0 0 0 0,0 0 0 0 0,-1 1 0 0 0,1-1 0 0 0,0 0 0 0 0,0 1 0 0 0,2-1 0 0 0,9 0 0 0 0,3 8 0 0 0,-12-5 0 0 0,-1 3 0 0 0,-3 29 0 0 0,0-17 0 0 0,0-3 0 0 0,1 0 0 0 0,4-3-53 0 0,-3-9-507 0 0,7-20-5265 0 0,-5 8-21 0 0,0-1-1905 0 0,3 1 592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32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29 1204 0 0,'-13'-9'8995'0'0,"12"9"-8764"0"0,1 0-1 0 0,0 0 1 0 0,-1 0-1 0 0,1 0 0 0 0,0-1 1 0 0,0 1-1 0 0,-1 0 0 0 0,1 0 1 0 0,0 0-1 0 0,0 0 1 0 0,-1 0-1 0 0,1 0 0 0 0,0-1 1 0 0,0 1-1 0 0,-1 0 1 0 0,1 0-1 0 0,0 0 0 0 0,0-1 1 0 0,-1 1-1 0 0,1 0 0 0 0,0 0 1 0 0,0 0-1 0 0,0-1 1 0 0,0 1-1 0 0,-1 0 0 0 0,1-1 1 0 0,0 1-1 0 0,0 0 1 0 0,0 0-1 0 0,0-1 0 0 0,0 1 1 0 0,0 0-1 0 0,0-1 0 0 0,0 1 1 0 0,0 0-1 0 0,0 0 1 0 0,0-1-1 0 0,0 1 0 0 0,0 0 1 0 0,0-1-1 0 0,0 1 0 0 0,0 0 1 0 0,0 0-1 0 0,0-1 1 0 0,0 1-1 0 0,1 0 0 0 0,-1-1 1 0 0,0 1-1 0 0,0 0 1 0 0,0 0-1 0 0,0-1 0 0 0,1 1 1 0 0,-1 0-1 0 0,16-3 490 0 0,0 1-1 0 0,-1 1 1 0 0,1 0-1 0 0,0 1 1 0 0,0 1-1 0 0,0 0 1 0 0,29 7-1 0 0,-20-2 75 0 0,-1 0-1 0 0,0 2 1 0 0,0 0-1 0 0,33 18 1 0 0,-50-21-774 0 0,1-1 0 0 0,-1 2-1 0 0,-1-1 1 0 0,1 1 0 0 0,-1 0 0 0 0,0 0 0 0 0,-1 1 0 0 0,1-1 0 0 0,-1 1 0 0 0,-1 1 0 0 0,1-1 0 0 0,-1 1 0 0 0,0-1 0 0 0,-1 1 0 0 0,0 0 0 0 0,0 1 0 0 0,-1-1 0 0 0,0 0 0 0 0,0 1 0 0 0,-1-1-1 0 0,0 18 1 0 0,0-10-23 0 0,-2 0 0 0 0,0 1 0 0 0,0-1 0 0 0,-2 0-1 0 0,0 0 1 0 0,-1-1 0 0 0,0 1 0 0 0,-2-1-1 0 0,0 1 1 0 0,-14 25 0 0 0,-1 5 3 0 0,-6 9 0 0 0,-23 19 0 0 0,45-68-66 0 0,4-5-615 0 0,18-24-25442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45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64 0 0,'0'0'11778'0'0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46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83 436 0 0,'0'0'1525'0'0,"19"-15"5299"0"0,5-19-380 0 0,-23 33-5127 0 0,1-11 1237 0 0,-2 0 7455 0 0,-7 5-9352 0 0,5 5 839 0 0,-26 11-164 0 0,12 0-1315 0 0,0 1 0 0 0,1 0 1 0 0,0 1-1 0 0,1 0 0 0 0,0 1 0 0 0,0 1 0 0 0,1 0 0 0 0,1 1 0 0 0,0 1 0 0 0,-15 24 0 0 0,19-27-18 0 0,1 0 0 0 0,0 0 0 0 0,1 1 0 0 0,0-1 0 0 0,1 2 0 0 0,1-1 0 0 0,0 0 0 0 0,1 1 0 0 0,0 0 0 0 0,1 0 0 0 0,0 0 0 0 0,1 0 0 0 0,1 0 0 0 0,2 25 0 0 0,0-30 1 0 0,0-1 0 0 0,0 1 0 0 0,1-1 0 0 0,0 0 0 0 0,1 0 0 0 0,0 0 0 0 0,0 0 0 0 0,0 0 0 0 0,1-1 0 0 0,1 0 0 0 0,-1 0 0 0 0,1 0 0 0 0,0-1 0 0 0,0 0 0 0 0,8 6 0 0 0,-3-4 0 0 0,1-1 0 0 0,-1 0 0 0 0,1-1 0 0 0,0 0 0 0 0,1-1 0 0 0,-1-1 0 0 0,1 0 0 0 0,0 0 0 0 0,16 1 0 0 0,-3-1 0 0 0,1-2 0 0 0,-1-1 0 0 0,0-1 0 0 0,1-2 0 0 0,-1 0 0 0 0,0-2 0 0 0,0 0 0 0 0,0-2 0 0 0,39-15 0 0 0,-55 17 0 0 0,0 0 0 0 0,0-1 0 0 0,-1 0 0 0 0,0-1 0 0 0,0 0 0 0 0,0 0 0 0 0,-1-1 0 0 0,0 0 0 0 0,12-13 0 0 0,-18 18 0 0 0,-1-1 0 0 0,1 1 0 0 0,-1 0 0 0 0,1-1 0 0 0,-1 1 0 0 0,0-1 0 0 0,0 1 0 0 0,0-1 0 0 0,0 1 0 0 0,-1-1 0 0 0,1 0 0 0 0,-1 0 0 0 0,0 1 0 0 0,1-1 0 0 0,-1 0 0 0 0,-1-4 0 0 0,0 3 0 0 0,0 1 0 0 0,0 0 0 0 0,0-1 0 0 0,-1 1 0 0 0,0 0 0 0 0,1 0 0 0 0,-1 0 0 0 0,0 1 0 0 0,0-1 0 0 0,-1 0 0 0 0,1 1 0 0 0,-1-1 0 0 0,1 1 0 0 0,-1 0 0 0 0,0 0 0 0 0,-4-3 0 0 0,-4-2 0 0 0,0 1 0 0 0,0 0 0 0 0,-1 1 0 0 0,0 0 0 0 0,0 0 0 0 0,0 2 0 0 0,0-1 0 0 0,-1 2 0 0 0,1 0 0 0 0,-1 0 0 0 0,1 1 0 0 0,-1 1 0 0 0,0 0 0 0 0,0 0 0 0 0,-23 5 0 0 0,36-5 0 0 0,-1 0 0 0 0,0 0 0 0 0,0 0 0 0 0,0 0 0 0 0,0 0 0 0 0,0 0 0 0 0,0 0 0 0 0,0 0 0 0 0,1 0 0 0 0,-1 1 0 0 0,0-1 0 0 0,0 0 0 0 0,0 0 0 0 0,0 1 0 0 0,1-1 0 0 0,-1 1 0 0 0,0-1 0 0 0,0 1 0 0 0,1-1 0 0 0,-1 1 0 0 0,0-1 0 0 0,1 1 0 0 0,-1 0 0 0 0,1-1 0 0 0,-1 1 0 0 0,1 0 0 0 0,-1 0 0 0 0,0 0 0 0 0,1 0 0 0 0,-1 0 0 0 0,1-1 0 0 0,0 1 0 0 0,0 0 0 0 0,-1 0 0 0 0,1-1 0 0 0,0 1 0 0 0,0 0 0 0 0,0 0 0 0 0,0-1 0 0 0,0 1 0 0 0,0 0 0 0 0,0 0 0 0 0,0-1 0 0 0,0 1 0 0 0,0 0 0 0 0,0 0 0 0 0,0-1 0 0 0,1 1 0 0 0,-1 0 0 0 0,0-1 0 0 0,1 1 0 0 0,-1 0 0 0 0,0-1 0 0 0,1 1 0 0 0,-1 0 0 0 0,1-1 0 0 0,-1 1 0 0 0,1-1 0 0 0,-1 1 0 0 0,1-1 0 0 0,-1 1 0 0 0,1-1 0 0 0,0 1 0 0 0,-1-1 0 0 0,1 0 0 0 0,0 1 0 0 0,-1-1 0 0 0,1 0 0 0 0,0 1 0 0 0,0-1 0 0 0,3 2 14 0 0,0 0 0 0 0,0-1 1 0 0,0 1-1 0 0,0-1 0 0 0,0 0 0 0 0,0 0 0 0 0,0 0 1 0 0,1-1-1 0 0,-1 0 0 0 0,0 0 0 0 0,0 0 0 0 0,0 0 0 0 0,6-1 1 0 0,24-5-4199 0 0,-8-2-9790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47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1484 0 0,'0'0'25298'0'0,"0"4"-24406"0"0,0-3-780 0 0,1 1 1 0 0,-1-1-1 0 0,0 1 1 0 0,0-1-1 0 0,1 1 0 0 0,-1-1 1 0 0,0 1-1 0 0,1-1 1 0 0,0 1-1 0 0,-1-1 1 0 0,1 0-1 0 0,0 1 0 0 0,0-1 1 0 0,0 0-1 0 0,0 1 1 0 0,0-1-1 0 0,0 0 1 0 0,0 0-1 0 0,0 0 1 0 0,0 0-1 0 0,2 1 0 0 0,1 0 97 0 0,0 0 1 0 0,0 0-1 0 0,0 0 0 0 0,0 0 0 0 0,0-1 0 0 0,0 0 0 0 0,8 1 0 0 0,8 1 131 0 0,0-2 0 0 0,32-1-1 0 0,-44 0-411 0 0,39-2 72 0 0,69-10 0 0 0,-97 8 0 0 0,-1 0 0 0 0,0-1 0 0 0,-1 0 0 0 0,1-2 0 0 0,-1 0 0 0 0,30-18 0 0 0,-42 23 0 0 0,-4 2 0 0 0,0-1 0 0 0,0 1 0 0 0,0-1 0 0 0,1 1 0 0 0,-1-1 0 0 0,0 1 0 0 0,0-1 0 0 0,0 0 0 0 0,0 0 0 0 0,0 1 0 0 0,-1-1 0 0 0,1 0 0 0 0,0 0 0 0 0,0 0 0 0 0,0 0 0 0 0,-1 0 0 0 0,1 0 0 0 0,0 0 0 0 0,-1 0 0 0 0,1 0 0 0 0,-1 0 0 0 0,0-1 0 0 0,1 1 0 0 0,-1 0 0 0 0,0 0 0 0 0,1 0 0 0 0,-1-1 0 0 0,0 1 0 0 0,0 0 0 0 0,0 0 0 0 0,0-1 0 0 0,0 1 0 0 0,-1 0 0 0 0,1 0 0 0 0,0 0 0 0 0,0-1 0 0 0,-2-1 0 0 0,1 0 0 0 0,-1 1 0 0 0,1 0 0 0 0,-1-1 0 0 0,0 1 0 0 0,0 0 0 0 0,0 0 0 0 0,0 0 0 0 0,0 0 0 0 0,-1 0 0 0 0,1 0 0 0 0,0 0 0 0 0,-1 1 0 0 0,0 0 0 0 0,1-1 0 0 0,-1 1 0 0 0,0 0 0 0 0,1 0 0 0 0,-1 0 0 0 0,0 1 0 0 0,0-1 0 0 0,0 1 0 0 0,0-1 0 0 0,-5 1 0 0 0,-7-1 0 0 0,0 0 0 0 0,-1 1 0 0 0,-19 3 0 0 0,14 0 0 0 0,1 1 0 0 0,0 1 0 0 0,-37 14 0 0 0,48-16 0 0 0,0 1 0 0 0,0 1 0 0 0,1-1 0 0 0,-1 1 0 0 0,1 1 0 0 0,1 0 0 0 0,-1 0 0 0 0,1 0 0 0 0,0 1 0 0 0,-8 10 0 0 0,13-14 0 0 0,0 0 0 0 0,0-1 0 0 0,1 1 0 0 0,-1 0 0 0 0,1 0 0 0 0,0 0 0 0 0,0 0 0 0 0,0 1 0 0 0,0-1 0 0 0,0 0 0 0 0,1 0 0 0 0,-1 1 0 0 0,1-1 0 0 0,0 0 0 0 0,0 0 0 0 0,0 1 0 0 0,1-1 0 0 0,-1 0 0 0 0,1 0 0 0 0,0 1 0 0 0,0-1 0 0 0,0 0 0 0 0,0 0 0 0 0,0 0 0 0 0,1 0 0 0 0,-1 0 0 0 0,1 0 0 0 0,0-1 0 0 0,0 1 0 0 0,0-1 0 0 0,0 1 0 0 0,0-1 0 0 0,1 1 0 0 0,2 1 0 0 0,4 4 0 0 0,0-1 0 0 0,1 0 0 0 0,0 0 0 0 0,0-1 0 0 0,0-1 0 0 0,1 0 0 0 0,-1 0 0 0 0,14 4 0 0 0,-5-5 0 0 0,1 0 0 0 0,-1-2 0 0 0,1 0 0 0 0,-1-1 0 0 0,1-1 0 0 0,0-1 0 0 0,-1 0 0 0 0,1-2 0 0 0,-1 0 0 0 0,0-1 0 0 0,0-1 0 0 0,0-1 0 0 0,25-11 0 0 0,-17-6 0 0 0,-19 11 0 0 0,-12-2 0 0 0,4 14-18 0 0,-1-2 10 0 0,1 0 0 0 0,-1 1 1 0 0,0 0-1 0 0,0-1 0 0 0,0 1 0 0 0,0 0 0 0 0,0-1 0 0 0,0 1 1 0 0,-1 0-1 0 0,1 0 0 0 0,0 0 0 0 0,0 0 0 0 0,-1 0 0 0 0,1 0 1 0 0,-1 0-1 0 0,1 0 0 0 0,-1 1 0 0 0,1-1 0 0 0,-1 1 0 0 0,0-1 1 0 0,1 1-1 0 0,-1-1 0 0 0,0 1 0 0 0,1 0 0 0 0,-1 0 0 0 0,0 0 1 0 0,1 0-1 0 0,-1 0 0 0 0,0 0 0 0 0,1 0 0 0 0,-3 1 0 0 0,-4-1 425 0 0,-4 1-3392 0 0,-17 0-13714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49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30 214 796 0 0,'-20'-21'17836'0'0,"21"10"-13351"0"0,6-7-3139 0 0,-3 12 728 0 0,-3 5-1291 0 0,11-30 3007 0 0,-4 21-3643 0 0,0 1-1 0 0,1 1 1 0 0,0 0-1 0 0,1 0 1 0 0,-1 1-1 0 0,2 0 1 0 0,-1 0-1 0 0,1 1 1 0 0,-1 1-1 0 0,20-7 1 0 0,32-19-102 0 0,-51 25-45 0 0,-11 6 0 0 0,0 0 0 0 0,0 0 0 0 0,1 0 0 0 0,-1 0 0 0 0,0 0 0 0 0,0-1 0 0 0,0 1 0 0 0,1 0 0 0 0,-1 0 0 0 0,0 0 0 0 0,0 0 0 0 0,1 0 0 0 0,-1 0 0 0 0,0 0 0 0 0,0 0 0 0 0,1 0 0 0 0,-1 0 0 0 0,0 0 0 0 0,0 0 0 0 0,1 0 0 0 0,-1 0 0 0 0,0 0 0 0 0,0 0 0 0 0,0 0 0 0 0,1 0 0 0 0,-1 0 0 0 0,0 0 0 0 0,0 0 0 0 0,1 0 0 0 0,-1 1 0 0 0,0-1 0 0 0,0 0 0 0 0,0 0 0 0 0,1 0 0 0 0,-1 0 0 0 0,0 1 0 0 0,0-1 0 0 0,0 0 0 0 0,0 0 0 0 0,1 0 0 0 0,-1 0 0 0 0,0 1 0 0 0,0-1 0 0 0,0 0 0 0 0,0 0 0 0 0,0 1 0 0 0,0-1 0 0 0,-1 5 0 0 0,-1 0 0 0 0,0 0 0 0 0,0-1 0 0 0,0 1 0 0 0,0-1 0 0 0,-1 1 0 0 0,0-1 0 0 0,0 0 0 0 0,0 0 0 0 0,0 0 0 0 0,-1-1 0 0 0,0 1 0 0 0,1-1 0 0 0,-6 4 0 0 0,-66 49 0 0 0,-15 1 0 0 0,82-50 0 0 0,8-7 0 0 0,0 0 0 0 0,0 0 0 0 0,-1 0 0 0 0,1 0 0 0 0,0 0 0 0 0,0 0 0 0 0,0 0 0 0 0,0 0 0 0 0,0 0 0 0 0,0 0 0 0 0,0 0 0 0 0,0 1 0 0 0,-1-1 0 0 0,1 0 0 0 0,0 0 0 0 0,0 0 0 0 0,0 0 0 0 0,0 0 0 0 0,0 0 0 0 0,0 0 0 0 0,0 1 0 0 0,0-1 0 0 0,0 0 0 0 0,0 0 0 0 0,0 0 0 0 0,0 0 0 0 0,0 0 0 0 0,0 0 0 0 0,0 1 0 0 0,0-1 0 0 0,0 0 0 0 0,0 0 0 0 0,0 0 0 0 0,0 0 0 0 0,0 0 0 0 0,0 0 0 0 0,0 1 0 0 0,0-1 0 0 0,0 0 0 0 0,0 0 0 0 0,0 0 0 0 0,0 0 0 0 0,0 0 0 0 0,1 0 0 0 0,-1 0 0 0 0,0 1 0 0 0,0-1 0 0 0,0 0 0 0 0,0 0 0 0 0,0 0 0 0 0,0 0 0 0 0,0 0 0 0 0,0 0 0 0 0,1 0 0 0 0,-1 0 0 0 0,0 0 0 0 0,0 0 0 0 0,0 0 0 0 0,0 0 0 0 0,0 0 0 0 0,24 1 0 0 0,19-6 0 0 0,-25 2 0 0 0,0 1 0 0 0,0 1 0 0 0,0 1 0 0 0,23 2 0 0 0,-24 0 0 0 0,-4 2 0 0 0,0 6 0 0 0,-9 3 0 0 0,-5-8 0 0 0,0-1 0 0 0,-1 1 0 0 0,0-1 0 0 0,0 0 0 0 0,0 0 0 0 0,0 0 0 0 0,-1 0 0 0 0,1 0 0 0 0,-1 0 0 0 0,0-1 0 0 0,-6 7 0 0 0,-44 37 0 0 0,3-19 5 0 0,-53 26-74 0 0,95-61 516 0 0,5 4-2133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1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48 1220 0 0,'0'0'1654'0'0,"-30"-32"15239"0"0,20 17-4434 0 0,0 26-12374 0 0,0 1-1 0 0,0 0 1 0 0,1 0 0 0 0,1 1 0 0 0,0 0 0 0 0,-8 21 0 0 0,-32 94-185 0 0,34-89 147 0 0,11-29-47 0 0,0 1 0 0 0,1-1 0 0 0,0 1 0 0 0,-1 17 0 0 0,3-26 0 0 0,0 1 0 0 0,0-1 0 0 0,0 0 0 0 0,0 0 0 0 0,0 0 0 0 0,1 0 0 0 0,-1 0 0 0 0,1 1 0 0 0,-1-1 0 0 0,1 0 0 0 0,0 0 0 0 0,0 0 0 0 0,0 0 0 0 0,0-1 0 0 0,0 1 0 0 0,0 0 0 0 0,0 0 0 0 0,2 1 0 0 0,-1-2 0 0 0,-1 0 0 0 0,0 0 0 0 0,1 0 0 0 0,-1-1 0 0 0,1 1 0 0 0,-1-1 0 0 0,1 1 0 0 0,0-1 0 0 0,-1 1 0 0 0,1-1 0 0 0,-1 0 0 0 0,1 0 0 0 0,0 0 0 0 0,-1 0 0 0 0,1 0 0 0 0,-1 0 0 0 0,4-1 0 0 0,2 0 0 0 0,0-1 0 0 0,0-1 0 0 0,0 0 0 0 0,-1 1 0 0 0,1-2 0 0 0,7-4 0 0 0,-13 7 0 0 0,34-26 0 0 0,1 1 0 0 0,-16 17 0 0 0,1 0 0 0 0,27-6 0 0 0,-35 11 0 0 0,1 2 0 0 0,3 2 0 0 0,-6 0-59 0 0,-9 0-572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1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8 764 0 0,'-1'0'484'0'0,"1"-1"0"0"0,-1 0 0 0 0,1 1 0 0 0,-1-1 0 0 0,0 1 0 0 0,1-1 1 0 0,-1 1-1 0 0,0-1 0 0 0,0 1 0 0 0,1-1 0 0 0,-1 1 0 0 0,0 0 0 0 0,0 0 0 0 0,0-1 0 0 0,1 1 0 0 0,-1 0 0 0 0,0 0 0 0 0,0 0 0 0 0,0 0 0 0 0,0 0 1 0 0,0 0-1 0 0,1 0 0 0 0,-1 0 0 0 0,0 0 0 0 0,0 0 0 0 0,0 0 0 0 0,0 0 0 0 0,-1 1 0 0 0,0 1 14 0 0,0-1 0 0 0,-1 1 0 0 0,1-1 0 0 0,0 1 1 0 0,1 0-1 0 0,-1-1 0 0 0,0 1 0 0 0,0 0 0 0 0,1 0 0 0 0,-2 3 0 0 0,-2 4 478 0 0,0-1-1 0 0,0 2 1 0 0,1-1-1 0 0,-5 16 1 0 0,-47 167 6577 0 0,56-192-7552 0 0,-4 21 8 0 0,0 0-1 0 0,1 0 1 0 0,2 1 0 0 0,0-1-1 0 0,2 23 1 0 0,-1-33-7 0 0,1 4-2 0 0,2-6-211 0 0,-2-7-938 0 0,5-7-5426 0 0,-1 0 5201 0 0,10-10-1030 0 0,-8-5-6106 0 0,-3 4 1459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1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3 44 0 0,'-21'-1'1986'0'0,"-1"0"-1"0"0,1 1 1 0 0,-1 1 0 0 0,1 1 0 0 0,-35 8-1 0 0,45-7-1329 0 0,1 1 0 0 0,0-1-1 0 0,0 2 1 0 0,0-1 0 0 0,1 1 0 0 0,0 1-1 0 0,0 0 1 0 0,0 0 0 0 0,1 1 0 0 0,-1 0-1 0 0,2 0 1 0 0,-1 1 0 0 0,-9 12 0 0 0,3 0 115 0 0,0 1 1 0 0,1 0 0 0 0,1 1 0 0 0,2 0 0 0 0,0 1 0 0 0,1 0-1 0 0,1 1 1 0 0,1 0 0 0 0,1 0 0 0 0,-3 31 0 0 0,7-39-598 0 0,1 0 0 0 0,1 0 1 0 0,0 0-1 0 0,1 0 0 0 0,1 0 1 0 0,0 0-1 0 0,1 0 0 0 0,1 0 1 0 0,0-1-1 0 0,1 0 1 0 0,1 1-1 0 0,1-2 0 0 0,0 1 1 0 0,0-1-1 0 0,1 0 0 0 0,1-1 1 0 0,12 14-1 0 0,-9-15-174 0 0,1 0 0 0 0,0-1 0 0 0,1-1 0 0 0,0 0 0 0 0,1 0 0 0 0,0-2 0 0 0,1 0 0 0 0,-1-1 0 0 0,1 0 0 0 0,1-1 0 0 0,-1-1 0 0 0,1-1 0 0 0,0 0 0 0 0,0-1 0 0 0,0-1 0 0 0,35 0 0 0 0,-18-2 0 0 0,-1-1 0 0 0,1-2 0 0 0,-1-2 0 0 0,1 0 0 0 0,-1-3 0 0 0,-1-1 0 0 0,56-22 0 0 0,-72 24 0 0 0,0-1 0 0 0,0-1 0 0 0,0-1 0 0 0,-1 0 0 0 0,-1-1 0 0 0,0 0 0 0 0,22-23 0 0 0,-30 27 0 0 0,0 0 0 0 0,-1 0 0 0 0,1-1 0 0 0,-1 1 0 0 0,-1-1 0 0 0,0 0 0 0 0,0 0 0 0 0,0-1 0 0 0,-1 1 0 0 0,0-1 0 0 0,-1 0 0 0 0,0 0 0 0 0,0 0 0 0 0,-1 0 0 0 0,0 0 0 0 0,-1 0 0 0 0,0-10 0 0 0,-2 4 0 0 0,0-1 0 0 0,-1 1 0 0 0,-1 0 0 0 0,0 0 0 0 0,-1 0 0 0 0,0 0 0 0 0,-1 1 0 0 0,-1 0 0 0 0,0 0 0 0 0,-1 1 0 0 0,-1 0 0 0 0,0 0 0 0 0,-1 1 0 0 0,-15-16 0 0 0,15 18-54 0 0,0 0 0 0 0,0 1 1 0 0,-1 0-1 0 0,0 0 0 0 0,-1 1 0 0 0,0 1 1 0 0,0 0-1 0 0,-1 1 0 0 0,1 0 0 0 0,-1 1 1 0 0,-1 0-1 0 0,1 1 0 0 0,-1 0 0 0 0,-27-2 1 0 0,27 5-357 0 0,0 0 1 0 0,1 2 0 0 0,-1 0 0 0 0,0 0-1 0 0,0 1 1 0 0,1 1 0 0 0,-1 0-1 0 0,1 1 1 0 0,-21 9 0 0 0,9-2-1354 0 0,0 1 0 0 0,-23 17 0 0 0,35-21-1074 0 0,2 1 1 0 0,-1 1-1 0 0,-11 12 0 0 0,-7 9-3479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3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28 1832 0 0,'-19'-21'14988'0'0,"14"20"-13953"0"0,0-1 1 0 0,0 1-1 0 0,0 0 1 0 0,0 0 0 0 0,0 1-1 0 0,0 0 1 0 0,0-1 0 0 0,-9 2-1 0 0,-24 10 1720 0 0,23-6-1196 0 0,11-4-1453 0 0,0 0-1 0 0,1 0 0 0 0,-1 0 0 0 0,1 0 0 0 0,-1 1 0 0 0,1-1 0 0 0,0 1 0 0 0,-1 0 0 0 0,1 0 1 0 0,0 0-1 0 0,0 1 0 0 0,1-1 0 0 0,-1 1 0 0 0,0-1 0 0 0,1 1 0 0 0,-1 0 0 0 0,1 0 1 0 0,0 0-1 0 0,0 0 0 0 0,0 0 0 0 0,-1 5 0 0 0,1 4-105 0 0,2-11 0 0 0,0 1 0 0 0,0 0 0 0 0,1 0 0 0 0,-1 0 0 0 0,0 0 0 0 0,1 0 0 0 0,-1-1 0 0 0,1 1 0 0 0,-1 0 0 0 0,1 0 0 0 0,0-1 0 0 0,0 1 0 0 0,0 0 0 0 0,0-1 0 0 0,0 1 0 0 0,0-1 0 0 0,0 1 0 0 0,0-1 0 0 0,1 1 0 0 0,-1-1 0 0 0,1 0 0 0 0,-1 0 0 0 0,1 0 0 0 0,-1 0 0 0 0,1 0 0 0 0,-1 0 0 0 0,1 0 0 0 0,0 0 0 0 0,0-1 0 0 0,2 2 0 0 0,1 0 0 0 0,46 15 0 0 0,-26-11 0 0 0,-1 2 0 0 0,24 10 0 0 0,-36-12 0 0 0,-4 1 0 0 0,1 3 0 0 0,-8 3 0 0 0,-3-6 0 0 0,1-1 0 0 0,-2 0 0 0 0,1 0 0 0 0,-1 0 0 0 0,1 0 0 0 0,-2-1 0 0 0,1 1 0 0 0,0-1 0 0 0,-1 0 0 0 0,0 0 0 0 0,-1 0 0 0 0,1 0 0 0 0,-1-1 0 0 0,-6 6 0 0 0,-2-1 0 0 0,0-4 0 0 0,0-3 0 0 0,10-1-149 0 0,0-1 0 0 0,0 1 0 0 0,0-1-1 0 0,0 0 1 0 0,0 0 0 0 0,0 0 0 0 0,0 0 0 0 0,0 0 0 0 0,0-1-1 0 0,0 1 1 0 0,0-1 0 0 0,0 0 0 0 0,-5-2 0 0 0,6 2-204 0 0,0-1 0 0 0,1 1 0 0 0,-1 0 0 0 0,0-1 0 0 0,1 1 0 0 0,0-1 0 0 0,-1 0 1 0 0,1 1-1 0 0,0-1 0 0 0,0 0 0 0 0,-1-2 0 0 0,-4-5-1458 0 0,-4-15-3505 0 0,8 5-3627 0 0,2 6 3109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3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2172 0 0,'86'-15'13984'0'0,"48"8"-5463"0"0,-23 2-4423 0 0,-93 4-4954 0 0,32-2 4643 0 0,-32 3-5332 0 0,1 0-4568 0 0,-1 0-6457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4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7 968 0 0,'-3'-7'25747'0'0,"-2"16"-25239"0"0,1 1 0 0 0,0-1 0 0 0,0 1 0 0 0,1-1 0 0 0,0 1 0 0 0,1 0 0 0 0,0 0 0 0 0,1 0 0 0 0,0 0 0 0 0,1 19 0 0 0,2 10-279 0 0,12 61 1 0 0,-5-44-225 0 0,4 14-5 0 0,27 82 0 0 0,-24-98 0 0 0,-14-40 0 0 0,0-6 0 0 0,0-1 0 0 0,0 0 0 0 0,1 0 0 0 0,-1 0 0 0 0,1 0 0 0 0,5 6 0 0 0,-1-2 0 0 0,-1-5-341 0 0,-7-8 5 0 0,-1 0 1 0 0,1-1-1 0 0,0 1 0 0 0,0-1 1 0 0,0 1-1 0 0,0-1 1 0 0,0 1-1 0 0,1-1 1 0 0,-1 0-1 0 0,1-4 0 0 0,-2-1-641 0 0,-6-30-12749 0 0,2 21 5836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4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0 148 0 0,'-15'13'12477'0'0,"15"-13"-12323"0"0,-1 0 0 0 0,1 0 0 0 0,0 0 0 0 0,0 0 0 0 0,0 0 0 0 0,0 0 0 0 0,0 0 0 0 0,-1 0 0 0 0,1 0-1 0 0,0 0 1 0 0,0 0 0 0 0,0 0 0 0 0,0 0 0 0 0,0 0 0 0 0,0 0 0 0 0,-1 0 0 0 0,1 0 0 0 0,0 0 0 0 0,0 0 0 0 0,18 8 2824 0 0,31 5-700 0 0,38-10 1644 0 0,-1-5-1 0 0,136-18 1 0 0,-219 19-4313 0 0,-44 12-2680 0 0,24-4-869 0 0,13-6 1757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5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64 1528 0 0,'-2'-1'12933'0'0,"-9"1"-3824"0"0,9 9-8318 0 0,1 1 1 0 0,1-1-1 0 0,-1 1 0 0 0,2-1 0 0 0,-1 1 1 0 0,1-1-1 0 0,1 1 0 0 0,0-1 0 0 0,0 0 0 0 0,6 17 1 0 0,-5-20-761 0 0,-1 1-1 0 0,1-1 1 0 0,0 1 0 0 0,0-1 0 0 0,0 0 0 0 0,1 0 0 0 0,0 0-1 0 0,1 0 1 0 0,-1-1 0 0 0,1 0 0 0 0,0 0 0 0 0,0 0-1 0 0,1 0 1 0 0,-1-1 0 0 0,12 7 0 0 0,-9-8-31 0 0,0-1 0 0 0,-1 0 0 0 0,1 0 0 0 0,0-1 0 0 0,0 0 0 0 0,0-1 0 0 0,0 1 0 0 0,0-2 0 0 0,0 1 0 0 0,0-1 0 0 0,0 0 0 0 0,0-1 0 0 0,0 1 0 0 0,0-2 0 0 0,-1 1 0 0 0,13-6 0 0 0,-7 1 0 0 0,0 0 0 0 0,0 0 0 0 0,0-1 0 0 0,-1-1 0 0 0,0 0 0 0 0,-1 0 0 0 0,0-2 0 0 0,11-11 0 0 0,-18 17 0 0 0,0 0 0 0 0,0 0 0 0 0,0 0 0 0 0,-1-1 0 0 0,1 0 0 0 0,-1 0 0 0 0,-1 1 0 0 0,1-2 0 0 0,-1 1 0 0 0,0 0 0 0 0,1-10 0 0 0,-2 12 0 0 0,-1-1 0 0 0,-1 1 0 0 0,1-1 0 0 0,-1 1 0 0 0,0-1 0 0 0,0 1 0 0 0,0 0 0 0 0,0 0 0 0 0,-1-1 0 0 0,0 1 0 0 0,0 0 0 0 0,0 0 0 0 0,0 0 0 0 0,0 1 0 0 0,-1-1 0 0 0,0 0 0 0 0,0 1 0 0 0,0 0 0 0 0,0 0 0 0 0,0 0 0 0 0,-1 0 0 0 0,-7-5 0 0 0,3 1 0 0 0,8 7 0 0 0,0-1 0 0 0,0 1 0 0 0,0 0 0 0 0,0 0 0 0 0,0 0 0 0 0,0 0 0 0 0,0 0 0 0 0,0-1 0 0 0,0 1 0 0 0,-1 0 0 0 0,1 0 0 0 0,0 0 0 0 0,0 0 0 0 0,0 0 0 0 0,0 0 0 0 0,0-1 0 0 0,0 1 0 0 0,0 0 0 0 0,-1 0 0 0 0,1 0 0 0 0,0 0 0 0 0,0 0 0 0 0,0 0 0 0 0,0 0 0 0 0,0 0 0 0 0,-1 0 0 0 0,1 0 0 0 0,0 0 0 0 0,0 0 0 0 0,0 0 0 0 0,0 0 0 0 0,-1 0 0 0 0,1 0 0 0 0,0 0 0 0 0,0 0 0 0 0,0 0 0 0 0,0 0 0 0 0,0 0 0 0 0,-1 0 0 0 0,1 0 0 0 0,0 0 0 0 0,0 0 0 0 0,0 0 0 0 0,0 0 0 0 0,0 1 0 0 0,-1-1 0 0 0,1 0 0 0 0,0 0 0 0 0,0 0 0 0 0,-9 18 0 0 0,7-12 0 0 0,1 0 0 0 0,0 0 0 0 0,0 0 0 0 0,1 0 0 0 0,0 0 0 0 0,0 0 0 0 0,0 0 0 0 0,1-1 0 0 0,-1 1 0 0 0,1 0 0 0 0,1 0 0 0 0,-1 0 0 0 0,1-1 0 0 0,0 1 0 0 0,1-1 0 0 0,-1 1 0 0 0,1-1 0 0 0,0 0 0 0 0,0 0 0 0 0,0 0 0 0 0,1 0 0 0 0,0-1 0 0 0,8 8 0 0 0,-2-3 0 0 0,0 0 0 0 0,1-1 0 0 0,1 0 0 0 0,-1-1 0 0 0,1 0 0 0 0,0-1 0 0 0,1 0 0 0 0,25 8 0 0 0,-22-11 0 0 0,0 0 0 0 0,-1 0 0 0 0,1-2 0 0 0,0 0 0 0 0,1-1 0 0 0,-1 0 0 0 0,0-1 0 0 0,0-1 0 0 0,-1-1 0 0 0,1 0 0 0 0,0-1 0 0 0,-1-1 0 0 0,0 0 0 0 0,0-1 0 0 0,0 0 0 0 0,-1-2 0 0 0,0 0 0 0 0,17-12 0 0 0,-27 16 0 0 0,0-1 0 0 0,0 0 0 0 0,0 0 0 0 0,-1 0 0 0 0,0 0 0 0 0,5-11 0 0 0,-7 14 0 0 0,0 0 0 0 0,0 0 0 0 0,0 0 0 0 0,0 0 0 0 0,0 0 0 0 0,0-1 0 0 0,-1 1 0 0 0,1 0 0 0 0,-1 0 0 0 0,0-1 0 0 0,0 1 0 0 0,0 0 0 0 0,0-1 0 0 0,0 1 0 0 0,0 0 0 0 0,0-1 0 0 0,-1 1 0 0 0,1 0 0 0 0,-1 0 0 0 0,0-1 0 0 0,-1-3 0 0 0,-4-1 0 0 0,5 5 0 0 0,0 1 0 0 0,0-1 0 0 0,-1 0 0 0 0,1 1 0 0 0,0-1 0 0 0,-1 1 0 0 0,1-1 0 0 0,-1 1 0 0 0,0 0 0 0 0,0 0 0 0 0,1 0 0 0 0,-1 0 0 0 0,0 0 0 0 0,0 0 0 0 0,-2 0 0 0 0,-8-1 0 0 0,-19 8 0 0 0,22 3 0 0 0,6-5 0 0 0,0 1 0 0 0,1-1 0 0 0,-1 0 0 0 0,1 1 0 0 0,0-1 0 0 0,1 1 0 0 0,-1-1 0 0 0,1 1 0 0 0,0 0 0 0 0,0 0 0 0 0,0-1 0 0 0,1 1 0 0 0,-1 0 0 0 0,1 0 0 0 0,0 0 0 0 0,2 8 0 0 0,-1-9 0 0 0,1 1 0 0 0,0-1 0 0 0,0 0 0 0 0,1 0 0 0 0,-1 0 0 0 0,1 0 0 0 0,0 0 0 0 0,0 0 0 0 0,0-1 0 0 0,0 1 0 0 0,1-1 0 0 0,-1 0 0 0 0,1 0 0 0 0,0 0 0 0 0,0 0 0 0 0,5 2 0 0 0,2 1 0 0 0,1 0 0 0 0,-1-1 0 0 0,1-1 0 0 0,23 7 0 0 0,-17-7 145 0 0,1-1 1 0 0,0-1-1 0 0,0 0 0 0 0,1-1 1 0 0,31-3-1 0 0,-44 1-398 0 0,0 0-1 0 0,-1-1 1 0 0,1 1-1 0 0,-1-1 1 0 0,1-1-1 0 0,-1 1 1 0 0,0-1 0 0 0,11-6-1 0 0,-14 6-441 0 0,0 1 1 0 0,0-1-1 0 0,0 1 1 0 0,0-1-1 0 0,-1 0 0 0 0,1 0 1 0 0,-1 0-1 0 0,0-1 1 0 0,0 1-1 0 0,0 0 0 0 0,0-1 1 0 0,0 1-1 0 0,-1-1 1 0 0,0 0-1 0 0,0 1 0 0 0,1-7 1 0 0,-1-3-6703 0 0,-1 3 564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5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17 184 0 0,'-19'-17'23528'0'0,"21"48"-21795"0"0,1-1 0 0 0,2-1 0 0 0,10 34 0 0 0,8 52 380 0 0,-22-108-2281 0 0,0-1 0 0 0,1 1 0 0 0,0-1 0 0 0,0 1 0 0 0,1-1 0 0 0,-1 0 0 0 0,1 0-1 0 0,1 0 1 0 0,-1 0 0 0 0,1-1 0 0 0,0 1 0 0 0,1-1 0 0 0,-1 0 0 0 0,1 0 0 0 0,5 4 0 0 0,22 10-6263 0 0,4-12-6274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6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53 1516 0 0,'-1'-2'618'0'0,"0"-1"1"0"0,1 1-1 0 0,-1 0 0 0 0,0 0 1 0 0,0 0-1 0 0,0 0 0 0 0,0 0 1 0 0,0 1-1 0 0,0-1 0 0 0,-1 0 1 0 0,1 0-1 0 0,-1 1 0 0 0,1-1 0 0 0,-1 1 1 0 0,0-1-1 0 0,1 1 0 0 0,-1 0 1 0 0,0 0-1 0 0,0 0 0 0 0,0 0 1 0 0,0 0-1 0 0,0 0 0 0 0,0 0 1 0 0,0 1-1 0 0,0-1 0 0 0,-1 1 0 0 0,1-1 1 0 0,-2 1-1 0 0,2 0 448 0 0,-2 1-56 0 0,-5 5-318 0 0,-1 0-1 0 0,1 1 1 0 0,0 0-1 0 0,1 1 1 0 0,0-1-1 0 0,0 2 1 0 0,0-1-1 0 0,1 1 1 0 0,-7 11-1 0 0,11-16-538 0 0,0 1 0 0 0,0-1 0 0 0,1 1-1 0 0,-1-1 1 0 0,1 1 0 0 0,0 0 0 0 0,0 0-1 0 0,0 0 1 0 0,1 0 0 0 0,0 1 0 0 0,0-1-1 0 0,0 0 1 0 0,1 0 0 0 0,-1 1 0 0 0,1-1-1 0 0,0 0 1 0 0,1 1 0 0 0,0-1 0 0 0,-1 0-1 0 0,2 0 1 0 0,-1 0 0 0 0,4 9 0 0 0,-2-9-143 0 0,1 0 0 0 0,0-1 0 0 0,0 1 1 0 0,0-1-1 0 0,1 0 0 0 0,-1 0 0 0 0,1 0 1 0 0,0 0-1 0 0,0-1 0 0 0,1 0 0 0 0,-1 0 1 0 0,1-1-1 0 0,-1 1 0 0 0,1-1 0 0 0,0 0 1 0 0,0-1-1 0 0,0 1 0 0 0,0-1 0 0 0,0-1 1 0 0,0 1-1 0 0,12-1 0 0 0,4 0-168 0 0,1-1-1 0 0,-1-2 1 0 0,0 0-1 0 0,34-9 1 0 0,-44 8-59 0 0,0 0 1 0 0,0-1-1 0 0,0 0 1 0 0,0-1-1 0 0,-1 0 0 0 0,0 0 1 0 0,0-2-1 0 0,19-16 1 0 0,-26 21 165 0 0,0-1 0 0 0,0 0 0 0 0,0-1 0 0 0,0 1 1 0 0,-1-1-1 0 0,0 1 0 0 0,0-1 0 0 0,0 0 0 0 0,0 0 0 0 0,-1 0 1 0 0,0 0-1 0 0,0-1 0 0 0,0 1 0 0 0,-1-1 0 0 0,1 1 0 0 0,-1-1 1 0 0,-1 1-1 0 0,1-1 0 0 0,-1 0 0 0 0,0 0 0 0 0,0 1 0 0 0,-2-7 1 0 0,1 8 125 0 0,-1-1 0 0 0,1 1 0 0 0,-1 0 1 0 0,0 0-1 0 0,0 1 0 0 0,-1-1 0 0 0,1 0 0 0 0,-1 1 1 0 0,0-1-1 0 0,0 1 0 0 0,0 0 0 0 0,0 0 1 0 0,0 0-1 0 0,-1 0 0 0 0,1 0 0 0 0,-1 1 1 0 0,0 0-1 0 0,0 0 0 0 0,0 0 0 0 0,0 0 0 0 0,0 0 1 0 0,0 1-1 0 0,-1 0 0 0 0,-7-2 0 0 0,5 2-192 0 0,0 0 0 0 0,0 0 0 0 0,1 0 0 0 0,-1 1 0 0 0,0 0-1 0 0,0 0 1 0 0,0 1 0 0 0,0 0 0 0 0,1 0 0 0 0,-1 1 0 0 0,0 0-1 0 0,1 0 1 0 0,-1 0 0 0 0,-9 6 0 0 0,15-8-8 0 0,1 0-1 0 0,0 1 1 0 0,-1-1-1 0 0,1 0 1 0 0,0 1 0 0 0,0-1-1 0 0,-1 1 1 0 0,1-1-1 0 0,0 0 1 0 0,0 1 0 0 0,0-1-1 0 0,0 1 1 0 0,-1-1-1 0 0,1 0 1 0 0,0 1 0 0 0,0-1-1 0 0,0 1 1 0 0,0-1-1 0 0,0 1 1 0 0,0-1 0 0 0,0 0-1 0 0,0 1 1 0 0,0-1-1 0 0,0 1 1 0 0,0-1 0 0 0,1 1-1 0 0,-1-1 1 0 0,0 0-1 0 0,0 1 1 0 0,0-1 0 0 0,1 1-1 0 0,-1-1 1 0 0,0 0-1 0 0,0 1 1 0 0,1-1 0 0 0,-1 0-1 0 0,0 1 1 0 0,0-1-1 0 0,1 0 1 0 0,-1 1 0 0 0,1-1-1 0 0,0 0 1 0 0,16 13-4375 0 0,-15-12 3509 0 0,2 2-282 0 0,3-2-5623 0 0,9 2 1646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6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5 1704 0 0,'-3'-1'797'0'0,"0"0"0"0"0,1 0-1 0 0,-1 1 1 0 0,0-1 0 0 0,0 1-1 0 0,0 0 1 0 0,0-1 0 0 0,0 1 0 0 0,1 0-1 0 0,-1 1 1 0 0,0-1 0 0 0,0 0-1 0 0,-5 2 1 0 0,5 0-290 0 0,0-1 1 0 0,0 1-1 0 0,0-1 0 0 0,0 1 1 0 0,0 0-1 0 0,0 0 0 0 0,0 0 1 0 0,1 0-1 0 0,-1 1 0 0 0,-2 3 1 0 0,0 1 216 0 0,0 0 1 0 0,1 0 0 0 0,-1 1 0 0 0,1 0-1 0 0,1 0 1 0 0,0 0 0 0 0,0 0 0 0 0,-2 11 0 0 0,4-17-623 0 0,1 0 1 0 0,0 1-1 0 0,-1-1 0 0 0,1 0 1 0 0,0 1-1 0 0,1-1 1 0 0,-1 1-1 0 0,0-1 1 0 0,1 0-1 0 0,-1 1 1 0 0,1-1-1 0 0,-1 0 0 0 0,1 1 1 0 0,0-1-1 0 0,0 0 1 0 0,0 0-1 0 0,1 0 1 0 0,-1 0-1 0 0,0 0 1 0 0,1 0-1 0 0,-1 0 0 0 0,3 2 1 0 0,0-1-7 0 0,0 0-1 0 0,0 1 1 0 0,0-2 0 0 0,1 1 0 0 0,-1 0 0 0 0,1-1-1 0 0,-1 0 1 0 0,1 0 0 0 0,8 3 0 0 0,-1-3-136 0 0,1-1 0 0 0,-1 0 0 0 0,1 0 0 0 0,-1-1-1 0 0,1-1 1 0 0,-1 0 0 0 0,19-4 0 0 0,-4 0-536 0 0,-1-2 0 0 0,38-15-1 0 0,5-10-1557 0 0,-64 29 2022 0 0,1 0-1 0 0,-1 0 1 0 0,0-1 0 0 0,-1 1-1 0 0,1-1 1 0 0,-1 0 0 0 0,1-1-1 0 0,-1 1 1 0 0,6-10 0 0 0,-9 13 197 0 0,-1 0-1 0 0,1 0 1 0 0,-1 1 0 0 0,1-1-1 0 0,-1 0 1 0 0,0 0 0 0 0,1 1 0 0 0,-1-1-1 0 0,0 0 1 0 0,0 0 0 0 0,1 0 0 0 0,-1 0-1 0 0,0 0 1 0 0,0 0 0 0 0,0 1-1 0 0,0-1 1 0 0,0 0 0 0 0,0 0 0 0 0,0 0-1 0 0,0 0 1 0 0,-1 0 0 0 0,1 0 0 0 0,0 1-1 0 0,0-1 1 0 0,-1 0 0 0 0,1 0-1 0 0,-1 0 1 0 0,1 1 0 0 0,0-1 0 0 0,-1 0-1 0 0,1 0 1 0 0,-1 1 0 0 0,0-1 0 0 0,1 1-1 0 0,-1-1 1 0 0,0 0 0 0 0,1 1-1 0 0,-1-1 1 0 0,0 1 0 0 0,0-1 0 0 0,1 1-1 0 0,-1 0 1 0 0,0-1 0 0 0,-1 1 0 0 0,1 0-20 0 0,0-1 1 0 0,0 1 0 0 0,0 1 0 0 0,0-1 0 0 0,1 0 0 0 0,-1 0 0 0 0,0 0 0 0 0,0 0 0 0 0,0 1 0 0 0,1-1 0 0 0,-1 0-1 0 0,0 1 1 0 0,0-1 0 0 0,1 0 0 0 0,-1 1 0 0 0,0-1 0 0 0,1 1 0 0 0,-1-1 0 0 0,1 1 0 0 0,-1-1 0 0 0,0 1-1 0 0,1 0 1 0 0,-1-1 0 0 0,1 1 0 0 0,0 0 0 0 0,-1 0 0 0 0,1-1 0 0 0,-1 1 0 0 0,1 0 0 0 0,0 0 0 0 0,0-1 0 0 0,-1 1-1 0 0,1 0 1 0 0,0 0 0 0 0,0 0 0 0 0,0-1 0 0 0,0 1 0 0 0,0 0 0 0 0,0 0 0 0 0,0 0 0 0 0,0 0 0 0 0,0-1 0 0 0,1 1-1 0 0,-1 0 1 0 0,0 0 0 0 0,0-1 0 0 0,1 1 0 0 0,-1 0 0 0 0,0 0 0 0 0,1 0 0 0 0,2 10 223 0 0,1 0-1 0 0,0 0 1 0 0,0 0 0 0 0,8 12 0 0 0,-9-18-327 0 0,-1-1-1 0 0,1 0 1 0 0,0 0-1 0 0,0 0 1 0 0,0 0 0 0 0,1 0-1 0 0,0-1 1 0 0,-1 1-1 0 0,1-1 1 0 0,0 0-1 0 0,1 0 1 0 0,5 3 0 0 0,-8-6-153 0 0,1 0 0 0 0,-1 0 0 0 0,0 0 1 0 0,0-1-1 0 0,0 1 0 0 0,0-1 1 0 0,1 1-1 0 0,-1-1 0 0 0,0 0 1 0 0,0 0-1 0 0,0 0 0 0 0,0 0 1 0 0,0 0-1 0 0,-1 0 0 0 0,1 0 1 0 0,0-1-1 0 0,0 1 0 0 0,-1-1 1 0 0,1 1-1 0 0,-1-1 0 0 0,1 0 0 0 0,-1 1 1 0 0,2-4-1 0 0,22-36-5026 0 0,-14-6-5649 0 0,-6 21 5002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6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3 1280 0 0,'-8'-3'19491'0'0,"7"23"-14739"0"0,8 17-5792 0 0,-4-26 3168 0 0,-1-7-2403 0 0,0-1 1 0 0,0 1-1 0 0,0-1 1 0 0,0 1-1 0 0,1-1 0 0 0,-1 0 1 0 0,1 0-1 0 0,4 4 1 0 0,6 1-4451 0 0,2-2-4420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7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1 324 0 0,'0'0'7966'0'0,"-2"5"-5883"0"0,-2 7-1010 0 0,0 1 0 0 0,1 0 0 0 0,1 0 0 0 0,0-1 1 0 0,0 1-1 0 0,2 1 0 0 0,0-1 0 0 0,0 0 0 0 0,1 0 0 0 0,0 0 0 0 0,2-1 1 0 0,-1 1-1 0 0,5 12 0 0 0,-1-7-342 0 0,1-1 0 0 0,0 0 1 0 0,1 0-1 0 0,1-1 1 0 0,1 0-1 0 0,0 0 0 0 0,1-1 1 0 0,25 27-1 0 0,-13-17-91 0 0,-17-18-627 0 0,0 1 1 0 0,0-1-1 0 0,1-1 1 0 0,0 1-1 0 0,1-1 1 0 0,-1 0-1 0 0,1-1 1 0 0,0 0-1 0 0,1 0 1 0 0,8 3-1 0 0,-16-7-65 0 0,-1-1-1 0 0,1 0 1 0 0,0 0 0 0 0,0 0-1 0 0,-1 0 1 0 0,1 0 0 0 0,0 0-1 0 0,0 0 1 0 0,-1 0 0 0 0,1 0-1 0 0,0 0 1 0 0,0 0 0 0 0,-1 0-1 0 0,1 0 1 0 0,0-1 0 0 0,0 1 0 0 0,-1 0-1 0 0,1 0 1 0 0,0-1 0 0 0,-1 1-1 0 0,1-1 1 0 0,-1 1 0 0 0,1 0-1 0 0,0-1 1 0 0,-1 1 0 0 0,1-1-1 0 0,-1 0 1 0 0,1 1 0 0 0,-1-1-1 0 0,1 1 1 0 0,-1-1 0 0 0,0 0-1 0 0,1 1 1 0 0,-1-1 0 0 0,0 0-1 0 0,1 0 1 0 0,-1 1 0 0 0,0-1-1 0 0,0 0 1 0 0,0-1 0 0 0,8-42-3542 0 0,-2 17 1658 0 0,-17-13-379 0 0,-5 18 2985 0 0,10 20 4348 0 0,4 6-4772 0 0,0 0 0 0 0,1 1 0 0 0,-1-1 0 0 0,1 0 0 0 0,0 1 1 0 0,0-1-1 0 0,1 1 0 0 0,-1-1 0 0 0,1 1 0 0 0,0-1 0 0 0,0 1 1 0 0,0-1-1 0 0,1 1 0 0 0,0-1 0 0 0,0 1 0 0 0,2 7 0 0 0,0-5-234 0 0,-1 0 0 0 0,1 0 0 0 0,0 0-1 0 0,1 0 1 0 0,0 0 0 0 0,0-1 0 0 0,0 1-1 0 0,1-1 1 0 0,9 9 0 0 0,2 1-12 0 0,-9-9 0 0 0,-1-1 0 0 0,1 0 0 0 0,-1 0 0 0 0,2-1 0 0 0,-1 0 0 0 0,0 0 0 0 0,15 6 0 0 0,-15-8-120 0 0,1 0-1 0 0,1 0 1 0 0,-1-1 0 0 0,0 0 0 0 0,1 0-1 0 0,-1-1 1 0 0,1 0 0 0 0,0-1 0 0 0,-1 0-1 0 0,1 0 1 0 0,8-1 0 0 0,-11-1-161 0 0,-1 1 0 0 0,1 0 1 0 0,-1-1-1 0 0,0 0 0 0 0,1 0 0 0 0,-1-1 1 0 0,0 0-1 0 0,0 1 0 0 0,-1-2 0 0 0,1 1 1 0 0,-1 0-1 0 0,1-1 0 0 0,-1 0 0 0 0,0 0 1 0 0,0 0-1 0 0,5-10 0 0 0,-4 6 303 0 0,0 0-1 0 0,-1-1 0 0 0,0 0 1 0 0,-1 1-1 0 0,0-1 1 0 0,-1-1-1 0 0,0 1 1 0 0,0 0-1 0 0,0-1 1 0 0,-2 1-1 0 0,1-11 0 0 0,-4 11 515 0 0,-1 11 2068 0 0,2 2-2555 0 0,1 1-1 0 0,0 0 0 0 0,0-1 1 0 0,0 1-1 0 0,0 0 1 0 0,1 0-1 0 0,0 0 1 0 0,0-1-1 0 0,0 1 1 0 0,1 0-1 0 0,-1 0 1 0 0,1-1-1 0 0,0 1 1 0 0,1 0-1 0 0,2 6 0 0 0,24 69 974 0 0,61 122 0 0 0,-85-195-1022 0 0,-1 1 0 0 0,0-1 0 0 0,0 1 0 0 0,-1 0 0 0 0,0 0 0 0 0,0 0 0 0 0,-1 0 0 0 0,0 0 0 0 0,-1 0 0 0 0,1 0 0 0 0,-2 0 0 0 0,-1 12 0 0 0,2-16 0 0 0,-1 0 0 0 0,-1-1 0 0 0,1 1 0 0 0,0-1 0 0 0,-1 1 0 0 0,0-1 0 0 0,0 0 0 0 0,0 1 0 0 0,0-1 0 0 0,0 0 0 0 0,-1 0 0 0 0,1-1 0 0 0,-1 1 0 0 0,0 0 0 0 0,0-1 0 0 0,0 0 0 0 0,0 1 0 0 0,0-1 0 0 0,0-1 0 0 0,-1 1 0 0 0,1 0 0 0 0,-1-1 0 0 0,1 0 0 0 0,-1 1 0 0 0,1-1 0 0 0,-1-1 0 0 0,0 1 0 0 0,-7 0 0 0 0,-3 0-97 0 0,0-1 0 0 0,0-1-1 0 0,0 0 1 0 0,0 0 0 0 0,0-2 0 0 0,0 0 0 0 0,0 0 0 0 0,1-1-1 0 0,-1-1 1 0 0,1 0 0 0 0,1-1 0 0 0,-1 0 0 0 0,1-1 0 0 0,0-1-1 0 0,0 0 1 0 0,1 0 0 0 0,0-1 0 0 0,0 0 0 0 0,-13-17-1 0 0,11 10-1752 0 0,-8-13-2244 0 0,17 17-1057 0 0,3-1-3653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8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20 1024 0 0,'-32'-15'13678'0'0,"21"11"-11371"0"0,5 4-1552 0 0,0 1 1 0 0,0 0-1 0 0,0 0 1 0 0,0 0-1 0 0,0 1 0 0 0,1-1 1 0 0,-1 2-1 0 0,0-1 1 0 0,1 0-1 0 0,-1 1 0 0 0,1 0 1 0 0,-8 6-1 0 0,-14 6 2041 0 0,25-14-2562 0 0,0 0 0 0 0,0 0-1 0 0,0 1 1 0 0,1-1 0 0 0,-1 1 0 0 0,0-1-1 0 0,1 1 1 0 0,-1 0 0 0 0,1-1-1 0 0,-1 1 1 0 0,-1 3 0 0 0,0 6 56 0 0,3-8-289 0 0,0 0 1 0 0,0 1 0 0 0,0-1 0 0 0,1 0-1 0 0,-1 0 1 0 0,1 0 0 0 0,0 0 0 0 0,0 0-1 0 0,0 0 1 0 0,0 0 0 0 0,1 0 0 0 0,-1 0-1 0 0,1-1 1 0 0,0 1 0 0 0,0 0-1 0 0,-1-1 1 0 0,2 0 0 0 0,-1 1 0 0 0,0-1-1 0 0,0 0 1 0 0,1 0 0 0 0,-1 0 0 0 0,1 0-1 0 0,0-1 1 0 0,3 2 0 0 0,-5-2 0 0 0,6 2-152 0 0,0 0 1 0 0,0 0-1 0 0,0 0 0 0 0,1-1 1 0 0,-1 0-1 0 0,1-1 1 0 0,-1 0-1 0 0,1 0 0 0 0,0 0 1 0 0,-1-1-1 0 0,1 0 0 0 0,0-1 1 0 0,0 0-1 0 0,-1 0 0 0 0,1 0 1 0 0,-1-1-1 0 0,1 0 1 0 0,-1-1-1 0 0,10-4 0 0 0,2-1-1911 0 0,-1-1 0 0 0,24-15 1 0 0,24-24-11068 0 0,-48 36 7244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9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0 1576 0 0,'0'0'1826'0'0,"-20"7"3550"0"0,10-4-4246 0 0,2 1 0 0 0,-1 1 0 0 0,0-1-1 0 0,1 1 1 0 0,0 0 0 0 0,0 1 0 0 0,0 0 0 0 0,1 1-1 0 0,-10 10 1 0 0,12-12-706 0 0,1 0 1 0 0,0 1-1 0 0,0 0 0 0 0,0 0 0 0 0,1 0 0 0 0,0 0 0 0 0,0 0 0 0 0,1 0 1 0 0,-1 1-1 0 0,2 0 0 0 0,-1-1 0 0 0,1 1 0 0 0,-1 0 0 0 0,1 11 0 0 0,1-14-319 0 0,0 1 0 0 0,0-1 0 0 0,1 1 0 0 0,0-1 0 0 0,0 1 0 0 0,0-1-1 0 0,0 0 1 0 0,0 1 0 0 0,1-1 0 0 0,0 0 0 0 0,0 0 0 0 0,0 0 0 0 0,1 0 0 0 0,-1 0-1 0 0,1-1 1 0 0,0 1 0 0 0,0-1 0 0 0,0 0 0 0 0,0 1 0 0 0,0-1 0 0 0,1-1-1 0 0,0 1 1 0 0,-1-1 0 0 0,1 1 0 0 0,0-1 0 0 0,0 0 0 0 0,1 0 0 0 0,-1-1-1 0 0,0 1 1 0 0,0-1 0 0 0,6 1 0 0 0,9 1-205 0 0,1-1-1 0 0,0-1 1 0 0,-1-1-1 0 0,1 0 1 0 0,0-2-1 0 0,-1 0 1 0 0,1-1-1 0 0,-1-1 1 0 0,0-1-1 0 0,0 0 1 0 0,0-2-1 0 0,29-14 1 0 0,-44 19 8 0 0,0 0 0 0 0,0 1 0 0 0,-1-1 0 0 0,1-1 0 0 0,-1 1 0 0 0,1-1 0 0 0,-1 1 0 0 0,0-1 0 0 0,0 0 0 0 0,0 0 0 0 0,0 0 0 0 0,-1 0 0 0 0,1-1-1 0 0,-1 1 1 0 0,0-1 0 0 0,3-5 0 0 0,-4 6 99 0 0,-1 0 0 0 0,1 0 0 0 0,-1-1-1 0 0,1 1 1 0 0,-1 0 0 0 0,0 0-1 0 0,0 0 1 0 0,-1 0 0 0 0,1 0 0 0 0,-1-1-1 0 0,1 1 1 0 0,-1 0 0 0 0,0 0 0 0 0,0 0-1 0 0,0 0 1 0 0,-1 0 0 0 0,-1-2-1 0 0,-1-3 245 0 0,-2 1-1 0 0,1 0 1 0 0,-1 0-1 0 0,0 0 0 0 0,0 1 1 0 0,-1 0-1 0 0,1 0 0 0 0,-1 1 1 0 0,-1 0-1 0 0,1 0 0 0 0,-1 1 1 0 0,0-1-1 0 0,-12-3 0 0 0,-28-7 1831 0 0,44 17-1959 0 0,8 6-99 0 0,8 4-31 0 0,-2-7 8 0 0,0 0 0 0 0,0-1 0 0 0,0 0 0 0 0,0-1 0 0 0,1 0 0 0 0,-1-1 0 0 0,1 0 0 0 0,0-1 0 0 0,15 1 0 0 0,-12-1 0 0 0,32 2 0 0 0,-30-3 0 0 0,0 1 0 0 0,0 1 0 0 0,0 0 0 0 0,0 1 0 0 0,0 1 0 0 0,27 10 0 0 0,-31-10 0 0 0,-6 1 0 0 0,4 5 0 0 0,0 1 0 0 0,-3-1 0 0 0,-1-1 0 0 0,-1 1 0 0 0,-2 0 0 0 0,10-5 0 0 0,4-8-76 0 0,0-1-1 0 0,1 0 1 0 0,-1-2 0 0 0,-1 0-1 0 0,1-1 1 0 0,-1 0-1 0 0,25-17 1 0 0,-17 12-341 0 0,-8 1 250 0 0,19-10 1321 0 0,-24 20-1113 0 0,-4 16-41 0 0,-4 0 0 0 0,2-1 0 0 0,0 1 0 0 0,0 0 0 0 0,1-1 0 0 0,1 0 0 0 0,1-1 0 0 0,0 0 0 0 0,0 0 0 0 0,1 0 0 0 0,1-1 0 0 0,0-1 0 0 0,1 1 0 0 0,0-2 0 0 0,13 10 0 0 0,-23-19-204 0 0,0 0 1 0 0,0 0-1 0 0,0 0 1 0 0,1 0-1 0 0,-1 0 1 0 0,0-1-1 0 0,1 1 0 0 0,-1 0 1 0 0,1-1-1 0 0,-1 0 1 0 0,1 1-1 0 0,-1-1 1 0 0,1 0-1 0 0,-1 1 0 0 0,1-1 1 0 0,-1 0-1 0 0,1 0 1 0 0,-1 0-1 0 0,1-1 1 0 0,-1 1-1 0 0,1 0 0 0 0,-1 0 1 0 0,1-1-1 0 0,-1 1 1 0 0,1-1-1 0 0,-1 1 1 0 0,0-1-1 0 0,1 0 0 0 0,-1 0 1 0 0,0 0-1 0 0,1 1 1 0 0,-1-1-1 0 0,0 0 1 0 0,0 0-1 0 0,0-1 0 0 0,1 0 1 0 0,5-7-5115 0 0,-2 0-3407 0 0,1-4 2429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9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2 173 2068 0 0,'2'4'488'0'0,"0"0"1"0"0,0 0-1 0 0,0-1 0 0 0,-1 1 1 0 0,1 0-1 0 0,-1 0 0 0 0,0 0 0 0 0,0 1 1 0 0,0 4-1 0 0,0-4 322 0 0,-1 0 1 0 0,1 0-1 0 0,0 0 0 0 0,1-1 1 0 0,-1 1-1 0 0,1-1 0 0 0,0 1 1 0 0,3 4-1 0 0,69 93 9843 0 0,-64-90-9330 0 0,-6-7-716 0 0,0 0 0 0 0,0 0 0 0 0,-1 0 0 0 0,1 0 0 0 0,-1 1 0 0 0,3 6 0 0 0,-6-11 744 0 0,-4-4-1691 0 0,-3-1 213 0 0,1-2 0 0 0,0 1 0 0 0,0-1 1 0 0,0 0-1 0 0,1 0 0 0 0,-1 0 0 0 0,2-1 0 0 0,-1 0 0 0 0,-6-13 0 0 0,-28-76-965 0 0,22 48 777 0 0,12 36 261 0 0,1-1-1 0 0,1 0 1 0 0,0 0-1 0 0,0-1 1 0 0,2 1 0 0 0,-1-1-1 0 0,2 1 1 0 0,0-1-1 0 0,2-16 1 0 0,-1 28 57 0 0,0-1-1 0 0,-1 0 1 0 0,2 1-1 0 0,-1-1 1 0 0,0 1 0 0 0,0-1-1 0 0,1 1 1 0 0,0 0 0 0 0,-1-1-1 0 0,1 1 1 0 0,0 0-1 0 0,0 0 1 0 0,0 0 0 0 0,0 0-1 0 0,0 1 1 0 0,1-1 0 0 0,-1 1-1 0 0,0-1 1 0 0,1 1 0 0 0,-1 0-1 0 0,1 0 1 0 0,0 0-1 0 0,-1 0 1 0 0,1 0 0 0 0,0 0-1 0 0,4 0 1 0 0,8-1 131 0 0,1 1 1 0 0,-1 0-1 0 0,25 2 1 0 0,-29-1-77 0 0,14 2 140 0 0,0 1 0 0 0,0 2 0 0 0,0 0 0 0 0,0 2 0 0 0,-1 0 0 0 0,0 2 0 0 0,0 0 0 0 0,36 22 0 0 0,-58-30-145 0 0,0 0 0 0 0,0 0 0 0 0,0 0 0 0 0,0 1 0 0 0,0-1 1 0 0,0 1-1 0 0,0-1 0 0 0,-1 1 0 0 0,1 0 0 0 0,-1 0 0 0 0,1-1 0 0 0,-1 1 0 0 0,0 0 0 0 0,1 1 1 0 0,-1-1-1 0 0,0 0 0 0 0,0 0 0 0 0,-1 0 0 0 0,2 4 0 0 0,-2-4-14 0 0,0 0-1 0 0,-1 0 1 0 0,1 0 0 0 0,0 0-1 0 0,-1-1 1 0 0,0 1 0 0 0,1 0-1 0 0,-1 0 1 0 0,0-1 0 0 0,0 1-1 0 0,0 0 1 0 0,0-1 0 0 0,0 1-1 0 0,0-1 1 0 0,0 1-1 0 0,0-1 1 0 0,-1 0 0 0 0,1 1-1 0 0,-2 0 1 0 0,-5 4-14 0 0,0-1 0 0 0,0 0-1 0 0,-1-1 1 0 0,1 0 0 0 0,-1 0 0 0 0,0 0-1 0 0,0-2 1 0 0,-14 4 0 0 0,7-2-25 0 0,-48 4 0 0 0,47-7 0 0 0,17-1-24 0 0,0 0 1 0 0,1 0-1 0 0,-1 0 0 0 0,0-1 1 0 0,0 1-1 0 0,1 0 0 0 0,-1 0 0 0 0,0-1 1 0 0,0 1-1 0 0,1 0 0 0 0,-1-1 1 0 0,0 1-1 0 0,0 0 0 0 0,0-1 1 0 0,1 1-1 0 0,-1 0 0 0 0,0-1 0 0 0,0 1 1 0 0,0 0-1 0 0,0-1 0 0 0,0 1 1 0 0,0 0-1 0 0,0-1 0 0 0,0 1 1 0 0,0-1-1 0 0,0 1 0 0 0,0 0 1 0 0,0-1-1 0 0,0 1 0 0 0,0 0 0 0 0,0-1 1 0 0,0 1-1 0 0,0-1 0 0 0,-1 1 1 0 0,1 0-1 0 0,0-1 0 0 0,0 1 1 0 0,0 0-1 0 0,-1-1 0 0 0,1 1 0 0 0,0 0 1 0 0,0 0-1 0 0,-1-1 0 0 0,1 1 1 0 0,0 0-1 0 0,0 0 0 0 0,-1-1 1 0 0,1 1-1 0 0,0 0 0 0 0,-1 0 0 0 0,1 0 1 0 0,0 0-1 0 0,-1-1 0 0 0,1 1 1 0 0,-1 0-1 0 0,1 0 0 0 0,0 0 1 0 0,-1 0-1 0 0,1 0 0 0 0,0 0 1 0 0,-1 0-1 0 0,1 0 0 0 0,-1 0 0 0 0,1 0 1 0 0,0 0-1 0 0,-1 0 0 0 0,1 0 1 0 0,0 1-1 0 0,-1-1 0 0 0,20-19-2238 0 0,-3 13-873 0 0,0 0 0 0 0,32-7 0 0 0,-12 6-6956 0 0,-17 3 4833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0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14 1616 0 0,'-3'-2'792'0'0,"0"1"-1"0"0,-1-1 0 0 0,1 0 1 0 0,-1 1-1 0 0,1 0 1 0 0,-1 0-1 0 0,1 0 1 0 0,-1 0-1 0 0,1 0 1 0 0,-1 1-1 0 0,0 0 0 0 0,1 0 1 0 0,-1 0-1 0 0,0 0 1 0 0,1 0-1 0 0,-1 1 1 0 0,-6 1-1 0 0,4 0-83 0 0,1 0 0 0 0,-1 1 0 0 0,0 0 1 0 0,1 0-1 0 0,-1 0 0 0 0,1 1 0 0 0,0 0 0 0 0,0 0 0 0 0,-7 7 0 0 0,0 3 172 0 0,0 0-1 0 0,1 1 1 0 0,1 0-1 0 0,0 1 1 0 0,1 0-1 0 0,-7 19 1 0 0,14-30-770 0 0,1 0 1 0 0,0 0-1 0 0,1 0 1 0 0,-1-1-1 0 0,1 1 1 0 0,0 0-1 0 0,0 0 0 0 0,1 0 1 0 0,-1 0-1 0 0,1 0 1 0 0,0 0-1 0 0,0 0 1 0 0,1-1-1 0 0,-1 1 1 0 0,1-1-1 0 0,0 1 0 0 0,1-1 1 0 0,-1 1-1 0 0,1-1 1 0 0,0 0-1 0 0,4 5 1 0 0,-3-5-129 0 0,-1 0 0 0 0,1 0 0 0 0,0-1 0 0 0,0 1 0 0 0,0-1 1 0 0,1 0-1 0 0,-1 0 0 0 0,1-1 0 0 0,0 0 0 0 0,-1 1 1 0 0,1-1-1 0 0,0-1 0 0 0,7 2 0 0 0,3 2-205 0 0,1-2 1 0 0,32 4-1 0 0,-31-6-170 0 0,0-1 1 0 0,0-1-1 0 0,-1 0 0 0 0,1-2 0 0 0,-1 1 1 0 0,30-10-1 0 0,-40 10 150 0 0,1 0 0 0 0,-1-1 0 0 0,0 0 1 0 0,0 0-1 0 0,0 0 0 0 0,0 0 0 0 0,0-1 0 0 0,-1 0 1 0 0,0-1-1 0 0,0 1 0 0 0,0-1 0 0 0,0 0 0 0 0,-1 0 1 0 0,1 0-1 0 0,-1-1 0 0 0,-1 1 0 0 0,1-1 0 0 0,-1 0 1 0 0,3-8-1 0 0,-5 9 267 0 0,0 1 0 0 0,0-1 0 0 0,0 1 0 0 0,-1-1 0 0 0,0 0 0 0 0,0 0 1 0 0,-1 1-1 0 0,1-1 0 0 0,-1 1 0 0 0,0-1 0 0 0,0 0 0 0 0,0 1 0 0 0,-1-1 0 0 0,1 1 0 0 0,-1 0 0 0 0,0 0 1 0 0,-1-1-1 0 0,1 1 0 0 0,-1 1 0 0 0,0-1 0 0 0,0 0 0 0 0,0 1 0 0 0,0-1 0 0 0,0 1 0 0 0,-1 0 1 0 0,1 0-1 0 0,-5-2 0 0 0,-7-6 701 0 0,-1 0 1 0 0,0 1 0 0 0,0 1-1 0 0,-1 1 1 0 0,-23-8-1 0 0,40 16-735 0 0,0 0 1 0 0,1 0-1 0 0,-1 0 0 0 0,0 0 0 0 0,0 0 0 0 0,0 0 0 0 0,0 0 0 0 0,0 0 1 0 0,0 1-1 0 0,0-1 0 0 0,0 0 0 0 0,0 0 0 0 0,0 0 0 0 0,0 0 0 0 0,0 0 1 0 0,0 0-1 0 0,0 0 0 0 0,0 0 0 0 0,0 0 0 0 0,0 1 0 0 0,0-1 0 0 0,0 0 1 0 0,0 0-1 0 0,0 0 0 0 0,0 0 0 0 0,-1 0 0 0 0,1 0 0 0 0,0 0 0 0 0,0 0 1 0 0,0 0-1 0 0,0 0 0 0 0,0 0 0 0 0,0 0 0 0 0,0 1 0 0 0,0-1 1 0 0,0 0-1 0 0,0 0 0 0 0,0 0 0 0 0,0 0 0 0 0,0 0 0 0 0,-1 0 0 0 0,1 0 1 0 0,0 0-1 0 0,0 0 0 0 0,0 0 0 0 0,0 0 0 0 0,0 0 0 0 0,0 0 0 0 0,0 0 1 0 0,0 0-1 0 0,-1 0 0 0 0,15 13-303 0 0,-10-8 61 0 0,2-1 0 0 0,-1 0 0 0 0,0-1 0 0 0,1 0 0 0 0,-1 1 0 0 0,8 1 0 0 0,4 1-560 0 0,32 9-4742 0 0,-18-10-4340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1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36 2116 0 0,'-3'6'1391'0'0,"1"-1"0"0"0,0 1-1 0 0,0 0 1 0 0,0 0-1 0 0,1 0 1 0 0,-1 0 0 0 0,1 0-1 0 0,1 0 1 0 0,-1 0 0 0 0,1 6-1 0 0,1-4-441 0 0,0 0-1 0 0,0 0 0 0 0,1 0 0 0 0,0-1 0 0 0,1 1 0 0 0,5 13 1 0 0,2-3 196 0 0,0-1 1 0 0,2 0-1 0 0,-1 0 1 0 0,2-1 0 0 0,16 16-1 0 0,-28-31-1120 0 0,-1 0 0 0 0,1 0 0 0 0,-1-1-1 0 0,1 1 1 0 0,0 0 0 0 0,-1-1 0 0 0,1 1 0 0 0,-1 0-1 0 0,1-1 1 0 0,0 1 0 0 0,0-1 0 0 0,-1 1 0 0 0,1-1-1 0 0,0 1 1 0 0,0-1 0 0 0,0 0 0 0 0,0 1 0 0 0,-1-1-1 0 0,1 0 1 0 0,0 0 0 0 0,0 1 0 0 0,0-1 0 0 0,0 0-1 0 0,0 0 1 0 0,0 0 0 0 0,0 0 0 0 0,0 0 0 0 0,-1 0-1 0 0,1-1 1 0 0,0 1 0 0 0,0 0 0 0 0,1-1 0 0 0,16-24-793 0 0,-13 16 521 0 0,17-41-1630 0 0,-20 42 1606 0 0,1 0 0 0 0,0 1 0 0 0,1-1 0 0 0,-1 1-1 0 0,1 0 1 0 0,1 0 0 0 0,-1 0 0 0 0,1 1 0 0 0,0 0 0 0 0,1 0-1 0 0,0 0 1 0 0,-1 0 0 0 0,10-5 0 0 0,-2 0 192 0 0,-11 9 285 0 0,-1 1 0 0 0,1-1 0 0 0,-1 1-1 0 0,1 0 1 0 0,-1-1 0 0 0,1 1 0 0 0,0 0 0 0 0,0 0 0 0 0,-1 0 0 0 0,1 1 0 0 0,0-1 0 0 0,0 0 0 0 0,0 1 0 0 0,0-1 0 0 0,3 0 0 0 0,-3 2-108 0 0,-1 0 0 0 0,0-1 0 0 0,0 1 0 0 0,0 0 1 0 0,0 0-1 0 0,0-1 0 0 0,-1 1 0 0 0,1 0 0 0 0,0 0 1 0 0,0 0-1 0 0,0 0 0 0 0,-1 0 0 0 0,1 1 0 0 0,-1-1 1 0 0,1 0-1 0 0,-1 0 0 0 0,1 0 0 0 0,-1 0 0 0 0,1 1 1 0 0,-1-1-1 0 0,0 0 0 0 0,0 0 0 0 0,0 1 0 0 0,0 0 1 0 0,4 34 1561 0 0,-4-30-1630 0 0,0 0-1 0 0,1-1 0 0 0,0 1 0 0 0,0 0 1 0 0,0-1-1 0 0,1 1 0 0 0,0-1 1 0 0,0 0-1 0 0,0 1 0 0 0,1-1 0 0 0,-1 0 1 0 0,5 5-1 0 0,-5-8-29 0 0,0-1 1 0 0,-1 1-1 0 0,1-1 0 0 0,0 1 1 0 0,0-1-1 0 0,1 0 0 0 0,-1 0 1 0 0,0 0-1 0 0,0 0 0 0 0,0 0 1 0 0,1 0-1 0 0,-1-1 0 0 0,1 1 0 0 0,-1-1 1 0 0,0 1-1 0 0,1-1 0 0 0,-1 0 1 0 0,1 0-1 0 0,3-1 0 0 0,34-9-79 0 0,-13-3-934 0 0,0-1 0 0 0,-1-2 0 0 0,47-37 0 0 0,-57 38 253 0 0,-1 0 1 0 0,-1-1-1 0 0,0 0 1 0 0,19-30-1 0 0,-32 44 730 0 0,-1 2 35 0 0,0-1 0 0 0,0 1-1 0 0,0-1 1 0 0,0 0 0 0 0,0 1-1 0 0,0-1 1 0 0,1 1 0 0 0,-1-1-1 0 0,-1 0 1 0 0,1 1 0 0 0,0-1-1 0 0,0 1 1 0 0,0-1 0 0 0,0 0-1 0 0,0 1 1 0 0,0-1 0 0 0,-1 1-1 0 0,1-1 1 0 0,0 1 0 0 0,-1-1-1 0 0,1 1 1 0 0,0-1 0 0 0,-1 1-1 0 0,1-1 1 0 0,0 1 0 0 0,-1 0-1 0 0,1-1 1 0 0,-1 1 0 0 0,1-1-1 0 0,-1 1 1 0 0,1 0 0 0 0,-1-1-1 0 0,1 1 1 0 0,-1 0 0 0 0,1 0-1 0 0,-1 0 1 0 0,0-1 0 0 0,-19-7 566 0 0,15 7-394 0 0,0 0-1 0 0,0 1 1 0 0,-1 0-1 0 0,1 0 1 0 0,0 0 0 0 0,-1 1-1 0 0,1-1 1 0 0,0 1-1 0 0,0 1 1 0 0,0-1 0 0 0,0 1-1 0 0,0 0 1 0 0,0 0-1 0 0,0 0 1 0 0,0 0-1 0 0,1 1 1 0 0,-1 0 0 0 0,1 0-1 0 0,0 0 1 0 0,-5 5-1 0 0,5-4-9 0 0,0 1 1 0 0,-1-1-1 0 0,2 1 0 0 0,-1 0 0 0 0,0 0 0 0 0,1 0 0 0 0,0 0 0 0 0,0 1 0 0 0,1 0 0 0 0,-1-1 0 0 0,1 1 0 0 0,1 0 0 0 0,-1 0 0 0 0,1 0 0 0 0,0 0 0 0 0,-1 8 0 0 0,2-7-128 0 0,0 0 0 0 0,1 0 0 0 0,0 0 0 0 0,0 0 0 0 0,0 0 0 0 0,1-1 0 0 0,0 1 0 0 0,0 0 0 0 0,1-1 0 0 0,0 0 0 0 0,0 1 0 0 0,0-1 0 0 0,1 0-1 0 0,0-1 1 0 0,0 1 0 0 0,0-1 0 0 0,1 0 0 0 0,8 8 0 0 0,-6-8-67 0 0,1 0-1 0 0,-1 0 1 0 0,1 0 0 0 0,1-1-1 0 0,-1 0 1 0 0,0-1-1 0 0,1 0 1 0 0,0 0-1 0 0,-1-1 1 0 0,1 0-1 0 0,0-1 1 0 0,0 0-1 0 0,18 0 1 0 0,-18-1-209 0 0,1 0-1 0 0,-1 0 1 0 0,0-1 0 0 0,1 0-1 0 0,-1-1 1 0 0,0 0 0 0 0,0 0-1 0 0,0-1 1 0 0,-1 0 0 0 0,1 0-1 0 0,-1-1 1 0 0,1-1 0 0 0,-1 1-1 0 0,0-1 1 0 0,-1-1 0 0 0,1 1-1 0 0,-1-1 1 0 0,0 0 0 0 0,11-15 0 0 0,-14 16 60 0 0,0 0 1 0 0,-1 0 0 0 0,0 0 0 0 0,0-1 0 0 0,0 1 0 0 0,-1-1-1 0 0,0 0 1 0 0,0 1 0 0 0,2-13 0 0 0,-4 15 219 0 0,0 0 0 0 0,-1 0 0 0 0,1 0 0 0 0,-1 0-1 0 0,1 0 1 0 0,-1 0 0 0 0,0 1 0 0 0,0-1 0 0 0,-1 0 0 0 0,1 1 0 0 0,0-1 0 0 0,-1 1 0 0 0,0-1-1 0 0,1 1 1 0 0,-1-1 0 0 0,0 1 0 0 0,0 0 0 0 0,-1 0 0 0 0,1 0 0 0 0,0 0 0 0 0,0 1 0 0 0,-1-1 0 0 0,-4-2-1 0 0,6 4 6 0 0,1-1-1 0 0,-1 0 1 0 0,0 1-1 0 0,1-1 0 0 0,-1 1 1 0 0,0-1-1 0 0,0 1 0 0 0,0-1 1 0 0,1 1-1 0 0,-1 0 1 0 0,0 0-1 0 0,0-1 0 0 0,0 1 1 0 0,0 0-1 0 0,0 0 0 0 0,0 0 1 0 0,0 0-1 0 0,1 0 1 0 0,-1 0-1 0 0,0 0 0 0 0,0 0 1 0 0,0 0-1 0 0,0 0 0 0 0,0 0 1 0 0,0 1-1 0 0,0-1 1 0 0,0 0-1 0 0,1 1 0 0 0,-1-1 1 0 0,0 1-1 0 0,0-1 0 0 0,0 1 1 0 0,-1 1 75 0 0,1 0 0 0 0,0 0 1 0 0,0 0-1 0 0,0 0 0 0 0,0 0 0 0 0,1 0 1 0 0,-1 0-1 0 0,0 0 0 0 0,1 1 0 0 0,0-1 1 0 0,-1 0-1 0 0,1 5 0 0 0,0 1 135 0 0,0 1 1 0 0,1 0-1 0 0,0 0 1 0 0,0 0-1 0 0,1-1 1 0 0,3 12-1 0 0,-3-15-268 0 0,0 0 0 0 0,1 0 0 0 0,-1-1 0 0 0,1 1 1 0 0,0-1-1 0 0,0 1 0 0 0,0-1 0 0 0,1 0 0 0 0,-1 0 0 0 0,1 0 0 0 0,0-1 0 0 0,0 1 1 0 0,1-1-1 0 0,-1 0 0 0 0,8 4 0 0 0,-9-6-211 0 0,0 0 1 0 0,-1 0-1 0 0,1 0 1 0 0,0-1-1 0 0,0 1 1 0 0,0 0-1 0 0,0-1 0 0 0,0 0 1 0 0,0 0-1 0 0,0 0 1 0 0,0 0-1 0 0,0-1 1 0 0,0 1-1 0 0,0-1 1 0 0,0 1-1 0 0,0-1 0 0 0,0 0 1 0 0,0 0-1 0 0,0-1 1 0 0,-1 1-1 0 0,1 0 1 0 0,-1-1-1 0 0,1 0 1 0 0,3-3-1 0 0,8-6-1162 0 0,0 0 0 0 0,-1-2 0 0 0,12-13 0 0 0,-11 11 282 0 0,25-31-3780 0 0,3-4-4469 0 0,-23 31 13610 0 0,20-32 6212 0 0,-41 52-10315 0 0,0 0 1 0 0,0 0 0 0 0,0 0 0 0 0,1 0 0 0 0,-1 1-1 0 0,0-1 1 0 0,1 1 0 0 0,-1-1 0 0 0,1 1 0 0 0,-1-1-1 0 0,1 1 1 0 0,-1 2 0 0 0,1-3 82 0 0,-2 2-8 0 0,1 1 0 0 0,0-1 0 0 0,0 1 1 0 0,0 0-1 0 0,1 0 0 0 0,-1 0 0 0 0,1 0 0 0 0,0 0 0 0 0,0 0 0 0 0,1 0 1 0 0,-1 0-1 0 0,1 0 0 0 0,0 0 0 0 0,0 0 0 0 0,0 0 0 0 0,0 1 0 0 0,1-1 1 0 0,-1 0-1 0 0,1 0 0 0 0,3 7 0 0 0,-1-1 65 0 0,0 0 0 0 0,1 0 0 0 0,0 0 0 0 0,1-1 0 0 0,0 1 1 0 0,12 15-1 0 0,-9-16-275 0 0,0 0 1 0 0,0 0-1 0 0,1-1 1 0 0,1 0-1 0 0,-1 0 1 0 0,1-1-1 0 0,20 11 1 0 0,-25-16-248 0 0,1 1 1 0 0,-1-1 0 0 0,0 0 0 0 0,1 0-1 0 0,0-1 1 0 0,-1 0 0 0 0,1 0-1 0 0,0 0 1 0 0,-1-1 0 0 0,1 0 0 0 0,0 0-1 0 0,0 0 1 0 0,0-1 0 0 0,-1 1-1 0 0,1-1 1 0 0,0-1 0 0 0,-1 1 0 0 0,1-1-1 0 0,5-3 1 0 0,3-2-612 0 0,0-1 1 0 0,0-1-1 0 0,-1 0 1 0 0,0-1 0 0 0,0 0-1 0 0,-1-1 1 0 0,-1 0-1 0 0,0-1 1 0 0,-1 0-1 0 0,13-20 1 0 0,21-45-7185 0 0,-25 36 3593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1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129 164 416 0 0,'0'-14'766'0'0,"-1"0"1"0"0,0 0-1 0 0,-6-25 1 0 0,5 31 226 0 0,-1 0 0 0 0,0 0 0 0 0,0 0 0 0 0,-1 1 0 0 0,0-1 0 0 0,0 1 0 0 0,-7-9 0 0 0,11 15-701 0 0,-1 1 1 0 0,1-1 0 0 0,-1 0 0 0 0,0 0 0 0 0,1 0-1 0 0,-1 0 1 0 0,0 1 0 0 0,0-1 0 0 0,1 0-1 0 0,-1 1 1 0 0,0-1 0 0 0,0 1 0 0 0,0-1 0 0 0,0 1-1 0 0,0-1 1 0 0,0 1 0 0 0,0-1 0 0 0,0 1-1 0 0,0 0 1 0 0,0 0 0 0 0,0-1 0 0 0,0 1 0 0 0,0 0-1 0 0,0 0 1 0 0,-2 0 0 0 0,2 1-110 0 0,0-1 1 0 0,-1 1-1 0 0,1 0 0 0 0,0 0 1 0 0,0 0-1 0 0,-1 0 0 0 0,1 0 1 0 0,0 0-1 0 0,0 0 0 0 0,0 0 1 0 0,0 0-1 0 0,0 0 0 0 0,1 0 1 0 0,-1 1-1 0 0,-1 1 0 0 0,-18 54 1478 0 0,19-54-1159 0 0,-7 42 985 0 0,1 0 1 0 0,0 58 0 0 0,6-94-1308 0 0,2 29 219 0 0,0 0 0 0 0,3-1 0 0 0,1 0 0 0 0,2 0 0 0 0,1 0 0 0 0,2-1 0 0 0,2 0 0 0 0,1-1 0 0 0,18 34 0 0 0,-24-53-399 0 0,0 1 0 0 0,1-1 0 0 0,1 0 0 0 0,1 0 0 0 0,16 22 0 0 0,11 16-435 0 0,-36-53-224 0 0,0-5-3043 0 0,0-4 3129 0 0,-1 0 0 0 0,0 0 0 0 0,0 0-1 0 0,-1 0 1 0 0,0 0 0 0 0,0 0 0 0 0,-1 0 0 0 0,0 0 0 0 0,-1 1-1 0 0,1-1 1 0 0,-1 1 0 0 0,-1 0 0 0 0,1 0 0 0 0,-6-8-1 0 0,1 2-1139 0 0,-1 0 0 0 0,-1 0 0 0 0,0 1 0 0 0,-1 0 0 0 0,0 0 0 0 0,-18-14 0 0 0,2 8-2437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1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26 5809 0 0,'-68'-25'8660'0'0,"75"27"-8008"0"0,38 8 558 0 0,82 10 0 0 0,-87-17-4641 0 0,-3-2-3896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2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0 272 424 0 0,'0'0'1263'0'0,"1"-16"499"0"0,4-15-884 0 0,5-10-65 0 0,17 1 24383 0 0,-11 59-21552 0 0,6 17-6245 0 0,-17-25 3989 0 0,9 29-1388 0 0,36 74 0 0 0,-34-84 0 0 0,1-1 0 0 0,2 0 0 0 0,1-2 0 0 0,1 0 0 0 0,33 32 0 0 0,-33-39 0 0 0,38 25 0 0 0,-51-38 0 0 0,3 1 0 0 0,0-3 0 0 0,-10-4 0 0 0,0-1 0 0 0,0 0 0 0 0,0 1 0 0 0,0-1 0 0 0,0 0 0 0 0,0 0 0 0 0,0 0 0 0 0,0 0 0 0 0,0 0 0 0 0,0 0 0 0 0,0 0 0 0 0,0 0 0 0 0,0 0 0 0 0,0 0 0 0 0,0 0 0 0 0,0-1 0 0 0,0 1 0 0 0,0 0 0 0 0,0-1 0 0 0,0 1 0 0 0,0-1 0 0 0,0 1 0 0 0,0-1 0 0 0,0 1 0 0 0,-1-1 0 0 0,1 0 0 0 0,0 1 0 0 0,1-2 0 0 0,-2 1 0 0 0,1 1 0 0 0,0-1 0 0 0,0 1 0 0 0,0 0 0 0 0,0-1 0 0 0,0 0 0 0 0,-1 1 0 0 0,1-1 0 0 0,0 0 0 0 0,0 1 0 0 0,-1-1 0 0 0,1 0 0 0 0,0 0 0 0 0,-1 1 0 0 0,1-1 0 0 0,-1 0 0 0 0,1 0 0 0 0,-1 0 0 0 0,1 0 0 0 0,-1 0 0 0 0,0 0 0 0 0,1 0 0 0 0,-1 0 0 0 0,0 0 0 0 0,0 0 0 0 0,0-1 0 0 0,1-1 0 0 0,55-131 0 0 0,45-157 0 0 0,-96 275 0 0 0,0 0 0 0 0,0-1 0 0 0,-1 0 0 0 0,0-1 0 0 0,1-32 0 0 0,-3 34 0 0 0,-1 15 0 0 0,0 0 0 0 0,0 0 0 0 0,0 0 0 0 0,0-1 0 0 0,-1 1 0 0 0,1 0 0 0 0,0-1 0 0 0,-1 1 0 0 0,1-1 0 0 0,-1 1 0 0 0,1 0 0 0 0,-1-1 0 0 0,0 0 0 0 0,1 1 0 0 0,-1-1 0 0 0,0 1 0 0 0,0-1 0 0 0,0-2 0 0 0,2-6 0 0 0,-2 9 0 0 0,0 1 0 0 0,0 0 0 0 0,0 0 0 0 0,0 0 0 0 0,0-1 0 0 0,0 1 0 0 0,0 0 0 0 0,0 0 0 0 0,0 0 0 0 0,1 0 0 0 0,-1-1 0 0 0,0 1 0 0 0,0 0 0 0 0,0 0 0 0 0,0 0 0 0 0,0 0 0 0 0,1 0 0 0 0,-1-1 0 0 0,0 1 0 0 0,0 0 0 0 0,0 0 0 0 0,1 0 0 0 0,-1 0 0 0 0,0 0 0 0 0,0 0 0 0 0,0 0 0 0 0,1 0 0 0 0,-1 0 0 0 0,0 0 0 0 0,0 0 0 0 0,0 0 0 0 0,1 0 0 0 0,-1 0 0 0 0,0 0 0 0 0,0 0 0 0 0,0 0 0 0 0,1 0 0 0 0,-1 0 0 0 0,0 0 0 0 0,0 0 0 0 0,0 0 0 0 0,1 0 0 0 0,-1 0 0 0 0,0 0 0 0 0,0 1 0 0 0,14 15 0 0 0,-6-2 0 0 0,-5 7-188 0 0,-7-16 683 0 0,0-2-2217 0 0,3 5-3313 0 0,0 6-4920 0 0,-3-3 758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3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105 148 284 0 0,'-19'14'9063'0'0,"12"-6"-70"0"0,3 10-6774 0 0,-9 24 3983 0 0,8-6-2550 0 0,5-22-2404 0 0,-2-5-760 0 0,1 1 91 0 0,3 51-540 0 0,-2-43-39 0 0,0-5 0 0 0,1 0 0 0 0,-1-13 0 0 0,0 0 0 0 0,0 0 0 0 0,0 0 0 0 0,0 0 0 0 0,0 0 0 0 0,0 0 0 0 0,0 0 0 0 0,0-1 0 0 0,0 1 0 0 0,0 0 0 0 0,0 0 0 0 0,1 0 0 0 0,-1 0 0 0 0,0 0 0 0 0,0 0 0 0 0,0 0 0 0 0,0 0 0 0 0,0 0 0 0 0,0 0 0 0 0,1 0 0 0 0,-1 0 0 0 0,0 0 0 0 0,0 0 0 0 0,0 0 0 0 0,0 0 0 0 0,0 0 0 0 0,0 0 0 0 0,0 0 0 0 0,1 0 0 0 0,-1 0 0 0 0,0 0 0 0 0,0 0 0 0 0,0 0 0 0 0,0 0 0 0 0,0 0 0 0 0,0 0 0 0 0,1 0 0 0 0,-1 0 0 0 0,0 0 0 0 0,0 0 0 0 0,0 0 0 0 0,0 1 0 0 0,0-1 0 0 0,0 0 0 0 0,0 0 0 0 0,0 0 0 0 0,0 0 0 0 0,1 0 0 0 0,-1 0 0 0 0,0 0 0 0 0,0 0 0 0 0,0 1 0 0 0,0-1 0 0 0,0 0 0 0 0,0 0 0 0 0,0 0 0 0 0,0 0 0 0 0,0 0 0 0 0,0 0 0 0 0,0 0 0 0 0,0 1 0 0 0,0-1 0 0 0,0 0 0 0 0,0 0 0 0 0,0 0 0 0 0,0 0 0 0 0,3-5-81 0 0,-1-1 0 0 0,0 0 0 0 0,1 0 0 0 0,-2 0 1 0 0,1 0-1 0 0,-1 0 0 0 0,0 0 0 0 0,0 0 0 0 0,-1 0 0 0 0,0-11 0 0 0,-7-75-4726 0 0,5 71 3267 0 0,0-4 112 0 0,1 13 702 0 0,1 0 0 0 0,-2 1 0 0 0,1-1 0 0 0,-2 0 0 0 0,1 0 0 0 0,-2 1 0 0 0,1 0 1 0 0,-2-1-1 0 0,-5-10 0 0 0,-20-32 697 0 0,28 53 602 0 0,-2-5-80 0 0,8 4 3000 0 0,16 1-2680 0 0,-1 1 1 0 0,1 0-1 0 0,0 2 0 0 0,0 0 0 0 0,29 8 0 0 0,-26-4-128 0 0,0 1-1 0 0,23 10 0 0 0,-44-16-523 0 0,13 2 1064 0 0,-10-4-1357 0 0,-4 1 261 0 0,0 1-1 0 0,-1-1 0 0 0,1 1 1 0 0,-1-1-1 0 0,1 1 0 0 0,-1 0 1 0 0,1-1-1 0 0,-1 1 0 0 0,0 0 0 0 0,1-1 1 0 0,-1 1-1 0 0,0 0 0 0 0,1 0 1 0 0,-1-1-1 0 0,0 1 0 0 0,0 0 1 0 0,0 0-1 0 0,0-1 0 0 0,1 1 0 0 0,-1 0 1 0 0,0 0-1 0 0,-1 0 0 0 0,1-1 1 0 0,0 3-1 0 0,-7 56-128 0 0,6-55 0 0 0,0 0 0 0 0,0 1 0 0 0,1-1 0 0 0,-1 0 0 0 0,1 1 0 0 0,0-1 0 0 0,0 0 0 0 0,0 1 0 0 0,2 7 0 0 0,6 37 0 0 0,-7-39 0 0 0,0 0 0 0 0,0 1 0 0 0,1-1 0 0 0,1 0 0 0 0,0 0 0 0 0,0-1 0 0 0,8 16 0 0 0,19 15 0 0 0,-32-41-1566 0 0,-6 1 4822 0 0,1-3-4546 0 0,1 0-5639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4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1808 0 0,'-5'0'18669'0'0,"138"16"-12507"0"0,82-9-1989 0 0,-56-3-2218 0 0,-116-4-1955 0 0,-33 3 0 0 0,-30 7 0 0 0,7-6-98 0 0,10-4-2187 0 0,-4 2 5056 0 0,5-2-4475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4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88 143 100 0 0,'0'0'1829'0'0,"-36"15"9645"0"0,35-12-10940 0 0,1-1 1 0 0,-1 1 0 0 0,1-1 0 0 0,-1 1 0 0 0,1-1 0 0 0,0 1-1 0 0,0 0 1 0 0,0-1 0 0 0,0 1 0 0 0,1-1 0 0 0,-1 1 0 0 0,1-1 0 0 0,1 5-1 0 0,12 36 2890 0 0,-12-37-2479 0 0,2 5-300 0 0,1 1 0 0 0,0-1 0 0 0,1 1 0 0 0,0-1 1 0 0,0-1-1 0 0,15 18 0 0 0,-25-45-4954 0 0,-27-73 1364 0 0,-1 20 1653 0 0,18 43 2115 0 0,-16-49-1 0 0,19 45 1911 0 0,11 30-2682 0 0,1-1-1 0 0,-1 1 1 0 0,0 0-1 0 0,1-1 1 0 0,-1 1 0 0 0,1 0-1 0 0,0-1 1 0 0,-1 1-1 0 0,1 0 1 0 0,0 0 0 0 0,0 0-1 0 0,0-1 1 0 0,0 1-1 0 0,0 0 1 0 0,0 0 0 0 0,0 0-1 0 0,0 0 1 0 0,0 1-1 0 0,0-1 1 0 0,0 0 0 0 0,1 0-1 0 0,-1 1 1 0 0,0-1-1 0 0,1 1 1 0 0,-1-1 0 0 0,0 1-1 0 0,1 0 1 0 0,-1-1-1 0 0,1 1 1 0 0,-1 0 0 0 0,3 0-1 0 0,52-3 1177 0 0,-46 4-1029 0 0,16-1 251 0 0,0 2-1 0 0,-1 0 1 0 0,1 2 0 0 0,-1 1 0 0 0,0 1 0 0 0,33 13 0 0 0,-55-18-398 0 0,0 0 0 0 0,0 1 0 0 0,0-1 0 0 0,0 1 1 0 0,0 0-1 0 0,-1 0 0 0 0,1 0 0 0 0,-1 0 0 0 0,1 0 0 0 0,-1 0 0 0 0,0 1 0 0 0,0-1 0 0 0,0 1 1 0 0,0 0-1 0 0,0-1 0 0 0,1 6 0 0 0,-2-6-47 0 0,0 0 1 0 0,-1 0-1 0 0,1 1 0 0 0,-1-1 1 0 0,0 0-1 0 0,0 1 1 0 0,0-1-1 0 0,0 0 0 0 0,0 1 1 0 0,0-1-1 0 0,-1 0 0 0 0,1 1 1 0 0,-1-1-1 0 0,1 0 1 0 0,-1 0-1 0 0,0 0 0 0 0,0 1 1 0 0,0-1-1 0 0,0 0 0 0 0,0 0 1 0 0,-1 0-1 0 0,1 0 1 0 0,-3 2-1 0 0,-13 16-4 0 0,10-10 0 0 0,0-1 0 0 0,-1-1 0 0 0,0 1 0 0 0,-1-1 0 0 0,-10 7 0 0 0,-62 39 0 0 0,68-47 0 0 0,2-2 0 0 0,11-5 0 0 0,0 0 0 0 0,1 0 0 0 0,-1 0 0 0 0,0 0 0 0 0,0 0 0 0 0,0 0 0 0 0,0 0 0 0 0,0 0 0 0 0,0 0 0 0 0,0 0 0 0 0,0 1 0 0 0,0-1 0 0 0,0 0 0 0 0,0 0 0 0 0,0 0 0 0 0,0 0 0 0 0,0 0 0 0 0,0 0 0 0 0,0 0 0 0 0,0 0 0 0 0,0 0 0 0 0,0 0 0 0 0,0 0 0 0 0,0 1 0 0 0,0-1 0 0 0,0 0 0 0 0,0 0 0 0 0,0 0 0 0 0,0 0 0 0 0,0 0 0 0 0,0 0 0 0 0,0 0 0 0 0,0 0 0 0 0,0 0 0 0 0,0 0 0 0 0,0 0 0 0 0,-1 0 0 0 0,1 1 0 0 0,0-1 0 0 0,0 0 0 0 0,0 0 0 0 0,0 0 0 0 0,0 0 0 0 0,17-4 0 0 0,-1 1 0 0 0,1 1 0 0 0,0 0 0 0 0,0 1 0 0 0,1 1 0 0 0,-1 1 0 0 0,0 0 0 0 0,0 1 0 0 0,-1 1 0 0 0,1 0 0 0 0,0 2 0 0 0,-1 0 0 0 0,31 14 0 0 0,-43-18 0 0 0,2 1 0 0 0,-1 0 0 0 0,1 0 0 0 0,-1 1 0 0 0,0-1 0 0 0,1 1 0 0 0,-1 1 0 0 0,0-1 0 0 0,-1 1 0 0 0,7 6 0 0 0,-5-1 0 0 0,-5-8 0 0 0,-1 1 0 0 0,1 0 0 0 0,-1-1 0 0 0,1 1 0 0 0,-1 0 0 0 0,0 0 0 0 0,0 0 0 0 0,0-1 0 0 0,0 1 0 0 0,0 0 0 0 0,0 0 0 0 0,0 0 0 0 0,0 0 0 0 0,-1-1 0 0 0,1 1 0 0 0,-1 0 0 0 0,0-1 0 0 0,1 1 0 0 0,-1 0 0 0 0,0-1 0 0 0,0 1 0 0 0,0-1 0 0 0,0 1 0 0 0,0-1 0 0 0,0 1 0 0 0,0-1 0 0 0,-1 0 0 0 0,1 1 0 0 0,0-1 0 0 0,-1 0 0 0 0,1 0 0 0 0,-1 0 0 0 0,1 0 0 0 0,-1 0 0 0 0,0-1 0 0 0,-2 2 0 0 0,-9 3-9 0 0,-1 1 0 0 0,1-2-1 0 0,-1 0 1 0 0,0-1 0 0 0,-1 0 0 0 0,1-1 0 0 0,0 0 0 0 0,-1-2-1 0 0,1 1 1 0 0,-16-3 0 0 0,17 0-1142 0 0,1-1 0 0 0,-1 0-1 0 0,1-1 1 0 0,-15-6 0 0 0,8 0-1933 0 0,6 2-3112 0 0,7 3 891 0 0,-6 0-1628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6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1488 0 0,'-42'8'31203'0'0,"306"-6"-31126"0"0,-124-5-78 0 0,-124 4 1 0 0,-16-1 0 0 0,0 0 0 0 0,1 0 0 0 0,-1 0 0 0 0,0 0 0 0 0,0 0 0 0 0,1 0 0 0 0,-1 0 0 0 0,0 0 0 0 0,1 0 0 0 0,-1 0 0 0 0,0 0 0 0 0,1 0 0 0 0,-1 1 0 0 0,0-1 0 0 0,0 0 0 0 0,1 0 0 0 0,-1 0 0 0 0,0 0 0 0 0,0 1 0 0 0,1-1 0 0 0,-1 0 0 0 0,0 0 0 0 0,0 1 0 0 0,0-1 0 0 0,1 0 0 0 0,-1 0 0 0 0,0 1 0 0 0,0-1 0 0 0,0 0 0 0 0,0 1 0 0 0,0-1 0 0 0,1 0 0 0 0,-1 0 0 0 0,0 1 0 0 0,0-1 0 0 0,0 0 0 0 0,0 1 0 0 0,0-1 0 0 0,0 0 0 0 0,0 1 0 0 0,-2 4-113 0 0,-1 0 0 0 0,1 0 0 0 0,-1 0 0 0 0,0-1 1 0 0,-1 1-1 0 0,1-1 0 0 0,-1 0 0 0 0,1 1 0 0 0,-1-2 0 0 0,0 1 0 0 0,-1 0 0 0 0,1-1 1 0 0,-6 3-1 0 0,-68 45-8826 0 0,67-45 6502 0 0,-7 5-6142 0 0,5-2 2263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6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1392 0 0,'0'0'16827'0'0,"9"0"-15430"0"0,267 16 7714 0 0,-155 1-5284 0 0,-106-16-3642 0 0,-2 0-157 0 0,0 2-28 0 0,1-3-32 0 0,-12 0-270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14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76 976 0 0,'0'0'26655'0'0,"13"21"-21653"0"0,-6-12-4909 0 0,16 30-52 0 0,-12-12-41 0 0,14 50 0 0 0,-23-66 0 0 0,1 1 0 0 0,1 0 0 0 0,0-1 0 0 0,0 1 0 0 0,1-1 0 0 0,6 10 0 0 0,11 11 0 0 0,42 44 0 0 0,-56-68 0 0 0,3 0 0 0 0,0 0 0 0 0,-3-1 0 0 0,4-2 0 0 0,0 3 0 0 0,-5-5 0 0 0,2-16 0 0 0,42-145 0 0 0,-14 39 0 0 0,-27 89 0 0 0,-7 20 0 0 0,0 0 0 0 0,1 1 0 0 0,0-1 0 0 0,11-17 0 0 0,0-4 0 0 0,-13 23 0 0 0,1 0 0 0 0,0 1 0 0 0,1-1 0 0 0,0 0 0 0 0,0 1 0 0 0,1 0 0 0 0,10-13 0 0 0,-12 17 0 0 0,-3 5 0 0 0,-8 19 0 0 0,-1-2 529 0 0,4-4-8133 0 0,1-5-4257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15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99 1176 0 0,'0'0'1222'0'0,"-26"1"17404"0"0,24 3-18298 0 0,0 1 0 0 0,0-1 0 0 0,1 1 0 0 0,0-1 0 0 0,0 1 0 0 0,0-1 0 0 0,0 1 0 0 0,1 0 0 0 0,-1 0 0 0 0,1-1 0 0 0,1 1 0 0 0,-1 0 0 0 0,1-1 0 0 0,-1 1 0 0 0,1 0 0 0 0,0-1 0 0 0,1 1 0 0 0,-1-1 0 0 0,4 7 1 0 0,-4-9-245 0 0,0-1 1 0 0,0 1 0 0 0,0 0 0 0 0,-1 0 0 0 0,1 0 0 0 0,-1 0-1 0 0,1 0 1 0 0,-1 0 0 0 0,0 1 0 0 0,0-1 0 0 0,0 3 0 0 0,0-3-4 0 0,0 0 1 0 0,0 0 0 0 0,0 0-1 0 0,0 0 1 0 0,1 0 0 0 0,-1 0-1 0 0,1 0 1 0 0,-1 0 0 0 0,1 0-1 0 0,0 0 1 0 0,1 3 0 0 0,-1-4 334 0 0,2 4 1741 0 0,3-17-1679 0 0,3-27-357 0 0,-8 19-119 0 0,1 1 1 0 0,1 1-1 0 0,1-1 1 0 0,11-33-1 0 0,-12 46-2 0 0,0-1 0 0 0,0 1 0 0 0,0 0 0 0 0,1 0 0 0 0,0 0 0 0 0,0 0 0 0 0,1 1 0 0 0,0-1 0 0 0,0 1 0 0 0,7-6 0 0 0,-1 6 0 0 0,2 1 0 0 0,0 4 0 0 0,4 3 0 0 0,-3 2 0 0 0,-4 2-103 0 0,-8-6-454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16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62 956 0 0,'0'0'1648'0'0,"-4"0"-297"0"0,-29 1 13216 0 0,25 1-11143 0 0,7 0-3190 0 0,0-1-1 0 0,1 0 1 0 0,-1 1-1 0 0,0-1 1 0 0,1 1-1 0 0,-1-1 1 0 0,1 1-1 0 0,0-1 1 0 0,-1 1-1 0 0,1-1 1 0 0,0 1-1 0 0,0-1 1 0 0,0 1-1 0 0,0-1 1 0 0,0 1 0 0 0,0-1-1 0 0,1 1 1 0 0,-1-1-1 0 0,0 1 1 0 0,1-1-1 0 0,-1 1 1 0 0,1-1-1 0 0,1 2 1 0 0,-1 0 21 0 0,1 0 1 0 0,1 0 0 0 0,-1-1-1 0 0,0 1 1 0 0,1-1 0 0 0,-1 1-1 0 0,1-1 1 0 0,0 0 0 0 0,0 0-1 0 0,4 2 1 0 0,0 0-48 0 0,0-1 0 0 0,1 0 0 0 0,-1 0 0 0 0,0-1 0 0 0,1 0 0 0 0,0 0 0 0 0,-1-1 0 0 0,1 0 1 0 0,0 0-1 0 0,9-1 0 0 0,-12 0-213 0 0,1-1 1 0 0,-1 0 0 0 0,1 0 0 0 0,-1-1-1 0 0,1 1 1 0 0,-1-1 0 0 0,0 0-1 0 0,0-1 1 0 0,0 1 0 0 0,0-1 0 0 0,0 0-1 0 0,0 0 1 0 0,-1-1 0 0 0,0 1-1 0 0,1-1 1 0 0,-1 0 0 0 0,-1 0 0 0 0,1 0-1 0 0,-1-1 1 0 0,1 1 0 0 0,-1-1-1 0 0,0 0 1 0 0,-1 0 0 0 0,1 0 0 0 0,-1 0-1 0 0,0 0 1 0 0,0-1 0 0 0,-1 1-1 0 0,0-1 1 0 0,0 1 0 0 0,0-1 0 0 0,0-7-1 0 0,0 8 51 0 0,-2-5 78 0 0,-19 1-37 0 0,15 9-87 0 0,0-1 0 0 0,0 1 0 0 0,0 0 0 0 0,0 0 0 0 0,0 0 0 0 0,0 1 0 0 0,0 0 0 0 0,0 0 0 0 0,0 0 0 0 0,0 0 0 0 0,0 1 0 0 0,1 0 0 0 0,-1 0 0 0 0,0 0 0 0 0,1 1 0 0 0,0-1 0 0 0,0 1 0 0 0,0 0 0 0 0,0 0 0 0 0,0 1 0 0 0,0-1 0 0 0,-2 5 0 0 0,-3-1 0 0 0,8-5 0 0 0,-3 0 0 0 0,1 0 0 0 0,-1 1 0 0 0,1 0 0 0 0,0 0 0 0 0,0 0 0 0 0,0 0 0 0 0,0 0 0 0 0,0 1 0 0 0,1-1 0 0 0,0 1 0 0 0,-1-1 0 0 0,1 1 0 0 0,1 0 0 0 0,-1 0 0 0 0,0 0 0 0 0,1 0 0 0 0,0 0 0 0 0,0 1 0 0 0,0-1 0 0 0,1 0 0 0 0,-1 1 0 0 0,1-1 0 0 0,0 0 0 0 0,0 0 0 0 0,1 1 0 0 0,-1-1 0 0 0,1 0 0 0 0,0 0 0 0 0,2 6 0 0 0,-1-6 0 0 0,1 1 0 0 0,0-1 0 0 0,0 0 0 0 0,0 0 0 0 0,0 0 0 0 0,1-1 0 0 0,0 1 0 0 0,-1-1 0 0 0,1 0 0 0 0,1 0 0 0 0,-1 0 0 0 0,0-1 0 0 0,1 1 0 0 0,-1-1 0 0 0,1 0 0 0 0,0 0 0 0 0,0-1 0 0 0,-1 0 0 0 0,1 1 0 0 0,0-1 0 0 0,0-1 0 0 0,6 1 0 0 0,16 2 0 0 0,-1-2 0 0 0,45-2 0 0 0,-71 1 0 0 0,19-1 0 0 0,8-1 0 0 0,-1 0 0 0 0,1-1 0 0 0,48-14 0 0 0,-72 17 0 0 0,-3 0 0 0 0,1 0 0 0 0,0 0 0 0 0,0 0 0 0 0,-1 0 0 0 0,1 0 0 0 0,0-1 0 0 0,-1 1 0 0 0,1 0 0 0 0,0 0 0 0 0,-1-1 0 0 0,1 1 0 0 0,0-1 0 0 0,-1 1 0 0 0,1 0 0 0 0,0-1 0 0 0,-1 1 0 0 0,1-1 0 0 0,-1 1 0 0 0,1-1 0 0 0,-1 0 0 0 0,1 1 0 0 0,-1-1 0 0 0,1 0 0 0 0,2-10 0 0 0,-12 0 0 0 0,-3 6 0 0 0,2 1-150 0 0,8 3-640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16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 1164 0 0,'-2'-13'25300'0'0,"9"27"-24364"0"0,-1 0 0 0 0,-1 0 0 0 0,0 1-1 0 0,3 18 1 0 0,-1 13-75 0 0,2 57 0 0 0,-6-57-910 0 0,11 63 0 0 0,-12-89 49 0 0,-2-9 0 0 0,1 0 0 0 0,0 0 0 0 0,1 0 0 0 0,5 16 0 0 0,-6-15 0 0 0,-1 0 0 0 0,1 1 0 0 0,2-2-139 0 0,-2-9-912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19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38 900 0 0,'0'0'1924'0'0,"-9"-21"18601"0"0,4 4-23262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1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93 312 0 0,'0'0'7035'0'0,"5"-42"-5927"0"0,1 22-373 0 0,-1 7 3222 0 0,-8-5 13411 0 0,-1 18-16624 0 0,-13 0-47 0 0,13 0-119 0 0,1 2-370 0 0,-9 4-204 0 0,1 1-1 0 0,0 0 0 0 0,0 1 1 0 0,1 0-1 0 0,0 1 0 0 0,0 0 1 0 0,-11 15-1 0 0,16-18-3 0 0,-1 1 0 0 0,2 0 0 0 0,-1 0 0 0 0,1 0-1 0 0,0 0 1 0 0,0 1 0 0 0,1-1 0 0 0,0 1 0 0 0,1 0 0 0 0,-1 0-1 0 0,2 0 1 0 0,-1 0 0 0 0,0 12 0 0 0,2-15 0 0 0,0 0 0 0 0,1 0 0 0 0,0-1 0 0 0,0 1 0 0 0,0-1 0 0 0,0 1 0 0 0,1-1 0 0 0,-1 1 0 0 0,1-1 0 0 0,0 0 0 0 0,1 0 0 0 0,-1 0 0 0 0,1 0 0 0 0,-1 0 0 0 0,1-1 0 0 0,0 1 0 0 0,1-1 0 0 0,-1 1 0 0 0,1-1 0 0 0,-1 0 0 0 0,1-1 0 0 0,0 1 0 0 0,0-1 0 0 0,0 1 0 0 0,0-1 0 0 0,1 0 0 0 0,-1-1 0 0 0,0 1 0 0 0,7 0 0 0 0,2 2 0 0 0,0-1 0 0 0,1-1 0 0 0,-1-1 0 0 0,1 0 0 0 0,-1 0 0 0 0,1-1 0 0 0,-1-1 0 0 0,1 0 0 0 0,13-4 0 0 0,-24 4 0 0 0,88-23 0 0 0,-84 22 0 0 0,-1-1 0 0 0,1 1 0 0 0,-1-1 0 0 0,1-1 0 0 0,-1 0 0 0 0,0 1 0 0 0,0-2 0 0 0,-1 1 0 0 0,0-1 0 0 0,10-10 0 0 0,-12 6 0 0 0,2-1-57 0 0,-5 9-29 0 0,1 1 0 0 0,-1-1 0 0 0,0 0 1 0 0,0 1-1 0 0,0-1 0 0 0,0 1 0 0 0,1-1 0 0 0,-1 0 1 0 0,0 1-1 0 0,0-1 0 0 0,0 1 0 0 0,-1-1 1 0 0,1 0-1 0 0,0 1 0 0 0,0-1 0 0 0,0 1 0 0 0,0-1 1 0 0,0 0-1 0 0,-1 1 0 0 0,1-1 0 0 0,0 1 1 0 0,-1-1-1 0 0,1 1 0 0 0,0-1 0 0 0,-1 1 0 0 0,1-1 1 0 0,0 1-1 0 0,-1-1 0 0 0,1 1 0 0 0,-1-1 1 0 0,1 1-1 0 0,-1 0 0 0 0,1-1 0 0 0,-1 1 0 0 0,1 0 1 0 0,-1 0-1 0 0,0-1 0 0 0,1 1 0 0 0,-1 0 1 0 0,1 0-1 0 0,-1 0 0 0 0,0 0 0 0 0,1-1 0 0 0,-1 1 1 0 0,1 0-1 0 0,-1 0 0 0 0,0 0 0 0 0,0 1 1 0 0,-2-2-579 0 0,0 1 1 0 0,0-1 0 0 0,0 1 0 0 0,0 0 0 0 0,0 0-1 0 0,0 0 1 0 0,0 0 0 0 0,0 1 0 0 0,-5 1 0 0 0,4-1-870 0 0,-15 6-549 0 0,15-3-1929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1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14 492 0 0,'0'0'7189'0'0,"-30"-14"3210"0"0,22 17-9677 0 0,1-1 0 0 0,-1 2 0 0 0,1-1 0 0 0,0 1 0 0 0,0 0 0 0 0,1 0 0 0 0,-1 1 0 0 0,1 0 0 0 0,0 0 0 0 0,0 1 0 0 0,0 0 0 0 0,1 0 0 0 0,0 0 0 0 0,0 0 0 0 0,0 1 0 0 0,1 0 0 0 0,0 0 0 0 0,1 0 0 0 0,-5 13 0 0 0,7-18-714 0 0,0 0 0 0 0,1 0 0 0 0,0 0 0 0 0,0 0 0 0 0,-1 0 1 0 0,1 0-1 0 0,0 0 0 0 0,0 0 0 0 0,1 0 0 0 0,-1 0 0 0 0,0 0 1 0 0,1-1-1 0 0,-1 1 0 0 0,1 0 0 0 0,0 0 0 0 0,-1 0 0 0 0,1 0 0 0 0,0 0 1 0 0,0-1-1 0 0,0 1 0 0 0,0 0 0 0 0,1-1 0 0 0,-1 1 0 0 0,0-1 1 0 0,1 0-1 0 0,-1 1 0 0 0,1-1 0 0 0,-1 0 0 0 0,1 0 0 0 0,0 0 1 0 0,0 0-1 0 0,2 1 0 0 0,3 2-13 0 0,1-1 1 0 0,0 0-1 0 0,0 0 0 0 0,17 3 1 0 0,-25-6 5 0 0,15 2-1 0 0,0 0 0 0 0,1-1 0 0 0,-1-1 0 0 0,0 0 0 0 0,1-1 0 0 0,-1-1 0 0 0,22-5 0 0 0,-27 5 0 0 0,0-1 0 0 0,-1 0 0 0 0,1 0 0 0 0,-1-1 0 0 0,0 0 0 0 0,1-1 0 0 0,-2 0 0 0 0,1 0 0 0 0,-1-1 0 0 0,0 0 0 0 0,0 0 0 0 0,10-11 0 0 0,-17 16 0 0 0,0-1 0 0 0,1 1 0 0 0,-1 0 0 0 0,0-1 0 0 0,0 0 0 0 0,1 1 0 0 0,-1-1 0 0 0,-1 0 0 0 0,1 1 0 0 0,0-1 0 0 0,0 0 0 0 0,-1 0 0 0 0,1 0 0 0 0,-1 0 0 0 0,1 0 0 0 0,-1 1 0 0 0,0-1 0 0 0,0 0 0 0 0,1 0 0 0 0,-2 0 0 0 0,1 0 0 0 0,0 0 0 0 0,0 0 0 0 0,-1 0 0 0 0,1 0 0 0 0,-1 0 0 0 0,1 0 0 0 0,-1 1 0 0 0,0-1 0 0 0,0 0 0 0 0,1 0 0 0 0,-1 1 0 0 0,-1-1 0 0 0,1 0 0 0 0,0 1 0 0 0,-2-2 0 0 0,-2-2 0 0 0,0 1 0 0 0,-1 0 0 0 0,0 0 0 0 0,1 1 0 0 0,-1 0 0 0 0,0 0 0 0 0,-12-3 0 0 0,8 3 0 0 0,0 0 0 0 0,-1 1 0 0 0,1 1 0 0 0,-1 0 0 0 0,1 0 0 0 0,-16 1 0 0 0,19 0 0 0 0,1 1 0 0 0,0 0 0 0 0,-1 0 0 0 0,1 0 0 0 0,0 0 0 0 0,0 1 0 0 0,-1 0 0 0 0,1 0 0 0 0,1 1 0 0 0,-1 0 0 0 0,0 0 0 0 0,-5 4 0 0 0,8-5-68 0 0,1 1 0 0 0,0-1 0 0 0,-1 1 0 0 0,1 0 0 0 0,0 0 1 0 0,0 0-1 0 0,0 0 0 0 0,1 0 0 0 0,-1 0 0 0 0,1 0 0 0 0,0 1 0 0 0,-2 5 0 0 0,3-7-285 0 0,-1-1-1 0 0,1 0 1 0 0,0 1-1 0 0,0-1 0 0 0,0 0 1 0 0,0 0-1 0 0,1 1 1 0 0,-1-1-1 0 0,0 0 1 0 0,0 0-1 0 0,1 1 1 0 0,-1-1-1 0 0,1 0 1 0 0,-1 0-1 0 0,2 2 1 0 0,-1-1-465 0 0,0-1 0 0 0,0 0 0 0 0,0 0 1 0 0,0 0-1 0 0,1 0 0 0 0,-1 0 0 0 0,0-1 1 0 0,1 1-1 0 0,-1 0 0 0 0,0 0 0 0 0,1-1 1 0 0,-1 1-1 0 0,1-1 0 0 0,-1 1 0 0 0,1-1 1 0 0,1 0-1 0 0,13 3-6116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1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4 504 0 0,'-11'-1'2658'0'0,"0"-1"1"0"0,0 2-1 0 0,0-1 0 0 0,0 2 1 0 0,-19 2-1 0 0,27-3-1437 0 0,-40 13 7109 0 0,42-13-8244 0 0,1 0-1 0 0,-1 1 1 0 0,1-1 0 0 0,-1 0-1 0 0,1 1 1 0 0,-1-1 0 0 0,1 1-1 0 0,0-1 1 0 0,-1 0 0 0 0,1 1-1 0 0,-1-1 1 0 0,1 1 0 0 0,0-1-1 0 0,-1 1 1 0 0,1 0 0 0 0,0-1-1 0 0,0 1 1 0 0,0-1 0 0 0,-1 1-1 0 0,1-1 1 0 0,0 1-1 0 0,0 0 1 0 0,0-1 0 0 0,0 1-1 0 0,0-1 1 0 0,0 1 0 0 0,0 0-1 0 0,0-1 1 0 0,0 1 0 0 0,0-1-1 0 0,0 1 1 0 0,1 0 0 0 0,-1-1-1 0 0,0 1 1 0 0,1 0 0 0 0,0 2 273 0 0,2 0-28 0 0,11 4-86 0 0,0 0 0 0 0,0-1 0 0 0,1 0 0 0 0,0-1 0 0 0,0-1 0 0 0,15 3 0 0 0,53 17 763 0 0,-79-22-808 0 0,-3-2-197 0 0,0 0 1 0 0,0 1-1 0 0,0-1 0 0 0,0 1 0 0 0,0 0 0 0 0,0-1 0 0 0,0 1 0 0 0,0 0 0 0 0,0-1 0 0 0,-1 1 0 0 0,1 0 0 0 0,0 0 0 0 0,0 0 0 0 0,-1 0 1 0 0,1 0-1 0 0,0-1 0 0 0,-1 1 0 0 0,1 0 0 0 0,-1 1 0 0 0,1 0 0 0 0,0 0-3 0 0,0-1 0 0 0,-1 1 0 0 0,1 0 0 0 0,0 0 0 0 0,-1-1 0 0 0,1 1 0 0 0,-1 0 0 0 0,0 0 0 0 0,1 0 0 0 0,-1-1 0 0 0,0 1 0 0 0,0 0 0 0 0,0 0 0 0 0,-1 0 0 0 0,1 0 0 0 0,0 0 0 0 0,-1-1 0 0 0,1 1 0 0 0,-1 0 0 0 0,1 0 0 0 0,-1-1 0 0 0,0 1 0 0 0,0 0 0 0 0,0-1 0 0 0,0 1 0 0 0,0-1 0 0 0,0 1 0 0 0,0-1 0 0 0,0 1 0 0 0,-1-1 0 0 0,1 0 0 0 0,-1 0 0 0 0,1 0 0 0 0,-1 1 0 0 0,-2 0 0 0 0,-5 6 0 0 0,3-1 0 0 0,0-1 0 0 0,0 0 0 0 0,0 0 0 0 0,0-1 0 0 0,-1 1 0 0 0,0-2 0 0 0,0 1 0 0 0,-1-1 0 0 0,1 0 0 0 0,-15 5 0 0 0,5-3 0 0 0,0-1 0 0 0,-1-1 0 0 0,1-1 0 0 0,-37 2 0 0 0,41-4 0 0 0,13-1 0 0 0,-1 1 0 0 0,1-1 0 0 0,-1 0 0 0 0,0 0 0 0 0,1 0 0 0 0,-1 0 0 0 0,0 1 0 0 0,1-1 0 0 0,-1 0 0 0 0,0 0 0 0 0,1 0 0 0 0,-1 0 0 0 0,0 0 0 0 0,1-1 0 0 0,-1 1 0 0 0,1 0 0 0 0,-1 0 0 0 0,0 0 0 0 0,1 0 0 0 0,-1-1 0 0 0,0 1 0 0 0,1 0 0 0 0,-1-1 0 0 0,1 1 0 0 0,-1 0 0 0 0,1-1 0 0 0,-1 1 0 0 0,1-1 0 0 0,-1 1 0 0 0,1-1 0 0 0,-1 0 0 0 0,-3-4 0 0 0,-1-5 0 0 0,6-3-209 0 0,2 7-594 0 0,0-1 1 0 0,1 1-1 0 0,0 0 0 0 0,1 0 1 0 0,-1 1-1 0 0,1-1 1 0 0,0 1-1 0 0,0 0 1 0 0,1 0-1 0 0,7-5 1 0 0,22-12-10840 0 0,-10 8 4846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2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25 1392 0 0,'0'0'1444'0'0,"-2"-3"152"0"0,0 0 1 0 0,0 0-1 0 0,0 1 0 0 0,0-1 0 0 0,-1 1 1 0 0,1 0-1 0 0,-6-4 0 0 0,3 6-689 0 0,0 1 1 0 0,0 0-1 0 0,0 0 0 0 0,0 0 1 0 0,0 0-1 0 0,0 1 0 0 0,0 0 1 0 0,-5 3-1 0 0,-43 29 3483 0 0,34-18-2950 0 0,1 1 1 0 0,-30 35-1 0 0,33-33-1396 0 0,1 0 0 0 0,1 2 0 0 0,1-1 1 0 0,1 2-1 0 0,1-1 0 0 0,-12 39 0 0 0,17-45-46 0 0,1 0 0 0 0,1 0 0 0 0,0 0 0 0 0,1 1 0 0 0,1 0-1 0 0,1-1 1 0 0,0 1 0 0 0,0 0 0 0 0,2-1 0 0 0,0 1 0 0 0,5 17 0 0 0,-1-18 2 0 0,0-1 0 0 0,0 0 0 0 0,2 0 0 0 0,-1 0 0 0 0,2-1 0 0 0,0 0 0 0 0,1-1 0 0 0,0 0 0 0 0,16 15 0 0 0,-2-5 0 0 0,1-1 0 0 0,0-1 0 0 0,43 25 0 0 0,-57-39 0 0 0,1 0 0 0 0,-1-1 0 0 0,1-1 0 0 0,0 0 0 0 0,13 3 0 0 0,0 0 0 0 0,1-5 0 0 0,-19-7 0 0 0,-7 4 0 0 0,2-9 0 0 0,-2 9 117 0 0,-5-17-1329 0 0,-7-1-8497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4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59 180 0 0,'3'-1'444'0'0,"-1"1"0"0"0,1-1 0 0 0,-1 1 1 0 0,1-1-1 0 0,-1 0 0 0 0,1 0 0 0 0,-1 0 0 0 0,0 0 0 0 0,1 0 0 0 0,-1-1 1 0 0,0 1-1 0 0,0-1 0 0 0,3-2 0 0 0,-4 3-2 0 0,11-15 2455 0 0,6-9 19066 0 0,-26 36-19475 0 0,-5 16-5205 0 0,8-8 4013 0 0,-32 166-1296 0 0,36-180 0 0 0,-1 0 0 0 0,1-1 0 0 0,-1 1 0 0 0,-1-1 0 0 0,1 0 0 0 0,0 1 0 0 0,-1-1 0 0 0,0 0 0 0 0,0-1 0 0 0,0 1 0 0 0,-1 0 0 0 0,1-1 0 0 0,-1 0 0 0 0,0 0 0 0 0,0 0 0 0 0,0 0 0 0 0,0 0 0 0 0,0-1 0 0 0,-1 0 0 0 0,1 0 0 0 0,-1 0 0 0 0,1 0 0 0 0,-1-1 0 0 0,0 0 0 0 0,-6 1 0 0 0,4-1 0 0 0,1 0 0 0 0,0-1 0 0 0,0 1 0 0 0,0-1 0 0 0,0-1 0 0 0,0 1 0 0 0,-1-1 0 0 0,1 0 0 0 0,0-1 0 0 0,0 1 0 0 0,1-1 0 0 0,-1 0 0 0 0,0-1 0 0 0,1 1 0 0 0,-1-1 0 0 0,1 0 0 0 0,0-1 0 0 0,0 1 0 0 0,0-1 0 0 0,0 0 0 0 0,1 0 0 0 0,-5-6 0 0 0,8 9 0 0 0,0-1 0 0 0,0 0 0 0 0,0 0 0 0 0,0 0 0 0 0,0 0 0 0 0,1 0 0 0 0,-1 0 0 0 0,1-1 0 0 0,0 1 0 0 0,-1 0 0 0 0,1 0 0 0 0,0 0 0 0 0,0 0 0 0 0,0-1 0 0 0,1 1 0 0 0,-1 0 0 0 0,0 0 0 0 0,1 0 0 0 0,0 0 0 0 0,-1 0 0 0 0,1 0 0 0 0,0 0 0 0 0,0 0 0 0 0,2-3 0 0 0,2-2 0 0 0,1 0 0 0 0,-1 1 0 0 0,1 0 0 0 0,1 0 0 0 0,-1 1 0 0 0,1-1 0 0 0,0 1 0 0 0,0 1 0 0 0,1-1 0 0 0,-1 1 0 0 0,1 1 0 0 0,0-1 0 0 0,0 1 0 0 0,0 1 0 0 0,17-4 0 0 0,0 1 0 0 0,0 2 0 0 0,0 1 0 0 0,0 1 0 0 0,31 2 0 0 0,-52-1 0 0 0,-1 0 0 0 0,1 0 0 0 0,-1 1 0 0 0,1-1 0 0 0,-1 1 0 0 0,1 0 0 0 0,-1 0 0 0 0,1 0 0 0 0,-1 1 0 0 0,0-1 0 0 0,0 1 0 0 0,0 0 0 0 0,0 0 0 0 0,0 0 0 0 0,0 0 0 0 0,0 0 0 0 0,0 1 0 0 0,-1-1 0 0 0,1 1 0 0 0,-1 0 0 0 0,0-1 0 0 0,0 1 0 0 0,0 0 0 0 0,2 6 0 0 0,1 5 0 0 0,-3 1 0 0 0,3-2 0 0 0,-3 0 0 0 0,1-1 0 0 0,-1-1 0 0 0,3-2-181 0 0,-4-8-989 0 0,14-2-15762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5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56 764 0 0,'-25'-7'31150'0'0,"56"6"-30925"0"0,-1-2-1 0 0,0-2 0 0 0,32-8 0 0 0,65-9-268 0 0,-110 20 44 0 0,-4-1 0 0 0,-8 5 0 0 0,-26 9 0 0 0,8-6-413 0 0,11-4-2083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5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3 676 0 0,'0'0'6094'0'0,"-4"-1"-4117"0"0,2 0-1352 0 0,0 1 0 0 0,0 0 1 0 0,0-1-1 0 0,0 1 0 0 0,0 0 1 0 0,0 0-1 0 0,-1 1 0 0 0,1-1 1 0 0,0 0-1 0 0,0 1 0 0 0,0-1 0 0 0,0 1 1 0 0,0 0-1 0 0,0-1 0 0 0,0 1 1 0 0,0 0-1 0 0,-2 2 0 0 0,0 0 109 0 0,1 0 0 0 0,0-1 0 0 0,0 2 0 0 0,0-1 0 0 0,0 0 0 0 0,1 1 0 0 0,-1-1 0 0 0,-2 6 0 0 0,-4 10 539 0 0,1 0 0 0 0,1 0 0 0 0,-5 23 0 0 0,3-9-206 0 0,7-28-1067 0 0,1-1 0 0 0,0 1 0 0 0,0 0 0 0 0,0-1 0 0 0,0 1 0 0 0,1 0 0 0 0,0 0 0 0 0,0 0 0 0 0,0-1 0 0 0,0 1 0 0 0,1 0 0 0 0,0 0 0 0 0,0-1 0 0 0,0 1 0 0 0,1 0 0 0 0,-1-1 0 0 0,5 8 0 0 0,-2-6 0 0 0,0 0 0 0 0,1 0 0 0 0,-1-1 0 0 0,1 1 0 0 0,0-1 0 0 0,0-1 0 0 0,1 1 0 0 0,0-1 0 0 0,0 0 0 0 0,0 0 0 0 0,7 3 0 0 0,1 0 0 0 0,1-1 0 0 0,1 0 0 0 0,-1-1 0 0 0,1-1 0 0 0,0 0 0 0 0,0-1 0 0 0,1-1 0 0 0,-1 0 0 0 0,0-2 0 0 0,20 0 0 0 0,-19-2 0 0 0,0-1 0 0 0,1 0 0 0 0,-1-1 0 0 0,0-1 0 0 0,16-7 0 0 0,-28 10 0 0 0,-1 0 0 0 0,0-1 0 0 0,1 1 0 0 0,-1-1 0 0 0,0 0 0 0 0,0 0 0 0 0,0 0 0 0 0,-1 0 0 0 0,1-1 0 0 0,3-5 0 0 0,-5 7 0 0 0,-1-1 0 0 0,0 1 0 0 0,0 0 0 0 0,0 0 0 0 0,0-1 0 0 0,0 1 0 0 0,-1-1 0 0 0,1 1 0 0 0,-1-1 0 0 0,1 1 0 0 0,-1-1 0 0 0,0 1 0 0 0,0-1 0 0 0,0 1 0 0 0,-1-1 0 0 0,1 0 0 0 0,0 1 0 0 0,-1-1 0 0 0,0 1 0 0 0,1 0 0 0 0,-3-4 0 0 0,-3-8 0 0 0,-1 0 0 0 0,0 0 0 0 0,-1 0 0 0 0,0 1 0 0 0,-1 1 0 0 0,-1-1 0 0 0,-21-20 0 0 0,-18-15-77 0 0,48 47-580 0 0,-9 1-8840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5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1492 0 0,'4'-1'14269'0'0,"8"-3"-6470"0"0,6-1-4618 0 0,61-16 305 0 0,-23 10-1538 0 0,200-49-1356 0 0,-240 56-592 0 0,-4 2 0 0 0,-6-1-56 0 0,-6 3-517 0 0,-17 12-9491 0 0,8-8 582 0 0,-1 2 2403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6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16 1864 0 0,'-1'0'272'0'0,"1"0"-1"0"0,0 0 1 0 0,-1-1 0 0 0,1 1-1 0 0,0 0 1 0 0,-1 0-1 0 0,1-1 1 0 0,0 1 0 0 0,-1 0-1 0 0,1 0 1 0 0,0-1-1 0 0,-1 1 1 0 0,1 0 0 0 0,0-1-1 0 0,0 1 1 0 0,-1 0 0 0 0,1-1-1 0 0,0 1 1 0 0,0-1-1 0 0,0 1 1 0 0,0 0 0 0 0,-1-1-1 0 0,1 1 1 0 0,0-1-1 0 0,0 1 1 0 0,0 0 0 0 0,0-1-1 0 0,0 1 1 0 0,0-1-1 0 0,0 1 1 0 0,0-1 0 0 0,0 1-1 0 0,0 0 1 0 0,0-1-1 0 0,1 1 1 0 0,-1-1 0 0 0,16-1 6154 0 0,22 9-2388 0 0,0 7 166 0 0,73 38 1 0 0,-90-40-3958 0 0,0 1 1 0 0,-1 1-1 0 0,0 1 1 0 0,-1 1-1 0 0,-1 1 1 0 0,-1 0-1 0 0,27 34 1 0 0,-38-43-248 0 0,1 0 0 0 0,-2 1 0 0 0,0 0 0 0 0,0 0 0 0 0,0 1 0 0 0,-1-1 0 0 0,-1 1 0 0 0,1 0 0 0 0,-2 0 0 0 0,3 12 0 0 0,-5-17 0 0 0,1 1 0 0 0,-2 0 0 0 0,1-1 0 0 0,0 1 0 0 0,-1-1 0 0 0,0 1 0 0 0,0-1 0 0 0,-1 1 0 0 0,0-1 0 0 0,0 0 0 0 0,0 0 0 0 0,0 1 0 0 0,-1-1 0 0 0,0-1 0 0 0,0 1 0 0 0,0 0 0 0 0,-1-1 0 0 0,1 0 0 0 0,-1 0 0 0 0,-4 4 0 0 0,1-1 0 0 0,1-1 0 0 0,-1-1 0 0 0,0 1 0 0 0,-1-1 0 0 0,1-1 0 0 0,-1 1 0 0 0,0-1 0 0 0,0 0 0 0 0,0-1 0 0 0,-1 0 0 0 0,1 0 0 0 0,-1-1 0 0 0,-16 2 0 0 0,8-4 0 0 0,-2-3 0 0 0,6 0 0 0 0,-7-6 1694 0 0,9 3-5750 0 0,3-7-10736 0 0,6 6 10852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55:14.3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5066 0 400 0 0,'0'0'15006'0'0,"-5"3"-14553"0"0,-16 6-9 0 0,16-7-9 0 0,-39-1 2447 0 0,26 1-2205 0 0,0 1-1 0 0,0 0 0 0 0,0 1 1 0 0,-21 8-1 0 0,-27 6 1177 0 0,-263 43 3546 0 0,133-29-4055 0 0,-162 22-175 0 0,310-47-1169 0 0,-574 58 0 0 0,108-53 0 0 0,-126 9 0 0 0,386-2 0 0 0,-272 25 0 0 0,231-17 0 0 0,-297 42 0 0 0,464-49 0 0 0,42-8 0 0 0,-107 29 0 0 0,183-38 0 0 0,-5 0 0 0 0,8 1-115 0 0,6-3-495 0 0,1-34-10601 0 0,0 10 1658 0 0,0 9 3211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55:14.9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386 1 1812 0 0,'-3'1'1906'0'0,"-75"24"11572"0"0,75-24-13086 0 0,0 1 0 0 0,0 0-1 0 0,0 0 1 0 0,0 0-1 0 0,1 0 1 0 0,-1 0 0 0 0,1 0-1 0 0,-1 1 1 0 0,1 0 0 0 0,0-1-1 0 0,0 1 1 0 0,0 0 0 0 0,-2 3-1 0 0,-22 47 754 0 0,14-25-329 0 0,-22 37 555 0 0,19-34-661 0 0,-2 0 0 0 0,-1-1 0 0 0,-35 45 0 0 0,-15 6 1203 0 0,57-61-1348 0 0,-3 3 210 0 0,59-24-669 0 0,28-8 62 0 0,1 3 1 0 0,76 4 0 0 0,149 19-109 0 0,-195-9-69 0 0,-91-7 9 0 0,5 2 0 0 0,-9 0 0 0 0,-29 7 0 0 0,7-4-24 0 0,11-5-229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55:17.9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26 380 0 0,'0'0'1511'0'0,"-13"-26"28496"0"0,12 52-29462 0 0,-8 60-221 0 0,8-80-324 0 0,1 0 0 0 0,0-1 0 0 0,0 1 0 0 0,0 0 0 0 0,1 0 0 0 0,1 7 0 0 0,2 18 0 0 0,-4-30 0 0 0,0 3 0 0 0,1 1 0 0 0,0 0 0 0 0,0 0 0 0 0,0-1 0 0 0,1 1 0 0 0,-1-1 0 0 0,1 1 0 0 0,0-1 0 0 0,0 0 0 0 0,1 0 0 0 0,-1 0 0 0 0,1 0 0 0 0,6 7 0 0 0,-4-5-85 0 0,-3-5-485 0 0,11-4-2934 0 0,5 0-10077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55:18.1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0 1280 0 0,'0'0'19809'0'0,"-1"6"-18812"0"0,-5 76 5668 0 0,6-80-5837 0 0,3 7 625 0 0,0-5-3308 0 0,8-43-16476 0 0,-9 17 12229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55:18.6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61 1316 0 0,'0'0'22612'0'0,"0"4"-21911"0"0,-9 38 1549 0 0,7-38-2105 0 0,1 0 0 0 0,-1-1-1 0 0,1 1 1 0 0,0 0 0 0 0,0 0 0 0 0,0 0-1 0 0,1 0 1 0 0,-1 0 0 0 0,1 0 0 0 0,0 0-1 0 0,0 0 1 0 0,1 0 0 0 0,-1 0 0 0 0,1 0-1 0 0,0 0 1 0 0,0 0 0 0 0,2 6 0 0 0,-2-7-128 0 0,1 0 1 0 0,0 0-1 0 0,0 0 1 0 0,0 0-1 0 0,0 0 1 0 0,0 0-1 0 0,1 0 1 0 0,-1-1-1 0 0,1 1 1 0 0,0-1-1 0 0,-1 1 1 0 0,1-1-1 0 0,0 0 1 0 0,1 0-1 0 0,-1-1 1 0 0,0 1-1 0 0,6 1 1 0 0,-3-1-72 0 0,-1-1 1 0 0,1-1-1 0 0,0 1 1 0 0,0-1-1 0 0,-1 0 1 0 0,1 0 0 0 0,0-1-1 0 0,-1 0 1 0 0,1 0-1 0 0,0 0 1 0 0,6-2 0 0 0,0-1-67 0 0,1 0 0 0 0,0-1 0 0 0,-1-1 0 0 0,0 0 1 0 0,16-10-1 0 0,-23 12 161 0 0,0 1 0 0 0,-1-1 1 0 0,1 0-1 0 0,-1 0 0 0 0,0-1 1 0 0,0 0-1 0 0,-1 1 0 0 0,1-1 0 0 0,-1 0 1 0 0,0-1-1 0 0,0 1 0 0 0,-1 0 1 0 0,1-1-1 0 0,2-9 0 0 0,-5 12 20 0 0,0 1-1 0 0,0-1 0 0 0,0 1 1 0 0,0-1-1 0 0,0 1 0 0 0,-1-1 0 0 0,1 1 1 0 0,-1-1-1 0 0,1 1 0 0 0,-1-1 1 0 0,0 1-1 0 0,0-1 0 0 0,0 1 1 0 0,0 0-1 0 0,-1 0 0 0 0,1-1 1 0 0,0 1-1 0 0,-1 0 0 0 0,0 0 0 0 0,1 0 1 0 0,-1 1-1 0 0,0-1 0 0 0,0 0 1 0 0,0 1-1 0 0,0-1 0 0 0,0 1 1 0 0,-5-2-1 0 0,-3-3 114 0 0,1 1 1 0 0,-1 0-1 0 0,-1 1 0 0 0,1 1 1 0 0,-11-4-1 0 0,-56-6 444 0 0,37 13-4993 0 0,23 4-1929 0 0,3 3-3864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10.4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170 612 352 0 0,'0'0'1572'0'0,"-14"5"-342"0"0,8 0-760 0 0,0 0-1 0 0,-1-1 1 0 0,1 0 0 0 0,-14 5 0 0 0,18-8-279 0 0,-44 13 1504 0 0,44-14-1254 0 0,-1 1-266 0 0,1 0 1 0 0,-1 0-1 0 0,0 0 0 0 0,1 0 1 0 0,-1-1-1 0 0,0 1 1 0 0,0-1-1 0 0,1 0 0 0 0,-1 0 1 0 0,-3 0-1 0 0,-7 1 1099 0 0,-1 4 12310 0 0,33-8-10943 0 0,20-5-3946 0 0,-18 3 3389 0 0,25-4-1302 0 0,0 1 1 0 0,1 3-1 0 0,74 1 0 0 0,-16 0-490 0 0,65-4-39 0 0,231-22 803 0 0,-264 12-1056 0 0,165-27 0 0 0,231-63 0 0 0,-256 67 0 0 0,-214 33 0 0 0,372-57 0 0 0,-354 51 0 0 0,43-4 0 0 0,70-14 0 0 0,-156 26 0 0 0,55-16 0 0 0,-3 0 0 0 0,198-42 0 0 0,124-12 0 0 0,-364 63 0 0 0,-6 1 0 0 0,54-8 0 0 0,-83 18 0 0 0,-3 2-253 0 0,-8 0-1279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11.0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1 512 0 0,'6'3'23410'0'0,"2"1"-21404"0"0,11 6-5419 0 0,-14-7 5673 0 0,312 110 5259 0 0,-311-111-7382 0 0,3 1-95 0 0,-1-1 0 0 0,1 1 0 0 0,-1 1 0 0 0,0-1 0 0 0,0 2 0 0 0,0-1 0 0 0,8 7 0 0 0,-15-11-42 0 0,-1 1 0 0 0,0-1 0 0 0,1 1 0 0 0,-1-1 0 0 0,0 1 0 0 0,0-1 0 0 0,1 1 0 0 0,-1-1 0 0 0,0 1 0 0 0,0-1 0 0 0,0 1 0 0 0,0-1 0 0 0,0 1 0 0 0,0-1 0 0 0,0 1 0 0 0,0-1 0 0 0,0 1 0 0 0,0 0 0 0 0,0-1 0 0 0,0 1 0 0 0,0-1 0 0 0,0 1 0 0 0,0-1 0 0 0,0 1 0 0 0,-1-1 0 0 0,1 1 0 0 0,0-1 0 0 0,0 1 0 0 0,-1-1 0 0 0,1 1 0 0 0,0-1 0 0 0,-1 1 0 0 0,1-1 0 0 0,0 0 0 0 0,-1 1 0 0 0,1-1 0 0 0,-1 1 0 0 0,1-1 0 0 0,0 0 0 0 0,-1 0 0 0 0,1 1 0 0 0,-1-1 0 0 0,1 0 0 0 0,-1 0 0 0 0,0 1 0 0 0,-19 9 0 0 0,0 0 0 0 0,0-2 0 0 0,0 0 0 0 0,-1-1 0 0 0,-24 5 0 0 0,-45 15 0 0 0,71-20 0 0 0,9-5 0 0 0,1 2 0 0 0,-1 0 0 0 0,1 0 0 0 0,-1 1 0 0 0,2 0 0 0 0,-14 9 0 0 0,21-13 0 0 0,-1 1 0 0 0,1 0 0 0 0,-1-1 0 0 0,1 1 0 0 0,0 0 0 0 0,-1 0 0 0 0,1 0 0 0 0,0 0 0 0 0,0 0 0 0 0,1 0 0 0 0,-1 0 0 0 0,0 0 0 0 0,1 0 0 0 0,-1 0 0 0 0,1 1 0 0 0,0-1 0 0 0,-1 0 0 0 0,1 0 0 0 0,0 0 0 0 0,1 1 0 0 0,-1-1 0 0 0,0 0 0 0 0,1 0 0 0 0,-1 0 0 0 0,1 1 0 0 0,-1-1 0 0 0,1 0 0 0 0,0 0 0 0 0,0 0 0 0 0,0 0 0 0 0,0 0 0 0 0,0 0 0 0 0,1-1 0 0 0,-1 1 0 0 0,1 0 0 0 0,1 2 0 0 0,1 1 0 0 0,1 0 0 0 0,-1 0 0 0 0,1 0 0 0 0,0-1 0 0 0,0 1 0 0 0,0-1 0 0 0,0 0 0 0 0,1-1 0 0 0,0 1 0 0 0,0-1 0 0 0,0 0 0 0 0,0-1 0 0 0,11 4 0 0 0,-17-6 1 0 0,0 0-1 0 0,0 0 1 0 0,1 0-1 0 0,-1 0 1 0 0,0 0-1 0 0,0 0 1 0 0,1 0-1 0 0,-1 0 1 0 0,0 0 0 0 0,0 0-1 0 0,0 0 1 0 0,1 0-1 0 0,-1 0 1 0 0,0 0-1 0 0,0 0 1 0 0,0 0-1 0 0,0-1 1 0 0,1 1 0 0 0,-1 0-1 0 0,0 0 1 0 0,0 0-1 0 0,0 0 1 0 0,0 0-1 0 0,1-1 1 0 0,-1 1-1 0 0,0 0 1 0 0,0 0 0 0 0,0 0-1 0 0,0 0 1 0 0,0-1-1 0 0,0 1 1 0 0,0 0-1 0 0,0 0 1 0 0,0 0-1 0 0,0-1 1 0 0,1 1 0 0 0,-1 0-1 0 0,0 0 1 0 0,0 0-1 0 0,0-1 1 0 0,0 1-1 0 0,0 0 1 0 0,0 0-1 0 0,-1-1 1 0 0,1 1 0 0 0,0 0-1 0 0,0 0 1 0 0,0-1-1 0 0,0 0-17 0 0,-1 0 0 0 0,0 0 1 0 0,0 0-1 0 0,0 0 0 0 0,0 0 0 0 0,0 0 0 0 0,0 0 0 0 0,0 0 0 0 0,0 0 1 0 0,0 0-1 0 0,0 1 0 0 0,0-1 0 0 0,0 0 0 0 0,0 1 0 0 0,-1-1 0 0 0,1 1 1 0 0,0-1-1 0 0,-1 1 0 0 0,-1-1 0 0 0,-29-12-3805 0 0,14 5-1425 0 0,0 1-5038 0 0,4 3 2919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11.8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11 628 0 0,'-26'-10'29688'0'0,"45"21"-29446"0"0,-2 1 1 0 0,0 1-1 0 0,-1 1 1 0 0,0 0-1 0 0,-1 1 0 0 0,0 1 1 0 0,-2 0-1 0 0,1 1 0 0 0,-2 0 1 0 0,13 24-1 0 0,-14-21-264 0 0,-1 1 1 0 0,0 0-1 0 0,-1 0 1 0 0,-1 1-1 0 0,-2 0 1 0 0,0 0-1 0 0,-1 1 1 0 0,-1 0 0 0 0,1 37-1 0 0,-5-50 22 0 0,-1-1 0 0 0,-1 1 0 0 0,0 0 0 0 0,0 0 0 0 0,0-1 0 0 0,-8 18 0 0 0,-6 19 0 0 0,13-42 0 0 0,-1-2 0 0 0,-6 20 0 0 0,10-22 0 0 0,-1 1 0 0 0,1-1 0 0 0,0 0 0 0 0,0 0 0 0 0,0 0 0 0 0,0 1 0 0 0,0-1 0 0 0,0 0 0 0 0,0 0 0 0 0,0 0 0 0 0,0 1 0 0 0,0-1 0 0 0,0 0 0 0 0,0 0 0 0 0,0 1 0 0 0,0-1 0 0 0,0 0 0 0 0,0 0 0 0 0,0 0 0 0 0,0 1 0 0 0,0-1 0 0 0,0 0 0 0 0,0 0 0 0 0,1 0 0 0 0,-1 1 0 0 0,0-1 0 0 0,0 0 0 0 0,0 0 0 0 0,0 0 0 0 0,0 1 0 0 0,1-1 0 0 0,-1 0 0 0 0,0 0 0 0 0,0 0 0 0 0,0 0 0 0 0,0 0 0 0 0,1 0 0 0 0,-1 1 0 0 0,0-1 0 0 0,0 0 0 0 0,0 0 0 0 0,1 0 0 0 0,-1 0 0 0 0,0 0 0 0 0,1 0 0 0 0,22-2 0 0 0,-6-5-145 0 0,-1-2-6008 0 0,2-1-4933 0 0,-5 3 2436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12.5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218 42 388 0 0,'12'-41'28289'0'0,"-5"46"-27666"0"0,-1 0 1 0 0,0 1-1 0 0,0 0 0 0 0,0 0 0 0 0,5 8 0 0 0,-5-6-323 0 0,-3-4-298 0 0,0 0 1 0 0,0 0 0 0 0,0 1-1 0 0,0-1 1 0 0,-1 1 0 0 0,0-1-1 0 0,0 1 1 0 0,0 0 0 0 0,-1 0-1 0 0,0 0 1 0 0,1 0 0 0 0,-2 0-1 0 0,1 0 1 0 0,-1 0 0 0 0,1 0-1 0 0,-1 0 1 0 0,-1 0 0 0 0,1 0-1 0 0,-1 0 1 0 0,-2 10 0 0 0,1-7-4 0 0,-1 1 1 0 0,0-1-1 0 0,-1 0 1 0 0,0 0-1 0 0,0 0 1 0 0,0 0 0 0 0,-1 0-1 0 0,0-1 1 0 0,-1 0-1 0 0,-9 10 1 0 0,6-9 0 0 0,0 0 0 0 0,-1 0 0 0 0,0-1 0 0 0,0 0 0 0 0,0-1 0 0 0,-1 0 0 0 0,0 0 0 0 0,0-1 0 0 0,-1-1 0 0 0,1 0 0 0 0,-1-1 0 0 0,0 0 0 0 0,0 0 0 0 0,-12 0 0 0 0,7-2 0 0 0,-1-3 0 0 0,5-2 0 0 0,12 4 0 0 0,0 0 0 0 0,0-1 0 0 0,-1 1 0 0 0,1 0 0 0 0,0-1 0 0 0,0 1 0 0 0,0-1 0 0 0,0 1 0 0 0,0-1 0 0 0,0 1 0 0 0,0-1 0 0 0,0 0 0 0 0,0 0 0 0 0,1 1 0 0 0,-1-1 0 0 0,0 0 0 0 0,0 0 0 0 0,1 0 0 0 0,-1 0 0 0 0,0 0 0 0 0,1 0 0 0 0,-1 0 0 0 0,1 0 0 0 0,-1 0 0 0 0,0-2 0 0 0,0 0 0 0 0,0-8 0 0 0,2 7 0 0 0,-1 1 0 0 0,0 0 0 0 0,1 0 0 0 0,0 0 0 0 0,-1 0 0 0 0,1 0 0 0 0,0 1 0 0 0,1-1 0 0 0,-1 0 0 0 0,0 0 0 0 0,1 1 0 0 0,0-1 0 0 0,-1 0 0 0 0,1 1 0 0 0,0 0 0 0 0,0-1 0 0 0,1 1 0 0 0,-1 0 0 0 0,0 0 0 0 0,1 0 0 0 0,-1 1 0 0 0,1-1 0 0 0,0 0 0 0 0,-1 1 0 0 0,1 0 0 0 0,5-2 0 0 0,33-7 0 0 0,-34 10 0 0 0,1 0 0 0 0,-1 0 0 0 0,1 1 0 0 0,-1 0 0 0 0,0 0 0 0 0,1 1 0 0 0,-1 0 0 0 0,0 0 0 0 0,0 1 0 0 0,0 0 0 0 0,0 0 0 0 0,-1 1 0 0 0,13 8 0 0 0,7 2 0 0 0,16 13 0 0 0,-33-21 0 0 0,-1 0 0 0 0,1-1 0 0 0,0 0 0 0 0,0 0 0 0 0,1-1 0 0 0,0 0 0 0 0,-1-1 0 0 0,1 0 0 0 0,0 0 0 0 0,1-1 0 0 0,18 1 0 0 0,-12-1 0 0 0,-4 0 0 0 0,-1-1 0 0 0,-1 2 0 0 0,-5 4-911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13.7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11 1424 0 0,'-18'-11'24160'0'0,"150"51"-19333"0"0,177 59-2277 0 0,-255-78-2598 0 0,-2 2-1 0 0,-1 2 1 0 0,82 55-1 0 0,-99-55 49 0 0,-1 1 0 0 0,-1 2 0 0 0,-2 0 0 0 0,-1 3 0 0 0,-1 0 0 0 0,24 37 0 0 0,-36-45 0 0 0,-1 1 0 0 0,-1 1 0 0 0,-1 0 0 0 0,-2 1 0 0 0,0 1 0 0 0,-2 0 0 0 0,-1 0 0 0 0,-1 0 0 0 0,6 53 0 0 0,3 47 0 0 0,-4-85 0 0 0,-10-28 0 0 0,15 29 0 0 0,-16-32 0 0 0,0 4 0 0 0,-1-14 0 0 0,0-1 0 0 0,0 0 0 0 0,0 0 0 0 0,0 1 0 0 0,0-1 0 0 0,0 0 0 0 0,0 0 0 0 0,0 1 0 0 0,0-1 0 0 0,0 0 0 0 0,1 0 0 0 0,-1 1 0 0 0,0-1 0 0 0,0 0 0 0 0,0 0 0 0 0,0 0 0 0 0,0 1 0 0 0,0-1 0 0 0,0 0 0 0 0,1 0 0 0 0,-1 0 0 0 0,0 1 0 0 0,0-1 0 0 0,0 0 0 0 0,0 0 0 0 0,1 0 0 0 0,-1 0 0 0 0,0 1 0 0 0,0-1 0 0 0,1 0 0 0 0,-1 0 0 0 0,0 0 0 0 0,0 0 0 0 0,0 0 0 0 0,1 0 0 0 0,-1 0 0 0 0,0 0 0 0 0,0 0 0 0 0,1 0 0 0 0,-1 0 0 0 0,0 0 0 0 0,0 0 0 0 0,1 0 0 0 0,-1 0 0 0 0,8-19 0 0 0,-7 11-546 0 0,-1-1 0 0 0,-1 1 0 0 0,0 0 0 0 0,-3-15 1 0 0,-1 4-4752 0 0,-1 3-4040 0 0,-1-4 678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14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43 100 988 0 0,'0'0'27076'0'0,"-1"6"-26195"0"0,-9 52 1948 0 0,1-14-2275 0 0,-1 46 0 0 0,9-76-569 0 0,1-1 1 0 0,0 1 0 0 0,1 0-1 0 0,1-1 1 0 0,0 1 0 0 0,1-1-1 0 0,8 25 1 0 0,-9-33 14 0 0,0-1 0 0 0,1 1 0 0 0,0-1 0 0 0,-1 0 0 0 0,1 0 0 0 0,1 0 0 0 0,-1-1 0 0 0,1 1 0 0 0,-1-1 0 0 0,1 0 0 0 0,0 1 0 0 0,0-2 0 0 0,0 1 0 0 0,1 0 0 0 0,-1-1 0 0 0,1 0 0 0 0,-1 0 0 0 0,1 0 0 0 0,0-1 0 0 0,0 0 0 0 0,-1 1 0 0 0,1-2 0 0 0,9 2 0 0 0,-8-2 0 0 0,0 0 0 0 0,0 0 0 0 0,-1 0 0 0 0,1 0 0 0 0,0-1 0 0 0,0 0 0 0 0,0 0 0 0 0,-1-1 0 0 0,1 0 0 0 0,0 0 0 0 0,-1 0 0 0 0,0-1 0 0 0,0 1 0 0 0,1-1 0 0 0,-2-1 0 0 0,1 1 0 0 0,0 0 0 0 0,-1-1 0 0 0,9-9 0 0 0,-6 4 0 0 0,0 0 0 0 0,-1-1 0 0 0,0 0 0 0 0,-1 0 0 0 0,0-1 0 0 0,-1 1 0 0 0,0-1 0 0 0,0 0 0 0 0,-1 0 0 0 0,-1-1 0 0 0,0 1 0 0 0,0-1 0 0 0,-1 1 0 0 0,-1-1 0 0 0,-1-18 0 0 0,0 22 0 0 0,-1-13 0 0 0,-1 1 0 0 0,0 0 0 0 0,-2 0 0 0 0,0 0 0 0 0,-1 0 0 0 0,-13-25 0 0 0,11 26 0 0 0,6 15 0 0 0,1 0 0 0 0,-1-1 0 0 0,0 1 0 0 0,0 0 0 0 0,0 0 0 0 0,-1 0 0 0 0,1 0 0 0 0,-1 1 0 0 0,0-1 0 0 0,0 1 0 0 0,0-1 0 0 0,-1 1 0 0 0,1 0 0 0 0,-1 0 0 0 0,1 1 0 0 0,-1-1 0 0 0,-5-2 0 0 0,8 4 0 0 0,-1 1 0 0 0,1-1 0 0 0,-1 1 0 0 0,1-1 0 0 0,-1 1 0 0 0,0-1 0 0 0,1 1 0 0 0,-1 0 0 0 0,1 0 0 0 0,-1 0 0 0 0,0 0 0 0 0,1 0 0 0 0,-1 0 0 0 0,0 0 0 0 0,1 0 0 0 0,-1 1 0 0 0,0-1 0 0 0,1 1 0 0 0,-1-1 0 0 0,-2 2 0 0 0,-1 0 0 0 0,-5 2 0 0 0,1 0 0 0 0,-1 1 0 0 0,0 0 0 0 0,1 1 0 0 0,0 0 0 0 0,1 0 0 0 0,-1 1 0 0 0,1 0 0 0 0,0 0 0 0 0,1 1 0 0 0,0 0 0 0 0,0 1 0 0 0,-7 11 0 0 0,8-10 0 0 0,0 0 0 0 0,1 1 0 0 0,1 0 0 0 0,-5 15 0 0 0,9-24-26 0 0,-1 0 0 0 0,1-1 0 0 0,-1 1 0 0 0,1 0 0 0 0,0-1 0 0 0,0 1 0 0 0,0 0 0 0 0,0-1 0 0 0,0 1 0 0 0,0 0 0 0 0,1-1 0 0 0,-1 1 0 0 0,1-1 0 0 0,-1 1 0 0 0,1 0 0 0 0,0 1 0 0 0,4 4-2969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14.9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1 171 36 0 0,'0'0'1999'0'0,"4"-3"16"0"0,16-11 12806 0 0,-19 13-14477 0 0,-1 0 1 0 0,0 0-1 0 0,1-1 1 0 0,-1 1-1 0 0,1 0 0 0 0,0 0 1 0 0,-1 0-1 0 0,1 0 1 0 0,0 0-1 0 0,-1 0 1 0 0,1 0-1 0 0,0 0 0 0 0,0 0 1 0 0,0 0-1 0 0,2-1 1 0 0,131-41 6530 0 0,77-31-5376 0 0,-160 55-1488 0 0,-49 21-373 0 0,-7 4 1103 0 0,-5 2-4594 0 0,4-5-1578 0 0,-10 1-11798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55:19.6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 1252 0 0,'0'0'11862'0'0,"-2"6"-10196"0"0,0 9-161 0 0,1 1-1 0 0,0-1 1 0 0,1 0-1 0 0,0 0 1 0 0,4 24-1 0 0,0-20-83 0 0,0 1-1 0 0,1-1 0 0 0,14 36 0 0 0,-17-48-1311 0 0,1 6 96 0 0,5-32-8127 0 0,-3-21-4140 0 0,-5 27 6540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55:19.9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2020 0 0,'0'0'13882'0'0,"0"10"-11182"0"0,0-4 1969 0 0,0-1-4107 0 0,0 0 0 0 0,1-1-1 0 0,0 1 1 0 0,-1-1-1 0 0,2 0 1 0 0,-1 1-1 0 0,0-1 1 0 0,1 0-1 0 0,3 7 1 0 0,1-1-742 0 0,-1-6-2201 0 0,25-13-19361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55:20.3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67 101 1324 0 0,'-5'-2'2977'0'0,"0"1"1"0"0,0 0-1 0 0,0 0 0 0 0,0 1 0 0 0,-9-1 1 0 0,9 12-874 0 0,1-2-713 0 0,-1 1 0 0 0,2 0 1 0 0,0 0-1 0 0,-3 14 1 0 0,6-23-1305 0 0,-1 1 1 0 0,1-1-1 0 0,0 1 0 0 0,-1-1 1 0 0,1 1-1 0 0,0-1 1 0 0,0 1-1 0 0,0-1 0 0 0,0 1 1 0 0,1-1-1 0 0,-1 1 1 0 0,0-1-1 0 0,1 1 1 0 0,-1-1-1 0 0,1 1 0 0 0,-1-1 1 0 0,1 1-1 0 0,0-1 1 0 0,0 0-1 0 0,-1 1 1 0 0,1-1-1 0 0,0 0 0 0 0,0 0 1 0 0,0 0-1 0 0,0 0 1 0 0,1 0-1 0 0,-1 0 1 0 0,0 0-1 0 0,0 0 0 0 0,1 0 1 0 0,-1 0-1 0 0,0-1 1 0 0,1 1-1 0 0,-1 0 0 0 0,1-1 1 0 0,-1 1-1 0 0,0-1 1 0 0,1 0-1 0 0,1 1 1 0 0,2-1-52 0 0,-1 0 0 0 0,0 0 0 0 0,1 0 0 0 0,-1-1 0 0 0,0 0 0 0 0,1 0 1 0 0,-1 0-1 0 0,0 0 0 0 0,0 0 0 0 0,0-1 0 0 0,0 0 0 0 0,0 0 1 0 0,0 0-1 0 0,6-5 0 0 0,1-1 60 0 0,-1 0 1 0 0,0-1-1 0 0,17-20 1 0 0,-26 28-92 0 0,1-1 0 0 0,-1 0 1 0 0,0 0-1 0 0,0-1 0 0 0,0 1 1 0 0,0 0-1 0 0,0 0 0 0 0,-1 0 1 0 0,1-1-1 0 0,-1 1 0 0 0,1 0 1 0 0,-1-1-1 0 0,0 1 0 0 0,0 0 1 0 0,0-1-1 0 0,0 1 0 0 0,0 0 1 0 0,-2-5-1 0 0,-13-34-13 0 0,12 37 115 0 0,0 0-1 0 0,-1 0 1 0 0,1 0-1 0 0,-1 0 1 0 0,0 0-1 0 0,0 1 1 0 0,0 0-1 0 0,-1 0 1 0 0,1 0-1 0 0,-7-3 1 0 0,-23-4-3567 0 0,17 11-2858 0 0,2 7-4420 0 0,5 0 3192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24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1 664 0 0,'-1'2'-481'0'0,"-23"25"25190"0"0,17-15-21214 0 0,-1 41 343 0 0,-20 28-3033 0 0,20-61-871 0 0,0 1 0 0 0,1 0 1 0 0,-3 24-1 0 0,-8 21 66 0 0,13-56-109 0 0,14-23-1376 0 0,8-15-1885 0 0,-12 4-4390 0 0,0-3-6831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24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49 804 0 0,'0'0'1384'0'0,"-16"-35"9280"0"0,15 35-9836 0 0,-33-13 4527 0 0,17 18-4393 0 0,0 0-1 0 0,1 1 1 0 0,-1 1-1 0 0,1 1 1 0 0,1 0-1 0 0,-1 2 1 0 0,1-1 0 0 0,1 2-1 0 0,-22 19 1 0 0,12-8-448 0 0,1 0 1 0 0,2 1-1 0 0,0 1 1 0 0,1 1-1 0 0,2 1 1 0 0,0 0-1 0 0,-15 33 1 0 0,30-51-515 0 0,0 0 0 0 0,0 1 0 0 0,1-1 0 0 0,0 1 0 0 0,0-1 0 0 0,1 1 0 0 0,0 0 0 0 0,1-1 0 0 0,0 1 0 0 0,0 0 0 0 0,1-1 0 0 0,0 1 0 0 0,2 8 0 0 0,-1-11 0 0 0,-1 0 0 0 0,1 0 0 0 0,1-1 0 0 0,-1 1 0 0 0,1-1 0 0 0,-1 0 0 0 0,2 0 0 0 0,-1 0 0 0 0,0 0 0 0 0,1 0 0 0 0,0-1 0 0 0,0 1 0 0 0,0-1 0 0 0,1 0 0 0 0,0-1 0 0 0,-1 1 0 0 0,1-1 0 0 0,0 0 0 0 0,1 0 0 0 0,6 3 0 0 0,6 0 0 0 0,-1-1 0 0 0,1-1 0 0 0,1 0 0 0 0,-1-1 0 0 0,0-1 0 0 0,1-1 0 0 0,-1 0 0 0 0,1-2 0 0 0,-1 0 0 0 0,37-7 0 0 0,-33 3 0 0 0,1-1 0 0 0,-2-1 0 0 0,1 0 0 0 0,-1-2 0 0 0,0-1 0 0 0,-1 0 0 0 0,0-1 0 0 0,26-20 0 0 0,-37 23 0 0 0,-1 1 0 0 0,0-1 0 0 0,0-1 0 0 0,0 1 0 0 0,-1-1 0 0 0,-1-1 0 0 0,1 1 0 0 0,-2-1 0 0 0,1 0 0 0 0,-1-1 0 0 0,-1 1 0 0 0,0-1 0 0 0,0 0 0 0 0,2-17 0 0 0,-4 19 0 0 0,-1 0 0 0 0,0-1 0 0 0,0 1 0 0 0,-1-1 0 0 0,0 1 0 0 0,-1 0 0 0 0,0-1 0 0 0,-1 1 0 0 0,0 0 0 0 0,0 0 0 0 0,-1-1 0 0 0,0 2 0 0 0,-1-1 0 0 0,1 0 0 0 0,-2 1 0 0 0,1 0 0 0 0,-9-11 0 0 0,7 12 0 0 0,0 1 0 0 0,-1 1 0 0 0,1-1 0 0 0,-1 1 0 0 0,0 0 0 0 0,-1 1 0 0 0,1-1 0 0 0,-1 1 0 0 0,0 1 0 0 0,0 0 0 0 0,0 0 0 0 0,0 0 0 0 0,-1 1 0 0 0,1 1 0 0 0,-14-2 0 0 0,8 1 0 0 0,0 1 0 0 0,-1 1 0 0 0,1 0 0 0 0,-1 1 0 0 0,1 0 0 0 0,-1 1 0 0 0,1 1 0 0 0,-18 6 0 0 0,27-8-59 0 0,0 1 0 0 0,1 0-1 0 0,-1 1 1 0 0,1-1 0 0 0,-1 1 0 0 0,1 0-1 0 0,-4 3 1 0 0,-5 7-4841 0 0,12-2-7652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32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44 240 0 0,'0'0'8291'0'0,"17"-15"4729"0"0,-21 12-7893 0 0,-17-7-3545 0 0,-6-3-437 0 0,22 12-968 0 0,1 1 0 0 0,0-1 0 0 0,0 1-1 0 0,0 0 1 0 0,0 0 0 0 0,0 0 0 0 0,0 0 0 0 0,0 1-1 0 0,-1 0 1 0 0,1 0 0 0 0,0 0 0 0 0,1 0 0 0 0,-7 3-1 0 0,3-2 35 0 0,-3 1-176 0 0,0 1 0 0 0,1 0 0 0 0,-1 0 0 0 0,1 1 0 0 0,0 1 0 0 0,0-1 0 0 0,1 1 0 0 0,-1 1 0 0 0,1 0 0 0 0,1 0 0 0 0,-1 0 0 0 0,1 1 0 0 0,1 0 0 0 0,-1 1 0 0 0,2-1 0 0 0,-1 1 0 0 0,1 0 0 0 0,0 1 0 0 0,1-1 0 0 0,-6 20 0 0 0,7-22-37 0 0,1 1 0 0 0,0 0 0 0 0,1 0 0 0 0,0 0 0 0 0,0 0 0 0 0,1 0-1 0 0,0 0 1 0 0,1 0 0 0 0,-1 0 0 0 0,2 0 0 0 0,-1 0 0 0 0,1 0 0 0 0,0 0 0 0 0,0-1 0 0 0,1 1-1 0 0,0-1 1 0 0,1 1 0 0 0,0-1 0 0 0,0 0 0 0 0,0-1 0 0 0,1 1 0 0 0,0-1 0 0 0,0 0-1 0 0,0 0 1 0 0,1 0 0 0 0,0-1 0 0 0,8 7 0 0 0,-4-6 2 0 0,1 0 0 0 0,0 0 0 0 0,0-1 0 0 0,0 0 0 0 0,1-1 0 0 0,-1-1 0 0 0,1 0 0 0 0,0 0 0 0 0,0-1 0 0 0,0 0 0 0 0,0-1 0 0 0,22-1 0 0 0,-19-1 0 0 0,-1 0 0 0 0,1-1 0 0 0,0-1 0 0 0,-1 0 0 0 0,1-1 0 0 0,-1 0 0 0 0,0-1 0 0 0,-1-1 0 0 0,1 0 0 0 0,14-10 0 0 0,-23 13 0 0 0,-1-1 0 0 0,1 0 0 0 0,-1 0 0 0 0,0 0 0 0 0,0-1 0 0 0,0 0 0 0 0,0 1 0 0 0,-1-1 0 0 0,0 0 0 0 0,5-11 0 0 0,-8 15 0 0 0,0 0 0 0 0,1 1 0 0 0,-1-1 0 0 0,0 0 0 0 0,1 0 0 0 0,-1 0 0 0 0,0 0 0 0 0,0 1 0 0 0,0-1 0 0 0,0 0 0 0 0,0 0 0 0 0,0 0 0 0 0,0 0 0 0 0,0 0 0 0 0,0 0 0 0 0,0 1 0 0 0,-1-1 0 0 0,1 0 0 0 0,0 0 0 0 0,0 0 0 0 0,-1 0 0 0 0,1 1 0 0 0,-1-1 0 0 0,1 0 0 0 0,-1 0 0 0 0,1 1 0 0 0,-1-1 0 0 0,1 0 0 0 0,-2 0 0 0 0,2 0 0 0 0,-2-5 0 0 0,2 5 0 0 0,0-1 0 0 0,-1 1 0 0 0,1-1 0 0 0,-1 1 0 0 0,1 0 0 0 0,-1-1 0 0 0,1 1 0 0 0,-1 0 0 0 0,0-1 0 0 0,0 1 0 0 0,1 0 0 0 0,-1 0 0 0 0,0 0 0 0 0,0 0 0 0 0,0 0 0 0 0,-2-2 0 0 0,-56-21 0 0 0,46 19 0 0 0,2 1 0 0 0,4 1-203 0 0,6 2-978 0 0,5-2-3692 0 0,1-2 3243 0 0,6-3-1059 0 0,-1 0-6103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33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0 112 0 0,'0'0'13228'0'0,"-1"3"-11964"0"0,-4 11 21 0 0,4-11 1318 0 0,9 23 2169 0 0,2-4-1466 0 0,-10-19-3011 0 0,1 0 1 0 0,0 0 0 0 0,0-1-1 0 0,0 1 1 0 0,1-1-1 0 0,-1 1 1 0 0,1-1-1 0 0,-1 1 1 0 0,1-1 0 0 0,0 0-1 0 0,3 3 1 0 0,-1-1-164 0 0,1-1 1 0 0,0 0-1 0 0,0 0 1 0 0,1-1-1 0 0,-1 1 1 0 0,0-1 0 0 0,1 0-1 0 0,0 0 1 0 0,-1-1-1 0 0,1 0 1 0 0,0 0-1 0 0,0 0 1 0 0,0-1-1 0 0,-1 0 1 0 0,1 0-1 0 0,0 0 1 0 0,0-1-1 0 0,8-1 1 0 0,13-4-520 0 0,-1 0-1 0 0,40-16 1 0 0,-56 19 180 0 0,-6 1 107 0 0,0 0 0 0 0,0 0 0 0 0,0 0 0 0 0,0-1 0 0 0,-1 1 0 0 0,1-1 0 0 0,-1 0 0 0 0,0 1 0 0 0,1-2 0 0 0,-2 1 0 0 0,1 0 0 0 0,0-1 0 0 0,0 1 0 0 0,-1-1-1 0 0,0 0 1 0 0,2-4 0 0 0,-2 5 106 0 0,-3 2 43 0 0,1 0 1 0 0,-1 0 0 0 0,1 0-1 0 0,-1 0 1 0 0,1 0 0 0 0,-1 0-1 0 0,0 0 1 0 0,1 0 0 0 0,-1 0-1 0 0,0 0 1 0 0,0 0 0 0 0,0 0-1 0 0,0 1 1 0 0,0-1 0 0 0,0 0-1 0 0,0 1 1 0 0,0-1 0 0 0,0 0-1 0 0,0 1 1 0 0,0-1 0 0 0,0 1-1 0 0,0 0 1 0 0,0-1 0 0 0,-2 1-1 0 0,-3 0 62 0 0,0 0 1 0 0,1 1-1 0 0,-1 0 0 0 0,0 0 1 0 0,1 1-1 0 0,-1-1 0 0 0,1 1 1 0 0,-1 0-1 0 0,1 0 0 0 0,0 1 0 0 0,0 0 1 0 0,0 0-1 0 0,0 0 0 0 0,0 1 1 0 0,1-1-1 0 0,-7 8 0 0 0,3-4-105 0 0,2 0 1 0 0,-1 0-1 0 0,1 1 0 0 0,0 0 1 0 0,1 0-1 0 0,-1 0 0 0 0,2 1 0 0 0,-1 0 1 0 0,-3 11-1 0 0,8-19-6 0 0,-1 0 0 0 0,1 1 0 0 0,0-1 0 0 0,0 0 0 0 0,0 1 0 0 0,0-1 0 0 0,0 1 0 0 0,0-1 0 0 0,0 0 0 0 0,0 1 0 0 0,0-1 0 0 0,0 0 0 0 0,1 1 0 0 0,-1-1 0 0 0,1 0 0 0 0,-1 1 0 0 0,1-1 0 0 0,-1 0 0 0 0,1 0 0 0 0,0 1 0 0 0,0-1 0 0 0,0 0 0 0 0,-1 0 0 0 0,1 0 0 0 0,0 0 0 0 0,0 0 0 0 0,0 0 0 0 0,1 0 0 0 0,1 1 0 0 0,-1-1 0 0 0,2 2 0 0 0,0 0 0 0 0,1 0 0 0 0,-1 0 0 0 0,1-1 0 0 0,-1 0 0 0 0,1 0 0 0 0,0-1 0 0 0,0 1 0 0 0,-1-1 0 0 0,1 0 0 0 0,0 0 0 0 0,0 0 0 0 0,0-1 0 0 0,1 0 0 0 0,-1 0 0 0 0,0 0 0 0 0,0 0 0 0 0,0-1 0 0 0,0 0 0 0 0,0 0 0 0 0,5-3 0 0 0,4 1 0 0 0,-2-1 0 0 0,1-1 0 0 0,0 0 0 0 0,-1-1 0 0 0,0-1 0 0 0,18-12 0 0 0,-29 19 4 0 0,4-4-64 0 0,0 0 0 0 0,-1 0 0 0 0,1 0 0 0 0,-1 0 1 0 0,0-1-1 0 0,0 1 0 0 0,6-11 0 0 0,-9 13 25 0 0,3-4-461 0 0,14-22-10912 0 0,-17 26 10757 0 0,8-8-2867 0 0,-1 2-2383 0 0,4-2 118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33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12 1180 0 0,'-6'-11'21976'0'0,"59"246"-13220"0"0,-43-190-7947 0 0,-8-31-802 0 0,1-1-1 0 0,1 0 1 0 0,-1-1-1 0 0,2 1 1 0 0,0-1-1 0 0,13 24 1 0 0,-15-28-6 0 0,-3-1 2 0 0,23 35-110 0 0,-22-40-480 0 0,-7-30-9467 0 0,2 19 8042 0 0,0 0-1 0 0,-1 0 1 0 0,-1 0-1 0 0,1 0 1 0 0,-1 1 0 0 0,-11-11-1 0 0,-1 3 899 0 0,0 4 4062 0 0,8 8-2780 0 0,0 1 0 0 0,0-1 0 0 0,0 2 1 0 0,-1-1-1 0 0,1 2 0 0 0,-17-2 0 0 0,10 2 1235 0 0,0 2-1 0 0,1 0 0 0 0,-22 3 1 0 0,38-4-1316 0 0,-1 0 0 0 0,0 0 0 0 0,1 0-1 0 0,-1 0 1 0 0,1 0 0 0 0,-1 0 0 0 0,1 0 0 0 0,-1 0 0 0 0,1 0 0 0 0,-1 0 0 0 0,0 0 0 0 0,1 1 0 0 0,-1-1 0 0 0,1 0-1 0 0,-1 0 1 0 0,1 0 0 0 0,-1 1 0 0 0,1-1 0 0 0,-1 0 0 0 0,1 1 0 0 0,0-1 0 0 0,-1 0 0 0 0,1 1 0 0 0,-1-1 0 0 0,1 1-1 0 0,0-1 1 0 0,-1 1 0 0 0,1-1 0 0 0,0 1 0 0 0,0-1 0 0 0,-1 1 0 0 0,1-1 0 0 0,0 1 0 0 0,0-1 0 0 0,0 1 0 0 0,0-1-1 0 0,-1 1 1 0 0,1 0 0 0 0,17 16 2177 0 0,29 8-70 0 0,-29-20-1732 0 0,0 0-1 0 0,1-1 1 0 0,-1-1 0 0 0,1-1 0 0 0,0 0 0 0 0,20-2 0 0 0,-28 0-1298 0 0,1-1 0 0 0,0-1-1 0 0,-1 1 1 0 0,1-2 0 0 0,-1 0 0 0 0,17-6-1 0 0,-14 0-4602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35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10 1044 0 0,'0'0'19077'0'0,"-5"-2"-18369"0"0,-14-4-4 0 0,14 4 0 0 0,-13 7 1451 0 0,-11 9-561 0 0,-59 33 3342 0 0,88-46-4923 0 0,-1-1 0 0 0,1 0 1 0 0,0 1-1 0 0,0-1 1 0 0,-1 1-1 0 0,1-1 1 0 0,0 1-1 0 0,0-1 1 0 0,0 1-1 0 0,-1-1 1 0 0,1 1-1 0 0,0-1 1 0 0,0 1-1 0 0,0-1 1 0 0,0 1-1 0 0,0-1 1 0 0,0 1-1 0 0,0-1 1 0 0,0 1-1 0 0,1-1 0 0 0,-1 1 1 0 0,0-1-1 0 0,0 1 1 0 0,0-1-1 0 0,0 1 1 0 0,1-1-1 0 0,-1 1 1 0 0,0-1-1 0 0,0 1 1 0 0,1-1-1 0 0,-1 1 1 0 0,0-1-1 0 0,1 0 1 0 0,-1 1-1 0 0,0-1 1 0 0,1 0-1 0 0,-1 1 1 0 0,2-1-1 0 0,19 15-34 0 0,48 0-300 0 0,-55-14 304 0 0,0 1 1 0 0,-1 1-1 0 0,1 0 0 0 0,-1 1 0 0 0,1 1 0 0 0,-1 0 0 0 0,-1 0 1 0 0,1 2-1 0 0,11 7 0 0 0,-22-13 45 0 0,0 0 0 0 0,0 1 0 0 0,-1-1 0 0 0,1 1 0 0 0,-1 0 0 0 0,1-1 0 0 0,-1 1 0 0 0,0 0 0 0 0,0 0 0 0 0,0 0 0 0 0,0 0 1 0 0,0 0-1 0 0,0 0 0 0 0,0 0 0 0 0,-1 0 0 0 0,1 0 0 0 0,-1 0 0 0 0,1 0 0 0 0,-1 0 0 0 0,0 1 0 0 0,0 1 0 0 0,-1 0 34 0 0,1 0-1 0 0,-1-1 1 0 0,0 1 0 0 0,0 0 0 0 0,-1-1-1 0 0,1 1 1 0 0,-1-1 0 0 0,0 0-1 0 0,0 1 1 0 0,0-1 0 0 0,-3 3-1 0 0,-3 4 18 0 0,-1 0 0 0 0,0-1 0 0 0,-1 0-1 0 0,0-1 1 0 0,-20 13 0 0 0,25-18-79 0 0,0 0 0 0 0,0-1 0 0 0,-1 1 0 0 0,1-1 0 0 0,-1 0 0 0 0,0 0 0 0 0,1-1 0 0 0,-1 0 0 0 0,0 0 0 0 0,0 0 0 0 0,0 0 0 0 0,1-1 0 0 0,-9-1 0 0 0,-24 3 0 0 0,24-2 0 0 0,-1-3 0 0 0,3 0 0 0 0,3-3 0 0 0,-1 1-45 0 0,8 4-249 0 0,6-2-351 0 0,15-10-1614 0 0,0 2-1 0 0,0 0 1 0 0,23-9 0 0 0,17-9-9677 0 0,-35 15 5858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35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1028 0 0,'0'0'17748'0'0,"0"6"-16788"0"0,1 11 567 0 0,1 1 0 0 0,7 26 0 0 0,-5-26-373 0 0,-1 0 0 0 0,2 31 0 0 0,-4-47-1045 0 0,-1 1 0 0 0,1 0 0 0 0,0 0 0 0 0,0-1 0 0 0,0 1 0 0 0,0-1 0 0 0,1 1 1 0 0,-1-1-1 0 0,1 1 0 0 0,3 3 0 0 0,3 7 377 0 0,-7-11-345 0 0,20-5 276 0 0,-18-1-368 0 0,-1-1 0 0 0,1-1-1 0 0,-1 1 1 0 0,-1 0 0 0 0,1 0 0 0 0,-1-1 0 0 0,0 1 0 0 0,0-1 0 0 0,0 1 0 0 0,-1-1 0 0 0,0 0 0 0 0,0 1 0 0 0,0-1-1 0 0,-1 1 1 0 0,0-1 0 0 0,-2-9 0 0 0,2 9 13 0 0,1-1-1 0 0,0 0 0 0 0,0 1 1 0 0,0-1-1 0 0,3-9 1 0 0,1-19 181 0 0,2-27 286 0 0,-6 59-494 0 0,1 1-1 0 0,-1-1 1 0 0,1 1 0 0 0,0-1 0 0 0,0 1-1 0 0,0 0 1 0 0,0-1 0 0 0,1 1 0 0 0,-1 0-1 0 0,1 0 1 0 0,-1 0 0 0 0,1 0-1 0 0,0 0 1 0 0,0 0 0 0 0,0 0 0 0 0,0 0-1 0 0,0 1 1 0 0,0-1 0 0 0,0 1 0 0 0,0 0-1 0 0,5-3 1 0 0,3 2-27 0 0,-8 1-8 0 0,-1 1 0 0 0,1-1 0 0 0,-1 1 0 0 0,1-1 0 0 0,-1 1 0 0 0,1 0 0 0 0,-1 0 0 0 0,1 0 0 0 0,-1 0 0 0 0,1 0 0 0 0,-1 0 0 0 0,1 0 0 0 0,-1 0 0 0 0,1 1 0 0 0,-1-1 0 0 0,1 1 0 0 0,-1-1 0 0 0,1 1 0 0 0,-1-1 0 0 0,0 1 0 0 0,1 0 0 0 0,-1 0 0 0 0,0-1 0 0 0,3 3 0 0 0,3 3 0 0 0,8 3 0 0 0,20 25 0 0 0,-20-23-1692 0 0,-2-6-7155 0 0,-6-19-3648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35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15 272 0 0,'12'1'2668'0'0,"1"-3"5394"0"0,-8-12 2044 0 0,-21 21-2200 0 0,6-2-9579 0 0,5-2 2023 0 0,-1 1 0 0 0,1-1 0 0 0,-1 1 0 0 0,1 0 0 0 0,0 0 0 0 0,1 1 0 0 0,-1-1 0 0 0,1 1 0 0 0,0 0-1 0 0,0 0 1 0 0,0 1 0 0 0,-5 10 0 0 0,2-2-131 0 0,1 0 1 0 0,1 0-1 0 0,-7 27 0 0 0,10-35-219 0 0,2-4 0 0 0,0 0 0 0 0,0 0 0 0 0,0 0 0 0 0,0 0 0 0 0,0 0 0 0 0,0 0 0 0 0,0 0 0 0 0,0 0 0 0 0,1 0 0 0 0,-1 0 0 0 0,1-1 0 0 0,0 1 0 0 0,0 0 0 0 0,-1 0 0 0 0,1 0 0 0 0,2 2 0 0 0,-2-1 0 0 0,1 0 0 0 0,-1 0 0 0 0,1 0 0 0 0,0 0 0 0 0,0 0 0 0 0,0 0 0 0 0,0 0 0 0 0,0-1 0 0 0,1 1 0 0 0,-1-1 0 0 0,1 1 0 0 0,0-1 0 0 0,-1 0 0 0 0,1 0 0 0 0,0-1 0 0 0,4 3 0 0 0,1-1 0 0 0,-1 0 0 0 0,1-1 0 0 0,-1 0 0 0 0,1 0 0 0 0,0 0 0 0 0,15 0 0 0 0,-3-2 0 0 0,-1-1 0 0 0,0 0 0 0 0,0-1 0 0 0,0-1 0 0 0,27-8 0 0 0,-36 10 0 0 0,41-19 0 0 0,-45 17-1847 0 0,-2-6 4962 0 0,-5 3-7300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38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72 416 0 0,'0'0'31938'0'0,"2"3"-31590"0"0,7 7-283 0 0,-1 1-65 0 0,27 64 0 0 0,-31-64 0 0 0,0 0 0 0 0,1-1 0 0 0,0 1 0 0 0,1-1 0 0 0,0 0 0 0 0,1 0 0 0 0,0-1 0 0 0,1 0 0 0 0,0 0 0 0 0,16 14 0 0 0,-14-15 0 0 0,6 0 0 0 0,-4-5 0 0 0,3 0 0 0 0,-1-2 0 0 0,-1 0 0 0 0,4-7 0 0 0,-14 5 0 0 0,0 0 0 0 0,-1-1 0 0 0,1 0 0 0 0,-1 1 0 0 0,0-1 0 0 0,0 0 0 0 0,1 0 0 0 0,-1-1 0 0 0,0 1 0 0 0,-1 0 0 0 0,1-1 0 0 0,0 1 0 0 0,-1-1 0 0 0,1 1 0 0 0,-1-1 0 0 0,0 1 0 0 0,1-5 0 0 0,0 2 0 0 0,9-10 0 0 0,-2 0 0 0 0,0-1 0 0 0,-1 0 0 0 0,10-25 0 0 0,15-30 0 0 0,-29 57 0 0 0,-2 9 0 0 0,-1 0 0 0 0,1 1 0 0 0,0-1 0 0 0,0 0 0 0 0,0 1 0 0 0,1 0 0 0 0,3-6 0 0 0,-1 1 0 0 0,-3-1 0 0 0,3 1 0 0 0,0 4-6 0 0,-4 4-375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19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0 300 0 0,'-16'0'5807'0'0,"-17"7"2611"0"0,22-3-6441 0 0,5 2 735 0 0,7 0 6281 0 0,5-1-8759 0 0,0-2-1 0 0,1 1 1 0 0,0-1-1 0 0,0 0 1 0 0,0 0-1 0 0,0-1 0 0 0,0 0 1 0 0,0 0-1 0 0,1-1 1 0 0,-1 1-1 0 0,0-2 1 0 0,11 1-1 0 0,103-4 786 0 0,-93 1-848 0 0,26-2-36 0 0,-24 1-35 0 0,57 3 0 0 0,-60 2-100 0 0,-22 1 0 0 0,-3 0 0 0 0,-2-3 0 0 0,0 0 0 0 0,1 1 0 0 0,-1-1 0 0 0,1 0 0 0 0,-1 1 0 0 0,0-1 0 0 0,1 1 0 0 0,-1-1 0 0 0,0 1 0 0 0,0-1 0 0 0,1 1 0 0 0,-1-1 0 0 0,0 0 0 0 0,0 1 0 0 0,0-1 0 0 0,1 1 0 0 0,-1 0 0 0 0,0-1 0 0 0,0 1 0 0 0,0-1 0 0 0,0 1 0 0 0,0-1 0 0 0,0 1 0 0 0,0-1 0 0 0,0 2 0 0 0,-5 13 0 0 0,1 1 0 0 0,-2-1 0 0 0,0 0 0 0 0,0 0 0 0 0,-2 0 0 0 0,0-1 0 0 0,0 0 0 0 0,-14 16 0 0 0,-29 53 0 0 0,17-22 0 0 0,25-47 0 0 0,1 0 0 0 0,0 0 0 0 0,1 1 0 0 0,1-1 0 0 0,0 2 0 0 0,1-1 0 0 0,-4 18 0 0 0,8-26 0 0 0,-1 3 0 0 0,1-1 0 0 0,0 0 0 0 0,1 1 0 0 0,0-1 0 0 0,1 14 0 0 0,0-20 0 0 0,0 0 0 0 0,-1 0 0 0 0,1 0 0 0 0,1 0 0 0 0,-1 0 0 0 0,0 0 0 0 0,1 0 0 0 0,0 0 0 0 0,-1-1 0 0 0,1 1 0 0 0,0-1 0 0 0,0 1 0 0 0,1-1 0 0 0,-1 0 0 0 0,0 0 0 0 0,1 0 0 0 0,-1 0 0 0 0,1 0 0 0 0,0-1 0 0 0,4 3 0 0 0,-1-1-234 0 0,0-1 1 0 0,0 0-1 0 0,1-1 0 0 0,-1 0 1 0 0,0 1-1 0 0,0-2 0 0 0,1 1 1 0 0,-1-1-1 0 0,1 0 0 0 0,-1 0 1 0 0,0-1-1 0 0,1 0 0 0 0,-1 0 1 0 0,0 0-1 0 0,12-5 0 0 0,-12 4-11 0 0,-1 0-1 0 0,0 0 1 0 0,0-1-1 0 0,0 0 1 0 0,0 1-1 0 0,-1-2 1 0 0,1 1-1 0 0,-1 0 1 0 0,1-1-1 0 0,-1 0 1 0 0,0 0 0 0 0,-1 0-1 0 0,1-1 1 0 0,-1 1-1 0 0,0-1 1 0 0,0 1-1 0 0,0-1 1 0 0,2-6-1 0 0,-3 5-846 0 0,0-3-3147 0 0,0 4-4618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25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5426 132 0 0,'0'0'7519'0'0,"4"-2"-7180"0"0,5-3-196 0 0,-1-1 0 0 0,0-1 0 0 0,0 1 0 0 0,0-1 0 0 0,-1 0 0 0 0,0-1 0 0 0,-1 0 0 0 0,8-11 0 0 0,-3 4-119 0 0,1 0 0 0 0,0 1 0 0 0,20-17 0 0 0,9-10 28 0 0,32-27 7 0 0,-25 26-65 0 0,-32 26 3 0 0,-1-1-1 0 0,0 0 1 0 0,16-26-1 0 0,32-27 66 0 0,56-81-362 0 0,-85 88 340 0 0,-22 48 53 0 0,1 0 1 0 0,0 0-1 0 0,1 1 0 0 0,26-21 0 0 0,29-29-57 0 0,31-70 289 0 0,80-73-352 0 0,-162 186 33 0 0,-1 4 122 0 0,-1-1 1 0 0,0 0 0 0 0,-2-1-1 0 0,0-1 1 0 0,-1-1-1 0 0,-1 0 1 0 0,14-33-1 0 0,-22 45-3 0 0,0 0 1 0 0,0 0-1 0 0,1 1 0 0 0,9-13 0 0 0,14-24 263 0 0,-22 34-312 0 0,0 1-1 0 0,1 0 1 0 0,0 0 0 0 0,17-16-1 0 0,17-23 145 0 0,1-15-34 0 0,59-78 177 0 0,-98 137-352 0 0,0 1 1 0 0,-1-1 0 0 0,0 0-1 0 0,0 0 1 0 0,0 0 0 0 0,0 0 0 0 0,1-9-1 0 0,9-21 52 0 0,11-5-37 0 0,3 2 1 0 0,0 1-1 0 0,3 1 1 0 0,1 1-1 0 0,40-36 1 0 0,-48 47 88 0 0,36-49 1 0 0,-25 28-9 0 0,92-95 29 0 0,-45 54-117 0 0,-45 52-23 0 0,-28 28-1 0 0,1 0 1 0 0,-1-1-1 0 0,-1-1 0 0 0,12-15 0 0 0,44-42-39 0 0,50-70 92 0 0,25-25 58 0 0,-114 133-85 0 0,40-36 0 0 0,-19 20-1 0 0,79-83 18 0 0,-73 69-48 0 0,25-37 24 0 0,86-92-234 0 0,-116 142 155 0 0,-25 26 30 0 0,0-1 1 0 0,-2-1 0 0 0,20-28 0 0 0,-20 19 19 0 0,26-33 230 0 0,-41 59-210 0 0,-1-1 0 0 0,0 0 0 0 0,0 1 0 0 0,0-1 0 0 0,0 0 0 0 0,-1 0 0 0 0,3-7 1 0 0,10-22 37 0 0,8 2 206 0 0,30-56 0 0 0,-39 58 51 0 0,-2-1 0 0 0,13-51 0 0 0,-19 62-216 0 0,0 1 0 0 0,1 0 0 0 0,1 0 0 0 0,1 1-1 0 0,0 0 1 0 0,2 0 0 0 0,0 1 0 0 0,12-16-1 0 0,-6 10-64 0 0,32-38 66 0 0,-22 30 1 0 0,-1-2 0 0 0,-1 0 0 0 0,22-42-1 0 0,-33 50 8 0 0,-1-2 1 0 0,-1 0-1 0 0,11-40 0 0 0,-13 37-83 0 0,1 1 0 0 0,22-44 1 0 0,-6 9 20 0 0,-22 51-33 0 0,0 0 1 0 0,1 1 0 0 0,0 0-1 0 0,1 0 1 0 0,0 0 0 0 0,10-13 0 0 0,13-12-14 0 0,-15 17 30 0 0,1 1 0 0 0,32-30 0 0 0,12-13 36 0 0,-37 35 0 0 0,127-134 94 0 0,-113 127 115 0 0,-35 32-220 0 0,19-10 255 0 0,-10 5-791 0 0,-7 5-525 0 0,-2 0 473 0 0,7-8-1305 0 0,-7 0-5885 0 0,-5-4 4160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0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99 1472 0 0,'-20'-26'26453'0'0,"19"75"-26026"0"0,-1-27 18 0 0,1 1 0 0 0,1 0 1 0 0,1 0-1 0 0,2-1 0 0 0,6 34 0 0 0,-7-51-390 0 0,-1-1-1 0 0,1 1 1 0 0,0-1-1 0 0,0 1 1 0 0,0-1-1 0 0,0 0 1 0 0,1 0-1 0 0,0 0 1 0 0,0 0-1 0 0,0 0 1 0 0,0 0-1 0 0,0-1 1 0 0,1 0-1 0 0,0 0 1 0 0,0 0-1 0 0,0 0 1 0 0,0 0-1 0 0,0-1 1 0 0,0 0-1 0 0,1 1 1 0 0,-1-2-1 0 0,1 1 1 0 0,-1 0-1 0 0,1-1 1 0 0,0 0-1 0 0,-1 0 1 0 0,1-1-1 0 0,0 1 1 0 0,0-1-1 0 0,0 0 1 0 0,8-1-1 0 0,-5 1-54 0 0,-1-1 0 0 0,1 0 0 0 0,0-1 0 0 0,0 0 0 0 0,-1 0 0 0 0,1 0 0 0 0,-1-1 0 0 0,0 0 0 0 0,0 0 0 0 0,0-1 0 0 0,0 0 0 0 0,0 0 0 0 0,-1-1 0 0 0,0 0 0 0 0,7-6 0 0 0,-5 2 0 0 0,0-1 0 0 0,0 1 0 0 0,-1-2 0 0 0,0 1 0 0 0,0-1 0 0 0,-1 0 0 0 0,-1 0 0 0 0,8-22 0 0 0,-12 31 0 0 0,2-6 0 0 0,-1 1 0 0 0,0 0 0 0 0,0 0 0 0 0,0-1 0 0 0,-1 1 0 0 0,1-14 0 0 0,-20-85 0 0 0,16 95 0 0 0,0 0 0 0 0,-4 4 0 0 0,2 1-211 0 0,-17 19-2788 0 0,17-10 899 0 0,4 3-2012 0 0,0-3 775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0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66 928 0 0,'0'0'7414'0'0,"1"17"-2253"0"0,2-7-3989 0 0,1-1-1 0 0,0-1 0 0 0,1 1 1 0 0,0-1-1 0 0,0 0 1 0 0,12 14-1 0 0,-11-15-652 0 0,0-1 1 0 0,1 0 0 0 0,0 0-1 0 0,0 0 1 0 0,0-1-1 0 0,1 0 1 0 0,10 5-1 0 0,-12-7-405 0 0,1-1-1 0 0,-1 1 0 0 0,0-1 1 0 0,1 0-1 0 0,-1-1 1 0 0,1 0-1 0 0,-1 0 1 0 0,1 0-1 0 0,0-1 1 0 0,-1 0-1 0 0,1 0 0 0 0,0-1 1 0 0,-1 1-1 0 0,1-2 1 0 0,-1 1-1 0 0,1-1 1 0 0,-1 0-1 0 0,1 0 1 0 0,-1 0-1 0 0,0-1 1 0 0,0 0-1 0 0,0-1 0 0 0,-1 1 1 0 0,6-5-1 0 0,-3 1-65 0 0,0 0 0 0 0,0 0 0 0 0,-1-1 0 0 0,0 0 0 0 0,0 0-1 0 0,9-16 1 0 0,-13 20-18 0 0,0-1-1 0 0,-1 1 0 0 0,0-1 1 0 0,0 0-1 0 0,0 0 1 0 0,-1 0-1 0 0,1 0 0 0 0,-1 0 1 0 0,0 0-1 0 0,-1 0 1 0 0,1 0-1 0 0,-1 0 0 0 0,0 0 1 0 0,0 0-1 0 0,-1-1 1 0 0,0-4-1 0 0,0 8 11 0 0,1 0-1 0 0,-1 1 1 0 0,0-1-1 0 0,1 0 1 0 0,-1 1-1 0 0,0-1 1 0 0,0 0-1 0 0,0 1 1 0 0,0-1-1 0 0,-1 1 1 0 0,1 0-1 0 0,0-1 1 0 0,-1 1-1 0 0,1 0 1 0 0,0 0-1 0 0,-1 0 1 0 0,0 0-1 0 0,1 0 1 0 0,-1 0 0 0 0,1 0-1 0 0,-1 1 1 0 0,0-1-1 0 0,0 0 1 0 0,1 1-1 0 0,-1 0 1 0 0,0-1-1 0 0,0 1 1 0 0,0 0-1 0 0,0 0 1 0 0,1 0-1 0 0,-1 0 1 0 0,0 0-1 0 0,0 0 1 0 0,0 1-1 0 0,1-1 1 0 0,-1 1-1 0 0,0-1 1 0 0,0 1-1 0 0,1 0 1 0 0,-1-1 0 0 0,-2 2-1 0 0,-3 1 158 0 0,-1 1 0 0 0,1-1 0 0 0,0 1 1 0 0,0 1-1 0 0,0-1 0 0 0,1 1 0 0 0,-12 11 0 0 0,12-10-197 0 0,0 1 0 0 0,1 0 0 0 0,0 0 0 0 0,0 0 0 0 0,1 0 0 0 0,0 1 0 0 0,0 0 0 0 0,0 0 0 0 0,1 0 0 0 0,1 1 0 0 0,-4 14 0 0 0,6-19 0 0 0,-1 1 0 0 0,2-1 0 0 0,-1 0 0 0 0,0 1 0 0 0,1-1 0 0 0,0 0 0 0 0,-1 0 0 0 0,2 0 0 0 0,-1 0 0 0 0,0 0 0 0 0,1 0 0 0 0,0 0 0 0 0,0 0 0 0 0,0 0 0 0 0,0-1 0 0 0,1 1 0 0 0,0-1 0 0 0,-1 0 0 0 0,1 1 0 0 0,0-1 0 0 0,0-1 0 0 0,1 1 0 0 0,-1 0 0 0 0,1-1 0 0 0,-1 0 0 0 0,7 3 0 0 0,-1 0-287 0 0,0-1 0 0 0,0 0 0 0 0,1-1 0 0 0,0 0 0 0 0,0 0 1 0 0,0-1-1 0 0,0 0 0 0 0,0-1 0 0 0,0 0 0 0 0,0-1 0 0 0,0 0 0 0 0,1 0 0 0 0,-1-1 0 0 0,0-1 0 0 0,0 0 0 0 0,17-5 1 0 0,-20 5 24 0 0,0-1 1 0 0,0 1 0 0 0,0-1-1 0 0,-1-1 1 0 0,1 1 0 0 0,-1-1-1 0 0,0 0 1 0 0,0 0 0 0 0,0-1-1 0 0,-1 0 1 0 0,1 0 0 0 0,-1 0-1 0 0,-1-1 1 0 0,1 0 0 0 0,-1 0-1 0 0,0 0 1 0 0,0 0 0 0 0,0-1 0 0 0,-1 1-1 0 0,0-1 1 0 0,-1 0 0 0 0,1 0-1 0 0,1-12 1 0 0,3-10-10420 0 0,-5 16 4532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1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1 184 0 0,'-2'1'9760'0'0,"1"7"-4765"0"0,5 53-242 0 0,58 162 4626 0 0,-38-140-7520 0 0,-23-80-2150 0 0,-1 0 0 0 0,1 0 0 0 0,0 0 0 0 0,0-1 0 0 0,1 1 0 0 0,-1 0 0 0 0,1 0 0 0 0,-1-1 0 0 0,1 1 0 0 0,0-1 0 0 0,0 1 0 0 0,0-1 0 0 0,4 4 0 0 0,-5-5-1041 0 0,2-4-1985 0 0,13-15 127 0 0,1-5-5725 0 0,-9 9 3233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1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6 64 0 0,'0'0'12720'0'0,"-16"-6"-11174"0"0,10 10 4772 0 0,0 8-5585 0 0,1 1 0 0 0,0 0 0 0 0,0 1 0 0 0,2-1 1 0 0,0 1-1 0 0,0-1 0 0 0,1 1 0 0 0,1 0 0 0 0,0 15 0 0 0,2-26-713 0 0,-1-1 0 0 0,1 1 0 0 0,0-1 0 0 0,0 1 0 0 0,-1-1 0 0 0,2 0-1 0 0,-1 1 1 0 0,0-1 0 0 0,0 0 0 0 0,1 0 0 0 0,-1 0 0 0 0,1 0 0 0 0,0 0 0 0 0,0 0 0 0 0,0 0 0 0 0,-1-1-1 0 0,2 1 1 0 0,-1-1 0 0 0,0 1 0 0 0,0-1 0 0 0,0 0 0 0 0,1 0 0 0 0,-1 0 0 0 0,0 0 0 0 0,1 0-1 0 0,-1 0 1 0 0,1-1 0 0 0,-1 1 0 0 0,1-1 0 0 0,-1 0 0 0 0,1 0 0 0 0,0 0 0 0 0,-1 0 0 0 0,1 0 0 0 0,4-1-1 0 0,3 0-76 0 0,0-1 0 0 0,-1 0 0 0 0,1 0-1 0 0,-1 0 1 0 0,0-1 0 0 0,0-1-1 0 0,0 0 1 0 0,10-5 0 0 0,-7 2 1 0 0,-1-1 0 0 0,0 0 0 0 0,0 0 0 0 0,-1-1 1 0 0,0 0-1 0 0,0-1 0 0 0,-1-1 0 0 0,0 1 0 0 0,9-16 0 0 0,-17 25 96 0 0,-1 0-1 0 0,1 0 1 0 0,-1 0-1 0 0,1 0 1 0 0,-1 0-1 0 0,0-1 1 0 0,1 1-1 0 0,-1 0 1 0 0,0 0-1 0 0,0 0 1 0 0,0 0-1 0 0,1-1 1 0 0,-1 1-1 0 0,-1 0 1 0 0,1 0-1 0 0,0-1 1 0 0,0 1-1 0 0,0 0 1 0 0,-1 0-1 0 0,1 0 1 0 0,0 0-1 0 0,-1 0 1 0 0,1-1-1 0 0,-1 1 1 0 0,1 0-1 0 0,-1 0 1 0 0,0 0-1 0 0,0 0 1 0 0,1 0-1 0 0,-1 1 1 0 0,0-1-1 0 0,0 0 1 0 0,0 0-1 0 0,0 0 1 0 0,0 1-1 0 0,0-1 1 0 0,0 0-1 0 0,0 1 1 0 0,0-1-1 0 0,0 1 1 0 0,0 0-1 0 0,0-1 1 0 0,-2 1-1 0 0,-2-2 167 0 0,1 0 0 0 0,-1 1 0 0 0,0 0 0 0 0,0 0 0 0 0,0 0 0 0 0,0 1 0 0 0,-1 0-1 0 0,1 0 1 0 0,-10 1 0 0 0,-58 24 171 0 0,71-24-1007 0 0,3 5-8302 0 0,1-3 4007 0 0,9-2 1798 0 0,-2-2 130 0 0,-3 1-3291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2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1 420 0 0,'0'0'15623'0'0,"-4"4"-14477"0"0,-4 4-354 0 0,0 0 0 0 0,1 0 0 0 0,0 0 0 0 0,0 1 0 0 0,1 0 0 0 0,0 1 0 0 0,0-1 0 0 0,1 1 1 0 0,1 0-1 0 0,0 1 0 0 0,0-1 0 0 0,1 1 0 0 0,0 0 0 0 0,-3 20 0 0 0,7-29-721 0 0,-1 0 1 0 0,1 0-1 0 0,-1 1 0 0 0,1-1 1 0 0,0 0-1 0 0,0 0 0 0 0,0 0 1 0 0,0 0-1 0 0,0 0 1 0 0,0 0-1 0 0,0 0 0 0 0,1 0 1 0 0,-1-1-1 0 0,1 1 0 0 0,-1 0 1 0 0,1-1-1 0 0,0 1 0 0 0,0-1 1 0 0,0 0-1 0 0,0 1 0 0 0,0-1 1 0 0,0 0-1 0 0,0 0 0 0 0,0 0 1 0 0,0-1-1 0 0,0 1 0 0 0,0 0 1 0 0,1-1-1 0 0,-1 1 1 0 0,4-1-1 0 0,6 2-16 0 0,0 0-1 0 0,1-1 1 0 0,-1-1 0 0 0,13-1 0 0 0,4-2-512 0 0,-1-1 0 0 0,1-1 0 0 0,-1-2 0 0 0,0-1 0 0 0,0-1 0 0 0,-1-1 0 0 0,-1-1 0 0 0,0-2 0 0 0,42-26 0 0 0,-65 37 373 0 0,-1 0-1 0 0,0 0 1 0 0,1 0-1 0 0,-1 0 1 0 0,0-1-1 0 0,0 1 0 0 0,0-1 1 0 0,-1 1-1 0 0,1-1 1 0 0,0 1-1 0 0,-1-1 0 0 0,0 0 1 0 0,0 0-1 0 0,1 0 1 0 0,0-5-1 0 0,-2 6 168 0 0,-15-13 699 0 0,13 15-280 0 0,-20 8 271 0 0,21-7-744 0 0,0 0 1 0 0,1 0-1 0 0,-1 0 1 0 0,0 0 0 0 0,1 0-1 0 0,-1 0 1 0 0,1 0-1 0 0,-1 0 1 0 0,1 0 0 0 0,0 0-1 0 0,-1 0 1 0 0,1 1-1 0 0,0-1 1 0 0,0 0 0 0 0,0 0-1 0 0,0 0 1 0 0,0 1-1 0 0,0-1 1 0 0,0 0 0 0 0,0 0-1 0 0,0 0 1 0 0,1 1 0 0 0,-1-1-1 0 0,0 0 1 0 0,1 1-1 0 0,22 41 609 0 0,34 25 265 0 0,-19-36-841 0 0,-37-31-257 0 0,0-5-1270 0 0,0-7 484 0 0,0 1 0 0 0,0-1 0 0 0,-1 0-1 0 0,-1 1 1 0 0,0-1 0 0 0,-3-12 0 0 0,-14-35-10768 0 0,7 35 6201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2.1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1 400 0 0,'0'0'3577'0'0,"-2"0"-968"0"0,-11 3 7464 0 0,13-2-10280 0 0,14 13-691 0 0,-5-10-2468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2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0 848 0 0,'0'0'3938'0'0,"-1"5"-1943"0"0,-1 4-696 0 0,0 0 0 0 0,0 1 0 0 0,1 0 0 0 0,1-1 0 0 0,0 1 0 0 0,1 14 0 0 0,1-9 39 0 0,1 0 0 0 0,1 0 0 0 0,7 22 0 0 0,7 5 1444 0 0,41 72 0 0 0,-44-88-1785 0 0,39 48 878 0 0,-42-58-3791 0 0,-8-16-1698 0 0,-11-34-9327 0 0,6 30 11692 0 0,0-7-4345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2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33 632 0 0,'0'0'12301'0'0,"7"1"-11146"0"0,23 3-55 0 0,-23-3 2006 0 0,10 27 1577 0 0,-14-19-4136 0 0,0 0 0 0 0,1-1 0 0 0,0 1 0 0 0,1-1-1 0 0,9 14 1 0 0,-8-14-507 0 0,0-1-1 0 0,1 1 1 0 0,1-1-1 0 0,-1-1 1 0 0,1 0-1 0 0,0 0 1 0 0,0 0-1 0 0,1-1 1 0 0,0 0-1 0 0,0 0 1 0 0,0-1-1 0 0,0-1 1 0 0,0 1-1 0 0,1-2 1 0 0,0 1-1 0 0,0-1 0 0 0,0-1 1 0 0,-1 1-1 0 0,13-2 1 0 0,-13 1-319 0 0,1-1 0 0 0,-1-1 0 0 0,0 1 1 0 0,0-1-1 0 0,0-1 0 0 0,0 0 0 0 0,-1 0 0 0 0,1-1 0 0 0,0 0 0 0 0,-1-1 1 0 0,0 0-1 0 0,1 0 0 0 0,-2 0 0 0 0,1-1 0 0 0,0 0 0 0 0,-1-1 0 0 0,0 0 1 0 0,0 0-1 0 0,-1-1 0 0 0,0 1 0 0 0,9-13 0 0 0,-12 14 201 0 0,0 0 0 0 0,-1 0 0 0 0,1 0 0 0 0,-1-1 0 0 0,-1 1 0 0 0,1 0 0 0 0,-1-1 0 0 0,0 1 1 0 0,0-1-1 0 0,0-8 0 0 0,-1 11 216 0 0,0 1 0 0 0,0-1 0 0 0,0 0 0 0 0,0 1 0 0 0,-1-1 0 0 0,1 1 0 0 0,-1-1 1 0 0,0 1-1 0 0,0-1 0 0 0,0 1 0 0 0,0 0 0 0 0,0-1 0 0 0,0 1 0 0 0,-1 0 1 0 0,1 0-1 0 0,-1 0 0 0 0,1 0 0 0 0,-1 0 0 0 0,0 0 0 0 0,0 0 0 0 0,0 1 0 0 0,0-1 1 0 0,0 0-1 0 0,-4-1 0 0 0,2 1 327 0 0,-1 1 0 0 0,1-1 1 0 0,0 1-1 0 0,-1 0 0 0 0,1 1 1 0 0,-1-1-1 0 0,0 1 0 0 0,-5 0 1 0 0,9 0-413 0 0,0 0 1 0 0,0 0-1 0 0,0 0 1 0 0,0 0-1 0 0,0 0 1 0 0,0 0-1 0 0,0 0 1 0 0,0 1-1 0 0,0-1 1 0 0,0 0-1 0 0,0 1 1 0 0,1-1-1 0 0,-1 1 1 0 0,0-1-1 0 0,0 1 1 0 0,0-1-1 0 0,1 1 1 0 0,-1-1-1 0 0,0 1 1 0 0,0 0-1 0 0,1 0 1 0 0,-1-1-1 0 0,1 1 1 0 0,-1 0-1 0 0,1 0 1 0 0,-1 0-1 0 0,1-1 1 0 0,-1 1-1 0 0,1 0 1 0 0,0 0-1 0 0,-1 0 1 0 0,1 0-1 0 0,0 0 1 0 0,0 0-1 0 0,0 0 1 0 0,0 0-1 0 0,0 0 1 0 0,0 0-1 0 0,0 0 1 0 0,0 0-1 0 0,0 0 1 0 0,0 0-1 0 0,0 0 1 0 0,1 0-1 0 0,-1 0 1 0 0,0 0-1 0 0,1-1 1 0 0,-1 1-1 0 0,1 0 1 0 0,0 1-1 0 0,3 9 15 0 0,0-1-1 0 0,2 0 1 0 0,-1 0-1 0 0,1 0 0 0 0,1-1 1 0 0,-1 1-1 0 0,2-2 0 0 0,-1 1 1 0 0,1-1-1 0 0,15 12 0 0 0,5 1 303 0 0,1-2 0 0 0,37 18 0 0 0,-30-17-124 0 0,41 29-1 0 0,-73-45-245 0 0,1-1 0 0 0,-1 1 0 0 0,0 0 0 0 0,0 0 0 0 0,0 0 0 0 0,-1 0 0 0 0,0 1 0 0 0,1-1 0 0 0,-2 1 0 0 0,1 0 0 0 0,0 0 0 0 0,-1 0 0 0 0,0 0 0 0 0,0 0 0 0 0,-1 1 0 0 0,1-1 0 0 0,-1 0 0 0 0,0 1 0 0 0,-1-1 0 0 0,1 1 0 0 0,-1 6 0 0 0,-1-3 0 0 0,0 0 0 0 0,-1 1 0 0 0,0-1 0 0 0,-1 0 0 0 0,0 0 0 0 0,0 0 0 0 0,-1 0 0 0 0,0-1 0 0 0,0 0 0 0 0,-1 1 0 0 0,-9 10 0 0 0,5-7 0 0 0,3-2 0 0 0,-1-1 0 0 0,-1 0 0 0 0,0 0 0 0 0,-16 14 0 0 0,10-12-24 0 0,-29 19-213 0 0,41-29 217 0 0,0 0 1 0 0,0 0 0 0 0,-1 0-1 0 0,1-1 1 0 0,0 1 0 0 0,-1 0-1 0 0,1-1 1 0 0,0 0 0 0 0,-1 0-1 0 0,1 0 1 0 0,0 0 0 0 0,-1 0-1 0 0,1 0 1 0 0,0 0 0 0 0,-1-1-1 0 0,1 1 1 0 0,0-1 0 0 0,-1 0-1 0 0,1 1 1 0 0,-2-3 0 0 0,-2 0-318 0 0,1-1 0 0 0,0 0 0 0 0,0-1 0 0 0,0 1 0 0 0,1-1 1 0 0,0 0-1 0 0,0 0 0 0 0,0-1 0 0 0,0 1 0 0 0,-5-13 0 0 0,-23-62-3705 0 0,4 19 409 0 0,13 32 58 0 0,3-1-3817 0 0,5 15 1908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3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1 388 0 0,'-14'2'23081'0'0,"16"16"-14959"0"0,21 34-9460 0 0,-15-36 3819 0 0,9 11-2440 0 0,21 22-49 0 0,-32-40-174 0 0,-6-7-801 0 0,2-7-2308 0 0,4-27-353 0 0,-6 5-3033 0 0,0 12 607 0 0,0-4-630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4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1120 0 0,'0'0'1582'0'0,"27"19"8043"0"0,-23-16-8942 0 0,-1 0 0 0 0,1 0 0 0 0,0 0 0 0 0,-1 1-1 0 0,0-1 1 0 0,0 1 0 0 0,0 0 0 0 0,0 0 0 0 0,-1 0 0 0 0,3 6 0 0 0,24 56 3266 0 0,-4-9-1367 0 0,-19-47-2138 0 0,0 1 0 0 0,1-1 0 0 0,0 0 1 0 0,1 0-1 0 0,0-1 0 0 0,9 9 0 0 0,-16-18-439 0 0,0 1 0 0 0,1-1-1 0 0,-1 0 1 0 0,0 0-1 0 0,1 0 1 0 0,-1 1 0 0 0,0-1-1 0 0,1 0 1 0 0,-1-1 0 0 0,0 1-1 0 0,1 0 1 0 0,-1 0-1 0 0,0-1 1 0 0,1 1 0 0 0,-1 0-1 0 0,0-1 1 0 0,1 1-1 0 0,-1-1 1 0 0,2-1 0 0 0,22-13-194 0 0,-11 3-102 0 0,0-1 1 0 0,-1 0-1 0 0,19-27 1 0 0,-1 4-207 0 0,-26 29 387 0 0,0-1 0 0 0,0 1 0 0 0,-1-1 0 0 0,0 0 0 0 0,4-9 0 0 0,17-28 320 0 0,-25 41 164 0 0,3-10-266 0 0,-3 14-66 0 0,0 0-1 0 0,0 0 0 0 0,0 0 1 0 0,0 0-1 0 0,0-1 1 0 0,0 1-1 0 0,0 0 1 0 0,0 0-1 0 0,0 0 0 0 0,0 0 1 0 0,0-1-1 0 0,0 1 1 0 0,0 0-1 0 0,0 0 1 0 0,0 0-1 0 0,0 0 0 0 0,0 0 1 0 0,0-1-1 0 0,0 1 1 0 0,0 0-1 0 0,1 0 0 0 0,-1 0 1 0 0,0 0-1 0 0,0 0 1 0 0,0 0-1 0 0,0 0 1 0 0,0-1-1 0 0,0 1 0 0 0,0 0 1 0 0,0 0-1 0 0,1 0 1 0 0,-1 0-1 0 0,0 0 1 0 0,0 0-1 0 0,0 0 0 0 0,0 0 1 0 0,0 0-1 0 0,1 0 1 0 0,-1 0-1 0 0,0 0 1 0 0,0 0-1 0 0,0 0 0 0 0,0 0 1 0 0,0 0-1 0 0,1 0 1 0 0,-1 0-1 0 0,0 0 1 0 0,0 0-1 0 0,0 0 0 0 0,0 0 1 0 0,0 0-1 0 0,1 0 1 0 0,-1 0-1 0 0,0 0 1 0 0,0 0-1 0 0,0 0 0 0 0,0 0 1 0 0,0 0-1 0 0,1 0 1 0 0,-1 0-1 0 0,0 1 1 0 0,0-1-1 0 0,0 0 0 0 0,0 0 1 0 0,28 46 640 0 0,-21-33-553 0 0,0-1 1 0 0,0 1-1 0 0,1-2 1 0 0,1 1-1 0 0,0-1 1 0 0,14 13-1 0 0,-12-15-221 0 0,1-1 1 0 0,0 0-1 0 0,0 0 0 0 0,0-1 1 0 0,1-1-1 0 0,0 0 1 0 0,21 6-1 0 0,-25-10-626 0 0,-1 0 1 0 0,1 0-1 0 0,0-1 1 0 0,0 0-1 0 0,-1 0 0 0 0,1-1 1 0 0,17-2-1 0 0,-23 2-276 0 0,0-1-1 0 0,0 1 1 0 0,-1-1 0 0 0,1 0-1 0 0,0 0 1 0 0,-1 0 0 0 0,1 0-1 0 0,-1-1 1 0 0,6-2 0 0 0,0-2-3723 0 0,4-1-1414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4.9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232 243 780 0 0,'0'0'1132'0'0,"11"-21"4642"0"0,-9 20-4973 0 0,23-19 10525 0 0,-23 17-11257 0 0,-1-1 1 0 0,0 1-1 0 0,-1 0 0 0 0,1 0 0 0 0,-1 0 0 0 0,1-1 0 0 0,-1 1 1 0 0,0 0-1 0 0,0-1 0 0 0,0 1 0 0 0,-1 0 0 0 0,1 0 1 0 0,-1-1-1 0 0,0 1 0 0 0,1 0 0 0 0,-2 0 0 0 0,1 0 0 0 0,0 0 1 0 0,-1 0-1 0 0,1 0 0 0 0,-1 0 0 0 0,0 0 0 0 0,-3-3 1 0 0,-3-5 222 0 0,0 1 0 0 0,0 0 0 0 0,-1 0 1 0 0,-19-15-1 0 0,24 22-122 0 0,1 0-1 0 0,-1 1 1 0 0,1 0 0 0 0,-1 0 0 0 0,0 0-1 0 0,0 0 1 0 0,0 0 0 0 0,0 1 0 0 0,-1 0 0 0 0,1 0-1 0 0,0 0 1 0 0,0 0 0 0 0,-1 1 0 0 0,1 0-1 0 0,0 0 1 0 0,-1 0 0 0 0,1 0 0 0 0,0 1 0 0 0,-1-1-1 0 0,1 1 1 0 0,0 0 0 0 0,0 0 0 0 0,0 1-1 0 0,-1-1 1 0 0,1 1 0 0 0,1 0 0 0 0,-7 4 0 0 0,4-2 15 0 0,0 0 0 0 0,1 0 1 0 0,-1 1-1 0 0,1 0 1 0 0,0 0-1 0 0,0 1 0 0 0,0 0 1 0 0,1-1-1 0 0,0 1 0 0 0,0 1 1 0 0,0-1-1 0 0,1 1 1 0 0,0-1-1 0 0,0 1 0 0 0,-2 9 1 0 0,4-9-129 0 0,0 0 0 0 0,1 0 0 0 0,-1 0 0 0 0,1 0 0 0 0,1 0 0 0 0,-1 0 0 0 0,1 0 0 0 0,0 0 0 0 0,1 0 0 0 0,0 0 0 0 0,0-1 1 0 0,0 1-1 0 0,1 0 0 0 0,0-1 0 0 0,0 0 0 0 0,1 0 0 0 0,0 0 0 0 0,0 0 0 0 0,0 0 0 0 0,1-1 0 0 0,-1 0 0 0 0,1 0 0 0 0,1 0 0 0 0,-1 0 0 0 0,1-1 0 0 0,6 4 0 0 0,-4-3-130 0 0,-1 0 0 0 0,1 0 0 0 0,0-1 0 0 0,0 0 1 0 0,0-1-1 0 0,1 1 0 0 0,-1-2 0 0 0,1 1 0 0 0,0-1 0 0 0,0-1 0 0 0,-1 1 0 0 0,1-2 0 0 0,0 1 0 0 0,0-1 0 0 0,0 0 0 0 0,0-1 0 0 0,0 0 0 0 0,0-1 0 0 0,0 0 0 0 0,9-3 0 0 0,-4-1-285 0 0,-1 0 1 0 0,0-1-1 0 0,0-1 0 0 0,0 0 1 0 0,17-15-1 0 0,-25 19 156 0 0,0-1 1 0 0,-1 1-1 0 0,1-1 0 0 0,-1 0 0 0 0,0-1 1 0 0,0 1-1 0 0,-1-1 0 0 0,0 1 1 0 0,0-1-1 0 0,0 0 0 0 0,-1 0 0 0 0,1-1 1 0 0,-1 1-1 0 0,1-11 0 0 0,-1 5-429 0 0,-1-1 1 0 0,0 0-1 0 0,-1 1 0 0 0,-1-1 1 0 0,-3-21-1 0 0,3 30 352 0 0,0-1 0 0 0,-1 0 0 0 0,0 0-1 0 0,1 1 1 0 0,-1-1 0 0 0,-1 1 0 0 0,1-1 0 0 0,-1 1 0 0 0,0 0 0 0 0,0 0 0 0 0,0 0 0 0 0,0 0-1 0 0,0 1 1 0 0,-1-1 0 0 0,0 1 0 0 0,0 0 0 0 0,-5-3 0 0 0,-12-8-3589 0 0,6 4-2494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5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0 232 0 0,'0'0'1465'0'0,"1"6"8"0"0,5 19 2289 0 0,19 48 0 0 0,45 75 3079 0 0,-48-104-5100 0 0,-8-22-1005 0 0,0 0-1 0 0,1-1 1 0 0,1-1-1 0 0,1 0 1 0 0,23 19-1 0 0,-8-5-244 0 0,-6-22-2122 0 0,-25-12 1498 0 0,0-1 0 0 0,1 1-1 0 0,-1-1 1 0 0,0 1 0 0 0,1-1-1 0 0,-1 0 1 0 0,0 1 0 0 0,0-1-1 0 0,1 0 1 0 0,-1 0 0 0 0,0 0 0 0 0,0 0-1 0 0,0 0 1 0 0,0 0 0 0 0,0 0-1 0 0,0 0 1 0 0,0 0 0 0 0,-1 0-1 0 0,1-1 1 0 0,0 1 0 0 0,-1 0-1 0 0,1 0 1 0 0,-1-1 0 0 0,1 1-1 0 0,-1-1 1 0 0,1 1 0 0 0,-1 0-1 0 0,0-1 1 0 0,0 1 0 0 0,0-1-1 0 0,0 1 1 0 0,0-1 0 0 0,0 0-1 0 0,0-4-1084 0 0,0 1 0 0 0,0 0 0 0 0,0 0 0 0 0,-1 0 0 0 0,1-1 0 0 0,-1 1 0 0 0,-1 0-1 0 0,-1-7 1 0 0,-4-2-2747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5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 1084 0 0,'0'0'2421'0'0,"-1"5"-1195"0"0,-2 18 17 0 0,2-17 3890 0 0,1 9 670 0 0,0 7-290 0 0,4 15-2096 0 0,11 27 518 0 0,-11-47-2854 0 0,18 28 278 0 0,-6-17-824 0 0,-16-26-693 0 0,2-7-5016 0 0,3-26 109 0 0,-4 9-5508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6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1 284 0 0,'0'0'7111'0'0,"-2"4"-5352"0"0,1-1-1027 0 0,0 1 0 0 0,0-1 1 0 0,0 1-1 0 0,0-1 0 0 0,0 1 0 0 0,1-1 0 0 0,-1 1 0 0 0,1 0 0 0 0,0-1 0 0 0,0 1 0 0 0,1 3 1 0 0,13 51 4370 0 0,-3-32-3310 0 0,0 0-1 0 0,17 26 1 0 0,-22-41-1181 0 0,1 0 0 0 0,1 0 0 0 0,0-1 0 0 0,11 13 0 0 0,-18-22-379 0 0,1 1 48 0 0,1 3 224 0 0,-4-31-238 0 0,-9-36-267 0 0,5 38 0 0 0,1 0 0 0 0,2 0 0 0 0,0-1 0 0 0,2-28 0 0 0,2 42 0 0 0,9-3-655 0 0,-4 14-564 0 0,-2 1 750 0 0,15 6-916 0 0,1 0-3488 0 0,-19-7 3208 0 0,9 3-4417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6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0 76 0 0,'0'0'12250'0'0,"-4"3"-11079"0"0,-12 9-50 0 0,12-9-62 0 0,-2 10 1819 0 0,3-7-2474 0 0,1 0-1 0 0,0 0 1 0 0,1 0 0 0 0,0 0-1 0 0,0 0 1 0 0,0 0 0 0 0,0 0-1 0 0,1 0 1 0 0,0 0 0 0 0,0 0-1 0 0,1 0 1 0 0,0 0-1 0 0,0 0 1 0 0,0 0 0 0 0,1 0-1 0 0,0 0 1 0 0,0 0 0 0 0,0-1-1 0 0,6 11 1 0 0,-5-11-281 0 0,0 0-1 0 0,0 0 1 0 0,0-1 0 0 0,0 1 0 0 0,1-1-1 0 0,0 0 1 0 0,0 0 0 0 0,0 0 0 0 0,0 0-1 0 0,1-1 1 0 0,-1 1 0 0 0,1-1-1 0 0,0-1 1 0 0,0 1 0 0 0,0-1 0 0 0,0 1-1 0 0,0-1 1 0 0,1-1 0 0 0,-1 1 0 0 0,1-1-1 0 0,-1 0 1 0 0,9 0 0 0 0,3-1-104 0 0,1-1 1 0 0,-1-1 0 0 0,0-1-1 0 0,0 0 1 0 0,0-1-1 0 0,-1-1 1 0 0,25-10 0 0 0,-32 11-128 0 0,0-1 1 0 0,0 1 0 0 0,-1-1-1 0 0,0-1 1 0 0,0 0 0 0 0,0 0-1 0 0,0 0 1 0 0,-1-1-1 0 0,0 0 1 0 0,-1-1 0 0 0,0 1-1 0 0,0-1 1 0 0,0 0 0 0 0,5-12-1 0 0,-3-14-84 0 0,-7 33 198 0 0,-1 0 0 0 0,0 0 0 0 0,0 1 0 0 0,1-1 0 0 0,-1 0 0 0 0,0 0 0 0 0,0 1 0 0 0,0-1 0 0 0,0 0 0 0 0,0 0 0 0 0,0 0 0 0 0,0 1 0 0 0,0-1 0 0 0,-1 0 0 0 0,1 0 0 0 0,0 1 0 0 0,0-1 0 0 0,-1 0 0 0 0,1 0 0 0 0,0 1 0 0 0,-1-1-1 0 0,1 0 1 0 0,-1 1 0 0 0,1-1 0 0 0,-1 0 0 0 0,1 1 0 0 0,-1-1 0 0 0,1 1 0 0 0,-1-1 0 0 0,0 1 0 0 0,1-1 0 0 0,-1 1 0 0 0,-1-1 0 0 0,-20-14 419 0 0,20 13-361 0 0,0 1 0 0 0,-1 0 0 0 0,1 0 0 0 0,-1 0 0 0 0,1 0 0 0 0,-1 0 0 0 0,0 0 0 0 0,1 1 1 0 0,-1-1-1 0 0,0 1 0 0 0,1 0 0 0 0,-1 0 0 0 0,0 0 0 0 0,1 0 0 0 0,-1 0 0 0 0,0 0 0 0 0,1 1 0 0 0,-1 0 0 0 0,1-1 0 0 0,-1 1 0 0 0,0 0 0 0 0,1 0 0 0 0,0 0 0 0 0,-1 0 0 0 0,1 1 0 0 0,0-1 0 0 0,-1 1 0 0 0,1 0 0 0 0,-3 2 0 0 0,2 0-13 0 0,0 0 0 0 0,0 0 0 0 0,1 0-1 0 0,0 1 1 0 0,-1-1 0 0 0,1 1 0 0 0,1-1 0 0 0,-1 1 0 0 0,1 0 0 0 0,0-1-1 0 0,0 1 1 0 0,0 0 0 0 0,0 0 0 0 0,1 7 0 0 0,0-3 1 0 0,0-1 1 0 0,1 0-1 0 0,0 0 1 0 0,1 1-1 0 0,-1-1 1 0 0,2 0-1 0 0,-1 0 0 0 0,7 14 1 0 0,-8-20-188 0 0,1 1 0 0 0,-1-1-1 0 0,1 1 1 0 0,0-1 0 0 0,0 1 0 0 0,0-1 0 0 0,0 0-1 0 0,0 0 1 0 0,0 0 0 0 0,0 0 0 0 0,1-1 0 0 0,-1 1-1 0 0,1 0 1 0 0,-1-1 0 0 0,1 0 0 0 0,0 0 0 0 0,-1 0 0 0 0,1 0-1 0 0,0 0 1 0 0,0 0 0 0 0,0-1 0 0 0,0 1 0 0 0,-1-1-1 0 0,1 0 1 0 0,0 0 0 0 0,0 0 0 0 0,0 0 0 0 0,5-1 0 0 0,6-2-1206 0 0,1-1 1 0 0,-1 0-1 0 0,0-1 1 0 0,15-7 0 0 0,25-17-9738 0 0,-34 15 5517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7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53 348 0 0,'0'0'8564'0'0,"-7"-16"-4024"0"0,7 16-4244 0 0,0-1 0 0 0,0 1-1 0 0,0 0 1 0 0,0-1 0 0 0,-1 1 0 0 0,1 0 0 0 0,0-1-1 0 0,0 1 1 0 0,0 0 0 0 0,-1 0 0 0 0,1-1 0 0 0,0 1-1 0 0,0 0 1 0 0,-1 0 0 0 0,1 0 0 0 0,0-1 0 0 0,-1 1-1 0 0,1 0 1 0 0,0 0 0 0 0,-1 0 0 0 0,1 0 0 0 0,0 0-1 0 0,-1 0 1 0 0,1 0 0 0 0,0-1 0 0 0,-1 1 0 0 0,1 0-1 0 0,0 0 1 0 0,-1 0 0 0 0,1 0 0 0 0,0 0-1 0 0,-1 1 1 0 0,1-1 0 0 0,-1 0 0 0 0,-5 3 11 0 0,-1 1 1 0 0,1 0-1 0 0,0 0 1 0 0,0 1-1 0 0,0-1 1 0 0,0 1-1 0 0,1 1 1 0 0,0-1-1 0 0,0 1 1 0 0,0 0-1 0 0,1 0 1 0 0,0 0-1 0 0,0 1 0 0 0,0-1 1 0 0,1 1-1 0 0,0 0 1 0 0,-3 11-1 0 0,5-15-239 0 0,0 0 0 0 0,1 1-1 0 0,-1-1 1 0 0,1 1 0 0 0,0-1-1 0 0,0 0 1 0 0,0 1-1 0 0,1-1 1 0 0,-1 0 0 0 0,1 1-1 0 0,0-1 1 0 0,0 0 0 0 0,0 0-1 0 0,0 1 1 0 0,0-1 0 0 0,1 0-1 0 0,-1 0 1 0 0,1 0-1 0 0,0-1 1 0 0,3 5 0 0 0,-1-3-45 0 0,-1-1 1 0 0,1-1-1 0 0,0 1 1 0 0,0-1-1 0 0,0 1 0 0 0,1-1 1 0 0,-1 0-1 0 0,0-1 1 0 0,1 1-1 0 0,-1-1 1 0 0,1 0-1 0 0,0 0 1 0 0,4 1-1 0 0,6-1-214 0 0,0-1-1 0 0,0 0 1 0 0,0 0-1 0 0,0-2 1 0 0,0 0 0 0 0,0-1-1 0 0,-1 0 1 0 0,16-6-1 0 0,-19 5-214 0 0,-1 0 0 0 0,0 0 1 0 0,-1-2-1 0 0,1 1 0 0 0,-1-1 0 0 0,0 0 0 0 0,0-1 0 0 0,-1 0 0 0 0,0 0 0 0 0,8-10 0 0 0,-11 11-182 0 0,-1 0 0 0 0,1-1 0 0 0,-1 1-1 0 0,-1-1 1 0 0,0 0 0 0 0,3-8 0 0 0,-3 6-687 0 0,-1 1 0 0 0,0-1 0 0 0,0 0 0 0 0,-1 0 0 0 0,0-14 0 0 0,-1 7-3695 0 0,0 3 379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7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1 776 0 0,'0'0'2777'0'0,"-14"9"2653"0"0,11-6-4921 0 0,1 0 0 0 0,-1 0 0 0 0,0 0 1 0 0,1 0-1 0 0,0 0 0 0 0,0 1 0 0 0,0-1 0 0 0,0 1 1 0 0,0-1-1 0 0,1 1 0 0 0,-1 0 0 0 0,1-1 0 0 0,0 1 1 0 0,0 0-1 0 0,1 0 0 0 0,-1 0 0 0 0,1 7 0 0 0,0 5 734 0 0,1 1-1 0 0,1-1 0 0 0,4 18 0 0 0,-1-7-211 0 0,0-6-284 0 0,1 0 0 0 0,1-1-1 0 0,1 0 1 0 0,1 0 0 0 0,17 29 0 0 0,1-4 140 0 0,1-1 0 0 0,59 68 1 0 0,-80-103-3508 0 0,-12-13 682 0 0,-26-25-823 0 0,-1 0-188 0 0,1 2 1688 0 0,-38-41-11944 0 0,50 46 12128 0 0,3 0 3932 0 0,15 20-2205 0 0,-4-4 41 0 0,9 6 4773 0 0,47 28-3399 0 0,-31-16-1412 0 0,0-1 0 0 0,1-1 0 0 0,31 10 0 0 0,-44-18-1053 0 0,0 0 0 0 0,1 0 0 0 0,-1-1 0 0 0,0 0-1 0 0,1 0 1 0 0,-1-1 0 0 0,1-1 0 0 0,-1 1 0 0 0,1-1 0 0 0,-1 0 0 0 0,0-1 0 0 0,1 0-1 0 0,11-5 1 0 0,-16 5-52 0 0,21-12-6118 0 0,-19 2 2525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7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0 212 0 0,'0'0'4342'0'0,"-2"5"-2901"0"0,-1 4-298 0 0,0 0 0 0 0,1 0 0 0 0,1 1 0 0 0,-1-1 1 0 0,1 0-1 0 0,1 0 0 0 0,-1 1 0 0 0,3 14 0 0 0,1-5 164 0 0,0 0 0 0 0,2 0 0 0 0,0-1 0 0 0,1 0 0 0 0,9 20 0 0 0,4-9-1355 0 0,-18-28-448 0 0,1-5-1924 0 0,1-3 1629 0 0,-1 0 1 0 0,0 0-1 0 0,0 0 0 0 0,-1-1 0 0 0,0 1 0 0 0,0 0 0 0 0,-1-1 0 0 0,0 1 0 0 0,-1-14 1 0 0,0-7-5147 0 0,1 11 1825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7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53 6765 0 0,'-6'-26'487'0'0,"5"24"-168"0"0,0 1-1 0 0,0-1 1 0 0,0 0-1 0 0,0 1 1 0 0,0-1-1 0 0,0 0 1 0 0,0 1-1 0 0,-1 0 1 0 0,1-1-1 0 0,0 1 0 0 0,-1 0 1 0 0,1-1-1 0 0,-1 1 1 0 0,1 0-1 0 0,-1 0 1 0 0,0 0-1 0 0,0 1 1 0 0,-2-2-1 0 0,2 1 2635 0 0,1 2-2846 0 0,1 0-1 0 0,0 0 1 0 0,0 0-1 0 0,0-1 1 0 0,-1 1-1 0 0,1 0 1 0 0,0 0-1 0 0,-1-1 1 0 0,1 1-1 0 0,0 0 1 0 0,-1-1-1 0 0,1 1 1 0 0,-1 0 0 0 0,1-1-1 0 0,-1 1 1 0 0,0-1-1 0 0,1 1 1 0 0,-1-1-1 0 0,-1 2 1 0 0,1-2-11 0 0,1 1 0 0 0,-1-1 0 0 0,0 1 1 0 0,0-1-1 0 0,1 1 0 0 0,-1 0 0 0 0,0-1 0 0 0,1 1 1 0 0,-1 0-1 0 0,1 0 0 0 0,-1 0 0 0 0,1 0 0 0 0,-1-1 1 0 0,1 1-1 0 0,-1 0 0 0 0,1 0 0 0 0,0 0 0 0 0,0 0 1 0 0,-1 0-1 0 0,1 0 0 0 0,0 0 0 0 0,0 0 0 0 0,0 0 1 0 0,0 0-1 0 0,0 0 0 0 0,0 0 0 0 0,0 0 0 0 0,1 0 1 0 0,-1 0-1 0 0,0 0 0 0 0,0-1 0 0 0,1 3 0 0 0,18 45-889 0 0,4-30-3908 0 0,-11-14-4152 0 0,9-6 4795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8.6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2 1644 0 0,'-6'-1'1750'0'0,"-2"1"-807"0"0,1 0 1 0 0,0 0-1 0 0,-1 1 0 0 0,1 0 0 0 0,0 0 0 0 0,0 1 0 0 0,0 0 1 0 0,0 0-1 0 0,0 0 0 0 0,1 1 0 0 0,-1 0 0 0 0,1 1 0 0 0,-1-1 1 0 0,1 1-1 0 0,0 1 0 0 0,1-1 0 0 0,-10 10 0 0 0,13-13-738 0 0,1 0 0 0 0,-1 1 0 0 0,1-1 1 0 0,0 1-1 0 0,-1-1 0 0 0,1 1 0 0 0,0-1 0 0 0,0 1 0 0 0,0 0 0 0 0,0 0 0 0 0,0-1 0 0 0,1 1 0 0 0,-1 0 1 0 0,0 0-1 0 0,1 0 0 0 0,-1 0 0 0 0,1 0 0 0 0,0 0 0 0 0,0 0 0 0 0,0 0 0 0 0,0 0 0 0 0,0 4 0 0 0,2-2-20 0 0,-1-1-1 0 0,0 1 0 0 0,1-1 1 0 0,-1 1-1 0 0,1-1 0 0 0,0 0 0 0 0,0 0 1 0 0,0 1-1 0 0,1-1 0 0 0,-1-1 1 0 0,5 5-1 0 0,0-1-87 0 0,0 0 0 0 0,0 0 0 0 0,0-1 1 0 0,1 0-1 0 0,0 0 0 0 0,0-1 0 0 0,1 0 1 0 0,-1 0-1 0 0,14 3 0 0 0,-4-3-240 0 0,0-2 1 0 0,0 0-1 0 0,0-1 0 0 0,23-2 1 0 0,-34 1-67 0 0,0-1 0 0 0,1 0 0 0 0,-2-1 0 0 0,1 1 1 0 0,0-1-1 0 0,0 0 0 0 0,0-1 0 0 0,-1 0 1 0 0,0 0-1 0 0,1 0 0 0 0,-1-1 0 0 0,0 0 0 0 0,9-8 1 0 0,-13 8-38 0 0,-1 1 300 0 0,-1 0 1 0 0,1-1 0 0 0,-1 1 0 0 0,0 0 0 0 0,0 0-1 0 0,0 0 1 0 0,0-1 0 0 0,0 1 0 0 0,-1 0-1 0 0,1 0 1 0 0,-1 0 0 0 0,0 0 0 0 0,0-1 0 0 0,0 1-1 0 0,-1 1 1 0 0,1-1 0 0 0,-1 0 0 0 0,1 0 0 0 0,-1 0-1 0 0,0 1 1 0 0,0-1 0 0 0,0 1 0 0 0,-1 0 0 0 0,1-1-1 0 0,0 1 1 0 0,-1 0 0 0 0,0 0 0 0 0,-4-2 0 0 0,4 2 70 0 0,-63-41 2646 0 0,64 42-2533 0 0,7 22 245 0 0,-3-18-493 0 0,-1 1 0 0 0,1-1 1 0 0,0 0-1 0 0,1 0 0 0 0,-1 0 0 0 0,0 0 1 0 0,1 0-1 0 0,-1 0 0 0 0,1-1 0 0 0,0 1 1 0 0,0-1-1 0 0,0 0 0 0 0,0 0 0 0 0,1 0 0 0 0,-1 0 1 0 0,0-1-1 0 0,1 1 0 0 0,-1-1 0 0 0,1 0 1 0 0,4 1-1 0 0,4 1-181 0 0,-1-1 1 0 0,1-1-1 0 0,-1 1 1 0 0,24-2 0 0 0,-11-2-185 0 0,0 0 0 0 0,0-2 0 0 0,34-9 0 0 0,-56 12 390 0 0,-1 0-59 0 0,0 0 1 0 0,0 0-1 0 0,1 1 1 0 0,-1-1 0 0 0,0 0-1 0 0,1 1 1 0 0,-1-1-1 0 0,1 1 1 0 0,-1-1-1 0 0,1 1 1 0 0,-1 0-1 0 0,1-1 1 0 0,-1 1-1 0 0,1 0 1 0 0,0 0-1 0 0,-1 0 1 0 0,1 0 0 0 0,-1 0-1 0 0,1 1 1 0 0,2 0-1 0 0,21-3-1411 0 0,-2-9-990 0 0,1 1 0 0 0,47-13-1 0 0,-69 23 3374 0 0,0 23 29 0 0,-1-21-852 0 0,-1 1-1 0 0,0 0 1 0 0,1 0-1 0 0,-1 0 1 0 0,0 0-1 0 0,0-1 1 0 0,-1 1-1 0 0,1 0 1 0 0,-1 0-1 0 0,0 2 1 0 0,1-3-101 0 0,0 0 0 0 0,0-1 0 0 0,0 1 0 0 0,0 0 0 0 0,0-1 1 0 0,0 1-1 0 0,1 0 0 0 0,-1-1 0 0 0,1 1 0 0 0,-1 0 0 0 0,1-1 1 0 0,-1 1-1 0 0,1-1 0 0 0,0 1 0 0 0,0-1 0 0 0,0 1 1 0 0,0-1-1 0 0,1 2 0 0 0,17 19-2188 0 0,-17-20 1606 0 0,0-1-1 0 0,0 0 0 0 0,-1 0 1 0 0,1 0-1 0 0,0 0 0 0 0,0 0 0 0 0,0-1 1 0 0,0 1-1 0 0,0-1 0 0 0,0 1 1 0 0,0-1-1 0 0,4 1 0 0 0,-2-1-1657 0 0,9 2-2501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9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6 1536 0 0,'0'0'1789'0'0,"-10"-2"2883"0"0,-14-1 3482 0 0,17 6-7676 0 0,0 0 1 0 0,0 1-1 0 0,0 0 1 0 0,0 0-1 0 0,1 1 1 0 0,0 0 0 0 0,0 0-1 0 0,0 0 1 0 0,0 1-1 0 0,1 0 1 0 0,0 0-1 0 0,0 0 1 0 0,1 1-1 0 0,-6 10 1 0 0,8-14-383 0 0,0-1 1 0 0,1 1-1 0 0,0-1 1 0 0,0 1-1 0 0,0-1 1 0 0,0 1-1 0 0,0 0 1 0 0,0-1-1 0 0,0 1 1 0 0,1 0-1 0 0,0 0 1 0 0,-1 0-1 0 0,1 0 1 0 0,0-1-1 0 0,0 1 1 0 0,1 0-1 0 0,-1 0 1 0 0,1 0-1 0 0,-1-1 1 0 0,1 1-1 0 0,0 0 1 0 0,0 0-1 0 0,0-1 1 0 0,0 1-1 0 0,1-1 1 0 0,-1 1-1 0 0,1-1 1 0 0,-1 0-1 0 0,1 1 1 0 0,3 2-1 0 0,1-1-117 0 0,0-1-1 0 0,0 0 0 0 0,1-1 1 0 0,-1 0-1 0 0,0 0 0 0 0,1 0 1 0 0,0-1-1 0 0,-1 1 0 0 0,1-2 1 0 0,0 1-1 0 0,-1-1 0 0 0,1 0 1 0 0,0 0-1 0 0,9-2 0 0 0,2-1-259 0 0,0 0 0 0 0,-1-2 0 0 0,1 0 0 0 0,18-8 0 0 0,-30 10 204 0 0,0 1-1 0 0,0-1 0 0 0,0-1 1 0 0,-1 1-1 0 0,0-1 0 0 0,0 0 1 0 0,0-1-1 0 0,0 1 1 0 0,0-1-1 0 0,-1 0 0 0 0,4-5 1 0 0,-7 9 117 0 0,0-1 0 0 0,-1 1-1 0 0,1-1 1 0 0,0 1 0 0 0,-1 0 0 0 0,1-1 0 0 0,-1 1 0 0 0,1-1 0 0 0,-1 0 0 0 0,0 1 0 0 0,1-1 0 0 0,-1 1 0 0 0,0-1 0 0 0,0 1 0 0 0,0-1 0 0 0,0 0 0 0 0,-1 1 0 0 0,0-4 0 0 0,0 3 51 0 0,0 0 1 0 0,0 1 0 0 0,0-1 0 0 0,-1 0-1 0 0,1 1 1 0 0,0-1 0 0 0,-1 1 0 0 0,1-1-1 0 0,-1 1 1 0 0,0 0 0 0 0,0-1 0 0 0,1 1 0 0 0,-1 0-1 0 0,0 0 1 0 0,0 0 0 0 0,0 1 0 0 0,0-1-1 0 0,-2 0 1 0 0,-54-10 2551 0 0,37 9-1731 0 0,20 1-892 0 0,1 1 0 0 0,-1 0-1 0 0,0 0 1 0 0,0 0 0 0 0,1 0 0 0 0,-1 0-1 0 0,0 0 1 0 0,0 0 0 0 0,1 0 0 0 0,-1 0-1 0 0,0 0 1 0 0,0 0 0 0 0,1 0 0 0 0,-1 0-1 0 0,0 1 1 0 0,1-1 0 0 0,-1 0 0 0 0,0 1-1 0 0,1-1 1 0 0,-1 0 0 0 0,0 1 0 0 0,1-1-1 0 0,-1 1 1 0 0,0-1 0 0 0,1 1 0 0 0,-1-1-1 0 0,1 1 1 0 0,-1-1 0 0 0,1 1 0 0 0,0 0-1 0 0,-1-1 1 0 0,1 1 0 0 0,0 0 0 0 0,-1-1-1 0 0,1 1 1 0 0,0 0 0 0 0,0 0 0 0 0,-1-1-1 0 0,1 1 1 0 0,0 0 0 0 0,0 0 0 0 0,0-1-1 0 0,0 1 1 0 0,0 0 0 0 0,0 0 0 0 0,0 0-1 0 0,1 2-57 0 0,-1-1 0 0 0,0 0 0 0 0,1 1 0 0 0,0-1 0 0 0,-1 0 0 0 0,1 1 0 0 0,0-1 0 0 0,0 0 0 0 0,0 0 0 0 0,1 0 0 0 0,-1 0 0 0 0,0 0-1 0 0,4 3 1 0 0,4 2-597 0 0,1 0 0 0 0,0-1 0 0 0,0 0-1 0 0,0-1 1 0 0,1 0 0 0 0,0 0-1 0 0,13 2 1 0 0,-21-6-312 0 0,11-4-2734 0 0,6-13-495 0 0,2-4-3590 0 0,-10 9 3007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40.2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0 112 0 0,'0'0'19570'0'0,"-4"4"-19095"0"0,3-4-395 0 0,0 2 47 0 0,0-1-1 0 0,0 1 1 0 0,-1 0-1 0 0,1-1 1 0 0,-1 1 0 0 0,0-1-1 0 0,1 0 1 0 0,-1 1 0 0 0,0-1-1 0 0,0 0 1 0 0,-3 1 0 0 0,23 51 1433 0 0,-9-21-1119 0 0,1 0 0 0 0,1 0 0 0 0,2-1-1 0 0,33 58 1 0 0,101 161 1369 0 0,-128-220-1531 0 0,-1 0 1 0 0,-2 1 0 0 0,-1 1 0 0 0,11 35 0 0 0,-25-65-239 0 0,-1-1 0 0 0,1 1 0 0 0,-1 0 0 0 0,0 0 0 0 0,1-1 0 0 0,-1 1 0 0 0,0 0 0 0 0,0 0 0 0 0,0 0 0 0 0,-1-1 0 0 0,1 1 0 0 0,0 0 0 0 0,-1 0 0 0 0,1 0 0 0 0,-1-1 0 0 0,1 1 0 0 0,-1 0 0 0 0,0-1 0 0 0,0 1 0 0 0,0-1 0 0 0,0 1 0 0 0,0-1 0 0 0,-2 4 0 0 0,0-3 25 0 0,-1 1 0 0 0,0 0 1 0 0,1 0-1 0 0,-1-1 0 0 0,0 0 1 0 0,0 0-1 0 0,0 0 0 0 0,0 0 1 0 0,-8 1-1 0 0,-3 1 59 0 0,0-1-1 0 0,-1-1 1 0 0,1 0-1 0 0,-29-1 1 0 0,38-2-204 0 0,0 1 0 0 0,0-1 0 0 0,1 0 0 0 0,-1 0 0 0 0,0 0 0 0 0,1-1 0 0 0,-1 0 0 0 0,1 0 0 0 0,-1-1 0 0 0,1 1 0 0 0,0-1 0 0 0,0-1 0 0 0,0 1 0 0 0,1 0 0 0 0,-1-1 0 0 0,-5-6 1 0 0,7 7-88 0 0,1 0 0 0 0,0-1 1 0 0,0 1-1 0 0,0 0 1 0 0,0-1-1 0 0,1 0 1 0 0,-1 1-1 0 0,1-1 0 0 0,0 0 1 0 0,0 0-1 0 0,0 1 1 0 0,0-1-1 0 0,1 0 1 0 0,0 0-1 0 0,0 0 1 0 0,0 0-1 0 0,0 0 0 0 0,0 0 1 0 0,1 0-1 0 0,0 1 1 0 0,0-1-1 0 0,0 0 1 0 0,0 0-1 0 0,1 1 1 0 0,1-5-1 0 0,8-13-2523 0 0,25-37 0 0 0,-14 25-24 0 0,-21 31 2441 0 0,0 0-1 0 0,0 0 1 0 0,0 0 0 0 0,0 0 0 0 0,0-1 0 0 0,0 1 0 0 0,0 0 0 0 0,-1 0 0 0 0,1-1 0 0 0,-1 1 0 0 0,0-1 0 0 0,0 1 0 0 0,0 0 0 0 0,0-1 0 0 0,0 1 0 0 0,0-1 0 0 0,0 1 0 0 0,-1 0 0 0 0,0-1 0 0 0,-1-4 0 0 0,0 2-194 0 0,-1 1 1 0 0,0-1-1 0 0,0 0 0 0 0,0 1 1 0 0,-1-1-1 0 0,1 1 1 0 0,-1 0-1 0 0,-7-6 1 0 0,6 6 586 0 0,1-1 1 0 0,0 0-1 0 0,0 0 0 0 0,1 0 1 0 0,0 0-1 0 0,-4-8 1 0 0,6 11 2096 0 0,37-1 1751 0 0,9 6-2529 0 0,-1-1-1 0 0,1-2 1 0 0,0-3 0 0 0,62-10 0 0 0,-82 8-1369 0 0,42-11 244 0 0,-64 15-589 0 0,1-1 0 0 0,0 1 0 0 0,-1-1 0 0 0,0 0 0 0 0,1 0 0 0 0,-1 0 0 0 0,0-1 0 0 0,0 1 0 0 0,0-1 0 0 0,-1 1 0 0 0,1-1 0 0 0,-1 0 0 0 0,1 0 0 0 0,-1 0 0 0 0,2-4 0 0 0,-3 5-284 0 0,-1 0 0 0 0,0 0 0 0 0,0 0 1 0 0,1 1-1 0 0,-1-1 0 0 0,0 0 0 0 0,-1 0 0 0 0,1 0 0 0 0,0 0 0 0 0,0 0 1 0 0,-1 0-1 0 0,1 1 0 0 0,-1-1 0 0 0,0 0 0 0 0,1 0 0 0 0,-2-1 0 0 0,-5-9-4007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40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14 115 988 0 0,'0'0'4867'0'0,"-6"40"4213"0"0,2-17-7123 0 0,2-1 1 0 0,0 1 0 0 0,3 36 0 0 0,0-16-218 0 0,-1-36-1458 0 0,0 0-1 0 0,1 1 0 0 0,0-1 1 0 0,1 0-1 0 0,0 0 1 0 0,0 0-1 0 0,0-1 0 0 0,1 1 1 0 0,0 0-1 0 0,0-1 1 0 0,1 0-1 0 0,-1 0 1 0 0,9 9-1 0 0,-11-13-134 0 0,33-17 109 0 0,-28 7-281 0 0,1 0 0 0 0,-2-1 0 0 0,1 0 0 0 0,-1 0 0 0 0,-1-1 0 0 0,0 1 0 0 0,0-1 0 0 0,3-16 0 0 0,-3 14 0 0 0,12-44-42 0 0,11-70-1 0 0,-11 42 555 0 0,-13 68-395 0 0,3-6 1830 0 0,-2 24-1076 0 0,2 14-755 0 0,10 40 198 0 0,2 0-1 0 0,38 78 0 0 0,-15-72-870 0 0,-31-48 254 0 0,0 1 0 0 0,13 26-1 0 0,-25-49-13521 0 0,-8-8 12425 0 0,-1 5-4504 0 0,-2 1 309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41.1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36 1016 0 0,'-16'10'8596'0'0,"31"-7"-2334"0"0,-5-1-7415 0 0,15 0 2079 0 0,0-1 0 0 0,0-1 0 0 0,0-2 0 0 0,0 0 1 0 0,48-11-1 0 0,-7 2 355 0 0,13-6 375 0 0,-70 12-1186 0 0,-11 2-4462 0 0,-45 10 1247 0 0,7 1-5790 0 0,17-2 3802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8:16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4117 0 4 0 0,'0'0'2592'0'0,"-6"4"-1402"0"0,-14 9-408 0 0,-94 67 11741 0 0,44-17-9755 0 0,-39 43 284 0 0,-128 158 1 0 0,129-146-1905 0 0,52-59-657 0 0,-57 79 0 0 0,18-23-184 0 0,24-17-204 0 0,37-49-34 0 0,-66 72 0 0 0,-182 210 47 0 0,191-220-26 0 0,27-26-48 0 0,-21 24 54 0 0,-34 41-44 0 0,41-49 113 0 0,-102 135 363 0 0,12-20-49 0 0,164-210-466 0 0,-227 279 838 0 0,110-134-490 0 0,62-72-175 0 0,-102 161 405 0 0,0 0-36 0 0,-20 34-555 0 0,94-133 0 0 0,-56 101 0 0 0,90-144 0 0 0,-131 180 0 0 0,68-146 0 0 0,60-71 0 0 0,22-20 0 0 0,-47 77 0 0 0,6-8 0 0 0,46-66 0 0 0,11-16 0 0 0,-30 37 0 0 0,42-58 0 0 0,-1 1 0 0 0,-7 11 0 0 0,11-17 0 0 0,1 1 0 0 0,0 0 0 0 0,-1 0 0 0 0,1 0 0 0 0,1 0 0 0 0,-1 0 0 0 0,0 1 0 0 0,1-1 0 0 0,-1 1 0 0 0,1-1 0 0 0,0 1 0 0 0,-1 3 0 0 0,3-2 83 0 0,-24 36-499 0 0,22-39-1769 0 0,1-15-6031 0 0,0-8 1546 0 0,0-5-1968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9:17.12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0 965 788 0 0,'0'0'14809'0'0,"16"2"-13365"0"0,2-4-622 0 0,0 0 1 0 0,0 0-1 0 0,28-9 1 0 0,-44 10-562 0 0,45-12 2731 0 0,74-4-2011 0 0,32-2-266 0 0,-78 16 62 0 0,-25 2-404 0 0,0-2 0 0 0,0-3 1 0 0,55-12-1 0 0,167-39 233 0 0,-116 25-289 0 0,-84 15-246 0 0,93-10 0 0 0,-27 22 457 0 0,403 11 547 0 0,-327 2-1005 0 0,6-4-58 0 0,161 7-13 0 0,325-9-19 0 0,-516-6 47 0 0,89 3-63 0 0,327-16 73 0 0,352-43-24 0 0,-564 39-22 0 0,412-50 32 0 0,-425 34 31 0 0,73-9 3 0 0,-227 21-61 0 0,197-33 10 0 0,114-25 44 0 0,-398 65 2 0 0,461-74 403 0 0,495-41 639 0 0,-837 97-853 0 0,-208 31 187 0 0,-50 5-604 0 0,0 0 1 0 0,0 0-1 0 0,0 0 1 0 0,-1 0-1 0 0,1 0 1 0 0,0 0-1 0 0,0 0 1 0 0,-1-1-1 0 0,1 1 0 0 0,0 0 1 0 0,0-1-1 0 0,-1 1 1 0 0,1-1-1 0 0,0 1 1 0 0,-1-1-1 0 0,1 1 1 0 0,0-1-1 0 0,-1 1 0 0 0,1-1 1 0 0,-1 0-1 0 0,1 1 1 0 0,-1-1-1 0 0,1 0 1 0 0,-1 1-1 0 0,1-1 1 0 0,-1 0-1 0 0,0 0 1 0 0,1 1-1 0 0,-1-1 0 0 0,0 0 1 0 0,0 0-1 0 0,0 1 1 0 0,0-1-1 0 0,0 0 1 0 0,1 0-1 0 0,-1 0 1 0 0,0 0-1 0 0,-1 1 0 0 0,1-1 1 0 0,0 0-1 0 0,0 0 1 0 0,0 0-1 0 0,0 1 1 0 0,-1-1-1 0 0,1 0 1 0 0,0 0-1 0 0,-1 1 0 0 0,1-1 1 0 0,-1 0-1 0 0,1 1 1 0 0,-1-1-1 0 0,1 0 1 0 0,-1 1-1 0 0,1-1 1 0 0,-1 0-1 0 0,1 1 0 0 0,-1-1 1 0 0,-1 0-1 0 0,-5-5-3401 0 0,0-1-2289 0 0,-1 0-2148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9:17.53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65 2 868 0 0,'-7'0'1200'0'0,"5"-1"-773"0"0,0 1 0 0 0,0 0 0 0 0,0 0 0 0 0,0 0 0 0 0,0 0 1 0 0,0 0-1 0 0,0 0 0 0 0,0 1 0 0 0,0-1 0 0 0,0 1 0 0 0,0-1 1 0 0,0 1-1 0 0,0 0 0 0 0,0 0 0 0 0,-2 2 1472 0 0,-10-1 794 0 0,13-2-2548 0 0,1 0 1 0 0,0 0 0 0 0,-1 0-1 0 0,1 0 1 0 0,0 0 0 0 0,-1 0 0 0 0,1 0-1 0 0,0 0 1 0 0,-1 0 0 0 0,1 0-1 0 0,0 0 1 0 0,-1 0 0 0 0,1 0 0 0 0,0 1-1 0 0,-1-1 1 0 0,1 0 0 0 0,0 0-1 0 0,-1 0 1 0 0,1 0 0 0 0,0 1-1 0 0,0-1 1 0 0,-1 0 0 0 0,1 0 0 0 0,0 1-1 0 0,0-1 1 0 0,0 0 0 0 0,-1 0-1 0 0,1 1 1 0 0,0-1 0 0 0,0 0 0 0 0,0 1-1 0 0,0-1 1 0 0,-1 0 0 0 0,1 1-1 0 0,0-1 1 0 0,0 0 0 0 0,0 1 0 0 0,0-1-1 0 0,0 0 1 0 0,0 1 0 0 0,0-1-1 0 0,0 0 1 0 0,0 1 0 0 0,7 6 117 0 0,-1 0 1 0 0,1-1-1 0 0,1 1 1 0 0,-1-2-1 0 0,1 1 1 0 0,0-1-1 0 0,0 0 1 0 0,0-1-1 0 0,1 0 1 0 0,0 0-1 0 0,-1-1 1 0 0,15 3-1 0 0,23 6 284 0 0,59 6-1 0 0,-62-11-233 0 0,155 22 446 0 0,139 26 185 0 0,-335-55-933 0 0,2 0 32 0 0,0 1-1 0 0,1 0 1 0 0,-1 0-1 0 0,0 0 0 0 0,0 1 1 0 0,0-1-1 0 0,0 1 1 0 0,0 0-1 0 0,0 0 1 0 0,0 0-1 0 0,6 6 0 0 0,-10-7 0 0 0,1 0-1 0 0,-1-1 1 0 0,1 1-1 0 0,-1 0 1 0 0,0 0-1 0 0,0 0 0 0 0,1 0 1 0 0,-1 0-1 0 0,0-1 1 0 0,0 1-1 0 0,0 0 1 0 0,0 0-1 0 0,0 0 0 0 0,0 0 1 0 0,0 0-1 0 0,0 0 1 0 0,-1 0-1 0 0,1-1 1 0 0,0 1-1 0 0,0 0 0 0 0,-1 0 1 0 0,1 0-1 0 0,-1 0 1 0 0,1-1-1 0 0,0 1 1 0 0,-1 0-1 0 0,0 0 0 0 0,1-1 1 0 0,-1 1-1 0 0,0 1 1 0 0,-19 17 686 0 0,-7-3-213 0 0,0-1 0 0 0,0-2 0 0 0,-1-1 0 0 0,-1-1-1 0 0,0-1 1 0 0,0-1 0 0 0,-44 6 0 0 0,31-6-481 0 0,-1 2 1 0 0,-66 27-1 0 0,109-38-34 0 0,0 0 0 0 0,0 1 0 0 0,0-1 0 0 0,-1 0 0 0 0,1 0 0 0 0,0 0 0 0 0,0 0 0 0 0,0 1 0 0 0,0-1 0 0 0,0 0 0 0 0,0 0 0 0 0,0 0 0 0 0,-1 1 0 0 0,1-1 0 0 0,0 0 0 0 0,0 0 0 0 0,0 0 0 0 0,0 1 0 0 0,0-1 0 0 0,0 0 0 0 0,0 0 0 0 0,0 0 0 0 0,0 1 0 0 0,0-1 0 0 0,0 0 0 0 0,0 0 0 0 0,0 1 0 0 0,0-1 0 0 0,0 0 0 0 0,0 0 0 0 0,0 0 0 0 0,1 1 0 0 0,-1-1 0 0 0,0 0 0 0 0,0 0 0 0 0,0 0 0 0 0,0 0 0 0 0,0 1 0 0 0,0-1 0 0 0,1 0 0 0 0,-1 0 0 0 0,0 0 0 0 0,0 0 0 0 0,0 1 0 0 0,0-1 0 0 0,1 0 0 0 0,-1 0 0 0 0,0 0 0 0 0,0 0 0 0 0,0 0 0 0 0,1 0 0 0 0,-1 0 0 0 0,0 0 0 0 0,0 0 0 0 0,0 0 0 0 0,1 0 0 0 0,11 7 0 0 0,-11-6 0 0 0,9 0-567 0 0,0 1 0 0 0,0-2 1 0 0,0 1-1 0 0,0-1 0 0 0,0-1 0 0 0,0 0 1 0 0,0 0-1 0 0,19-6 0 0 0,-7 3-1195 0 0,8-2-2711 0 0,-13 0-1496 0 0,-10 4 2397 0 0,6-3-3114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9:18.21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0 246 1188 0 0,'6'-3'21799'0'0,"2"24"-20302"0"0,0 1-1 0 0,1-2 1 0 0,2 1-1 0 0,19 29 0 0 0,-20-35-1168 0 0,1-1 1 0 0,1 0-1 0 0,-1-1 0 0 0,2 0 1 0 0,0-1-1 0 0,25 17 0 0 0,-27-23-328 0 0,0 0 0 0 0,-2-1 0 0 0,-8-4 0 0 0,-1-1 0 0 0,1 0 0 0 0,-1 0 0 0 0,1 0 0 0 0,0 0 0 0 0,-1 1 0 0 0,1-1 0 0 0,0 0 0 0 0,-1 0 0 0 0,1 0 0 0 0,-1 0 0 0 0,1 0 0 0 0,0-1 0 0 0,-1 1 0 0 0,1 0 0 0 0,0 0 0 0 0,-1 0 0 0 0,1 0 0 0 0,-1-1 0 0 0,1 1 0 0 0,-1 0 0 0 0,1-1 0 0 0,-1 1 0 0 0,1 0 0 0 0,-1-1 0 0 0,1 1 0 0 0,-1-1 0 0 0,1 1 0 0 0,-1-1 0 0 0,1 0 0 0 0,3-7 0 0 0,1-8 0 0 0,-1 1 0 0 0,0-1 0 0 0,-1 1 0 0 0,0-1 0 0 0,-2 0 0 0 0,1-16 0 0 0,3-29 0 0 0,-1 37 0 0 0,2 1 0 0 0,0 0 0 0 0,1 0 0 0 0,1 1 0 0 0,1 0 0 0 0,1 0 0 0 0,2 1 0 0 0,26-39 0 0 0,-30 52 0 0 0,20-25 0 0 0,-20 24 0 0 0,2 1 0 0 0,-5 4-1 0 0,-4 3-347 0 0,11 4-5818 0 0,-3 0 3266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9:21.63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1 898 892 0 0,'0'0'2506'0'0,"42"-7"3512"0"0,63-14-2294 0 0,51-7-946 0 0,-25 14-1601 0 0,41-5-117 0 0,-58-1-789 0 0,-40 3-110 0 0,105-20 11 0 0,-83 19-59 0 0,-93 17-102 0 0,43-1 479 0 0,43-11 10 0 0,1 5 1 0 0,99 2-1 0 0,333 6-381 0 0,-224-4-40 0 0,-252 6 36 0 0,0 2-1 0 0,61 14 1 0 0,-56-8 118 0 0,78 4 1 0 0,201-10 274 0 0,-214-9-421 0 0,213 4 87 0 0,7 2 502 0 0,-275-3-534 0 0,25-1 224 0 0,10-1 103 0 0,-1 4 0 0 0,137 17 0 0 0,-147-9-305 0 0,1-4-1 0 0,0-4 1 0 0,141-16-1 0 0,-146 8-99 0 0,396-16 57 0 0,-384 20-119 0 0,93-17 0 0 0,51-3-12 0 0,218-11 46 0 0,-194 11-33 0 0,280-42 505 0 0,-430 51-455 0 0,204-29 85 0 0,76-13 238 0 0,-131 19-275 0 0,-242 37-97 0 0,80-8 40 0 0,139-30-1 0 0,286-55 126 0 0,-288 65-131 0 0,484-35 452 0 0,-260 31 140 0 0,-178 2-463 0 0,-140 13 169 0 0,13-3-43 0 0,-152 20-62 0 0,10-5 457 0 0,12-7-5359 0 0,-24 12 4441 0 0,0 0-1 0 0,0 1 0 0 0,0-1 1 0 0,0 1-1 0 0,0-1 1 0 0,0 0-1 0 0,0 1 1 0 0,0-1-1 0 0,0 1 1 0 0,0-1-1 0 0,0 0 1 0 0,0 1-1 0 0,-1-1 1 0 0,1 1-1 0 0,0-1 1 0 0,0 1-1 0 0,-1-1 1 0 0,1 1-1 0 0,0-1 1 0 0,-1 1-1 0 0,1-1 1 0 0,0 1-1 0 0,-1-1 1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9:26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4959 1012 0 0,'9'-1'2269'0'0,"9"-8"9969"0"0,-9 1-12489 0 0,-8 7 590 0 0,38-29 1868 0 0,-9 2-1938 0 0,-1-1 1 0 0,-1-1 0 0 0,34-47 0 0 0,-33 40-206 0 0,1 1 1 0 0,45-42-1 0 0,-51 55 119 0 0,40-51 0 0 0,-22 23 81 0 0,88-97 352 0 0,57-69-248 0 0,-138 162-326 0 0,-12 12 216 0 0,2 1-1 0 0,70-57 1 0 0,-76 72-44 0 0,33-35 0 0 0,-33 29-107 0 0,-4 2-35 0 0,-1-1-1 0 0,25-38 1 0 0,28-34 4 0 0,142-142-10 0 0,-176 198-58 0 0,-23 25 3 0 0,-1 0 0 0 0,0-2 0 0 0,34-53 0 0 0,-7 2 102 0 0,-33 44-93 0 0,2 2 1 0 0,1 0-1 0 0,1 2 1 0 0,38-40-1 0 0,-34 38 62 0 0,25-41 0 0 0,19-23 285 0 0,-31 37-213 0 0,-9 11-67 0 0,84-114 128 0 0,-72 101-18 0 0,16-28 40 0 0,-14 14 29 0 0,2 2 1 0 0,89-105-1 0 0,-122 161-139 0 0,-1-1 0 0 0,0 0 1 0 0,-1-1-1 0 0,-1 0 0 0 0,-1-1 0 0 0,0 0 0 0 0,6-22 0 0 0,-8 29-98 0 0,0-1 1 0 0,1 1-1 0 0,1 0 0 0 0,0 0 1 0 0,1 1-1 0 0,15-15 0 0 0,-23 24-27 0 0,38-43 112 0 0,-2-3 1 0 0,47-76 0 0 0,-18 15 407 0 0,-24 42-454 0 0,-30 45-62 0 0,0 1 1 0 0,2 1-1 0 0,25-29 1 0 0,-28 35-5 0 0,0-1 0 0 0,-1 0 0 0 0,13-23-1 0 0,-15 23 1 0 0,0 1-1 0 0,0 0 1 0 0,2 1-1 0 0,20-22 0 0 0,-18 21-14 0 0,0 0-1 0 0,-1-1 0 0 0,13-19 0 0 0,-2 1-41 0 0,30-34-364 0 0,110-109-1 0 0,-126 139 343 0 0,36-48 0 0 0,-55 61 259 0 0,-1 0 0 0 0,-1-1 1 0 0,23-48-1 0 0,6-31 299 0 0,-3 21-320 0 0,-27 56-110 0 0,17-42 0 0 0,-14 19-334 0 0,-16 47 18 0 0,5-3-186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1:39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50 176 0 0,'0'0'879'0'0,"4"-39"12348"0"0,-6 34-10374 0 0,-1-1 3752 0 0,3 11-1878 0 0,1 21-3750 0 0,-18 265 2407 0 0,2-101-3445 0 0,12-142 61 0 0,-1 16 0 0 0,6 89 0 0 0,1 65 0 0 0,1 10 0 0 0,-3-180 0 0 0,-1 0 0 0 0,-3 0 0 0 0,-13 73 0 0 0,-3 45 0 0 0,1 24 0 0 0,-2 68 0 0 0,13 10 0 0 0,9-212 0 0 0,-3 41 0 0 0,1-2 0 0 0,-7 28 0 0 0,7-96 0 0 0,0 0 0 0 0,2 0 0 0 0,1 0 0 0 0,9 32 0 0 0,-10-48 0 0 0,60 292 0 0 0,-51-239 0 0 0,-3 2 0 0 0,-3-1 0 0 0,-4 74 0 0 0,-1-135 0 0 0,-7 194 0 0 0,19-23 0 0 0,-4-83 0 0 0,20 97 0 0 0,-19-140 0 0 0,4 10 0 0 0,-8-39 0 0 0,0 0 0 0 0,-2 1 0 0 0,2 31 0 0 0,-5 7 0 0 0,2-11 0 0 0,-10 84 0 0 0,2 1 0 0 0,6-33 0 0 0,-1-89 0 0 0,0 0 0 0 0,1 1 0 0 0,0-1 0 0 0,1 0 0 0 0,1 0 0 0 0,-1 1 0 0 0,1-1 0 0 0,5 13 0 0 0,10 51 0 0 0,-16-61 0 0 0,0-1 0 0 0,4-2 0 0 0,-4 3 0 0 0,0 0 0 0 0,2 1 0 0 0,-4-18 218 0 0,-3-14-5925 0 0,-2 2-5583 0 0,1 6 2303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2:37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46 268 0 0,'15'-15'6844'0'0,"-6"4"1584"0"0,-13-3 1565 0 0,-6 8-4227 0 0,7 6-5484 0 0,0 0 0 0 0,0 0-1 0 0,0 1 1 0 0,0-1 0 0 0,0 0-1 0 0,0 1 1 0 0,0 0-1 0 0,0 0 1 0 0,-3 1 0 0 0,-44 24-2993 0 0,37-18 3929 0 0,13-8-1074 0 0,-17 11-144 0 0,0 1 0 0 0,1 1 0 0 0,0 0 0 0 0,1 1 0 0 0,1 1 0 0 0,0 0 0 0 0,1 1 0 0 0,1 1 0 0 0,0 0 0 0 0,2 0 0 0 0,0 1 0 0 0,0 0 0 0 0,-6 21 0 0 0,14-36 0 0 0,1 0 0 0 0,0 1 0 0 0,0-1 0 0 0,0 0 0 0 0,0 1 0 0 0,0-1 0 0 0,1 1 0 0 0,0 0 0 0 0,-1-1 0 0 0,1 1 0 0 0,1-1 0 0 0,-1 1 0 0 0,0-1 0 0 0,1 1 0 0 0,0 0 0 0 0,0-1 0 0 0,0 0 0 0 0,0 1 0 0 0,0-1 0 0 0,1 0 0 0 0,-1 1 0 0 0,1-1 0 0 0,0 0 0 0 0,0 0 0 0 0,0-1 0 0 0,0 1 0 0 0,1 0 0 0 0,-1-1 0 0 0,1 1 0 0 0,0-1 0 0 0,0 0 0 0 0,0 0 0 0 0,0 0 0 0 0,5 3 0 0 0,1 0 0 0 0,2-1 0 0 0,-1 0 0 0 0,0 0 0 0 0,1-1 0 0 0,0 0 0 0 0,0-1 0 0 0,0 0 0 0 0,0-1 0 0 0,0 0 0 0 0,12-1 0 0 0,4-2 0 0 0,0 0 0 0 0,0-2 0 0 0,-1-1 0 0 0,0-1 0 0 0,32-12 0 0 0,-47 14 0 0 0,-1 0 0 0 0,1 0 0 0 0,-1-2 0 0 0,0 1 0 0 0,0-1 0 0 0,-1-1 0 0 0,0 1 0 0 0,0-1 0 0 0,-1-1 0 0 0,0 0 0 0 0,0 0 0 0 0,0-1 0 0 0,-1 0 0 0 0,-1 0 0 0 0,7-12 0 0 0,-10 17 0 0 0,-1 0 0 0 0,0 0 0 0 0,0 0 0 0 0,0 0 0 0 0,-1 0 0 0 0,0-1 0 0 0,1 1 0 0 0,-2-1 0 0 0,1 1 0 0 0,0-1 0 0 0,-1 1 0 0 0,0-1 0 0 0,0 1 0 0 0,0-1 0 0 0,0 1 0 0 0,-1-1 0 0 0,0 0 0 0 0,0 1 0 0 0,0 0 0 0 0,-1-1 0 0 0,1 1 0 0 0,-1 0 0 0 0,0 0 0 0 0,0 0 0 0 0,-1 0 0 0 0,1 0 0 0 0,-1 0 0 0 0,1 1 0 0 0,-1-1 0 0 0,-1 1 0 0 0,1 0 0 0 0,0 0 0 0 0,-1 0 0 0 0,1 0 0 0 0,-7-3 0 0 0,0-2 0 0 0,-1 0 0 0 0,0 1 0 0 0,-1 1 0 0 0,0-1 0 0 0,0 2 0 0 0,0 0 0 0 0,-1 0 0 0 0,0 1 0 0 0,1 1 0 0 0,-1 0 0 0 0,-1 1 0 0 0,1 0 0 0 0,-15 0 0 0 0,11 1 0 0 0,3 0 0 0 0,2-2 0 0 0,1-1 0 0 0,1 2 0 0 0,-2 2-1641 0 0,-2 2 4994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2:38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0 188 0 0,'-16'1'32237'0'0,"15"-1"-31980"0"0,5 5-244 0 0,0 0 0 0 0,0 0 1 0 0,1 0-1 0 0,-1 0 1 0 0,1-1-1 0 0,10 7 0 0 0,14-5-28 0 0,-19-5 22 0 0,56 4-7 0 0,0-3 0 0 0,1-2 0 0 0,-1-4 0 0 0,101-18 0 0 0,-157 20-261 0 0,-8 2-1251 0 0,4-8-4472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2:38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1 872 0 0,'-46'7'12775'0'0,"37"-2"-4999"0"0,11 0-3057 0 0,27 6-1610 0 0,38 1-2330 0 0,-14-7 123 0 0,124 15 933 0 0,-164-17-1835 0 0,-2 3 0 0 0,-6 3 0 0 0,-4-8 0 0 0,-1 0 0 0 0,0 0 0 0 0,1 0 0 0 0,-1 1 0 0 0,0-1 0 0 0,0 0 0 0 0,0 0 0 0 0,0 0 0 0 0,0 0 0 0 0,0 0 0 0 0,0 0 0 0 0,-1 1 0 0 0,1-1 0 0 0,0 0 0 0 0,0 0 0 0 0,-1 0 0 0 0,1 0 0 0 0,-1 0 0 0 0,1 0 0 0 0,-1 0 0 0 0,0 0 0 0 0,1 0 0 0 0,-1 0 0 0 0,0 0 0 0 0,1-1 0 0 0,-1 1 0 0 0,0 0 0 0 0,-1 0 0 0 0,1 0 0 0 0,-2 4 0 0 0,0 0 0 0 0,-1-1 0 0 0,0 1 0 0 0,0-1 0 0 0,0 0 0 0 0,-1 0 0 0 0,1 0 0 0 0,-1 0 0 0 0,0-1 0 0 0,0 0 0 0 0,-7 4 0 0 0,-48 34 0 0 0,52-35 0 0 0,-2-3-115 0 0,8-2-643 0 0,-2-28-5998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2:40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1100 0 0,'4'16'25144'0'0,"6"67"-18855"0"0,0 9-6055 0 0,-9-80-234 0 0,1 12 14 0 0,0-15-57 0 0,7 20-122 0 0,-15-56-1746 0 0,2 1-2172 0 0,1 3-2087 0 0,2 3-3279 0 0,1 7 3285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2:41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14 348 0 0,'-7'-13'24563'0'0,"90"15"-21613"0"0,73 6 57 0 0,-154-8-2853 0 0,-2 0-113 0 0,1 0 0 0 0,-1 0 0 0 0,0 0 1 0 0,1 0-1 0 0,-1 1 0 0 0,0-1 0 0 0,1 0 1 0 0,-1 0-1 0 0,0 0 0 0 0,0 1 1 0 0,1-1-1 0 0,-1 0 0 0 0,0 0 0 0 0,0 0 1 0 0,1 1-1 0 0,-1-1 0 0 0,0 0 0 0 0,0 1 1 0 0,0-1-1 0 0,1 0 0 0 0,-1 0 0 0 0,0 1 1 0 0,0-1-1 0 0,0 0 0 0 0,0 1 1 0 0,0-1-1 0 0,0 0 0 0 0,0 1 0 0 0,0-1 1 0 0,0 0-1 0 0,0 1 0 0 0,0-1 0 0 0,0 0 1 0 0,0 1-1 0 0,0-1 0 0 0,0 0 1 0 0,0 1-1 0 0,0-1 0 0 0,0 0 0 0 0,-1 1 1 0 0,-1 3-38 0 0,0 0 0 0 0,-1-1 0 0 0,0 1 0 0 0,0-1 0 0 0,0 0 0 0 0,0 0 0 0 0,0 0 0 0 0,-1 0 0 0 0,1 0 0 0 0,-1-1 0 0 0,0 1 0 0 0,0-1 0 0 0,-6 3 0 0 0,-1 1-5 0 0,-1 1 0 0 0,1 0 1 0 0,-13 11-1 0 0,18-10 1 0 0,-1-2 0 0 0,5 3 0 0 0,12 4 0 0 0,-4-10 0 0 0,0 1 0 0 0,-1-1 0 0 0,2 0 0 0 0,-1 0 0 0 0,0 0 0 0 0,0-1 0 0 0,1 0 0 0 0,13 2 0 0 0,-12-3 0 0 0,0 1 0 0 0,1 0 0 0 0,-1 1 0 0 0,0 0 0 0 0,-1 0 0 0 0,1 0 0 0 0,0 1 0 0 0,7 6 0 0 0,2 0 0 0 0,-11-5 0 0 0,1 7 0 0 0,-1-1 0 0 0,-6 2 0 0 0,-1-11 0 0 0,1 0 0 0 0,-1 0 0 0 0,1-1 0 0 0,-1 1 0 0 0,1 0 0 0 0,-1-1 0 0 0,0 1 0 0 0,0-1 0 0 0,0 1 0 0 0,0-1 0 0 0,0 1 0 0 0,0-1 0 0 0,0 0 0 0 0,0 1 0 0 0,-1-1 0 0 0,1 0 0 0 0,0 0 0 0 0,-1 0 0 0 0,1 0 0 0 0,-1 0 0 0 0,1 0 0 0 0,-3 0 0 0 0,-1 2 0 0 0,-7 6 0 0 0,-37 22 0 0 0,36-25 0 0 0,-4-3 0 0 0,3 0 0 0 0,1-3 0 0 0,-4-4 0 0 0,0-2-4 0 0,16 3 12 0 0,-34-5-73 0 0,33 7-455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2:42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43 1260 0 0,'0'0'17302'0'0,"-5"3"-16076"0"0,-16 12-10 0 0,20-13-851 0 0,0 0 0 0 0,-1-1 0 0 0,1 1 1 0 0,0 0-1 0 0,0 0 0 0 0,1 0 0 0 0,-1 0 0 0 0,0 0 0 0 0,1 0 0 0 0,-1 0 1 0 0,1 0-1 0 0,0 0 0 0 0,-1 1 0 0 0,1-1 0 0 0,0 0 0 0 0,1 4 0 0 0,-1-3 232 0 0,0 8 515 0 0,4 52 2735 0 0,-3-46-3847 0 0,-1 1 0 0 0,0-5 0 0 0,1-2 0 0 0,-1-11 0 0 0,0 0 0 0 0,0 1 0 0 0,0-1 0 0 0,0 0 0 0 0,1 0 0 0 0,-1 0 0 0 0,0 1 0 0 0,0-1 0 0 0,0 0 0 0 0,0 0 0 0 0,0 0 0 0 0,1 1 0 0 0,-1-1 0 0 0,0 0 0 0 0,0 0 0 0 0,0 0 0 0 0,1 0 0 0 0,-1 0 0 0 0,0 1 0 0 0,0-1 0 0 0,1 0 0 0 0,-1 0 0 0 0,0 0 0 0 0,0 0 0 0 0,0 0 0 0 0,1 0 0 0 0,-1 0 0 0 0,0 0 0 0 0,0 0 0 0 0,1 0 0 0 0,-1 0 0 0 0,0 0 0 0 0,0 0 0 0 0,1 0 0 0 0,-1 0 0 0 0,0 0 0 0 0,0 0 0 0 0,1 0 0 0 0,-1 0 0 0 0,0-1 0 0 0,0 1 0 0 0,1 0 0 0 0,3-3 0 0 0,0 1 0 0 0,1-1 0 0 0,-1 0 0 0 0,-1-1 0 0 0,1 1 0 0 0,-1-1 0 0 0,1 1 0 0 0,-1-1 0 0 0,0 0 0 0 0,0 0 0 0 0,3-7 0 0 0,29-61 0 0 0,-21 40 0 0 0,-10 22 0 0 0,-2 3 0 0 0,1 0 0 0 0,0 0 0 0 0,1 0 0 0 0,0 0 0 0 0,0 1 0 0 0,0-1 0 0 0,0 1 0 0 0,1 0 0 0 0,9-7 0 0 0,-7 11 0 0 0,8 14 0 0 0,-11-7 0 0 0,-1-1 0 0 0,0 0 0 0 0,0 1 0 0 0,0 0 0 0 0,0 0 0 0 0,-1 0 0 0 0,1 0 0 0 0,-1 0 0 0 0,-1 0 0 0 0,1 1 0 0 0,-1-1 0 0 0,0 1 0 0 0,1 8 0 0 0,5 27 0 0 0,5-5 0 0 0,-6-24 0 0 0,0-4 0 0 0,2-1 0 0 0,8-5 0 0 0,1-8-233 0 0,-8-5-356 0 0,-4 2-4479 0 0,-24-9-17373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2:42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0 708 0 0,'0'0'1282'0'0,"-33"2"21408"0"0,41 4-22088 0 0,-1-1 0 0 0,1-1 0 0 0,-1 1 0 0 0,2-1 1 0 0,-1-1-1 0 0,0 0 0 0 0,11 3 0 0 0,-2-1 141 0 0,23 1 877 0 0,9-2-713 0 0,-34-3-907 0 0,1-2 0 0 0,-2 1 0 0 0,-3 0-143 0 0,-9 0-664 0 0,2-12-10823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28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74 740 0 0,'0'0'3916'0'0,"4"-3"-2536"0"0,9-12 10292 0 0,-13 12-10020 0 0,2-15 11532 0 0,0 9-12988 0 0,-11 3-169 0 0,-4 6-27 0 0,7 0 0 0 0,0 1 0 0 0,0-1 0 0 0,0 1 0 0 0,0 1 0 0 0,0-1 0 0 0,0 1 0 0 0,0 0 0 0 0,0 0 0 0 0,1 1 0 0 0,-1-1 0 0 0,1 1 0 0 0,0 1 0 0 0,0-1 0 0 0,0 1 0 0 0,0-1 0 0 0,1 2 0 0 0,-1-1 0 0 0,1 0 0 0 0,0 1 0 0 0,0 0 0 0 0,1 0 0 0 0,-1 0 0 0 0,1 0 0 0 0,0 0 0 0 0,1 1 0 0 0,-1 0 0 0 0,1-1 0 0 0,0 1 0 0 0,-2 9 0 0 0,4-13 0 0 0,-1 0 0 0 0,1 1 0 0 0,-1-1 0 0 0,1 0 0 0 0,0 0 0 0 0,0 0 0 0 0,0 1 0 0 0,0-1 0 0 0,0 0 0 0 0,0 0 0 0 0,1 1 0 0 0,-1-1 0 0 0,1 0 0 0 0,-1 0 0 0 0,1 0 0 0 0,0 0 0 0 0,0 0 0 0 0,0 0 0 0 0,0 0 0 0 0,0 0 0 0 0,1 0 0 0 0,-1 0 0 0 0,0-1 0 0 0,1 1 0 0 0,0 0 0 0 0,-1-1 0 0 0,1 1 0 0 0,0-1 0 0 0,-1 0 0 0 0,1 1 0 0 0,0-1 0 0 0,4 1 0 0 0,1 1 0 0 0,0 0 0 0 0,0-1 0 0 0,0 0 0 0 0,0 0 0 0 0,0-1 0 0 0,0 0 0 0 0,8 1 0 0 0,-1-3 0 0 0,-1 0 0 0 0,0 0 0 0 0,0-1 0 0 0,1 0 0 0 0,-1-1 0 0 0,-1-1 0 0 0,1 0 0 0 0,-1-1 0 0 0,13-6 0 0 0,-17 7 0 0 0,0-1 0 0 0,0 1 0 0 0,0-1 0 0 0,0-1 0 0 0,-1 1 0 0 0,0-1 0 0 0,0-1 0 0 0,-1 1 0 0 0,1-1 0 0 0,-2 0 0 0 0,1-1 0 0 0,-1 1 0 0 0,8-15 0 0 0,-12 20 0 0 0,0 0 0 0 0,0 0 0 0 0,-1 0 0 0 0,1 0 0 0 0,-1 0 0 0 0,1-1 0 0 0,-1 1 0 0 0,0 0 0 0 0,1 0 0 0 0,-1 0 0 0 0,0 0 0 0 0,-1 0 0 0 0,1-1 0 0 0,0 1 0 0 0,-1 0 0 0 0,1 0 0 0 0,-1 0 0 0 0,1 0 0 0 0,-1 0 0 0 0,0 0 0 0 0,0 0 0 0 0,0 0 0 0 0,0 0 0 0 0,0 1 0 0 0,-1-1 0 0 0,1 0 0 0 0,0 0 0 0 0,-1 1 0 0 0,1-1 0 0 0,-1 1 0 0 0,0 0 0 0 0,1-1 0 0 0,-1 1 0 0 0,0 0 0 0 0,0 0 0 0 0,0 0 0 0 0,0 0 0 0 0,0 0 0 0 0,0 1 0 0 0,0-1 0 0 0,0 1 0 0 0,0-1 0 0 0,-3 0 0 0 0,-5-1 0 0 0,-1 0 0 0 0,1 0 0 0 0,-1 1 0 0 0,0 1 0 0 0,0-1 0 0 0,1 2 0 0 0,-16 1 0 0 0,17 0 0 0 0,0 0 0 0 0,-1 0 0 0 0,1 0 0 0 0,0 2 0 0 0,0-1 0 0 0,-15 9 0 0 0,14-2-878 0 0,10-10 603 0 0,0 1-1 0 0,0-1 1 0 0,0 1-1 0 0,1-1 1 0 0,-1 1-1 0 0,0-1 1 0 0,0 0-1 0 0,1 1 0 0 0,-1-1 1 0 0,0 0-1 0 0,0 1 1 0 0,1-1-1 0 0,-1 1 1 0 0,0-1-1 0 0,1 0 1 0 0,-1 0-1 0 0,0 1 0 0 0,1-1 1 0 0,-1 0-1 0 0,1 0 1 0 0,-1 1-1 0 0,0-1 1 0 0,1 0-1 0 0,-1 0 1 0 0,1 0-1 0 0,-1 0 0 0 0,1 0 1 0 0,0 1-1 0 0,15 2-7724 0 0,-14-3 7107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30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16 194 1824 0 0,'-1'0'3252'0'0,"-12"3"8439"0"0,13-2-11398 0 0,-1 0-1 0 0,1 0 1 0 0,0 0 0 0 0,0 0-1 0 0,-1 0 1 0 0,1 0 0 0 0,0 0-1 0 0,0 0 1 0 0,0 0 0 0 0,0 0-1 0 0,0 0 1 0 0,1 0 0 0 0,-1 0 0 0 0,0 0-1 0 0,0 0 1 0 0,1 0 0 0 0,-1-1-1 0 0,0 1 1 0 0,1 0 0 0 0,-1 0-1 0 0,1 0 1 0 0,-1 0 0 0 0,1 0 0 0 0,1 0-1 0 0,23 41 4603 0 0,2 3-1170 0 0,-18 0-3662 0 0,-8-22-63 0 0,4-5 0 0 0,5-5 0 0 0,-1-2 0 0 0,8-7 0 0 0,-10-5 0 0 0,0-1 0 0 0,1 1 0 0 0,-1-1 0 0 0,-1-1 0 0 0,1 1 0 0 0,0-1 0 0 0,-1 0 0 0 0,1-1 0 0 0,-1 1 0 0 0,0-1 0 0 0,0-1 0 0 0,0 1 0 0 0,-1-1 0 0 0,9-9 0 0 0,8-10 0 0 0,35-51 0 0 0,-54 71 0 0 0,11-20 0 0 0,-2-1 0 0 0,0 0 0 0 0,-1 0 0 0 0,11-41 0 0 0,-14 40 0 0 0,-7 15 0 0 0,-1-3 0 0 0,1 1 0 0 0,3 3 0 0 0,-2-1 0 0 0,-1 2 0 0 0,-13 6-237 0 0,9 3-1211 0 0,2 0 74 0 0,-14 6-3568 0 0,11-5 1312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31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81 616 0 0,'-25'0'3718'0'0,"-12"-8"19297"0"0,44 9-22031 0 0,15 0-97 0 0,-1 0 0 0 0,0-1 0 0 0,0-1-1 0 0,30-5 1 0 0,184-53-887 0 0,-207 50-57 0 0,-26 8-342 0 0,-51 23-10376 0 0,30-17 6685 0 0,2 0-3476 0 0,5-2 2010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31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58 248 0 0,'-7'-36'15449'0'0,"7"35"-15143"0"0,0 0 0 0 0,0 1-1 0 0,0-1 1 0 0,1 0 0 0 0,-1 0-1 0 0,0 1 1 0 0,0-1 0 0 0,1 0 0 0 0,-1 1-1 0 0,0-1 1 0 0,1 0 0 0 0,-1 1-1 0 0,1-1 1 0 0,-1 1 0 0 0,1-1-1 0 0,-1 0 1 0 0,1 1 0 0 0,-1-1-1 0 0,1 1 1 0 0,0 0 0 0 0,-1-1-1 0 0,1 1 1 0 0,0-1 0 0 0,-1 1-1 0 0,1 0 1 0 0,1-1 0 0 0,30-4 2128 0 0,42 9-3501 0 0,-63-3 1593 0 0,2 0-572 0 0,-3 0-10 0 0,0-1 0 0 0,-1 1 0 0 0,1 1-1 0 0,0 0 1 0 0,-1 0 0 0 0,1 0 0 0 0,-1 2 0 0 0,0-1-1 0 0,14 8 1 0 0,-22-10 205 0 0,-1 1 0 0 0,1-1 0 0 0,-1 1 0 0 0,1-1 1 0 0,-1 0-1 0 0,1 1 0 0 0,-1-1 0 0 0,0 1 0 0 0,1-1 0 0 0,-1 1 0 0 0,0 0 0 0 0,0-1 0 0 0,0 1 0 0 0,0-1 0 0 0,-1 1 0 0 0,1-1 0 0 0,0 1 0 0 0,-1-1 0 0 0,1 1 0 0 0,-1-1 0 0 0,1 1 0 0 0,-1-1 0 0 0,0 0 0 0 0,1 1 0 0 0,-1-1 0 0 0,0 0 0 0 0,0 0 1 0 0,0 1-1 0 0,-2 0 0 0 0,-33 48 2730 0 0,31-44-2699 0 0,-38 69-241 0 0,42-73-1381 0 0,-1 1 4402 0 0,1 0-4130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34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77 680 0 0,'0'0'22687'0'0,"0"4"-21883"0"0,-6 32 2516 0 0,0 62-1 0 0,6-96-2642 0 0,3-2-665 0 0,-1-1 0 0 0,0 1 0 0 0,1-1 1 0 0,-1 0-1 0 0,0 0 0 0 0,1 1 0 0 0,-1-1 0 0 0,0-1 0 0 0,0 1 1 0 0,0 0-1 0 0,0 0 0 0 0,0-1 0 0 0,0 0 0 0 0,0 1 0 0 0,-1-1 1 0 0,1 0-1 0 0,0 0 0 0 0,2-3 0 0 0,26-47 190 0 0,-13 23-29 0 0,26-51 501 0 0,-39 71-674 0 0,-2 0 0 0 0,4 0 0 0 0,-6 9 0 0 0,0 0 0 0 0,0 0 0 0 0,0 0 0 0 0,0-1 0 0 0,0 1 0 0 0,0 0 0 0 0,0 0 0 0 0,0 0 0 0 0,0 0 0 0 0,0 0 0 0 0,1 0 0 0 0,-1 0 0 0 0,0-1 0 0 0,0 1 0 0 0,0 0 0 0 0,0 0 0 0 0,0 0 0 0 0,0 0 0 0 0,0 0 0 0 0,0 0 0 0 0,0 0 0 0 0,0 0 0 0 0,1 0 0 0 0,-1-1 0 0 0,0 1 0 0 0,0 0 0 0 0,0 0 0 0 0,0 0 0 0 0,0 0 0 0 0,0 0 0 0 0,1 0 0 0 0,-1 0 0 0 0,0 0 0 0 0,0 0 0 0 0,0 0 0 0 0,0 0 0 0 0,0 0 0 0 0,0 0 0 0 0,1 0 0 0 0,-1 0 0 0 0,0 0 0 0 0,0 0 0 0 0,0 0 0 0 0,0 0 0 0 0,0 0 0 0 0,0 0 0 0 0,0 0 0 0 0,1 0 0 0 0,-1 1 0 0 0,0-1 0 0 0,0 0 0 0 0,0 0 0 0 0,0 0 0 0 0,0 0 0 0 0,0 0 0 0 0,0 0 0 0 0,1 0 0 0 0,5 21 0 0 0,2 12 0 0 0,-3-7 0 0 0,2 0 0 0 0,15 38 0 0 0,-19-52 0 0 0,2 2 0 0 0,1-3 0 0 0,0 0 0 0 0,0-1 0 0 0,1-3 0 0 0,3 0 0 0 0,-3 0-57 0 0,-6-5-437 0 0,9-28-9648 0 0,-8 21 5749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34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40 492 0 0,'-29'4'5505'0'0,"14"-2"5776"0"0,11-8-9611 0 0,9 4 4343 0 0,23 0-3577 0 0,46-10 0 0 0,60-10 498 0 0,-121 21-2934 0 0,0 1-145 0 0,-10 0-802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3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93 456 0 0,'-21'-1'27932'0'0,"26"-1"-24298"0"0,29-2-3527 0 0,1-1-1 0 0,-1-3 0 0 0,0 0 1 0 0,0-2-1 0 0,-1-2 1 0 0,52-26-1 0 0,-79 34-245 0 0,-4 4-646 0 0,-7 4-519 0 0,0 1 832 0 0,-42 40-6810 0 0,9-22-5627 0 0,25-19 7353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37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45 2160 0 0,'-7'2'648'0'0,"0"0"-1"0"0,1 1 0 0 0,-1-1 1 0 0,1 1-1 0 0,0 1 1 0 0,0-1-1 0 0,-16 15 9578 0 0,46-19-8636 0 0,1 0 1 0 0,-1-2 0 0 0,0-1-1 0 0,38-10 1 0 0,7-1 875 0 0,-13 1-640 0 0,-27 5-653 0 0,0 2 0 0 0,53-7-1 0 0,-80 14-1799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0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0 1052 0 0,'-10'9'5369'0'0,"-10"13"-501"0"0,-15 74 3338 0 0,28-74-7039 0 0,1 1 0 0 0,1 0-1 0 0,1 0 1 0 0,-1 39 0 0 0,-1 12 1098 0 0,3-56-1550 0 0,1 0-1 0 0,1 0 1 0 0,1 0-1 0 0,3 29 1 0 0,4-6 501 0 0,-5-39-1194 0 0,-3 7 243 0 0,2-7-916 0 0,-1-6-3371 0 0,2-22 2709 0 0,1-11-4220 0 0,2 3-4916 0 0,-3 21 4431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0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0 732 0 0,'0'0'20274'0'0,"0"6"-18797"0"0,-2 22 500 0 0,-1 0-1 0 0,-10 38 1 0 0,7-37-726 0 0,1 0 1 0 0,-2 45-1 0 0,1 20-597 0 0,3-68-668 0 0,1 1 1 0 0,2 0-1 0 0,2 33 1 0 0,0-24 13 0 0,-2-34 0 0 0,0 1 0 0 0,0-1 0 0 0,1 1 0 0 0,-1-1 0 0 0,0 1 0 0 0,1-1 0 0 0,0 1 0 0 0,0-1 0 0 0,0 0 0 0 0,0 0 0 0 0,0 1 0 0 0,0-1 0 0 0,0 0 0 0 0,1 0 0 0 0,-1 0 0 0 0,1 0 0 0 0,0 0 0 0 0,2 2 0 0 0,-4-4 0 0 0,1 1 0 0 0,0-1 0 0 0,0 1 0 0 0,1-1 0 0 0,-1 0 0 0 0,0 0 0 0 0,0 1 0 0 0,0-1 0 0 0,0 0 0 0 0,0 0 0 0 0,0 0 0 0 0,0 0 0 0 0,0 0 0 0 0,0 0 0 0 0,0 0 0 0 0,0 0 0 0 0,1-1 0 0 0,-1 1 0 0 0,0 0 0 0 0,0-1 0 0 0,0 1 0 0 0,0-1 0 0 0,0 1 0 0 0,0-1 0 0 0,-1 1 0 0 0,1-1 0 0 0,0 0 0 0 0,0 1 0 0 0,0-1 0 0 0,0 0 0 0 0,0-1 0 0 0,2 0-168 0 0,-1 0-1 0 0,0 0 1 0 0,1 0 0 0 0,-1-1-1 0 0,0 1 1 0 0,0 0 0 0 0,-1-1 0 0 0,1 0-1 0 0,0 0 1 0 0,-1 1 0 0 0,0-1-1 0 0,1 0 1 0 0,-1 0 0 0 0,1-5-1 0 0,7-45-7183 0 0,-7 38 3460 0 0,-2 0-3298 0 0,-4 2 550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1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44 60 0 0,'0'0'15850'0'0,"0"-4"-15638"0"0,0-11 16 0 0,0 12 3370 0 0,-32-19 2368 0 0,-14 25-3689 0 0,44-3-1869 0 0,-31 10 1622 0 0,21-7-1896 0 0,0 1 0 0 0,1 0-1 0 0,-1 0 1 0 0,1 2-1 0 0,0-1 1 0 0,0 2 0 0 0,0-1-1 0 0,1 1 1 0 0,0 1-1 0 0,0 0 1 0 0,1 0 0 0 0,0 1-1 0 0,1 0 1 0 0,0 1-1 0 0,-9 12 1 0 0,16-20-134 0 0,0 0 0 0 0,0 1 0 0 0,1-1 0 0 0,-1 0 0 0 0,0 0 0 0 0,1 1 0 0 0,0-1 0 0 0,-1 0 0 0 0,1 1 0 0 0,0-1 0 0 0,0 1 0 0 0,0-1 0 0 0,1 0 0 0 0,-1 1 0 0 0,1-1 0 0 0,-1 0 0 0 0,1 1 0 0 0,0-1 0 0 0,-1 0 0 0 0,1 0 0 0 0,0 0 0 0 0,1 1 0 0 0,-1-1 0 0 0,0 0 0 0 0,1-1 0 0 0,-1 1 0 0 0,1 0 0 0 0,-1 0 0 0 0,1-1 0 0 0,0 1 0 0 0,0-1 0 0 0,3 3 0 0 0,9 3 0 0 0,1 0 0 0 0,0-2 0 0 0,1 1 0 0 0,0-2 0 0 0,-1 0 0 0 0,33 4 0 0 0,102-1 0 0 0,-125-7 0 0 0,-6 1 0 0 0,118-3 0 0 0,-120 1 0 0 0,1-1 0 0 0,-1-1 0 0 0,0 0 0 0 0,1-1 0 0 0,24-10 0 0 0,-39 13 0 0 0,0 0 0 0 0,0-1 0 0 0,0 1 0 0 0,-1 0 0 0 0,1-1 0 0 0,0 0 0 0 0,0 0 0 0 0,-1 0 0 0 0,1 0 0 0 0,-1 0 0 0 0,0 0 0 0 0,1-1 0 0 0,-1 1 0 0 0,0-1 0 0 0,2-4 0 0 0,-4 6 0 0 0,1-1 0 0 0,-1 0 0 0 0,0 0 0 0 0,0 1 0 0 0,0-1 0 0 0,0 0 0 0 0,0 0 0 0 0,0 1 0 0 0,0-1 0 0 0,-1 0 0 0 0,1 0 0 0 0,-1 1 0 0 0,1-1 0 0 0,-1 0 0 0 0,0 1 0 0 0,1-1 0 0 0,-1 1 0 0 0,0-1 0 0 0,0 1 0 0 0,0-1 0 0 0,0 1 0 0 0,0 0 0 0 0,-3-3 0 0 0,-27-17 0 0 0,28 19 0 0 0,-12-5 0 0 0,0 1 0 0 0,-1 0 0 0 0,0 1 0 0 0,0 1 0 0 0,0 1 0 0 0,0 0 0 0 0,0 1 0 0 0,-1 0 0 0 0,-29 3 0 0 0,-9-4 0 0 0,38 3 0 0 0,4 1 0 0 0,2-3-35 0 0,9 1-344 0 0,22-14-13716 0 0,-9 9 6803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2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31 252 0 0,'2'0'31602'0'0,"2"0"-29984"0"0,13 1-4939 0 0,-8-1 5100 0 0,136-6-714 0 0,-34 0-3063 0 0,-109 6 1684 0 0,-1 0 0 0 0,1 0 1 0 0,-1-1-1 0 0,1 1 0 0 0,-1 0 0 0 0,1-1 1 0 0,-1 1-1 0 0,1-1 0 0 0,-1 0 0 0 0,0 1 1 0 0,1-1-1 0 0,-1 0 0 0 0,0 0 0 0 0,0 0 1 0 0,0 0-1 0 0,1 0 0 0 0,0-1 0 0 0,1-6-8000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2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0 772 0 0,'0'0'15391'0'0,"6"2"-14321"0"0,64 12 1565 0 0,22 5-1006 0 0,-1 4-1 0 0,90 35 1 0 0,-179-57-1576 0 0,-1-1-1 0 0,0 1 0 0 0,1-1 1 0 0,-1 1-1 0 0,0 0 0 0 0,1-1 1 0 0,-1 1-1 0 0,0 0 0 0 0,0 0 1 0 0,0 0-1 0 0,0 0 0 0 0,0 0 0 0 0,0 0 1 0 0,0 0-1 0 0,0 0 0 0 0,0 0 1 0 0,0 0-1 0 0,0 1 0 0 0,-1-1 1 0 0,1 0-1 0 0,-1 1 0 0 0,1-1 1 0 0,-1 0-1 0 0,1 3 0 0 0,-1-2 82 0 0,0 0-1 0 0,0 0 1 0 0,-1 0-1 0 0,1 1 0 0 0,-1-1 1 0 0,0 0-1 0 0,1 0 1 0 0,-1 0-1 0 0,0 0 0 0 0,0 0 1 0 0,0 0-1 0 0,0 0 1 0 0,-1-1-1 0 0,-1 3 0 0 0,-5 5 510 0 0,0-1 0 0 0,0 0 0 0 0,0-1-1 0 0,-1 0 1 0 0,-14 8 0 0 0,-4-4 71 0 0,19-8-699 0 0,1 0-1 0 0,-1 1 1 0 0,0-1 0 0 0,1 1 0 0 0,0 1 0 0 0,0 0-1 0 0,0-1 1 0 0,-9 10 0 0 0,22-12-4490 0 0,13-4 2569 0 0,22-8-4823 0 0,-27 3-709 0 0,-2 3 567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3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1 300 0 0,'0'0'14675'0'0,"5"2"-13132"0"0,17 9 21 0 0,-22-10-1452 0 0,0-1-1 0 0,1 1 0 0 0,-1 0 0 0 0,0 0 1 0 0,1-1-1 0 0,-1 1 0 0 0,0 0 0 0 0,0 0 1 0 0,0 0-1 0 0,1-1 0 0 0,-1 1 0 0 0,0 0 1 0 0,0 0-1 0 0,0 0 0 0 0,0 0 1 0 0,-1 0-1 0 0,1-1 0 0 0,0 1 0 0 0,0 0 1 0 0,0 0-1 0 0,-1 0 0 0 0,1-1 0 0 0,0 1 1 0 0,-1 0-1 0 0,0 1 0 0 0,1-2 111 0 0,-25 174 8728 0 0,6-36-6330 0 0,18-131-2620 0 0,1 0 0 0 0,0 0 0 0 0,0-1 0 0 0,1 1 0 0 0,-1 0 0 0 0,1-1 0 0 0,1 1 0 0 0,3 9 0 0 0,4 24 0 0 0,-7-29 0 0 0,-2-11-62 0 0,0 1-1 0 0,0 0 1 0 0,1 0-1 0 0,-1-1 1 0 0,0 1-1 0 0,0 0 1 0 0,0 0-1 0 0,1-1 1 0 0,-1 1-1 0 0,0 0 1 0 0,1-1-1 0 0,-1 1 1 0 0,1-1-1 0 0,-1 1 1 0 0,0 0-1 0 0,1-1 1 0 0,-1 1 0 0 0,1-1-1 0 0,0 1 1 0 0,-1-1-1 0 0,1 1 1 0 0,-1-1-1 0 0,1 0 1 0 0,0 1-1 0 0,-1-1 1 0 0,1 0-1 0 0,0 1 1 0 0,-1-1-1 0 0,1 0 1 0 0,0 0-1 0 0,0 0 1 0 0,-1 0-1 0 0,1 0 1 0 0,0 0-1 0 0,0 0 1 0 0,-1 0 0 0 0,1 0-1 0 0,0 0 1 0 0,0 0-1 0 0,-1 0 1 0 0,1 0-1 0 0,0 0 1 0 0,-1-1-1 0 0,1 1 1 0 0,0 0-1 0 0,-1-1 1 0 0,1 1-1 0 0,0 0 1 0 0,0-1-1 0 0,19-22-4665 0 0,-7-2-7585 0 0,-7 11 5228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3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1588 0 0,'0'0'7711'0'0,"14"13"-2077"0"0,-17 83 2906 0 0,-12 50-3282 0 0,3-77-5322 0 0,6-47-3422 0 0,-1-1-4101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4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7 292 0 0,'0'0'11486'0'0,"0"6"-9760"0"0,-1 11 102 0 0,-1-1 1 0 0,-1 1-1 0 0,0-1 0 0 0,-1 1 1 0 0,0-1-1 0 0,-10 22 0 0 0,14-13 706 0 0,0-24-2463 0 0,-1-1 0 0 0,1 1 0 0 0,0-1 1 0 0,0 1-1 0 0,0 0 0 0 0,0-1 0 0 0,0 1 0 0 0,0-1 0 0 0,0 1 0 0 0,0-1 0 0 0,0 1 1 0 0,0-1-1 0 0,1 1 0 0 0,-1-1 0 0 0,0 1 0 0 0,0-1 0 0 0,0 1 0 0 0,1-1 1 0 0,-1 1-1 0 0,0-1 0 0 0,1 1 0 0 0,-1-1 0 0 0,0 1 0 0 0,1-1 0 0 0,-1 1 0 0 0,0-1 1 0 0,1 0-1 0 0,-1 1 0 0 0,1-1 0 0 0,-1 0 0 0 0,1 1 0 0 0,-1-1 0 0 0,1 0 0 0 0,0 1 1 0 0,4-6-161 0 0,0 1 1 0 0,0-1 0 0 0,-1 0 0 0 0,1 0 0 0 0,-1 0 0 0 0,0-1-1 0 0,-1 0 1 0 0,1 1 0 0 0,-1-1 0 0 0,0 0 0 0 0,-1-1 0 0 0,0 1 0 0 0,2-7-1 0 0,0 1-83 0 0,1 0-1 0 0,0 0 1 0 0,11-17-1 0 0,5-14 358 0 0,-21 44-121 0 0,0-1-1 0 0,0 0 1 0 0,0 0-1 0 0,1 1 1 0 0,-1-1 0 0 0,0 0-1 0 0,0 0 1 0 0,0 0 0 0 0,1 1-1 0 0,-1-1 1 0 0,0 0-1 0 0,0 0 1 0 0,0 0 0 0 0,1 1-1 0 0,-1-1 1 0 0,0 0-1 0 0,0 0 1 0 0,1 0 0 0 0,-1 0-1 0 0,0 0 1 0 0,0 0-1 0 0,1 0 1 0 0,-1 0 0 0 0,0 0-1 0 0,1 1 1 0 0,-1-1-1 0 0,0 0 1 0 0,0 0 0 0 0,1-1-1 0 0,-1 1 1 0 0,0 0 0 0 0,1 0-1 0 0,-1 0 1 0 0,0 0-1 0 0,0 0 1 0 0,1 0 0 0 0,-1 0-1 0 0,0 0 1 0 0,0 0-1 0 0,1-1 1 0 0,-1 1 0 0 0,0 0-1 0 0,0 0 1 0 0,1 0-1 0 0,-1 0 1 0 0,0-1 0 0 0,0 1-1 0 0,0 0 1 0 0,0 0 0 0 0,1-1-1 0 0,-1 1 1 0 0,6 46-266 0 0,-2-6 277 0 0,2 31-361 0 0,-6-26-5292 0 0,0-43 3477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4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 1072 0 0,'0'0'7931'0'0,"-2"3"-6015"0"0,2-2-1748 0 0,0-1-1 0 0,-1 1 1 0 0,1-1-1 0 0,-1 1 1 0 0,1 0-1 0 0,0-1 1 0 0,0 1 0 0 0,-1 0-1 0 0,1-1 1 0 0,0 1-1 0 0,0 0 1 0 0,0-1-1 0 0,0 1 1 0 0,0 0-1 0 0,0 0 1 0 0,0-1 0 0 0,0 1-1 0 0,0 0 1 0 0,0-1-1 0 0,0 1 1 0 0,0 0-1 0 0,1-1 1 0 0,-1 1 0 0 0,0 0-1 0 0,0-1 1 0 0,1 1-1 0 0,-1 0 1 0 0,0-1-1 0 0,1 1 1 0 0,-1-1-1 0 0,1 1 1 0 0,-1-1 0 0 0,1 1-1 0 0,-1-1 1 0 0,1 1-1 0 0,0 0 1 0 0,36 15 5199 0 0,-33-14-5361 0 0,0-1 0 0 0,1 0-1 0 0,-1 0 1 0 0,0 0 0 0 0,0-1 0 0 0,1 0 0 0 0,-1 0 0 0 0,0 0-1 0 0,1 0 1 0 0,-1-1 0 0 0,0 1 0 0 0,0-1 0 0 0,1 0-1 0 0,3-2 1 0 0,23-13-4249 0 0,-1-8-5379 0 0,-17 16 4722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5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44 1680 0 0,'-7'44'8999'0'0,"5"-38"-7996"0"0,1-1-1 0 0,-1 1 1 0 0,2 0-1 0 0,-1 0 0 0 0,0 0 1 0 0,2 11-1 0 0,1 12 2299 0 0,3 2-559 0 0,-3-20-1206 0 0,1-1-644 0 0,-3-10-907 0 0,0 0 0 0 0,0 0 0 0 0,0 0-1 0 0,0 0 1 0 0,0 0 0 0 0,0 0 0 0 0,0 0 0 0 0,0 0 0 0 0,0 0 0 0 0,0 0 0 0 0,0 0-1 0 0,0-1 1 0 0,0 1 0 0 0,0 0 0 0 0,0 0 0 0 0,0 0 0 0 0,0 0 0 0 0,1 0 0 0 0,-1 0 0 0 0,0 0-1 0 0,0 0 1 0 0,0 0 0 0 0,0 0 0 0 0,0 0 0 0 0,0 0 0 0 0,0 0 0 0 0,0 0 0 0 0,0 0 0 0 0,0 0-1 0 0,0 0 1 0 0,0 0 0 0 0,0 0 0 0 0,1 0 0 0 0,-1 0 0 0 0,0 0 0 0 0,0 0 0 0 0,0 0 0 0 0,0 0-1 0 0,0 0 1 0 0,0 0 0 0 0,0 0 0 0 0,0 0 0 0 0,0 0 0 0 0,0 0 0 0 0,0 0 0 0 0,0 0 0 0 0,0 0-1 0 0,0 1 1 0 0,1-1 0 0 0,-1 0 0 0 0,0 0 0 0 0,0 0 0 0 0,0 0 0 0 0,0 0 0 0 0,0 0 0 0 0,0 0-1 0 0,0 0 1 0 0,5-24-462 0 0,0 0 0 0 0,-1 0 0 0 0,-2 0-1 0 0,-1-44 1 0 0,-1 66 550 0 0,0-1-1 0 0,0 1 0 0 0,0 0 1 0 0,1 0-1 0 0,-1-1 1 0 0,1 1-1 0 0,-1 0 0 0 0,1 0 1 0 0,-1 0-1 0 0,1-1 1 0 0,0 1-1 0 0,0 0 1 0 0,0 0-1 0 0,1 0 0 0 0,-1 0 1 0 0,0 1-1 0 0,1-1 1 0 0,-1 0-1 0 0,1 0 0 0 0,0 1 1 0 0,-1-1-1 0 0,1 1 1 0 0,0 0-1 0 0,0-1 0 0 0,0 1 1 0 0,0 0-1 0 0,0 0 1 0 0,0 0-1 0 0,0 0 1 0 0,0 1-1 0 0,1-1 0 0 0,-1 1 1 0 0,0-1-1 0 0,0 1 1 0 0,1 0-1 0 0,-1-1 0 0 0,0 1 1 0 0,0 0-1 0 0,4 1 1 0 0,3 0 420 0 0,-1-1 1 0 0,1 2-1 0 0,0-1 1 0 0,-1 1 0 0 0,0 1-1 0 0,1-1 1 0 0,-1 1-1 0 0,14 8 1 0 0,-20-10-415 0 0,-1-1-14 0 0,0 1 1 0 0,1-1 0 0 0,-1 0-1 0 0,0 1 1 0 0,0 0-1 0 0,0-1 1 0 0,0 1 0 0 0,0 0-1 0 0,0-1 1 0 0,0 1-1 0 0,0 0 1 0 0,0 0 0 0 0,0 0-1 0 0,-1 0 1 0 0,1 0-1 0 0,0 0 1 0 0,0 0 0 0 0,-1 0-1 0 0,1 0 1 0 0,-1 0-1 0 0,1 1 1 0 0,-1-1 0 0 0,1 0-1 0 0,-1 0 1 0 0,0 0-1 0 0,0 1 1 0 0,0-1 0 0 0,1 0-1 0 0,-1 0 1 0 0,0 1-1 0 0,-1-1 1 0 0,1 0 0 0 0,0 0-1 0 0,0 1 1 0 0,0-1-1 0 0,-1 1 1 0 0,-4 13-48 0 0,-2-3-18 0 0,1-3 0 0 0,-1 1 0 0 0,-3-2 0 0 0,2-1 0 0 0,4-2-11 0 0,3-4-46 0 0,4 1-200 0 0,29 20-131 0 0,-31-21 454 0 0,1 24 496 0 0,-8-6-535 0 0,4-11-180 0 0,-1 0 0 0 0,0 0 0 0 0,0 0 0 0 0,0 0 1 0 0,-1-1-1 0 0,-9 14 0 0 0,12-20-741 0 0,-25-6-4892 0 0,2-23-8811 0 0,18 19 8771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6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0 584 0 0,'0'0'12762'0'0,"-2"7"-11185"0"0,-46 205 8044 0 0,-8 29-3577 0 0,45-187-5408 0 0,11-54-676 0 0,0 0-1 0 0,-1 1 0 0 0,1-1 1 0 0,0 1-1 0 0,-1-1 1 0 0,1 1-1 0 0,0-1 0 0 0,0 0 1 0 0,0 1-1 0 0,-1-1 1 0 0,1 1-1 0 0,0 0 0 0 0,0-1 1 0 0,0 1-1 0 0,0-1 0 0 0,0 1 1 0 0,0-1-1 0 0,0 1 1 0 0,0-1-1 0 0,0 1 0 0 0,0-1 1 0 0,0 1-1 0 0,0-1 1 0 0,1 1-1 0 0,-1-1 0 0 0,0 1 1 0 0,0-1-1 0 0,0 1 1 0 0,1-1-1 0 0,-1 1 0 0 0,0-1 1 0 0,1 0-1 0 0,-1 1 1 0 0,0-1-1 0 0,1 1 0 0 0,-1-1 1 0 0,0 0-1 0 0,1 1 0 0 0,-1-1 1 0 0,1 0-1 0 0,-1 0 1 0 0,1 1-1 0 0,-1-1 0 0 0,1 0 1 0 0,-1 0-1 0 0,1 0 1 0 0,-1 1-1 0 0,1-1 0 0 0,-1 0 1 0 0,1 0-1 0 0,-1 0 1 0 0,1 0-1 0 0,-1 0 0 0 0,1 0 1 0 0,0 0-1 0 0,27-5-3774 0 0,-22 1 2787 0 0,1-1 0 0 0,-1 1 0 0 0,0-2 0 0 0,-1 1 0 0 0,9-11 0 0 0,8-16-7495 0 0,-5 7 2651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6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1 972 0 0,'0'0'1788'0'0,"12"26"7854"0"0,-19 44-2541 0 0,-18 38-731 0 0,14-66-3437 0 0,-6 49-1 0 0,7-46-1903 0 0,7-31-1029 0 0,6 3 0 0 0,-3-16-127 0 0,1 0-1 0 0,-1 0 1 0 0,0 0 0 0 0,0 0-1 0 0,0 0 1 0 0,1 0 0 0 0,-1 0-1 0 0,0 0 1 0 0,1 0 0 0 0,-1 0-1 0 0,1-1 1 0 0,-1 1 0 0 0,1 0-1 0 0,-1 0 1 0 0,1-1-1 0 0,0 1 1 0 0,-1 0 0 0 0,1-1-1 0 0,0 1 1 0 0,0 0 0 0 0,0-1-1 0 0,-1 1 1 0 0,1-1 0 0 0,0 1-1 0 0,0-1 1 0 0,0 0 0 0 0,0 1-1 0 0,0-1 1 0 0,0 0 0 0 0,0 0-1 0 0,0 1 1 0 0,-1-1 0 0 0,1 0-1 0 0,0 0 1 0 0,0 0 0 0 0,0 0-1 0 0,0 0 1 0 0,0-1 0 0 0,0 1-1 0 0,0 0 1 0 0,0 0-1 0 0,0 0 1 0 0,0-1 0 0 0,0 1-1 0 0,0-1 1 0 0,0 1 0 0 0,-1-1-1 0 0,1 1 1 0 0,0-1 0 0 0,0 1-1 0 0,-1-1 1 0 0,1 0 0 0 0,0 1-1 0 0,0-2 1 0 0,12-17-4176 0 0,-3 2-5484 0 0,-3 5 3226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7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9 244 0 0,'0'0'1548'0'0,"5"-8"-1552"0"0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8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9 117 808 0 0,'0'0'23463'0'0,"0"4"-22974"0"0,0-2-215 0 0,0 0 1 0 0,1 0 0 0 0,-1 0 0 0 0,0 0 0 0 0,0 0 0 0 0,1 0 0 0 0,-1-1-1 0 0,1 1 1 0 0,0 0 0 0 0,0 0 0 0 0,-1 0 0 0 0,1-1 0 0 0,0 1-1 0 0,1 0 1 0 0,-1-1 0 0 0,4 5 3140 0 0,-6-4-3247 0 0,-3 8-166 0 0,0-1 0 0 0,1 1 1 0 0,0 0-1 0 0,0 0 0 0 0,1 0 0 0 0,0 0 0 0 0,1 0 0 0 0,0 0 0 0 0,1 0 0 0 0,0 0 0 0 0,3 16 0 0 0,-1 13 0 0 0,-3-37-2 0 0,1 1 0 0 0,0 1 0 0 0,0-1 0 0 0,0 0 0 0 0,1 1 0 0 0,-1-1 0 0 0,1 0 0 0 0,0 0 0 0 0,-1 1 0 0 0,2-1 0 0 0,-1 0 0 0 0,0 0 0 0 0,1 0 0 0 0,-1 0 0 0 0,1 0 0 0 0,0-1 0 0 0,0 1 0 0 0,0 0 0 0 0,0-1 0 0 0,0 1 0 0 0,0-1 0 0 0,1 0 0 0 0,3 3 0 0 0,6 0 0 0 0,5-8 0 0 0,-12 1 0 0 0,0-1 0 0 0,1 0 0 0 0,-2 0 0 0 0,1-1 0 0 0,0 1 0 0 0,-1-1 0 0 0,1 0 0 0 0,-1 0 0 0 0,0-1 0 0 0,5-8 0 0 0,36-58 0 0 0,-21 30 0 0 0,80-143 0 0 0,-79 143 0 0 0,-18 31 0 0 0,0 1 0 0 0,-7 8-570 0 0,-5 6 1342 0 0,-6 7-1621 0 0,4-5-3023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8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1 924 0 0,'0'0'6743'0'0,"1"4"-4308"0"0,0 0-1732 0 0,-1 0 1 0 0,0 0 0 0 0,1 1 0 0 0,-2-1-1 0 0,1 0 1 0 0,0 0 0 0 0,-1 0 0 0 0,0 0 0 0 0,0 0-1 0 0,-2 7 1 0 0,-22 51 3753 0 0,8-24-1566 0 0,5-3-997 0 0,1 0 0 0 0,1 1 0 0 0,-8 68 0 0 0,17-37-1894 0 0,1-66 1 0 0,0 1-1 0 0,0-1 1 0 0,0 0-1 0 0,0 0 1 0 0,0 0-1 0 0,0 0 1 0 0,0 0 0 0 0,0 0-1 0 0,0 1 1 0 0,1-1-1 0 0,-1 0 1 0 0,0 0 0 0 0,1 0-1 0 0,-1 0 1 0 0,1 0-1 0 0,-1 0 1 0 0,1 0-1 0 0,0 0 1 0 0,-1 0 0 0 0,1 0-1 0 0,0-1 1 0 0,0 1-1 0 0,-1 0 1 0 0,1 0-1 0 0,0-1 1 0 0,0 1 0 0 0,0 0-1 0 0,0-1 1 0 0,0 1-1 0 0,0-1 1 0 0,0 1 0 0 0,0-1-1 0 0,0 0 1 0 0,0 1-1 0 0,0-1 1 0 0,1 0-1 0 0,-1 0 1 0 0,0 0 0 0 0,0 1-1 0 0,0-1 1 0 0,2-1-1 0 0,2 1-37 0 0,-1-1-1 0 0,1 0 1 0 0,-1 0-1 0 0,0 0 1 0 0,1-1-1 0 0,-1 0 0 0 0,6-3 1 0 0,13-8-2681 0 0,-2-2 0 0 0,35-28 0 0 0,3-14-9347 0 0,-34 26 5165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8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1124 0 0,'0'0'8781'0'0,"-1"6"-6832"0"0,-1 7-791 0 0,-3 22 2814 0 0,1 0 0 0 0,2-1 1 0 0,3 54-1 0 0,5-9-652 0 0,-4 64-2774 0 0,-4-123-849 0 0,-1-17 7 0 0,2-2 30 0 0,-1 1-1465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1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1 632 0 0,'0'0'32074'0'0,"3"4"-32022"0"0,9 15-43 0 0,-9-2-9 0 0,-3-1 0 0 0,0-2 0 0 0,0 0 0 0 0,0 3 0 0 0,-1-16 0 0 0,1 0 0 0 0,0 1 0 0 0,-1-1 0 0 0,1 0 0 0 0,0 0 0 0 0,0 0 0 0 0,0 0 0 0 0,0 0 0 0 0,0 0 0 0 0,0 1 0 0 0,0-1 0 0 0,1 0 0 0 0,-1 0 0 0 0,0 0 0 0 0,1 0 0 0 0,-1 0 0 0 0,0 0 0 0 0,1 0 0 0 0,-1 0 0 0 0,1 0 0 0 0,0 1 0 0 0,3 18 0 0 0,-3-4 0 0 0,5-4 0 0 0,-2-2 0 0 0,-2 2 0 0 0,3-2-74 0 0,-4-8-334 0 0,-2-6-2423 0 0,0 3 2729 0 0,0-1 1 0 0,0 1-1 0 0,0-1 1 0 0,0 0-1 0 0,0 1 1 0 0,0 0-1 0 0,0-1 1 0 0,-1 1-1 0 0,1 0 1 0 0,-2-2-1 0 0,2 3-40 0 0,-2-4-658 0 0,-3-4-2373 0 0,8-3-3365 0 0,2-9-971 0 0,-4 18 6401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2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5 156 700 0 0,'-5'-9'18241'0'0,"13"-1"-17724"0"0,1 1-1 0 0,0 0 1 0 0,0 1-1 0 0,1 0 1 0 0,17-11 0 0 0,3-9 847 0 0,2 9-483 0 0,-24 14-136 0 0,1-1-1 0 0,-1 2 1 0 0,1-1 0 0 0,19-6 0 0 0,-26 10-228 0 0,5 0 179 0 0,-6 1-615 0 0,-1-1-1 0 0,1 1 1 0 0,0 0-1 0 0,-1-1 1 0 0,1 1 0 0 0,0 0-1 0 0,0-1 1 0 0,0 1-1 0 0,-1 0 1 0 0,1 0-1 0 0,0 0 1 0 0,0 0-1 0 0,0 0 1 0 0,-1 0-1 0 0,1 0 1 0 0,0 0-1 0 0,0 0 1 0 0,0 0 0 0 0,-1 0-1 0 0,1 1 1 0 0,0-1-1 0 0,0 0 1 0 0,-1 0-1 0 0,1 1 1 0 0,0-1-1 0 0,0 1 1 0 0,-1-1-1 0 0,1 0 1 0 0,-1 1-1 0 0,1-1 1 0 0,0 1 0 0 0,-1 0-1 0 0,1-1 1 0 0,-1 1-1 0 0,1-1 1 0 0,-1 1-1 0 0,1 0 1 0 0,-1 0-1 0 0,0-1 1 0 0,1 1-1 0 0,-1 0 1 0 0,0 0-1 0 0,1 0 1 0 0,3 10-81 0 0,1-1 0 0 0,-2 1 0 0 0,1 0 0 0 0,-2 0 0 0 0,1 0 0 0 0,-2 1 0 0 0,1-1 0 0 0,-1 14 0 0 0,6 32 0 0 0,19 37 0 0 0,-21-85 0 0 0,5 0 0 0 0,-1 1 0 0 0,-8-10 0 0 0,-1 0 0 0 0,0 0 0 0 0,0 0 0 0 0,1 1 0 0 0,-1-1 0 0 0,0 0 0 0 0,0 0 0 0 0,1 0 0 0 0,-1 0 0 0 0,0 1 0 0 0,0-1 0 0 0,1 0 0 0 0,-1 0 0 0 0,0 0 0 0 0,1 0 0 0 0,-1 0 0 0 0,0 0 0 0 0,1 0 0 0 0,-1 0 0 0 0,0 0 0 0 0,0 0 0 0 0,1 0 0 0 0,-1 0 0 0 0,0 0 0 0 0,1 0 0 0 0,-1 0 0 0 0,0-1 0 0 0,1 1 0 0 0,-1 0 0 0 0,0 0 0 0 0,0 0 0 0 0,1 0 0 0 0,-1 0 0 0 0,1-1 0 0 0,-1 0-147 0 0,1-1 0 0 0,0 1 0 0 0,0-1 1 0 0,0 1-1 0 0,-1-1 0 0 0,1 1 0 0 0,-1-1 0 0 0,1 0 0 0 0,-1 1 0 0 0,0-1 0 0 0,0 0 0 0 0,1 1 1 0 0,-1-1-1 0 0,0 1 0 0 0,0-1 0 0 0,-1 0 0 0 0,1 1 0 0 0,0-1 0 0 0,-1 0 0 0 0,1 1 1 0 0,-1-1-1 0 0,1 1 0 0 0,-1-1 0 0 0,1 1 0 0 0,-1-1 0 0 0,0 1 0 0 0,-2-3 0 0 0,-13-18-5820 0 0,-2 6-4513 0 0,6 7 3617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2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0 360 0 0,'0'0'7564'0'0,"7"1"-5736"0"0,12 2-332 0 0,26 2 2633 0 0,-1-1 0 0 0,72-3 0 0 0,-110-1-4817 0 0,16-3 811 0 0,-17 1-4670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5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69 1340 0 0,'0'0'2823'0'0,"2"-15"1393"0"0,57-24 1194 0 0,-57 37-4680 0 0,18-10 14510 0 0,-122 93-12268 0 0,98-77-2962 0 0,-4 2-6 0 0,0 1 1 0 0,0 0 0 0 0,1 1 0 0 0,0 0 0 0 0,-6 9 0 0 0,11-14-5 0 0,1 0 0 0 0,-1 0-1 0 0,0 0 1 0 0,1 1 0 0 0,0-1 0 0 0,0 0 0 0 0,0 1 0 0 0,0-1 0 0 0,1 0 0 0 0,-1 1-1 0 0,1-1 1 0 0,0 1 0 0 0,0-1 0 0 0,0 1 0 0 0,0-1 0 0 0,1 1 0 0 0,-1-1 0 0 0,1 0-1 0 0,0 1 1 0 0,0-1 0 0 0,2 6 0 0 0,-1-7-5 0 0,-1 1-1 0 0,0-1 1 0 0,1 0-1 0 0,0 1 1 0 0,-1-1-1 0 0,1 0 1 0 0,0 0-1 0 0,0 0 1 0 0,0 0-1 0 0,0 0 1 0 0,1 0-1 0 0,-1-1 1 0 0,0 1-1 0 0,1-1 1 0 0,-1 0 0 0 0,1 1-1 0 0,3 0 1 0 0,0 0 35 0 0,0-1 1 0 0,1 0-1 0 0,-1 1 1 0 0,1-2 0 0 0,-1 1-1 0 0,1-1 1 0 0,7-1-1 0 0,4-1-407 0 0,0 0 0 0 0,0-2-1 0 0,-1 0 1 0 0,24-9 0 0 0,-24 6-1616 0 0,0 0 0 0 0,0-1 0 0 0,31-20 0 0 0,-30 13-3443 0 0,-1-1-3392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6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1 148 0 0,'0'0'20651'0'0,"-6"1"-19544"0"0,-3 2-633 0 0,0 1 0 0 0,0 0-1 0 0,1 0 1 0 0,0 0 0 0 0,0 1 0 0 0,0 0 0 0 0,0 1 0 0 0,1 0-1 0 0,0 0 1 0 0,0 1 0 0 0,0 0 0 0 0,-6 9 0 0 0,9-12-314 0 0,1 1-1 0 0,-1-1 1 0 0,1 1 0 0 0,0 0 0 0 0,0 1 0 0 0,0-1 0 0 0,1 0 0 0 0,0 1 0 0 0,0-1 0 0 0,0 1 0 0 0,1 0 0 0 0,0 0-1 0 0,0 0 1 0 0,0-1 0 0 0,1 1 0 0 0,0 0 0 0 0,0 0 0 0 0,0 0 0 0 0,1 0 0 0 0,0 0 0 0 0,3 9 0 0 0,-3-12-155 0 0,1 0 0 0 0,0 0 0 0 0,0 0 0 0 0,1 0 1 0 0,-1-1-1 0 0,1 1 0 0 0,-1-1 0 0 0,1 1 1 0 0,0-1-1 0 0,0 0 0 0 0,0 0 0 0 0,0 0 0 0 0,0 0 1 0 0,0-1-1 0 0,1 1 0 0 0,-1-1 0 0 0,0 0 0 0 0,1 0 1 0 0,-1 0-1 0 0,1 0 0 0 0,-1-1 0 0 0,1 1 1 0 0,0-1-1 0 0,3 0 0 0 0,9 0-73 0 0,1 0-1 0 0,-1-1 1 0 0,32-5 0 0 0,-37 4 25 0 0,1 0 0 0 0,-1-1 0 0 0,0 0-1 0 0,0 0 1 0 0,0-1 0 0 0,-1-1 0 0 0,1 0 0 0 0,-1 0 0 0 0,0-1 0 0 0,0 0 0 0 0,-1-1 0 0 0,0 0 0 0 0,9-9-1 0 0,-17 14 170 0 0,0 0 0 0 0,0 0 0 0 0,0-1 0 0 0,-1 1-1 0 0,1 0 1 0 0,0-1 0 0 0,-1 1 0 0 0,0 0 0 0 0,1-1-1 0 0,-1 1 1 0 0,0-1 0 0 0,0 1 0 0 0,-1-5-1 0 0,1 0 0 0 0,0 6-123 0 0,-1-1-1 0 0,1 1 1 0 0,0 0 0 0 0,-1 0-1 0 0,1-1 1 0 0,0 1 0 0 0,-1 0-1 0 0,0 0 1 0 0,1-1 0 0 0,-1 1-1 0 0,0 0 1 0 0,1 0 0 0 0,-1 0-1 0 0,0 0 1 0 0,0 0 0 0 0,0 0-1 0 0,0 0 1 0 0,0 0 0 0 0,0 1-1 0 0,0-1 1 0 0,0 0 0 0 0,-1 1-1 0 0,1-1 1 0 0,0 0 0 0 0,0 1-1 0 0,0-1 1 0 0,-1 1 0 0 0,-1-1-1 0 0,-30-4-7 0 0,32 5 8 0 0,-19-2-2 0 0,13 1 0 0 0,1 1 0 0 0,-1 0 0 0 0,1 0 0 0 0,-1 0 0 0 0,0 0 0 0 0,1 1 0 0 0,-11 3 0 0 0,-8-1 1 0 0,24-3-6 0 0,0 1 0 0 0,1-1 0 0 0,-1 0 0 0 0,0 0 1 0 0,0 0-1 0 0,0 1 0 0 0,0-1 0 0 0,0 0 0 0 0,1 1 1 0 0,-1-1-1 0 0,0 0 0 0 0,0 1 0 0 0,1-1 0 0 0,-1 1 1 0 0,0-1-1 0 0,1 1 0 0 0,-1 0 0 0 0,0-1 0 0 0,1 1 1 0 0,-1 0-1 0 0,1-1 0 0 0,-1 1 0 0 0,0 1 0 0 0,-3 3-58 0 0,3-5-952 0 0,19 11-6678 0 0,-7-8 2328 0 0,7-3-1642 0 0,-4 1 538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6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33 1316 0 0,'0'-1'683'0'0,"0"-1"0"0"0,1 1 1 0 0,-1 0-1 0 0,0-1 0 0 0,-1 1 0 0 0,1 0 0 0 0,0-1 0 0 0,0 1 0 0 0,0 0 1 0 0,-1-1-1 0 0,1 1 0 0 0,-1 0 0 0 0,1 0 0 0 0,-1-1 0 0 0,0 1 0 0 0,1 0 1 0 0,-1 0-1 0 0,0 0 0 0 0,0 0 0 0 0,0 0 0 0 0,1 0 0 0 0,-2-1 0 0 0,-1 1-155 0 0,1 0-1 0 0,0 1 0 0 0,-1-1 1 0 0,1 1-1 0 0,0 0 0 0 0,-1-1 1 0 0,1 1-1 0 0,-1 0 0 0 0,1 1 1 0 0,0-1-1 0 0,-1 0 0 0 0,1 1 1 0 0,-5 0-1 0 0,-60 15 5760 0 0,65-16-5801 0 0,0 0-162 0 0,-11 4 376 0 0,13-3-679 0 0,-1 0 1 0 0,2 1-1 0 0,-1-1 1 0 0,0 0-1 0 0,0 0 1 0 0,0 0-1 0 0,0 0 1 0 0,1 0-1 0 0,-1 0 1 0 0,0 0-1 0 0,1 0 1 0 0,-1 0-1 0 0,1 0 1 0 0,-1 0-1 0 0,1 0 1 0 0,0 0-1 0 0,-1-1 1 0 0,1 1-1 0 0,0 0 1 0 0,0 0-1 0 0,-1 0 1 0 0,1-1-1 0 0,0 1 1 0 0,0-1-1 0 0,2 2 1 0 0,2 3-22 0 0,-1-2 0 0 0,0 1 0 0 0,0-1 0 0 0,0 1 0 0 0,0 1 0 0 0,0-1 0 0 0,-1 0 0 0 0,1 1 0 0 0,-1 0 0 0 0,-1-1 0 0 0,1 1 0 0 0,-1 0 0 0 0,1 1 0 0 0,-1-1 0 0 0,-1 0 0 0 0,1 1 0 0 0,-1-1 0 0 0,1 10 0 0 0,-2-13 0 0 0,1 0 0 0 0,-1 0 0 0 0,0-1 0 0 0,0 1 0 0 0,0 0 0 0 0,-1 0 0 0 0,1 0 0 0 0,0 0 0 0 0,-1 0 0 0 0,1 0 0 0 0,-1 0 0 0 0,1 0 0 0 0,-1-1 0 0 0,0 1 0 0 0,-1 2 0 0 0,-3 6 0 0 0,3-5 0 0 0,0-1 0 0 0,-1 0 0 0 0,1 0 0 0 0,-1 0 0 0 0,0 0 0 0 0,0 0 0 0 0,0-1 0 0 0,0 1 0 0 0,-1-1 0 0 0,1 0 0 0 0,-1 0 0 0 0,0 0 0 0 0,0 0 0 0 0,0-1 0 0 0,0 0 0 0 0,-1 1 0 0 0,1-2 0 0 0,-6 3 0 0 0,-2 0 0 0 0,-1 0 0 0 0,11-3-1 0 0,1-1 0 0 0,0 1 0 0 0,-1-1 1 0 0,1 0-1 0 0,-1 1 0 0 0,1-1 0 0 0,-1 0 0 0 0,1 0 0 0 0,-1 0 0 0 0,1 0 1 0 0,-1 0-1 0 0,1 0 0 0 0,-1 0 0 0 0,1 0 0 0 0,0-1 0 0 0,-1 1 0 0 0,1 0 1 0 0,-1-1-1 0 0,1 1 0 0 0,0-1 0 0 0,-1 0 0 0 0,1 0 0 0 0,0 1 0 0 0,-1-1 1 0 0,1 0-1 0 0,-1-1 0 0 0,-1-1-85 0 0,2 2-177 0 0,-1 0 1 0 0,1 0 0 0 0,0 0-1 0 0,-1 0 1 0 0,1-1 0 0 0,0 1 0 0 0,0 0-1 0 0,0 0 1 0 0,0-1 0 0 0,0 1-1 0 0,1-1 1 0 0,-1 1 0 0 0,0-1 0 0 0,1 1-1 0 0,-1-1 1 0 0,1 1 0 0 0,-1-1-1 0 0,1 0 1 0 0,0 1 0 0 0,-1-1-1 0 0,1 0 1 0 0,0 1 0 0 0,0-1 0 0 0,0 1-1 0 0,0-1 1 0 0,1 0 0 0 0,-1 1-1 0 0,0-1 1 0 0,1 0 0 0 0,0-1 0 0 0,12-20-5009 0 0,4 2-3829 0 0,-8 10 3388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6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7 932 0 0,'-28'-6'8386'0'0,"20"7"-7343"0"0,0 0 0 0 0,-1 1 0 0 0,1 0 0 0 0,0 0-1 0 0,0 1 1 0 0,0 0 0 0 0,0 0 0 0 0,-12 8 0 0 0,10-4-166 0 0,1 0 0 0 0,0 0 0 0 0,0 1 1 0 0,0 0-1 0 0,-12 15 0 0 0,7-4 267 0 0,2 0 0 0 0,0 1 0 0 0,0 0 0 0 0,2 1 0 0 0,-15 44 0 0 0,22-56-1056 0 0,0 1 0 0 0,1 0 0 0 0,0 0 0 0 0,1 0 0 0 0,0 1 0 0 0,1-1 0 0 0,0 0 0 0 0,0 0 0 0 0,1 1 0 0 0,0-1 0 0 0,1 0 0 0 0,0 0 0 0 0,1 0 0 0 0,0 0 0 0 0,1-1 0 0 0,0 1 0 0 0,0-1 0 0 0,1 0 0 0 0,0 0 0 0 0,0-1 0 0 0,10 12 0 0 0,-12-16-94 0 0,10 7 19 0 0,31 5-91 0 0,-43-16 0 0 0,-1 1-1 0 0,1-1 0 0 0,0 0 0 0 0,-1 0 0 0 0,1 0 1 0 0,0 0-1 0 0,0 0 0 0 0,-1 0 0 0 0,1 0 0 0 0,0 0 1 0 0,0 0-1 0 0,-1 0 0 0 0,1-1 0 0 0,0 1 0 0 0,0 0 1 0 0,-1 0-1 0 0,1-1 0 0 0,0 1 0 0 0,-1 0 1 0 0,1-1-1 0 0,0 1 0 0 0,-1-1 0 0 0,2 0 0 0 0,10-23-13362 0 0,-10 16 7285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8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28 780 0 0,'-22'-21'15874'0'0,"19"20"-15189"0"0,-1-1 0 0 0,0 1-1 0 0,1 0 1 0 0,-1 1 0 0 0,0-1-1 0 0,0 1 1 0 0,0 0 0 0 0,1 0 0 0 0,-1 0-1 0 0,0 0 1 0 0,0 0 0 0 0,0 1 0 0 0,1 0-1 0 0,-1 0 1 0 0,-7 2 0 0 0,4 1-113 0 0,0-1 0 0 0,0 1-1 0 0,0 0 1 0 0,0 1 0 0 0,0 0 0 0 0,1 0 0 0 0,-9 8 0 0 0,7-4-519 0 0,-1 1 0 0 0,1 0 0 0 0,0 0 0 0 0,1 0 0 0 0,1 1-1 0 0,-1 0 1 0 0,2 0 0 0 0,-1 1 0 0 0,2 0 0 0 0,-4 12 0 0 0,7-21-53 0 0,0 0 0 0 0,0 0 0 0 0,0 0 0 0 0,1 0 0 0 0,0 0 0 0 0,-1 0 0 0 0,1 0 0 0 0,0 0 0 0 0,0 0 0 0 0,1 0 0 0 0,-1 0 0 0 0,1 0 0 0 0,-1 0 0 0 0,1 0 0 0 0,0 0 0 0 0,0-1 0 0 0,0 1 0 0 0,0 0 0 0 0,1 0 0 0 0,-1-1 0 0 0,1 1 0 0 0,0-1 0 0 0,0 1 0 0 0,0-1 0 0 0,0 0 0 0 0,0 0 0 0 0,0 0 0 0 0,0 0 0 0 0,1 0 0 0 0,-1 0 0 0 0,5 1 0 0 0,0 0 0 0 0,1 0 0 0 0,0-1 0 0 0,0 0 0 0 0,0-1 0 0 0,0 0 0 0 0,0 0 0 0 0,0-1 0 0 0,0 0 0 0 0,0 0 0 0 0,0-1 0 0 0,9-2 0 0 0,13-2 0 0 0,-1-2 0 0 0,0-1 0 0 0,-1-1 0 0 0,0-2 0 0 0,0-1 0 0 0,-1-1 0 0 0,49-31 0 0 0,-72 41 0 0 0,0-1 0 0 0,0 1 0 0 0,-1-1 0 0 0,1 1 0 0 0,-1-1 0 0 0,1 0 0 0 0,-1 0 0 0 0,0-1 0 0 0,-1 1 0 0 0,1-1 0 0 0,-1 1 0 0 0,0-1 0 0 0,3-7 0 0 0,-5 9 0 0 0,0 0 0 0 0,-1 0 0 0 0,1 0 0 0 0,0 0 0 0 0,-1 0 0 0 0,1 0 0 0 0,-1 0 0 0 0,0 1 0 0 0,0-1 0 0 0,0 0 0 0 0,-1 0 0 0 0,1 1 0 0 0,0-1 0 0 0,-1 1 0 0 0,0-1 0 0 0,0 1 0 0 0,1 0 0 0 0,-2 0 0 0 0,1 0 0 0 0,0 0 0 0 0,0 0 0 0 0,0 0 0 0 0,-1 0 0 0 0,1 1 0 0 0,-1-1 0 0 0,0 1 0 0 0,1 0 0 0 0,-1 0 0 0 0,0 0 0 0 0,0 0 0 0 0,1 0 0 0 0,-1 1 0 0 0,0-1 0 0 0,0 1 0 0 0,-3-1 0 0 0,-7 0 0 0 0,0 1 0 0 0,0 0 0 0 0,-1 1 0 0 0,1 1 0 0 0,-21 4 0 0 0,21-3 16 0 0,0 1 0 0 0,0 0 0 0 0,0 1 0 0 0,-14 7 0 0 0,1 6-4674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9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1 740 0 0,'-6'8'18374'0'0,"26"1"-17354"0"0,1-2 1 0 0,-1 0 0 0 0,1-1-1 0 0,0-1 1 0 0,1-1-1 0 0,22 2 1 0 0,-6-3-1134 0 0,0-2 0 0 0,70-6 1 0 0,-65-2-3017 0 0,-30 2-797 0 0,-2-1-4187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9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0 148 0 0,'-8'3'17217'0'0,"105"58"-10297"0"0,-18-13-2679 0 0,99 80 0 0 0,-175-125-4241 0 0,1-1 0 0 0,-1 2 0 0 0,0-1 0 0 0,0 0 0 0 0,0 1 0 0 0,-1-1 0 0 0,1 1 0 0 0,-1 0 0 0 0,0-1 0 0 0,0 1 0 0 0,0 1 0 0 0,0-1 0 0 0,-1 0 0 0 0,1 0 0 0 0,-1 0 0 0 0,0 1 0 0 0,-1-1 0 0 0,1 1 0 0 0,-1 5 0 0 0,0-5 0 0 0,-1 1 0 0 0,0-1 0 0 0,0 1 0 0 0,-1-1 0 0 0,1 0 0 0 0,-1 0 0 0 0,0 0 0 0 0,-1 0 0 0 0,1 0 0 0 0,-1 0 0 0 0,0 0 0 0 0,0-1 0 0 0,-1 1 0 0 0,1-1 0 0 0,-5 4 0 0 0,-85 75 0 0 0,77-72 0 0 0,0-7 0 0 0,14-4-24 0 0,1 1 0 0 0,0-1 0 0 0,0 1-1 0 0,-1-1 1 0 0,1 0 0 0 0,0 1 0 0 0,-1-1 0 0 0,1 0 0 0 0,0 0 0 0 0,-1 0-1 0 0,1 0 1 0 0,0 0 0 0 0,-1 0 0 0 0,1-1 0 0 0,0 1 0 0 0,-1 0-1 0 0,1-1 1 0 0,-2 0 0 0 0,2 1-173 0 0,1-1 0 0 0,-1 0-1 0 0,0 1 1 0 0,1-1 0 0 0,-1 0 0 0 0,0 0-1 0 0,1 1 1 0 0,-1-1 0 0 0,1 0-1 0 0,-1 0 1 0 0,1 0 0 0 0,0 0 0 0 0,-1 0-1 0 0,1 1 1 0 0,0-1 0 0 0,0 0-1 0 0,-1 0 1 0 0,1-2 0 0 0,0-2-2095 0 0,0 0 0 0 0,0 0 0 0 0,1 0 0 0 0,0 1 0 0 0,0-1 0 0 0,2-7 0 0 0,3-1-4743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37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35 616 0 0,'0'0'24026'0'0,"1"5"-23155"0"0,0 2-171 0 0,1 0 0 0 0,-1 0 0 0 0,2-1 0 0 0,-1 1-1 0 0,1 0 1 0 0,0-1 0 0 0,4 7 0 0 0,-5-11-542 0 0,-1 1 0 0 0,1 0 0 0 0,-1 0 0 0 0,0 0 0 0 0,0 0 0 0 0,0 0 0 0 0,0 0 0 0 0,-1 0 1 0 0,1 0-1 0 0,-1 6 0 0 0,9 38-242 0 0,1-12 84 0 0,-8-26 0 0 0,0 1 0 0 0,1-2 0 0 0,0 1 0 0 0,1 0 0 0 0,7 14 0 0 0,41 69 0 0 0,-44-75 0 0 0,4-4 0 0 0,-1-6 0 0 0,-10-6 0 0 0,0-1 0 0 0,-1 1 0 0 0,1-1 0 0 0,0 1 0 0 0,0-1 0 0 0,0 0 0 0 0,0 1 0 0 0,0-1 0 0 0,0 0 0 0 0,0 0 0 0 0,-1 0 0 0 0,1 0 0 0 0,0 0 0 0 0,0 0 0 0 0,0 0 0 0 0,0 0 0 0 0,0 0 0 0 0,0 0 0 0 0,0 0 0 0 0,0 0 0 0 0,0-1 0 0 0,0 1 0 0 0,0 0 0 0 0,-1-1 0 0 0,1 1 0 0 0,0-1 0 0 0,0 1 0 0 0,0-1 0 0 0,-1 1 0 0 0,1-1 0 0 0,0 0 0 0 0,-1 1 0 0 0,1-1 0 0 0,0-1 0 0 0,0 2 0 0 0,4-4 0 0 0,1-1 0 0 0,-1 1 0 0 0,0-1 0 0 0,0-1 0 0 0,-1 1 0 0 0,1 0 0 0 0,-1-1 0 0 0,0 0 0 0 0,3-9 0 0 0,25-57 0 0 0,-11 21 0 0 0,-9 21 0 0 0,0-1 0 0 0,-2-1 0 0 0,7-37 0 0 0,-15 59 0 0 0,4 0 0 0 0,-1 1 0 0 0,-2 0 0 0 0,-22-17-3784 0 0,-2 25-18786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37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98 1364 0 0,'-4'3'2795'0'0,"-16"12"18140"0"0,17-10-19489 0 0,3-4-1232 0 0,0 0-1 0 0,0 1 1 0 0,0-1 0 0 0,0 1 0 0 0,0-1 0 0 0,-1 1-1 0 0,1-1 1 0 0,0 1 0 0 0,-1-1 0 0 0,1 1 0 0 0,-1-1-1 0 0,1 0 1 0 0,-1 1 0 0 0,0-1 0 0 0,1 0 0 0 0,-3 3 0 0 0,0 0 21 0 0,1 0 1 0 0,-1 0 0 0 0,1 0-1 0 0,0 1 1 0 0,0 0 0 0 0,1-1-1 0 0,-1 1 1 0 0,1 0 0 0 0,0 0-1 0 0,-1 6 1 0 0,2 3-236 0 0,3-24 0 0 0,2-1 0 0 0,0 1 0 0 0,0 1 0 0 0,1-1 0 0 0,7-10 0 0 0,18-30 0 0 0,-4 7 0 0 0,-7 15 0 0 0,-17 21 0 0 0,1-3 0 0 0,3 4 0 0 0,2 4 0 0 0,4 16 0 0 0,-9 3 0 0 0,0 0 0 0 0,2 43 0 0 0,-4-48 0 0 0,3 0 0 0 0,0-2 0 0 0,-4-2-51 0 0,-1-7-453 0 0,2-5-1061 0 0,4-11-1253 0 0,-3 5-3507 0 0,-2-2-4111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38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35 468 0 0,'-13'-4'26016'0'0,"18"8"-25708"0"0,0-1 1 0 0,1 0-1 0 0,-1 0 0 0 0,1 0 1 0 0,0-1-1 0 0,0 0 1 0 0,0 0-1 0 0,0-1 0 0 0,0 1 1 0 0,0-1-1 0 0,0-1 1 0 0,1 1-1 0 0,-1-1 0 0 0,0 0 1 0 0,7-1-1 0 0,90-20-4862 0 0,-101 20 4158 0 0,0 1 0 0 0,0-1 0 0 0,0 0 0 0 0,-1 1 0 0 0,1-1 0 0 0,0 0 0 0 0,0 0 0 0 0,0 0 0 0 0,-1 0 0 0 0,1-1 0 0 0,-1 1 0 0 0,1 0 0 0 0,-1-1 0 0 0,3-2 0 0 0,9-7-11120 0 0,-3 5 6224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38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1 280 0 0,'0'0'18203'0'0,"-2"5"-17218"0"0,-8 31 1536 0 0,10-34-1829 0 0,16 33 2251 0 0,-15-34-2338 0 0,9 14 55 0 0,-4-7-3357 0 0,-6-18-7706 0 0,-3-6 8999 0 0,2 1-3567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38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31 109 6157 0 0,'-13'-22'1053'0'0,"3"-9"2004"0"0,9 30-2141 0 0,-5-14 2493 0 0,6 8 2654 0 0,3 4-5689 0 0,0 1 0 0 0,1-1 0 0 0,-1 0 1 0 0,1 1-1 0 0,0 0 0 0 0,0 0 0 0 0,0 0 0 0 0,0 0 0 0 0,0 1 0 0 0,0-1 0 0 0,0 1 0 0 0,1 0 0 0 0,-1 0 0 0 0,8 0 0 0 0,3-1 111 0 0,1 0-1 0 0,-1 2 1 0 0,24 0-1 0 0,18 5 222 0 0,-54-4-597 0 0,0-1 200 0 0,-3 0-260 0 0,0 0-1 0 0,0 0 1 0 0,0 0 0 0 0,1 0-1 0 0,-1 0 1 0 0,0 0-1 0 0,0 0 1 0 0,0 0-1 0 0,1 0 1 0 0,-1 0-1 0 0,0 0 1 0 0,0 0 0 0 0,0 0-1 0 0,1 0 1 0 0,-1 0-1 0 0,0 0 1 0 0,0 0-1 0 0,0 0 1 0 0,1 0-1 0 0,-1 1 1 0 0,0-1 0 0 0,0 0-1 0 0,0 0 1 0 0,1 0-1 0 0,-1 0 1 0 0,0 0-1 0 0,0 0 1 0 0,0 1-1 0 0,0-1 1 0 0,0 0 0 0 0,1 0-1 0 0,-1 0 1 0 0,0 0-1 0 0,0 1 1 0 0,0-1-1 0 0,0 0 1 0 0,0 0-1 0 0,0 0 1 0 0,0 1 0 0 0,0-1-1 0 0,0 0 1 0 0,0 0-1 0 0,0 0 1 0 0,0 1-1 0 0,0-1 1 0 0,0 0-1 0 0,0 0 1 0 0,0 0 0 0 0,0 1-1 0 0,0-1 1 0 0,0 0-1 0 0,0 0 1 0 0,0 0-1 0 0,0 1 1 0 0,-3 6 39 0 0,-9 6 377 0 0,-62 27-250 0 0,74-40-215 0 0,0 0 0 0 0,0 0 0 0 0,0 0 0 0 0,-1 0 0 0 0,1 0 0 0 0,0 0 0 0 0,0 0 0 0 0,0 0 0 0 0,0 0 0 0 0,-1 0 0 0 0,1 0 0 0 0,0 0 0 0 0,0 0 0 0 0,0 0 0 0 0,0 0 0 0 0,0 1 0 0 0,0-1 0 0 0,-1 0 0 0 0,1 0 0 0 0,0 0 0 0 0,0 0 0 0 0,0 0 0 0 0,0 0 0 0 0,0 0 0 0 0,0 1 0 0 0,0-1 0 0 0,0 0 0 0 0,0 0 0 0 0,0 0 0 0 0,-1 0 0 0 0,1 1 0 0 0,0-1 0 0 0,0 0 0 0 0,0 0 0 0 0,0 0 0 0 0,0 0 0 0 0,0 0 0 0 0,0 1 0 0 0,0-1 0 0 0,0 0 0 0 0,0 0 0 0 0,0 0 0 0 0,0 0 0 0 0,0 1 0 0 0,1-1 0 0 0,-1 0 0 0 0,0 0 0 0 0,0 0 0 0 0,0 0 0 0 0,0 0 0 0 0,0 0 0 0 0,0 1 0 0 0,17 7 0 0 0,22 5 0 0 0,-28-9 0 0 0,1 1 0 0 0,-1 0 0 0 0,0 1 0 0 0,17 11 0 0 0,-19-10 0 0 0,-3 2 0 0 0,-19 7 0 0 0,7-12 0 0 0,-1-1 0 0 0,0 0 0 0 0,0 0 0 0 0,0-1 0 0 0,0 1 0 0 0,0-1 0 0 0,-1-1 0 0 0,1 0 0 0 0,0 0 0 0 0,-11 0 0 0 0,-6 3 0 0 0,7-6 0 0 0,-3-4 0 0 0,11 3-60 0 0,0-1 0 0 0,0 0 0 0 0,1 0 0 0 0,0 0-1 0 0,-11-9 1 0 0,0-7-6040 0 0,16 14 5872 0 0,-5-6-5821 0 0,2 2-2818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39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10 912 0 0,'-13'-9'29434'0'0,"51"15"-29015"0"0,-1-2 1 0 0,1-1-1 0 0,51-3 0 0 0,-26-1-2817 0 0,-61 1 1214 0 0,9-9-3515 0 0,-7 6 115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39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8 1092 0 0,'-4'-6'18171'0'0,"20"4"-14779"0"0,14 5-5578 0 0,-11 1 4409 0 0,-5 1-1834 0 0,0 1 0 0 0,0 1-1 0 0,0-1 1 0 0,-1 2 0 0 0,0 0 0 0 0,17 14 0 0 0,-30-18-20 0 0,1 1 0 0 0,-1 0 0 0 0,1 0 0 0 0,-1-1 1 0 0,-1 1-1 0 0,1 0 0 0 0,-1 5 0 0 0,-2-7-150 0 0,1 1-1 0 0,-1 0 1 0 0,0-1-1 0 0,1 1 1 0 0,-2-1-1 0 0,1 0 0 0 0,0 0 1 0 0,-1 0-1 0 0,1 0 1 0 0,-7 3-1 0 0,-3 4-343 0 0,11-8-254 0 0,-1 1 1216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39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15 544 0 0,'5'6'18923'0'0,"14"-5"-15303"0"0,10-4-5767 0 0,-14 2 4416 0 0,87-16-1528 0 0,-99 17-1372 0 0,8 0-406 0 0,3 1-1495 0 0,-31 19-14226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0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4700 0 0,'0'0'0'0'0,"-5"2"240"0"0,0-1 1 0 0,1 1 0 0 0,-1 0-1 0 0,1 0 1 0 0,0 1-1 0 0,-1-1 1 0 0,-6 7 0 0 0,10-8 426 0 0,-8 13 12413 0 0,15-11-12687 0 0,0 0 1 0 0,1 0-1 0 0,-1 0 1 0 0,1-1-1 0 0,0-1 0 0 0,-1 1 1 0 0,1-1-1 0 0,0 0 1 0 0,0 0-1 0 0,0-1 1 0 0,0 0-1 0 0,8-1 1 0 0,91-11-3564 0 0,-43 4-925 0 0,-7 2-5307 0 0,-25 1 4442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0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44 796 0 0,'0'0'7764'0'0,"-6"-15"-5022"0"0,-3-2 3576 0 0,6 15-5932 0 0,1 1-1 0 0,-1-1 1 0 0,-1 1 0 0 0,1 0-1 0 0,0 0 1 0 0,0 0-1 0 0,0 0 1 0 0,0 1 0 0 0,-1-1-1 0 0,1 1 1 0 0,0 0-1 0 0,-1-1 1 0 0,1 2-1 0 0,0-1 1 0 0,-1 0 0 0 0,1 1-1 0 0,0-1 1 0 0,0 1-1 0 0,0 0 1 0 0,-1 0 0 0 0,1 1-1 0 0,0-1 1 0 0,0 0-1 0 0,-4 4 1 0 0,-3 1-62 0 0,0 0 0 0 0,0 1 0 0 0,1 0 0 0 0,0 0 0 0 0,0 1 0 0 0,1 1-1 0 0,0-1 1 0 0,0 1 0 0 0,1 1 0 0 0,0-1 0 0 0,1 1 0 0 0,0 0 0 0 0,0 1 0 0 0,1 0 0 0 0,1-1 0 0 0,-5 15 0 0 0,8-22-324 0 0,1 0 0 0 0,-1 0 0 0 0,1 1 0 0 0,0-1 0 0 0,0 0 0 0 0,0 0 0 0 0,0 0 0 0 0,0 0 0 0 0,0 0 0 0 0,1 0 0 0 0,0 1 0 0 0,-1-1 0 0 0,1 0 0 0 0,1-1 0 0 0,-1 1 0 0 0,0 0 0 0 0,1 0 0 0 0,2 4 0 0 0,-1-3 0 0 0,1 0 0 0 0,-1-1 0 0 0,1 1 0 0 0,0-1 0 0 0,0 0 0 0 0,0 0 0 0 0,1 0 0 0 0,-1 0 0 0 0,1-1 0 0 0,6 3 0 0 0,2 0 0 0 0,0-1 0 0 0,0 0 0 0 0,1-1 0 0 0,-1-1 0 0 0,1 0 0 0 0,-1-1 0 0 0,24 0 0 0 0,-18-3 0 0 0,0 0 0 0 0,0-2 0 0 0,0 0 0 0 0,0-1 0 0 0,0-1 0 0 0,-1 0 0 0 0,0-2 0 0 0,-1 0 0 0 0,0-1 0 0 0,0 0 0 0 0,0-2 0 0 0,26-22 0 0 0,-41 31 0 0 0,1-1 0 0 0,-1 1 0 0 0,-1-1 0 0 0,1 0 0 0 0,0 1 0 0 0,-1-1 0 0 0,1 0 0 0 0,-1 0 0 0 0,0 0 0 0 0,0 0 0 0 0,0 0 0 0 0,0-1 0 0 0,-1 1 0 0 0,1 0 0 0 0,-1 0 0 0 0,0-1 0 0 0,0 1 0 0 0,0 0 0 0 0,0 0 0 0 0,0-1 0 0 0,-1 1 0 0 0,1 0 0 0 0,-1 0 0 0 0,0 0 0 0 0,0 0 0 0 0,-1 0 0 0 0,1 0 0 0 0,0 0 0 0 0,-4-4 0 0 0,2 0 0 0 0,-1 2 0 0 0,0-1 0 0 0,0 0 0 0 0,-1 1 0 0 0,0 0 0 0 0,0 0 0 0 0,0 0 0 0 0,0 0 0 0 0,-1 1 0 0 0,0 0 0 0 0,1 0 0 0 0,-2 1 0 0 0,-6-4 0 0 0,-67-15 0 0 0,62 19 0 0 0,2 4 0 0 0,-1 4 0 0 0,4-1 0 0 0,-3 2 0 0 0,-6 7-456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1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7 964 0 0,'1'-6'27760'0'0,"18"11"-27119"0"0,-1 0 0 0 0,1-1 1 0 0,0-1-1 0 0,28 2 0 0 0,121-8 196 0 0,-150 2-837 0 0,-7 1-26 0 0,-9 0-209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2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12 1604 0 0,'-14'-12'16519'0'0,"21"15"-10316"0"0,16 7-6090 0 0,65 4 1119 0 0,-18-4-735 0 0,-31-3-245 0 0,-24-5 15 0 0,-1 0 0 0 0,1 1 0 0 0,20 7 1 0 0,-35-9-233 0 0,1-1 1 0 0,-1 1 0 0 0,0-1 0 0 0,0 1 0 0 0,1-1 0 0 0,-1 1 0 0 0,0-1 0 0 0,0 1 0 0 0,0-1 0 0 0,1 1 0 0 0,-1-1 0 0 0,0 1 0 0 0,0-1 0 0 0,0 1 0 0 0,0-1 0 0 0,0 1 0 0 0,0 0 0 0 0,0-1 0 0 0,0 1 0 0 0,0-1 0 0 0,0 1 0 0 0,-1-1 0 0 0,1 1 0 0 0,0-1 0 0 0,0 1 0 0 0,0-1 0 0 0,-1 1 0 0 0,1-1 0 0 0,0 1 0 0 0,-1-1 0 0 0,1 1 0 0 0,0-1 0 0 0,-1 1 0 0 0,1-1 0 0 0,-1 0-1 0 0,1 1 1 0 0,0-1 0 0 0,-1 0 0 0 0,1 1 0 0 0,-2-1 0 0 0,-17 17 602 0 0,-37 20-145 0 0,7-5-6974 0 0,47-31 4637 0 0,-2 5-2591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3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39 105 252 0 0,'0'0'18861'0'0,"-4"4"-17737"0"0,0 5-344 0 0,-1-1 1 0 0,1 1 0 0 0,1 0 0 0 0,0 0-1 0 0,0 0 1 0 0,1 1 0 0 0,0-1 0 0 0,0 1-1 0 0,1-1 1 0 0,0 1 0 0 0,1-1 0 0 0,2 20-1 0 0,-2-20-218 0 0,-4-1-36 0 0,2 0 728 0 0,2-8-1254 0 0,0 0 1 0 0,0 0 0 0 0,0 1-1 0 0,0-1 1 0 0,1 0 0 0 0,-1 0 0 0 0,0 0-1 0 0,0 0 1 0 0,0 0 0 0 0,1 1-1 0 0,-1-1 1 0 0,0 0 0 0 0,0 0-1 0 0,0 0 1 0 0,1 0 0 0 0,-1 0-1 0 0,0 0 1 0 0,0 0 0 0 0,1 0 0 0 0,-1 0-1 0 0,0 0 1 0 0,0 0 0 0 0,0 0-1 0 0,1 0 1 0 0,-1 0 0 0 0,0 0-1 0 0,0 0 1 0 0,1 0 0 0 0,-1 0 0 0 0,0 0-1 0 0,0 0 1 0 0,1 0 0 0 0,-1 0-1 0 0,0 0 1 0 0,0 0 0 0 0,0 0-1 0 0,1-1 1 0 0,-1 1 0 0 0,0 0-1 0 0,0 0 1 0 0,0 0 0 0 0,0 0 0 0 0,1-1-1 0 0,-1 1 1 0 0,0 0 0 0 0,0 0-1 0 0,0 0 1 0 0,0-1 0 0 0,0 1-1 0 0,0 0 1 0 0,1 0 0 0 0,-1 0 0 0 0,0-1-1 0 0,0 1 1 0 0,0 0 0 0 0,0 0-1 0 0,0-1 1 0 0,0 1 0 0 0,0 0-1 0 0,0 0 1 0 0,0-1 0 0 0,6-14-8 0 0,-6 15 10 0 0,12-48-3 0 0,34-81 0 0 0,-41 119-55 0 0,1 0 0 0 0,1 1 0 0 0,0 0-1 0 0,0 0 1 0 0,13-11 0 0 0,-12 11 226 0 0,-7 8-72 0 0,2 4-46 0 0,16 17-44 0 0,-19-12-11 0 0,-1-4 3 0 0,25 71-1 0 0,-15-47 0 0 0,14 54 0 0 0,-23-81-1 0 0,0 0 0 0 0,-1 0 1 0 0,1 0-1 0 0,0-1 0 0 0,1 1 0 0 0,-1 0 0 0 0,0 0 1 0 0,0-1-1 0 0,0 1 0 0 0,0 0 0 0 0,1 0 0 0 0,-1 0 1 0 0,0-1-1 0 0,1 1 0 0 0,-1 0 0 0 0,0-1 0 0 0,1 1 1 0 0,-1 0-1 0 0,1-1 0 0 0,-1 1 0 0 0,1-1 0 0 0,-1 1 1 0 0,1-1-1 0 0,0 1 0 0 0,0 0 0 0 0,1 0-26 0 0,-1 1-332 0 0,-34-31-12982 0 0,6 17 3052 0 0,19 9 5379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3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34 4088 0 0,'-22'3'1577'0'0,"0"-1"13631"0"0,28 0-14002 0 0,4 1-353 0 0,1-1-1 0 0,-1 0 1 0 0,0-1 0 0 0,0 0-1 0 0,1 0 1 0 0,14-2-1 0 0,-21 1-1276 0 0,1-1-1 0 0,0 0 0 0 0,-1 0 1 0 0,1 0-1 0 0,-1-1 0 0 0,1 1 1 0 0,4-4-1 0 0,15-11-4027 0 0,-8 1-6108 0 0,-9 8 5142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4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29 420 0 0,'0'0'8523'0'0,"0"5"-6843"0"0,0 8 72 0 0,0 0 0 0 0,1 0 0 0 0,1-1 0 0 0,0 1 0 0 0,6 18 0 0 0,15 36 1922 0 0,-23-65-3561 0 0,6 6-85 0 0,-4-13-3631 0 0,-15-142 130 0 0,6 113 5723 0 0,7 33-1391 0 0,4-5-190 0 0,-4 6-625 0 0,0-1-1 0 0,0 1 0 0 0,0-1 0 0 0,1 1 0 0 0,-1-1 0 0 0,0 0 0 0 0,0 1 0 0 0,0 0 1 0 0,1-1-1 0 0,-1 1 0 0 0,0-1 0 0 0,1 1 0 0 0,-1-1 0 0 0,0 1 0 0 0,1 0 0 0 0,-1-1 1 0 0,1 1-1 0 0,-1-1 0 0 0,1 1 0 0 0,-1 0 0 0 0,0 0 0 0 0,1-1 0 0 0,-1 1 0 0 0,1 0 0 0 0,-1 0 1 0 0,1 0-1 0 0,0-1 0 0 0,-1 1 0 0 0,2 0 0 0 0,23 0 680 0 0,-7-1-387 0 0,1 1-1 0 0,-1 0 1 0 0,0 2 0 0 0,0 0-1 0 0,33 9 1 0 0,-48-10-199 0 0,-5 4-38 0 0,1-1 1 0 0,-1 1 0 0 0,1-1-1 0 0,-1 0 1 0 0,-1 1 0 0 0,1-1-1 0 0,-1 0 1 0 0,1 0 0 0 0,-1 0-1 0 0,0-1 1 0 0,-1 1 0 0 0,1-1-1 0 0,-1 0 1 0 0,1 1 0 0 0,-1-2-1 0 0,-8 6 1 0 0,10-7-87 0 0,1 0-59 0 0,1 0-1 0 0,0 0 1 0 0,0 0-1 0 0,0-1 1 0 0,1 1-1 0 0,-1 0 0 0 0,0 0 1 0 0,0-1-1 0 0,0 1 1 0 0,0 0-1 0 0,1 0 1 0 0,-1-1-1 0 0,0 1 1 0 0,1 0-1 0 0,-1-1 1 0 0,1 1-1 0 0,-1 0 1 0 0,1-1-1 0 0,0 2 1 0 0,2 0 44 0 0,0-1 0 0 0,0 1 0 0 0,0-1 0 0 0,0 0 0 0 0,0 0 0 0 0,0 0-1 0 0,0 0 1 0 0,0 0 0 0 0,4 0 0 0 0,-5-1 44 0 0,-1 0 0 0 0,1 0 0 0 0,-1 0 0 0 0,1 0 0 0 0,-1 1 0 0 0,1-1-1 0 0,-1 0 1 0 0,0 1 0 0 0,1-1 0 0 0,-1 1 0 0 0,0 0 0 0 0,1-1 0 0 0,-1 1-1 0 0,0 0 1 0 0,0 0 0 0 0,0 0 0 0 0,1 0 0 0 0,-1 0 0 0 0,0 0 0 0 0,0 0-1 0 0,-1 0 1 0 0,1 0 0 0 0,0 0 0 0 0,0 1 0 0 0,0-1 0 0 0,-1 0-1 0 0,1 1 1 0 0,-1-1 0 0 0,1 0 0 0 0,-1 1 0 0 0,1-1 0 0 0,-1 1 0 0 0,0-1-1 0 0,0 1 1 0 0,0-1 0 0 0,0 0 0 0 0,0 1 0 0 0,0-1 0 0 0,0 1 0 0 0,0-1-1 0 0,-1 1 1 0 0,1-1 0 0 0,0 1 0 0 0,-1-1 0 0 0,1 0 0 0 0,-1 1 0 0 0,0-1-1 0 0,1 0 1 0 0,-1 1 0 0 0,0-1 0 0 0,-1 2 0 0 0,-3 4 103 0 0,0 1 0 0 0,0-1 1 0 0,-1 0-1 0 0,0-1 0 0 0,0 0 0 0 0,0 0 1 0 0,-1 0-1 0 0,-8 6 0 0 0,14-11-268 0 0,0-1 1 0 0,1 1-1 0 0,-1 0 0 0 0,0-1 0 0 0,0 1 1 0 0,0-1-1 0 0,0 1 0 0 0,0-1 1 0 0,0 0-1 0 0,1 1 0 0 0,-1-1 0 0 0,0 0 1 0 0,0 0-1 0 0,0 0 0 0 0,0 1 0 0 0,0-1 1 0 0,0 0-1 0 0,0 0 0 0 0,0 0 1 0 0,0 0-1 0 0,0-1 0 0 0,0 1 0 0 0,0 0 1 0 0,0 0-1 0 0,0-1 0 0 0,0 1 1 0 0,0 0-1 0 0,0-1 0 0 0,0 1 0 0 0,0-1 1 0 0,1 1-1 0 0,-1-1 0 0 0,0 0 0 0 0,0 1 1 0 0,0-1-1 0 0,1 0 0 0 0,-1 1 1 0 0,-1-3-1 0 0,-14-40-6626 0 0,8 18-1986 0 0,1 11 3229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5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0 680 0 0,'0'0'16040'0'0,"-15"7"-14131"0"0,-22 20 1682 0 0,34-25-3404 0 0,1 1 0 0 0,-1-1 0 0 0,1 1 0 0 0,0 0 0 0 0,0-1 0 0 0,0 1 0 0 0,0 0 1 0 0,0 0-1 0 0,1 1 0 0 0,-1-1 0 0 0,1 0 0 0 0,0 0 0 0 0,0 1 0 0 0,0-1 0 0 0,0 1 0 0 0,0 5 0 0 0,1-6 81 0 0,1 0-20 0 0,-1-1-217 0 0,1 0 0 0 0,0-1 0 0 0,-1 1 0 0 0,1 0 0 0 0,0 0 0 0 0,0-1 0 0 0,0 1 0 0 0,0 0 0 0 0,0-1 0 0 0,0 1 0 0 0,0-1 1 0 0,1 1-1 0 0,-1-1 0 0 0,0 0 0 0 0,1 0 0 0 0,0 1 0 0 0,-1-1 0 0 0,1 0 0 0 0,-1 0 0 0 0,1-1 0 0 0,0 1 0 0 0,2 1 0 0 0,1-1-5 0 0,0 0 0 0 0,0 0 0 0 0,1 0 0 0 0,-1-1 0 0 0,0 0 0 0 0,0 0 0 0 0,0 0 1 0 0,8-2-1 0 0,6-2-14 0 0,0-1 0 0 0,0 0 1 0 0,31-15-1 0 0,-47 20 62 0 0,-1-1 0 0 0,1 0 0 0 0,-1-1 0 0 0,0 1 0 0 0,1 0 0 0 0,-1-1 0 0 0,0 1 0 0 0,0-1 1 0 0,0 0-1 0 0,0 0 0 0 0,0 1 0 0 0,-1-1 0 0 0,1 0 0 0 0,0-1 0 0 0,-1 1 0 0 0,0 0 0 0 0,3-4 0 0 0,-4 4-25 0 0,-1 1 1 0 0,1 0-1 0 0,0 0 0 0 0,-1 0 0 0 0,1-1 0 0 0,0 1 0 0 0,-1 0 0 0 0,1 0 1 0 0,-1 0-1 0 0,0 0 0 0 0,1 0 0 0 0,-1 0 0 0 0,0 0 0 0 0,0 0 0 0 0,0 0 1 0 0,1 0-1 0 0,-1 0 0 0 0,0 1 0 0 0,0-1 0 0 0,0 0 0 0 0,0 1 1 0 0,0-1-1 0 0,-1 0 0 0 0,1 1 0 0 0,0 0 0 0 0,0-1 0 0 0,0 1 0 0 0,0-1 1 0 0,-1 1-1 0 0,1 0 0 0 0,0 0 0 0 0,0 0 0 0 0,-1 0 0 0 0,1 0 0 0 0,0 0 1 0 0,0 0-1 0 0,-2 1 0 0 0,-53 7 1447 0 0,46-6-1318 0 0,-12 6 169 0 0,-4 0-2240 0 0,55-24-23838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6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1316 0 0,'0'0'19887'0'0,"2"5"-18777"0"0,43 136 7732 0 0,-38-118-8520 0 0,1-1 1 0 0,0-1-1 0 0,2 1 1 0 0,22 33-1 0 0,-26-47-322 0 0,5 3 0 0 0,-3-1 0 0 0,-8-10 0 0 0,0 0 0 0 0,0 0 0 0 0,0 1 0 0 0,0-1 0 0 0,1 0 0 0 0,-1 0 0 0 0,0 0 0 0 0,0 0 0 0 0,0 1 0 0 0,1-1 0 0 0,-1 0 0 0 0,0 0 0 0 0,0 0 0 0 0,1 0 0 0 0,-1 0 0 0 0,0 0 0 0 0,0 1 0 0 0,1-1 0 0 0,-1 0 0 0 0,0 0 0 0 0,1 0 0 0 0,-1 0 0 0 0,0 0 0 0 0,0 0 0 0 0,1 0 0 0 0,-1 0 0 0 0,0 0 0 0 0,0 0 0 0 0,1-1 0 0 0,-1 1 0 0 0,0 0 0 0 0,0 0 0 0 0,1 0 0 0 0,-1 0 0 0 0,0 0 0 0 0,1 0 0 0 0,1-3 0 0 0,1 0 0 0 0,-1 0 0 0 0,0-1 0 0 0,0 1 0 0 0,0 0 0 0 0,0-1 0 0 0,-1 1 0 0 0,1-1 0 0 0,-1 0 0 0 0,0 1 0 0 0,0-1 0 0 0,1-5 0 0 0,9-58 0 0 0,-10 56 0 0 0,1-3 0 0 0,1 1 0 0 0,0-1 0 0 0,1 1 0 0 0,0 0 0 0 0,1 1 0 0 0,0-1 0 0 0,11-17 0 0 0,2-5 0 0 0,-4 14 0 0 0,-7 11 0 0 0,41-32 0 0 0,-42 38-44 0 0,-5 3-361 0 0,-32 17-26721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6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2072 0 0,'8'0'11720'0'0,"6"0"-4068"0"0,28 0-1368 0 0,54 0-8096 0 0,-63-2 3954 0 0,14-4-1734 0 0,2 0-932 0 0,-15 4-3086 0 0,-31 1 1404 0 0,0-2 3621 0 0,0 1-4835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7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0 424 0 0,'0'0'11457'0'0,"8"1"-10759"0"0,381 46 6972 0 0,-386-46-7553 0 0,-1-1 64 0 0,1 0-1 0 0,-1 1 1 0 0,1-1 0 0 0,-1 1-1 0 0,0-1 1 0 0,0 1 0 0 0,1 0-1 0 0,-1 0 1 0 0,0 0-1 0 0,0 0 1 0 0,0 0 0 0 0,0 0-1 0 0,0 0 1 0 0,0 1 0 0 0,0-1-1 0 0,-1 1 1 0 0,4 3-1 0 0,-4-4 607 0 0,-27 33 2315 0 0,-67 27 1442 0 0,53-36-7795 0 0,38-24 1841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8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89 188 0 0,'0'0'24007'0'0,"0"19"-21308"0"0,0-9-2300 0 0,0-1 0 0 0,1 1 0 0 0,0-1 0 0 0,1 0 0 0 0,-1 0 0 0 0,2 0 1 0 0,0 0-1 0 0,0 0 0 0 0,6 13 0 0 0,-7-17 45 0 0,0 4-120 0 0,3-10 703 0 0,0-4-998 0 0,12-30 29 0 0,-2 2-58 0 0,34-52 0 0 0,-26 47 0 0 0,-22 34 0 0 0,24-16 0 0 0,-14 16 0 0 0,1 2 0 0 0,0 14 0 0 0,-9-7 0 0 0,-1 1 0 0 0,1 0 0 0 0,-1 0 0 0 0,0 0 0 0 0,2 11 0 0 0,5 18 0 0 0,-3-16 0 0 0,-2-6 0 0 0,1 0 0 0 0,0-1 0 0 0,0 1 0 0 0,14 21 0 0 0,-14-24-10479 0 0,-5-4 4160 0 0,-9-5 2157 0 0,-4-6 4575 0 0,11 4-3267 0 0,-3-1-2416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8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0 508 0 0,'-20'4'7183'0'0,"28"3"1770"0"0,12 1-2913 0 0,-3-4-7633 0 0,-6-1 1700 0 0,1-1 0 0 0,0 0 0 0 0,1-1 0 0 0,-1 0-1 0 0,0-1 1 0 0,0-1 0 0 0,0 0 0 0 0,14-3 0 0 0,-1 4-2134 0 0,-5-1-1637 0 0,-5-8-5246 0 0,-9 3 4718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8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1728 0 0,'1'-7'22559'0'0,"82"-1"-20461"0"0,-51 6-1715 0 0,57-12-1 0 0,-30 1-1002 0 0,35-10-5329 0 0,-81 14 2346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9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0 32 0 0,'-78'50'4689'0'0,"74"-48"-4053"0"0,1 1-1 0 0,0-1 0 0 0,0 1 1 0 0,0-1-1 0 0,0 1 1 0 0,0 0-1 0 0,0 0 1 0 0,1 1-1 0 0,-5 6 3106 0 0,9-7-2649 0 0,0 0-716 0 0,1 0 0 0 0,-1-1 0 0 0,1 1 0 0 0,0-1-1 0 0,0 0 1 0 0,0 0 0 0 0,0 0 0 0 0,0 0 0 0 0,0 0 0 0 0,0-1 0 0 0,1 1 0 0 0,-1-1 0 0 0,0 0 0 0 0,1 0 0 0 0,-1 0 0 0 0,1-1 0 0 0,0 1 0 0 0,-1-1 0 0 0,7 0 0 0 0,12 0 137 0 0,0 0 0 0 0,24-5 0 0 0,-30 3-1432 0 0,14-3-886 0 0,-14 1-1676 0 0,-1 2-4818 0 0,1 1 2772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9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1208 0 0,'0'2'24976'0'0,"5"19"-24032"0"0,17 81 4361 0 0,7 26-4971 0 0,-23-101-334 0 0,-4-18 0 0 0,0 1 0 0 0,1-1 0 0 0,0 0 0 0 0,0 0 0 0 0,1 0 0 0 0,0 0 0 0 0,0-1 0 0 0,9 12 0 0 0,-7-9 0 0 0,-4 1 0 0 0,1-2-123 0 0,-6-36-1573 0 0,3 18 1197 0 0,0 6-24 0 0,-1 0 1 0 0,1 0-1 0 0,1-1 0 0 0,-1 1 1 0 0,0 0-1 0 0,0 0 1 0 0,1 0-1 0 0,-1 0 0 0 0,1 0 1 0 0,0 0-1 0 0,0 0 0 0 0,1-3 1 0 0,4-9-6387 0 0,-2 1 571 0 0,3 2 486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0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10 356 0 0,'15'-10'21865'0'0,"-9"16"-21152"0"0,-1 0 1 0 0,1 1 0 0 0,-1 0 0 0 0,-1 0 0 0 0,1 0-1 0 0,-1 1 1 0 0,0-1 0 0 0,-1 1 0 0 0,3 8 0 0 0,19 82 2560 0 0,-6-19-3140 0 0,-14-49-134 0 0,-5-20 0 0 0,1 0 0 0 0,1 1 0 0 0,-1-1 0 0 0,2 0 0 0 0,0 0 0 0 0,5 14 0 0 0,-7-14 0 0 0,-1 0-156 0 0,0-8-709 0 0,1-9-6021 0 0,1-14 4275 0 0,0-4-8360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1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17 864 0 0,'0'-2'7326'0'0,"-2"-11"8538"0"0,1 12-15742 0 0,0 1 0 0 0,0 0 0 0 0,0 0 1 0 0,0 0-1 0 0,1-1 0 0 0,-1 1 0 0 0,0 0 1 0 0,0 0-1 0 0,0 0 0 0 0,0 1 1 0 0,0-1-1 0 0,0 0 0 0 0,0 0 0 0 0,1 0 1 0 0,-1 1-1 0 0,0-1 0 0 0,0 0 0 0 0,0 1 1 0 0,1-1-1 0 0,-1 1 0 0 0,0-1 1 0 0,0 1-1 0 0,1-1 0 0 0,-1 1 0 0 0,0-1 1 0 0,0 2-1 0 0,-27 29 2356 0 0,19-18-1762 0 0,1 0 0 0 0,0 1 0 0 0,-7 15 0 0 0,11-19-705 0 0,1 0 0 0 0,0 0 0 0 0,0 1 0 0 0,1-1-1 0 0,0 1 1 0 0,0 15 0 0 0,2-22-11 0 0,0-1 0 0 0,1 0-1 0 0,-1 0 1 0 0,1 0 0 0 0,0-1 0 0 0,0 1 0 0 0,0 0-1 0 0,0 0 1 0 0,0 0 0 0 0,1-1 0 0 0,-1 1 0 0 0,1 0-1 0 0,0-1 1 0 0,-1 1 0 0 0,1-1 0 0 0,0 0-1 0 0,1 0 1 0 0,-1 0 0 0 0,0 0 0 0 0,1 0 0 0 0,-1 0-1 0 0,1-1 1 0 0,-1 1 0 0 0,1-1 0 0 0,0 1-1 0 0,0-1 1 0 0,3 1 0 0 0,8 2 0 0 0,1-1 0 0 0,0 0 0 0 0,0-1 0 0 0,0-1 0 0 0,0 0 0 0 0,0-1 0 0 0,0 0 0 0 0,0-1 0 0 0,-1-1 0 0 0,1 0 0 0 0,0-2 0 0 0,0 1 0 0 0,-1-2 0 0 0,0 0 0 0 0,19-9 0 0 0,-29 12 0 0 0,0-1 0 0 0,0 0 0 0 0,0 0 0 0 0,0 0 0 0 0,0 0 0 0 0,-1-1 0 0 0,1 1 0 0 0,-1-1 0 0 0,0 0 0 0 0,0 0 0 0 0,0 0 0 0 0,-1-1 0 0 0,1 1 0 0 0,2-9 0 0 0,-4 10 0 0 0,0 0 0 0 0,0 0 0 0 0,-1-1 0 0 0,0 1 0 0 0,0 0 0 0 0,0 0 0 0 0,0 0 0 0 0,0-1 0 0 0,0 1 0 0 0,-1 0 0 0 0,0 0 0 0 0,1 0 0 0 0,-1 0 0 0 0,0 0 0 0 0,-1 0 0 0 0,1 0 0 0 0,0 0 0 0 0,-1 0 0 0 0,0 0 0 0 0,1 1 0 0 0,-1-1 0 0 0,0 1 0 0 0,-1-1 0 0 0,-2-2 0 0 0,-1-2 0 0 0,0 1 0 0 0,-1-1 0 0 0,0 1 0 0 0,0 0 0 0 0,-1 1 0 0 0,0 0 0 0 0,0 0 0 0 0,0 1 0 0 0,0-1 0 0 0,-1 2 0 0 0,0-1 0 0 0,1 1 0 0 0,-1 1 0 0 0,0 0 0 0 0,-12-2 0 0 0,4 3 0 0 0,4 3 0 0 0,1 2 0 0 0,1 1 0 0 0,5 1-29 0 0,6-5-430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1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3 516 0 0,'-7'6'23250'0'0,"55"0"-20554"0"0,1-1 1 0 0,86-5-1 0 0,-32 0-1784 0 0,-88-1-1051 0 0,-11 0-646 0 0,-29-16-26286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2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1 960 0 0,'0'0'15893'0'0,"4"4"-14790"0"0,0-1-756 0 0,0 1 0 0 0,0-1 1 0 0,1 1-1 0 0,-1-1 1 0 0,1-1-1 0 0,0 1 1 0 0,0-1-1 0 0,0 0 0 0 0,0 0 1 0 0,1 0-1 0 0,-1 0 1 0 0,0-1-1 0 0,1 0 0 0 0,-1-1 1 0 0,12 1-1 0 0,17 0 1646 0 0,53-5-1 0 0,-18 0 500 0 0,-54 3-1105 0 0,-9 1-4193 0 0,-37-8-21338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2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1 684 0 0,'0'0'1589'0'0,"-13"2"5672"0"0,13-2-7100 0 0,0-1-1 0 0,0 1 1 0 0,-1 0-1 0 0,1 0 1 0 0,0 0-1 0 0,0 0 1 0 0,0 0-1 0 0,-1 0 1 0 0,1 0-1 0 0,0 0 1 0 0,0 0-1 0 0,0 0 1 0 0,-1 0-1 0 0,1 0 1 0 0,0 0-1 0 0,0 0 1 0 0,-1 0-1 0 0,1 0 1 0 0,0 0-1 0 0,0 0 1 0 0,0 0-1 0 0,-1 0 1 0 0,1 1-1 0 0,0-1 1 0 0,0 0-1 0 0,0 0 1 0 0,0 0-1 0 0,-1 0 1 0 0,1 0-1 0 0,0 0 1 0 0,0 1 0 0 0,0-1-1 0 0,0 0 1 0 0,-1 0-1 0 0,1 0 1 0 0,0 1-1 0 0,0-1 1 0 0,0 0-1 0 0,0 0 1 0 0,0 0-1 0 0,0 1 1 0 0,0-1-1 0 0,0 0 1 0 0,0 0-1 0 0,0 0 1 0 0,0 1-1 0 0,0-1 1 0 0,0 0-1 0 0,0 0 1 0 0,0 0-1 0 0,0 1 1 0 0,0-1-1 0 0,0 0 1 0 0,0 0-1 0 0,0 1 1 0 0,0-1-1 0 0,0 0 1 0 0,8 5 102 0 0,0 0 1 0 0,0-1 0 0 0,0 0 0 0 0,1-1-1 0 0,0 0 1 0 0,-1 0 0 0 0,1-1 0 0 0,13 2-1 0 0,86 7 739 0 0,-39-6-537 0 0,17 5 541 0 0,-86-10-961 0 0,0 0 1 0 0,1 0 0 0 0,-1 0 0 0 0,0 0 0 0 0,1 0-1 0 0,-1 0 1 0 0,0 0 0 0 0,0 1 0 0 0,1-1 0 0 0,-1 0-1 0 0,0 0 1 0 0,1 0 0 0 0,-1 0 0 0 0,0 1 0 0 0,0-1-1 0 0,1 0 1 0 0,-1 0 0 0 0,0 0 0 0 0,0 1 0 0 0,0-1 0 0 0,1 0-1 0 0,-1 0 1 0 0,0 1 0 0 0,0-1 0 0 0,0 0 0 0 0,0 0-1 0 0,1 1 1 0 0,-1-1 0 0 0,0 0 0 0 0,0 1 0 0 0,0-1-1 0 0,0 0 1 0 0,0 1 0 0 0,0-1 0 0 0,0 0 0 0 0,0 1 0 0 0,0-1-1 0 0,0 0 1 0 0,0 0 0 0 0,0 1 0 0 0,0-1 0 0 0,0 0-1 0 0,0 1 1 0 0,-1-1 0 0 0,1 0 0 0 0,0 1 0 0 0,0-1-1 0 0,0 0 1 0 0,0 0 0 0 0,0 1 0 0 0,-1-1 0 0 0,-6 7 410 0 0,0 0 1 0 0,0 0 0 0 0,-1-1 0 0 0,0 0-1 0 0,-13 7 1 0 0,-22 16-2517 0 0,42-28 1002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2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1588 0 0,'0'0'7935'0'0,"-2"5"-6016"0"0,-6 10 817 0 0,1 1-1 0 0,-8 29 0 0 0,13-40-2266 0 0,1 1 0 0 0,0-1 0 0 0,0 1 0 0 0,0-1 0 0 0,1 1 0 0 0,0-1 0 0 0,0 1 0 0 0,0-1 0 0 0,1 1 0 0 0,-1 0 0 0 0,1-1 0 0 0,1 0 0 0 0,3 11 0 0 0,18 44 1792 0 0,-22-58-2362 0 0,10 7-2403 0 0,-2-8-3166 0 0,-6-6 4949 0 0,7-9-2388 0 0,-5 2-4092 0 0,-1 2 2044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3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8 180 0 0,'4'-8'16428'0'0,"1"12"-15882"0"0,0 0 0 0 0,0 0 0 0 0,0 0 0 0 0,-1 0 0 0 0,1 1 0 0 0,-1 0 0 0 0,0 0 0 0 0,-1 0-1 0 0,1 1 1 0 0,-1-1 0 0 0,0 1 0 0 0,0 0 0 0 0,-1 0 0 0 0,0 0 0 0 0,0 0 0 0 0,0 0 0 0 0,1 8 0 0 0,1 12 964 0 0,0-1 1 0 0,-1 1-1 0 0,-2 29 0 0 0,-1 31-1338 0 0,0-84-865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4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9 936 0 0,'19'-9'17864'0'0,"-13"99"-10733"0"0,-2-56-5341 0 0,2-2 0 0 0,9 34 1 0 0,-8-43-1015 0 0,-3-9-604 0 0,0-1 0 0 0,1 1 1 0 0,12 23-1 0 0,-11-26-172 0 0,-1 1 0 0 0,-3-3-83 0 0,-2-7-431 0 0,0-68-8127 0 0,0 44 3992 0 0,0 1-3557 0 0,0 9 2204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4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20 0 0,'0'0'1361'0'0,"15"-7"3632"0"0,-4 8 5406 0 0,-7 7-9587 0 0,0 0 0 0 0,-1 1 0 0 0,-1-1-1 0 0,1 1 1 0 0,-1 0 0 0 0,-1 0 0 0 0,1-1 0 0 0,-2 1 0 0 0,1 0 0 0 0,-1 1 0 0 0,-2 11 0 0 0,4 31 1553 0 0,-1-41-1933 0 0,2 24 1295 0 0,12 53 0 0 0,-13-74-1727 0 0,-2-11 0 0 0,1 0 0 0 0,-1 0 0 0 0,1 1 0 0 0,0-1 0 0 0,0 0 0 0 0,0 0 0 0 0,0 0 0 0 0,0 0 0 0 0,3 4 0 0 0,0 5 0 0 0,-3-3-93 0 0,-1-7-543 0 0,2-23-1786 0 0,0 0-1358 0 0,-7 1-3972 0 0,2 9 909 0 0,2 3 522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5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38 148 0 0,'-4'1'16341'0'0,"6"14"-12536"0"0,3 8-4468 0 0,-2-11 3293 0 0,23 77 2817 0 0,-20-72-4487 0 0,1-1 0 0 0,1 0 0 0 0,13 22 0 0 0,0-1 258 0 0,-15-30-1217 0 0,4 1-1 0 0,-2-7 0 0 0,1-10 0 0 0,-1-8 0 0 0,3-43 0 0 0,-8 40 0 0 0,0 1 0 0 0,2-1 0 0 0,12-33 0 0 0,-10 33 0 0 0,35-62 0 0 0,-36 71 0 0 0,-1 6-90 0 0,-3 4-442 0 0,-20 18-9434 0 0,11-13 5061 0 0,-5 5-7669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5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1348 0 0,'0'0'13891'0'0,"4"4"-12983"0"0,3 1-246 0 0,0 0 0 0 0,0-1-1 0 0,1 0 1 0 0,-1 0 0 0 0,1-1-1 0 0,0 1 1 0 0,0-2 0 0 0,0 1-1 0 0,1-1 1 0 0,-1-1-1 0 0,0 1 1 0 0,13-1 0 0 0,15 1 1462 0 0,57-6 0 0 0,-88 4-2019 0 0,3-1-1409 0 0,7 0 6081 0 0,-8 0-8144 0 0,-35-5-21117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6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0 280 0 0,'-3'0'-2042'0'0,"-1"1"3403"0"0,-16 0 21694 0 0,27 2-22590 0 0,18 7 204 0 0,1-1 0 0 0,1-2 0 0 0,0 0 0 0 0,49 4 0 0 0,-33-4-289 0 0,-27-5-124 0 0,19 5 463 0 0,-34-7-640 0 0,0 1 1 0 0,0-1-1 0 0,0 1 1 0 0,0 0-1 0 0,0-1 0 0 0,0 1 1 0 0,0 0-1 0 0,-1 0 0 0 0,1 0 1 0 0,0-1-1 0 0,0 1 0 0 0,-1 0 1 0 0,1 0-1 0 0,0 0 0 0 0,-1 0 1 0 0,1 0-1 0 0,-1 1 0 0 0,1-1 1 0 0,-1 0-1 0 0,0 0 0 0 0,0 0 1 0 0,1 0-1 0 0,-1 0 0 0 0,0 1 1 0 0,0-1-1 0 0,0 2 0 0 0,0-2 349 0 0,0 0-378 0 0,1 0-1 0 0,-1 0 0 0 0,0-1 0 0 0,0 1 0 0 0,0 0 0 0 0,0 0 0 0 0,0-1 0 0 0,1 1 0 0 0,-1 0 0 0 0,0 0 0 0 0,-1-1 0 0 0,1 1 1 0 0,0 0-1 0 0,0-1 0 0 0,0 1 0 0 0,0 0 0 0 0,-1 0 0 0 0,1-1 0 0 0,0 1 0 0 0,0 0 0 0 0,-1-1 0 0 0,1 1 0 0 0,-1 0 0 0 0,0 0 1 0 0,-9 20 796 0 0,-7 3-913 0 0,0-14-4608 0 0,15-9 3186 0 0,2-21-20251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6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1292 0 0,'0'0'5140'0'0,"-11"36"5190"0"0,14-27-9289 0 0,-1 1 0 0 0,-1-1 0 0 0,1 1-1 0 0,-2-1 1 0 0,1 1 0 0 0,-2 13 0 0 0,1-8 311 0 0,0 0 1 0 0,4 29-1 0 0,-1-31-866 0 0,0 0 499 0 0,0 1 0 0 0,0-1-1 0 0,8 17 1 0 0,-10-27-780 0 0,-1 9-173 0 0,1 0-32 0 0,4-4-96 0 0,-4-6-411 0 0,-1-16-1848 0 0,1 0 1 0 0,0 0 0 0 0,1 0 0 0 0,6-19 0 0 0,5 2-7780 0 0,-2 16 4367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7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1664 0 0,'0'0'14497'0'0,"2"5"-13153"0"0,9 18 1592 0 0,-2 1 1 0 0,-1 0 0 0 0,8 34-1 0 0,-13-38-1764 0 0,0 1 0 0 0,1 33 0 0 0,3 13-1172 0 0,-5-61 0 0 0,0-3 0 0 0,-1 44 0 0 0,-1-38-1891 0 0,1 2 5793 0 0,6-39-33812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7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0 492 0 0,'0'0'2468'0'0,"-5"4"-1906"0"0,-16 13 13579 0 0,-1 5-11328 0 0,0 1 680 0 0,-37 48 0 0 0,54-64-3128 0 0,1 1-1 0 0,-1-1 1 0 0,1 1-1 0 0,0 0 0 0 0,1 0 1 0 0,0 0-1 0 0,0 1 0 0 0,1-1 1 0 0,0 1-1 0 0,0 0 1 0 0,0 15-1 0 0,2-22-321 0 0,1 0-1 0 0,-1 0 1 0 0,1 0 0 0 0,0 0 0 0 0,0 0 0 0 0,0-1-1 0 0,0 1 1 0 0,0 0 0 0 0,0 0 0 0 0,0-1 0 0 0,1 1-1 0 0,-1-1 1 0 0,1 1 0 0 0,-1-1 0 0 0,1 0-1 0 0,0 1 1 0 0,-1-1 0 0 0,1 0 0 0 0,3 1 0 0 0,38 16 33 0 0,-25-15-259 0 0,0-1 1 0 0,0-1-1 0 0,35-3 0 0 0,-47 2-119 0 0,-1 0-1 0 0,1-1 1 0 0,0 0-1 0 0,-1 0 1 0 0,1 0-1 0 0,-1-1 0 0 0,1 0 1 0 0,-1 0-1 0 0,0 0 1 0 0,0-1-1 0 0,0 0 0 0 0,0 0 1 0 0,0 0-1 0 0,-1 0 1 0 0,1-1-1 0 0,6-7 0 0 0,-10 10-632 0 0,6-11-2185 0 0,-11-6-1072 0 0,-3 5-1663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8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11 1424 0 0,'0'-11'20479'0'0,"-6"14"-19339"0"0,-1-1-680 0 0,0 2 0 0 0,0-1-1 0 0,0 1 1 0 0,0 0 0 0 0,1 0-1 0 0,0 1 1 0 0,0 0 0 0 0,0 0-1 0 0,1 0 1 0 0,-1 1 0 0 0,1 0-1 0 0,0 0 1 0 0,1 0 0 0 0,0 0-1 0 0,0 1 1 0 0,0 0 0 0 0,1 0-1 0 0,0 0 1 0 0,0 0 0 0 0,-2 12-1 0 0,6 0-388 0 0,0-16-71 0 0,0 0 0 0 0,1 0 0 0 0,-1 0 0 0 0,1-1 0 0 0,0 1 0 0 0,0 0 0 0 0,0-1 0 0 0,0 1 0 0 0,0-1 0 0 0,1 0 0 0 0,-1 0 0 0 0,1 0 0 0 0,-1 0 0 0 0,1 0 0 0 0,0 0 0 0 0,0-1 0 0 0,0 1 0 0 0,0-1 0 0 0,0 0 0 0 0,0 0 0 0 0,0 0 0 0 0,0 0 0 0 0,0-1 0 0 0,1 1 0 0 0,-1-1 0 0 0,0 0 0 0 0,0 1 0 0 0,1-2 0 0 0,4 1 0 0 0,2-1 0 0 0,0 0 0 0 0,0-1 0 0 0,0 0 0 0 0,0 0 0 0 0,0-1 0 0 0,-1-1 0 0 0,1 1 0 0 0,8-6 0 0 0,5 0 0 0 0,-20 7 0 0 0,1 1 0 0 0,0 0 0 0 0,0-1 0 0 0,-1 1 0 0 0,1-1 0 0 0,-1 0 0 0 0,0-1 0 0 0,1 1 0 0 0,-1 0 0 0 0,0-1 0 0 0,0 0 0 0 0,-1 0 0 0 0,1 1 0 0 0,0-2 0 0 0,-1 1 0 0 0,4-6 0 0 0,-2-3 0 0 0,-3 0 0 0 0,-2-2 0 0 0,-4 5 0 0 0,-5 3 0 0 0,1 0 0 0 0,-3 2 0 0 0,0 0 0 0 0,-2 4 0 0 0,-6 2 0 0 0,9 2 0 0 0,2 0-100 0 0,-5-1-3159 0 0,4-1-2568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8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16 792 0 0,'0'0'260'0'0,"0"0"0"0"0,1-1 0 0 0,-1 1 0 0 0,0 0 0 0 0,0 0-1 0 0,1 0 1 0 0,-1 0 0 0 0,0 0 0 0 0,1 0 0 0 0,-1-1 0 0 0,0 1 0 0 0,0 0 0 0 0,0 0 0 0 0,1 0 0 0 0,-1-1 0 0 0,0 1-1 0 0,0 0 1 0 0,0 0 0 0 0,1 0 0 0 0,-1-1 0 0 0,0 1 0 0 0,0 0 0 0 0,0-1 0 0 0,0 1 0 0 0,0 0 0 0 0,0 0-1 0 0,1-1 1 0 0,-1 1 0 0 0,0 0 0 0 0,0-1 0 0 0,0 1 0 0 0,0 0 0 0 0,0 0 0 0 0,0-1 0 0 0,0 1 0 0 0,0 0-1 0 0,0-1 1 0 0,-1 1 0 0 0,1 0 0 0 0,0-1 0 0 0,0 1 0 0 0,0 0 0 0 0,0 0 0 0 0,0-1 0 0 0,0 1 0 0 0,-1 0-1 0 0,1 0 1 0 0,0-1 0 0 0,-20-2 4869 0 0,-37 9-106 0 0,47-3-4515 0 0,0-2 277 0 0,0 1 1 0 0,1 1 0 0 0,-1 0 0 0 0,1 1 0 0 0,0-1 0 0 0,-1 2 0 0 0,2-1 0 0 0,-12 8 0 0 0,20-11-471 0 0,-1 0-267 0 0,1 0 0 0 0,0 0 1 0 0,0 0-1 0 0,0-1 0 0 0,0 1 0 0 0,0 0 0 0 0,0 0 1 0 0,0 0-1 0 0,0 0 0 0 0,0 0 0 0 0,0 0 1 0 0,1 0-1 0 0,-1-1 0 0 0,0 1 0 0 0,1 0 1 0 0,-1 0-1 0 0,1 1 0 0 0,7 4-15 0 0,0 0 0 0 0,0-1 0 0 0,0 1 0 0 0,1-2-1 0 0,0 1 1 0 0,0-1 0 0 0,0-1 0 0 0,0 0 0 0 0,11 3 0 0 0,42 17-38 0 0,-20 0 5 0 0,-27-15 0 0 0,-8 0 0 0 0,2 13 0 0 0,-4-7 0 0 0,-11 1 0 0 0,5-12 0 0 0,1-2 0 0 0,0 0 0 0 0,0 0 0 0 0,-1-1 0 0 0,1 1 0 0 0,0 0 0 0 0,-1 0 0 0 0,1-1 0 0 0,0 1 0 0 0,-1 0 0 0 0,1-1 0 0 0,-1 1 0 0 0,1 0 0 0 0,-1-1 0 0 0,0 1 0 0 0,1-1 0 0 0,-1 1 0 0 0,1-1 0 0 0,-1 1 0 0 0,0-1 0 0 0,-1 1 0 0 0,-2 1 0 0 0,-1-1 0 0 0,1 1 0 0 0,-1-1 0 0 0,0 0 0 0 0,0-1 0 0 0,1 1 0 0 0,-1-1 0 0 0,0 0 0 0 0,-7-1 0 0 0,7 1-16 0 0,1 0 0 0 0,-1-1 0 0 0,1 1 0 0 0,-1-1 0 0 0,1 0 0 0 0,-1 0 1 0 0,1-1-1 0 0,0 1 0 0 0,0-1 0 0 0,0 0 0 0 0,0 0 0 0 0,0-1 0 0 0,0 1 0 0 0,-4-5 0 0 0,-11-17-3219 0 0,18 23 2692 0 0,0 0 0 0 0,0-1 1 0 0,0 1-1 0 0,1 0 0 0 0,-1-1 0 0 0,0 1 1 0 0,1-1-1 0 0,-1 1 0 0 0,1-1 1 0 0,0 1-1 0 0,-1-1 0 0 0,1 1 1 0 0,0-1-1 0 0,0 0 0 0 0,0 1 0 0 0,0-1 1 0 0,0 1-1 0 0,1-1 0 0 0,-1 1 1 0 0,0-1-1 0 0,1 1 0 0 0,-1-1 0 0 0,1 1 1 0 0,1-3-1 0 0,2-8-4731 0 0,0 6-605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9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15 900 0 0,'0'-1'572'0'0,"-1"1"0"0"0,1-1 0 0 0,0 0 0 0 0,0 0 1 0 0,-1 1-1 0 0,1-1 0 0 0,0 0 0 0 0,-1 1 0 0 0,1-1 0 0 0,-1 0 0 0 0,1 1 0 0 0,-1-1 0 0 0,1 1 0 0 0,-1-1 0 0 0,1 0 0 0 0,-1 1 1 0 0,0-1-1 0 0,1 1 0 0 0,-1 0 0 0 0,0-1 0 0 0,1 1 0 0 0,-2-1 0 0 0,-15 7 6424 0 0,-17 32-2172 0 0,23-24-2955 0 0,3-2-1224 0 0,1 0 0 0 0,0 1 0 0 0,1 1 0 0 0,0-1 0 0 0,1 1 1 0 0,1 0-1 0 0,-6 27 0 0 0,2-10-786 0 0,4-17 141 0 0,2 0 0 0 0,-1 0 0 0 0,2 0 0 0 0,0 0 0 0 0,0 16 0 0 0,2-23 0 0 0,-1 0 0 0 0,1 1 0 0 0,0-1 0 0 0,0 0 0 0 0,1 0 0 0 0,0 0 0 0 0,1 0 0 0 0,-1 0 0 0 0,1-1 0 0 0,1 1 0 0 0,6 10 0 0 0,-9-15-85 0 0,0 0 1 0 0,0 0-1 0 0,1-1 0 0 0,-1 1 1 0 0,1 0-1 0 0,-1-1 1 0 0,1 1-1 0 0,0 0 0 0 0,-1-1 1 0 0,1 0-1 0 0,0 0 0 0 0,0 1 1 0 0,0-1-1 0 0,0 0 0 0 0,0 0 1 0 0,0-1-1 0 0,0 1 1 0 0,1 0-1 0 0,-1-1 0 0 0,0 1 1 0 0,0-1-1 0 0,0 0 0 0 0,1 0 1 0 0,-1 0-1 0 0,0 0 0 0 0,1 0 1 0 0,-1 0-1 0 0,0 0 1 0 0,0-1-1 0 0,0 1 0 0 0,1-1 1 0 0,-1 0-1 0 0,2-1 0 0 0,25-19-5358 0 0,-7-4-3731 0 0,-17 20 5763 0 0,7-10-3258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9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0 1204 0 0,'0'0'16271'0'0,"-3"4"-14785"0"0,-4 4-887 0 0,-10 14 2106 0 0,1 0 0 0 0,-14 26 0 0 0,25-38-2232 0 0,0 1 1 0 0,1 0-1 0 0,1 0 0 0 0,0 0 0 0 0,0 0 0 0 0,1 0 1 0 0,0 0-1 0 0,0 19 0 0 0,2-27-451 0 0,0 1 1 0 0,0-1 0 0 0,0 0-1 0 0,0 0 1 0 0,0 0-1 0 0,1 0 1 0 0,0 0-1 0 0,-1 0 1 0 0,1 0-1 0 0,0 0 1 0 0,1 0-1 0 0,-1-1 1 0 0,0 1-1 0 0,1 0 1 0 0,0-1-1 0 0,-1 1 1 0 0,1-1-1 0 0,0 1 1 0 0,0-1-1 0 0,1 0 1 0 0,-1 0-1 0 0,0 0 1 0 0,1 0-1 0 0,-1 0 1 0 0,1 0-1 0 0,0-1 1 0 0,-1 1-1 0 0,1-1 1 0 0,0 0-1 0 0,0 0 1 0 0,0 0-1 0 0,0 0 1 0 0,0 0-1 0 0,0-1 1 0 0,0 1 0 0 0,6-1-1 0 0,8 1-224 0 0,0-2 0 0 0,0 1 0 0 0,0-2 0 0 0,-1 0 0 0 0,1-1-1 0 0,32-11 1 0 0,-43 12 142 0 0,0 0 0 0 0,1-1 0 0 0,-1 0 0 0 0,0 0 0 0 0,0-1 0 0 0,-1 0 0 0 0,1 0 1 0 0,-1 0-1 0 0,0 0 0 0 0,0-1 0 0 0,0 0 0 0 0,0 0 0 0 0,-1-1 0 0 0,0 1 0 0 0,0-1 0 0 0,-1 0 0 0 0,1 0 0 0 0,-1 0 0 0 0,-1 0 0 0 0,4-9 0 0 0,-6 13 109 0 0,1 0 0 0 0,-1 0 1 0 0,0 1-1 0 0,1-1 0 0 0,-1 0 1 0 0,0 0-1 0 0,0 1 0 0 0,0-1 1 0 0,-1 0-1 0 0,1 0 0 0 0,0 1 0 0 0,-1-1 1 0 0,1 0-1 0 0,-1 1 0 0 0,1-1 1 0 0,-1 0-1 0 0,0 1 0 0 0,0-1 1 0 0,0 1-1 0 0,0-1 0 0 0,0 1 1 0 0,-1-2-1 0 0,-1 0 60 0 0,-1 0 0 0 0,1 0 0 0 0,0 1 0 0 0,-1-1-1 0 0,0 1 1 0 0,0 0 0 0 0,0 0 0 0 0,-7-3 0 0 0,-4 1 3 0 0,1 0 0 0 0,-1 1 0 0 0,0 1 0 0 0,-20-2 0 0 0,13 4-707 0 0,-1 2 0 0 0,-34 5 1 0 0,37-4-2690 0 0,18-3 1511 0 0,-1 3-576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9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1208 0 0,'2'12'20185'0'0,"2"-9"-19607"0"0,0-1-1 0 0,1 1 0 0 0,-1-1 1 0 0,1 0-1 0 0,0 0 1 0 0,0 0-1 0 0,0-1 0 0 0,0 0 1 0 0,0 0-1 0 0,10 1 1 0 0,64 0 1829 0 0,-34-1-1410 0 0,13 3-195 0 0,-28-1-980 0 0,1-1 1 0 0,-1-1-1 0 0,0-2 1 0 0,0-1-1 0 0,38-7 0 0 0,-65 8-379 0 0,0 0-1 0 0,0 0 0 0 0,-1 0 0 0 0,1 0 0 0 0,0-1 0 0 0,0 1 1 0 0,-1-1-1 0 0,1 0 0 0 0,-1 0 0 0 0,1 1 0 0 0,-1-2 0 0 0,0 1 0 0 0,0 0 1 0 0,0 0-1 0 0,0-1 0 0 0,0 1 0 0 0,-1-1 0 0 0,1 0 0 0 0,2-4 0 0 0,-4-2-5409 0 0,-7-1 3200 0 0,-5-2-3871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00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1540 0 0,'0'0'11858'0'0,"4"2"-9936"0"0,10 6 70 0 0,87 55 7617 0 0,-67-40-7670 0 0,-1 1-1 0 0,46 44 1 0 0,-63-53-1928 0 0,-2 1 0 0 0,22 29 0 0 0,-33-40-12 0 0,0-1 1 0 0,0 1 0 0 0,0 1 0 0 0,0-1 0 0 0,-1 0 0 0 0,0 0-1 0 0,0 1 1 0 0,0-1 0 0 0,-1 1 0 0 0,0 0 0 0 0,0 0 0 0 0,0-1-1 0 0,-1 1 1 0 0,0 11 0 0 0,-1-13 16 0 0,0 0 0 0 0,0-1 1 0 0,0 1-1 0 0,-1-1 0 0 0,1 1 0 0 0,-1-1 0 0 0,0 0 1 0 0,0 0-1 0 0,0 0 0 0 0,0 0 0 0 0,0 0 0 0 0,-1 0 0 0 0,0 0 1 0 0,1-1-1 0 0,-1 1 0 0 0,0-1 0 0 0,0 0 0 0 0,0 0 1 0 0,0 0-1 0 0,-1 0 0 0 0,-5 2 0 0 0,-35 7-4470 0 0,22-9-1514 0 0,2-3-3478 0 0,1-2 1996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07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14 1500 0 0,'0'0'1799'0'0,"-17"-14"9399"0"0,12 14-9047 0 0,-14 1 4828 0 0,17-1-6821 0 0,0 1 0 0 0,0 0 0 0 0,0-1 0 0 0,0 1 0 0 0,0 0 0 0 0,1 0 0 0 0,-1 0 0 0 0,0 0 0 0 0,1 0 0 0 0,-1 1 0 0 0,0-1 0 0 0,1 0 0 0 0,-1 1 0 0 0,1-1 0 0 0,0 1 0 0 0,0-1 0 0 0,-1 1 0 0 0,1 0 0 0 0,0 0-1 0 0,-1 2 1 0 0,-31 45 2566 0 0,17-27-1343 0 0,-21 40 0 0 0,32-53-1343 0 0,2 0-1 0 0,-1-1 1 0 0,1 2-1 0 0,0-1 0 0 0,1 0 1 0 0,0 0-1 0 0,1 1 1 0 0,-1 16-1 0 0,2-16-37 0 0,0 0 0 0 0,1-1 0 0 0,0 1 0 0 0,0 0 0 0 0,1 0 0 0 0,0-1 0 0 0,1 1 0 0 0,0-1 0 0 0,7 14 0 0 0,-7-18 0 0 0,0 0 0 0 0,1 0 0 0 0,0-1 0 0 0,0 1 0 0 0,0-1 0 0 0,0 0 0 0 0,1 0 0 0 0,-1 0 0 0 0,1 0 0 0 0,0-1 0 0 0,0 0 0 0 0,1 0 0 0 0,-1 0 0 0 0,1-1 0 0 0,-1 1 0 0 0,1-1 0 0 0,6 1 0 0 0,7 1 0 0 0,0-1 0 0 0,0 0 0 0 0,0-2 0 0 0,0 0 0 0 0,0-1 0 0 0,0-1 0 0 0,0 0 0 0 0,0-2 0 0 0,0 0 0 0 0,0-1 0 0 0,-1-1 0 0 0,1-1 0 0 0,-1-1 0 0 0,19-9 0 0 0,-32 13 0 0 0,0 0 0 0 0,0 0 0 0 0,0 0 0 0 0,0 0 0 0 0,0-1 0 0 0,-1 0 0 0 0,0 0 0 0 0,0-1 0 0 0,0 1 0 0 0,0-1 0 0 0,0 1 0 0 0,-1-1 0 0 0,0 0 0 0 0,0-1 0 0 0,-1 1 0 0 0,1 0 0 0 0,-1-1 0 0 0,0 0 0 0 0,1-7 0 0 0,-2 8 0 0 0,-1 0 0 0 0,0 0 0 0 0,0 0 0 0 0,0 0 0 0 0,-1 1 0 0 0,0-1 0 0 0,0 0 0 0 0,0 1 0 0 0,-1-1 0 0 0,1 0 0 0 0,-1 1 0 0 0,0 0 0 0 0,0-1 0 0 0,-1 1 0 0 0,1 0 0 0 0,-1 0 0 0 0,0 0 0 0 0,0 1 0 0 0,0-1 0 0 0,0 1 0 0 0,-1-1 0 0 0,0 1 0 0 0,-6-4 0 0 0,-4-3 0 0 0,0 1 0 0 0,0 1 0 0 0,-1 1 0 0 0,0 0 0 0 0,0 1 0 0 0,-25-7 0 0 0,5 5 0 0 0,1 2 0 0 0,-53-3 0 0 0,75 9 0 0 0,0 2-293 0 0,10-1-1183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07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50 1520 0 0,'-14'-8'23360'0'0,"60"19"-19563"0"0,10-12-2418 0 0,-1-2-1 0 0,106-20 1 0 0,-50 5-1425 0 0,-63 11-117 0 0,-45 7-685 0 0,-33 8-830 0 0,14-2-2225 0 0,8-3-1843 0 0,-2-2-3689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08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2 920 0 0,'-15'0'12300'0'0,"43"0"354"0"0,33-1-9898 0 0,55 0-4387 0 0,-98 4-168 0 0,-13-1-2717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08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1 500 0 0,'-24'16'4733'0'0,"23"-16"-4364"0"0,1 0 0 0 0,-1 0 0 0 0,1 1 0 0 0,-1-1 0 0 0,1 0 0 0 0,-1 0 0 0 0,1 1 0 0 0,-1-1 0 0 0,1 0 0 0 0,0 1 0 0 0,-1-1 0 0 0,1 0 0 0 0,0 1 0 0 0,-1-1 0 0 0,1 1 0 0 0,0-1 0 0 0,-1 1 0 0 0,1-1 0 0 0,0 1 0 0 0,0-1 0 0 0,-1 1 0 0 0,1-1 0 0 0,0 1 0 0 0,0-1 0 0 0,0 1 0 0 0,0-1 0 0 0,0 1 0 0 0,4 2 108 0 0,1-1 0 0 0,-1-1 1 0 0,1 1-1 0 0,0-1 0 0 0,0 0 0 0 0,-1 0 1 0 0,1 0-1 0 0,0-1 0 0 0,0 0 1 0 0,0 0-1 0 0,0 0 0 0 0,0 0 0 0 0,7-2 1 0 0,29 0 1239 0 0,208 1 6625 0 0,-243 0-7969 0 0,4 0-288 0 0,4 1-82 0 0,-1-1-3 0 0,-3-1-195 0 0,-8 2-819 0 0,-2-22-17078 0 0,0 18 15731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47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50 119 1264 0 0,'3'33'8797'0'0,"1"11"4701"0"0,-11-16-4485 0 0,9-33-8847 0 0,0 0-163 0 0,0 1 1 0 0,0 0-1 0 0,-1-1 0 0 0,0 1 0 0 0,0 0 0 0 0,0-1 0 0 0,0 0 0 0 0,0 1 0 0 0,-1-5 0 0 0,10-21-5 0 0,-10 28 2 0 0,0-1 0 0 0,1 0 0 0 0,-1 0 0 0 0,1 0 0 0 0,0 0 0 0 0,0 1 0 0 0,0-1 0 0 0,0 0 0 0 0,0 0 0 0 0,0 1 0 0 0,1-1 0 0 0,-1 1 0 0 0,1 0 0 0 0,0-1 0 0 0,0 1 0 0 0,0 0 0 0 0,0 0 0 0 0,0 0 0 0 0,0 0 0 0 0,0 0 0 0 0,1 0 0 0 0,4-2 0 0 0,1-1 0 0 0,0 1 0 0 0,0-1 0 0 0,1 1 0 0 0,0 1 0 0 0,0 0 0 0 0,0 0 0 0 0,0 0 0 0 0,0 1 0 0 0,0 1 0 0 0,0 0 0 0 0,1 0 0 0 0,14 1 0 0 0,-5 0 0 0 0,12 5 0 0 0,-26-2 0 0 0,-4-3 0 0 0,0 0 0 0 0,0 0 0 0 0,0 1 0 0 0,0-1 0 0 0,0 0 0 0 0,0 1 0 0 0,0-1 0 0 0,0 0 0 0 0,0 1 0 0 0,0-1 0 0 0,0 1 0 0 0,0 0 0 0 0,0-1 0 0 0,0 1 0 0 0,0 0 0 0 0,-1 0 0 0 0,1-1 0 0 0,0 1 0 0 0,0 0 0 0 0,-1 0 0 0 0,1 0 0 0 0,-1 0 0 0 0,1 0 0 0 0,-1 0 0 0 0,1 0 0 0 0,0 2 0 0 0,1 3 0 0 0,6 3 0 0 0,-6-2 0 0 0,-5 32 0 0 0,2-26 0 0 0,-6-36 0 0 0,3-19 0 0 0,4 39 0 0 0,0 1 0 0 0,0 0 0 0 0,0-1 0 0 0,0 1 0 0 0,0-1 0 0 0,-1 1 0 0 0,1 0 0 0 0,-1-1 0 0 0,0 1 0 0 0,1 0 0 0 0,-1 0 0 0 0,0 0 0 0 0,0-1 0 0 0,-1 1 0 0 0,1 0 0 0 0,0 0 0 0 0,-1 1 0 0 0,1-1 0 0 0,-1 0 0 0 0,0 0 0 0 0,1 1 0 0 0,-1-1 0 0 0,0 1 0 0 0,0-1 0 0 0,0 1 0 0 0,0 0 0 0 0,0 0 0 0 0,0 0 0 0 0,-1 0 0 0 0,1 0 0 0 0,0 0 0 0 0,0 1 0 0 0,-1-1 0 0 0,1 1 0 0 0,-1-1 0 0 0,1 1 0 0 0,0 0 0 0 0,-3 0 0 0 0,-9 2 0 0 0,-1 0 0 0 0,1 0 0 0 0,0 2 0 0 0,1-1 0 0 0,-1 2 0 0 0,1 0 0 0 0,0 1 0 0 0,-22 12 0 0 0,25-13 0 0 0,1 1 0 0 0,0 0 0 0 0,1 1 0 0 0,-1 0 0 0 0,1 0 0 0 0,0 1 0 0 0,1 0 0 0 0,0 0 0 0 0,0 1 0 0 0,1 0 0 0 0,0 0 0 0 0,-5 11 0 0 0,10-18 0 0 0,0 1 0 0 0,0-1 0 0 0,0 1 0 0 0,0-1 0 0 0,0 1 0 0 0,1-1 0 0 0,-1 1 0 0 0,1-1 0 0 0,0 1 0 0 0,0 0 0 0 0,0-1 0 0 0,0 1 0 0 0,0-1 0 0 0,0 1 0 0 0,1 0 0 0 0,-1-1 0 0 0,1 1 0 0 0,0-1 0 0 0,0 1 0 0 0,0-1 0 0 0,0 0 0 0 0,0 1 0 0 0,0-1 0 0 0,1 0 0 0 0,-1 0 0 0 0,1 0 0 0 0,-1 0 0 0 0,1 0 0 0 0,0 0 0 0 0,0 0 0 0 0,0 0 0 0 0,0-1 0 0 0,0 1 0 0 0,0-1 0 0 0,1 1 0 0 0,2 0 0 0 0,2 1 0 0 0,0 0 0 0 0,-1-1 0 0 0,1 1 0 0 0,0-2 0 0 0,0 1 0 0 0,0-1 0 0 0,0 0 0 0 0,0 0 0 0 0,0-1 0 0 0,1 0 0 0 0,-1 0 0 0 0,8-2 0 0 0,-2-1 0 0 0,0 0 0 0 0,0-1 0 0 0,0 0 0 0 0,-1-1 0 0 0,1 0 0 0 0,-1-1 0 0 0,0 0 0 0 0,-1-1 0 0 0,19-15 0 0 0,-27 19 0 0 0,0-1 0 0 0,-1 0 0 0 0,0 0 0 0 0,0 0 0 0 0,0 0 0 0 0,0 0 0 0 0,2-7 0 0 0,1-1 0 0 0,-4 2 0 0 0,0-2 0 0 0,-1 12 0 0 0,0 0 0 0 0,0 0 0 0 0,-1 0 0 0 0,1-1 0 0 0,0 1 0 0 0,0 0 0 0 0,0 0 0 0 0,0 0 0 0 0,0 0 0 0 0,0-1 0 0 0,0 1 0 0 0,0 0 0 0 0,0 0 0 0 0,1 0 0 0 0,-1 0 0 0 0,0 0 0 0 0,0-1 0 0 0,0 1 0 0 0,0 0 0 0 0,0 0 0 0 0,0 0 0 0 0,0 0 0 0 0,0 0 0 0 0,0-1 0 0 0,0 1 0 0 0,0 0 0 0 0,1 0 0 0 0,-1 0 0 0 0,0 0 0 0 0,0 0 0 0 0,0 0 0 0 0,0 0 0 0 0,0 0 0 0 0,0-1 0 0 0,1 1 0 0 0,-1 0 0 0 0,0 0 0 0 0,0 0 0 0 0,0 0 0 0 0,0 0 0 0 0,1 0 0 0 0,-1 0 0 0 0,0 0 0 0 0,0 0 0 0 0,0 0 0 0 0,0 0 0 0 0,1 0 0 0 0,-1 0 0 0 0,0 0 0 0 0,0 0 0 0 0,0 0 0 0 0,0 0 0 0 0,0 0 0 0 0,1 0 0 0 0,-1 1 0 0 0,11 17 0 0 0,-8-11 0 0 0,-1-3 0 0 0,-1-1 0 0 0,1 1 0 0 0,-1-1 0 0 0,1 1 0 0 0,0-1 0 0 0,1 0 0 0 0,-1 0 0 0 0,1 0 0 0 0,4 4 0 0 0,4 3 0 0 0,1-4 0 0 0,1-4 0 0 0,-10-2 0 0 0,0 0 0 0 0,0 0 0 0 0,0 0 0 0 0,0 0 0 0 0,0-1 0 0 0,0 1 0 0 0,0-1 0 0 0,-1 0 0 0 0,1 0 0 0 0,0 0 0 0 0,0 0 0 0 0,-1-1 0 0 0,1 1 0 0 0,-1-1 0 0 0,1 1 0 0 0,-1-1 0 0 0,0 0 0 0 0,1 0 0 0 0,-1 0 0 0 0,0 0 0 0 0,0 0 0 0 0,0-1 0 0 0,-1 1 0 0 0,1 0 0 0 0,2-5 0 0 0,3-4 0 0 0,11-10 0 0 0,-12 14 0 0 0,0 0 0 0 0,0-1 0 0 0,0 1 0 0 0,7-16 0 0 0,18-29 0 0 0,-25 42 0 0 0,-6 10 0 0 0,0 0 0 0 0,0 0 0 0 0,0-1 0 0 0,0 1 0 0 0,0 0 0 0 0,0 0 0 0 0,0 0 0 0 0,0 0 0 0 0,1-1 0 0 0,-1 1 0 0 0,0 0 0 0 0,0 0 0 0 0,0 0 0 0 0,0 0 0 0 0,0 0 0 0 0,0 0 0 0 0,1 0 0 0 0,-1-1 0 0 0,0 1 0 0 0,0 0 0 0 0,0 0 0 0 0,0 0 0 0 0,0 0 0 0 0,1 0 0 0 0,-1 0 0 0 0,0 0 0 0 0,0 0 0 0 0,0 0 0 0 0,0 0 0 0 0,1 0 0 0 0,-1 0 0 0 0,0 0 0 0 0,0 0 0 0 0,0 0 0 0 0,0 0 0 0 0,1 0 0 0 0,-1 0 0 0 0,0 0 0 0 0,0 0 0 0 0,0 0 0 0 0,0 0 0 0 0,1 0 0 0 0,-1 0 0 0 0,0 1 0 0 0,0-1 0 0 0,0 0 0 0 0,0 0 0 0 0,0 0 0 0 0,1 0 0 0 0,5 21 0 0 0,-5-15 0 0 0,-2 3 0 0 0,-4 10 0 0 0,4-14 0 0 0,1 1 0 0 0,6 17 0 0 0,-6-18 0 0 0,0-4 0 0 0,0 0 0 0 0,-1 0 0 0 0,1 0 0 0 0,1 1 0 0 0,-1-1 0 0 0,0 0 0 0 0,0 0 0 0 0,0 0 0 0 0,1-1 0 0 0,-1 1 0 0 0,0 0 0 0 0,1 0 0 0 0,-1 0 0 0 0,1 0 0 0 0,-1 0 0 0 0,1 0 0 0 0,-1 0 0 0 0,1 0 0 0 0,0 0 0 0 0,7 10 0 0 0,4-4 0 0 0,1-7 0 0 0,-8-1 0 0 0,0 0 0 0 0,0-1 0 0 0,0 0 0 0 0,0 0 0 0 0,-1 0 0 0 0,1-1 0 0 0,-1 1 0 0 0,1-1 0 0 0,-1 0 0 0 0,0 0 0 0 0,0-1 0 0 0,0 1 0 0 0,0-1 0 0 0,-1 0 0 0 0,1 0 0 0 0,-1 0 0 0 0,0-1 0 0 0,0 1 0 0 0,2-6 0 0 0,16-20 0 0 0,11-22 0 0 0,-23 43 0 0 0,-1 5 0 0 0,3 19 0 0 0,4 9 0 0 0,-13-20 0 0 0,0 0 0 0 0,1 0 0 0 0,0 0 0 0 0,-1-1 0 0 0,2 1 0 0 0,-1-1 0 0 0,0 0 0 0 0,0 0 0 0 0,1 0 0 0 0,0 0 0 0 0,-1-1 0 0 0,1 1 0 0 0,0-1 0 0 0,0 0 0 0 0,1 0 0 0 0,-1-1 0 0 0,6 2 0 0 0,2 1 0 0 0,-11-4-8 0 0,-1 0 0 0 0,1 0 0 0 0,0 1 0 0 0,0-1 0 0 0,0 0-1 0 0,0 0 1 0 0,0 0 0 0 0,0 0 0 0 0,-1 0 0 0 0,1 0 0 0 0,0 0 0 0 0,0 0 0 0 0,0 0 0 0 0,0-1 0 0 0,0 1-1 0 0,0 0 1 0 0,-1 0 0 0 0,1-1 0 0 0,0 1 0 0 0,0-1 0 0 0,0 1 0 0 0,-1-1 0 0 0,1 1 0 0 0,0-1 0 0 0,-1 1 0 0 0,1-1-1 0 0,0 0 1 0 0,-1 1 0 0 0,1-1 0 0 0,0 0 0 0 0,0-12-3858 0 0,-1 7-2767 0 0,3-2-1697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48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90 936 0 0,'6'-31'5004'0'0,"-5"29"-4365"0"0,0 0-1 0 0,0 0 1 0 0,-1-1 0 0 0,1 1 0 0 0,0 0-1 0 0,-1 0 1 0 0,0-1 0 0 0,1 1 0 0 0,-1 0-1 0 0,0-1 1 0 0,0 1 0 0 0,-1 0 0 0 0,1-1-1 0 0,0 1 1 0 0,-1 0 0 0 0,1 0 0 0 0,-1-1-1 0 0,0 1 1 0 0,0 0 0 0 0,0 0 0 0 0,0 0-1 0 0,0 0 1 0 0,-3-4 0 0 0,3 6-445 0 0,0-1 1 0 0,-1 1-1 0 0,1 0 0 0 0,0 0 1 0 0,-1-1-1 0 0,1 1 0 0 0,-1 0 1 0 0,1 0-1 0 0,0 1 0 0 0,-1-1 1 0 0,1 0-1 0 0,-1 0 0 0 0,1 1 1 0 0,0-1-1 0 0,-1 1 0 0 0,1-1 1 0 0,0 1-1 0 0,-3 1 0 0 0,-26 12 2005 0 0,20-9-1768 0 0,0 1 1 0 0,1 1-1 0 0,-1-1 0 0 0,1 1 0 0 0,1 1 0 0 0,-1 0 1 0 0,1 0-1 0 0,0 1 0 0 0,1-1 0 0 0,0 2 1 0 0,1-1-1 0 0,-7 12 0 0 0,11 19-431 0 0,1-37 0 0 0,1-1 0 0 0,0 0 0 0 0,1 1 0 0 0,-1-1 0 0 0,0 0 0 0 0,1 1 0 0 0,-1-1 0 0 0,1 0 0 0 0,0 0 0 0 0,-1 1 0 0 0,1-1 0 0 0,0 0 0 0 0,0 0 0 0 0,1 0 0 0 0,-1 0 0 0 0,0 0 0 0 0,3 2 0 0 0,2-1 0 0 0,-1-1 0 0 0,1 0 0 0 0,-1 0 0 0 0,1-1 0 0 0,0 1 0 0 0,0-1 0 0 0,0 0 0 0 0,0-1 0 0 0,0 0 0 0 0,0 0 0 0 0,0 0 0 0 0,0-1 0 0 0,0 1 0 0 0,0-1 0 0 0,-1-1 0 0 0,1 1 0 0 0,0-1 0 0 0,-1 0 0 0 0,7-3 0 0 0,-3 1 0 0 0,0-1 0 0 0,-1 0 0 0 0,1 0 0 0 0,-1-1 0 0 0,-1 0 0 0 0,1 0 0 0 0,-1 0 0 0 0,0-1 0 0 0,0-1 0 0 0,-1 1 0 0 0,0-1 0 0 0,9-13 0 0 0,-12 8 0 0 0,-6-1 0 0 0,-5 7 0 0 0,-6 7 0 0 0,-5 9 0 0 0,9 0 0 0 0,9-7 0 0 0,1-1 0 0 0,-1 0 0 0 0,0 0 0 0 0,1 1 0 0 0,-1-1 0 0 0,1 1 0 0 0,0-1 0 0 0,-1 0 0 0 0,1 1 0 0 0,0-1 0 0 0,0 1 0 0 0,0-1 0 0 0,0 1 0 0 0,0-1 0 0 0,0 0 0 0 0,0 1 0 0 0,0-1 0 0 0,1 1 0 0 0,-1-1 0 0 0,0 1 0 0 0,1-1 0 0 0,-1 0 0 0 0,1 1 0 0 0,0-1 0 0 0,-1 0 0 0 0,1 0 0 0 0,0 0 0 0 0,0 1 0 0 0,2 0 0 0 0,-1 1 0 0 0,29 40 0 0 0,57 57 0 0 0,-59-70 0 0 0,-2 0 0 0 0,-1 2 0 0 0,-2 0 0 0 0,24 43 0 0 0,-45-69 0 0 0,1 1 0 0 0,-2-1 0 0 0,1 1 0 0 0,-1-1 0 0 0,0 1 0 0 0,0 0 0 0 0,-1 0 0 0 0,1 0 0 0 0,-2 0 0 0 0,1 0 0 0 0,-1 0 0 0 0,0 0 0 0 0,-1 0 0 0 0,1 0 0 0 0,-1 0 0 0 0,-1 0 0 0 0,-3 11 0 0 0,2-12 0 0 0,0 0 0 0 0,0 0 0 0 0,-1-1 0 0 0,1 1 0 0 0,-2-1 0 0 0,1 0 0 0 0,0 0 0 0 0,-1 0 0 0 0,0 0 0 0 0,0-1 0 0 0,-1 0 0 0 0,1 0 0 0 0,-1 0 0 0 0,0-1 0 0 0,0 1 0 0 0,0-2 0 0 0,0 1 0 0 0,-9 2 0 0 0,-2 1 0 0 0,1-1 0 0 0,-1-1 0 0 0,1 0 0 0 0,-1-1 0 0 0,0-1 0 0 0,-24 0 0 0 0,36-2 0 0 0,0-1 0 0 0,0 1 0 0 0,0-1 0 0 0,0 0 0 0 0,0 0 0 0 0,0 0 0 0 0,1-1 0 0 0,-1 1 0 0 0,0-1 0 0 0,1 0 0 0 0,0-1 0 0 0,-1 1 0 0 0,1-1 0 0 0,0 0 0 0 0,0 0 0 0 0,1 0 0 0 0,-1-1 0 0 0,0 1 0 0 0,1-1 0 0 0,0 0 0 0 0,0 0 0 0 0,0 0 0 0 0,1 0 0 0 0,-1 0 0 0 0,1-1 0 0 0,-2-4 0 0 0,2 4 0 0 0,0-1 0 0 0,1 0 0 0 0,-1 0 0 0 0,1 0 0 0 0,1 1 0 0 0,-1-1 0 0 0,1 0 0 0 0,0 0 0 0 0,0 0 0 0 0,1 0 0 0 0,0 0 0 0 0,0 0 0 0 0,0 0 0 0 0,0 1 0 0 0,1-1 0 0 0,0 0 0 0 0,1 1 0 0 0,-1-1 0 0 0,1 1 0 0 0,0 0 0 0 0,0 0 0 0 0,1 0 0 0 0,-1 0 0 0 0,1 1 0 0 0,0 0 0 0 0,0-1 0 0 0,1 1 0 0 0,4-3 0 0 0,3-3 0 0 0,1 1 0 0 0,0 1 0 0 0,0 0 0 0 0,1 1 0 0 0,0 0 0 0 0,0 1 0 0 0,0 0 0 0 0,1 2 0 0 0,0-1 0 0 0,29-3 0 0 0,-30 8 0 0 0,3 4 0 0 0,-10 5 0 0 0,-12 7 0 0 0,4-14-208 0 0,0 0-1 0 0,0 0 1 0 0,0 1-1 0 0,0-1 1 0 0,-1 0-1 0 0,1-1 1 0 0,-1 1-1 0 0,1 0 1 0 0,-1 0-1 0 0,0-1 1 0 0,0 1-1 0 0,0-1 1 0 0,-3 3-1 0 0,-5-1-5092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49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7 1744 0 0,'0'0'8020'0'0,"-10"-6"-2935"0"0,-5 8-3200 0 0,12-1-1498 0 0,-1-1 1 0 0,1 1-1 0 0,-1 0 1 0 0,1 0 0 0 0,-1 0-1 0 0,1 0 1 0 0,-1 1-1 0 0,1-1 1 0 0,0 1-1 0 0,0 0 1 0 0,0 0 0 0 0,0 0-1 0 0,0 0 1 0 0,0 0-1 0 0,-3 5 1 0 0,-8 7 500 0 0,0 0 0 0 0,2 1 0 0 0,-1 0 0 0 0,2 1 0 0 0,0 1 1 0 0,1 0-1 0 0,1 0 0 0 0,1 1 0 0 0,0 0 0 0 0,-8 27 0 0 0,8-21-829 0 0,5-16-58 0 0,0 1 0 0 0,1-1-1 0 0,0 1 1 0 0,0-1-1 0 0,-1 18 1 0 0,3-3-1 0 0,-1-3 0 0 0,2-1 0 0 0,0 0 0 0 0,4 23 0 0 0,-3-35 0 0 0,0 0 0 0 0,0 0 0 0 0,0 0 0 0 0,1 0 0 0 0,0-1 0 0 0,1 0 0 0 0,-1 1 0 0 0,1-1 0 0 0,0 0 0 0 0,1-1 0 0 0,-1 1 0 0 0,9 6 0 0 0,-8-7 0 0 0,0 0 0 0 0,0-1 0 0 0,0 0 0 0 0,1 0 0 0 0,0 0 0 0 0,11 5 0 0 0,55 8 0 0 0,-15-6 0 0 0,-43-8 0 0 0,1 0 0 0 0,-7 1-119 0 0,-6-24-5195 0 0,0 11-353 0 0,1 1-3580 0 0,4-4 2263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49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10 1316 0 0,'0'0'5741'0'0,"-23"-9"14893"0"0,12 19-19407 0 0,-1 0 1 0 0,2 1 0 0 0,-18 21 0 0 0,16-15-1210 0 0,1 0 1 0 0,0 1-1 0 0,1 0 0 0 0,1 0 1 0 0,1 1-1 0 0,1 0 0 0 0,0 0 1 0 0,-7 37-1 0 0,13-51-18 0 0,0-1 0 0 0,1 1 0 0 0,0-1 0 0 0,0 1 0 0 0,0-1 0 0 0,0 1 0 0 0,0-1 0 0 0,1 1 0 0 0,0-1 0 0 0,0 1 0 0 0,0-1 0 0 0,0 0 0 0 0,1 0 0 0 0,0 1 0 0 0,0-1 0 0 0,0 0 0 0 0,0-1 0 0 0,5 7 0 0 0,-4-7 0 0 0,0 0 0 0 0,1-1 0 0 0,-1 1 0 0 0,0-1 0 0 0,1 0 0 0 0,0 0 0 0 0,-1-1 0 0 0,1 1 0 0 0,0-1 0 0 0,0 0 0 0 0,0 0 0 0 0,0 0 0 0 0,0 0 0 0 0,0 0 0 0 0,0-1 0 0 0,0 0 0 0 0,0 0 0 0 0,0 0 0 0 0,0-1 0 0 0,7-1 0 0 0,3 0 0 0 0,0-1 0 0 0,0-1 0 0 0,0 0 0 0 0,-1-1 0 0 0,0-1 0 0 0,22-12 0 0 0,-29 15 0 0 0,-1 0 0 0 0,1-1 0 0 0,-1 0 0 0 0,0 0 0 0 0,0 0 0 0 0,-1-1 0 0 0,1 0 0 0 0,-1 0 0 0 0,0 0 0 0 0,0 0 0 0 0,0-1 0 0 0,-1 1 0 0 0,0-1 0 0 0,0 0 0 0 0,-1 0 0 0 0,1 0 0 0 0,1-8 0 0 0,-1 4 0 0 0,-2 4 0 0 0,1 0 0 0 0,-1 0 0 0 0,0 0 0 0 0,0 0 0 0 0,0-12 0 0 0,-1 14 0 0 0,-1 0 0 0 0,0 1 0 0 0,0-1 0 0 0,0 0 0 0 0,0 1 0 0 0,0-1 0 0 0,-1 0 0 0 0,1 1 0 0 0,-1 0 0 0 0,0-1 0 0 0,0 1 0 0 0,-1 0 0 0 0,1 0 0 0 0,-1 0 0 0 0,1 1 0 0 0,-1-1 0 0 0,0 0 0 0 0,0 1 0 0 0,0 0 0 0 0,0 0 0 0 0,0 0 0 0 0,-1 0 0 0 0,1 0 0 0 0,-1 1 0 0 0,1-1 0 0 0,-1 1 0 0 0,-4-1 0 0 0,-9 0 0 0 0,-1 2 0 0 0,0 3 0 0 0,5 1 0 0 0,0 0 0 0 0,2 1 0 0 0,4 1-125 0 0,6-5-715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50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1124 0 0,'-24'4'25832'0'0,"36"1"-25208"0"0,0-1 0 0 0,0-1 0 0 0,1 0 1 0 0,-1-1-1 0 0,1 0 0 0 0,0-1 0 0 0,20 0 0 0 0,128-17 194 0 0,-148 15-818 0 0,0-1-99 0 0,-10 2-589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50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3 580 0 0,'-5'-2'32155'0'0,"38"4"-32134"0"0,24 2-17 0 0,0-3-1 0 0,61-6 1 0 0,-100 3-4 0 0,-5 4 0 0 0,-3 2-87 0 0,-8-3-487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51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0 696 0 0,'-38'7'24662'0'0,"35"-4"-25534"0"0,2-1 1627 0 0,2 0-657 0 0,-1 0 1 0 0,1-1-1 0 0,0 1 1 0 0,0-1-1 0 0,-1 0 1 0 0,1 1-1 0 0,0-1 1 0 0,0 1 0 0 0,0-1-1 0 0,1 0 1 0 0,-1 0-1 0 0,0 0 1 0 0,0 0-1 0 0,1 0 1 0 0,-1 0-1 0 0,0 0 1 0 0,1 0-1 0 0,-1 0 1 0 0,1-1-1 0 0,0 1 1 0 0,1 0-1 0 0,40 14 932 0 0,-39-14-901 0 0,41 10 556 0 0,77 9-1 0 0,-81-15-411 0 0,-1 1-1 0 0,70 22 0 0 0,-108-28-235 0 0,0 0 0 0 0,-1 1 0 0 0,1-1 0 0 0,-1 1 0 0 0,1 0 0 0 0,-1-1 0 0 0,1 1 0 0 0,-1 0 0 0 0,0 0-1 0 0,1 0 1 0 0,-1 0 0 0 0,0 0 0 0 0,0 0 0 0 0,1 1 0 0 0,-1-1 0 0 0,0 0 0 0 0,0 1 0 0 0,0-1-1 0 0,-1 0 1 0 0,1 1 0 0 0,0-1 0 0 0,-1 1 0 0 0,1-1 0 0 0,0 1 0 0 0,-1 0 0 0 0,0-1 0 0 0,1 1-1 0 0,-1-1 1 0 0,0 1 0 0 0,0 0 0 0 0,0-1 0 0 0,0 1 0 0 0,0 0 0 0 0,0-1 0 0 0,0 1 0 0 0,-1 0-1 0 0,1-1 1 0 0,-1 1 0 0 0,1-1 0 0 0,-1 1 0 0 0,0-1 0 0 0,1 1 0 0 0,-1-1 0 0 0,0 1 0 0 0,0-1-1 0 0,-1 2 1 0 0,-8 11 54 0 0,1-1-1 0 0,-2 0 0 0 0,-23 22 1 0 0,15-15-173 0 0,11-11 82 0 0,-3 0 0 0 0,0-4 0 0 0,24-20-1906 0 0,10-11-3762 0 0,1 7-8211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51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1212 0 0,'0'0'8722'0'0,"-1"4"-7025"0"0,-4 10-72 0 0,4-10-66 0 0,4 0-83 0 0,104 126 6931 0 0,-63-81-5696 0 0,50 74 1 0 0,-89-114-2488 0 0,1 0 0 0 0,-1 0 0 0 0,-1 0 0 0 0,0 1 0 0 0,0 0 1 0 0,-1-1-1 0 0,0 1 0 0 0,0 0 0 0 0,-1 1 0 0 0,1 17 0 0 0,-3-21-213 0 0,-1 0-1 0 0,1 1 1 0 0,-2-1 0 0 0,1 0-1 0 0,0 0 1 0 0,-1 0 0 0 0,-1 0-1 0 0,1-1 1 0 0,-1 1 0 0 0,0-1-1 0 0,-1 1 1 0 0,1-1-1 0 0,-1 0 1 0 0,0 0 0 0 0,-1 0-1 0 0,-5 5 1 0 0,-7 5-11 0 0,-1-1 0 0 0,-1 0 0 0 0,0-1 0 0 0,-1-1 0 0 0,0-1 0 0 0,-1-1 0 0 0,-36 14 0 0 0,50-22 0 0 0,2-1 0 0 0,-1 0 0 0 0,1 0 0 0 0,-1 0 0 0 0,0-1 0 0 0,1 0 0 0 0,-12 1 0 0 0,-2-1 0 0 0,1 1 0 0 0,5-2 0 0 0,2 3 0 0 0,5 2-300 0 0,6-3-1244 0 0,6 11-5140 0 0,-3-9 3567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53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1748 0 0,'-14'4'24608'0'0,"35"2"-23255"0"0,1 0 1 0 0,0-1-1 0 0,0-1 1 0 0,34 2-1 0 0,-44-5-1709 0 0,66 6 356 0 0,-57-4 0 0 0,-7-1 0 0 0,-1-3 0 0 0,3 1 0 0 0,-3 3 0 0 0,-11 8-316 0 0,-2-9-1323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4:10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280 122 1684 0 0,'0'0'24438'0'0,"7"-36"-22176"0"0,-7 33-2111 0 0,0 0 1 0 0,0-1 0 0 0,0 1-1 0 0,0 0 1 0 0,-1 0-1 0 0,0 0 1 0 0,1 0-1 0 0,-1-1 1 0 0,0 1-1 0 0,0 0 1 0 0,-1 0-1 0 0,1 1 1 0 0,-1-1-1 0 0,1 0 1 0 0,-1 0-1 0 0,-3-3 1 0 0,1 3 12 0 0,0 0 0 0 0,-1 0 1 0 0,1 0-1 0 0,0 1 0 0 0,-1-1 1 0 0,1 1-1 0 0,-1 0 0 0 0,0 1 0 0 0,0-1 1 0 0,-8-1-1 0 0,4 2-164 0 0,1 0 0 0 0,0 0 0 0 0,-1 1 0 0 0,1 0 0 0 0,0 0 0 0 0,-1 1 0 0 0,1 0 0 0 0,0 1 0 0 0,0 0 0 0 0,0 0 0 0 0,0 1 0 0 0,0 0 0 0 0,1 0 0 0 0,-1 1 0 0 0,-7 4 0 0 0,10-5 0 0 0,0 0 0 0 0,0 1 0 0 0,0-1 0 0 0,0 1 0 0 0,1 0 0 0 0,0 0 0 0 0,0 0 0 0 0,0 1 0 0 0,0-1 0 0 0,1 1 0 0 0,-1 0 0 0 0,1 0 0 0 0,0 1 0 0 0,1-1 0 0 0,-1 0 0 0 0,1 1 0 0 0,0 0 0 0 0,1-1 0 0 0,-1 1 0 0 0,1 0 0 0 0,-1 10 0 0 0,2-11 0 0 0,0-1 0 0 0,0 1 0 0 0,0-1 0 0 0,0 1 0 0 0,1-1 0 0 0,-1 1 0 0 0,1-1 0 0 0,0 1 0 0 0,1-1 0 0 0,-1 1 0 0 0,1-1 0 0 0,0 0 0 0 0,0 0 0 0 0,0 0 0 0 0,1 0 0 0 0,-1 0 0 0 0,1 0 0 0 0,0-1 0 0 0,0 1 0 0 0,0-1 0 0 0,0 0 0 0 0,1 0 0 0 0,-1 0 0 0 0,1 0 0 0 0,0-1 0 0 0,0 0 0 0 0,0 1 0 0 0,0-1 0 0 0,0-1 0 0 0,1 1 0 0 0,-1-1 0 0 0,0 1 0 0 0,1-1 0 0 0,-1 0 0 0 0,1-1 0 0 0,6 1 0 0 0,1 0 0 0 0,-1-1 0 0 0,1 0 0 0 0,-1-1 0 0 0,1 0 0 0 0,-1 0 0 0 0,1-2 0 0 0,-1 1 0 0 0,0-1 0 0 0,0-1 0 0 0,16-7 0 0 0,-20 7 0 0 0,-1 1 0 0 0,1-1 0 0 0,-1 0 0 0 0,0 0 0 0 0,0-1 0 0 0,-1 0 0 0 0,1 0 0 0 0,-1 0 0 0 0,0-1 0 0 0,0 1 0 0 0,-1-1 0 0 0,0 0 0 0 0,0-1 0 0 0,0 1 0 0 0,-1-1 0 0 0,0 1 0 0 0,3-10 0 0 0,11-33 0 0 0,-17 37 0 0 0,4 30 0 0 0,-3-9 0 0 0,0 1 0 0 0,2-1 0 0 0,-1 1 0 0 0,1-1 0 0 0,0 0 0 0 0,1 0 0 0 0,7 14 0 0 0,-9-20 0 0 0,1 1 0 0 0,-1-1 0 0 0,1 1 0 0 0,0-1 0 0 0,0 0 0 0 0,0 1 0 0 0,0-1 0 0 0,1-1 0 0 0,-1 1 0 0 0,1 0 0 0 0,0-1 0 0 0,-1 0 0 0 0,1 0 0 0 0,0 0 0 0 0,5 2 0 0 0,8-2 0 0 0,-13-1 0 0 0,-1-2 0 0 0,1 1 0 0 0,0 0 0 0 0,-1-1 0 0 0,1 1 0 0 0,0-1 0 0 0,-1 0 0 0 0,1-1 0 0 0,-1 1 0 0 0,1 0 0 0 0,-1-1 0 0 0,0 0 0 0 0,0 0 0 0 0,1 0 0 0 0,-2 0 0 0 0,1 0 0 0 0,0-1 0 0 0,0 1 0 0 0,-1-1 0 0 0,1 0 0 0 0,-1 0 0 0 0,0 0 0 0 0,0 0 0 0 0,0 0 0 0 0,0 0 0 0 0,1-4 0 0 0,2-1 0 0 0,69-125 0 0 0,-74 133 0 0 0,0 0 0 0 0,0 0 0 0 0,0 0 0 0 0,0 0 0 0 0,0-1 0 0 0,0 1 0 0 0,0 0 0 0 0,0 0 0 0 0,0 0 0 0 0,0 0 0 0 0,0 0 0 0 0,0-1 0 0 0,0 1 0 0 0,1 0 0 0 0,-1 0 0 0 0,0 0 0 0 0,0 0 0 0 0,0 0 0 0 0,0 0 0 0 0,0 0 0 0 0,0-1 0 0 0,0 1 0 0 0,0 0 0 0 0,0 0 0 0 0,0 0 0 0 0,0 0 0 0 0,1 0 0 0 0,-1 0 0 0 0,0 0 0 0 0,0 0 0 0 0,0 0 0 0 0,0 0 0 0 0,0 0 0 0 0,0-1 0 0 0,1 1 0 0 0,-1 0 0 0 0,0 0 0 0 0,0 0 0 0 0,0 0 0 0 0,0 0 0 0 0,0 0 0 0 0,0 0 0 0 0,1 0 0 0 0,-1 0 0 0 0,0 0 0 0 0,0 0 0 0 0,0 0 0 0 0,0 0 0 0 0,0 1 0 0 0,0-1 0 0 0,1 0 0 0 0,-1 0 0 0 0,0 0 0 0 0,0 0 0 0 0,0 0 0 0 0,0 0 0 0 0,0 0 0 0 0,0 0 0 0 0,0 0 0 0 0,1 0 0 0 0,-1 0 0 0 0,0 1 0 0 0,6 21 0 0 0,-6-16 0 0 0,0-1 0 0 0,1 1 0 0 0,0-1 0 0 0,1 1 0 0 0,-1-1 0 0 0,1 1 0 0 0,0-1 0 0 0,0 0 0 0 0,1 1 0 0 0,-1-1 0 0 0,1-1 0 0 0,1 1 0 0 0,-1 0 0 0 0,0-1 0 0 0,1 1 0 0 0,0-1 0 0 0,0 0 0 0 0,0-1 0 0 0,1 1 0 0 0,-1-1 0 0 0,1 1 0 0 0,0-1 0 0 0,0-1 0 0 0,0 1 0 0 0,0-1 0 0 0,0 0 0 0 0,1 0 0 0 0,5 1 0 0 0,-6-2 0 0 0,1 1 0 0 0,-1-2 0 0 0,1 1 0 0 0,-1-1 0 0 0,1 0 0 0 0,-1 0 0 0 0,1 0 0 0 0,-1-1 0 0 0,0 0 0 0 0,1 0 0 0 0,-1 0 0 0 0,0 0 0 0 0,1-1 0 0 0,-1 0 0 0 0,0 0 0 0 0,0-1 0 0 0,0 0 0 0 0,8-6 0 0 0,1-1 0 0 0,-2-1 0 0 0,1-1 0 0 0,-1 0 0 0 0,11-16 0 0 0,-20 25 0 0 0,40-52 0 0 0,-42 89 0 0 0,-2-18 0 0 0,0-1 0 0 0,1 0 0 0 0,0 1 0 0 0,1-1 0 0 0,1 0 0 0 0,1 0 0 0 0,0 0 0 0 0,1 0 0 0 0,8 21 0 0 0,-9-23 0 0 0,19 17 0 0 0,-10-15 0 0 0,1-2 1363 0 0,1-9-8886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4:11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218 104 616 0 0,'9'-11'4361'0'0,"13"-33"4083"0"0,-22 43-8001 0 0,1-1 0 0 0,-1 0 0 0 0,1 0 0 0 0,-1 0 0 0 0,0 0 0 0 0,0 0 0 0 0,0 1 0 0 0,0-1 0 0 0,0 0 0 0 0,0 0 0 0 0,-1 0 0 0 0,1 0 0 0 0,0 0 0 0 0,-1 1 0 0 0,1-1 0 0 0,-1 0 0 0 0,0 0 0 0 0,0 1 0 0 0,0-1 0 0 0,0 0 0 0 0,0 1 0 0 0,-2-3 0 0 0,0 3-46 0 0,0 0 0 0 0,0 0-1 0 0,-1 0 1 0 0,1 0 0 0 0,-1 1-1 0 0,1 0 1 0 0,0-1 0 0 0,-1 1-1 0 0,1 0 1 0 0,-1 1 0 0 0,1-1-1 0 0,-1 1 1 0 0,1-1 0 0 0,0 1-1 0 0,-6 2 1 0 0,1 0 14 0 0,-1 1-1 0 0,1 0 1 0 0,0 1-1 0 0,0 0 1 0 0,-12 9-1 0 0,2 2-323 0 0,1 0 0 0 0,1 1-1 0 0,-27 36 1 0 0,40-49-87 0 0,0 0 0 0 0,0 1 0 0 0,0-1 0 0 0,1 1 0 0 0,0 0 0 0 0,0-1 0 0 0,0 1 0 0 0,1 0 0 0 0,0 0 0 0 0,-1 0 0 0 0,2 1 0 0 0,-1-1 0 0 0,1 0 0 0 0,0 0 0 0 0,0 0 0 0 0,0 0 0 0 0,2 10 0 0 0,-1-11 0 0 0,0-1 0 0 0,0 0 0 0 0,1 0 0 0 0,-1 0 0 0 0,1 0 0 0 0,0 0 0 0 0,0-1 0 0 0,0 1 0 0 0,0 0 0 0 0,0-1 0 0 0,0 1 0 0 0,1-1 0 0 0,-1 0 0 0 0,1 0 0 0 0,0 0 0 0 0,-1 0 0 0 0,1 0 0 0 0,0-1 0 0 0,0 1 0 0 0,0-1 0 0 0,1 0 0 0 0,-1 0 0 0 0,0 0 0 0 0,0 0 0 0 0,0 0 0 0 0,1-1 0 0 0,4 1 0 0 0,6 0 0 0 0,-1-1 0 0 0,1 0 0 0 0,0-1 0 0 0,-1-1 0 0 0,1 0 0 0 0,21-6 0 0 0,-28 6 0 0 0,0 0 0 0 0,0-1 0 0 0,-1 1 0 0 0,1-2 0 0 0,0 1 0 0 0,-1-1 0 0 0,0 0 0 0 0,0 0 0 0 0,0-1 0 0 0,0 0 0 0 0,-1 0 0 0 0,0 0 0 0 0,8-10 0 0 0,-2 1 0 0 0,-5 1 0 0 0,-5 10 0 0 0,0-9 0 0 0,-2 17 0 0 0,-1-2 0 0 0,1 1 0 0 0,0 0 0 0 0,0 0 0 0 0,1-1 0 0 0,-1 1 0 0 0,1 0 0 0 0,0 0 0 0 0,0 0 0 0 0,0 0 0 0 0,1 6 0 0 0,4 4 0 0 0,1-1 0 0 0,1 0 0 0 0,0 0 0 0 0,0 0 0 0 0,2-1 0 0 0,-1 0 0 0 0,2 0 0 0 0,14 14 0 0 0,16 23 0 0 0,-17-18 0 0 0,-11-18 0 0 0,-2 1 0 0 0,1 1 0 0 0,-2 0 0 0 0,0 0 0 0 0,-1 1 0 0 0,0 0 0 0 0,8 26 0 0 0,-14-34 0 0 0,0 1 0 0 0,0 0 0 0 0,-1 0 0 0 0,0 0 0 0 0,-1 0 0 0 0,0-1 0 0 0,0 1 0 0 0,-1 0 0 0 0,-2 11 0 0 0,2-17 0 0 0,0 0 0 0 0,-1 1 0 0 0,1-1 0 0 0,-1 0 0 0 0,0 0 0 0 0,0 0 0 0 0,0 0 0 0 0,0 0 0 0 0,-1 0 0 0 0,1 0 0 0 0,-1-1 0 0 0,1 0 0 0 0,-1 1 0 0 0,0-1 0 0 0,0 0 0 0 0,0 0 0 0 0,0 0 0 0 0,-1-1 0 0 0,1 1 0 0 0,0-1 0 0 0,-1 0 0 0 0,1 0 0 0 0,-1 0 0 0 0,1 0 0 0 0,-6 0 0 0 0,-3 1 0 0 0,0 0 0 0 0,0-1 0 0 0,0-1 0 0 0,0 1 0 0 0,0-2 0 0 0,0 0 0 0 0,0-1 0 0 0,0 0 0 0 0,0 0 0 0 0,0-1 0 0 0,-15-7 0 0 0,21 8 0 0 0,-1-2 0 0 0,1 1 0 0 0,-1-1 0 0 0,1 0 0 0 0,1 0 0 0 0,-1 0 0 0 0,0-1 0 0 0,1 0 0 0 0,0 0 0 0 0,0-1 0 0 0,1 1 0 0 0,-1-1 0 0 0,1 0 0 0 0,0 0 0 0 0,1-1 0 0 0,0 1 0 0 0,0-1 0 0 0,0 1 0 0 0,-3-15 0 0 0,5 18 0 0 0,0 0 0 0 0,0 0 0 0 0,0 0 0 0 0,1 0 0 0 0,0-1 0 0 0,-1 1 0 0 0,1 0 0 0 0,0-1 0 0 0,1 1 0 0 0,-1 0 0 0 0,0 0 0 0 0,1-1 0 0 0,0 1 0 0 0,0 0 0 0 0,0 0 0 0 0,0 0 0 0 0,0 0 0 0 0,1 0 0 0 0,-1 0 0 0 0,1 0 0 0 0,0 1 0 0 0,0-1 0 0 0,0 0 0 0 0,0 1 0 0 0,5-5 0 0 0,-3 5 0 0 0,-1 0 0 0 0,1 0 0 0 0,0 0 0 0 0,0 1 0 0 0,0 0 0 0 0,-1-1 0 0 0,2 2 0 0 0,-1-1 0 0 0,0 0 0 0 0,0 1 0 0 0,0-1 0 0 0,5 1 0 0 0,7 1 0 0 0,5 1 0 0 0,1-1-11 0 0,-16-1 36 0 0,24 6-190 0 0,-21-5 1792 0 0,-5-1-3396 0 0,-5-22-25833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4:11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2 136 0 0,'-2'-2'23914'0'0,"-4"2"-16825"0"0,-3 2-5868 0 0,-14 8-4506 0 0,10 3 6382 0 0,4-2-3076 0 0,1 1-1 0 0,1 0 1 0 0,0 0-1 0 0,1 1 1 0 0,0 0-1 0 0,1 0 1 0 0,0 0-1 0 0,1 1 1 0 0,0 0-1 0 0,2-1 1 0 0,-1 1-1 0 0,2 0 1 0 0,0 1-1 0 0,0-1 1 0 0,1 0-1 0 0,1 0 1 0 0,1 0-1 0 0,0 0 1 0 0,0 0-1 0 0,2 0 1 0 0,0-1-1 0 0,0 1 1 0 0,1-1-1 0 0,1 0 1 0 0,0 0-1 0 0,1-1 1 0 0,0 0-1 0 0,9 12 1 0 0,-4-9-21 0 0,0 0 0 0 0,1-1 0 0 0,0 0 0 0 0,22 15 0 0 0,-11-12 0 0 0,2-2 0 0 0,0-1 0 0 0,29 11 0 0 0,-43-20 0 0 0,-5-3-213 0 0,-6-1-967 0 0,-17-18-17692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4:12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24 1772 0 0,'-9'-11'30686'0'0,"83"144"-30372"0"0,-32-52-319 0 0,-36-71 5 0 0,5 0 0 0 0,-4-1 0 0 0,0-4 0 0 0,-6-4 0 0 0,-1-1 0 0 0,1 0 0 0 0,0 0 0 0 0,-1 0 0 0 0,1 0 0 0 0,0 0 0 0 0,-1 0 0 0 0,1 0 0 0 0,0 0 0 0 0,0 0 0 0 0,-1 0 0 0 0,1 0 0 0 0,0 0 0 0 0,-1 0 0 0 0,1 0 0 0 0,0-1 0 0 0,-1 1 0 0 0,1 0 0 0 0,0 0 0 0 0,-1-1 0 0 0,1 1 0 0 0,0-1 0 0 0,-1 1 0 0 0,1-1 0 0 0,-1 1 0 0 0,1-1 0 0 0,-1 1 0 0 0,1-1 0 0 0,-1 1 0 0 0,1-1 0 0 0,-1 1 0 0 0,0-1 0 0 0,1 0 0 0 0,-1 1 0 0 0,0-1 0 0 0,1 0 0 0 0,-1 1 0 0 0,0-2 0 0 0,12-17 0 0 0,-1 0 0 0 0,0 0 0 0 0,-2-1 0 0 0,-1-1 0 0 0,12-37 0 0 0,-17 48 0 0 0,0 1 0 0 0,1 0 0 0 0,0 0 0 0 0,1 0 0 0 0,7-9 0 0 0,-7 9 0 0 0,-3-2 0 0 0,2 4-213 0 0,-4 6-1079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4:13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1464 0 0,'-6'5'15481'0'0,"109"27"-9759"0"0,-73-25-4741 0 0,0 1-1 0 0,-1 2 1 0 0,-1 0 0 0 0,0 2 0 0 0,0 2 0 0 0,-1 0 0 0 0,35 25-1 0 0,-54-33-842 0 0,-1 1-1 0 0,0 0 0 0 0,0 0 0 0 0,0 0 0 0 0,-1 1 0 0 0,0 0 0 0 0,0 0 1 0 0,-1 1-1 0 0,0-1 0 0 0,-1 1 0 0 0,0 0 0 0 0,0 1 0 0 0,-1-1 0 0 0,0 1 1 0 0,-1-1-1 0 0,2 12 0 0 0,-3-6-145 0 0,0 0 0 0 0,-2 1 1 0 0,1-1-1 0 0,-2 0 0 0 0,0 1 0 0 0,-1-1 0 0 0,-1 0 1 0 0,0 0-1 0 0,-10 23 0 0 0,6-21 8 0 0,0-1 0 0 0,-1 0 0 0 0,0 0 0 0 0,-2-1 0 0 0,-18 22 0 0 0,19-25 0 0 0,2-5 0 0 0,3 0 0 0 0,-2 2 0 0 0,1-1 0 0 0,0 0 0 0 0,0-1 0 0 0,-26 30-4136 0 0,12-25-4403 0 0,9-5 1968 0 0,-1 0-1029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13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28 852 0 0,'0'0'1823'0'0,"-5"-14"4416"0"0,1 5 4558 0 0,3 8-10518 0 0,1 1 1 0 0,-1-1-1 0 0,0 1 0 0 0,0-1 0 0 0,0 1 0 0 0,0 0 1 0 0,0-1-1 0 0,1 1 0 0 0,-1 0 0 0 0,0 0 0 0 0,0-1 1 0 0,0 1-1 0 0,0 0 0 0 0,0 0 0 0 0,0 0 1 0 0,0 0-1 0 0,0 0 0 0 0,0 0 0 0 0,0 1 0 0 0,0-1 1 0 0,0 0-1 0 0,0 0 0 0 0,-1 1 0 0 0,-29 17 2577 0 0,-19 27-201 0 0,42-35-2590 0 0,-1 1 0 0 0,1 0 0 0 0,1 0 0 0 0,0 0 0 0 0,0 1-1 0 0,2 0 1 0 0,-1 0 0 0 0,1 1 0 0 0,1-1 0 0 0,0 1 0 0 0,1 0 0 0 0,-3 23 0 0 0,6-33-65 0 0,0 0 0 0 0,1 0 0 0 0,-1 1 0 0 0,0-1 0 0 0,1 0 0 0 0,0 0 0 0 0,0 0 0 0 0,0 1 0 0 0,0-1 0 0 0,0 0 0 0 0,1-1 0 0 0,-1 1 0 0 0,1 0 0 0 0,0 0 0 0 0,0-1 0 0 0,0 1 0 0 0,0-1 0 0 0,3 4 0 0 0,-1-3 0 0 0,1 0 0 0 0,-1 0 0 0 0,1 0 0 0 0,0-1 0 0 0,0 0 0 0 0,0 0 0 0 0,0 0 0 0 0,0 0 0 0 0,0-1 0 0 0,6 2 0 0 0,6-1 0 0 0,0-1 0 0 0,1 0 0 0 0,-1-1 0 0 0,0-1 0 0 0,29-5 0 0 0,-26 2 0 0 0,1-1 0 0 0,-1 0 0 0 0,0-2 0 0 0,25-11 0 0 0,94-61 0 0 0,-139 79 0 0 0,0 0 0 0 0,0 0 0 0 0,0 0 0 0 0,0-1 0 0 0,-1 1 0 0 0,1 0 0 0 0,0 0 0 0 0,0 0 0 0 0,0 0 0 0 0,0 0 0 0 0,0 0 0 0 0,0 0 0 0 0,0 0 0 0 0,0 0 0 0 0,0 0 0 0 0,0 0 0 0 0,0 0 0 0 0,0 0 0 0 0,0 0 0 0 0,-1-1 0 0 0,1 1 0 0 0,0 0 0 0 0,0 0 0 0 0,0 0 0 0 0,0 0 0 0 0,0 0 0 0 0,0 0 0 0 0,0 0 0 0 0,0 0 0 0 0,0 0 0 0 0,0-1 0 0 0,0 1 0 0 0,0 0 0 0 0,0 0 0 0 0,0 0 0 0 0,0 0 0 0 0,0 0 0 0 0,0 0 0 0 0,1 0 0 0 0,-1 0 0 0 0,0 0 0 0 0,0-1 0 0 0,0 1 0 0 0,0 0 0 0 0,0 0 0 0 0,0 0 0 0 0,0 0 0 0 0,0 0 0 0 0,0 0 0 0 0,-26 2 0 0 0,6 3 0 0 0,6 0 0 0 0,7 0 0 0 0,-2-2-911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09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5458 572 0 0,'-37'2'7602'0'0,"16"0"-5374"0"0,18-2-1529 0 0,-13-4 3038 0 0,0-1 4648 0 0,15 3-8264 0 0,1 1 0 0 0,1-1-1 0 0,-1 0 1 0 0,0 0-1 0 0,0 1 1 0 0,1-1 0 0 0,-1 1-1 0 0,1-1 1 0 0,-1 0-1 0 0,1 1 1 0 0,-1-1-1 0 0,1 1 1 0 0,0-1 0 0 0,0 1-1 0 0,0 0 1 0 0,0-1-1 0 0,0 1 1 0 0,0 0-1 0 0,3-2 1 0 0,28-33-134 0 0,-28 31 197 0 0,24-27 18 0 0,31-49 1 0 0,-1 0-66 0 0,162-177 533 0 0,-137 160-315 0 0,64-68 231 0 0,108-102-118 0 0,-171 179-390 0 0,135-154 115 0 0,-26 12 133 0 0,-95 125-252 0 0,16-20 10 0 0,13-14-49 0 0,-84 96-22 0 0,65-85-1 0 0,110-176 413 0 0,-76 119-323 0 0,-54 76 173 0 0,-45 61-160 0 0,150-195 629 0 0,-161 197-538 0 0,-20 29-40 0 0,0 0 1 0 0,24-24-1 0 0,-24 27-71 0 0,0 0-1 0 0,-1-1 0 0 0,16-29 1 0 0,8-13 43 0 0,75-110 149 0 0,-28 40 67 0 0,-47 59-352 0 0,-29 55-2 0 0,1-1 0 0 0,1 1 0 0 0,12-18 0 0 0,65-91 0 0 0,-44 65 0 0 0,6-8 0 0 0,-24 39 0 0 0,-1-2 0 0 0,25-44 0 0 0,-25 37 0 0 0,34-42 0 0 0,-30 44 0 0 0,-1-1 0 0 0,22-44 0 0 0,21-22 0 0 0,-62 91 0 0 0,0 1 0 0 0,1 0 0 0 0,0 0 0 0 0,9-8 0 0 0,23-32 0 0 0,-29 35 0 0 0,0 0 0 0 0,1 1 0 0 0,22-20 0 0 0,-23 24 0 0 0,0 0 0 0 0,-1-1 0 0 0,0 0 0 0 0,-1-1 0 0 0,0 0 0 0 0,11-21 0 0 0,-15 26 0 0 0,-1-1 0 0 0,2 1 0 0 0,-1 1 0 0 0,1-1 0 0 0,-1 1 0 0 0,8-6 0 0 0,24-32 0 0 0,-22 23 0 0 0,1 0 0 0 0,32-31 0 0 0,-17 19 0 0 0,8-9 0 0 0,53-42 0 0 0,-80 73 0 0 0,0-1 0 0 0,-1 0 0 0 0,12-15 0 0 0,-13 14 0 0 0,1 0 0 0 0,0 1 0 0 0,12-10 0 0 0,43-40 0 0 0,14 3 0 0 0,-35 20 0 0 0,-2 6 0 0 0,1 0-103 0 0,-42 32-663 0 0,-3 0 472 0 0,-1 0-1 0 0,1 1 1 0 0,-1 0-1 0 0,1 0 0 0 0,-1-1 1 0 0,1 2-1 0 0,0-1 1 0 0,-1 0-1 0 0,1 0 1 0 0,0 1-1 0 0,0-1 1 0 0,-2 3-1 0 0,-4 1-704 0 0,-62 29-12397 0 0,39-13 5707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10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4 349 504 0 0,'0'0'21597'0'0,"-1"5"-20697"0"0,0-2-555 0 0,1 0-1 0 0,-1 0 1 0 0,1 0-1 0 0,0 0 1 0 0,0 0-1 0 0,0 0 1 0 0,0 0-1 0 0,0 0 0 0 0,1 0 1 0 0,0 0-1 0 0,-1 0 1 0 0,1 0-1 0 0,0 0 1 0 0,0-1-1 0 0,3 6 1 0 0,-3-6 845 0 0,1 5-555 0 0,6-13 401 0 0,4-9 357 0 0,-7-1-1393 0 0,1 0 0 0 0,4-27 0 0 0,7-24 0 0 0,10-16 0 0 0,-19 55 0 0 0,21-49 0 0 0,-11 31 0 0 0,-11 36 0 0 0,0 4 0 0 0,7 4 0 0 0,-10 4 0 0 0,-1 0 0 0 0,1 0 0 0 0,-1 1 0 0 0,0-1 0 0 0,0 1 0 0 0,0 0 0 0 0,0 0 0 0 0,-1 0 0 0 0,1 0 0 0 0,-1 1 0 0 0,1-1 0 0 0,-1 0 0 0 0,0 1 0 0 0,-1 0 0 0 0,1-1 0 0 0,-1 1 0 0 0,1 0 0 0 0,0 7 0 0 0,1-3 0 0 0,-1-1 0 0 0,1 1 0 0 0,0-1 0 0 0,8 13 0 0 0,3 7 0 0 0,-12-22 0 0 0,1 0 0 0 0,-1-1 0 0 0,1 1 0 0 0,0-1 0 0 0,0 1 0 0 0,0-1 0 0 0,0 0 0 0 0,1 0 0 0 0,-1 0 0 0 0,7 4 0 0 0,26 27 0 0 0,-30-26 0 0 0,-2-3-486 0 0,0 0-9970 0 0,-5-7 8624 0 0,-20-14-5733 0 0,10 10 577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11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75 140 752 0 0,'-47'5'3070'0'0,"45"-5"-2052"0"0,-23 10 19652 0 0,75-17-18856 0 0,-1-3 0 0 0,0-2 1 0 0,69-25-1 0 0,-79 14-1814 0 0,-28 16 0 0 0,0 0 0 0 0,0 0 0 0 0,18-7 0 0 0,-18 8 0 0 0,-6-2 0 0 0,-4-2-50 0 0,-1 8-439 0 0,-5 1-4172 0 0,1-1 5982 0 0,0 0-5372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11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12 792 0 0,'0'0'12449'0'0,"-2"-9"-10320"0"0,0 7-960 0 0,4 7 5887 0 0,-1-1-7007 0 0,5 22 1746 0 0,2 1-1 0 0,19 42 1 0 0,20 29-1534 0 0,-43-83-2550 0 0,-19-48-20487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12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103 171 144 0 0,'-6'-5'732'0'0,"0"1"-1"0"0,0 0 1 0 0,-1 0-1 0 0,1 1 1 0 0,-1-1 0 0 0,-13-3-1 0 0,-9-6 3443 0 0,28 13-3796 0 0,0 0-1 0 0,0-1 1 0 0,1 1 0 0 0,-1 0-1 0 0,0-1 1 0 0,0 1 0 0 0,0-1-1 0 0,1 1 1 0 0,-1-1 0 0 0,0 1-1 0 0,1-1 1 0 0,-1 1 0 0 0,0-1-1 0 0,1 0 1 0 0,-1 1 0 0 0,1-1-1 0 0,-1 0 1 0 0,1 0 0 0 0,-1 1-1 0 0,1-1 1 0 0,0 0 0 0 0,-1 0-1 0 0,1-1 1 0 0,0 1-217 0 0,0 1 0 0 0,1-1 0 0 0,-1 0-1 0 0,1 0 1 0 0,-1 1 0 0 0,1-1 0 0 0,-1 0 0 0 0,1 1 0 0 0,-1-1-1 0 0,1 1 1 0 0,0-1 0 0 0,-1 1 0 0 0,1-1 0 0 0,0 1 0 0 0,-1-1-1 0 0,1 1 1 0 0,0-1 0 0 0,0 1 0 0 0,0 0 0 0 0,0-1 0 0 0,63-14-376 0 0,-39 10 1554 0 0,18-7-873 0 0,251-55 1667 0 0,-280 67-912 0 0,-12 5-416 0 0,-24 16-4 0 0,-51 22 628 0 0,-64 26 1478 0 0,127-64-2907 0 0,3 2 0 0 0,2-3-1 0 0,3-3-17 0 0,5 1-198 0 0,-1-1 201 0 0,1 0 0 0 0,-1 0 0 0 0,1 0 0 0 0,-1 0 0 0 0,1 0 0 0 0,0-1 0 0 0,-1 1 0 0 0,1-1 0 0 0,0 1 0 0 0,0-1 1 0 0,-1 0-1 0 0,5-1 0 0 0,28-3-29 0 0,-18 1 94 0 0,0 1 0 0 0,0 1 1 0 0,0 0-1 0 0,0 1 0 0 0,0 1 0 0 0,0 0 0 0 0,0 2 0 0 0,22 5 0 0 0,-37-8-48 0 0,58 23 23 0 0,-57-22-25 0 0,1 1 0 0 0,-1 0-1 0 0,1 0 1 0 0,-1 0 0 0 0,0 0-1 0 0,1 0 1 0 0,-1 1 0 0 0,-1-1-1 0 0,1 1 1 0 0,0 0-1 0 0,0 0 1 0 0,-1 0 0 0 0,0 0-1 0 0,3 5 1 0 0,-5 7 0 0 0,-2-5 0 0 0,-2 0 0 0 0,1-1 0 0 0,-1 1 0 0 0,-1-1 0 0 0,1 1 0 0 0,-2-1 0 0 0,1-1 0 0 0,-1 1 0 0 0,-1-1 0 0 0,1 0 0 0 0,-1 0 0 0 0,-1-1 0 0 0,0 0 0 0 0,0 0 0 0 0,0-1 0 0 0,0 0 0 0 0,-1 0 0 0 0,0-1 0 0 0,-1 0 0 0 0,1-1 0 0 0,-1 0 0 0 0,0 0 0 0 0,0-1 0 0 0,-11 2 0 0 0,5-2 0 0 0,5-2-57 0 0,0-4-114 0 0,-9-11-8724 0 0,19 14 8460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17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1 213 972 0 0,'18'-5'942'0'0,"0"1"0"0"0,1 1 0 0 0,-1 1-1 0 0,22-1 1 0 0,26-4 364 0 0,-58 6-1199 0 0,266-39 2750 0 0,-222 36-2290 0 0,0 3 1 0 0,1 1-1 0 0,67 10 0 0 0,-76-7-364 0 0,1-2 0 0 0,0-2 0 0 0,0-2 0 0 0,-1-2 0 0 0,66-16 0 0 0,-64 11-54 0 0,0 2-1 0 0,1 2 0 0 0,0 2 0 0 0,84 4 0 0 0,-33 11 493 0 0,0-4 0 0 0,154-9-1 0 0,-179-8-135 0 0,108-29-1 0 0,-26 4-312 0 0,-119 28-149 0 0,7-2 317 0 0,1 3 0 0 0,53-3-1 0 0,-92 10-134 0 0,0 0-1 0 0,1 0 1 0 0,-1 0-1 0 0,0 0 1 0 0,0 1-1 0 0,0 0 0 0 0,0 0 1 0 0,7 4-1 0 0,-7-3-76 0 0,-1-1-1 0 0,1 0 0 0 0,-1 0 1 0 0,1 0-1 0 0,0-1 0 0 0,0 1 0 0 0,0-1 1 0 0,0 0-1 0 0,0 0 0 0 0,0-1 1 0 0,7 0-1 0 0,18-1 206 0 0,21-4-115 0 0,-49 5-224 0 0,19-3 6 0 0,-15 2-2525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18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0 676 0 0,'16'12'12460'0'0,"22"3"-8352"0"0,39 11-2607 0 0,-75-26-1178 0 0,25 9 332 0 0,8 0-34 0 0,0 2 1 0 0,-1 2 0 0 0,-1 1-1 0 0,0 1 1 0 0,47 31 0 0 0,-72-40-504 0 0,1 1 0 0 0,-1 0 0 0 0,0 1 0 0 0,-1 0 1 0 0,0 0-1 0 0,0 0 0 0 0,-1 1 0 0 0,0 0 0 0 0,0 0 0 0 0,-1 1 1 0 0,5 11-1 0 0,-8-15-74 0 0,0 0-1 0 0,0 0 1 0 0,-1 1 0 0 0,0-1-1 0 0,0 0 1 0 0,0 1 0 0 0,-1-1-1 0 0,0 1 1 0 0,0-1 0 0 0,-1 1 0 0 0,0-1-1 0 0,0 1 1 0 0,0-1 0 0 0,-1 0-1 0 0,0 1 1 0 0,0-1 0 0 0,0 0 0 0 0,-1 0-1 0 0,-6 9 1 0 0,3-6-11 0 0,-2 5 10 0 0,0 1 0 0 0,-2-2-1 0 0,0 1 1 0 0,0-2 0 0 0,-1 1 0 0 0,-22 18 0 0 0,28-27 89 0 0,-9 4-1687 0 0,12-19-551 0 0,2 5 2020 0 0,0 1-334 0 0,4 3-478 0 0,1-4 246 0 0,15-12-1207 0 0,-12 14-2271 0 0,-1 2-3337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25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0 280 0 0,'0'0'8199'0'0,"6"2"-7693"0"0,5 4-102 0 0,0 1 0 0 0,0 0 0 0 0,13 11 0 0 0,38 24 595 0 0,198 90-724 0 0,-229-116-348 0 0,-1 1 0 0 0,0 2-1 0 0,-1 0 1 0 0,-1 2 0 0 0,-1 1 0 0 0,-1 2 0 0 0,-1 0-1 0 0,-2 1 1 0 0,0 2 0 0 0,27 41 0 0 0,0-1 393 0 0,3-2 0 0 0,3-2 1 0 0,2-3-1 0 0,3-3 0 0 0,3-2 1 0 0,95 64-1 0 0,-100-77-223 0 0,95 60 60 0 0,196 126-29 0 0,-227-144-103 0 0,497 300-149 0 0,-394-263-51 0 0,91 52-40 0 0,352 294-17 0 0,-561-386 91 0 0,4-5-1 0 0,211 106 1 0 0,-44-35-427 0 0,-22 5 182 0 0,-188-109 313 0 0,-7-1 43 0 0,60 55-1 0 0,-3-3 128 0 0,-17-17 34 0 0,70 48 46 0 0,-100-79-108 0 0,3-4 0 0 0,100 42 1 0 0,-16-7-6 0 0,-58-25-48 0 0,-54-29-10 0 0,-19-8-35 0 0,0-1 1 0 0,2-2-1 0 0,-1 0 1 0 0,2-2-1 0 0,30 6 0 0 0,-56-15-6 0 0,35-2 236 0 0,-36 0-141 0 0,-2 1 94 0 0,-1-1-171 0 0,0 1-1 0 0,0 0 1 0 0,0 0 0 0 0,0-1-1 0 0,0 1 1 0 0,0 0 0 0 0,0-1 0 0 0,-1 1-1 0 0,1-1 1 0 0,0 1 0 0 0,0-1 0 0 0,-1 0-1 0 0,1 1 1 0 0,0-1 0 0 0,-1 0-1 0 0,1 1 1 0 0,0-1 0 0 0,-1 0 0 0 0,1 0-1 0 0,-1 0 1 0 0,1-1 0 0 0,-10-10-730 0 0,6 9-279 0 0,-7-2-4026 0 0,8 5 2149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27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3 684 0 0,'0'0'7072'0'0,"-7"-3"-6408"0"0,4 3 243 0 0,6 4 4691 0 0,8 7-5176 0 0,0-1 0 0 0,-1 1 0 0 0,-1 1 0 0 0,1 0 0 0 0,-2 0 0 0 0,0 1 0 0 0,-1 0 0 0 0,0 1 0 0 0,-1-1 0 0 0,0 1 0 0 0,-1 1 0 0 0,-1-1 0 0 0,0 0 0 0 0,3 22 0 0 0,-3-1-111 0 0,0 0-1 0 0,-3 0 1 0 0,0 0-1 0 0,-3 0 1 0 0,-1 1 0 0 0,-1-2-1 0 0,-2 1 1 0 0,-14 45-1 0 0,15-65-454 0 0,-1 8 571 0 0,5-4-4283 0 0,6-25 2348 0 0,24-37-1624 0 0,-7 4-4124 0 0,-10 16 2431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28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9 1116 0 0,'4'-8'15913'0'0,"-5"10"-15784"0"0,0 0 0 0 0,-1 0 0 0 0,1 0 0 0 0,-1 0 0 0 0,1-1 0 0 0,-1 1 0 0 0,0 0 0 0 0,0-1-1 0 0,0 1 1 0 0,-2 0 0 0 0,3-1 40 0 0,-12 14 843 0 0,1 0 0 0 0,0 1-1 0 0,1 1 1 0 0,1 0 0 0 0,-12 27 0 0 0,-5 9 653 0 0,23-44-1442 0 0,1 0 1 0 0,-1 0-1 0 0,2 0 0 0 0,0 0 1 0 0,0 1-1 0 0,0-1 1 0 0,0 20-1 0 0,3-27-381 0 0,0-1 0 0 0,0 0 0 0 0,0 1 0 0 0,0-1 0 0 0,0 0 0 0 0,0 1 0 0 0,0-1 0 0 0,0 0 0 0 0,1 0 0 0 0,-1 0 0 0 0,0 0 0 0 0,1 0 0 0 0,-1 0 0 0 0,1-1 0 0 0,-1 1 0 0 0,1 0 0 0 0,-1-1 0 0 0,1 1 0 0 0,-1-1 0 0 0,1 1 0 0 0,0-1 0 0 0,-1 0 0 0 0,1 0 0 0 0,0 0 0 0 0,-1 0 0 0 0,1 0 0 0 0,0 0 0 0 0,-1 0 0 0 0,1 0 0 0 0,-1-1 0 0 0,1 1 0 0 0,1-1 0 0 0,35-15-5037 0 0,-8 3-2885 0 0,-14 4 2654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28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9 116 0 0,'-15'-8'7041'0'0,"8"8"-431"0"0,2 7-6114 0 0,0-1 0 0 0,1 1 0 0 0,0-1 0 0 0,1 1 0 0 0,0 1 0 0 0,0-1 0 0 0,0 0 0 0 0,1 1 0 0 0,0-1 0 0 0,0 1 0 0 0,0 13 0 0 0,0-8-48 0 0,1 1-1 0 0,1 0 0 0 0,0-1 1 0 0,1 1-1 0 0,0-1 0 0 0,5 20 1 0 0,-6-31-453 0 0,1 1 1 0 0,0-1 0 0 0,0 1 0 0 0,-1-1-1 0 0,1 0 1 0 0,1 1 0 0 0,-1-1-1 0 0,0 0 1 0 0,0 0 0 0 0,1 0-1 0 0,-1 0 1 0 0,1 0 0 0 0,0 0-1 0 0,0 0 1 0 0,0-1 0 0 0,0 1-1 0 0,0-1 1 0 0,0 1 0 0 0,0-1-1 0 0,0 0 1 0 0,0 1 0 0 0,1-1 0 0 0,-1-1-1 0 0,0 1 1 0 0,1 0 0 0 0,-1 0-1 0 0,1-1 1 0 0,-1 1 0 0 0,1-1-1 0 0,-1 0 1 0 0,1 0 0 0 0,-1 0-1 0 0,1 0 1 0 0,-1 0 0 0 0,1-1-1 0 0,-1 1 1 0 0,1-1 0 0 0,-1 0 0 0 0,1 1-1 0 0,-1-1 1 0 0,0 0 0 0 0,0 0-1 0 0,3-2 1 0 0,2 0-102 0 0,-1 0 0 0 0,1 0 1 0 0,-1-1-1 0 0,0 0 0 0 0,0 0 0 0 0,-1-1 0 0 0,1 0 1 0 0,-1 0-1 0 0,0 0 0 0 0,0 0 0 0 0,0-1 0 0 0,-1 0 1 0 0,0 0-1 0 0,4-7 0 0 0,-5 4 92 0 0,-1 0 0 0 0,0 0 0 0 0,0 0 0 0 0,0 0 0 0 0,-1-10 0 0 0,0 14 115 0 0,-1 1 0 0 0,0 0-1 0 0,0 0 1 0 0,0-1 0 0 0,-1 1-1 0 0,0 0 1 0 0,1 0 0 0 0,-1 0-1 0 0,-1 0 1 0 0,1 0-1 0 0,-1 0 1 0 0,-3-6 0 0 0,4 8-37 0 0,0 1 0 0 0,0 0 0 0 0,-1-1 0 0 0,1 1 1 0 0,-1 0-1 0 0,1 0 0 0 0,-1 0 0 0 0,1 0 0 0 0,-1 0 1 0 0,0 1-1 0 0,1-1 0 0 0,-1 0 0 0 0,0 1 0 0 0,1-1 1 0 0,-1 1-1 0 0,0 0 0 0 0,0-1 0 0 0,0 1 0 0 0,0 0 0 0 0,1 0 1 0 0,-3 1-1 0 0,-38 8 878 0 0,29-5-1027 0 0,11-4-156 0 0,-1 5-412 0 0,-4 2-2424 0 0,5 0-8326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29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1 300 0 0,'0'0'5674'0'0,"-2"4"-3795"0"0,-4 11 410 0 0,0-1 1 0 0,1 1 0 0 0,1 0 0 0 0,-4 23 0 0 0,7-34-1963 0 0,0 1 0 0 0,1 0 1 0 0,-1 0-1 0 0,1-1 0 0 0,0 1 1 0 0,0 0-1 0 0,1 0 1 0 0,0 0-1 0 0,0-1 0 0 0,0 1 1 0 0,0-1-1 0 0,1 1 0 0 0,-1 0 1 0 0,1-1-1 0 0,0 0 1 0 0,1 0-1 0 0,-1 1 0 0 0,1-1 1 0 0,5 6-1 0 0,1 0 67 0 0,-9-8-388 0 0,1-1 0 0 0,0 0 1 0 0,0 0-1 0 0,0 0 0 0 0,0 0 0 0 0,0 0 0 0 0,0 0 0 0 0,0 0 0 0 0,1 0 0 0 0,-1 0 0 0 0,0 0 0 0 0,0-1 0 0 0,1 1 1 0 0,-1 0-1 0 0,1-1 0 0 0,-1 1 0 0 0,0-1 0 0 0,1 1 0 0 0,-1-1 0 0 0,1 0 0 0 0,-1 0 0 0 0,1 0 0 0 0,-1 0 0 0 0,1 0 1 0 0,-1 0-1 0 0,1 0 0 0 0,1-1 0 0 0,3 0-90 0 0,1 0 1 0 0,-1-1-1 0 0,0 1 0 0 0,0-2 1 0 0,0 1-1 0 0,0-1 1 0 0,0 1-1 0 0,11-9 1 0 0,-14 10-287 0 0,-1-1 1 0 0,1 0-1 0 0,0 0 1 0 0,-1-1-1 0 0,1 1 1 0 0,-1 0 0 0 0,0-1-1 0 0,0 1 1 0 0,0-1-1 0 0,0 0 1 0 0,0 0-1 0 0,0 0 1 0 0,-1 0 0 0 0,1 0-1 0 0,-1 0 1 0 0,0 0-1 0 0,0 0 1 0 0,0-1-1 0 0,0-5 1 0 0,2 1-2573 0 0,-2 5 921 0 0,0-2-3040 0 0,-1-3 420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30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53 122 844 0 0,'-27'9'6175'0'0,"25"-7"-5863"0"0,-1 1 1 0 0,1-1 0 0 0,0 1-1 0 0,0 0 1 0 0,0 0 0 0 0,0 0-1 0 0,1 0 1 0 0,-1 0 0 0 0,1 0 0 0 0,-1 0-1 0 0,1 0 1 0 0,0 1 0 0 0,0-1-1 0 0,1 0 1 0 0,-1 1 0 0 0,1-1-1 0 0,0 1 1 0 0,-1-1 0 0 0,2 0-1 0 0,-1 1 1 0 0,0-1 0 0 0,1 1 0 0 0,-1-1-1 0 0,1 0 1 0 0,0 1 0 0 0,0-1-1 0 0,0 0 1 0 0,1 0 0 0 0,2 5-1 0 0,-1 0 52 0 0,1-1-1 0 0,0 0 0 0 0,0 0 1 0 0,0 0-1 0 0,1-1 1 0 0,0 0-1 0 0,1 1 0 0 0,-1-2 1 0 0,1 1-1 0 0,0-1 1 0 0,13 9-1 0 0,-18-13-334 0 0,1 0 0 0 0,-1 0-1 0 0,1 0 1 0 0,0 0 0 0 0,-1 0 0 0 0,1 0 0 0 0,0-1 0 0 0,0 1 0 0 0,-1-1-1 0 0,1 1 1 0 0,0-1 0 0 0,0 0 0 0 0,0 0 0 0 0,0 0 0 0 0,0 0 0 0 0,-1 0-1 0 0,1 0 1 0 0,0 0 0 0 0,0 0 0 0 0,0-1 0 0 0,1 0 0 0 0,-1-1-64 0 0,0 1 0 0 0,0-1 0 0 0,0 0 0 0 0,-1 0 0 0 0,1 0 1 0 0,-1 0-1 0 0,1 0 0 0 0,-1 0 0 0 0,0 0 0 0 0,0 0 0 0 0,0-1 0 0 0,0 1 1 0 0,0 0-1 0 0,0-4 0 0 0,1-3-33 0 0,-1 1-1 0 0,0 0 1 0 0,-1-1-1 0 0,0 1 1 0 0,0-1-1 0 0,-1 1 1 0 0,0-1 0 0 0,-4-14-1 0 0,-3-34-128 0 0,8 36 138 0 0,-1 15 39 0 0,0-1 1 0 0,1 1-1 0 0,0 0 1 0 0,0-1-1 0 0,0 1 1 0 0,1-1-1 0 0,0 1 1 0 0,0 0-1 0 0,1 0 1 0 0,0 0-1 0 0,0 0 1 0 0,0 0-1 0 0,1 0 1 0 0,4-7-1 0 0,-2 7 24 0 0,-5 5 12 0 0,1 0 0 0 0,0 1 0 0 0,-1-1 1 0 0,1 0-1 0 0,0 0 0 0 0,0 0 0 0 0,0 0 1 0 0,0 1-1 0 0,0-1 0 0 0,0 0 0 0 0,0 1 1 0 0,0-1-1 0 0,0 1 0 0 0,0-1 0 0 0,0 1 0 0 0,0 0 1 0 0,0-1-1 0 0,1 1 0 0 0,-1 0 0 0 0,0 0 1 0 0,1 0-1 0 0,1-1 187 0 0,2 3 45 0 0,2 1-122 0 0,-1 1 1 0 0,0-1-1 0 0,0 1 1 0 0,0 0 0 0 0,-1 0-1 0 0,1 1 1 0 0,-1 0 0 0 0,7 8-1 0 0,41 54 847 0 0,-10-11-707 0 0,-23-30-928 0 0,4 4-4669 0 0,-23-29 3743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30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18 8 0 0,'-13'2'4558'0'0,"5"1"-1008"0"0,9 1 1936 0 0,5 0-5385 0 0,0 0 1 0 0,0-1-1 0 0,1 0 0 0 0,0 0 1 0 0,-1-1-1 0 0,1 1 0 0 0,0-2 0 0 0,0 1 1 0 0,1-1-1 0 0,-1 0 0 0 0,0 0 1 0 0,0-1-1 0 0,10 0 0 0 0,-9 0-483 0 0,0-1 0 0 0,0 0 0 0 0,0-1-1 0 0,0 0 1 0 0,12-4 0 0 0,-15 5-344 0 0,-1-1 0 0 0,0 0 0 0 0,0 0 0 0 0,1-1 0 0 0,-1 0 0 0 0,-1 1 0 0 0,1-1 0 0 0,0 0 0 0 0,6-7 0 0 0,-4-1-2349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30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1 572 0 0,'0'2'11368'0'0,"0"16"-10658"0"0,1-12-228 0 0,1 0 0 0 0,0 0 0 0 0,0 0 0 0 0,0 0 0 0 0,1 0 0 0 0,0 0 1 0 0,0-1-1 0 0,1 1 0 0 0,-1-1 0 0 0,1 0 0 0 0,0 0 0 0 0,9 8 0 0 0,-4-3 273 0 0,1 1-15 0 0,1-1-1 0 0,0 0 0 0 0,0-1 1 0 0,18 10-1 0 0,-1 1-854 0 0,-27-19-87 0 0,20-27-1985 0 0,-18 12 1726 0 0,0 5 40 0 0,0-1 0 0 0,-1 0 0 0 0,0 0 0 0 0,1-13 0 0 0,-3 18 365 0 0,1 0-1 0 0,0 0 1 0 0,0 0 0 0 0,0 1 0 0 0,1-1-1 0 0,-1 0 1 0 0,1 1 0 0 0,0-1 0 0 0,5-7-1 0 0,-6 10 235 0 0,0-2-3 0 0,-2 4-155 0 0,1 0 0 0 0,0-1-1 0 0,0 1 1 0 0,0 0 0 0 0,0-1 0 0 0,0 1 0 0 0,-1 0-1 0 0,1 0 1 0 0,0-1 0 0 0,0 1 0 0 0,0 0 0 0 0,0-1-1 0 0,0 1 1 0 0,0 0 0 0 0,0-1 0 0 0,0 1 0 0 0,0 0 0 0 0,0-1-1 0 0,0 1 1 0 0,0 0 0 0 0,1 0 0 0 0,-1-1 0 0 0,0 1-1 0 0,0 0 1 0 0,0-1 0 0 0,0 1 0 0 0,0 0 0 0 0,1 0-1 0 0,-1-1 1 0 0,0 1 0 0 0,0 0 0 0 0,0 0 0 0 0,1-1 0 0 0,-1 1-1 0 0,0 0 1 0 0,0 0 0 0 0,1 0 0 0 0,-1 0 0 0 0,0-1-1 0 0,0 1 1 0 0,1 0 0 0 0,-1 0 0 0 0,0 0 0 0 0,1 0 0 0 0,-1 0-1 0 0,0 0 1 0 0,1 0 0 0 0,-1 0 0 0 0,0 0 0 0 0,1 0-1 0 0,-1 0 1 0 0,0 0 0 0 0,0 0 0 0 0,1 0 0 0 0,-1 0-1 0 0,0 0 1 0 0,1 0 0 0 0,-1 0 0 0 0,1 1 0 0 0,17 2 202 0 0,-14-2-22 0 0,10 6 336 0 0,-3 10-330 0 0,-10-14-214 0 0,1 1 0 0 0,0-1 0 0 0,1 1 0 0 0,-1-1 0 0 0,0 0 0 0 0,1 0 1 0 0,0 0-1 0 0,0 0 0 0 0,0 0 0 0 0,0 0 0 0 0,4 2 0 0 0,17 13-1107 0 0,-15-16 716 0 0,-7-2-435 0 0,-1 0-1 0 0,1 0 0 0 0,-1 0 0 0 0,1 0 1 0 0,-1 0-1 0 0,1 0 0 0 0,-1 0 1 0 0,1-1-1 0 0,-1 1 0 0 0,1-1 0 0 0,-1 1 1 0 0,0-1-1 0 0,3-1 0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31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4 144 0 0,'-9'-3'14852'0'0,"5"6"-14503"0"0,-1 1-1 0 0,1 0 1 0 0,0 0 0 0 0,0 0-1 0 0,0 0 1 0 0,1 1 0 0 0,-1-1-1 0 0,1 1 1 0 0,0 0 0 0 0,0 0 0 0 0,1 1-1 0 0,0-1 1 0 0,0 0 0 0 0,0 1-1 0 0,0-1 1 0 0,-1 12 0 0 0,0-5 61 0 0,1 1-1 0 0,1-1 1 0 0,0 1 0 0 0,0-1 0 0 0,1 1 0 0 0,1 0 0 0 0,2 15 0 0 0,-2-24-378 0 0,0 0-1 0 0,0-1 1 0 0,0 1 0 0 0,0 0 0 0 0,0-1-1 0 0,1 1 1 0 0,0-1 0 0 0,0 0 0 0 0,0 1-1 0 0,0-1 1 0 0,0 0 0 0 0,1 0 0 0 0,-1 0-1 0 0,1 0 1 0 0,0-1 0 0 0,0 1 0 0 0,0-1-1 0 0,0 0 1 0 0,0 0 0 0 0,6 3 0 0 0,-3-3-160 0 0,0 0 1 0 0,0-1 0 0 0,0 1 0 0 0,0-1 0 0 0,0-1-1 0 0,0 1 1 0 0,0-1 0 0 0,0 0 0 0 0,1-1 0 0 0,-1 1 0 0 0,12-4-1 0 0,-4 0-273 0 0,0 0-1 0 0,0-1 1 0 0,0 0-1 0 0,0-2 1 0 0,-1 1-1 0 0,0-2 0 0 0,0 1 1 0 0,-1-2-1 0 0,21-18 1 0 0,-29 23 358 0 0,-1-1 1 0 0,-1 1-1 0 0,1 0 1 0 0,0-1 0 0 0,-1 0-1 0 0,0 1 1 0 0,0-1-1 0 0,-1 0 1 0 0,1 0-1 0 0,-1 0 1 0 0,0 0 0 0 0,-1 0-1 0 0,1-8 1 0 0,-1 12 83 0 0,-1 0-1 0 0,1-1 1 0 0,-1 1 0 0 0,1 0 0 0 0,-1-1 0 0 0,0 1 0 0 0,1 0 0 0 0,-1 0-1 0 0,0 0 1 0 0,0 0 0 0 0,0 0 0 0 0,0 0 0 0 0,0 0 0 0 0,0 0 0 0 0,0 0-1 0 0,0 0 1 0 0,-1 0 0 0 0,1 1 0 0 0,0-1 0 0 0,0 1 0 0 0,-1-1 0 0 0,1 1-1 0 0,0-1 1 0 0,-2 1 0 0 0,-37-8 1456 0 0,29 9-1365 0 0,0 1-1 0 0,0 1 1 0 0,0 0-1 0 0,-14 5 1 0 0,20-3-1496 0 0,8 3-5458 0 0,4-1 924 0 0,-5-6 6177 0 0,1 2-4836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32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1 572 0 0,'0'0'16639'0'0,"0"4"-16416"0"0,-5 48 2097 0 0,4-50-2200 0 0,1 1 0 0 0,-1 0-1 0 0,0 0 1 0 0,0 0 0 0 0,0-1 0 0 0,0 1 0 0 0,-1 0 0 0 0,1-1-1 0 0,-3 4 1 0 0,-9 17 853 0 0,9-12-769 0 0,1-5-33 0 0,1 0 1 0 0,0 0-1 0 0,0 0 0 0 0,0 1 0 0 0,1-1 0 0 0,-1 12 0 0 0,4-17-250 0 0,0 0 0 0 0,0 0 0 0 0,0 0-1 0 0,0-1 1 0 0,0 1 0 0 0,0-1-1 0 0,1 1 1 0 0,-1-1 0 0 0,0 0-1 0 0,0 0 1 0 0,1 0 0 0 0,-1 0 0 0 0,0 0-1 0 0,0 0 1 0 0,0-1 0 0 0,1 1-1 0 0,2-2 1 0 0,12-5-509 0 0,-1-1 0 0 0,1 0 0 0 0,-1-2 0 0 0,-1 0 1 0 0,0 0-1 0 0,0-2 0 0 0,24-23 0 0 0,-38 34 597 0 0,0-1 0 0 0,0 1 1 0 0,0 0-1 0 0,0 0 0 0 0,0-1 0 0 0,0 1 1 0 0,-1-1-1 0 0,1 1 0 0 0,0 0 0 0 0,-1-1 1 0 0,1 1-1 0 0,-1-1 0 0 0,1 0 1 0 0,-1 1-1 0 0,0-1 0 0 0,0-2 0 0 0,0 4 36 0 0,0-1-1 0 0,0 0 1 0 0,0 1-1 0 0,0-1 0 0 0,-1 1 1 0 0,1-1-1 0 0,0 1 1 0 0,-1-1-1 0 0,1 1 1 0 0,0-1-1 0 0,-1 1 0 0 0,1-1 1 0 0,-1 1-1 0 0,1-1 1 0 0,-1 1-1 0 0,1 0 1 0 0,-1-1-1 0 0,1 1 1 0 0,-1 0-1 0 0,1-1 0 0 0,-1 1 1 0 0,1 0-1 0 0,-1 0 1 0 0,0 0-1 0 0,1-1 1 0 0,-1 1-1 0 0,1 0 0 0 0,-1 0 1 0 0,0 0-1 0 0,0 0 1 0 0,-3 0 393 0 0,-1 2 24 0 0,-5 3-96 0 0,0 0-1 0 0,1 0 1 0 0,0 1-1 0 0,0 0 0 0 0,0 1 1 0 0,1 0-1 0 0,-1 0 0 0 0,2 1 1 0 0,-1-1-1 0 0,1 2 1 0 0,0-1-1 0 0,1 1 0 0 0,-9 17 1 0 0,14-24-351 0 0,0 0 0 0 0,0 0 0 0 0,1 0 0 0 0,-1 0 1 0 0,0 0-1 0 0,1 0 0 0 0,0 0 0 0 0,0 0 0 0 0,-1 0 1 0 0,1 0-1 0 0,0 1 0 0 0,1-1 0 0 0,-1 0 0 0 0,0 0 1 0 0,1 0-1 0 0,-1 0 0 0 0,1 0 0 0 0,-1 0 1 0 0,1 0-1 0 0,0 0 0 0 0,0 0 0 0 0,0 0 0 0 0,0 0 1 0 0,0-1-1 0 0,1 1 0 0 0,-1 0 0 0 0,0-1 0 0 0,1 1 1 0 0,-1-1-1 0 0,1 1 0 0 0,0-1 0 0 0,-1 0 0 0 0,1 1 1 0 0,0-1-1 0 0,0 0 0 0 0,0 0 0 0 0,0 0 0 0 0,4 1 1 0 0,1 0-139 0 0,0 1 1 0 0,0-1-1 0 0,1 0 1 0 0,-1 0 0 0 0,1-1-1 0 0,0 0 1 0 0,-1 0 0 0 0,1-1-1 0 0,10-1 1 0 0,50-13-1572 0 0,-64 13 1536 0 0,-1 0 1 0 0,0 0-1 0 0,0 0 0 0 0,0-1 1 0 0,0 0-1 0 0,0 1 0 0 0,0-1 1 0 0,0 0-1 0 0,0 0 1 0 0,-1-1-1 0 0,1 1 0 0 0,-1-1 1 0 0,0 1-1 0 0,1-1 1 0 0,-1 0-1 0 0,0 0 0 0 0,2-4 1 0 0,-3 5 26 0 0,-1 0 1 0 0,1 0-1 0 0,0 0 0 0 0,-1 0 1 0 0,1 0-1 0 0,-1 0 0 0 0,0 0 1 0 0,0-1-1 0 0,1 1 1 0 0,-2 0-1 0 0,1 0 0 0 0,0 0 1 0 0,0 0-1 0 0,-1-1 1 0 0,1 1-1 0 0,-1 0 0 0 0,1 0 1 0 0,-1 0-1 0 0,0 0 0 0 0,0 0 1 0 0,0 0-1 0 0,0 0 1 0 0,0 0-1 0 0,-1 1 0 0 0,1-1 1 0 0,0 0-1 0 0,-1 1 1 0 0,1-1-1 0 0,-1 1 0 0 0,0-1 1 0 0,1 1-1 0 0,-1 0 1 0 0,0 0-1 0 0,0 0 0 0 0,0 0 1 0 0,0 0-1 0 0,0 0 0 0 0,0 0 1 0 0,0 1-1 0 0,0-1 1 0 0,-3 0-1 0 0,-31-6-2954 0 0,17 3-1961 0 0,6 2 1689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34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2 1600 0 0,'0'0'1661'0'0,"-11"-1"1414"0"0,-13 2 8225 0 0,6 10-9719 0 0,0 2 1 0 0,1 0 0 0 0,-21 22 0 0 0,30-27-1065 0 0,0 0 1 0 0,1 1-1 0 0,0-1 1 0 0,1 2-1 0 0,-1-1 1 0 0,2 0-1 0 0,-1 1 1 0 0,-6 19 0 0 0,11-27-442 0 0,0 1 0 0 0,1-1 0 0 0,-1 1 0 0 0,0-1 0 0 0,1 1 0 0 0,0 0 0 0 0,0-1 1 0 0,0 1-1 0 0,0 0 0 0 0,0-1 0 0 0,0 1 0 0 0,0-1 0 0 0,1 1 0 0 0,0 0 0 0 0,-1-1 1 0 0,1 1-1 0 0,0-1 0 0 0,0 1 0 0 0,1-1 0 0 0,-1 0 0 0 0,0 1 0 0 0,4 3 0 0 0,-2-3-66 0 0,1 0-1 0 0,-1-1 1 0 0,1 1-1 0 0,0-1 0 0 0,0 1 1 0 0,0-1-1 0 0,0-1 0 0 0,0 1 1 0 0,0-1-1 0 0,1 1 0 0 0,-1-1 1 0 0,7 1-1 0 0,7 0-312 0 0,0-1 0 0 0,1-1 0 0 0,-1 0 1 0 0,0-1-1 0 0,27-5 0 0 0,-4-3-1345 0 0,58-20 1 0 0,-12-8-5126 0 0,-80 30 4649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9:32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98 120 1064 0 0,'0'0'16585'0'0,"25"-24"-11351"0"0,-23 23-4663 0 0,16-13 7305 0 0,-17 13-7744 0 0,3-2-334 0 0,-10-18 1709 0 0,0 10-1507 0 0,1 2 0 0 0,3 0 0 0 0,-4 2 0 0 0,-5 3 0 0 0,-3 3 0 0 0,1-1 0 0 0,1 1 0 0 0,-1-1 0 0 0,-1 1 0 0 0,4-1 0 0 0,-2 0 0 0 0,0 0 0 0 0,0-1 0 0 0,27 9 0 0 0,0 1 0 0 0,26 16 0 0 0,13 8 0 0 0,-43-22 0 0 0,-4-3 0 0 0,0 0 0 0 0,1 0 0 0 0,-1-1 0 0 0,1 1 0 0 0,11 4 0 0 0,11 10 0 0 0,-11-9 0 0 0,0-1 0 0 0,0-1 0 0 0,1-1 0 0 0,21 6 0 0 0,-4-1 0 0 0,-23-9 0 0 0,-2 0 0 0 0,0 3 0 0 0,-1-1 0 0 0,-1 1 0 0 0,4 1 0 0 0,-5 0 0 0 0,-4 0 0 0 0,2-1 0 0 0,-1 0 0 0 0,6 0 0 0 0,2 2 0 0 0,-2-2 0 0 0,5 3 0 0 0,-17-10 0 0 0,32 26 0 0 0,-29-24 0 0 0,0 1 0 0 0,0-1 0 0 0,-1 0 0 0 0,1 1 0 0 0,-1 0 0 0 0,0-1 0 0 0,1 1 0 0 0,-1 0 0 0 0,0 0 0 0 0,-1 0 0 0 0,1 0 0 0 0,0 1 0 0 0,-1-1 0 0 0,0 0 0 0 0,2 6 0 0 0,0 1 0 0 0,1-1 0 0 0,1-1 0 0 0,0 0 0 0 0,0 0 0 0 0,1-1 0 0 0,0 1 0 0 0,7 5 0 0 0,-8-7 0 0 0,2 2 0 0 0,5 10 0 0 0,-11-13 0 0 0,23 23 0 0 0,-14-19 0 0 0,-1-2 0 0 0,1 0 0 0 0,-2 1 0 0 0,-1-1 0 0 0,3 0 0 0 0,-1 0 0 0 0,2-2 0 0 0,37 20 0 0 0,-34-16 0 0 0,48 26 0 0 0,-58-32 0 0 0,28 9 0 0 0,-26-10 0 0 0,0 1 0 0 0,0 0 0 0 0,0 0 0 0 0,0 0 0 0 0,-1 1 0 0 0,0 0 0 0 0,9 7 0 0 0,26 18 0 0 0,76 56 0 0 0,-38-20 0 0 0,-47-42 0 0 0,148 103 0 0 0,-9-16 0 0 0,-135-86 0 0 0,1 0 0 0 0,51 45 0 0 0,-53-40 0 0 0,67 42 0 0 0,-33-25 0 0 0,-32-23 0 0 0,-13-9 0 0 0,-1 1 0 0 0,35 30 0 0 0,-3-7 0 0 0,-45-32 0 0 0,1 0 0 0 0,-2 0 0 0 0,2 0 0 0 0,-3 2 0 0 0,0-2 0 0 0,5 1 0 0 0,-4 1 0 0 0,4 3 0 0 0,-10-10 0 0 0,27 14 0 0 0,279 180 0 0 0,-103-63 0 0 0,-89-55 0 0 0,109 82 0 0 0,-199-139 0 0 0,1-2 0 0 0,34 17 0 0 0,26 18 0 0 0,31 29 0 0 0,182 112 0 0 0,-120-77 0 0 0,-42-28 0 0 0,-121-78 0 0 0,1-1 0 0 0,25 11 0 0 0,16 7 0 0 0,-47-23 0 0 0,0 0 0 0 0,0 0 0 0 0,-3 0 0 0 0,2 0 0 0 0,1 1 0 0 0,-1-1 0 0 0,-2 1 0 0 0,6-1 0 0 0,-5 1 0 0 0,45 22 0 0 0,33 13 0 0 0,-16-8 0 0 0,-61-28 0 0 0,0 0 0 0 0,1-1 0 0 0,-1 0 0 0 0,22 4 0 0 0,-6-2 0 0 0,0 1 0 0 0,39 17 0 0 0,-52-19 0 0 0,-2-4 0 0 0,0 3 0 0 0,0 1 0 0 0,0 2 0 0 0,2 4 0 0 0,1-1 0 0 0,1 0 0 0 0,17 7 0 0 0,14 13 0 0 0,114 86 0 0 0,-75-46 0 0 0,-66-55 0 0 0,12 2 0 0 0,-18-10 0 0 0,-3 1 0 0 0,5-1 0 0 0,-2-1 0 0 0,-2-1 0 0 0,-1 0 0 0 0,-4 1 0 0 0,31 15 0 0 0,-23-10 0 0 0,-16-9 0 0 0,2 1 0 0 0,33 19 0 0 0,-22-16 0 0 0,-2 0 0 0 0,-5 1 0 0 0,5-2 0 0 0,16 3 0 0 0,-16-6 0 0 0,34 20 0 0 0,-32-16 0 0 0,-3-1 0 0 0,2-1 0 0 0,1 1 0 0 0,0 2 0 0 0,-3-1 0 0 0,1 2 0 0 0,-4 0 0 0 0,2-1 0 0 0,2 0 0 0 0,-3-3 0 0 0,5 3 0 0 0,0-1-317 0 0,-10-5-1295 0 0,-14-27-17134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9:33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6 256 0 0,'-11'-6'11900'0'0,"12"16"-3959"0"0,2 12-6595 0 0,-2-16-906 0 0,0 0 1 0 0,1 0-1 0 0,-1 0 1 0 0,2 0-1 0 0,-1 0 1 0 0,1 0-1 0 0,-1-1 1 0 0,1 0-1 0 0,7 9 1 0 0,37 47 2495 0 0,-8-24-2124 0 0,2-1 0 0 0,1-3-1 0 0,1-1 1 0 0,78 42 0 0 0,-49-30-888 0 0,-52-34 76 0 0,-14-6 0 0 0,1-1 0 0 0,0 1 0 0 0,-1 0 0 0 0,0 0 0 0 0,0 1 0 0 0,6 5 0 0 0,-11-9 0 0 0,-1-1 0 0 0,1 1 0 0 0,-1-1 0 0 0,0 1 0 0 0,1-1 0 0 0,-1 1 0 0 0,0-1 0 0 0,1 1 0 0 0,-1-1 0 0 0,0 1 0 0 0,0 0 0 0 0,0-1 0 0 0,1 1 0 0 0,-1-1 0 0 0,0 1 0 0 0,0 0 0 0 0,0-1 0 0 0,0 1 0 0 0,0 0 0 0 0,0-1 0 0 0,0 1 0 0 0,0-1 0 0 0,0 1 0 0 0,-1 0 0 0 0,1-1 0 0 0,0 1 0 0 0,0-1 0 0 0,0 1 0 0 0,-1-1 0 0 0,1 1 0 0 0,0 0 0 0 0,-1-1 0 0 0,1 1 0 0 0,0-1 0 0 0,-1 1 0 0 0,1-1 0 0 0,-1 0 0 0 0,1 1 0 0 0,-1-1 0 0 0,1 1 0 0 0,-1-1 0 0 0,1 0 0 0 0,-1 1 0 0 0,1-1 0 0 0,-1 0 0 0 0,0 1 0 0 0,-8 4 0 0 0,0 0 0 0 0,0 0 0 0 0,0-1 0 0 0,-1 0 0 0 0,1 0 0 0 0,-1-1 0 0 0,0 0 0 0 0,0-1 0 0 0,0 0 0 0 0,0-1 0 0 0,0 0 0 0 0,-11-1 0 0 0,0 2 0 0 0,11-2 0 0 0,-59 6 0 0 0,56-4 0 0 0,0 0 0 0 0,0-2 0 0 0,-4 0 0 0 0,3 0 0 0 0,4 0-19 0 0,8 0-331 0 0,2-9-5764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9:34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1 380 0 0,'0'0'11348'0'0,"-6"6"-9500"0"0,7 0 1408 0 0,7 6-2237 0 0,0 0 1 0 0,2 0 0 0 0,-1-1 0 0 0,2 0 0 0 0,-1-1 0 0 0,14 11 0 0 0,-1-4 57 0 0,0-2 1 0 0,42 22-1 0 0,10-3-102 0 0,97 28 0 0 0,-146-53-651 0 0,5-1-149 0 0,-25-7-131 0 0,1 0 1 0 0,-1 1-1 0 0,1 0 0 0 0,-1 0 1 0 0,0 0-1 0 0,1 1 0 0 0,-1-1 1 0 0,-1 1-1 0 0,1 1 0 0 0,0-1 0 0 0,-1 1 1 0 0,6 5-1 0 0,-10-7 4 0 0,-1-1 0 0 0,1 1 0 0 0,-1 0 0 0 0,0-1-1 0 0,1 1 1 0 0,-1 0 0 0 0,0 0 0 0 0,0-1 0 0 0,0 1 0 0 0,0 0 0 0 0,-1-1-1 0 0,1 1 1 0 0,0 0 0 0 0,-1 0 0 0 0,1-1 0 0 0,-1 1 0 0 0,1-1 0 0 0,-1 1-1 0 0,0 0 1 0 0,0-1 0 0 0,0 1 0 0 0,0-1 0 0 0,0 0 0 0 0,-1 2 0 0 0,-33 34 1238 0 0,16-22-1236 0 0,9-8-49 0 0,1 0 0 0 0,-1-1-1 0 0,0 0 1 0 0,0 0 0 0 0,-1-1 0 0 0,1-1-1 0 0,-24 7 1 0 0,22-8-1 0 0,-1 2 0 0 0,2 0 0 0 0,4-1 0 0 0,-4 1 0 0 0,-2-3 0 0 0,-1 2 0 0 0,1-4 0 0 0,9 0-128 0 0,1-1-1 0 0,-1 0 1 0 0,0 0 0 0 0,1 0-1 0 0,-1-1 1 0 0,1 1 0 0 0,-1-1 0 0 0,-3-2-1 0 0,-9-13-6086 0 0,9 8-836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5:21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0 437 1496 0 0,'0'0'14493'0'0,"2"-5"-13995"0"0,0-2-268 0 0,-1 6-116 0 0,-1-1 0 0 0,1 0 0 0 0,-1 0-1 0 0,1 1 1 0 0,0-1 0 0 0,0 0 0 0 0,0 1 0 0 0,0-1 0 0 0,0 1 0 0 0,0-1-1 0 0,0 1 1 0 0,0-1 0 0 0,3-1 0 0 0,-3 2 743 0 0,12-1 90 0 0,0 0 0 0 0,-1-1-1 0 0,19-7 1 0 0,-12 5-386 0 0,275-62 2669 0 0,15 32-1691 0 0,-80 11-303 0 0,204-26 960 0 0,-255 28-1671 0 0,176-47 0 0 0,-271 49-525 0 0,0 3 0 0 0,1 4 0 0 0,1 3 0 0 0,143 3 0 0 0,74 5 0 0 0,72 4 0 0 0,-305 0 0 0 0,123-13 0 0 0,-124 4 0 0 0,223-19 0 0 0,-276 26 0 0 0,0 1 0 0 0,-5-4 0 0 0,8 4 0 0 0,4 0 0 0 0,-8 0 0 0 0,-1-2 0 0 0,4 4 0 0 0,-2-2 0 0 0,1 0 0 0 0,3-1 0 0 0,0 0 0 0 0,70 6 0 0 0,-83-5 0 0 0,53-2 0 0 0,-45 1 0 0 0,3 2 0 0 0,-5 0-221 0 0,-10-1-921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5:21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0 340 0 0,'-4'6'15985'0'0,"74"32"-10722"0"0,35 10-1582 0 0,20 12-1168 0 0,-123-59-2466 0 0,-2-1-29 0 0,22 3-21 0 0,-15 7 1890 0 0,-8-8-1826 0 0,0-1 0 0 0,0 1 0 0 0,0 0-1 0 0,0 0 1 0 0,0-1 0 0 0,0 1 0 0 0,-1-1-1 0 0,1 1 1 0 0,-1-1 0 0 0,1 0 0 0 0,-1 1-1 0 0,1-1 1 0 0,-1 0 0 0 0,0 0 0 0 0,0 0-1 0 0,-2 1 1 0 0,-36 18 1039 0 0,36-18-1068 0 0,-28 13 532 0 0,-121 48-257 0 0,139-58-307 0 0,4-1 0 0 0,-2 0 0 0 0,1 0 0 0 0,4-1-87 0 0,6-3-419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5:23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63 444 200 0 0,'-63'34'24372'0'0,"518"-134"-17649"0"0,-166 41-5422 0 0,263-27-1130 0 0,-223 58-171 0 0,124-15 0 0 0,-327 23 0 0 0,181-23 0 0 0,-135 31 0 0 0,92-12 0 0 0,5-16 0 0 0,-183 29 0 0 0,121-1 0 0 0,177 44 0 0 0,-304-22 0 0 0,-55-8 0 0 0,62 9 0 0 0,-74-9 0 0 0,1-1 0 0 0,1-3-221 0 0,-12 1-975 0 0,10-8-5750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5:23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0 1588 0 0,'0'0'1565'0'0,"-9"5"900"0"0,3-3 1002 0 0,-1 0-3328 0 0,-15 11 10732 0 0,26-10-10110 0 0,5 4-284 0 0,1 1 0 0 0,0-2 0 0 0,1 1 0 0 0,0-2 0 0 0,0 1 0 0 0,0-1 0 0 0,0-1 0 0 0,1 0 0 0 0,-1-1 0 0 0,17 3 0 0 0,25 3 463 0 0,54 1 0 0 0,-87-8-699 0 0,88 8 940 0 0,-108-10-1159 0 0,1 1 0 0 0,-1-1 0 0 0,1 0-1 0 0,-1 0 1 0 0,0 0 0 0 0,1 1 0 0 0,-1-1 0 0 0,1 0 0 0 0,-1 0 0 0 0,0 1 0 0 0,1-1 0 0 0,-1 0 0 0 0,0 1 0 0 0,1-1 0 0 0,-1 1 0 0 0,0-1 0 0 0,0 0 0 0 0,1 1 0 0 0,-1-1-1 0 0,0 1 1 0 0,0-1 0 0 0,0 1 0 0 0,0-1 0 0 0,1 0 0 0 0,-1 1 0 0 0,0-1 0 0 0,0 1 0 0 0,0-1 0 0 0,0 1 0 0 0,0-1 0 0 0,0 1 0 0 0,0-1 0 0 0,0 1 0 0 0,0-1 0 0 0,-1 1-1 0 0,1-1 1 0 0,0 0 0 0 0,0 1 0 0 0,0-1 0 0 0,0 1 0 0 0,-1-1 0 0 0,1 1 0 0 0,0-1 0 0 0,-1 1 0 0 0,-10 17 318 0 0,-19 5 170 0 0,-1-1 0 0 0,-1-2 0 0 0,-42 19 0 0 0,-54 35-515 0 0,115-68 5 0 0,-12 21 0 0 0,21-17 0 0 0,11 2-163 0 0,-5-9-688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07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1396 303 28 0 0,'5'-2'-1514'0'0,"1"-1"3876"0"0,19-13 20959 0 0,-27 13-22576 0 0,-1-1-515 0 0,0 0 0 0 0,0 1 0 0 0,-1-1 0 0 0,0 1 0 0 0,0 0 0 0 0,0 0 0 0 0,0 1 0 0 0,0-1 0 0 0,0 1 0 0 0,-1 0 0 0 0,-6-3 0 0 0,-61-17 3784 0 0,31 11-2963 0 0,16 4-1051 0 0,0 1 0 0 0,-1 1 0 0 0,0 1 0 0 0,0 2 0 0 0,0 0 0 0 0,-1 2 0 0 0,1 1 0 0 0,-51 8 0 0 0,26 1 0 0 0,0 3 0 0 0,1 1 0 0 0,-71 32 0 0 0,69-21 0 0 0,2 3 0 0 0,1 2 0 0 0,1 2 0 0 0,2 2 0 0 0,2 1 0 0 0,0 3 0 0 0,3 2 0 0 0,-62 76 0 0 0,77-84 0 0 0,0 2 0 0 0,3 1 0 0 0,1 0 0 0 0,1 2 0 0 0,3 1 0 0 0,0 0 0 0 0,3 1 0 0 0,1 0 0 0 0,2 2 0 0 0,2-1 0 0 0,1 1 0 0 0,3 1 0 0 0,1 0 0 0 0,2-1 0 0 0,1 1 0 0 0,9 82 0 0 0,-3-103 0 0 0,0 1 0 0 0,1-1 0 0 0,1-1 0 0 0,1 1 0 0 0,1-1 0 0 0,0 0 0 0 0,2-1 0 0 0,0 0 0 0 0,1-1 0 0 0,1 0 0 0 0,1 0 0 0 0,0-1 0 0 0,1-1 0 0 0,1 0 0 0 0,1-2 0 0 0,0 1 0 0 0,1-2 0 0 0,35 23 0 0 0,-12-14 0 0 0,1-1 0 0 0,1-3 0 0 0,0-1 0 0 0,1-2 0 0 0,1-1 0 0 0,0-3 0 0 0,88 11 0 0 0,-41-15 0 0 0,1-3 0 0 0,0-4 0 0 0,0-4 0 0 0,166-29 0 0 0,-79-5 0 0 0,247-87 0 0 0,-312 84 0 0 0,158-81 0 0 0,-241 105 0 0 0,-1 0 0 0 0,-1-3 0 0 0,0 0 0 0 0,-2-2 0 0 0,-1-1 0 0 0,0-1 0 0 0,-2-1 0 0 0,-1-1 0 0 0,0-1 0 0 0,-3-1 0 0 0,0-1 0 0 0,-2 0 0 0 0,-1-2 0 0 0,-1 0 0 0 0,-2-1 0 0 0,-1 0 0 0 0,15-60 0 0 0,-24 72 0 0 0,-1 0 0 0 0,-2-1 0 0 0,0 1 0 0 0,-1 0 0 0 0,-1-1 0 0 0,-1 1 0 0 0,0 0 0 0 0,-2 0 0 0 0,0 0 0 0 0,-1 0 0 0 0,-2 1 0 0 0,0 0 0 0 0,0 0 0 0 0,-12-19 0 0 0,2 9 0 0 0,-1 0 0 0 0,-1 1 0 0 0,-1 1 0 0 0,-1 1 0 0 0,-2 1 0 0 0,0 0 0 0 0,-46-34 0 0 0,14 18 0 0 0,-2 4 0 0 0,-2 1 0 0 0,-2 4 0 0 0,-98-39 0 0 0,-266-68 0 0 0,333 112 0 0 0,23 7 0 0 0,-1 4 0 0 0,-1 2 0 0 0,0 4 0 0 0,-133-2 0 0 0,146 13 0 0 0,1 3 0 0 0,0 3 0 0 0,0 2 0 0 0,1 2 0 0 0,0 3 0 0 0,-80 31 0 0 0,115-36 0 0 0,-144 60 0 0 0,135-54 0 0 0,1 1 0 0 0,0 1 0 0 0,-32 25 0 0 0,60-42-69 0 0,0 1 0 0 0,0 0 0 0 0,0-1 0 0 0,0 1 0 0 0,0 0 0 0 0,0 0 0 0 0,0 0 0 0 0,0 0 0 0 0,0 0 0 0 0,0 0 0 0 0,1 0 0 0 0,-1 0 0 0 0,0 1 0 0 0,1-1 0 0 0,-1 0 0 0 0,1 0 0 0 0,-1 2 0 0 0,1-2-40 0 0,0-1-1 0 0,1 1 1 0 0,-1-1-1 0 0,0 1 1 0 0,1-1-1 0 0,-1 1 1 0 0,0-1-1 0 0,1 0 1 0 0,-1 1-1 0 0,0-1 1 0 0,1 0-1 0 0,-1 1 1 0 0,1-1-1 0 0,-1 0 1 0 0,1 0-1 0 0,-1 1 1 0 0,1-1-1 0 0,-1 0 1 0 0,1 0-1 0 0,-1 0 1 0 0,1 0-1 0 0,-1 1 1 0 0,1-1 0 0 0,-1 0-1 0 0,1 0 1 0 0,-1 0-1 0 0,2 0 1 0 0,49-6-7529 0 0,-7-7-238 0 0,6-4 599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08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1295 57 532 0 0,'-5'-5'951'0'0,"-1"-1"-1"0"0,1 2 1 0 0,-1-1-1 0 0,0 1 1 0 0,0-1-1 0 0,-1 2 1 0 0,1-1-1 0 0,-1 1 1 0 0,-9-4-1 0 0,7 5-193 0 0,0-1 0 0 0,0 1 0 0 0,0 1 0 0 0,-1-1 0 0 0,1 2-1 0 0,-17 0 1 0 0,9 1-235 0 0,0 2 0 0 0,0 0 0 0 0,0 1 0 0 0,1 0 0 0 0,-1 2 0 0 0,1 0 0 0 0,-29 15-1 0 0,7 2 171 0 0,0 1-1 0 0,1 1 0 0 0,-56 53 0 0 0,-91 109 1328 0 0,156-157-1691 0 0,-194 227 1746 0 0,174-203-1315 0 0,2 3 0 0 0,3 2 0 0 0,2 1 0 0 0,3 2 1 0 0,-52 115-1 0 0,83-160-685 0 0,1 0-1 0 0,0 0 1 0 0,2 1 0 0 0,0-1-1 0 0,1 1 1 0 0,0 0 0 0 0,2 0-1 0 0,0 0 1 0 0,1 0 0 0 0,0 1 0 0 0,2-1-1 0 0,7 34 1 0 0,-4-36-34 0 0,0 0 0 0 0,1 0 0 0 0,1 0-1 0 0,1-1 1 0 0,0 0 0 0 0,1 0 0 0 0,1-1 0 0 0,0 0 0 0 0,1-1 0 0 0,0 0-1 0 0,1-1 1 0 0,0 0 0 0 0,28 19 0 0 0,-7-9-40 0 0,1-1 0 0 0,0-2 0 0 0,2-2 0 0 0,0-1 0 0 0,1-2 0 0 0,1-1 0 0 0,63 12 0 0 0,-12-9 0 0 0,0-4 0 0 0,106 0 0 0 0,-79-11 0 0 0,1-4 0 0 0,156-26 0 0 0,-202 17 0 0 0,-2-3 0 0 0,0-3 0 0 0,0-4 0 0 0,-2-2 0 0 0,69-36 0 0 0,-112 48 0 0 0,-1-2 0 0 0,0 0 0 0 0,-1-2 0 0 0,0 0 0 0 0,-2-1 0 0 0,0-2 0 0 0,31-35 0 0 0,-38 36 0 0 0,0 0 0 0 0,-1-1 0 0 0,-1 0 0 0 0,-1-1 0 0 0,-1 0 0 0 0,-1 0 0 0 0,0-1 0 0 0,-1 0 0 0 0,-2-1 0 0 0,4-23 0 0 0,-5 5 0 0 0,-1 0 0 0 0,-3 0 0 0 0,-1 0 0 0 0,-2 0 0 0 0,-2 1 0 0 0,-1-1 0 0 0,-2 1 0 0 0,-2 0 0 0 0,-1 1 0 0 0,-2 0 0 0 0,-2 1 0 0 0,-1 0 0 0 0,-2 2 0 0 0,-42-62 0 0 0,42 70 0 0 0,-2 1 0 0 0,-1 0 0 0 0,-1 2 0 0 0,-2 1 0 0 0,0 1 0 0 0,-1 0 0 0 0,-54-34 0 0 0,40 34 0 0 0,-2 1 0 0 0,0 2 0 0 0,-1 1 0 0 0,-1 3 0 0 0,-45-11 0 0 0,3 8 0 0 0,-154-15 0 0 0,-81 18 0 0 0,307 14 0 0 0,-369 3-2030 0 0,376-3-1090 0 0,3 1 4177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12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12 916 0 0,'0'0'26985'0'0,"1"-8"-27199"0"0,-2 4 1412 0 0,-2 7 2683 0 0,-10 19-3880 0 0,9-9-1 0 0,0-1 0 0 0,-2 0 0 0 0,4-1 0 0 0,-1 0 0 0 0,2-6 0 0 0,0-27 0 0 0,-5 9 0 0 0,-2 9 0 0 0,-8 7 0 0 0,9 2 0 0 0,-1-1 0 0 0,1 2 0 0 0,0-1 0 0 0,0 1 0 0 0,1 0 0 0 0,0 0 0 0 0,0 0 0 0 0,-5 8 0 0 0,7-9 0 0 0,0 0 0 0 0,0 0 0 0 0,0 1 0 0 0,1-1 0 0 0,0 1 0 0 0,0 0 0 0 0,1 0 0 0 0,0 0 0 0 0,0 0 0 0 0,0 0 0 0 0,-1 10 0 0 0,3-14 0 0 0,-1 1 0 0 0,1-1 0 0 0,0 0 0 0 0,0 1 0 0 0,0-1 0 0 0,1 1 0 0 0,-1-1 0 0 0,0 1 0 0 0,1-1 0 0 0,0 0 0 0 0,-1 1 0 0 0,1-1 0 0 0,0 0 0 0 0,0 0 0 0 0,1 0 0 0 0,-1 1 0 0 0,0-1 0 0 0,1 0 0 0 0,-1-1 0 0 0,1 1 0 0 0,0 0 0 0 0,-1 0 0 0 0,1-1 0 0 0,0 1 0 0 0,0-1 0 0 0,0 1 0 0 0,0-1 0 0 0,0 0 0 0 0,1 0 0 0 0,-1 0 0 0 0,0 0 0 0 0,0 0 0 0 0,1-1 0 0 0,-1 1 0 0 0,1 0 0 0 0,-1-1 0 0 0,0 0 0 0 0,1 0 0 0 0,3 0 0 0 0,3 0 0 0 0,0-1 0 0 0,-1 0 0 0 0,1-1 0 0 0,0 1 0 0 0,-1-2 0 0 0,0 1 0 0 0,1-1 0 0 0,-1-1 0 0 0,0 1 0 0 0,-1-1 0 0 0,1-1 0 0 0,-1 1 0 0 0,0-1 0 0 0,0-1 0 0 0,0 1 0 0 0,0-1 0 0 0,-1 0 0 0 0,0-1 0 0 0,-1 1 0 0 0,1-1 0 0 0,-1 0 0 0 0,-1-1 0 0 0,1 1 0 0 0,-1-1 0 0 0,4-10 0 0 0,-5 3 0 0 0,-2 14 0 0 0,-1 0 0 0 0,0-1 0 0 0,0 1 0 0 0,1 0 0 0 0,-1-1 0 0 0,0 1 0 0 0,0 0 0 0 0,-1 0 0 0 0,1-1 0 0 0,0 1 0 0 0,0 0 0 0 0,-1-1 0 0 0,1 1 0 0 0,0 0 0 0 0,-1 0 0 0 0,1 0 0 0 0,-1-1 0 0 0,0 1 0 0 0,1 0 0 0 0,-2-1 0 0 0,-3-4 0 0 0,0-1 0 0 0,5 6 0 0 0,0 1 0 0 0,-1-1 0 0 0,1 1 0 0 0,0-1 0 0 0,-1 1 0 0 0,1-1 0 0 0,-1 1 0 0 0,1-1 0 0 0,-1 1 0 0 0,1-1 0 0 0,-1 1 0 0 0,1-1 0 0 0,-1 1 0 0 0,1 0 0 0 0,-1-1 0 0 0,1 1 0 0 0,-1 0 0 0 0,0 0 0 0 0,1 0 0 0 0,-1-1 0 0 0,1 1 0 0 0,-1 0 0 0 0,0 0 0 0 0,1 0 0 0 0,-1 0 0 0 0,0 0 0 0 0,1 0 0 0 0,-1 0 0 0 0,-1 0 0 0 0,-20-2 0 0 0,6 1 0 0 0,1 3 0 0 0,0 4 0 0 0,2 6-388 0 0,13-10-93 0 0,-1-1-1200 0 0,25 6-22891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13.3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9 1476 0 0,'0'0'10438'0'0,"0"-2"-7723"0"0,-10-4 10032 0 0,7 10-12498 0 0,1 1 1 0 0,-1 0-1 0 0,1 0 0 0 0,0 0 1 0 0,1-1-1 0 0,0 2 1 0 0,-1-1-1 0 0,1 0 0 0 0,1 0 1 0 0,-1 0-1 0 0,1 9 0 0 0,1 0 231 0 0,0 0 0 0 0,1 1 0 0 0,0-1-1 0 0,7 18 1 0 0,-3-22-480 0 0,0 2 0 0 0,-3-2 0 0 0,11 6-5031 0 0,-13-12-841 0 0,-1-3 5427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20.4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782 99 136 0 0,'-6'2'684'0'0,"0"-1"-1"0"0,-1 0 1 0 0,1-1 0 0 0,0 0-1 0 0,0 0 1 0 0,0 0 0 0 0,-1 0-1 0 0,1-1 1 0 0,0 0 0 0 0,0 0 0 0 0,0-1-1 0 0,0 0 1 0 0,-11-5 0 0 0,12 5-479 0 0,-1-1 0 0 0,0 1 0 0 0,0 1 0 0 0,0-1 0 0 0,-1 1 0 0 0,1 0 0 0 0,0 0 0 0 0,-1 0 0 0 0,1 1 0 0 0,0 0 0 0 0,-1 1 0 0 0,1-1 0 0 0,-7 3 0 0 0,-7 4 19 0 0,1 1-1 0 0,-1 1 1 0 0,2 1-1 0 0,-1 1 0 0 0,2 0 1 0 0,-1 2-1 0 0,2 0 1 0 0,-1 0-1 0 0,-24 29 0 0 0,5-1 258 0 0,2 1 0 0 0,-46 76-1 0 0,-43 122 896 0 0,114-220-1288 0 0,-10 21 211 0 0,1 0 1 0 0,3 2 0 0 0,1 0 0 0 0,3 1-1 0 0,1 0 1 0 0,-6 77 0 0 0,15-111-235 0 0,0 1 0 0 0,1-1-1 0 0,1 0 1 0 0,0 0 0 0 0,0 0 0 0 0,1 0 0 0 0,0 0 0 0 0,1 0 0 0 0,0 0-1 0 0,0-1 1 0 0,1 1 0 0 0,0-1 0 0 0,1 0 0 0 0,0 0 0 0 0,10 12 0 0 0,-7-12-10 0 0,1 0 0 0 0,0 0 0 0 0,1-1 0 0 0,0-1 0 0 0,0 1 0 0 0,1-2 0 0 0,0 1 0 0 0,0-1 0 0 0,0-1 0 0 0,24 8 0 0 0,7-3 4 0 0,0-1 1 0 0,1-2-1 0 0,0-2 1 0 0,0-2-1 0 0,83-5 0 0 0,-75-1-171 0 0,-1-3 1 0 0,1-2-1 0 0,-1-3 0 0 0,75-25 0 0 0,-32 7-652 0 0,118-55 0 0 0,-175 67 448 0 0,0-2 1 0 0,-2-1-1 0 0,0-2 1 0 0,-2-1-1 0 0,0-1 0 0 0,30-32 1 0 0,-50 44 227 0 0,0 0-1 0 0,-1-2 1 0 0,-1 1 0 0 0,0-1-1 0 0,-1-1 1 0 0,0 0 0 0 0,-1 0-1 0 0,-1-1 1 0 0,0 0 0 0 0,-1 0-1 0 0,-1 0 1 0 0,-1-1 0 0 0,0 1-1 0 0,-1-1 1 0 0,-1 0-1 0 0,0-1 1 0 0,-2 1 0 0 0,0 0-1 0 0,-3-29 1 0 0,-1 21 250 0 0,-1 1 0 0 0,-1 0 0 0 0,0 0 0 0 0,-2 0 0 0 0,-1 1 0 0 0,-1 0 0 0 0,-1 1 0 0 0,-1 0 0 0 0,-1 1 0 0 0,0 0 0 0 0,-2 1 0 0 0,-1 1 0 0 0,0 0 0 0 0,-32-27 0 0 0,8 14 347 0 0,-1 2 0 0 0,-2 3 0 0 0,-1 1 0 0 0,-1 1 1 0 0,-1 3-1 0 0,-1 2 0 0 0,-1 2 0 0 0,-1 2 0 0 0,0 3 0 0 0,-1 1 1 0 0,0 3-1 0 0,-61-4 0 0 0,41 6-109 0 0,-85-4-1834 0 0,151 11-662 0 0,0 1 3327 0 0,52-8-19849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21.1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0 652 0 0,'-3'3'1333'0'0,"-3"4"-654"0"0,0-1 0 0 0,1 1 0 0 0,0 0 0 0 0,1 1 0 0 0,0-1 0 0 0,0 1 0 0 0,0 0 0 0 0,1 0 0 0 0,0 0 0 0 0,-3 17 0 0 0,-12 99 1295 0 0,14-87-1159 0 0,-26 575 5900 0 0,30-611-6640 0 0,2 16 129 0 0,0-8-554 0 0,0-10-1635 0 0,1-15 976 0 0,-1 0 0 0 0,-1 0 1 0 0,0-29-1 0 0,-8-19-6063 0 0,6 46 3813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21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1064 0 0,'-9'28'3977'0'0,"7"-11"-2924"0"0,1 0 0 0 0,0 0 0 0 0,1 0-1 0 0,1 0 1 0 0,0 0 0 0 0,2 0 0 0 0,7 29 0 0 0,4 38 1776 0 0,-1-30-1132 0 0,-10-45-1152 0 0,-1 0 0 0 0,1 1-1 0 0,-2-1 1 0 0,2 15 0 0 0,-2-23-514 0 0,-1-1 1 0 0,1 1 0 0 0,0 0-1 0 0,0 0 1 0 0,-1-1-1 0 0,1 1 1 0 0,0 0 0 0 0,0-1-1 0 0,0 1 1 0 0,0 0-1 0 0,0-1 1 0 0,0 0 0 0 0,0 1-1 0 0,0-1 1 0 0,0 1-1 0 0,0-1 1 0 0,0 0-1 0 0,0 0 1 0 0,0 0 0 0 0,0 0-1 0 0,0 0 1 0 0,0 0-1 0 0,0 0 1 0 0,0 0 0 0 0,0 0-1 0 0,0 0 1 0 0,0 0-1 0 0,0 0 1 0 0,0-1 0 0 0,0 1-1 0 0,0-1 1 0 0,0 1-1 0 0,0-1 1 0 0,0 1 0 0 0,0-1-1 0 0,1 0 1 0 0,14-12 4 0 0,-2 0 1 0 0,1-2-1 0 0,-1 1 1 0 0,-1-2 0 0 0,18-26-1 0 0,-1 0-73 0 0,18-22-60 0 0,39-46-350 0 0,-86 108 247 0 0,1 1 0 0 0,-1-1 0 0 0,0 1 0 0 0,1 0 0 0 0,-1 0 0 0 0,1 0 0 0 0,-1 0 0 0 0,1 0 0 0 0,-1 0 0 0 0,1 0 0 0 0,0 0 0 0 0,-1 0 0 0 0,3 0 0 0 0,-2 1 4 0 0,-1 0 0 0 0,0 0 0 0 0,0 0 0 0 0,0 0 0 0 0,0 0 0 0 0,0 1 0 0 0,0-1 0 0 0,0 0-1 0 0,0 1 1 0 0,0-1 0 0 0,0 1 0 0 0,-1-1 0 0 0,1 1 0 0 0,0-1 0 0 0,0 1 0 0 0,0-1 0 0 0,0 1 0 0 0,-1 0-1 0 0,2 0 1 0 0,0 2-2542 0 0,-4 1-1826 0 0,-10 15 347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35.1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1 495 440 0 0,'18'8'986'0'0,"-14"-7"93"0"0,0 0 0 0 0,0 0-1 0 0,1 0 1 0 0,-1-1 0 0 0,0 1-1 0 0,0-1 1 0 0,1 0-1 0 0,3-1 1 0 0,9-1-898 0 0,-14 1 809 0 0,10-2-425 0 0,13-4 269 0 0,102-51 226 0 0,66-37-837 0 0,-88 42 76 0 0,79-19-127 0 0,-67 29-90 0 0,-77 28-67 0 0,-21 8-12 0 0,0 0-1 0 0,34-19 0 0 0,6-3 394 0 0,-58 28-315 0 0,41-27 79 0 0,12 3-103 0 0,-53 24 193 0 0,22-31-2663 0 0,-23 30 2393 0 0,-7 3-8278 0 0,-20 0 5051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36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900 1 628 0 0,'0'0'6075'0'0,"-2"18"-2532"0"0,-12 2-2323 0 0,13-19-930 0 0,-44 26 2135 0 0,36-21-1930 0 0,-1 0-1 0 0,1-1 1 0 0,-1 0-1 0 0,0-1 1 0 0,-1 0-1 0 0,-20 6 0 0 0,-9 3 250 0 0,-270 139 1602 0 0,232-110-1982 0 0,-58 33 215 0 0,96-49-311 0 0,26-17-119 0 0,0 0-1 0 0,-1 0 0 0 0,-21 8 1 0 0,24-6-49 0 0,10-4 124 0 0,336-158-66 0 0,-185 87-62 0 0,14 3 251 0 0,-107 42-201 0 0,-1-2 0 0 0,80-42 0 0 0,-60 24 413 0 0,-73 39-174 0 0,-8-1-340 0 0,-5 0-38 0 0,0 1 0 0 0,0 0 1 0 0,0 1-1 0 0,1 0 0 0 0,-1 1 0 0 0,0 0 1 0 0,0 1-1 0 0,1 0 0 0 0,-15 7 0 0 0,-104 49 69 0 0,93-41-69 0 0,-516 282-12 0 0,505-269 12 0 0,32-20-18 0 0,-1-1 0 0 0,0-1 0 0 0,-1 0 0 0 0,0-1 0 0 0,-19 7 0 0 0,26-8-53 0 0,35-33 151 0 0,0 1 0 0 0,2 1 1 0 0,1 2-1 0 0,1 0 0 0 0,1 2 1 0 0,45-23-1 0 0,210-86 431 0 0,-258 118-473 0 0,114-38 111 0 0,-58 22-139 0 0,-81 26-6 0 0,5 0 10 0 0,-4 1-19 0 0,-6 2 6 0 0,-237 126-20 0 0,59-34 19 0 0,-80 36-132 0 0,254-127-570 0 0,11-5 264 0 0,27-14 131 0 0,69-34 190 0 0,-30 9-218 0 0,42-23-855 0 0,-35 33-2459 0 0,-72 27 2958 0 0,-4 2-1580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37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297 144 268 0 0,'-11'-29'3566'0'0,"19"16"-3157"0"0,2 1 0 0 0,-1 1 0 0 0,2 0 0 0 0,-1 0 0 0 0,1 1 0 0 0,1 0 0 0 0,18-12 0 0 0,-7 8 7370 0 0,-49 31-6317 0 0,-35 26-703 0 0,-198 177 3311 0 0,220-185-3599 0 0,14-1 603 0 0,105-56-635 0 0,-73 20-355 0 0,1 1-1 0 0,0 0 1 0 0,0 1-1 0 0,0-1 1 0 0,0 2-1 0 0,-1-1 1 0 0,1 1-1 0 0,15 3 1 0 0,-7 1 117 0 0,0-1 1 0 0,1 0 0 0 0,-1-2 0 0 0,0 0 0 0 0,1-1-1 0 0,0 0 1 0 0,27-3 0 0 0,-3-5 222 0 0,74-22 0 0 0,-103 26-366 0 0,6 2-399 0 0,-23 11-1737 0 0,-12 3-3065 0 0,1-3-4397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40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14 512 0 0,'-23'-3'4253'0'0,"21"3"-3343"0"0,-9-2 490 0 0,5 3 2604 0 0,5-1-3768 0 0,0 0 0 0 0,0 0 1 0 0,0 0-1 0 0,1 0 0 0 0,-1 1 0 0 0,0-1 1 0 0,0 0-1 0 0,0 1 0 0 0,1-1 0 0 0,-1 0 1 0 0,0 1-1 0 0,1-1 0 0 0,-1 1 0 0 0,0-1 0 0 0,1 1 1 0 0,-1-1-1 0 0,0 1 0 0 0,1 0 0 0 0,-1-1 1 0 0,1 1-1 0 0,-1 0 0 0 0,1-1 0 0 0,0 1 1 0 0,-1 0-1 0 0,0 1 0 0 0,2 23 2387 0 0,1 1-1892 0 0,-1-6-350 0 0,-2-1 1 0 0,0 1 0 0 0,-1-1 0 0 0,-6 22 0 0 0,-55 244 1382 0 0,-24 117-302 0 0,86-397-1441 0 0,-4 26 205 0 0,1 1-1 0 0,1 0 1 0 0,2-1 0 0 0,4 47 0 0 0,5-47-19 0 0,-6-27-156 0 0,-1 1 0 0 0,1 0 0 0 0,-1 0 1 0 0,0-1-1 0 0,-1 1 0 0 0,1 0 0 0 0,-1 0 0 0 0,0 5 0 0 0,2-2 21 0 0,-1-6-50 0 0,0-1-1 0 0,0 1 1 0 0,-1 0 0 0 0,1 0 0 0 0,-1 0-1 0 0,1-1 1 0 0,-1 1 0 0 0,1 0 0 0 0,-1 0-1 0 0,0 0 1 0 0,0 0 0 0 0,0 0 0 0 0,0 4-1 0 0,-6 27 310 0 0,35-128 102 0 0,-28 92-342 0 0,7-35 378 0 0,2 4-511 0 0,-1-1 0 0 0,-2 0-1 0 0,-2-1 1 0 0,2-56-1 0 0,8-57-819 0 0,23-105-941 0 0,-27 160 1200 0 0,-1 22 73 0 0,-1-75 0 0 0,-10 130 481 0 0,0 0 1 0 0,-2 0-1 0 0,0-1 0 0 0,-7-20 1 0 0,1 17 31 0 0,0-4-98 0 0,9 24 84 0 0,-5 27-270 0 0,-7 758 1481 0 0,12-771-1163 0 0,-1 15 47 0 0,2-1-1 0 0,0 0 1 0 0,9 38 0 0 0,-4 3 104 0 0,-6-66-147 0 0,0 15 88 0 0,-2-10-50 0 0,1-1 1 0 0,-1 1-1 0 0,0 0 1 0 0,-1 0-1 0 0,0-1 0 0 0,0 1 1 0 0,0-1-1 0 0,-1 0 1 0 0,1 0-1 0 0,-1 0 1 0 0,-1-1-1 0 0,1 1 1 0 0,-1-1-1 0 0,0 0 1 0 0,-10 7-1 0 0,12-9-20 0 0,0 0-5 0 0,0-1 0 0 0,1 1 0 0 0,0 0 0 0 0,-1 0 0 0 0,1 0 0 0 0,0 0 0 0 0,1 1 0 0 0,-1-1 0 0 0,1 0-1 0 0,-1 1 1 0 0,1-1 0 0 0,-1 5 0 0 0,2-6-44 0 0,3-8-4962 0 0,-1 3 4648 0 0,0 0 0 0 0,-1 0 0 0 0,0 0 0 0 0,1 0-1 0 0,-1 0 1 0 0,0 0 0 0 0,0-1 0 0 0,-1 1-1 0 0,1-1 1 0 0,-1 1 0 0 0,0 0 0 0 0,0-1 0 0 0,0 1-1 0 0,0-1 1 0 0,0 1 0 0 0,-1 0 0 0 0,0-5-1 0 0,-6-19-7773 0 0,1 15 3461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40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0 992 0 0,'0'3'11330'0'0,"3"23"-10986"0"0,56 227 5464 0 0,-48-203-4936 0 0,-11-49-782 0 0,6 14 4 0 0,-1-7 250 0 0,-1-9 1000 0 0,4-20-1222 0 0,1 1 1 0 0,1 0-1 0 0,1 0 0 0 0,1 1 1 0 0,1 1-1 0 0,0 0 0 0 0,1 1 1 0 0,1 0-1 0 0,1 1 0 0 0,0 1 1 0 0,1 0-1 0 0,1 1 0 0 0,32-19 1 0 0,10-2 287 0 0,-59 34-370 0 0,29-16 250 0 0,-28 16-287 0 0,-14-21-20157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41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126 105 772 0 0,'0'0'4656'0'0,"-2"3"-3555"0"0,-14 28 7020 0 0,-7 16-5417 0 0,2-4-1670 0 0,-35 52 710 0 0,48-76-1604 0 0,10-12-81 0 0,21-23-124 0 0,35-46-343 0 0,-29 23 69 0 0,31-57 0 0 0,-5 7 207 0 0,-28 46 1503 0 0,-25 38-73 0 0,-8 18-737 0 0,2-4-669 0 0,-2 6 233 0 0,0 1 0 0 0,1-1 0 0 0,1 2 0 0 0,1-1 0 0 0,-2 18-1 0 0,3-20-38 0 0,1-9-75 0 0,0 0 0 0 0,0 0 0 0 0,0 0 0 0 0,1 1 0 0 0,-1-1 0 0 0,1 0-1 0 0,1 1 1 0 0,-1-1 0 0 0,1 0 0 0 0,0 0 0 0 0,0 0 0 0 0,0 1 0 0 0,1-1 0 0 0,0 0-1 0 0,0-1 1 0 0,0 1 0 0 0,0 0 0 0 0,1-1 0 0 0,0 1 0 0 0,0-1 0 0 0,0 0-1 0 0,1 0 1 0 0,-1 0 0 0 0,1 0 0 0 0,0 0 0 0 0,0-1 0 0 0,0 0 0 0 0,0 0-1 0 0,1 0 1 0 0,-1 0 0 0 0,1-1 0 0 0,0 0 0 0 0,9 3 0 0 0,31 10-2288 0 0,-43-15 1736 0 0,-31 38-7778 0 0,24-31 3984 0 0,-5 2-112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58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207 69 208 0 0,'0'1'351'0'0,"0"1"0"0"0,1-1 0 0 0,-1 1 0 0 0,1-1 0 0 0,-1 1 0 0 0,1-1 0 0 0,0 0 0 0 0,-1 1 0 0 0,1-1 0 0 0,0 0 0 0 0,0 0 0 0 0,0 0 0 0 0,0 0 0 0 0,0 0 0 0 0,0 0 0 0 0,1 0 0 0 0,-1 0 0 0 0,0 0 0 0 0,0 0 0 0 0,1 0 0 0 0,-1-1 0 0 0,1 1 0 0 0,-1-1 0 0 0,0 1 0 0 0,1-1 0 0 0,-1 1 0 0 0,1-1 0 0 0,-1 0 0 0 0,1 0 0 0 0,-1 0 0 0 0,1 0 0 0 0,-1 0 0 0 0,1 0 0 0 0,1 0 0 0 0,3 1 364 0 0,-4-1 157 0 0,21-6 1385 0 0,63-11 2061 0 0,-82 16-4062 0 0,38-11 2124 0 0,-40 10-2042 0 0,0-18 513 0 0,-2 2-56 0 0,-14 5-336 0 0,11 11-354 0 0,-1 1 0 0 0,1 0-1 0 0,-1 0 1 0 0,1 0 0 0 0,-1 0-1 0 0,0 1 1 0 0,1-1 0 0 0,-1 1 0 0 0,0 0-1 0 0,0 0 1 0 0,1 0 0 0 0,-1 1-1 0 0,0-1 1 0 0,-5 3 0 0 0,-51 13 965 0 0,36-7-711 0 0,0 0 1 0 0,1 1 0 0 0,1 1 0 0 0,0 1 0 0 0,0 2 0 0 0,2 0 0 0 0,-1 1-1 0 0,2 0 1 0 0,0 2 0 0 0,-19 22 0 0 0,35-36-347 0 0,0 1 1 0 0,1 0-1 0 0,-1-1 0 0 0,1 1 1 0 0,0 0-1 0 0,0 1 0 0 0,0-1 1 0 0,0 0-1 0 0,1 1 1 0 0,0-1-1 0 0,0 1 0 0 0,0-1 1 0 0,1 1-1 0 0,-1-1 0 0 0,1 1 1 0 0,0-1-1 0 0,0 1 0 0 0,1 0 1 0 0,-1-1-1 0 0,2 6 0 0 0,0-7-7 0 0,-1 0 0 0 0,1 1 0 0 0,0-1 0 0 0,0 0 0 0 0,0 0 0 0 0,1 0 0 0 0,-1 0 0 0 0,1-1 0 0 0,-1 1 0 0 0,1 0-1 0 0,0-1 1 0 0,0 0 0 0 0,0 0 0 0 0,0 0 0 0 0,0 0 0 0 0,1 0 0 0 0,-1-1 0 0 0,0 1 0 0 0,1-1 0 0 0,0 0-1 0 0,-1 0 1 0 0,1 0 0 0 0,-1-1 0 0 0,1 1 0 0 0,5-1 0 0 0,9 2-6 0 0,-1-1 0 0 0,0-1 0 0 0,1 0 0 0 0,25-5 0 0 0,92-30 0 0 0,-98 24 0 0 0,-25 8 0 0 0,0 0 0 0 0,-1 14 0 0 0,-3-2 0 0 0,-2 1 0 0 0,0-2-39 0 0,-5-7-229 0 0,2 7-1211 0 0,11-12-4900 0 0,0-5-341 0 0,-9 4 5245 0 0,2-8-4734 0 0,-1 2 475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59.4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0 224 0 0,'-3'0'749'0'0,"1"0"1"0"0,-1 1-1 0 0,0-1 0 0 0,1 1 0 0 0,-1-1 1 0 0,1 1-1 0 0,-1 0 0 0 0,1 0 0 0 0,-1 0 1 0 0,1 0-1 0 0,0 0 0 0 0,-1 1 1 0 0,1-1-1 0 0,0 1 0 0 0,0 0 0 0 0,0-1 1 0 0,0 1-1 0 0,0 0 0 0 0,-2 3 0 0 0,2 0-254 0 0,0-1 0 0 0,0 0 0 0 0,1 0-1 0 0,-1 1 1 0 0,1-1 0 0 0,0 1-1 0 0,1-1 1 0 0,-1 1 0 0 0,1 0 0 0 0,0 8-1 0 0,1 12 413 0 0,2 0 0 0 0,1-1 0 0 0,9 33 0 0 0,4 20 390 0 0,-13-53-816 0 0,1-1 0 0 0,9 26 0 0 0,16 10 335 0 0,-28-57-785 0 0,1 3 103 0 0,-2-8-1500 0 0,-1 2 1386 0 0,-2-3-149 0 0,1-1 0 0 0,-1 0 0 0 0,1 0 1 0 0,0 0-1 0 0,0 1 0 0 0,0-1 0 0 0,1 0 1 0 0,0 0-1 0 0,0 0 0 0 0,0 0 0 0 0,0 0 0 0 0,1 0 1 0 0,1-6-1 0 0,-1-5-392 0 0,-2 15 457 0 0,1-1 0 0 0,0 0 0 0 0,-1 1 0 0 0,1-1 0 0 0,0 0 0 0 0,0 1 0 0 0,0-1 0 0 0,1 0 1 0 0,-1 1-1 0 0,0-1 0 0 0,1 1 0 0 0,-1-1 0 0 0,2-3 0 0 0,2-13-267 0 0,-3 15 327 0 0,-1-1 1 0 0,1 0-1 0 0,0 0 1 0 0,0 1-1 0 0,1-1 0 0 0,-1 1 1 0 0,1-1-1 0 0,2-3 0 0 0,-3 5 1704 0 0,3 6-1365 0 0,33 45 739 0 0,-34-43-982 0 0,0 0 0 0 0,1 0 0 0 0,0 0 1 0 0,0-1-1 0 0,0 1 0 0 0,1-1 0 0 0,0 0 0 0 0,0 0 1 0 0,0-1-1 0 0,1 0 0 0 0,-1 0 0 0 0,1 0 0 0 0,0 0 1 0 0,0-1-1 0 0,0 0 0 0 0,1 0 0 0 0,-1-1 0 0 0,1 0 1 0 0,9 3-1 0 0,-5-5-81 0 0,-1 0 0 0 0,1 0 1 0 0,0-1-1 0 0,-1 0 0 0 0,1-1 1 0 0,-1 0-1 0 0,1-1 0 0 0,-1 0 0 0 0,0 0 1 0 0,0-1-1 0 0,0 0 0 0 0,-1-1 1 0 0,1 0-1 0 0,-1-1 0 0 0,-1 0 0 0 0,1 0 1 0 0,-1-1-1 0 0,0 0 0 0 0,0-1 0 0 0,-1 1 1 0 0,0-2-1 0 0,8-10 0 0 0,-12 15 19 0 0,1-1 0 0 0,-1 1-1 0 0,-1-1 1 0 0,1 0 0 0 0,-1 0 0 0 0,1 0-1 0 0,-1 0 1 0 0,-1 0 0 0 0,1-1-1 0 0,-1 1 1 0 0,0 0 0 0 0,0-1 0 0 0,0 1-1 0 0,-1-1 1 0 0,0 1 0 0 0,0-1 0 0 0,0 1-1 0 0,-2-8 1 0 0,2 13-14 0 0,0-1-1 0 0,-1 1 1 0 0,1 0 0 0 0,0-1 0 0 0,0 1-1 0 0,0 0 1 0 0,0 0 0 0 0,-1-1 0 0 0,1 1-1 0 0,0 0 1 0 0,0 0 0 0 0,-1-1 0 0 0,1 1-1 0 0,0 0 1 0 0,0 0 0 0 0,-1 0 0 0 0,1 0-1 0 0,0-1 1 0 0,0 1 0 0 0,-1 0 0 0 0,1 0-1 0 0,0 0 1 0 0,-1 0 0 0 0,1 0-1 0 0,0 0 1 0 0,-1 0 0 0 0,1 0 0 0 0,0 0-1 0 0,-1 0 1 0 0,1 0 0 0 0,0 0 0 0 0,0 0-1 0 0,-1 0 1 0 0,1 0 0 0 0,0 0 0 0 0,-1 0-1 0 0,1 0 1 0 0,0 0 0 0 0,-1 1 0 0 0,1-1-1 0 0,0 0 1 0 0,0 0 0 0 0,-1 0 0 0 0,1 0-1 0 0,0 1 1 0 0,-10 5 162 0 0,1 1-1 0 0,0 0 1 0 0,1 1-1 0 0,0 0 1 0 0,0 0-1 0 0,1 1 1 0 0,0 0-1 0 0,0 0 1 0 0,1 0-1 0 0,0 1 1 0 0,1 0-1 0 0,-5 12 1 0 0,9-20-146 0 0,0 0 0 0 0,0 1 0 0 0,0-1 0 0 0,1 1 0 0 0,-1-1 0 0 0,1 1 0 0 0,0-1 0 0 0,-1 1 0 0 0,1 0 0 0 0,0-1 0 0 0,1 1 0 0 0,-1-1 0 0 0,0 1 0 0 0,1-1 0 0 0,-1 1 0 0 0,1-1 0 0 0,0 1 0 0 0,0-1 0 0 0,0 0 0 0 0,0 1 0 0 0,0-1 0 0 0,1 0 0 0 0,-1 0 0 0 0,2 3 0 0 0,1-3-18 0 0,-1 1 0 0 0,0-1 0 0 0,1 0 1 0 0,0 0-1 0 0,-1 0 0 0 0,1-1 0 0 0,0 1 0 0 0,0-1 0 0 0,0 0 1 0 0,0 0-1 0 0,0 0 0 0 0,0-1 0 0 0,6 1 0 0 0,9-1-104 0 0,0 0 0 0 0,0-1 0 0 0,0-1 0 0 0,-1-1 0 0 0,23-7 0 0 0,3-8-2239 0 0,-41 17 1777 0 0,-1-1 1 0 0,1 1 0 0 0,-1-1 0 0 0,0 0 0 0 0,1 0-1 0 0,-1 0 1 0 0,0 0 0 0 0,0 0 0 0 0,-1-1-1 0 0,1 1 1 0 0,0 0 0 0 0,-1-1 0 0 0,2-3-1 0 0,-2 4-1549 0 0,-1-2-4571 0 0,0-1 3359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59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11 172 0 0,'0'0'9604'0'0,"-11"-5"-6837"0"0,-12-1 6792 0 0,-19 48-6369 0 0,22-24-1943 0 0,1 2 1 0 0,-20 25 0 0 0,37-41-1131 0 0,-6 6 279 0 0,1 0-1 0 0,1 1 1 0 0,-1 0 0 0 0,-5 15 0 0 0,11-24-352 0 0,0 0 0 0 0,1 0 1 0 0,-1 0-1 0 0,0 0 0 0 0,1 1 1 0 0,-1-1-1 0 0,1 0 1 0 0,-1 0-1 0 0,1 1 0 0 0,0-1 1 0 0,0 0-1 0 0,0 1 1 0 0,1-1-1 0 0,-1 0 0 0 0,0 0 1 0 0,1 1-1 0 0,0-1 1 0 0,-1 0-1 0 0,1 0 0 0 0,0 0 1 0 0,0 0-1 0 0,0 1 0 0 0,0-2 1 0 0,1 1-1 0 0,-1 0 1 0 0,0 0-1 0 0,1 0 0 0 0,0 0 1 0 0,-1-1-1 0 0,1 1 1 0 0,3 1-1 0 0,1 0-32 0 0,-1-1 0 0 0,1 1 0 0 0,0-2 0 0 0,0 1 0 0 0,1-1 0 0 0,-1 1 1 0 0,0-2-1 0 0,0 1 0 0 0,1-1 0 0 0,-1 0 0 0 0,12-1 0 0 0,69-15 59 0 0,-52 8-292 0 0,1-2 1 0 0,-2-2-1 0 0,0-1 1 0 0,0-2-1 0 0,-1-1 0 0 0,45-29 1 0 0,-77 44 154 0 0,1 0-1 0 0,-1 0 1 0 0,1 0 0 0 0,0 0 0 0 0,-1 0-1 0 0,0-1 1 0 0,1 1 0 0 0,-1-1-1 0 0,0 1 1 0 0,0-1 0 0 0,0 1 0 0 0,0-1-1 0 0,2-3 1 0 0,-3 5 20 0 0,-1-1 1 0 0,0 0-1 0 0,1 1 0 0 0,-1-1 0 0 0,1 1 0 0 0,-1-1 1 0 0,0 1-1 0 0,1-1 0 0 0,-1 1 0 0 0,0 0 1 0 0,0-1-1 0 0,1 1 0 0 0,-1 0 0 0 0,0 0 0 0 0,0-1 1 0 0,0 1-1 0 0,1 0 0 0 0,-1 0 0 0 0,0 0 1 0 0,0 0-1 0 0,0 0 0 0 0,1 0 0 0 0,-1 0 0 0 0,-1 0 1 0 0,-3 1-229 0 0,0 0 1 0 0,0 0 0 0 0,0 0 0 0 0,1 1 0 0 0,-1 0-1 0 0,0 0 1 0 0,1 0 0 0 0,-1 0 0 0 0,1 1 0 0 0,0-1-1 0 0,0 1 1 0 0,-6 6 0 0 0,-4 1-1781 0 0,4-2-2146 0 0,2-2 534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0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1 1444 0 0,'-3'1'1756'0'0,"0"1"-1251"0"0,1-1-1 0 0,-1 1 1 0 0,1-1-1 0 0,-1 1 1 0 0,1 0-1 0 0,0 0 1 0 0,0 0-1 0 0,0 0 1 0 0,0 1 0 0 0,0-1-1 0 0,1 0 1 0 0,-1 1-1 0 0,1-1 1 0 0,-1 1-1 0 0,1 0 1 0 0,-2 4-1 0 0,1 0 174 0 0,0 1-1 0 0,0-1 1 0 0,1 1-1 0 0,0 0 0 0 0,1 0 1 0 0,0 10-1 0 0,1-3 57 0 0,0 0 0 0 0,1 0 0 0 0,1 0 0 0 0,0 0 0 0 0,1-1 0 0 0,11 25 0 0 0,7 10 767 0 0,-14-28-879 0 0,1 0-1 0 0,0-1 0 0 0,2-1 0 0 0,0 1 1 0 0,2-2-1 0 0,0 0 0 0 0,27 30 1 0 0,-39-47-688 0 0,0 0 0 0 0,0 1 0 0 0,0-1 0 0 0,0 0 1 0 0,0 0-1 0 0,0 0 0 0 0,0 0 0 0 0,0 0 1 0 0,0-1-1 0 0,1 1 0 0 0,-1 0 0 0 0,0 0 0 0 0,0-1 1 0 0,1 1-1 0 0,-1-1 0 0 0,1 1 0 0 0,-1-1 1 0 0,0 0-1 0 0,1 1 0 0 0,-1-1 0 0 0,1 0 1 0 0,-1 0-1 0 0,1 0 0 0 0,-1 0 0 0 0,1 0 0 0 0,-1 0 1 0 0,0-1-1 0 0,1 1 0 0 0,-1 0 0 0 0,1-1 1 0 0,-1 1-1 0 0,0-1 0 0 0,1 0 0 0 0,-1 1 0 0 0,0-1 1 0 0,0 0-1 0 0,1 0 0 0 0,-1 0 0 0 0,0 0 1 0 0,0 0-1 0 0,0 0 0 0 0,0 0 0 0 0,0 0 0 0 0,0 0 1 0 0,0 0-1 0 0,-1 0 0 0 0,1-1 0 0 0,1-1 1 0 0,10-21-2800 0 0,0 0 0 0 0,14-42 0 0 0,-8 16-6196 0 0,-11 35 4983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0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3 1200 0 0,'0'0'210'0'0,"5"-2"288"0"0,-2 6 5015 0 0,0 10-4801 0 0,-2-10 0 0 0,-3-1 3 0 0,-9 10 470 0 0,0 0 0 0 0,-1-1-1 0 0,-21 18 1 0 0,-16 16 1463 0 0,10-9-691 0 0,29-29-1405 0 0,1 0 0 0 0,0 0 1 0 0,1 1-1 0 0,0 0 0 0 0,0 1 0 0 0,1 0 0 0 0,-11 19 0 0 0,18-28-504 0 0,0 1-1 0 0,-1-1 0 0 0,1 1 0 0 0,0-1 0 0 0,0 1 0 0 0,0-1 1 0 0,0 1-1 0 0,0 0 0 0 0,0-1 0 0 0,0 1 0 0 0,0-1 0 0 0,1 1 1 0 0,-1-1-1 0 0,0 1 0 0 0,1-1 0 0 0,0 1 0 0 0,-1-1 0 0 0,1 1 1 0 0,0-1-1 0 0,0 0 0 0 0,0 1 0 0 0,0-1 0 0 0,0 0 0 0 0,0 0 1 0 0,0 1-1 0 0,0-1 0 0 0,0 0 0 0 0,0 0 0 0 0,1-1 0 0 0,-1 1 1 0 0,3 1-1 0 0,1 2 2 0 0,1-1 0 0 0,-1 0 0 0 0,1-1 0 0 0,0 0 0 0 0,0 0 0 0 0,8 2 0 0 0,1-2-152 0 0,0-1 1 0 0,0 0 0 0 0,0-1 0 0 0,0-1-1 0 0,0 0 1 0 0,0-1 0 0 0,19-5 0 0 0,-6 0-1638 0 0,-1-2-1 0 0,49-22 1 0 0,-55 18-2714 0 0,-8 5-539 0 0,5-1-455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1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56 0 0,'1'13'11038'0'0,"3"11"-5086"0"0,22 128-991 0 0,-9-20-2269 0 0,0-56-949 0 0,7 95 0 0 0,-8-32 146 0 0,-14-118-6648 0 0,-4-30 1205 0 0,-2-5 4209 0 0,-17-30-5263 0 0,1 4-3726 0 0,9 13 3008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1.6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33 145 324 0 0,'0'0'1191'0'0,"-16"-7"3856"0"0,5 6 5721 0 0,11 2-10684 0 0,-1 0 0 0 0,0 0 0 0 0,1 0 0 0 0,-1 0 0 0 0,1 0 0 0 0,-1 0 1 0 0,1 0-1 0 0,-1 0 0 0 0,1 0 0 0 0,0 0 0 0 0,0 0 0 0 0,-1 0 0 0 0,1 1 0 0 0,0-1 1 0 0,0 0-1 0 0,0 0 0 0 0,0 0 0 0 0,0 0 0 0 0,1 0 0 0 0,-1 0 0 0 0,0 0 1 0 0,0 1-1 0 0,1-1 0 0 0,-1 0 0 0 0,2 2 0 0 0,-1 0 64 0 0,1 0-1 0 0,1-1 1 0 0,-1 1 0 0 0,0 0-1 0 0,1-1 1 0 0,-1 1 0 0 0,1-1-1 0 0,5 4 1 0 0,2 0 75 0 0,1 1-1 0 0,0-1 1 0 0,0-1 0 0 0,17 6-1 0 0,-10-7-258 0 0,1 0 1 0 0,-1-1-1 0 0,1 0 0 0 0,0-2 0 0 0,-1 0 0 0 0,1-2 0 0 0,0 0 0 0 0,-1-1 0 0 0,24-5 0 0 0,-19 2-493 0 0,0 0-1 0 0,-1-2 0 0 0,0-1 0 0 0,0-1 1 0 0,-1-1-1 0 0,39-24 0 0 0,-55 30 401 0 0,0 0 0 0 0,0 0 0 0 0,0 0 0 0 0,-1-1 0 0 0,1 0 0 0 0,-1 0 0 0 0,0-1 0 0 0,-1 1 0 0 0,1-1 0 0 0,-1 1 0 0 0,0-1 0 0 0,-1 0 0 0 0,1 0 0 0 0,-1-1 0 0 0,0 1 0 0 0,1-11 0 0 0,-3 14 216 0 0,-1 0-1 0 0,1-1 0 0 0,-1 1 1 0 0,0 0-1 0 0,0-1 0 0 0,0 1 1 0 0,-1 0-1 0 0,1 0 0 0 0,-2-3 1 0 0,-2-4 938 0 0,4 9-940 0 0,0 0 0 0 0,1 1 0 0 0,-1-1 0 0 0,0 0 0 0 0,0 1 0 0 0,0-1 0 0 0,0 0 1 0 0,1 1-1 0 0,-1-1 0 0 0,0 1 0 0 0,0-1 0 0 0,0 1 0 0 0,0 0 0 0 0,0-1 0 0 0,0 1 1 0 0,0 0-1 0 0,-1 0 0 0 0,1 0 0 0 0,0 0 0 0 0,0 0 0 0 0,0 0 0 0 0,0 0 0 0 0,-2 0 1 0 0,-23 4 1361 0 0,26-4-1438 0 0,-9 2 407 0 0,1 1-1 0 0,0 0 0 0 0,0 0 1 0 0,0 0-1 0 0,0 1 0 0 0,0 1 1 0 0,1-1-1 0 0,0 1 0 0 0,0 1 1 0 0,0-1-1 0 0,0 1 0 0 0,1 0 1 0 0,0 1-1 0 0,-7 10 0 0 0,10-14-344 0 0,1 0-1 0 0,0 0 1 0 0,0 1-1 0 0,0-1 1 0 0,0 1-1 0 0,1 0 1 0 0,-1-1 0 0 0,1 1-1 0 0,0 0 1 0 0,0 0-1 0 0,0 0 1 0 0,1 0-1 0 0,-1 0 1 0 0,1 0-1 0 0,0 0 1 0 0,0 0 0 0 0,1 0-1 0 0,-1 0 1 0 0,1 0-1 0 0,0 0 1 0 0,0 0-1 0 0,0 0 1 0 0,0-1-1 0 0,1 1 1 0 0,-1 0-1 0 0,1-1 1 0 0,0 1 0 0 0,0-1-1 0 0,0 0 1 0 0,1 1-1 0 0,5 4 1 0 0,-3-3-149 0 0,0-1 0 0 0,1-1 0 0 0,-1 1 0 0 0,1-1 0 0 0,0 0 0 0 0,0 0 0 0 0,0 0 0 0 0,0-1 0 0 0,1 0 0 0 0,-1 0 0 0 0,1-1-1 0 0,-1 0 1 0 0,1 0 0 0 0,13 0 0 0 0,-11-1-117 0 0,-1 0 0 0 0,1 0 1 0 0,0-1-1 0 0,0 0 0 0 0,-1-1 0 0 0,1 0 0 0 0,-1 0 0 0 0,1-1 0 0 0,-1 0 0 0 0,15-8 0 0 0,-21 10 179 0 0,1-1 1 0 0,-1 0 0 0 0,0 0-1 0 0,0 0 1 0 0,1 0 0 0 0,-1 0-1 0 0,-1 0 1 0 0,1 0 0 0 0,0-1-1 0 0,-1 1 1 0 0,1-1 0 0 0,-1 1-1 0 0,1-1 1 0 0,-1 1 0 0 0,0-1-1 0 0,0 0 1 0 0,-1 0 0 0 0,1 1-1 0 0,0-1 1 0 0,-1 0 0 0 0,0 0-1 0 0,0 0 1 0 0,1 0 0 0 0,-2 0-1 0 0,1 0 1 0 0,-1-4 0 0 0,1 4 134 0 0,-1 0-1 0 0,0 0 1 0 0,0 0 0 0 0,0 0 0 0 0,0 1 0 0 0,-1-1 0 0 0,1 0 0 0 0,-1 0-1 0 0,1 1 1 0 0,-1-1 0 0 0,0 1 0 0 0,0-1 0 0 0,0 1 0 0 0,-1 0 0 0 0,1 0-1 0 0,0 0 1 0 0,-1 0 0 0 0,1 0 0 0 0,-1 0 0 0 0,0 1 0 0 0,0 0-1 0 0,1-1 1 0 0,-1 1 0 0 0,0 0 0 0 0,0 0 0 0 0,0 0 0 0 0,0 1 0 0 0,0-1-1 0 0,-1 1 1 0 0,1 0 0 0 0,0 0 0 0 0,0 0 0 0 0,0 0 0 0 0,0 0 0 0 0,0 1-1 0 0,0-1 1 0 0,-5 2 0 0 0,-24 14-572 0 0,18 3-3120 0 0,13-18 2383 0 0,8 6-3670 0 0,-1-1 2898 0 0,1-5-6926 0 0,9-6 3584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2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40 912 0 0,'0'0'11524'0'0,"-5"4"-9999"0"0,-12 10-117 0 0,16-13-1200 0 0,0 0 0 0 0,0 0 0 0 0,1 1-1 0 0,-1-1 1 0 0,0 0 0 0 0,1 0-1 0 0,-1 0 1 0 0,1 1 0 0 0,0-1-1 0 0,-1 0 1 0 0,1 1 0 0 0,0-1 0 0 0,0 0-1 0 0,0 1 1 0 0,0-1 0 0 0,0 0-1 0 0,0 1 1 0 0,0-1 0 0 0,0 0 0 0 0,1 3-1 0 0,7 22 1976 0 0,-8-26-2172 0 0,4 9 556 0 0,0-1 0 0 0,1 1 1 0 0,0-1-1 0 0,1 0 0 0 0,0 0 1 0 0,0 0-1 0 0,0-1 0 0 0,1 0 1 0 0,15 11-1 0 0,12 14 1310 0 0,-34-32-1841 0 0,0 0-1 0 0,0-1 0 0 0,0 1 0 0 0,0 0 1 0 0,0-1-1 0 0,0 1 0 0 0,0 0 0 0 0,0 0 1 0 0,0-1-1 0 0,0 1 0 0 0,0 0 0 0 0,1-1 1 0 0,-1 1-1 0 0,0 0 0 0 0,0 0 0 0 0,0-1 1 0 0,0 1-1 0 0,1 0 0 0 0,-1 0 0 0 0,0 0 1 0 0,0-1-1 0 0,1 1 0 0 0,-1 0 0 0 0,0 0 0 0 0,0 0 1 0 0,1 0-1 0 0,-1-1 0 0 0,0 1 0 0 0,1 0 1 0 0,-1 0-1 0 0,0 0 0 0 0,1 0 0 0 0,-1 0 1 0 0,0 0-1 0 0,0 0 0 0 0,1 0 0 0 0,-1 0 1 0 0,0 0-1 0 0,1 0 0 0 0,-1 0 0 0 0,0 0 1 0 0,1 0-1 0 0,-1 0 0 0 0,0 0 0 0 0,0 1 1 0 0,1-1-1 0 0,-1 0 0 0 0,0 0 0 0 0,1 0 1 0 0,-1 0-1 0 0,0 1 0 0 0,0-1 0 0 0,1 0 1 0 0,-1 0-1 0 0,0 0 0 0 0,0 1 0 0 0,0-1 1 0 0,1 0-1 0 0,-1 0 0 0 0,0 1 0 0 0,0-1 1 0 0,0 0-1 0 0,0 1 0 0 0,-3-43-221 0 0,1 36 75 0 0,1-1 0 0 0,0 1 1 0 0,1-1-1 0 0,0 1 0 0 0,0-1 1 0 0,1-9-1 0 0,2 8 33 0 0,1 1 0 0 0,-1-1 0 0 0,2 1 0 0 0,-1 0 0 0 0,1 1 1 0 0,-1-1-1 0 0,2 1 0 0 0,-1 0 0 0 0,1 0 0 0 0,0 0 0 0 0,0 1 0 0 0,1 0 0 0 0,-1 0 0 0 0,1 1 0 0 0,0 0 0 0 0,0 0 0 0 0,1 0 0 0 0,10-3 0 0 0,-4 2 115 0 0,1 1-1 0 0,-1 0 1 0 0,1 0 0 0 0,0 1-1 0 0,1 1 1 0 0,-1 1-1 0 0,24 1 1 0 0,-34-1 53 0 0,0 1 0 0 0,0 1 0 0 0,-1-1 1 0 0,1 1-1 0 0,0 0 0 0 0,-1 0 0 0 0,1 0 0 0 0,-1 0 0 0 0,1 1 1 0 0,-1 0-1 0 0,1 0 0 0 0,-1 0 0 0 0,0 0 0 0 0,0 1 0 0 0,0 0 0 0 0,0 0 1 0 0,-1 0-1 0 0,1 0 0 0 0,-1 0 0 0 0,0 1 0 0 0,0-1 0 0 0,0 1 1 0 0,0 0-1 0 0,0 0 0 0 0,-1 0 0 0 0,0 0 0 0 0,4 9 0 0 0,-5-4 114 0 0,11 16 253 0 0,-6-17-491 0 0,1-33-913 0 0,4-12-3372 0 0,-14 18-1171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3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14 560 0 0,'-9'-9'27003'0'0,"7"7"-25068"0"0,-1 0-6383 0 0,0 2 4823 0 0,-2 1-207 0 0,1 1-1 0 0,-1 0 1 0 0,1 0-1 0 0,0 0 1 0 0,-1 0-1 0 0,-5 4 1 0 0,-3 4 240 0 0,1-1 0 0 0,0 1 0 0 0,0 1 1 0 0,1 0-1 0 0,0 1 0 0 0,1 0 0 0 0,1 0 1 0 0,0 1-1 0 0,-9 17 0 0 0,17-28-372 0 0,0 0 0 0 0,0 1 0 0 0,0-1 0 0 0,0 0 0 0 0,0 1 0 0 0,1-1 0 0 0,-1 0 0 0 0,1 1 0 0 0,0-1 0 0 0,-1 1 0 0 0,1-1 0 0 0,0 0 0 0 0,1 1 0 0 0,-1-1 0 0 0,0 1 0 0 0,1-1 0 0 0,-1 1 0 0 0,1-1 0 0 0,0 0 0 0 0,0 0 0 0 0,0 1 1 0 0,0-1-1 0 0,0 0 0 0 0,0 0 0 0 0,0 0 0 0 0,1 0 0 0 0,-1 0 0 0 0,1 0 0 0 0,0 0 0 0 0,0-1 0 0 0,-1 1 0 0 0,1-1 0 0 0,0 1 0 0 0,3 1 0 0 0,1 0-67 0 0,-1 0 0 0 0,1 0 0 0 0,0 0 0 0 0,-1-1 1 0 0,1 0-1 0 0,0 0 0 0 0,1-1 0 0 0,-1 0 0 0 0,0 0 1 0 0,0 0-1 0 0,13-1 0 0 0,6-1-480 0 0,0 0 0 0 0,-1-2 0 0 0,1-1 1 0 0,-1-1-1 0 0,1-1 0 0 0,41-17 0 0 0,-64 22 326 0 0,0 1-1 0 0,-1-1 1 0 0,1 0-1 0 0,-1 0 0 0 0,1 0 1 0 0,-1 0-1 0 0,1 0 1 0 0,-1 0-1 0 0,1 0 1 0 0,-1 0-1 0 0,0-1 1 0 0,0 1-1 0 0,0 0 0 0 0,0-1 1 0 0,0 1-1 0 0,0-1 1 0 0,0 0-1 0 0,0 1 1 0 0,0-1-1 0 0,-1 1 1 0 0,1-1-1 0 0,0-3 1 0 0,-1 3-678 0 0,0-7-4120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4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25 72 0 0,'-1'-2'482'0'0,"0"1"-1"0"0,0-1 1 0 0,0 1-1 0 0,0-1 1 0 0,0 1-1 0 0,0-1 1 0 0,0 1-1 0 0,-1 0 1 0 0,1 0-1 0 0,0 0 1 0 0,-1-1 0 0 0,1 1-1 0 0,-1 1 1 0 0,0-1-1 0 0,1 0 1 0 0,-1 0-1 0 0,0 1 1 0 0,1-1-1 0 0,-1 1 1 0 0,-2-1 0 0 0,-1 0 326 0 0,0 1 0 0 0,0-1 0 0 0,0 1 0 0 0,0 0 0 0 0,0 1 0 0 0,0 0 0 0 0,-6 1 0 0 0,-2 1 321 0 0,1 1 0 0 0,1 0 0 0 0,-1 1 1 0 0,1 0-1 0 0,-13 7 0 0 0,17-7-721 0 0,0 0-1 0 0,1 0 1 0 0,0 0-1 0 0,0 1 1 0 0,0-1-1 0 0,0 1 1 0 0,1 1-1 0 0,0-1 1 0 0,0 1-1 0 0,1 0 1 0 0,0 0-1 0 0,-5 10 1 0 0,8-13-337 0 0,0-1 1 0 0,0 0-1 0 0,1 0 1 0 0,-1 1-1 0 0,0-1 0 0 0,1 0 1 0 0,0 1-1 0 0,0-1 1 0 0,0 0-1 0 0,0 1 1 0 0,1-1-1 0 0,0 0 1 0 0,-1 1-1 0 0,1-1 1 0 0,0 0-1 0 0,0 0 1 0 0,1 0-1 0 0,-1 0 1 0 0,1 0-1 0 0,-1 0 1 0 0,1 0-1 0 0,0 0 1 0 0,0 0-1 0 0,0-1 1 0 0,0 1-1 0 0,1-1 1 0 0,-1 0-1 0 0,1 1 1 0 0,0-1-1 0 0,-1-1 1 0 0,1 1-1 0 0,4 2 1 0 0,1 0-120 0 0,-1-1 0 0 0,1 0 0 0 0,0-1 1 0 0,0 1-1 0 0,0-1 0 0 0,0-1 0 0 0,0 0 0 0 0,1 0 0 0 0,-1 0 1 0 0,0-1-1 0 0,1-1 0 0 0,10-1 0 0 0,7-1-267 0 0,-1-2 0 0 0,43-12 1 0 0,-52 12 101 0 0,-1 0 1 0 0,0-1 0 0 0,0-1 0 0 0,-1 0-1 0 0,18-12 1 0 0,-30 18 228 0 0,0-1 1 0 0,0 1-1 0 0,1-1 0 0 0,-1 1 1 0 0,0-1-1 0 0,0 0 1 0 0,0 0-1 0 0,-1 0 0 0 0,1 0 1 0 0,0 0-1 0 0,-1 0 0 0 0,1 0 1 0 0,-1-1-1 0 0,0 1 1 0 0,0 0-1 0 0,0-1 0 0 0,0 1 1 0 0,0-1-1 0 0,0 0 0 0 0,-1 1 1 0 0,1-1-1 0 0,-1 0 1 0 0,0 1-1 0 0,0-1 0 0 0,0 0 1 0 0,0 1-1 0 0,0-1 0 0 0,0 1 1 0 0,-1-1-1 0 0,1 0 1 0 0,-1 1-1 0 0,0-1 0 0 0,0 1 1 0 0,0-1-1 0 0,0 1 0 0 0,0-1 1 0 0,0 1-1 0 0,-1 0 1 0 0,1 0-1 0 0,-1 0 0 0 0,-3-3 1 0 0,1 0 160 0 0,-1 0 0 0 0,-1 1 0 0 0,1-1 0 0 0,-1 1 1 0 0,0 1-1 0 0,1-1 0 0 0,-2 1 0 0 0,1 0 0 0 0,0 0 1 0 0,-1 1-1 0 0,-11-3 0 0 0,5 2 65 0 0,0 0 1 0 0,0 1-1 0 0,-1 1 0 0 0,1 0 1 0 0,0 1-1 0 0,-19 2 1 0 0,2 7-504 0 0,29-8 107 0 0,0-1 0 0 0,0 1 0 0 0,0-1 1 0 0,-1 1-1 0 0,1-1 0 0 0,0 1 0 0 0,1 0 1 0 0,-1 0-1 0 0,0-1 0 0 0,0 1 0 0 0,0 0 0 0 0,0 0 1 0 0,0 0-1 0 0,1 0 0 0 0,-1 0 0 0 0,1 0 1 0 0,-1 0-1 0 0,0 0 0 0 0,1 0 0 0 0,0 0 1 0 0,-1 1-1 0 0,1 0 0 0 0,0 0-1179 0 0,1 1-180 0 0,9 18-1941 0 0,-4-12-1056 0 0,3-1-3478 0 0,1 0 2276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5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 1760 0 0,'0'0'1972'0'0,"-20"6"3600"0"0,16-4-5128 0 0,1 0 0 0 0,-1 0 0 0 0,1 0 0 0 0,-1 0 0 0 0,1 1 0 0 0,0-1 0 0 0,0 1 0 0 0,0 0 0 0 0,0 0 0 0 0,0 0 0 0 0,1 0 0 0 0,0 0 0 0 0,-1 1 0 0 0,1-1 0 0 0,0 1 0 0 0,1-1 0 0 0,-1 1 0 0 0,1 0 0 0 0,-1 0 0 0 0,1 0 0 0 0,0 0 0 0 0,0 7 0 0 0,-2 10 491 0 0,1 1 0 0 0,1-1 0 0 0,2 26 0 0 0,0-16-5 0 0,0-8-253 0 0,1 0 1 0 0,1-1-1 0 0,0 1 0 0 0,14 39 0 0 0,38 83 1494 0 0,-51-137-2514 0 0,0 0-1 0 0,0 0 1 0 0,1 0-1 0 0,0-1 1 0 0,9 10 0 0 0,-12-15-554 0 0,-1-2 703 0 0,0 0 0 0 0,0 0 0 0 0,0 0 0 0 0,-1 0 0 0 0,1 0 0 0 0,0-1-1 0 0,0 1 1 0 0,0 0 0 0 0,-1 0 0 0 0,1-1 0 0 0,0 1 0 0 0,-1-1-1 0 0,1 1 1 0 0,0 0 0 0 0,-1-1 0 0 0,1 0 0 0 0,0 1 0 0 0,-1-1 0 0 0,1 0-1 0 0,16-29-3085 0 0,-2-8-4781 0 0,-12 31 6043 0 0,8-19-3350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5.2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1 688 0 0,'-1'0'570'0'0,"-1"0"-1"0"0,1 0 1 0 0,0 0-1 0 0,-1 0 1 0 0,1 0-1 0 0,0 0 1 0 0,-1 0-1 0 0,1 0 1 0 0,0 1-1 0 0,0-1 1 0 0,-1 0-1 0 0,1 1 1 0 0,0-1-1 0 0,0 1 1 0 0,-1 0-1 0 0,1-1 1 0 0,0 1-1 0 0,0 0 1 0 0,0 0-1 0 0,0-1 1 0 0,-1 2 0 0 0,0 1-80 0 0,1-1 0 0 0,-1 0 1 0 0,1 1-1 0 0,-1-1 1 0 0,1 1-1 0 0,0-1 0 0 0,0 1 1 0 0,0 0-1 0 0,-1 4 1 0 0,0 6 89 0 0,0 1 1 0 0,1-1 0 0 0,1 19 0 0 0,0-25 204 0 0,1 90 2997 0 0,21 147 1 0 0,-21-241-3845 0 0,-1 0 1 0 0,1 0-1 0 0,-1 0 1 0 0,1 0-1 0 0,0 0 1 0 0,1 0-1 0 0,-1 0 1 0 0,0 0-1 0 0,1-1 1 0 0,-1 1-1 0 0,1 0 1 0 0,0-1-1 0 0,0 1 1 0 0,0-1-1 0 0,0 0 1 0 0,1 0-1 0 0,-1 0 1 0 0,0 0-1 0 0,1 0 1 0 0,0 0-1 0 0,-1 0 1 0 0,1-1-1 0 0,0 0 1 0 0,0 1-1 0 0,0-1 1 0 0,0 0-1 0 0,0 0 1 0 0,0-1-1 0 0,5 2 1 0 0,-1-2-704 0 0,-1 0 0 0 0,0 0 0 0 0,1 0-1 0 0,-1-1 1 0 0,0 0 0 0 0,1 0 0 0 0,-1 0 0 0 0,0-1 0 0 0,0 0 0 0 0,0 0 0 0 0,0-1 0 0 0,0 0 0 0 0,-1 0 0 0 0,7-4 0 0 0,9-5-5091 0 0,-1-2 450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5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0 152 0 0,'-6'6'1427'0'0,"-1"1"1"0"0,1 0-1 0 0,1 0 1 0 0,-1 0-1 0 0,1 0 1 0 0,0 1-1 0 0,0 0 0 0 0,1 0 1 0 0,1 0-1 0 0,-1 1 1 0 0,-4 16-1 0 0,7-19-1042 0 0,-1 0 0 0 0,1 1 1 0 0,0-1-1 0 0,1 1 0 0 0,-1-1 0 0 0,1 1 0 0 0,1-1 0 0 0,-1 1 0 0 0,1-1 0 0 0,0 0 1 0 0,0 1-1 0 0,1-1 0 0 0,0 0 0 0 0,0 0 0 0 0,1 0 0 0 0,-1 0 0 0 0,7 9 1 0 0,-9-14-437 0 0,1 0 1 0 0,0 0-1 0 0,0 0 1 0 0,0 0-1 0 0,0 1 1 0 0,0-1-1 0 0,0 0 1 0 0,0-1 0 0 0,0 1-1 0 0,0 0 1 0 0,1 0-1 0 0,-1 0 1 0 0,0-1-1 0 0,0 1 1 0 0,1-1-1 0 0,-1 1 1 0 0,0-1 0 0 0,1 1-1 0 0,-1-1 1 0 0,1 0-1 0 0,-1 0 1 0 0,1 0-1 0 0,-1 1 1 0 0,0-1-1 0 0,4-1 1 0 0,-3 0-131 0 0,0 1 0 0 0,0-1 0 0 0,0 0-1 0 0,0 0 1 0 0,0-1 0 0 0,0 1 0 0 0,0 0 0 0 0,0-1 0 0 0,0 1-1 0 0,0-1 1 0 0,-1 1 0 0 0,1-1 0 0 0,-1 0 0 0 0,1 0 0 0 0,-1 0-1 0 0,0 0 1 0 0,2-2 0 0 0,2-6-590 0 0,-1 1-1 0 0,0-1 0 0 0,-1 0 1 0 0,0 0-1 0 0,0 0 1 0 0,2-16-1 0 0,-1-35-6407 0 0,-4 26 3206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5.6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66 5292 0 0,'-10'-22'568'0'0,"8"19"-249"0"0,0 0 1 0 0,0 0-1 0 0,1 0 1 0 0,-1 0-1 0 0,1-1 1 0 0,0 1-1 0 0,0 0 1 0 0,-1-6-1 0 0,2 8-220 0 0,-1 0-1 0 0,1 1 1 0 0,0-1-1 0 0,-1 1 1 0 0,1-1-1 0 0,0 1 1 0 0,-1-1-1 0 0,1 1 1 0 0,-1 0 0 0 0,1-1-1 0 0,-1 1 1 0 0,1-1-1 0 0,-1 1 1 0 0,1 0-1 0 0,-1-1 1 0 0,0 1-1 0 0,1 0 1 0 0,-1 0-1 0 0,1-1 1 0 0,-1 1-1 0 0,0 0 1 0 0,1 0-1 0 0,-1 0 1 0 0,0 0-1 0 0,1 0 1 0 0,-1 0-1 0 0,0 0 1 0 0,1 0-1 0 0,-1 0 1 0 0,0 0-1 0 0,1 0 1 0 0,-1 1-1 0 0,1-1 1 0 0,-1 0-1 0 0,0 0 1 0 0,0 1-1 0 0,-21 5 3105 0 0,17-1-2702 0 0,-1-1 0 0 0,1 2 0 0 0,0-1-1 0 0,1 1 1 0 0,-1-1 0 0 0,1 1 0 0 0,0 1-1 0 0,1-1 1 0 0,-1 0 0 0 0,1 1 0 0 0,1 0 0 0 0,-3 8-1 0 0,-1 0-140 0 0,5-14-435 0 0,1 1-1 0 0,-1-1 1 0 0,1 0 0 0 0,-1 1-1 0 0,1-1 1 0 0,0 0-1 0 0,0 1 1 0 0,0-1-1 0 0,0 0 1 0 0,0 1-1 0 0,0-1 1 0 0,0 0-1 0 0,0 1 1 0 0,0-1 0 0 0,0 0-1 0 0,1 1 1 0 0,-1-1-1 0 0,1 0 1 0 0,-1 0-1 0 0,1 1 1 0 0,-1-1-1 0 0,1 0 1 0 0,0 0-1 0 0,-1 0 1 0 0,1 0 0 0 0,0 0-1 0 0,0 0 1 0 0,0 0-1 0 0,0 0 1 0 0,0 0-1 0 0,0 0 1 0 0,0 0-1 0 0,0-1 1 0 0,0 1-1 0 0,0 0 1 0 0,1-1 0 0 0,0 1-1 0 0,3 1-1029 0 0,-1 0 0 0 0,0-1 1 0 0,0 0-1 0 0,1 0 0 0 0,-1 0 0 0 0,1-1 0 0 0,-1 0 0 0 0,1 1 0 0 0,6-2 0 0 0,5-1-3696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6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1496 0 0,'-36'28'11056'0'0,"31"-23"-9679"0"0,1 1 0 0 0,-1 0 0 0 0,1 0 0 0 0,1 0 0 0 0,-6 13 0 0 0,8-17-1196 0 0,0 1 0 0 0,1-1-1 0 0,-1 1 1 0 0,1-1 0 0 0,0 1-1 0 0,0 0 1 0 0,0-1 0 0 0,1 1 0 0 0,-1 0-1 0 0,0-1 1 0 0,1 1 0 0 0,0-1-1 0 0,-1 1 1 0 0,1-1 0 0 0,0 1-1 0 0,0-1 1 0 0,1 0 0 0 0,-1 1 0 0 0,2 2-1 0 0,7 6 201 0 0,-1 1-1 0 0,1-2 0 0 0,1 1 1 0 0,0-1-1 0 0,1-1 0 0 0,16 11 1 0 0,12 11 335 0 0,-39-30-689 0 0,1 0 1 0 0,-1 0-1 0 0,1 0 0 0 0,-1 0 0 0 0,0 1 0 0 0,1-1 0 0 0,-1 0 1 0 0,0 1-1 0 0,0-1 0 0 0,0 1 0 0 0,0 0 0 0 0,-1-1 0 0 0,1 1 1 0 0,0 0-1 0 0,-1-1 0 0 0,1 1 0 0 0,-1 0 0 0 0,1 0 0 0 0,-1-1 1 0 0,0 1-1 0 0,0 0 0 0 0,0 0 0 0 0,0 0 0 0 0,0 3 0 0 0,-1-2-10 0 0,0 0-1 0 0,-1 0 0 0 0,1 0 0 0 0,-1-1 0 0 0,1 1 1 0 0,-1 0-1 0 0,0-1 0 0 0,0 1 0 0 0,0-1 0 0 0,0 0 1 0 0,-1 1-1 0 0,1-1 0 0 0,-4 2 0 0 0,0 1-146 0 0,-1-1 0 0 0,0 1 0 0 0,0-1 0 0 0,0-1 0 0 0,0 1 0 0 0,-1-1 0 0 0,0-1 0 0 0,1 1 0 0 0,-1-1 0 0 0,-13 1-1 0 0,18-3-56 0 0,0 0 0 0 0,0 0-1 0 0,0-1 1 0 0,0 0 0 0 0,0 1-1 0 0,0-1 1 0 0,1 0 0 0 0,-1 0-1 0 0,0-1 1 0 0,1 1 0 0 0,-1-1-1 0 0,0 1 1 0 0,-3-4 0 0 0,3 3-150 0 0,2 1-204 0 0,3-15-1897 0 0,0 13 2278 0 0,1 1-1 0 0,-1-1 1 0 0,1 1 0 0 0,0-1 0 0 0,0 1-1 0 0,0 0 1 0 0,0 0 0 0 0,0 1 0 0 0,0-1-1 0 0,1 1 1 0 0,-1-1 0 0 0,1 1 0 0 0,6-1-1 0 0,62-12-1801 0 0,-20 5 147 0 0,-50 9 1755 0 0,54-16-3349 0 0,-21 3-2473 0 0,-18 6 2522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6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1 1068 0 0,'0'0'10410'0'0,"-6"2"-9050"0"0,2 0-1006 0 0,-1 0 0 0 0,1 0 0 0 0,0 0 1 0 0,0 0-1 0 0,0 1 0 0 0,0 0 0 0 0,0 0 0 0 0,1 0 1 0 0,-1 0-1 0 0,1 0 0 0 0,0 1 0 0 0,0 0 0 0 0,0-1 0 0 0,0 1 1 0 0,1 0-1 0 0,-1 0 0 0 0,1 1 0 0 0,0-1 0 0 0,1 0 1 0 0,-1 1-1 0 0,-1 7 0 0 0,-3 15 1163 0 0,-5 28 887 0 0,11-52-2576 0 0,0-1 0 0 0,0 1-1 0 0,0-1 1 0 0,0 0 0 0 0,0 1 0 0 0,1-1 0 0 0,-1 0-1 0 0,1 1 1 0 0,-1-1 0 0 0,1 0 0 0 0,0 0-1 0 0,0 1 1 0 0,0-1 0 0 0,0 0 0 0 0,1 0 0 0 0,-1 0-1 0 0,0 0 1 0 0,1 0 0 0 0,2 2 0 0 0,2-6-6901 0 0,11-3 2825 0 0,0-1-1254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6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106 126 1660 0 0,'-7'3'1262'0'0,"1"0"0"0"0,-1 1 0 0 0,0-1-1 0 0,1 2 1 0 0,0-1 0 0 0,0 1 0 0 0,0-1 0 0 0,1 2-1 0 0,0-1 1 0 0,0 1 0 0 0,-5 6 0 0 0,6-6-749 0 0,0 1 0 0 0,1 0 0 0 0,-1 0 1 0 0,2 0-1 0 0,-1 0 0 0 0,1 1 0 0 0,0-1 0 0 0,0 0 1 0 0,1 1-1 0 0,0 0 0 0 0,0-1 0 0 0,1 1 0 0 0,0 0 1 0 0,0-1-1 0 0,1 1 0 0 0,2 11 0 0 0,-2-15-439 0 0,0 0-1 0 0,0 0 0 0 0,0 0 1 0 0,1 0-1 0 0,-1 0 0 0 0,1-1 0 0 0,0 1 1 0 0,0 0-1 0 0,0-1 0 0 0,1 1 1 0 0,-1-1-1 0 0,1 0 0 0 0,0 0 1 0 0,0 0-1 0 0,0 0 0 0 0,0 0 0 0 0,0-1 1 0 0,6 4-1 0 0,-2-3-106 0 0,0 0 1 0 0,0 0-1 0 0,0-1 0 0 0,0 0 1 0 0,1 0-1 0 0,-1-1 0 0 0,1 0 1 0 0,-1 0-1 0 0,13 0 0 0 0,5-3-282 0 0,-1-1 0 0 0,1 0 0 0 0,-1-2 0 0 0,0-1 0 0 0,32-12 0 0 0,-41 13-194 0 0,-1-1 1 0 0,0 0 0 0 0,25-16 0 0 0,-33 18 345 0 0,-1 0 1 0 0,0-1 0 0 0,0 0-1 0 0,0 1 1 0 0,0-1-1 0 0,-1-1 1 0 0,0 1 0 0 0,0-1-1 0 0,-1 1 1 0 0,1-1-1 0 0,2-7 1 0 0,-5 9 206 0 0,0-1 0 0 0,0 1 0 0 0,-1 0 0 0 0,1-1 0 0 0,-1 1 0 0 0,0-1 1 0 0,0 1-1 0 0,-1-1 0 0 0,1 1 0 0 0,-1-1 0 0 0,0 1 0 0 0,0 0 0 0 0,-1 0 0 0 0,1-1 0 0 0,-1 1 0 0 0,0 0 0 0 0,0 0 0 0 0,0 0 1 0 0,-1 1-1 0 0,-5-8 0 0 0,6 8 98 0 0,0 0 1 0 0,-1 0 0 0 0,1 0-1 0 0,-1 1 1 0 0,0-1-1 0 0,0 1 1 0 0,1-1-1 0 0,-2 1 1 0 0,1 0 0 0 0,0 0-1 0 0,0 0 1 0 0,-1 1-1 0 0,1-1 1 0 0,-1 1 0 0 0,0-1-1 0 0,1 1 1 0 0,-1 1-1 0 0,0-1 1 0 0,1 0 0 0 0,-1 1-1 0 0,0 0 1 0 0,0 0-1 0 0,0 0 1 0 0,1 0-1 0 0,-1 1 1 0 0,-5 0 0 0 0,0 2 87 0 0,0 1 0 0 0,1-1 0 0 0,0 1 0 0 0,0 1 0 0 0,-12 8 1 0 0,19-13-206 0 0,-1 1 1 0 0,1 0 0 0 0,0 0-1 0 0,-1 0 1 0 0,1 0-1 0 0,0 0 1 0 0,0 0 0 0 0,0 1-1 0 0,0-1 1 0 0,0 0 0 0 0,0 0-1 0 0,0 1 1 0 0,0-1 0 0 0,1 0-1 0 0,-1 1 1 0 0,0-1-1 0 0,1 1 1 0 0,-1-1 0 0 0,1 1-1 0 0,0 0 1 0 0,0-1 0 0 0,-1 1-1 0 0,1-1 1 0 0,0 1-1 0 0,0-1 1 0 0,0 1 0 0 0,0 0-1 0 0,1-1 1 0 0,-1 1 0 0 0,0-1-1 0 0,1 1 1 0 0,-1-1 0 0 0,1 1-1 0 0,0-1 1 0 0,-1 1-1 0 0,1-1 1 0 0,0 0 0 0 0,0 1-1 0 0,0-1 1 0 0,0 0 0 0 0,0 0-1 0 0,0 1 1 0 0,1 0 0 0 0,4 4-168 0 0,0 0 0 0 0,0-1 1 0 0,1 0-1 0 0,-1 0 0 0 0,1 0 0 0 0,0-1 1 0 0,0 0-1 0 0,1-1 0 0 0,-1 1 1 0 0,1-1-1 0 0,0-1 0 0 0,0 1 1 0 0,0-1-1 0 0,0-1 0 0 0,0 0 1 0 0,0 0-1 0 0,1 0 0 0 0,-1-1 1 0 0,0 0-1 0 0,0-1 0 0 0,15-2 1 0 0,-18 2-72 0 0,0 1 0 0 0,0-1 0 0 0,0 0 0 0 0,0 0 0 0 0,0-1 0 0 0,0 1 0 0 0,0-1 1 0 0,-1 0-1 0 0,1-1 0 0 0,0 1 0 0 0,-1-1 0 0 0,0 0 0 0 0,0 0 0 0 0,0 0 0 0 0,0 0 0 0 0,0-1 1 0 0,-1 0-1 0 0,1 0 0 0 0,-1 0 0 0 0,0 0 0 0 0,0 0 0 0 0,-1 0 0 0 0,1-1 0 0 0,-1 0 0 0 0,0 1 1 0 0,0-1-1 0 0,0 0 0 0 0,-1 0 0 0 0,1-5 0 0 0,0 1 10 0 0,1 0 0 0 0,0 0 0 0 0,0 0 0 0 0,1 1 0 0 0,0-1 0 0 0,0 1 0 0 0,1 0 0 0 0,0 0 0 0 0,1 1 0 0 0,-1-1 0 0 0,1 1 0 0 0,1 1 0 0 0,0-1 0 0 0,-1 1 0 0 0,2 0 0 0 0,-1 1 0 0 0,1-1 0 0 0,0 2 0 0 0,0-1 0 0 0,0 1 0 0 0,1 0 0 0 0,-1 1 0 0 0,1 0 0 0 0,14-3 0 0 0,1 0-21 0 0,0 1-1 0 0,1 2 1 0 0,0 0 0 0 0,0 2 0 0 0,0 1 0 0 0,0 0 0 0 0,-1 2 0 0 0,29 6 0 0 0,-47-7 211 0 0,1 0 0 0 0,0 1-1 0 0,0 0 1 0 0,-1 0 0 0 0,1 1 0 0 0,-1 0 0 0 0,0 0-1 0 0,0 0 1 0 0,0 1 0 0 0,0 0 0 0 0,-1 0 0 0 0,1 0-1 0 0,-1 1 1 0 0,0 0 0 0 0,0 0 0 0 0,-1 0 0 0 0,1 0-1 0 0,-1 1 1 0 0,-1 0 0 0 0,1 0 0 0 0,-1 0-1 0 0,0 0 1 0 0,0 0 0 0 0,-1 1 0 0 0,4 11 0 0 0,9 24-342 0 0,-3-17-5798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9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77 171 68 0 0,'-49'-5'13025'0'0,"48"5"-12355"0"0,0-1 0 0 0,0 0 0 0 0,0 1 0 0 0,0-1-1 0 0,0 1 1 0 0,0 0 0 0 0,0-1 0 0 0,-1 1 0 0 0,1 0 0 0 0,0-1 0 0 0,0 1-1 0 0,0 0 1 0 0,-1 0 0 0 0,1 0 0 0 0,-2 1 0 0 0,1 5-418 0 0,0 1 0 0 0,1 0 0 0 0,0 0 0 0 0,0 0 0 0 0,0 0 0 0 0,1 0 0 0 0,0-1 0 0 0,1 1 0 0 0,-1 0 0 0 0,1 0 0 0 0,1 0 0 0 0,3 12 0 0 0,4 10 386 0 0,2-1-1 0 0,23 47 1 0 0,-7-20 35 0 0,5 0-50 0 0,-19-41-398 0 0,-18-34-282 0 0,3 13 7 0 0,-1 0 0 0 0,2-1 1 0 0,-1 0-1 0 0,1 1 0 0 0,0-1 0 0 0,0 0 0 0 0,1 0 1 0 0,0 1-1 0 0,0-1 0 0 0,1 0 0 0 0,0 0 0 0 0,1 1 1 0 0,-1-1-1 0 0,1 1 0 0 0,1-1 0 0 0,0 1 0 0 0,0 0 0 0 0,0 0 1 0 0,1 0-1 0 0,0 0 0 0 0,0 1 0 0 0,0-1 0 0 0,1 1 1 0 0,0 0-1 0 0,11-9 0 0 0,-8 7 35 0 0,0 1 0 0 0,1 0-1 0 0,0 1 1 0 0,0 0 0 0 0,0 1 0 0 0,1-1 0 0 0,0 2 0 0 0,0-1-1 0 0,0 2 1 0 0,1-1 0 0 0,-1 1 0 0 0,1 1 0 0 0,0 0 0 0 0,0 1-1 0 0,-1-1 1 0 0,1 2 0 0 0,16 1 0 0 0,-23-1 38 0 0,0 1 0 0 0,0-1 0 0 0,0 1 1 0 0,-1 0-1 0 0,1 0 0 0 0,0 1 0 0 0,-1-1 0 0 0,1 1 0 0 0,0 0 0 0 0,-1 0 1 0 0,0 0-1 0 0,0 0 0 0 0,1 1 0 0 0,-1-1 0 0 0,-1 1 0 0 0,1 0 0 0 0,0-1 1 0 0,-1 1-1 0 0,1 1 0 0 0,-1-1 0 0 0,0 0 0 0 0,0 1 0 0 0,0-1 0 0 0,0 1 1 0 0,-1-1-1 0 0,0 1 0 0 0,0 0 0 0 0,0 0 0 0 0,0-1 0 0 0,0 1 0 0 0,-1 0 1 0 0,1 0-1 0 0,-1 0 0 0 0,0 0 0 0 0,0 0 0 0 0,-1 0 0 0 0,0 5 0 0 0,-5 6 122 0 0,4-5-70 0 0,-2-1-1 0 0,1-1 0 0 0,-1 1 0 0 0,0 0 1 0 0,-1-1-1 0 0,0 0 0 0 0,-6 7 0 0 0,3-6 13 0 0,0 0-1 0 0,-1-1 1 0 0,0 0-1 0 0,0 0 1 0 0,0-1 0 0 0,-1 0-1 0 0,-17 8 1 0 0,23-13-75 0 0,-1 1 0 0 0,1-1 0 0 0,-1 0 1 0 0,1-1-1 0 0,-1 1 0 0 0,0-1 1 0 0,0 0-1 0 0,0 0 0 0 0,0-1 0 0 0,0 1 1 0 0,0-1-1 0 0,0 0 0 0 0,0 0 0 0 0,0-1 1 0 0,0 1-1 0 0,1-1 0 0 0,-1 0 0 0 0,0-1 1 0 0,0 1-1 0 0,-8-5 0 0 0,5 2 24 0 0,-27-22-110 0 0,34 25 92 0 0,5-1 30 0 0,5 1-25 0 0,0-1 0 0 0,0 2 0 0 0,0-1 0 0 0,0 1 0 0 0,0 1-1 0 0,1 0 1 0 0,-1 0 0 0 0,0 1 0 0 0,-1 0 0 0 0,1 0 0 0 0,0 1 0 0 0,13 6-1 0 0,-8-4-108 0 0,0 0 0 0 0,0-1 0 0 0,1-1 0 0 0,-1 0 1 0 0,18 0-1 0 0,-18-3-134 0 0,-1 0 1 0 0,0-1-1 0 0,0-1 1 0 0,0 0-1 0 0,-1-1 1 0 0,1-1 0 0 0,-1 0-1 0 0,1 0 1 0 0,19-11-1 0 0,-23 10 66 0 0,-1 0 0 0 0,0-1-1 0 0,-1 0 1 0 0,1 0 0 0 0,-1-1-1 0 0,0 0 1 0 0,-1 0 0 0 0,0 0 0 0 0,0-1-1 0 0,-1 0 1 0 0,1 0 0 0 0,-2-1-1 0 0,8-15 1 0 0,-12 23 151 0 0,2-5-11 0 0,1 1 0 0 0,-2 0-1 0 0,1 0 1 0 0,0-1-1 0 0,-1 1 1 0 0,0-1-1 0 0,0-6 1 0 0,-1 10 89 0 0,-1-1 0 0 0,1 1 0 0 0,-1-1 0 0 0,0 1 0 0 0,1-1 0 0 0,-1 1 0 0 0,0-1 0 0 0,-1 1 0 0 0,1-1 0 0 0,0 1 0 0 0,-1 0 1 0 0,1 0-1 0 0,-1 0 0 0 0,0 0 0 0 0,1 0 0 0 0,-1 0 0 0 0,0 0 0 0 0,0 1 0 0 0,-3-3 0 0 0,4 3-12 0 0,-1 0-1 0 0,0 0 1 0 0,1 0 0 0 0,-1 0 0 0 0,1 0-1 0 0,-1 0 1 0 0,0 1 0 0 0,0-1 0 0 0,1 1-1 0 0,-1-1 1 0 0,0 1 0 0 0,0-1 0 0 0,0 1-1 0 0,0 0 1 0 0,0 0 0 0 0,1 0 0 0 0,-1 0-1 0 0,0 0 1 0 0,0 1 0 0 0,0-1 0 0 0,0 0-1 0 0,0 1 1 0 0,-1 0 0 0 0,-1 1 53 0 0,0 0-1 0 0,1 0 1 0 0,-1 0-1 0 0,1 1 1 0 0,0-1 0 0 0,0 1-1 0 0,0 0 1 0 0,0 0-1 0 0,0 0 1 0 0,-4 5 0 0 0,4-3-11 0 0,-1 0 0 0 0,1 0 0 0 0,0 1 0 0 0,0-1 0 0 0,0 1 0 0 0,1-1 0 0 0,0 1 0 0 0,0 0 0 0 0,0 0 0 0 0,1 0 1 0 0,0 0-1 0 0,0 0 0 0 0,1 0 0 0 0,-1 0 0 0 0,2 10 0 0 0,0-11-101 0 0,1 0-1 0 0,-1 1 1 0 0,1-1-1 0 0,0-1 1 0 0,1 1 0 0 0,-1 0-1 0 0,1 0 1 0 0,0-1-1 0 0,0 0 1 0 0,0 0 0 0 0,1 1-1 0 0,-1-2 1 0 0,1 1-1 0 0,0 0 1 0 0,0-1 0 0 0,1 0-1 0 0,-1 0 1 0 0,1 0-1 0 0,-1 0 1 0 0,1-1 0 0 0,0 0-1 0 0,0 0 1 0 0,0 0-1 0 0,0-1 1 0 0,0 1 0 0 0,11 0-1 0 0,0 0-175 0 0,0-1-1 0 0,0-1 0 0 0,0-1 1 0 0,0 0-1 0 0,0-1 1 0 0,0-1-1 0 0,27-7 1 0 0,-37 8-70 0 0,0 0 0 0 0,0-1 0 0 0,-1 1 0 0 0,1-1 1 0 0,-1 0-1 0 0,1 0 0 0 0,-1-1 0 0 0,0 1 0 0 0,-1-1 1 0 0,1-1-1 0 0,-1 1 0 0 0,1 0 0 0 0,-1-1 0 0 0,-1 0 1 0 0,1 0-1 0 0,-1 0 0 0 0,1 0 0 0 0,-2-1 0 0 0,1 1 1 0 0,0-1-1 0 0,-1 0 0 0 0,0 0 0 0 0,-1 0 0 0 0,1 0 1 0 0,-1 0-1 0 0,0-8 0 0 0,1-12-1387 0 0,-1-1-1 0 0,-1 1 1 0 0,-2 0 0 0 0,-7-42-1 0 0,8 63 1366 0 0,-7-27-1524 0 0,0-16-521 0 0,8-20 1413 0 0,0 66 1141 0 0,-2-20 9018 0 0,0 39-8831 0 0,1-1 1 0 0,1 0-1 0 0,0 1 1 0 0,1-1-1 0 0,1 1 0 0 0,0-1 1 0 0,1 0-1 0 0,1 0 1 0 0,0 0-1 0 0,1 0 1 0 0,1-1-1 0 0,12 23 1 0 0,13 18 989 0 0,74 101 1 0 0,-48-77-1470 0 0,-46-67-1253 0 0,-10-20-822 0 0,-10-17 779 0 0,-57-84-3240 0 0,33 58 3786 0 0,64 74 6183 0 0,-4 1-4159 0 0,46 29 0 0 0,-64-48-1195 0 0,1-2 0 0 0,0 0-1 0 0,0 0 1 0 0,0-1 0 0 0,0 0 0 0 0,1 0 0 0 0,-1-1 0 0 0,1-1 0 0 0,-1 0 0 0 0,1 0-1 0 0,0-1 1 0 0,0-1 0 0 0,-1 0 0 0 0,1 0 0 0 0,-1-1 0 0 0,1 0 0 0 0,11-4 0 0 0,-14 3-171 0 0,0 0 0 0 0,-1 0 0 0 0,1-1 0 0 0,-1 0 1 0 0,0 0-1 0 0,0-1 0 0 0,0 0 0 0 0,-1 0 0 0 0,1 0 0 0 0,-1-1 1 0 0,-1 0-1 0 0,1 0 0 0 0,-1-1 0 0 0,0 1 0 0 0,0-1 1 0 0,-1 0-1 0 0,0 0 0 0 0,0-1 0 0 0,-1 1 0 0 0,0-1 1 0 0,0 0-1 0 0,2-14 0 0 0,-4-9 126 0 0,-3 10 707 0 0,2 20-646 0 0,0 1-1 0 0,0-1 0 0 0,0 1 0 0 0,0-1 1 0 0,0 1-1 0 0,0-1 0 0 0,0 1 1 0 0,0-1-1 0 0,0 1 0 0 0,0-1 0 0 0,0 1 1 0 0,-1-1-1 0 0,1 1 0 0 0,0-1 1 0 0,0 1-1 0 0,-1-1 0 0 0,1 1 0 0 0,0 0 1 0 0,-1-1-1 0 0,1 1 0 0 0,0-1 1 0 0,-1 1-1 0 0,1 0 0 0 0,-1-1 0 0 0,1 1 1 0 0,-1 0-1 0 0,1 0 0 0 0,-1-1 1 0 0,1 1-1 0 0,-1 0 0 0 0,1 0 0 0 0,-1 0 1 0 0,1-1-1 0 0,-1 1 0 0 0,1 0 1 0 0,-1 0-1 0 0,1 0 0 0 0,-1 0 0 0 0,1 0 1 0 0,-1 0-1 0 0,1 0 0 0 0,-1 0 1 0 0,1 0-1 0 0,-1 1 0 0 0,1-1 0 0 0,-1 0 1 0 0,1 0-1 0 0,-1 0 0 0 0,0 1 1 0 0,-1-1 15 0 0,1 1 0 0 0,-1-1 1 0 0,1 1-1 0 0,-1 0 0 0 0,1 0 1 0 0,0-1-1 0 0,-1 1 0 0 0,1 0 1 0 0,0 0-1 0 0,-1 0 0 0 0,1 1 1 0 0,0-1-1 0 0,0 0 0 0 0,-2 2 1 0 0,1 4 191 0 0,-1 0 0 0 0,1 0 0 0 0,0 0 0 0 0,0 0 0 0 0,1 0 0 0 0,0 0 0 0 0,0 1 0 0 0,1-1 0 0 0,0 10 1 0 0,1-12-173 0 0,-1-1 1 0 0,1 0-1 0 0,1 0 1 0 0,-1 0-1 0 0,0 0 1 0 0,1 0-1 0 0,0 0 1 0 0,0 0-1 0 0,0-1 1 0 0,0 1-1 0 0,1 0 1 0 0,-1-1-1 0 0,1 0 1 0 0,0 0-1 0 0,0 0 1 0 0,0 0-1 0 0,6 4 1 0 0,-1-2-90 0 0,1 0 0 0 0,0 0 0 0 0,0-1 0 0 0,1 0 0 0 0,-1 0-1 0 0,1-1 1 0 0,-1 0 0 0 0,1-1 0 0 0,0 0 0 0 0,0-1 0 0 0,1 0 0 0 0,11 0 0 0 0,-17-1-101 0 0,1 0 0 0 0,-1 0 0 0 0,0-1 0 0 0,1 1 0 0 0,-1-1 0 0 0,1 0 0 0 0,-1-1 0 0 0,0 0 0 0 0,0 1 0 0 0,0-2 0 0 0,0 1 0 0 0,0 0 0 0 0,0-1 0 0 0,0 0 0 0 0,-1 0 0 0 0,0-1 0 0 0,1 1 0 0 0,-1-1 0 0 0,0 0 0 0 0,-1 0 0 0 0,1 0 0 0 0,-1 0 0 0 0,6-10 0 0 0,-7 10 18 0 0,2-5-136 0 0,0 0 0 0 0,0 0 0 0 0,-1 0 0 0 0,3-13 0 0 0,-5 20 257 0 0,-1-1 0 0 0,1 1 1 0 0,-1-1-1 0 0,0 0 0 0 0,0 1 1 0 0,0-1-1 0 0,-1 1 0 0 0,1-1 1 0 0,0 1-1 0 0,-1-1 0 0 0,0 1 0 0 0,0-1 1 0 0,1 1-1 0 0,-1 0 0 0 0,-1-1 1 0 0,1 1-1 0 0,0 0 0 0 0,0 0 1 0 0,-1 0-1 0 0,0 0 0 0 0,1 0 0 0 0,-3-2 1 0 0,-6-8 869 0 0,0 3 612 0 0,-2 27-864 0 0,10-11-640 0 0,-1 1 0 0 0,1-1-1 0 0,0 1 1 0 0,1-1 0 0 0,-1 1 0 0 0,1 0 0 0 0,1 0-1 0 0,0 0 1 0 0,0-1 0 0 0,1 1 0 0 0,-1 0 0 0 0,2 0-1 0 0,-1-1 1 0 0,5 13 0 0 0,-5-16-7 0 0,1 1-1 0 0,0-1 1 0 0,1 0 0 0 0,-1 0 0 0 0,1 0-1 0 0,0 0 1 0 0,0 0 0 0 0,0-1-1 0 0,0 0 1 0 0,0 1 0 0 0,1-1-1 0 0,0 0 1 0 0,0 0 0 0 0,0-1 0 0 0,0 1-1 0 0,0-1 1 0 0,0 0 0 0 0,0 0-1 0 0,1 0 1 0 0,-1-1 0 0 0,1 0-1 0 0,-1 1 1 0 0,1-2 0 0 0,0 1 0 0 0,-1 0-1 0 0,8-1 1 0 0,-1 1-176 0 0,1-1 0 0 0,-1-1 0 0 0,1 0 0 0 0,-1 0 0 0 0,1-1 0 0 0,-1 0 0 0 0,0-1 0 0 0,0 0 1 0 0,0-1-1 0 0,0-1 0 0 0,0 1 0 0 0,-1-2 0 0 0,0 1 0 0 0,0-2 0 0 0,-1 1 0 0 0,1-1 0 0 0,7-8 0 0 0,-14 11 111 0 0,0 1 0 0 0,0-1 0 0 0,-1 0 0 0 0,1 0 0 0 0,-1 0 0 0 0,0-1-1 0 0,0 1 1 0 0,-1 0 0 0 0,1-1 0 0 0,-1 1 0 0 0,0-1 0 0 0,0 1 0 0 0,-1-1 0 0 0,1 1 0 0 0,-1-6 0 0 0,0 7 158 0 0,-1 1-1747 0 0,-8-14 5589 0 0,5 8-5364 0 0,2 2-5013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9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23 204 0 0,'-31'4'1626'0'0,"25"-4"1547"0"0,-2 3-859 0 0,7-3-2003 0 0,0 0 0 0 0,1 0 0 0 0,-1 0 0 0 0,0 0 0 0 0,0 0 0 0 0,0 0 0 0 0,0 0 0 0 0,1 0 1 0 0,-1 1-1 0 0,0-1 0 0 0,0 0 0 0 0,1 1 0 0 0,-1-1 0 0 0,0 0 0 0 0,0 1 0 0 0,1-1 0 0 0,-1 1 0 0 0,0-1 0 0 0,1 1 0 0 0,-1 0 0 0 0,1-1 0 0 0,-1 1 0 0 0,1-1 0 0 0,-2 2 0 0 0,2 2 40 0 0,1 1 0 0 0,-1-1 1 0 0,1 0-1 0 0,-1 0 0 0 0,1 0 0 0 0,0 0 1 0 0,1 0-1 0 0,-1 0 0 0 0,1-1 0 0 0,-1 1 1 0 0,1 0-1 0 0,0-1 0 0 0,1 1 0 0 0,-1-1 1 0 0,1 0-1 0 0,-1 0 0 0 0,1 0 1 0 0,6 5-1 0 0,-4-4-139 0 0,1 0 0 0 0,1 0 0 0 0,-1 0 0 0 0,1-1 1 0 0,-1 0-1 0 0,1 0 0 0 0,0-1 0 0 0,0 0 0 0 0,0 0 0 0 0,10 1 1 0 0,-9-2-272 0 0,1 1 0 0 0,-1-2 1 0 0,1 1-1 0 0,-1-1 1 0 0,1-1-1 0 0,-1 0 0 0 0,1 0 1 0 0,-1 0-1 0 0,1-1 0 0 0,-1 0 1 0 0,0-1-1 0 0,0 0 0 0 0,0 0 1 0 0,-1-1-1 0 0,1 0 1 0 0,-1 0-1 0 0,1 0 0 0 0,-1-1 1 0 0,8-8-1 0 0,-10 8-62 0 0,0-1 26 0 0,0 1 0 0 0,-1-1 1 0 0,1 0-1 0 0,6-14 0 0 0,-10 19 137 0 0,0 0-1 0 0,-1-1 0 0 0,1 1 0 0 0,-1 0 0 0 0,1-1 1 0 0,-1 1-1 0 0,0 0 0 0 0,0-1 0 0 0,1 1 0 0 0,-1 0 1 0 0,0-1-1 0 0,0 1 0 0 0,0-1 0 0 0,0 1 1 0 0,-1 0-1 0 0,1-1 0 0 0,0 1 0 0 0,0-1 0 0 0,-1 1 1 0 0,1 0-1 0 0,-1 0 0 0 0,1-1 0 0 0,-1 1 0 0 0,0 0 1 0 0,0 0-1 0 0,1 0 0 0 0,-1-1 0 0 0,0 1 0 0 0,0 0 1 0 0,0 0-1 0 0,0 0 0 0 0,0 0 0 0 0,0 1 1 0 0,0-1-1 0 0,-1 0 0 0 0,-1 0 0 0 0,0-1 122 0 0,-1 1-1 0 0,1 0 1 0 0,-1 0 0 0 0,0 0-1 0 0,1 0 1 0 0,-1 1-1 0 0,0-1 1 0 0,0 1-1 0 0,0 0 1 0 0,1 1 0 0 0,-1-1-1 0 0,0 0 1 0 0,0 1-1 0 0,0 0 1 0 0,1 0 0 0 0,-1 0-1 0 0,1 0 1 0 0,-1 1-1 0 0,1-1 1 0 0,-1 1 0 0 0,1 0-1 0 0,0 0 1 0 0,0 0-1 0 0,0 1 1 0 0,0-1 0 0 0,0 1-1 0 0,0 0 1 0 0,-3 4-1 0 0,3-4-49 0 0,0 0-1 0 0,0 0 1 0 0,1 1-1 0 0,-1-1 1 0 0,1 1-1 0 0,0 0 1 0 0,0-1 0 0 0,0 1-1 0 0,0 0 1 0 0,1 0-1 0 0,-1 0 1 0 0,1 0-1 0 0,0 1 1 0 0,0-1-1 0 0,1 0 1 0 0,-1 0-1 0 0,1 1 1 0 0,0-1-1 0 0,0 0 1 0 0,1 0-1 0 0,-1 1 1 0 0,1-1-1 0 0,0 0 1 0 0,0 0 0 0 0,0 0-1 0 0,3 7 1 0 0,0-5-185 0 0,-1 0 0 0 0,1-1 0 0 0,0 1 0 0 0,0-1 0 0 0,1 0 0 0 0,-1 0 0 0 0,1 0 0 0 0,1 0 0 0 0,-1-1 0 0 0,0 0 0 0 0,1 0 0 0 0,0 0 0 0 0,0-1 0 0 0,0 0 0 0 0,0 0 0 0 0,1-1 0 0 0,11 4 0 0 0,-11-5-373 0 0,1 0-1 0 0,0 0 1 0 0,0-1-1 0 0,0 0 1 0 0,-1-1 0 0 0,1 1-1 0 0,0-1 1 0 0,0-1-1 0 0,-1 1 1 0 0,1-1 0 0 0,0-1-1 0 0,-1 1 1 0 0,0-2-1 0 0,0 1 1 0 0,8-5-1 0 0,8-11-3474 0 0,-8-3-4671 0 0,-9 7 2585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10.4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41 1520 0 0,'0'22'5309'0'0,"1"9"-659"0"0,1 1 0 0 0,8 36 1 0 0,-2-51-2625 0 0,3 11-86 0 0,-9-26-1764 0 0,6 6-115 0 0,-6-6-160 0 0,-1-5 33 0 0,0 1-1 0 0,0 0 0 0 0,1-1 1 0 0,-1 1-1 0 0,1 0 1 0 0,-1 0-1 0 0,1 0 0 0 0,0 0 1 0 0,0 1-1 0 0,2-3 0 0 0,13-16-658 0 0,42-101-3024 0 0,-50 104 3348 0 0,1-13-193 0 0,-10 26 675 0 0,1 1-1 0 0,0-1 0 0 0,0 1 1 0 0,0-1-1 0 0,1 1 1 0 0,-1-1-1 0 0,1 1 1 0 0,4-7 3545 0 0,-8 16-2929 0 0,-1 4-242 0 0,0 0-1 0 0,0 0 1 0 0,1 0-1 0 0,0 0 0 0 0,0 14 1 0 0,2-19-327 0 0,0-1 0 0 0,0 0 0 0 0,1 1 1 0 0,0-1-1 0 0,-1 0 0 0 0,2 1 0 0 0,-1-1 0 0 0,0 0 1 0 0,1 0-1 0 0,0 0 0 0 0,0 0 0 0 0,0 0 0 0 0,1 0 1 0 0,-1-1-1 0 0,1 1 0 0 0,5 5 0 0 0,-4-4-186 0 0,0-1-1 0 0,0 1 0 0 0,1-1 1 0 0,0 0-1 0 0,0 0 0 0 0,0-1 1 0 0,1 1-1 0 0,-1-1 0 0 0,1 0 1 0 0,-1 0-1 0 0,1-1 0 0 0,0 0 1 0 0,0 0-1 0 0,0 0 0 0 0,0-1 1 0 0,1 0-1 0 0,-1 0 0 0 0,0 0 1 0 0,1-1-1 0 0,-1 0 0 0 0,0 0 1 0 0,12-3-1 0 0,-11 2-263 0 0,0-1 1 0 0,-1 0 0 0 0,1-1-1 0 0,0 1 1 0 0,-1-1-1 0 0,0-1 1 0 0,1 1 0 0 0,-1-1-1 0 0,0 0 1 0 0,-1 0 0 0 0,1-1-1 0 0,-1 0 1 0 0,0 0-1 0 0,0 0 1 0 0,-1-1 0 0 0,1 1-1 0 0,-1-1 1 0 0,0 0-1 0 0,-1 0 1 0 0,1-1 0 0 0,-1 1-1 0 0,4-14 1 0 0,-6 18 183 0 0,-1 2 135 0 0,0-1-1 0 0,0 1 0 0 0,0-1 1 0 0,0 1-1 0 0,0-1 0 0 0,0 1 1 0 0,0-1-1 0 0,0 1 0 0 0,0-1 1 0 0,0 1-1 0 0,0-1 0 0 0,0 1 0 0 0,0-1 1 0 0,0 1-1 0 0,0-1 0 0 0,0 1 1 0 0,-1 0-1 0 0,1-1 0 0 0,0 1 1 0 0,0-1-1 0 0,-1 1 0 0 0,1-1 1 0 0,0 1-1 0 0,0 0 0 0 0,-1-1 0 0 0,1 1 1 0 0,-1 0-1 0 0,1-1 0 0 0,0 1 1 0 0,-1 0-1 0 0,1 0 0 0 0,-1-1 1 0 0,1 1-1 0 0,0 0 0 0 0,-1 0 1 0 0,1 0-1 0 0,-1-1 0 0 0,-18 11 60 0 0,-8 19-182 0 0,18 9-1439 0 0,11-26-1569 0 0,4-2-3730 0 0,5-4 2417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15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1708 0 0,'0'0'6104'0'0,"-2"3"-4186"0"0,-1 2-820 0 0,0-1 0 0 0,1 1 1 0 0,-1 1-1 0 0,1-1 1 0 0,0 0-1 0 0,1 1 0 0 0,-1-1 1 0 0,0 8-1 0 0,1-5-471 0 0,1 1-1 0 0,-1-1 1 0 0,2 1-1 0 0,-1-1 1 0 0,1 0 0 0 0,1 1-1 0 0,-1-1 1 0 0,5 12-1 0 0,1 17 1205 0 0,-7-33-1723 0 0,0 0 0 0 0,1 0 0 0 0,-1 0 0 0 0,1 0 1 0 0,0 0-1 0 0,0 0 0 0 0,0 0 0 0 0,1 0 0 0 0,0-1 0 0 0,1 5 1 0 0,-1-7-402 0 0,-1-5-4050 0 0,0 2 4151 0 0,0 0 0 0 0,0 0-1 0 0,1 1 1 0 0,-1-1 0 0 0,0 0 0 0 0,1 0-1 0 0,-1 1 1 0 0,1-1 0 0 0,2-1 0 0 0,0-1-261 0 0,0-2-409 0 0,-1 0 1 0 0,-1 0 0 0 0,1 0-1 0 0,-1 0 1 0 0,0-1-1 0 0,0 1 1 0 0,-1-1-1 0 0,1 1 1 0 0,-1-1-1 0 0,-1-12 1 0 0,1 7-2078 0 0,3-15-2038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15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1504 0 0,'-7'5'11869'0'0,"16"2"-2438"0"0,-4-3-7330 0 0,-2-2-5477 0 0,1 2 4420 0 0,6 8-1483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16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1 636 0 0,'-1'1'4719'0'0,"-4"5"-4047"0"0,4 0 6022 0 0,2 5-4208 0 0,1 0 1 0 0,0 0-1 0 0,6 19 0 0 0,2 10 1572 0 0,17 39 1960 0 0,-19-69-5993 0 0,13-2-1397 0 0,-16-10 682 0 0,2 4 2570 0 0,-2-2-3761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18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235 162 2024 0 0,'0'0'30722'0'0,"16"-45"-31248"0"0,-15 43 501 0 0,-1-4 62 0 0,-1-1-1 0 0,0 1 1 0 0,0 0 0 0 0,0 0 0 0 0,-1-1 0 0 0,-3-8-1 0 0,-9-30 276 0 0,9 37-309 0 0,-2 2-3 0 0,2 4 0 0 0,6 4 0 0 0,-1 0 0 0 0,0 0 0 0 0,0 1 0 0 0,0-1 0 0 0,-1 0 0 0 0,1 0 0 0 0,0 1 0 0 0,-1-1 0 0 0,1 0 0 0 0,-1 0 0 0 0,0 0 0 0 0,0 0 0 0 0,0 0 0 0 0,0 0 0 0 0,0 0 0 0 0,0 0 0 0 0,-1 0 0 0 0,1 0 0 0 0,0-1 0 0 0,-1 1 0 0 0,0 0 0 0 0,1-1 0 0 0,-1 1 0 0 0,0-1 0 0 0,0 0 0 0 0,0 0 0 0 0,0 0 0 0 0,-3 2 0 0 0,-7 5 0 0 0,-29 29 0 0 0,30-28 0 0 0,1-1 0 0 0,1 1 0 0 0,-1 1 0 0 0,1-1 0 0 0,-13 21 0 0 0,6-5 0 0 0,11-19 0 0 0,1 0 0 0 0,0 0 0 0 0,0 0 0 0 0,1 1 0 0 0,0-1 0 0 0,0 1 0 0 0,0 0 0 0 0,1 0 0 0 0,0 0 0 0 0,0 0 0 0 0,-1 11 0 0 0,8-2 0 0 0,-4-12-23 0 0,1-1 0 0 0,-1 1 0 0 0,1-1 1 0 0,0 0-1 0 0,0 1 0 0 0,0-1 0 0 0,0 0 0 0 0,1 0 0 0 0,-1-1 0 0 0,1 1 0 0 0,0 0 1 0 0,0-1-1 0 0,0 0 0 0 0,0 1 0 0 0,0-1 0 0 0,1-1 0 0 0,-1 1 0 0 0,0 0 1 0 0,1-1-1 0 0,-1 1 0 0 0,1-1 0 0 0,0 0 0 0 0,-1 0 0 0 0,1-1 0 0 0,0 1 0 0 0,0-1 1 0 0,0 0-1 0 0,3 0 0 0 0,14-1-185 0 0,-1-1 1 0 0,1-1 0 0 0,-1 0-1 0 0,24-8 1 0 0,11-2-5 0 0,-74 19 594 0 0,1 0 1 0 0,-1 1-1 0 0,2 1 1 0 0,-31 18-1 0 0,26-10-382 0 0,15-12 0 0 0,1 1 0 0 0,0 0 0 0 0,0 0 0 0 0,0 0 0 0 0,1 1 0 0 0,0-1 0 0 0,0 1 0 0 0,0 1 0 0 0,0-1 0 0 0,-4 10 0 0 0,4-1 0 0 0,10-1 0 0 0,-4-12 0 0 0,-1-1 0 0 0,0 0 0 0 0,0 0 0 0 0,0-1 0 0 0,1 1 0 0 0,-1 0 0 0 0,0 0 0 0 0,1 0 0 0 0,-1-1 0 0 0,0 1 0 0 0,1 0 0 0 0,-1-1 0 0 0,1 1 0 0 0,0 0 0 0 0,-1-1 0 0 0,1 1 0 0 0,-1 0 0 0 0,1-1 0 0 0,0 1 0 0 0,-1-1 0 0 0,1 1 0 0 0,0-1 0 0 0,0 0 0 0 0,-1 1 0 0 0,1-1 0 0 0,0 0 0 0 0,0 1 0 0 0,0-1 0 0 0,0 0 0 0 0,-1 0 0 0 0,1 0 0 0 0,2 0 0 0 0,-1 1 0 0 0,1 0 0 0 0,-1 0 0 0 0,1 0 0 0 0,0 0 0 0 0,-1-1 0 0 0,1 0 0 0 0,0 1 0 0 0,-1-1 0 0 0,1 0 0 0 0,0 0 0 0 0,-1 0 0 0 0,1-1 0 0 0,0 1 0 0 0,-1-1 0 0 0,1 1 0 0 0,0-1 0 0 0,3-1 0 0 0,3-2 0 0 0,18-4 0 0 0,0-2-1 0 0,43-21 1 0 0,-46 18-1 0 0,1 2 1 0 0,50-15 0 0 0,-74 26-19 0 0,0-1 0 0 0,0 1 1 0 0,0-1-1 0 0,0 0 0 0 0,0 1 0 0 0,0-1 0 0 0,0 0 0 0 0,0 0 1 0 0,0 0-1 0 0,0 0 0 0 0,0 0 0 0 0,-1 0 0 0 0,1 0 0 0 0,0 0 1 0 0,0 0-1 0 0,-1 0 0 0 0,1 0 0 0 0,-1 0 0 0 0,1-1 1 0 0,-1 1-1 0 0,0 0 0 0 0,0 0 0 0 0,1-1 0 0 0,-1 1 0 0 0,0-2 1 0 0,0 1-248 0 0,-20-17-3257 0 0,-11 4-1756 0 0,22 7 446 0 0,1-1-3501 0 0,3 2 2685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19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3 912 0 0,'-7'-3'10869'0'0,"4"10"-10342"0"0,1-1 1 0 0,0 1-1 0 0,0 0 0 0 0,0-1 0 0 0,1 1 0 0 0,0 0 1 0 0,0 0-1 0 0,1 0 0 0 0,0 0 0 0 0,0 0 1 0 0,1 0-1 0 0,1 9 0 0 0,4 18 1319 0 0,14 41 0 0 0,-9-35-504 0 0,-1 4-23 0 0,2-1 0 0 0,2-1 0 0 0,2 0 0 0 0,1-1 0 0 0,31 52 0 0 0,-38-75-1106 0 0,-9-15-545 0 0,1 0 1 0 0,-1 0-1 0 0,1 0 1 0 0,0 0-1 0 0,0 0 1 0 0,0 0-1 0 0,0-1 0 0 0,0 1 1 0 0,0-1-1 0 0,1 1 1 0 0,-1-1-1 0 0,1 0 0 0 0,4 3 1 0 0,-5-4-1330 0 0,1-6-600 0 0,0 2 1381 0 0,7-12-2330 0 0,-1 0-4173 0 0,-2 0 772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19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1036 0 0,'8'-3'21646'0'0,"-6"15"-21072"0"0,1 0 1 0 0,0-1-1 0 0,1 1 0 0 0,0-1 1 0 0,1 0-1 0 0,0 0 0 0 0,9 15 0 0 0,61 94 2119 0 0,-69-110-2449 0 0,-1 1 0 0 0,0-1-1 0 0,6 21 1 0 0,6 12 468 0 0,-16-42-694 0 0,-1 0 0 0 0,0 0 1 0 0,0 0-1 0 0,1 1 0 0 0,-1-1 0 0 0,0 0 1 0 0,0 0-1 0 0,0 0 0 0 0,0 0 1 0 0,0 0-1 0 0,-1 0 0 0 0,1 0 1 0 0,0 0-1 0 0,0 0 0 0 0,-1 0 1 0 0,1 0-1 0 0,-1 0 0 0 0,1 0 1 0 0,0 0-1 0 0,-1 0 0 0 0,0 0 1 0 0,1 0-1 0 0,-1 0 0 0 0,0-1 1 0 0,1 1-1 0 0,-1 0 0 0 0,0 0 1 0 0,0-1-1 0 0,0 1 0 0 0,0 0 0 0 0,-1 0 1 0 0,-28 16 506 0 0,24-15-525 0 0,-15 3 0 0 0,1-5 0 0 0,-1 0 0 0 0,2-1 0 0 0,5 0 0 0 0,4 1-9 0 0,8 0-109 0 0,7-2-2271 0 0,18-4 1048 0 0,30-9-5513 0 0,-30 2-5206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20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1 792 0 0,'0'0'12119'0'0,"19"32"-4410"0"0,6 18-3891 0 0,25 55-162 0 0,-31-61-1866 0 0,42 67 0 0 0,-54-102-1569 0 0,-5-7-172 0 0,-1 1-1 0 0,1-1 1 0 0,-1 0-1 0 0,1 0 0 0 0,-1 1 1 0 0,0-1-1 0 0,0 1 1 0 0,0-1-1 0 0,0 1 1 0 0,0-1-1 0 0,-1 1 0 0 0,1 0 1 0 0,-1-1-1 0 0,0 1 1 0 0,0 0-1 0 0,0 0 1 0 0,0 2-1 0 0,-4 7-48 0 0,-7-8 0 0 0,-3-2 0 0 0,-1-4-98 0 0,12 2-2117 0 0,-5 2 4802 0 0,6-2-4230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39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38 816 0 0,'28'8'3088'0'0,"21"0"-2102"0"0,-1-2-1 0 0,1-2 1 0 0,62-4 0 0 0,-43 1-504 0 0,1185-36 3960 0 0,-563 6-2068 0 0,280 44 737 0 0,-740-7-2529 0 0,579 9 830 0 0,-390-10-1219 0 0,-243-3-349 0 0,245 36 0 0 0,-338-30 66 0 0,-77-10 71 0 0,-1 0 0 0 0,0-1 1 0 0,1 0-1 0 0,-1 0 1 0 0,0 0-1 0 0,0 0 0 0 0,0-1 1 0 0,0 0-1 0 0,0 0 1 0 0,5-3-1 0 0,-8 5 13 0 0,-1-1-106 0 0,18-8-430 0 0,-15 7-3383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0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52 472 0 0,'-8'2'-226'0'0,"-4"-3"16564"0"0,9-6-16245 0 0,2 5 159 0 0,-19-25 1323 0 0,18 25-1498 0 0,-1 1-1 0 0,1-1 1 0 0,0 1-1 0 0,0-1 1 0 0,-1 1-1 0 0,1 0 1 0 0,-1 0-1 0 0,1 0 0 0 0,-1 0 1 0 0,1 0-1 0 0,-1 0 1 0 0,1 1-1 0 0,-1-1 1 0 0,0 1-1 0 0,1 0 1 0 0,-1 0-1 0 0,0 0 1 0 0,0 0-1 0 0,1 0 0 0 0,-6 1 1 0 0,-2 1 122 0 0,0-1 0 0 0,1 1 1 0 0,-1 1-1 0 0,1 0 0 0 0,-10 4 0 0 0,9-3-24 0 0,1 0 0 0 0,0 1 0 0 0,0 0-1 0 0,0 1 1 0 0,1-1 0 0 0,0 2 0 0 0,0-1-1 0 0,0 1 1 0 0,-11 14 0 0 0,0 1 202 0 0,17-20-340 0 0,0-1 1 0 0,0 1-1 0 0,0 0 1 0 0,0 0-1 0 0,0 1 1 0 0,0-1-1 0 0,0 0 0 0 0,1 0 1 0 0,-1 1-1 0 0,1-1 1 0 0,0 1-1 0 0,0-1 1 0 0,0 1-1 0 0,0 0 0 0 0,0 0 1 0 0,0-1-1 0 0,1 1 1 0 0,0 0-1 0 0,-1 0 1 0 0,1-1-1 0 0,0 1 0 0 0,0 0 1 0 0,1 4-1 0 0,0-3-11 0 0,0-1-1 0 0,0 0 0 0 0,0 0 0 0 0,1 0 1 0 0,-1 0-1 0 0,1 0 0 0 0,-1 0 1 0 0,1 0-1 0 0,0 0 0 0 0,1-1 1 0 0,-1 1-1 0 0,0-1 0 0 0,1 1 0 0 0,-1-1 1 0 0,1 0-1 0 0,0 0 0 0 0,-1 0 1 0 0,1-1-1 0 0,4 3 0 0 0,-1-2-46 0 0,0 0-1 0 0,0-1 0 0 0,0 1 1 0 0,0-1-1 0 0,0 0 1 0 0,0-1-1 0 0,0 0 0 0 0,1 1 1 0 0,10-3-1 0 0,4-1-230 0 0,-1-2-1 0 0,0 0 1 0 0,0-1 0 0 0,0-1-1 0 0,26-12 1 0 0,-32 12 66 0 0,-1 1 0 0 0,0-2-1 0 0,0 0 1 0 0,-1 0 0 0 0,0-1 0 0 0,0-1-1 0 0,-1 0 1 0 0,0-1 0 0 0,-1 0 0 0 0,17-23-1 0 0,-22 27 193 0 0,-4 5 45 0 0,0 1 0 0 0,0 0 1 0 0,0 0-1 0 0,0-1 0 0 0,0 1 1 0 0,0 0-1 0 0,0-1 1 0 0,-1 1-1 0 0,1-1 0 0 0,0 1 1 0 0,-1-1-1 0 0,1 1 1 0 0,-1-1-1 0 0,0 1 0 0 0,0-1 1 0 0,1 0-1 0 0,-1 1 1 0 0,0-1-1 0 0,0 1 0 0 0,0-1 1 0 0,-1 0-1 0 0,1 1 0 0 0,0-1 1 0 0,-1 1-1 0 0,1-1 1 0 0,-2-2-1 0 0,2 2 404 0 0,-23 15 34 0 0,20-11-438 0 0,1 0-1 0 0,-1 0 0 0 0,0 0 1 0 0,1 0-1 0 0,-1 1 1 0 0,1-1-1 0 0,0 1 0 0 0,0-1 1 0 0,0 1-1 0 0,0 0 1 0 0,1 0-1 0 0,-1 0 0 0 0,1 0 1 0 0,-1 0-1 0 0,1 0 1 0 0,0 1-1 0 0,0-1 0 0 0,1 0 1 0 0,-1 0-1 0 0,1 1 1 0 0,-1-1-1 0 0,1 1 1 0 0,0-1-1 0 0,0 0 0 0 0,1 1 1 0 0,-1-1-1 0 0,2 5 1 0 0,0 1 4 0 0,0 0 0 0 0,0 1 0 0 0,1-1 0 0 0,1 0 0 0 0,0-1 0 0 0,0 1 0 0 0,0-1 0 0 0,8 11 0 0 0,-3-8-134 0 0,0-1 0 0 0,0 0-1 0 0,1-1 1 0 0,20 15 0 0 0,-29-23-174 0 0,0 0-20 0 0,0-1 0 0 0,0 1 0 0 0,-1-1 0 0 0,1 0 0 0 0,0 1 0 0 0,0-1 0 0 0,0 0 0 0 0,0 1 1 0 0,0-1-1 0 0,-1 0 0 0 0,1 0 0 0 0,0 0 0 0 0,0 0 0 0 0,0 0 0 0 0,0 0 0 0 0,0 0 0 0 0,0 0 0 0 0,0 0 1 0 0,-1-1-1 0 0,1 1 0 0 0,0 0 0 0 0,0 0 0 0 0,0-1 0 0 0,0 1 0 0 0,-1-1 0 0 0,1 1 0 0 0,0 0 0 0 0,0-1 1 0 0,-1 0-1 0 0,1 1 0 0 0,0-1 0 0 0,-1 1 0 0 0,1-1 0 0 0,0 0 0 0 0,-1 1 0 0 0,1-1 0 0 0,-1 0 0 0 0,1 0 1 0 0,-1 0-1 0 0,0 1 0 0 0,1-3 0 0 0,0-1-4716 0 0,3-10 378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0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85 596 0 0,'0'0'5995'0'0,"-5"4"-4570"0"0,-28 23 1199 0 0,32-22-2121 0 0,-1 0 0 0 0,1-1 0 0 0,0 1 0 0 0,0 0 0 0 0,1 0 0 0 0,-1 0 0 0 0,1 0 0 0 0,1 9 0 0 0,-1-7 9 0 0,1 3-31 0 0,0 0-1 0 0,0 0 0 0 0,1 0 1 0 0,1 0-1 0 0,0 0 1 0 0,0 0-1 0 0,7 14 0 0 0,-3-9-77 0 0,-3-3 195 0 0,7 10-421 0 0,-4-23-498 0 0,2-15-9 0 0,-7 10 254 0 0,-1 0 1 0 0,0-1 0 0 0,0 1 0 0 0,-1 0-1 0 0,0-1 1 0 0,0 1 0 0 0,-1-1 0 0 0,-1-8 0 0 0,-1-20-155 0 0,0-11-20 0 0,1 35 207 0 0,1-1 0 0 0,0 1-1 0 0,1 0 1 0 0,0-1 0 0 0,1 1-1 0 0,0 0 1 0 0,5-19 0 0 0,-5 27 50 0 0,1 0 0 0 0,-1 1 0 0 0,0-1 0 0 0,1 1 0 0 0,0-1 1 0 0,-1 1-1 0 0,1-1 0 0 0,0 1 0 0 0,0 0 0 0 0,0 0 0 0 0,1 0 1 0 0,-1 0-1 0 0,0 0 0 0 0,1 1 0 0 0,-1-1 0 0 0,1 1 0 0 0,0-1 1 0 0,-1 1-1 0 0,1 0 0 0 0,0 0 0 0 0,0 0 0 0 0,0 0 0 0 0,0 1 0 0 0,0-1 1 0 0,0 1-1 0 0,0 0 0 0 0,0 0 0 0 0,0 0 0 0 0,3 0 0 0 0,6 1 139 0 0,0-1-1 0 0,0 2 0 0 0,0 0 1 0 0,0 0-1 0 0,20 7 0 0 0,-17-3 112 0 0,0 1 0 0 0,-1 0-1 0 0,0 1 1 0 0,0 1-1 0 0,20 16 1 0 0,-27-19-148 0 0,-1-1-1 0 0,0 1 1 0 0,0 0 0 0 0,0 0 0 0 0,-1 1-1 0 0,0 0 1 0 0,0 0 0 0 0,0 0 0 0 0,-1 0-1 0 0,0 1 1 0 0,5 15 0 0 0,-9-21-85 0 0,0 0 0 0 0,0 1 0 0 0,0-1 0 0 0,-1 0 0 0 0,1 1 0 0 0,0-1 0 0 0,-1 0 1 0 0,0 0-1 0 0,1 0 0 0 0,-1 0 0 0 0,0 0 0 0 0,0 1 0 0 0,0-1 0 0 0,0-1 0 0 0,-1 1 0 0 0,1 0 1 0 0,0 0-1 0 0,-1 0 0 0 0,0-1 0 0 0,1 1 0 0 0,-1-1 0 0 0,0 1 0 0 0,0-1 0 0 0,1 0 0 0 0,-4 2 0 0 0,-49 25 258 0 0,53-27-278 0 0,-4 1-24 0 0,1 0 0 0 0,0-1 0 0 0,0 1 0 0 0,0-1-1 0 0,-1 0 1 0 0,1 0 0 0 0,-1 0 0 0 0,1-1-1 0 0,-1 1 1 0 0,1-1 0 0 0,-1 0 0 0 0,1 0-1 0 0,-8-2 1 0 0,10 1-153 0 0,1 1 143 0 0,1 0-1 0 0,-1 0 0 0 0,1 0 0 0 0,-1 0 0 0 0,1 0 1 0 0,-1 0-1 0 0,1 0 0 0 0,0-1 0 0 0,-1 1 0 0 0,1 0 0 0 0,-1 0 1 0 0,1-1-1 0 0,0 1 0 0 0,-1 0 0 0 0,1-1 0 0 0,0 1 1 0 0,-1 0-1 0 0,1-1 0 0 0,0 1 0 0 0,-1 0 0 0 0,1-1 0 0 0,0 1 1 0 0,0-1-1 0 0,-1 1 0 0 0,1 0 0 0 0,0-1 0 0 0,0 1 1 0 0,0-1-1 0 0,0 1 0 0 0,0-1 0 0 0,0 1 0 0 0,0-1 0 0 0,0 1 1 0 0,0-1-1 0 0,0 1 0 0 0,0-1 0 0 0,0 1 0 0 0,0-1 1 0 0,0 1-1 0 0,0 0 0 0 0,0-1 0 0 0,0 1 0 0 0,0-1 0 0 0,1 1 1 0 0,-1-1-1 0 0,0 1 0 0 0,0 0 0 0 0,1-1 0 0 0,-1 1 1 0 0,0-1-1 0 0,1 1 0 0 0,-1 0 0 0 0,0-1 0 0 0,1 1 0 0 0,-1 0 1 0 0,0 0-1 0 0,1-1 0 0 0,-1 1 0 0 0,1 0 0 0 0,-1 0 1 0 0,0-1-1 0 0,2 1 0 0 0,12-10-845 0 0,0 1 1 0 0,1 0 0 0 0,0 1-1 0 0,17-6 1 0 0,36-10-8721 0 0,-48 17 5649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1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63 20 0 0,'0'0'4710'0'0,"-9"0"-2309"0"0,4 2 2035 0 0,2 1-4062 0 0,1 0 1 0 0,0 0-1 0 0,0 0 0 0 0,0 0 0 0 0,1 0 1 0 0,-1 0-1 0 0,1 1 0 0 0,0-1 0 0 0,-1 1 1 0 0,2-1-1 0 0,-1 1 0 0 0,0-1 0 0 0,1 1 1 0 0,-1 0-1 0 0,1-1 0 0 0,0 1 0 0 0,1-1 1 0 0,-1 1-1 0 0,0 0 0 0 0,1-1 0 0 0,0 1 1 0 0,1 3-1 0 0,0 5 131 0 0,1 0 0 0 0,0 0 1 0 0,1 0-1 0 0,0 0 0 0 0,10 17 0 0 0,-10-23-212 0 0,-3-3-241 0 0,1-1-1 0 0,-1 0 1 0 0,1 1-1 0 0,-1 0 1 0 0,0-1-1 0 0,0 1 1 0 0,0 0-1 0 0,0-1 0 0 0,0 1 1 0 0,-1 0-1 0 0,1 0 1 0 0,-1 3-1 0 0,0-5-13 0 0,2 1-18 0 0,7 6-10 0 0,-7-6-30 0 0,-4-16-148 0 0,2 0 84 0 0,0 0 0 0 0,0 0 0 0 0,2 0 0 0 0,0 0 0 0 0,0 0-1 0 0,1 0 1 0 0,1 1 0 0 0,0-1 0 0 0,1 1 0 0 0,11-22 0 0 0,-12 28 81 0 0,0 0 0 0 0,0 0 0 0 0,0 0 0 0 0,1 1 0 0 0,0-1 0 0 0,1 1 0 0 0,-1 1 0 0 0,1-1 0 0 0,0 1 0 0 0,1 0 0 0 0,-1 0 0 0 0,1 1 0 0 0,0 0 0 0 0,0 0 0 0 0,0 0 0 0 0,1 1 0 0 0,-1 0 0 0 0,1 1 0 0 0,0 0 0 0 0,0 0 0 0 0,15-2 0 0 0,-19 4 55 0 0,1 0-1 0 0,-1 0 1 0 0,0 0 0 0 0,0 1 0 0 0,1-1 0 0 0,-1 1-1 0 0,0 0 1 0 0,0 0 0 0 0,0 1 0 0 0,0-1 0 0 0,0 1 0 0 0,0 0-1 0 0,0 0 1 0 0,-1 0 0 0 0,1 1 0 0 0,-1-1 0 0 0,1 1-1 0 0,-1 0 1 0 0,0-1 0 0 0,0 2 0 0 0,0-1 0 0 0,-1 0-1 0 0,1 1 1 0 0,-1-1 0 0 0,0 1 0 0 0,1-1 0 0 0,-2 1-1 0 0,1 0 1 0 0,0 0 0 0 0,-1 0 0 0 0,2 5 0 0 0,0 4 42 0 0,-1 0 0 0 0,0 1 1 0 0,0-1-1 0 0,-1 1 0 0 0,-1-1 1 0 0,0 0-1 0 0,-1 1 0 0 0,-4 23 1 0 0,3-30-355 0 0,-1 0 0 0 0,1 0 0 0 0,-1 0 0 0 0,0 0 0 0 0,0 0 0 0 0,-1-1 0 0 0,-5 7-1 0 0,8-12 65 0 0,-1-1 0 0 0,0 0-1 0 0,1 1 1 0 0,-1-1 0 0 0,0 0-1 0 0,0 0 1 0 0,1 0 0 0 0,-1 0-1 0 0,0 0 1 0 0,1 0 0 0 0,-1 0-1 0 0,0-1 1 0 0,0 1 0 0 0,1 0-1 0 0,-1-1 1 0 0,1 0 0 0 0,-1 1-1 0 0,1-1 1 0 0,-1 0-1 0 0,1 0 1 0 0,-1 0 0 0 0,1 0-1 0 0,-1 0 1 0 0,1 0 0 0 0,-2-2-1 0 0,2 2-575 0 0,-5-15-5551 0 0,9 10 564 0 0,17-1 2651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1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1 528 0 0,'0'0'3395'0'0,"-7"2"-1733"0"0,-17 5 0 0 0,23-6-1408 0 0,0 0 1 0 0,0 0-1 0 0,1 0 1 0 0,-1 1-1 0 0,0-1 1 0 0,1 0 0 0 0,-1 0-1 0 0,1 0 1 0 0,-1 0-1 0 0,1 1 1 0 0,0-1-1 0 0,-1 0 1 0 0,1 1-1 0 0,0-1 1 0 0,0 0-1 0 0,0 0 1 0 0,0 1 0 0 0,0-1-1 0 0,0 0 1 0 0,0 3-1 0 0,3 24 2133 0 0,-2-21-1807 0 0,1-1 0 0 0,1 0 1 0 0,-1 0-1 0 0,1 1 0 0 0,5 8 1 0 0,8 17 1286 0 0,-9-18-1614 0 0,0 0 0 0 0,1 0 0 0 0,0-1 0 0 0,1 0 0 0 0,0-1-1 0 0,1 0 1 0 0,12 11 0 0 0,-14-19-6163 0 0,-9-16-2580 0 0,-1 4 8431 0 0,-2-10-4377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1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12 224 0 0,'-15'-11'6465'0'0,"14"16"1169"0"0,10 11-2203 0 0,10 2-5793 0 0,0-5 1038 0 0,1-2 1 0 0,21 11-1 0 0,-27-16-1109 0 0,1 0-1 0 0,-1-2 1 0 0,27 6-1 0 0,18-4-3898 0 0,4-13-3300 0 0,-39 2 3285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2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22 384 0 0,'-3'2'1699'0'0,"-7"3"-475"0"0,1 0 0 0 0,0 1 0 0 0,0 0 0 0 0,0 0 0 0 0,1 1 0 0 0,0 0 1 0 0,0 1-1 0 0,1-1 0 0 0,-9 12 0 0 0,12-14-872 0 0,1 0 1 0 0,-1 0 0 0 0,1 0-1 0 0,0 0 1 0 0,0 1-1 0 0,1 0 1 0 0,-1-1-1 0 0,1 1 1 0 0,1 0-1 0 0,-1 0 1 0 0,1 0 0 0 0,0 0-1 0 0,0 1 1 0 0,1-1-1 0 0,-1 0 1 0 0,1 0-1 0 0,2 8 1 0 0,-1-12-285 0 0,-1 1 0 0 0,2-1 0 0 0,-1 0 1 0 0,0 1-1 0 0,0-1 0 0 0,1 0 0 0 0,-1 0 0 0 0,1 0 0 0 0,0 0 1 0 0,0 0-1 0 0,0 0 0 0 0,0 0 0 0 0,0 0 0 0 0,0-1 0 0 0,0 1 1 0 0,0-1-1 0 0,1 0 0 0 0,-1 1 0 0 0,1-1 0 0 0,-1 0 1 0 0,1-1-1 0 0,-1 1 0 0 0,5 0 0 0 0,0 1-52 0 0,1 0 0 0 0,0-1 0 0 0,-1 0-1 0 0,1-1 1 0 0,0 0 0 0 0,0 0 0 0 0,8-1 0 0 0,-3-2-122 0 0,-1 1 0 0 0,0-2 0 0 0,0 0 0 0 0,-1 0 0 0 0,1-1 1 0 0,-1 0-1 0 0,0-1 0 0 0,0 0 0 0 0,-1-1 0 0 0,1 0 0 0 0,-1-1 1 0 0,-1 0-1 0 0,0 0 0 0 0,0-1 0 0 0,-1-1 0 0 0,0 1 0 0 0,0-1 0 0 0,-1 0 1 0 0,0-1-1 0 0,6-14 0 0 0,-12 23 145 0 0,0 0-1 0 0,0-1 1 0 0,0 1 0 0 0,0-1 0 0 0,-1 1 0 0 0,1-1-1 0 0,-1 1 1 0 0,1-1 0 0 0,-1 1 0 0 0,0-1 0 0 0,0 0-1 0 0,0 1 1 0 0,-1-1 0 0 0,1 1 0 0 0,0-1 0 0 0,-1 1-1 0 0,0-1 1 0 0,1 1 0 0 0,-1-1 0 0 0,0 1 0 0 0,-1-1-1 0 0,1 1 1 0 0,0 0 0 0 0,-1 0 0 0 0,1 0 0 0 0,-3-3-1 0 0,0 2 60 0 0,0 0-1 0 0,0 0 1 0 0,0 1-1 0 0,0 0 1 0 0,0-1-1 0 0,0 1 1 0 0,-1 1-1 0 0,1-1 1 0 0,-1 1 0 0 0,1 0-1 0 0,-1 0 1 0 0,1 0-1 0 0,-1 0 1 0 0,-7 1-1 0 0,-2-1-226 0 0,0 0 0 0 0,-1 1 0 0 0,1 1 0 0 0,-1 1 0 0 0,1 0 0 0 0,0 0 0 0 0,0 2 0 0 0,-19 6 0 0 0,14 4-2683 0 0,12-8-6901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2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270 39 416 0 0,'12'-17'7923'0'0,"-12"14"-5917"0"0,-1 3-1856 0 0,1-1 0 0 0,0 0 1 0 0,-1 0-1 0 0,0 0 0 0 0,1 0 0 0 0,-1 0 1 0 0,0 1-1 0 0,1-1 0 0 0,-1 0 0 0 0,0 1 1 0 0,0-1-1 0 0,1 0 0 0 0,-1 1 1 0 0,0-1-1 0 0,0 1 0 0 0,0-1 0 0 0,0 1 1 0 0,0 0-1 0 0,0-1 0 0 0,0 1 0 0 0,0 0 1 0 0,-2-1-1 0 0,-29-4 3745 0 0,20 7-3468 0 0,0 0 0 0 0,0 0 0 0 0,1 1 0 0 0,-1 0 0 0 0,1 1 0 0 0,0 1 0 0 0,0 0 0 0 0,0 0 0 0 0,1 1 0 0 0,-1 0 0 0 0,2 1 0 0 0,-1 0 0 0 0,1 1 0 0 0,-10 10 0 0 0,12-12-274 0 0,1 0-1 0 0,1 1 0 0 0,-1 0 1 0 0,1 0-1 0 0,0 0 0 0 0,1 1 0 0 0,0 0 1 0 0,0 0-1 0 0,-3 9 0 0 0,5-12-96 0 0,1-1-1 0 0,0 1 0 0 0,0 0 1 0 0,1 0-1 0 0,-1 0 0 0 0,1-1 1 0 0,0 1-1 0 0,0 0 0 0 0,1 0 1 0 0,0 0-1 0 0,-1-1 0 0 0,2 1 1 0 0,-1 0-1 0 0,0-1 0 0 0,1 1 1 0 0,0-1-1 0 0,3 6 0 0 0,-1-5-99 0 0,0 1 0 0 0,1-1 0 0 0,0 1 0 0 0,0-1 0 0 0,0-1 0 0 0,1 1-1 0 0,-1-1 1 0 0,1 0 0 0 0,0 0 0 0 0,0 0 0 0 0,1-1 0 0 0,-1 0-1 0 0,1-1 1 0 0,0 1 0 0 0,0-1 0 0 0,-1 0 0 0 0,1-1 0 0 0,1 0 0 0 0,-1 0-1 0 0,0 0 1 0 0,13-1 0 0 0,-3 0-499 0 0,-1-1 0 0 0,1-1-1 0 0,-1 0 1 0 0,1-1 0 0 0,-1 0 0 0 0,0-2-1 0 0,0 0 1 0 0,22-10 0 0 0,-32 12 150 0 0,0-1 0 0 0,0 0 0 0 0,-1 0 0 0 0,1 0 0 0 0,-1 0 0 0 0,0-1 0 0 0,0 0 0 0 0,0 0 0 0 0,6-11 0 0 0,-8 13-400 0 0,-1-1 1 0 0,0 1-1 0 0,-1-1 1 0 0,1 0 0 0 0,-1 1-1 0 0,1-1 1 0 0,-1 0-1 0 0,0 0 1 0 0,-1 0 0 0 0,1 0-1 0 0,-1-4 1 0 0,0-3-3325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3.3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10 1320 0 0,'0'0'3415'0'0,"-4"-1"-1712"0"0,1-1-1146 0 0,0 1 0 0 0,-1-1 0 0 0,1 1 0 0 0,-1 1 0 0 0,0-1 1 0 0,1 0-1 0 0,-1 1 0 0 0,0-1 0 0 0,1 1 0 0 0,-1 0 0 0 0,0 1 0 0 0,1-1 0 0 0,-1 0 0 0 0,0 1 1 0 0,-5 2-1 0 0,3-1-53 0 0,0 0 0 0 0,1 1 0 0 0,-1 0 0 0 0,1 0 0 0 0,0 0 0 0 0,0 0 0 0 0,0 1 0 0 0,0 0 0 0 0,-6 7 0 0 0,7-7-302 0 0,0 0 0 0 0,1 0 0 0 0,-1 0-1 0 0,1 1 1 0 0,0 0 0 0 0,0 0 0 0 0,0 0 0 0 0,1 0 0 0 0,0 0 0 0 0,0 0 0 0 0,0 1-1 0 0,1-1 1 0 0,-1 1 0 0 0,1-1 0 0 0,1 1 0 0 0,-1 0 0 0 0,1-1 0 0 0,0 1 0 0 0,0 0-1 0 0,0-1 1 0 0,1 1 0 0 0,0-1 0 0 0,2 7 0 0 0,-1-6-151 0 0,1-1 0 0 0,-1 1 1 0 0,1-1-1 0 0,0 0 0 0 0,1 0 1 0 0,-1 0-1 0 0,1-1 0 0 0,0 1 0 0 0,0-1 1 0 0,0 0-1 0 0,1 0 0 0 0,0 0 0 0 0,0-1 1 0 0,8 5-1 0 0,-4-3-75 0 0,0-1-1 0 0,1-1 1 0 0,-1 0 0 0 0,1 0-1 0 0,0 0 1 0 0,0-2 0 0 0,0 1-1 0 0,12 0 1 0 0,-4-2-245 0 0,0 0 0 0 0,-1-2-1 0 0,1 1 1 0 0,0-2 0 0 0,-1-1 0 0 0,1 0 0 0 0,-1-1 0 0 0,0-1 0 0 0,27-13-1 0 0,-41 17 278 0 0,0 1-1 0 0,1-1 1 0 0,-1-1-1 0 0,0 1 1 0 0,-1 0-1 0 0,1-1 0 0 0,0 0 1 0 0,-1 1-1 0 0,1-1 1 0 0,-1 0-1 0 0,0 0 0 0 0,0 0 1 0 0,0-1-1 0 0,0 1 1 0 0,-1 0-1 0 0,1-1 1 0 0,-1 1-1 0 0,0-1 0 0 0,0 1 1 0 0,0-1-1 0 0,-1 0 1 0 0,1 0-1 0 0,-1 1 0 0 0,0-1 1 0 0,0 0-1 0 0,0 1 1 0 0,0-1-1 0 0,-1 0 1 0 0,0 0-1 0 0,1 1 0 0 0,-1-1 1 0 0,0 1-1 0 0,-1-1 1 0 0,1 1-1 0 0,-1-1 0 0 0,0 1 1 0 0,1 0-1 0 0,-1 0 1 0 0,-1 0-1 0 0,1 0 1 0 0,0 0-1 0 0,-1 0 0 0 0,0 0 1 0 0,1 1-1 0 0,-1 0 1 0 0,0-1-1 0 0,0 1 0 0 0,-4-2 1 0 0,-6-3 299 0 0,0 1 1 0 0,0 1 0 0 0,-1 0-1 0 0,0 0 1 0 0,0 1-1 0 0,0 1 1 0 0,0 1 0 0 0,-1 0-1 0 0,1 0 1 0 0,-16 2-1 0 0,28-1-292 0 0,-1 1-1 0 0,0 1 0 0 0,0-1 1 0 0,0 0-1 0 0,1 1 0 0 0,-1-1 1 0 0,0 1-1 0 0,1 0 0 0 0,-1 0 1 0 0,1 0-1 0 0,-1 0 0 0 0,1 1 1 0 0,-4 1-1 0 0,5-2-190 0 0,0 0 0 0 0,0 0 0 0 0,0 0 0 0 0,0 0-1 0 0,1 0 1 0 0,-1 0 0 0 0,0 0 0 0 0,1 0 0 0 0,-1 0 0 0 0,1 0 0 0 0,-1 1 0 0 0,1-1 0 0 0,-1 0-1 0 0,1 0 1 0 0,0 0 0 0 0,0 1 0 0 0,0-1 0 0 0,-1 2 0 0 0,2-2-27 0 0,0 0 1 0 0,-1 1 0 0 0,1-1-1 0 0,0 0 1 0 0,0 0 0 0 0,-1 0-1 0 0,1-1 1 0 0,0 1 0 0 0,0 0-1 0 0,0 0 1 0 0,0 0 0 0 0,0-1-1 0 0,0 1 1 0 0,0 0 0 0 0,1-1-1 0 0,-1 1 1 0 0,0-1 0 0 0,0 0-1 0 0,0 1 1 0 0,1-1 0 0 0,-1 0-1 0 0,0 0 1 0 0,0 1 0 0 0,1-1-1 0 0,-1 0 1 0 0,0 0 0 0 0,3-1-1 0 0,36 1-8393 0 0,-38 0 7611 0 0,17 0-3765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3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1 832 0 0,'0'0'3284'0'0,"-3"4"-1616"0"0,-43 41 3848 0 0,37-39-4653 0 0,1 1 0 0 0,1 0-1 0 0,-1 1 1 0 0,1 0 0 0 0,0 0 0 0 0,1 0 0 0 0,0 1 0 0 0,0 0 0 0 0,1 0-1 0 0,-8 20 1 0 0,10-23-546 0 0,2 1 0 0 0,-1 0 0 0 0,1-1 0 0 0,0 1-1 0 0,0 0 1 0 0,1 0 0 0 0,0 0 0 0 0,0 0 0 0 0,1 0 0 0 0,-1 0 0 0 0,2 0-1 0 0,2 11 1 0 0,-2-14-231 0 0,0 0 0 0 0,-1-1 0 0 0,2 1 0 0 0,-1 0 0 0 0,0-1 0 0 0,1 1 0 0 0,-1-1 0 0 0,1 0 0 0 0,0 0 0 0 0,0 0 0 0 0,0 0 0 0 0,1-1 0 0 0,-1 1 0 0 0,1-1 0 0 0,-1 0 0 0 0,1 0 0 0 0,0 0 0 0 0,0 0 0 0 0,0-1 0 0 0,0 1 0 0 0,0-1 0 0 0,8 1 0 0 0,5 1-166 0 0,1-1 0 0 0,-1-1 0 0 0,1 0 0 0 0,0-1 0 0 0,31-5 0 0 0,-39 4-407 0 0,0-1-1 0 0,-1-1 1 0 0,1 0 0 0 0,0 0-1 0 0,-1 0 1 0 0,0-1 0 0 0,0-1-1 0 0,0 0 1 0 0,0 0 0 0 0,-1-1-1 0 0,11-8 1 0 0,-18 13 14 0 0,0 0 0 0 0,0 0 0 0 0,0-1 1 0 0,0 1-1 0 0,0 0 0 0 0,-1 0 0 0 0,1-1 0 0 0,0 1 0 0 0,-1 0 1 0 0,1-1-1 0 0,-1 1 0 0 0,1-1 0 0 0,-1 1 0 0 0,1-1 0 0 0,-1 1 1 0 0,0-1-1 0 0,0 1 0 0 0,0-1 0 0 0,0 1 0 0 0,0-1 0 0 0,0 1 1 0 0,0-1-1 0 0,-1 1 0 0 0,1-1 0 0 0,-1 1 0 0 0,1 0 0 0 0,-2-4 1 0 0,1 3-3645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3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 1 940 0 0,'0'0'1741'0'0,"-13"0"1057"0"0,6 2 2647 0 0,-2 3-4670 0 0,0 0 0 0 0,1 1-1 0 0,0 0 1 0 0,0 1 0 0 0,1 0-1 0 0,-1 0 1 0 0,2 0 0 0 0,-1 1-1 0 0,1 0 1 0 0,0 1 0 0 0,1-1-1 0 0,0 1 1 0 0,0 0 0 0 0,-6 18-1 0 0,6-14-387 0 0,1 0-1 0 0,0 0 0 0 0,0 0 0 0 0,2 0 1 0 0,-1 0-1 0 0,2 1 0 0 0,0 0 0 0 0,1-1 0 0 0,0 1 1 0 0,1-1-1 0 0,2 16 0 0 0,-2-25-319 0 0,0 0-1 0 0,0 0 0 0 0,1 1 1 0 0,-1-1-1 0 0,1 0 0 0 0,0 0 1 0 0,0 0-1 0 0,0-1 1 0 0,1 1-1 0 0,-1 0 0 0 0,1-1 1 0 0,0 0-1 0 0,0 0 0 0 0,0 1 1 0 0,1-2-1 0 0,-1 1 1 0 0,1 0-1 0 0,6 3 0 0 0,-4-3-116 0 0,1-1 0 0 0,-1 1-1 0 0,1-1 1 0 0,0-1 0 0 0,-1 1 0 0 0,1-1-1 0 0,0 0 1 0 0,0-1 0 0 0,0 0-1 0 0,0 0 1 0 0,7-1 0 0 0,0-1-493 0 0,-1 0 1 0 0,0-1 0 0 0,0 0 0 0 0,0-1-1 0 0,17-8 1 0 0,-20 8-414 0 0,-1-1 1 0 0,0 0-1 0 0,0-1 0 0 0,0 1 1 0 0,-1-2-1 0 0,11-9 1 0 0,1-10-7905 0 0,-8 15 3778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4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1 1340 0 0,'0'0'7427'0'0,"-7"3"-5704"0"0,4-1-1376 0 0,-1 0 0 0 0,1 1 0 0 0,-1-1 0 0 0,1 1 0 0 0,0 0 0 0 0,0 0 0 0 0,0 0 0 0 0,1 0 0 0 0,-1 0 0 0 0,1 1 0 0 0,-1-1 0 0 0,1 1 0 0 0,0 0 0 0 0,1 0 0 0 0,-1-1-1 0 0,0 1 1 0 0,1 0 0 0 0,0 0 0 0 0,0 0 0 0 0,0 1 0 0 0,1-1 0 0 0,0 0 0 0 0,-1 5 0 0 0,1 1 167 0 0,0-3-272 0 0,0-1 1 0 0,0 0-1 0 0,0 1 1 0 0,1-1-1 0 0,0 0 1 0 0,0 1-1 0 0,2 6 1 0 0,3 30-858 0 0,-5-26-7476 0 0,-1-14 3775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4.4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2 1076 0 0,'-6'-1'14549'0'0,"28"10"-13644"0"0,0 0 0 0 0,0-2-1 0 0,0 0 1 0 0,1-1 0 0 0,44 4-1 0 0,126 1-326 0 0,-132-10-1116 0 0,-3-4-1537 0 0,-24-4-4886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4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72 148 0 0,'-2'1'449'0'0,"0"0"-1"0"0,1 1 1 0 0,-1-1-1 0 0,1 1 1 0 0,0 0-1 0 0,-1-1 1 0 0,1 1-1 0 0,0 0 1 0 0,0 0 0 0 0,0 0-1 0 0,0 0 1 0 0,0 0-1 0 0,1 0 1 0 0,-1 0-1 0 0,0 0 1 0 0,1 0 0 0 0,-1 5-1 0 0,2-6-306 0 0,-1 0-1 0 0,1 0 0 0 0,-1 0 1 0 0,1 0-1 0 0,0 0 1 0 0,0 0-1 0 0,-1 0 0 0 0,1 0 1 0 0,0-1-1 0 0,0 1 1 0 0,0 0-1 0 0,0 0 1 0 0,0-1-1 0 0,0 1 0 0 0,0-1 1 0 0,0 1-1 0 0,0-1 1 0 0,0 1-1 0 0,0-1 1 0 0,1 0-1 0 0,-1 1 0 0 0,0-1 1 0 0,0 0-1 0 0,0 0 1 0 0,0 0-1 0 0,3 0 1 0 0,31 2 1379 0 0,-35-2-1450 0 0,26 0 436 0 0,0-1 0 0 0,-1-2 0 0 0,1-1 0 0 0,-1 0 0 0 0,0-2 0 0 0,41-16 0 0 0,0-10-3504 0 0,-5-9-4559 0 0,-47 28 3827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5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0 1160 0 0,'-24'3'5437'0'0,"11"-1"-3892"0"0,0 1-1 0 0,0 1 1 0 0,1 0-1 0 0,-1 1 0 0 0,1 0 1 0 0,0 1-1 0 0,0 0 1 0 0,1 1-1 0 0,0 0 1 0 0,-18 16-1 0 0,29-20-1428 0 0,0 0 0 0 0,0 0 0 0 0,0 0 0 0 0,0 0 1 0 0,1 0-1 0 0,-1 0 0 0 0,1 0 0 0 0,0 0 0 0 0,0 0 0 0 0,0 0 0 0 0,0 0 0 0 0,0-1 0 0 0,1 1 0 0 0,2 3 0 0 0,-4-5-115 0 0,3 3-22 0 0,-1 0 1 0 0,1-1 0 0 0,0 1 0 0 0,1 0 0 0 0,-1-1 0 0 0,0 0-1 0 0,1 0 1 0 0,0 0 0 0 0,0 0 0 0 0,0-1 0 0 0,0 1 0 0 0,0-1-1 0 0,9 3 1 0 0,64 18-580 0 0,-46-16 544 0 0,20 6 36 0 0,-37-11 70 0 0,0 1 1 0 0,-1 0-1 0 0,0 1 1 0 0,0 1-1 0 0,0 0 1 0 0,24 14-1 0 0,-36-19-38 0 0,-1 1 1 0 0,1-1-1 0 0,0 1 0 0 0,-1 0 0 0 0,1-1 1 0 0,0 1-1 0 0,-1-1 0 0 0,1 1 0 0 0,-1 0 0 0 0,1-1 1 0 0,-1 1-1 0 0,1 0 0 0 0,-1 0 0 0 0,1-1 0 0 0,-1 1 1 0 0,0 0-1 0 0,1 0 0 0 0,-1 0 0 0 0,0 0 0 0 0,0 0 1 0 0,0-1-1 0 0,0 1 0 0 0,0 0 0 0 0,0 0 1 0 0,0 0-1 0 0,0 0 0 0 0,0 0 0 0 0,0-1 0 0 0,0 1 1 0 0,-1 1-1 0 0,0 1 11 0 0,0-1-1 0 0,-1 1 1 0 0,1-1 0 0 0,-1 1 0 0 0,1-1-1 0 0,-1 0 1 0 0,0 0 0 0 0,0 0 0 0 0,-4 3 0 0 0,-50 32 162 0 0,44-30-382 0 0,-2-1 1 0 0,1 0 0 0 0,-1-1 0 0 0,0-1 0 0 0,0 0 0 0 0,0 0-1 0 0,0-2 1 0 0,-19 2 0 0 0,31-4 38 0 0,0 0-1 0 0,0 0 1 0 0,1 0-1 0 0,-1-1 1 0 0,0 1-1 0 0,0-1 1 0 0,1 1 0 0 0,-1-1-1 0 0,0 1 1 0 0,1-1-1 0 0,-1 0 1 0 0,1 0-1 0 0,-1 0 1 0 0,1 0-1 0 0,-1 0 1 0 0,1 0 0 0 0,0 0-1 0 0,-1 0 1 0 0,1-1-1 0 0,0 1 1 0 0,0-1-1 0 0,0 1 1 0 0,0-1-1 0 0,0 1 1 0 0,-1-3-1 0 0,2 2-487 0 0,2-17-1514 0 0,42-18-1721 0 0,-11 15-2643 0 0,-19 12 2915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5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1292 0 0,'0'0'4798'0'0,"-1"6"-3230"0"0,-4 71 4943 0 0,4-72-6258 0 0,2 0 0 0 0,-1-1 0 0 0,0 1 0 0 0,1-1 0 0 0,0 1 0 0 0,0-1 0 0 0,0 1 0 0 0,1-1 0 0 0,-1 0 0 0 0,1 1 0 0 0,0-1 0 0 0,0 0 0 0 0,1 0 0 0 0,-1 0 0 0 0,4 4 0 0 0,15 22-709 0 0,-18-24-3115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5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1148 0 0,'3'-3'6950'0'0,"20"3"-3850"0"0,21 6-787 0 0,148 29 4633 0 0,11 2-3507 0 0,-197-36-3401 0 0,4 1-347 0 0,1 0 0 0 0,-1 1 0 0 0,0 0-1 0 0,11 5 1 0 0,-15 1-1032 0 0,-9-5-2840 0 0,-17 8 2063 0 0,-10 0-5027 0 0,11-4 2870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5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62 732 0 0,'0'0'282'0'0,"0"1"-1"0"0,-1 0 0 0 0,1 0 1 0 0,-1-1-1 0 0,1 1 1 0 0,0 0-1 0 0,0 0 1 0 0,-1-1-1 0 0,1 1 1 0 0,0 0-1 0 0,0 0 0 0 0,0 0 1 0 0,0-1-1 0 0,0 1 1 0 0,0 0-1 0 0,0 0 1 0 0,0 0-1 0 0,0-1 1 0 0,0 1-1 0 0,1 0 0 0 0,-1 0 1 0 0,0 0-1 0 0,0-1 1 0 0,1 1-1 0 0,-1 0 1 0 0,0 0-1 0 0,1-1 1 0 0,-1 1-1 0 0,1 0 1 0 0,-1-1-1 0 0,2 2 0 0 0,0-1 198 0 0,1 1 0 0 0,-1 0 0 0 0,1-1-1 0 0,-1 1 1 0 0,1-1 0 0 0,0 0 0 0 0,-1 0 0 0 0,1 0-1 0 0,4 1 1 0 0,4 0 571 0 0,0 0 1 0 0,0-1-1 0 0,20 1 1 0 0,6-4-992 0 0,0-2-1 0 0,-1-2 1 0 0,0-1 0 0 0,36-11 0 0 0,-4-8-4072 0 0,-4-8-3417 0 0,-44 23 3167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6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1576 0 0,'-8'3'1114'0'0,"-1"1"1"0"0,0-1-1 0 0,1 1 0 0 0,-1 1 1 0 0,1-1-1 0 0,0 1 0 0 0,1 1 0 0 0,-1 0 1 0 0,1 0-1 0 0,0 0 0 0 0,1 1 1 0 0,0 0-1 0 0,0 0 0 0 0,-8 11 1 0 0,12-14-961 0 0,0 0 0 0 0,0-1 0 0 0,0 1 1 0 0,1 0-1 0 0,-1 0 0 0 0,1 0 0 0 0,0 0 1 0 0,0 0-1 0 0,0 0 0 0 0,1 1 1 0 0,0-1-1 0 0,-1 0 0 0 0,1 0 0 0 0,1 0 1 0 0,-1 1-1 0 0,1-1 0 0 0,-1 0 0 0 0,1 0 1 0 0,0 0-1 0 0,1 0 0 0 0,-1 0 1 0 0,1 0-1 0 0,-1 0 0 0 0,1-1 0 0 0,0 1 1 0 0,1 0-1 0 0,-1-1 0 0 0,1 0 1 0 0,-1 1-1 0 0,1-1 0 0 0,0 0 0 0 0,0 0 1 0 0,1-1-1 0 0,4 4 0 0 0,3 2-325 0 0,1-1-1 0 0,0-1 0 0 0,0 0 1 0 0,0-1-1 0 0,1 0 1 0 0,0 0-1 0 0,0-2 0 0 0,0 1 1 0 0,14 0-1 0 0,-5 0-547 0 0,1-2 1 0 0,-1-1-1 0 0,1-1 0 0 0,39-4 0 0 0,-54 2 203 0 0,0 0-1 0 0,1-1 0 0 0,-1 1 0 0 0,0-2 0 0 0,0 1 1 0 0,0-1-1 0 0,-1-1 0 0 0,0 1 0 0 0,1-1 0 0 0,-2-1 1 0 0,12-10-1 0 0,-16 14 381 0 0,1 0 0 0 0,-1 0 0 0 0,-1 0 0 0 0,1-1 0 0 0,0 1 0 0 0,0-1 0 0 0,-1 0 0 0 0,0 1 0 0 0,1-1 0 0 0,-1 0 0 0 0,0 0 1 0 0,0 0-1 0 0,-1 0 0 0 0,1 0 0 0 0,-1 0 0 0 0,1 0 0 0 0,-1 0 0 0 0,0 0 0 0 0,-1-5 0 0 0,1 5 207 0 0,-1 0 0 0 0,0 0 0 0 0,-1 0 0 0 0,1 0 0 0 0,0 0 0 0 0,-1 0 0 0 0,0 1 0 0 0,0-1 0 0 0,0 0 0 0 0,0 1 0 0 0,0-1 1 0 0,0 1-1 0 0,-1 0 0 0 0,-2-2 0 0 0,-6-4 285 0 0,0 1 1 0 0,-1 0-1 0 0,1 1 0 0 0,-2 0 1 0 0,1 1-1 0 0,0 0 1 0 0,-1 1-1 0 0,-23-5 1 0 0,6 4 1152 0 0,-1 1 0 0 0,-52-1 0 0 0,73 4-1040 0 0,8 1-399 0 0,1 0 0 0 0,-1 0 1 0 0,0-1-1 0 0,1 1 0 0 0,-1 1 1 0 0,0-1-1 0 0,1 0 0 0 0,-1 0 1 0 0,1 0-1 0 0,-1 1 0 0 0,0-1 1 0 0,1 1-1 0 0,-1-1 0 0 0,-2 3 0 0 0,3-3 30 0 0,-1 4-42 0 0,2-4-73 0 0,-1 0-1 0 0,1 1 1 0 0,0-1-1 0 0,0 0 1 0 0,-1 0-1 0 0,1 0 1 0 0,0 0-1 0 0,0 0 1 0 0,0 1-1 0 0,0-1 1 0 0,-1 0-1 0 0,1 0 1 0 0,0 0 0 0 0,0 1-1 0 0,0-1 1 0 0,0 0-1 0 0,0 0 1 0 0,-1 1-1 0 0,1-1 1 0 0,0 0-1 0 0,0 0 1 0 0,0 1-1 0 0,0-1 1 0 0,0 0-1 0 0,0 0 1 0 0,0 1-1 0 0,0-1 1 0 0,0 0-1 0 0,0 0 1 0 0,0 1-1 0 0,0-1 1 0 0,0 0 0 0 0,0 0-1 0 0,0 1 1 0 0,1-1-1 0 0,-1 0 1 0 0,0 0-1 0 0,0 1 1 0 0,0-1-1 0 0,0 0 1 0 0,0 0-1 0 0,0 1 1 0 0,1-1-1 0 0,-1 0 1 0 0,0 0-1 0 0,0 0 1 0 0,0 0-1 0 0,1 1 1 0 0,-1-1-1 0 0,6 5-315 0 0,1-1-1 0 0,0 0 0 0 0,-1 0 0 0 0,1-1 0 0 0,1 0 0 0 0,-1 0 0 0 0,12 3 0 0 0,35 4-8923 0 0,-42-8 5173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6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84 0 0,'0'0'3602'0'0,"-4"3"-1779"0"0,2-1-1417 0 0,-1 0 1 0 0,1 0 0 0 0,0 0 0 0 0,0 0 0 0 0,0 0 0 0 0,0 1 0 0 0,0-1 0 0 0,1 1 0 0 0,-1-1 0 0 0,1 1 0 0 0,-1-1 0 0 0,1 1 0 0 0,0 0 0 0 0,0 0 0 0 0,0 0 0 0 0,1 0 0 0 0,-1 0 0 0 0,1 0 0 0 0,-1 0 0 0 0,1-1 0 0 0,0 1 0 0 0,0 0 0 0 0,0 0 0 0 0,1 0 0 0 0,0 4 0 0 0,16 34 3529 0 0,-13-29-3252 0 0,0-1 0 0 0,1 0 1 0 0,1 1-1 0 0,-1-2 0 0 0,2 1 0 0 0,0-1 0 0 0,13 16 0 0 0,-14-19-379 0 0,-1-2-60 0 0,0 1 0 0 0,1-1 0 0 0,0 0-1 0 0,0 0 1 0 0,0 0 0 0 0,9 4 0 0 0,-13-8-244 0 0,1 0 0 0 0,0 0-1 0 0,0 0 1 0 0,0 0 0 0 0,0-1 0 0 0,0 1-1 0 0,0-1 1 0 0,0 0 0 0 0,0 0 0 0 0,0 0-1 0 0,0 0 1 0 0,-1-1 0 0 0,1 1 0 0 0,0-1-1 0 0,0 0 1 0 0,0 0 0 0 0,0 0 0 0 0,0 0-1 0 0,-1 0 1 0 0,5-2 0 0 0,3-4-359 0 0,0-1 0 0 0,0 0 0 0 0,0 0 0 0 0,-1-1 0 0 0,-1 0 0 0 0,1 0 0 0 0,-2-1 0 0 0,1 0 1 0 0,-1-1-1 0 0,-1 0 0 0 0,8-15 0 0 0,12-18-1234 0 0,11-37-285 0 0,-36 80 2079 0 0,-1 1-184 0 0,0 1 0 0 0,0-1 0 0 0,0 0 0 0 0,0 0 0 0 0,0 0 0 0 0,0 0 1 0 0,0 1-1 0 0,0-1 0 0 0,0 0 0 0 0,0 0 0 0 0,1 0 0 0 0,-1 0 0 0 0,0 0 0 0 0,0 1 0 0 0,0-1 0 0 0,0 0 0 0 0,0 0 1 0 0,0 0-1 0 0,1 0 0 0 0,-1 0 0 0 0,0 0 0 0 0,0 0 0 0 0,0 0 0 0 0,0 0 0 0 0,1 0 0 0 0,-1 1 0 0 0,0-1 1 0 0,0 0-1 0 0,0 0 0 0 0,0 0 0 0 0,1 0 0 0 0,-1 0 0 0 0,0 0 0 0 0,0 0 0 0 0,0 0 0 0 0,1 0 0 0 0,-1 0 1 0 0,0 0-1 0 0,0-1 0 0 0,0 1 0 0 0,0 0 0 0 0,1 0 0 0 0,-1 0 0 0 0,0 0 0 0 0,0 0 0 0 0,0 0 0 0 0,0 0 0 0 0,0 0 1 0 0,1 0-1 0 0,-1-1 0 0 0,0 1 0 0 0,0 0 0 0 0,0 0 0 0 0,0 0 0 0 0,0 0 0 0 0,0 0 0 0 0,0-1 0 0 0,0 1 1 0 0,1 0-1 0 0,9 15 607 0 0,-10-14-715 0 0,76 169-118 0 0,-73-165-70 0 0,0 0 0 0 0,0 0 0 0 0,0-1 0 0 0,1 1 0 0 0,0-1 0 0 0,0 1 0 0 0,0-1 0 0 0,1-1 0 0 0,-1 1 1 0 0,7 3-1 0 0,32 13-9801 0 0,-28-16 5438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7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1 1272 0 0,'0'0'14312'0'0,"-5"5"-13037"0"0,1 0-897 0 0,1 0 0 0 0,-1 0 0 0 0,1 1 0 0 0,0-1 0 0 0,0 1 0 0 0,0-1 0 0 0,1 1-1 0 0,0 0 1 0 0,0 0 0 0 0,0 1 0 0 0,1-1 0 0 0,0 0 0 0 0,0 0 0 0 0,1 1 0 0 0,0 7 0 0 0,0-5-89 0 0,0-1 1 0 0,1 1-1 0 0,1-1 0 0 0,-1 1 1 0 0,1-1-1 0 0,0 1 0 0 0,1-1 1 0 0,0 0-1 0 0,1 0 0 0 0,-1 0 1 0 0,2 0-1 0 0,-1-1 0 0 0,8 10 1 0 0,-8-12-313 0 0,0-1 1 0 0,0 0 0 0 0,0 0-1 0 0,1 0 1 0 0,-1 0-1 0 0,1-1 1 0 0,0 0 0 0 0,0 0-1 0 0,0 0 1 0 0,1-1 0 0 0,-1 1-1 0 0,0-1 1 0 0,1-1-1 0 0,0 1 1 0 0,-1-1 0 0 0,1 0-1 0 0,0 0 1 0 0,0 0 0 0 0,0-1-1 0 0,0 0 1 0 0,7-1-1 0 0,2 1-587 0 0,0-1 0 0 0,0-1-1 0 0,0-1 1 0 0,0 0 0 0 0,0 0-1 0 0,0-2 1 0 0,-1 0 0 0 0,0 0-1 0 0,0-1 1 0 0,25-16-1 0 0,8-19-3590 0 0,-22 6-3544 0 0,-16 19 3353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7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0 988 0 0,'0'0'10463'0'0,"-1"7"-9179"0"0,-1 2-354 0 0,1 0-1 0 0,0 0 1 0 0,1 1 0 0 0,0-1-1 0 0,0 0 1 0 0,4 15-1 0 0,-3-20-683 0 0,1 12 340 0 0,2-1 0 0 0,0 0 0 0 0,1-1 0 0 0,10 22-1 0 0,-13-31-984 0 0,-2-3 82 0 0,1-1 0 0 0,0 1 1 0 0,0-1-1 0 0,0 0 1 0 0,0 1-1 0 0,0-1 1 0 0,0 0-1 0 0,0 1 1 0 0,0-1-1 0 0,0 0 0 0 0,1 0 1 0 0,2 2-1 0 0,9-26-14021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7.4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2 688 0 0,'-10'-2'2625'0'0,"3"6"9054"0"0,7-4-11485 0 0,0 0 0 0 0,0 0 0 0 0,0 0 0 0 0,-1 0 1 0 0,23 12 1978 0 0,37 13-793 0 0,-20-15-353 0 0,1-1 0 0 0,0-2 0 0 0,71 3 1 0 0,-72-10-3560 0 0,73-8 1 0 0,-110 8 1211 0 0,-8 2-8055 0 0,-24 8 4948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7.6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77 92 0 0,'-3'2'434'0'0,"0"0"0"0"0,0 0-1 0 0,0 1 1 0 0,1-1 0 0 0,-1 1 0 0 0,1 0-1 0 0,-1 0 1 0 0,1 0 0 0 0,0 0 0 0 0,0 0-1 0 0,1 0 1 0 0,-1 0 0 0 0,1 1 0 0 0,-1-1-1 0 0,1 1 1 0 0,-1 5 0 0 0,2-7-295 0 0,0-1 0 0 0,1 0 0 0 0,-1 0-1 0 0,0 0 1 0 0,1 0 0 0 0,-1 0 0 0 0,1 0 0 0 0,-1 0-1 0 0,1 0 1 0 0,0 0 0 0 0,-1 0 0 0 0,1 0 0 0 0,0 0 0 0 0,0-1-1 0 0,-1 1 1 0 0,1 0 0 0 0,0 0 0 0 0,0-1 0 0 0,0 1 0 0 0,0-1-1 0 0,0 1 1 0 0,0-1 0 0 0,0 1 0 0 0,0-1 0 0 0,0 1 0 0 0,0-1-1 0 0,1 0 1 0 0,-1 0 0 0 0,0 1 0 0 0,0-1 0 0 0,0 0 0 0 0,0 0-1 0 0,0 0 1 0 0,0 0 0 0 0,2-1 0 0 0,48-3 2759 0 0,-40 2-2594 0 0,1 0-37 0 0,0-1 0 0 0,0-1 0 0 0,0 0 0 0 0,0-1 0 0 0,-1 0 1 0 0,13-8-1 0 0,-7 4-499 0 0,64-42-2868 0 0,-26 15-4264 0 0,-30 21 3516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8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0 1148 0 0,'0'0'5410'0'0,"-6"2"-3626"0"0,-35 7 2491 0 0,23-5-2198 0 0,-1 0-1 0 0,0 1 1 0 0,1 1-1 0 0,-21 10 0 0 0,28-10-670 0 0,9-6-1281 0 0,0 0 0 0 0,0 1 0 0 0,1 0 0 0 0,-1-1 0 0 0,0 1 0 0 0,1 0 0 0 0,-1 0-1 0 0,1 0 1 0 0,-1 0 0 0 0,1 0 0 0 0,0 0 0 0 0,-1 1 0 0 0,1-1 0 0 0,0 0-1 0 0,0 1 1 0 0,0-1 0 0 0,0 1 0 0 0,0-1 0 0 0,0 1 0 0 0,0-1 0 0 0,0 1 0 0 0,1 0-1 0 0,-1-1 1 0 0,0 3 0 0 0,1-2 141 0 0,49 29 87 0 0,82 8-609 0 0,9 4 115 0 0,-136-41 174 0 0,0-1 0 0 0,0 1 0 0 0,0 0 0 0 0,0 0 0 0 0,-1 0-1 0 0,1 1 1 0 0,-1-1 0 0 0,1 1 0 0 0,-1 0 0 0 0,0 0 0 0 0,0 0 0 0 0,0 0 0 0 0,-1 1 0 0 0,1-1-1 0 0,3 8 1 0 0,-6-9 4 0 0,-1 0 0 0 0,0 1 0 0 0,1-1 0 0 0,-1 1 0 0 0,0-1 0 0 0,0 0-1 0 0,0 0 1 0 0,-1 0 0 0 0,1 0 0 0 0,0 0 0 0 0,-1 0 0 0 0,0 0 0 0 0,1 0 0 0 0,-1 0 0 0 0,0-1-1 0 0,-4 4 1 0 0,6-5-21 0 0,-18 14 86 0 0,0-1 0 0 0,-1-1 0 0 0,-1-1 0 0 0,1-1 0 0 0,-2 0-1 0 0,0-1 1 0 0,0-2 0 0 0,0 0 0 0 0,-1-1 0 0 0,0-1 0 0 0,0-1 0 0 0,-42 2 0 0 0,62-6-150 0 0,0 0 0 0 0,1 0 0 0 0,-1 0 0 0 0,0 0-1 0 0,0 0 1 0 0,1-1 0 0 0,-1 1 0 0 0,0 0 0 0 0,1-1 0 0 0,-1 1 0 0 0,0-1 0 0 0,1 0 0 0 0,-1 1 0 0 0,1-1 0 0 0,-1 0 0 0 0,1 0 0 0 0,-1 0 0 0 0,1 0 0 0 0,-2-2 0 0 0,2 2-74 0 0,0-1 1 0 0,1 1 0 0 0,-1 0-1 0 0,1-1 1 0 0,-1 1 0 0 0,1 0 0 0 0,0-1-1 0 0,-1 1 1 0 0,1 0 0 0 0,0-1-1 0 0,0 1 1 0 0,0-1 0 0 0,0 1 0 0 0,0-1-1 0 0,0 1 1 0 0,1 0 0 0 0,-1-1-1 0 0,1-1 1 0 0,1-3-391 0 0,1-1-1 0 0,0 1 0 0 0,0 1 1 0 0,0-1-1 0 0,0 0 0 0 0,1 1 1 0 0,0 0-1 0 0,6-6 0 0 0,52-41-4865 0 0,-16 23-3119 0 0,-23 16 3725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8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0 712 0 0,'0'0'5895'0'0,"-4"5"-4017"0"0,-2 1-1188 0 0,2 0 0 0 0,-1 1 0 0 0,1 0-1 0 0,0 0 1 0 0,0 0 0 0 0,1 0 0 0 0,0 0 0 0 0,0 1-1 0 0,1 0 1 0 0,0-1 0 0 0,0 1 0 0 0,1 0-1 0 0,0 0 1 0 0,0 0 0 0 0,1 0 0 0 0,0 0-1 0 0,0 0 1 0 0,1 0 0 0 0,3 14 0 0 0,14 80 2712 0 0,-5-12-3752 0 0,-13-90 244 0 0,0 0 0 0 0,0 0 0 0 0,0 0 0 0 0,0 0-1 0 0,0 0 1 0 0,0 0 0 0 0,0 0 0 0 0,0 0 0 0 0,0 0 0 0 0,0-1-318 0 0,0 1 317 0 0,0 0 1 0 0,0 0 0 0 0,-1 0 0 0 0,1 0 0 0 0,0 0 0 0 0,0 0 0 0 0,0 0 0 0 0,0 0 0 0 0,0 0 0 0 0,0 0-1 0 0,0 0 1 0 0,0 0 0 0 0,0 0 0 0 0,0 0 0 0 0,0 0 0 0 0,-1 0 0 0 0,1 0 0 0 0,0 0 0 0 0,0 0 0 0 0,0 0-1 0 0,0 0 1 0 0,0 0 0 0 0,0 0 0 0 0,0 0 0 0 0,0 0 0 0 0,0 0 0 0 0,0 0 0 0 0,0 0 0 0 0,-1 0 0 0 0,1 0-1 0 0,0 0 1 0 0,0 1-318 0 0,0-1 318 0 0,0 0 0 0 0,0 0 0 0 0,0 0 0 0 0,0 0-1 0 0,0 0 1 0 0,0 0 0 0 0,0 0 0 0 0,0 0 0 0 0,0 0 0 0 0,0 1 0 0 0,0-1 0 0 0,0 0 0 0 0,0 0 0 0 0,0 0-1 0 0,-9-11-2194 0 0,-2-10-10 0 0,4 9-2147 0 0,1-8-812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8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15 708 0 0,'0'0'2608'0'0,"2"-2"-2144"0"0,-1 1-1 0 0,1 0 1 0 0,0-1 0 0 0,-1 1 0 0 0,1 0 0 0 0,0 0 0 0 0,0 0 0 0 0,0 0 0 0 0,0 0-1 0 0,0 0 1 0 0,4-1 0 0 0,27 6 1649 0 0,0 2-1 0 0,45 13 0 0 0,18 3-153 0 0,21-1-162 0 0,73 11-71 0 0,-64-23-3445 0 0,-101-11 160 0 0,-15 1-802 0 0,0 1-3868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54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12 195 420 0 0,'0'0'883'0'0,"-12"0"8762"0"0,19 3-9290 0 0,49 19 663 0 0,-26-10-536 0 0,1 0 0 0 0,0-2-1 0 0,52 9 1 0 0,-2-12-226 0 0,0-4 1 0 0,1-3-1 0 0,139-20 0 0 0,-74 6-101 0 0,230-20 52 0 0,1068-53 32 0 0,353 21-348 0 0,-780 11 139 0 0,-486 49 28 0 0,-369 12-44 0 0,197 33 0 0 0,-304-29-15 0 0,-1 3 0 0 0,0 2-1 0 0,-1 3 1 0 0,-1 2 0 0 0,-1 2 0 0 0,87 52 0 0 0,-128-67-48 0 0,0-1 0 0 0,1 0 0 0 0,-1 0 0 0 0,1-2 0 0 0,14 5 0 0 0,-22-8 16 0 0,1 0 0 0 0,-1-1 0 0 0,1 1 0 0 0,0-1 0 0 0,-1 0 0 0 0,1 0 0 0 0,0-1 0 0 0,-1 1 0 0 0,1-1 0 0 0,-1 0 0 0 0,1 0 0 0 0,-1-1 0 0 0,0 1 0 0 0,1-1 0 0 0,-1 0 0 0 0,0 0 0 0 0,6-5 0 0 0,-8 6 8 0 0,0 1 0 0 0,-1-2-1 0 0,1 1 1 0 0,0 0 0 0 0,-1 0-1 0 0,0 0 1 0 0,1-1-1 0 0,-1 1 1 0 0,0-1 0 0 0,1 1-1 0 0,-1-1 1 0 0,0 1 0 0 0,0-1-1 0 0,0 0 1 0 0,0 0 0 0 0,-1 1-1 0 0,2-4 1 0 0,-2 4-3 0 0,0 0 1 0 0,0 0 0 0 0,-1 0-1 0 0,1 0 1 0 0,0 0-1 0 0,0 0 1 0 0,-1 0-1 0 0,1 0 1 0 0,0 0 0 0 0,-1 0-1 0 0,1 0 1 0 0,-1 0-1 0 0,1 1 1 0 0,-1-1-1 0 0,0 0 1 0 0,1 0 0 0 0,-1 0-1 0 0,0 1 1 0 0,0-1-1 0 0,1 0 1 0 0,-1 1-1 0 0,0-1 1 0 0,-1 0-1 0 0,-4-2-244 0 0,0 0 0 0 0,0 0 0 0 0,-1 0 0 0 0,1 1 0 0 0,-1 0 0 0 0,1 1 0 0 0,-1-1 0 0 0,-10 0 0 0 0,-38-4-5980 0 0,42 4 3342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58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12 1416 0 0,'-20'-12'10647'0'0,"14"13"-10203"0"0,-1-1-1 0 0,1 1 1 0 0,0 0-1 0 0,-1 1 1 0 0,1-1-1 0 0,0 1 1 0 0,0 1-1 0 0,0-1 1 0 0,0 1-1 0 0,0 0 1 0 0,1 0-1 0 0,-1 0 1 0 0,-7 8 0 0 0,-69 58 2220 0 0,66-53-1942 0 0,0 1-1 0 0,1 0 0 0 0,1 2 1 0 0,-17 27-1 0 0,27-39-531 0 0,0-1-1 0 0,1 0 1 0 0,0 1 0 0 0,0 0-1 0 0,0 0 1 0 0,1 0 0 0 0,0 0-1 0 0,0 0 1 0 0,0 1 0 0 0,1-1-1 0 0,1 1 1 0 0,-1-1 0 0 0,1 0-1 0 0,0 1 1 0 0,1-1 0 0 0,0 1-1 0 0,3 12 1 0 0,-2-15-141 0 0,1 0 1 0 0,0 0 0 0 0,0 0-1 0 0,0-1 1 0 0,1 1-1 0 0,-1-1 1 0 0,1 0 0 0 0,0 0-1 0 0,0 0 1 0 0,1 0-1 0 0,-1-1 1 0 0,1 0-1 0 0,0 0 1 0 0,-1 0 0 0 0,1 0-1 0 0,1-1 1 0 0,-1 0-1 0 0,0 0 1 0 0,1 0 0 0 0,-1-1-1 0 0,1 1 1 0 0,-1-1-1 0 0,1-1 1 0 0,6 1-1 0 0,7 0-176 0 0,0 0-1 0 0,0-2 1 0 0,0 0-1 0 0,0-1 1 0 0,35-9-1 0 0,-28 5-466 0 0,-1-1 1 0 0,1-2-1 0 0,-2 0 0 0 0,1-1 1 0 0,-1-2-1 0 0,36-23 0 0 0,-59 35 509 0 0,0-1 0 0 0,0 1-1 0 0,0-1 1 0 0,1 1 0 0 0,-1-1-1 0 0,0 0 1 0 0,0 0 0 0 0,0 0 0 0 0,0 0-1 0 0,0 0 1 0 0,0 0 0 0 0,-1 0-1 0 0,1 0 1 0 0,0 0 0 0 0,0 0-1 0 0,-1 0 1 0 0,1 0 0 0 0,0 0 0 0 0,-1-1-1 0 0,0 1 1 0 0,1 0 0 0 0,-1-1-1 0 0,0 1 1 0 0,1 0 0 0 0,-1-1-1 0 0,0 1 1 0 0,0 0 0 0 0,0-1 0 0 0,0 1-1 0 0,-1-3 1 0 0,0 3-74 0 0,-1 0-1 0 0,1 1 1 0 0,-1-1-1 0 0,1 0 1 0 0,-1 0-1 0 0,0 1 1 0 0,1-1-1 0 0,-1 0 1 0 0,0 1-1 0 0,0 0 1 0 0,1-1-1 0 0,-1 1 1 0 0,0 0 0 0 0,0 0-1 0 0,0 0 1 0 0,1 0-1 0 0,-1 1 1 0 0,0-1-1 0 0,0 0 1 0 0,0 1-1 0 0,1-1 1 0 0,-1 1-1 0 0,-2 1 1 0 0,-14 3-2454 0 0,11-2-4795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59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29 336 0 0,'-31'-19'10151'0'0,"28"18"-9739"0"0,-1-1 0 0 0,0 1 1 0 0,1 0-1 0 0,-1 0 0 0 0,0 0 1 0 0,0 0-1 0 0,0 0 0 0 0,0 1 0 0 0,0 0 1 0 0,0 0-1 0 0,0 0 0 0 0,1 0 0 0 0,-1 1 1 0 0,0 0-1 0 0,0-1 0 0 0,0 1 0 0 0,0 1 1 0 0,1-1-1 0 0,-1 0 0 0 0,0 1 0 0 0,1 0 1 0 0,-1 0-1 0 0,-3 3 0 0 0,-10 5 507 0 0,1 0 0 0 0,1 2 0 0 0,-17 15 1 0 0,28-24-792 0 0,1 0 0 0 0,0 0 0 0 0,1 0 1 0 0,-1 0-1 0 0,0 1 0 0 0,1-1 1 0 0,0 1-1 0 0,0 0 0 0 0,0 0 1 0 0,0 0-1 0 0,1 0 0 0 0,-1 0 1 0 0,1 0-1 0 0,0 0 0 0 0,0 0 1 0 0,1 0-1 0 0,-1 1 0 0 0,1-1 1 0 0,0 0-1 0 0,0 0 0 0 0,1 6 1 0 0,0-7-125 0 0,0 0 0 0 0,0 0 0 0 0,0 0 0 0 0,0 0 0 0 0,1 0 0 0 0,-1-1 0 0 0,1 1 0 0 0,0-1 0 0 0,0 1 0 0 0,0-1 0 0 0,0 0 0 0 0,0 0 0 0 0,0 0 0 0 0,1 0 0 0 0,-1 0 0 0 0,0 0 0 0 0,1 0 0 0 0,0-1 0 0 0,-1 1 0 0 0,1-1 0 0 0,0 0 0 0 0,0 0 0 0 0,0 0 0 0 0,0 0 0 0 0,0-1 0 0 0,0 1 0 0 0,0-1 0 0 0,0 0 0 0 0,0 1-1 0 0,0-1 1 0 0,5-1 0 0 0,4 1-237 0 0,1 0 0 0 0,-1-1 0 0 0,1-1 0 0 0,-1 0 0 0 0,1 0 0 0 0,-1-1 0 0 0,0-1 0 0 0,0 0 0 0 0,-1-1 0 0 0,1 0 0 0 0,-1-1 0 0 0,0 0-1 0 0,0-1 1 0 0,-1 0 0 0 0,0 0 0 0 0,12-12 0 0 0,-21 18 282 0 0,0-1 0 0 0,0 1 0 0 0,0-1 0 0 0,0 0-1 0 0,0 1 1 0 0,0-1 0 0 0,-1 0 0 0 0,1 0 0 0 0,0 0 0 0 0,-1 1 0 0 0,0-1 0 0 0,1 0-1 0 0,-1 0 1 0 0,0 0 0 0 0,0 0 0 0 0,0 0 0 0 0,0 0 0 0 0,0 1 0 0 0,-1-4 0 0 0,0 2 219 0 0,3-10 420 0 0,0 7 1 0 0,0 9 684 0 0,0 7-1351 0 0,1 0-1 0 0,0-1 0 0 0,0 0 1 0 0,1 1-1 0 0,0-1 0 0 0,0-1 0 0 0,1 1 1 0 0,9 11-1 0 0,-6-10-589 0 0,1-1 0 0 0,0 0 0 0 0,0 0 1 0 0,1-1-1 0 0,19 13 0 0 0,-27-20-235 0 0,25-12-3042 0 0,-20 8 3099 0 0,-6 2 382 0 0,0 0 0 0 0,-1-1 0 0 0,1 1 0 0 0,0 0 0 0 0,0 0 1 0 0,-1-1-1 0 0,1 1 0 0 0,-1-1 0 0 0,1 1 0 0 0,-1 0 0 0 0,0-1 0 0 0,1 1 0 0 0,-1-1 0 0 0,0 1 0 0 0,0-3 0 0 0,1-7-3816 0 0,5-4-562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59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10 1384 0 0,'-14'-9'14548'0'0,"12"23"-13633"0"0,1 1 1 0 0,0-1-1 0 0,1 1 0 0 0,1 0 1 0 0,0-1-1 0 0,5 26 1 0 0,-2-17-159 0 0,2 28 571 0 0,-3-17-473 0 0,2 0 0 0 0,2 0 0 0 0,13 43 0 0 0,-9-40-193 0 0,-8-27-477 0 0,-1-1-1 0 0,1 0 0 0 0,1 1 0 0 0,0-1 1 0 0,6 11-1 0 0,22 31 324 0 0,-27-40-611 0 0,-5-10-18 0 0,0 0 0 0 0,0 0 1 0 0,0 0-1 0 0,0 0 0 0 0,1 0 1 0 0,-1 0-1 0 0,0 0 0 0 0,1 0 1 0 0,-1-1-1 0 0,0 1 0 0 0,1 0 1 0 0,-1 0-1 0 0,1 0 0 0 0,0 0 0 0 0,-1-1 1 0 0,1 1-1 0 0,0 0 0 0 0,-1-1 1 0 0,1 1-1 0 0,0 0 0 0 0,0-1 1 0 0,0 1-1 0 0,-1-1 0 0 0,1 1 1 0 0,0-1-1 0 0,0 0 0 0 0,0 1 0 0 0,1-1 1 0 0,16-10-558 0 0,-13 7-65 0 0,-13-30-5881 0 0,8 19 4063 0 0,0 2-6188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00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10 568 0 0,'-15'-6'6394'0'0,"-6"2"4678"0"0,13 9-10657 0 0,0 0 0 0 0,0 0-1 0 0,0 1 1 0 0,1 0 0 0 0,0 0 0 0 0,0 1 0 0 0,1-1 0 0 0,0 2 0 0 0,0-1 0 0 0,0 1 0 0 0,1 0 0 0 0,0 0 0 0 0,1 0 0 0 0,0 0 0 0 0,-6 18 0 0 0,7-18-237 0 0,0 1 1 0 0,0-1 0 0 0,1 1 0 0 0,0-1 0 0 0,1 1-1 0 0,0 0 1 0 0,0 0 0 0 0,1 0 0 0 0,0 0-1 0 0,0 0 1 0 0,1-1 0 0 0,1 1 0 0 0,-1 0-1 0 0,1 0 1 0 0,1-1 0 0 0,-1 1 0 0 0,6 10 0 0 0,-5-15-225 0 0,0-1 0 0 0,0 0 0 0 0,0 0 0 0 0,1 0 0 0 0,-1 0 0 0 0,1 0 0 0 0,-1-1 0 0 0,1 1 0 0 0,0-1 0 0 0,0 0 1 0 0,0 0-1 0 0,0-1 0 0 0,1 1 0 0 0,-1-1 0 0 0,0 0 0 0 0,0 0 0 0 0,1 0 0 0 0,-1-1 0 0 0,1 0 0 0 0,-1 1 0 0 0,1-2 1 0 0,-1 1-1 0 0,0 0 0 0 0,5-2 0 0 0,-2 2-371 0 0,0-1 0 0 0,-1 0 0 0 0,1-1 0 0 0,-1 1 0 0 0,0-1 0 0 0,1-1 0 0 0,-1 1 0 0 0,0-1 0 0 0,0 0 0 0 0,0 0 0 0 0,-1-1 0 0 0,1 0 0 0 0,-1 0 0 0 0,0 0 0 0 0,7-7 0 0 0,-2-4-2014 0 0,-3-7-7327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00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28 988 0 0,'-52'6'11949'0'0,"49"-6"-11577"0"0,1 1 0 0 0,-1 0 0 0 0,1 0 0 0 0,-1 0 0 0 0,1 0 0 0 0,-1 0 0 0 0,1 1 0 0 0,0-1 0 0 0,0 1 0 0 0,-1 0-1 0 0,1-1 1 0 0,0 1 0 0 0,0 0 0 0 0,1 0 0 0 0,-1 0 0 0 0,0 0 0 0 0,1 1 0 0 0,-1-1 0 0 0,0 3 0 0 0,0-1-76 0 0,1-1 1 0 0,0 1-1 0 0,0 0 0 0 0,0 0 1 0 0,1 0-1 0 0,-1 0 1 0 0,1 0-1 0 0,0-1 0 0 0,0 1 1 0 0,1 0-1 0 0,-1 0 1 0 0,2 5-1 0 0,0-2-111 0 0,0 0-1 0 0,0 1 1 0 0,1-1-1 0 0,0-1 1 0 0,0 1-1 0 0,0 0 1 0 0,1-1-1 0 0,0 1 1 0 0,1-1-1 0 0,-1 0 1 0 0,1-1 0 0 0,1 1-1 0 0,-1-1 1 0 0,7 5-1 0 0,-3-5-197 0 0,0-1 0 0 0,0 0-1 0 0,0 0 1 0 0,1-1 0 0 0,-1 0-1 0 0,1-1 1 0 0,0 0 0 0 0,0-1-1 0 0,0 0 1 0 0,0 0 0 0 0,-1-1-1 0 0,1 0 1 0 0,0-1 0 0 0,0 0 0 0 0,0-1-1 0 0,0 0 1 0 0,-1 0 0 0 0,1-1-1 0 0,-1-1 1 0 0,0 1 0 0 0,1-1-1 0 0,-2-1 1 0 0,13-7 0 0 0,-16 7 10 0 0,1 0 0 0 0,-1 0 0 0 0,-1-1 0 0 0,1 1 1 0 0,-1-1-1 0 0,0 0 0 0 0,0-1 0 0 0,-1 1 0 0 0,5-10 0 0 0,-7 13 75 0 0,1 0-1 0 0,-1 0 0 0 0,1-1 0 0 0,-1 1 1 0 0,0 0-1 0 0,0-1 0 0 0,-1 1 0 0 0,1-1 0 0 0,-1 1 1 0 0,1-1-1 0 0,-1 1 0 0 0,0-1 0 0 0,-1 1 1 0 0,1-1-1 0 0,0 1 0 0 0,-1-1 0 0 0,0 1 1 0 0,0-1-1 0 0,0 1 0 0 0,-2-4 0 0 0,-6-30 1630 0 0,6 31 1784 0 0,0-1-4348 0 0,3 7 23 0 0,0-1-1 0 0,0 0 0 0 0,-1 0 0 0 0,1 1 0 0 0,0-1 1 0 0,0 0-1 0 0,0 0 0 0 0,0 0 0 0 0,0 1 0 0 0,0-1 0 0 0,0 0 1 0 0,0 0-1 0 0,0 0 0 0 0,0 0 0 0 0,0 1 0 0 0,1-1 0 0 0,-1 0 1 0 0,0 0-1 0 0,0 1 0 0 0,1-1 0 0 0,-1 0 0 0 0,1 0 1 0 0,-1 1-1 0 0,1-1 0 0 0,-1 0 0 0 0,2 0 0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00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16 1448 0 0,'-19'-15'6249'0'0,"11"14"1029"0"0,6 5-6953 0 0,-1 0 1 0 0,1 0 0 0 0,0 0 0 0 0,1 0-1 0 0,-1 0 1 0 0,1 1 0 0 0,-1-1 0 0 0,1 0 0 0 0,1 1-1 0 0,-1-1 1 0 0,1 1 0 0 0,-1-1 0 0 0,1 1-1 0 0,1-1 1 0 0,-1 1 0 0 0,0-1 0 0 0,3 8-1 0 0,3 15 956 0 0,15 44-1 0 0,-14-53-786 0 0,17 63 944 0 0,-14-42-693 0 0,3 0-1 0 0,19 43 1 0 0,37 94-1226 0 0,-69-174-179 0 0,4 4 345 0 0,-1-4-2776 0 0,2-25-11719 0 0,-4 19 10194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01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0 190 784 0 0,'0'0'8300'0'0,"1"4"-7340"0"0,1 0-602 0 0,0 1 0 0 0,0-1 0 0 0,1 0 0 0 0,0 1 0 0 0,0-1 0 0 0,0-1-1 0 0,0 1 1 0 0,0 0 0 0 0,1-1 0 0 0,0 1 0 0 0,-1-1 0 0 0,1 0 0 0 0,0-1 0 0 0,1 1 0 0 0,-1-1-1 0 0,0 1 1 0 0,1-1 0 0 0,-1-1 0 0 0,1 1 0 0 0,7 1 0 0 0,-6-1-262 0 0,0 0 0 0 0,0 0 0 0 0,0-1 0 0 0,0 0-1 0 0,1 0 1 0 0,-1 0 0 0 0,0-1 0 0 0,1 0 0 0 0,-1-1 0 0 0,0 1 0 0 0,0-1 0 0 0,1 0 0 0 0,-1 0 0 0 0,0-1 0 0 0,0 0 0 0 0,9-4-1 0 0,-11 3-71 0 0,0 0-1 0 0,-1 0 1 0 0,1 0-1 0 0,-1-1 1 0 0,1 1-1 0 0,-1-1 1 0 0,-1 0-1 0 0,1 0 1 0 0,0 0-1 0 0,-1 0 1 0 0,0 0-1 0 0,0 0 1 0 0,0-1-1 0 0,0 1 1 0 0,-1-1-1 0 0,0 1 1 0 0,0-1-1 0 0,0 0 1 0 0,0-5-1 0 0,0 3 57 0 0,-1 0-1 0 0,0 0 1 0 0,-1 0-1 0 0,1 0 0 0 0,-1 1 1 0 0,-1-1-1 0 0,1 0 1 0 0,-1 1-1 0 0,0-1 1 0 0,-1 1-1 0 0,1-1 1 0 0,-6-8-1 0 0,3 8 156 0 0,1 0-1 0 0,-1 1 1 0 0,0 0-1 0 0,-1 0 0 0 0,0 0 1 0 0,0 0-1 0 0,0 1 1 0 0,0 0-1 0 0,-12-7 1 0 0,15 11-108 0 0,0-1 0 0 0,0 1 0 0 0,-1-1 0 0 0,1 1 1 0 0,0 0-1 0 0,-1 0 0 0 0,1 1 0 0 0,-1-1 0 0 0,1 1 1 0 0,-1 0-1 0 0,1 0 0 0 0,-1 0 0 0 0,1 0 0 0 0,-1 0 1 0 0,1 1-1 0 0,-1 0 0 0 0,1-1 0 0 0,-1 1 1 0 0,1 1-1 0 0,0-1 0 0 0,-1 0 0 0 0,1 1 0 0 0,0 0 1 0 0,-4 3-1 0 0,2-2 49 0 0,0 0 0 0 0,1 0 0 0 0,-1 1 0 0 0,1 0 0 0 0,0 0 0 0 0,0 0 0 0 0,1 0 0 0 0,-1 1 0 0 0,1-1 0 0 0,0 1 0 0 0,0 0 0 0 0,-3 8 0 0 0,5-9-104 0 0,0 0 1 0 0,0 1 0 0 0,0-1-1 0 0,1 0 1 0 0,0 1-1 0 0,0-1 1 0 0,0 1 0 0 0,0-1-1 0 0,1 1 1 0 0,-1-1-1 0 0,1 0 1 0 0,0 1 0 0 0,0-1-1 0 0,1 0 1 0 0,0 0-1 0 0,3 7 1 0 0,-2-5-65 0 0,1 1-1 0 0,-1 0 1 0 0,2-1-1 0 0,-1 1 1 0 0,1-1 0 0 0,0-1-1 0 0,0 1 1 0 0,1-1 0 0 0,-1 0-1 0 0,1 0 1 0 0,1 0-1 0 0,-1-1 1 0 0,0 0 0 0 0,11 5-1 0 0,-10-6-233 0 0,-1-1 0 0 0,1 0 0 0 0,0-1 0 0 0,0 1 0 0 0,0-1 0 0 0,0 0 0 0 0,0-1 0 0 0,0 0 0 0 0,0 0 0 0 0,0 0 0 0 0,0-1 1 0 0,0 0-1 0 0,0 0 0 0 0,-1-1 0 0 0,1 0 0 0 0,0 0 0 0 0,-1-1 0 0 0,1 1 0 0 0,-1-2 0 0 0,0 1 0 0 0,0-1 0 0 0,0 1 0 0 0,0-2 0 0 0,8-7 0 0 0,15-27-1244 0 0,-3 3 534 0 0,-20 15 755 0 0,-6 9 4303 0 0,0 39-4005 0 0,0-26-114 0 0,0 1-1 0 0,1-1 1 0 0,-1 0 0 0 0,1 0-1 0 0,-1 1 1 0 0,1-1 0 0 0,-1 0-1 0 0,1 0 1 0 0,0 0 0 0 0,-1 0-1 0 0,1 0 1 0 0,0 0 0 0 0,0 0-1 0 0,0 0 1 0 0,0 0 0 0 0,0-1-1 0 0,0 1 1 0 0,0 0-1 0 0,0 0 1 0 0,2 0 0 0 0,24 11-514 0 0,-24-11 366 0 0,-1 0 13 0 0,-1 0 0 0 0,1-1 0 0 0,0 1 0 0 0,0 0 0 0 0,-1-1 0 0 0,1 1 0 0 0,0-1 0 0 0,0 0 0 0 0,0 0 0 0 0,0 0 0 0 0,-1 0 0 0 0,1 0 0 0 0,0 0 0 0 0,0 0 0 0 0,0 0 0 0 0,0-1-1 0 0,-1 1 1 0 0,1-1 0 0 0,0 1 0 0 0,0-1 0 0 0,-1 0 0 0 0,1 0 0 0 0,0 0 0 0 0,-1 0 0 0 0,1 0 0 0 0,-1 0 0 0 0,1 0 0 0 0,-1 0 0 0 0,0-1 0 0 0,2 0 0 0 0,2-5-915 0 0,0-1 0 0 0,0 1 0 0 0,-1 0 0 0 0,0-1 0 0 0,4-10 0 0 0,3-5-5587 0 0,2 5 1994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02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33 900 0 0,'0'-2'394'0'0,"0"1"0"0"0,0 0 0 0 0,-1-1 0 0 0,1 1 0 0 0,0-1 0 0 0,-1 1 0 0 0,1 0 0 0 0,0-1 0 0 0,-1 1 0 0 0,0 0 0 0 0,1-1 1 0 0,-1 1-1 0 0,0 0 0 0 0,0 0 0 0 0,0-1 0 0 0,0 1 0 0 0,0 0 0 0 0,0 0 0 0 0,0 0 0 0 0,0 0 0 0 0,0 1 0 0 0,0-1 0 0 0,0 0 0 0 0,-1 0 0 0 0,1 1 0 0 0,-2-2 0 0 0,1 2 2040 0 0,-6 22 818 0 0,10-7-2420 0 0,0 0 1 0 0,2 1-1 0 0,-1-2 1 0 0,2 1-1 0 0,0 0 1 0 0,1-1-1 0 0,14 27 0 0 0,-9-20-119 0 0,-2 1 0 0 0,12 35-1 0 0,14 84 1074 0 0,-33-133-2110 0 0,-1-1 0 0 0,-1 1 0 0 0,1-1 0 0 0,-1 1 0 0 0,-1-1 0 0 0,0 1 0 0 0,0-1 0 0 0,0 1 0 0 0,-3 9 0 0 0,3-16 125 0 0,1 0-1 0 0,0 0 1 0 0,0 0-1 0 0,-1 0 1 0 0,1 0-1 0 0,0 0 1 0 0,-1 0-1 0 0,1 0 1 0 0,-1 0-1 0 0,1 0 1 0 0,-1 0-1 0 0,0 0 1 0 0,1-1-1 0 0,-1 1 0 0 0,0 0 1 0 0,0 0-1 0 0,0-1 1 0 0,1 1-1 0 0,-3 1 1 0 0,-2 1-2361 0 0,4-2 1508 0 0,-2-4-1833 0 0,-17-17 947 0 0,11 11 2525 0 0,7 4 5423 0 0,8 12-1291 0 0,1 3-6427 0 0,-2-3 1812 0 0,0-1 0 0 0,0 1-1 0 0,0-1 1 0 0,1 0 0 0 0,0 0 0 0 0,0-1 0 0 0,1 0 0 0 0,0 0 0 0 0,-1 0 0 0 0,2-1 0 0 0,-1 0 0 0 0,0-1 0 0 0,1 1 0 0 0,0-1-1 0 0,-1-1 1 0 0,1 1 0 0 0,0-1 0 0 0,1-1 0 0 0,-1 0 0 0 0,0 0 0 0 0,0 0 0 0 0,1-1 0 0 0,14-2 0 0 0,-12 1-348 0 0,1 0-1 0 0,-1-1 1 0 0,1-1 0 0 0,-1 0 0 0 0,0 0-1 0 0,0-1 1 0 0,0-1 0 0 0,-1 1 0 0 0,1-2 0 0 0,-1 0-1 0 0,0 0 1 0 0,-1 0 0 0 0,0-2 0 0 0,0 1 0 0 0,0-1-1 0 0,9-11 1 0 0,-10 8 100 0 0,-1-1-1 0 0,-1 0 0 0 0,0 0 1 0 0,-1 0-1 0 0,0 0 0 0 0,0-1 1 0 0,-2 0-1 0 0,1 0 1 0 0,1-18-1 0 0,-5 26 309 0 0,0 1 0 0 0,0-1 1 0 0,0 0-1 0 0,-1 0 0 0 0,1 0 0 0 0,-1 0 0 0 0,-1 0 1 0 0,1 0-1 0 0,-1 1 0 0 0,1-1 0 0 0,-1 1 0 0 0,-1-1 0 0 0,1 1 1 0 0,-1 0-1 0 0,1 0 0 0 0,-1 0 0 0 0,0 0 0 0 0,-1 0 1 0 0,1 0-1 0 0,-1 1 0 0 0,1 0 0 0 0,-1 0 0 0 0,0 0 1 0 0,0 0-1 0 0,-1 1 0 0 0,-4-3 0 0 0,7 4-67 0 0,-1 1-1 0 0,1-1 0 0 0,0 1 1 0 0,0 0-1 0 0,-1 0 1 0 0,1 0-1 0 0,0 0 1 0 0,-1 0-1 0 0,1 0 0 0 0,0 1 1 0 0,-1-1-1 0 0,1 1 1 0 0,0 0-1 0 0,0-1 1 0 0,0 1-1 0 0,0 0 0 0 0,0 0 1 0 0,-3 2-1 0 0,-31 25 1482 0 0,33-23-1471 0 0,0 0-1 0 0,0 0 1 0 0,0 0-1 0 0,1 1 0 0 0,0-1 1 0 0,0 1-1 0 0,0-1 1 0 0,1 1-1 0 0,0-1 0 0 0,0 1 1 0 0,0 0-1 0 0,1 0 1 0 0,0 0-1 0 0,0-1 0 0 0,0 1 1 0 0,1 0-1 0 0,0 0 1 0 0,0-1-1 0 0,0 1 0 0 0,1 0 1 0 0,0-1-1 0 0,0 1 1 0 0,0-1-1 0 0,1 0 0 0 0,4 7 1 0 0,0 1-80 0 0,0-1 1 0 0,1 0-1 0 0,0-1 1 0 0,1 0-1 0 0,0 0 1 0 0,1-1-1 0 0,0 0 0 0 0,1-1 1 0 0,16 12-1 0 0,-13-13-212 0 0,-1 0 0 0 0,1-1 0 0 0,1-1 0 0 0,20 7 0 0 0,-30-12-121 0 0,0 0 0 0 0,0 0 0 0 0,1 0-1 0 0,-1 0 1 0 0,0-1 0 0 0,1 0 0 0 0,7-1-1 0 0,-10 1-77 0 0,-1-1 0 0 0,1 1-1 0 0,-1-1 1 0 0,0 0 0 0 0,1 0 0 0 0,-1 0-1 0 0,0 0 1 0 0,1 0 0 0 0,-1-1 0 0 0,0 1-1 0 0,0-1 1 0 0,0 1 0 0 0,0-1 0 0 0,0 0-1 0 0,0 0 1 0 0,1-2 0 0 0,3-15-9322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02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3 120 0 0,'0'0'720'0'0,"-12"-3"-580"0"0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0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414 14 224 0 0,'0'0'17748'0'0,"-9"-11"-16469"0"0,3 9 3146 0 0,-23 6-3648 0 0,0 1 1 0 0,1 2-1 0 0,0 1 1 0 0,0 1 0 0 0,-49 24-1 0 0,62-26-408 0 0,1 1 0 0 0,-1 1 0 0 0,2 0 0 0 0,-1 1-1 0 0,1 0 1 0 0,1 1 0 0 0,0 0 0 0 0,0 1 0 0 0,1 0-1 0 0,1 1 1 0 0,-17 27 0 0 0,25-37-369 0 0,1-1 0 0 0,-1 1 0 0 0,1 0 0 0 0,0 0 0 0 0,0 0 0 0 0,0 0 0 0 0,0 0 0 0 0,0 0 0 0 0,1 0 0 0 0,0 0 0 0 0,-1 0 0 0 0,1 1 0 0 0,0-1 0 0 0,0 0 0 0 0,1 0 0 0 0,-1 0 0 0 0,1 0 0 0 0,0 0 0 0 0,-1 0 0 0 0,1 0 0 0 0,1 0 0 0 0,-1 0 0 0 0,0 0 0 0 0,1 0 0 0 0,-1-1 0 0 0,1 1 0 0 0,0-1 0 0 0,0 1 0 0 0,0-1 0 0 0,0 1 0 0 0,0-1 0 0 0,1 0 0 0 0,-1 0 0 0 0,1 0 0 0 0,4 2 0 0 0,1 1 0 0 0,0-1 0 0 0,1 0 0 0 0,-1 0 0 0 0,1-1 0 0 0,0 0 0 0 0,0-1 0 0 0,0 0 0 0 0,0 0 0 0 0,0-1 0 0 0,19 0 0 0 0,1-2 3 0 0,1-2 0 0 0,35-7 0 0 0,-51 7-13 0 0,0-1 0 0 0,0 0 0 0 0,0-1 0 0 0,0 0 0 0 0,-1-1 0 0 0,23-15 0 0 0,-35 20-129 0 0,0 1 0 0 0,0-1-1 0 0,0 0 1 0 0,0 1 0 0 0,0-1 0 0 0,0 0 0 0 0,-1 0 0 0 0,1 0 0 0 0,0 0 0 0 0,-1 1 0 0 0,1-1 0 0 0,-1 0 0 0 0,1 0 0 0 0,-1 0 0 0 0,1-1 0 0 0,0 0-1 0 0,-1 1 8 0 0,0 1 0 0 0,0-1 0 0 0,0 1 0 0 0,-1-1-1 0 0,1 1 1 0 0,0-1 0 0 0,0 1 0 0 0,0-1 0 0 0,0 1-1 0 0,-1-1 1 0 0,1 1 0 0 0,0-1 0 0 0,0 1 0 0 0,-1-1 0 0 0,1 1-1 0 0,0 0 1 0 0,-1-1 0 0 0,1 1 0 0 0,0 0 0 0 0,-1-1-1 0 0,1 1 1 0 0,-1 0 0 0 0,1-1 0 0 0,-1 1 0 0 0,1 0-1 0 0,-1 0 1 0 0,1-1 0 0 0,0 1 0 0 0,-1 0 0 0 0,1 0-1 0 0,-1 0 1 0 0,0 0 0 0 0,-3-1-1031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0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57 1080 0 0,'4'-7'2123'0'0,"-4"2"1172"0"0,-1 3-2828 0 0,1 0 1 0 0,-1-1-1 0 0,0 1 0 0 0,0 0 1 0 0,0 0-1 0 0,0 0 0 0 0,0 0 0 0 0,-1 0 1 0 0,1 0-1 0 0,-1 0 0 0 0,1 0 1 0 0,-1 1-1 0 0,0-1 0 0 0,1 0 1 0 0,-1 1-1 0 0,0 0 0 0 0,0-1 1 0 0,0 1-1 0 0,0 0 0 0 0,-3-1 1 0 0,1 0 164 0 0,-1 1 0 0 0,1 0 0 0 0,0 0 1 0 0,-1 1-1 0 0,1-1 0 0 0,-1 1 0 0 0,1 0 0 0 0,-1 0 1 0 0,1 0-1 0 0,-7 2 0 0 0,3-1-136 0 0,1 1 0 0 0,-1 0 0 0 0,1 0-1 0 0,-1 1 1 0 0,1 0 0 0 0,0 0 0 0 0,0 1 0 0 0,1 0-1 0 0,-1 0 1 0 0,1 1 0 0 0,0-1 0 0 0,0 1 0 0 0,-7 8-1 0 0,10-10-432 0 0,1 0-1 0 0,-1 0 0 0 0,1 0 0 0 0,0 1 0 0 0,0 0 0 0 0,0-1 0 0 0,1 1 1 0 0,-1 0-1 0 0,1 0 0 0 0,0-1 0 0 0,0 1 0 0 0,0 0 0 0 0,0 0 0 0 0,1 0 1 0 0,-1 1-1 0 0,1-1 0 0 0,0 0 0 0 0,1 0 0 0 0,-1 0 0 0 0,1 0 0 0 0,-1 0 1 0 0,3 4-1 0 0,-1-4-11 0 0,0 0 0 0 0,0 0 1 0 0,0-1-1 0 0,1 1 1 0 0,0-1-1 0 0,0 1 0 0 0,0-1 1 0 0,0 0-1 0 0,0 0 0 0 0,1 0 1 0 0,-1-1-1 0 0,1 1 1 0 0,0-1-1 0 0,0 0 0 0 0,0 0 1 0 0,0 0-1 0 0,0 0 1 0 0,0-1-1 0 0,0 0 0 0 0,1 0 1 0 0,4 1-1 0 0,13 2-80 0 0,0-1 0 0 0,0 0-1 0 0,0-2 1 0 0,0-1 0 0 0,0 0 0 0 0,0-2 0 0 0,0 0 0 0 0,0-2-1 0 0,-1 0 1 0 0,1-2 0 0 0,29-11 0 0 0,-45 15 50 0 0,0-1 0 0 0,-1 0-1 0 0,1-1 1 0 0,-1 1 0 0 0,0-1 0 0 0,5-4-1 0 0,-9 7-12 0 0,1-1 0 0 0,-1 1-1 0 0,1-1 1 0 0,-1 0-1 0 0,0 1 1 0 0,0-1-1 0 0,0 0 1 0 0,0 1 0 0 0,0-1-1 0 0,0 0 1 0 0,0 0-1 0 0,-1 0 1 0 0,1 0 0 0 0,-1 0-1 0 0,1 0 1 0 0,-1 0-1 0 0,0 0 1 0 0,0 0-1 0 0,0 0 1 0 0,0 0 0 0 0,0 0-1 0 0,0 0 1 0 0,-1 0-1 0 0,1 0 1 0 0,0 0-1 0 0,-2-3 1 0 0,0 1-8 0 0,0 0 0 0 0,0 0 0 0 0,-1 1 0 0 0,0-1 0 0 0,1 0 0 0 0,-1 1 0 0 0,0 0 0 0 0,-1 0 0 0 0,1 0 0 0 0,-1 0 0 0 0,1 0 0 0 0,-1 0 0 0 0,0 1 0 0 0,0 0 0 0 0,0 0 0 0 0,0 0 0 0 0,0 0 0 0 0,-5-1 0 0 0,-13-3 0 0 0,1 1 0 0 0,-35-5 0 0 0,14 3 0 0 0,30 5 0 0 0,0 1 0 0 0,0 2 0 0 0,12-1 0 0 0,0 1 0 0 0,-1-1 0 0 0,1 0 0 0 0,0 0 0 0 0,0 1 0 0 0,-1-1 0 0 0,1 0 0 0 0,0 0 0 0 0,0 1 0 0 0,0-1 0 0 0,-1 0 0 0 0,1 0 0 0 0,0 1 0 0 0,0-1 0 0 0,0 0 0 0 0,0 1 0 0 0,0-1 0 0 0,-1 0 0 0 0,1 1 0 0 0,0-1 0 0 0,0 0 0 0 0,0 1 0 0 0,0-1 0 0 0,0 0 0 0 0,0 1 0 0 0,0-1 0 0 0,0 1 0 0 0,0-1 0 0 0,0 0 0 0 0,1 1 0 0 0,-1-1 0 0 0,0 0 0 0 0,0 0 0 0 0,0 1 0 0 0,1 0 0 0 0,20 22-1838 0 0,-16-20 783 0 0,1 1 0 0 0,0-1 0 0 0,0 0 0 0 0,0-1-1 0 0,0 1 1 0 0,9 1 0 0 0,-5-2-519 0 0,-1 0 0 0 0,1 0-1 0 0,0-1 1 0 0,0-1 0 0 0,0 0 0 0 0,0 0-1 0 0,11-2 1 0 0,-7-1-4583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1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12 1504 0 0,'-5'-9'3502'0'0,"-4"7"10275"0"0,4 23-12549 0 0,1 0 1 0 0,1 0-1 0 0,1 0 1 0 0,0 0-1 0 0,2 1 0 0 0,4 35 1 0 0,-2 10 616 0 0,-2-45-1257 0 0,2 0 0 0 0,0 0 0 0 0,6 25 0 0 0,-6-38-670 0 0,0 0 1 0 0,1 0-1 0 0,0-1 0 0 0,0 1 0 0 0,1-1 0 0 0,0 0 0 0 0,1 0 0 0 0,0 0 1 0 0,0 0-1 0 0,7 7 0 0 0,-11-14-110 0 0,0 0 0 0 0,0 0 0 0 0,0 0 0 0 0,0 0 0 0 0,1-1 0 0 0,-1 1-1 0 0,0 0 1 0 0,0-1 0 0 0,0 1 0 0 0,1-1 0 0 0,-1 1 0 0 0,0-1 0 0 0,1 0 0 0 0,-1 1 0 0 0,0-1 0 0 0,1 0 0 0 0,-1 0 0 0 0,0 0 0 0 0,1 0 0 0 0,-1 0 0 0 0,0 0 0 0 0,1 0 0 0 0,-1-1 0 0 0,0 1 0 0 0,1-1-1 0 0,-1 1 1 0 0,0 0 0 0 0,1-1 0 0 0,-1 0 0 0 0,0 1 0 0 0,0-1 0 0 0,0 0 0 0 0,0 0 0 0 0,0 0 0 0 0,0 1 0 0 0,1-2 0 0 0,20-24-5233 0 0,-14 10-2066 0 0,-2-1 1498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1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20 52 0 0,'1'-13'2364'0'0,"-6"6"9322"0"0,2 10-11365 0 0,0 0 1 0 0,1 0-1 0 0,-1 0 0 0 0,1 0 0 0 0,0 0 1 0 0,0 0-1 0 0,0 1 0 0 0,0-1 1 0 0,0 0-1 0 0,-2 8 0 0 0,-5 11 1288 0 0,-1 10-7 0 0,7-6-505 0 0,1-12-377 0 0,1 0 0 0 0,0 0 0 0 0,1 0 0 0 0,2 21 0 0 0,3 29 1235 0 0,-5-52-1646 0 0,0-1 1 0 0,1 1 0 0 0,0 0 0 0 0,1 0-1 0 0,0-1 1 0 0,1 1 0 0 0,0-1-1 0 0,1 0 1 0 0,1 0 0 0 0,7 15-1 0 0,-8-20-252 0 0,1 0 0 0 0,0 0-1 0 0,0 0 1 0 0,0 0-1 0 0,1-1 1 0 0,-1 1-1 0 0,1-2 1 0 0,1 1-1 0 0,-1-1 1 0 0,8 5-1 0 0,-5-5-402 0 0,0 0 0 0 0,0 0 0 0 0,0-1-1 0 0,0 0 1 0 0,1-1 0 0 0,-1 0 0 0 0,20 2 0 0 0,-22-4-39 0 0,0 1 1 0 0,1-1 0 0 0,-1-1-1 0 0,0 0 1 0 0,0 0 0 0 0,1 0-1 0 0,-1 0 1 0 0,0-1 0 0 0,0-1-1 0 0,0 1 1 0 0,-1-1 0 0 0,1 0 0 0 0,0-1-1 0 0,-1 1 1 0 0,0-1 0 0 0,0 0-1 0 0,0-1 1 0 0,-1 0 0 0 0,1 0-1 0 0,-1 0 1 0 0,0 0 0 0 0,-1-1-1 0 0,1 0 1 0 0,4-8 0 0 0,7-12-721 0 0,-12 22 1046 0 0,-1 0-1 0 0,-1-1 1 0 0,1 1 0 0 0,-1-1-1 0 0,1 0 1 0 0,-1 1-1 0 0,0-1 1 0 0,-1 0-1 0 0,1 0 1 0 0,-1 0-1 0 0,0-1 1 0 0,-1 1-1 0 0,1-10 1 0 0,-7-16 2036 0 0,6 30-1583 0 0,-1 0-1 0 0,1-1 1 0 0,-1 1-1 0 0,0 0 1 0 0,1 0-1 0 0,-1-1 1 0 0,0 1-1 0 0,0 0 0 0 0,0 0 1 0 0,0 0-1 0 0,0 0 1 0 0,0 0-1 0 0,0 0 1 0 0,-1-1-1 0 0,-15 20 525 0 0,16-15-786 0 0,0 0 0 0 0,0 0 0 0 0,0 0 0 0 0,1 0 0 0 0,-1 0-1 0 0,1 1 1 0 0,-1-1 0 0 0,1 0 0 0 0,0 0 0 0 0,0 0 0 0 0,1 0-1 0 0,-1 0 1 0 0,1 0 0 0 0,-1 1 0 0 0,1-1 0 0 0,2 5 0 0 0,1 13 330 0 0,-3-7-229 0 0,1 1 1 0 0,0-1-1 0 0,1 0 0 0 0,1 1 1 0 0,0-2-1 0 0,1 1 0 0 0,10 21 1 0 0,-13-29-981 0 0,-2-6 689 0 0,0 0 1 0 0,0 1-1 0 0,0-1 0 0 0,-1 0 0 0 0,1 1 0 0 0,0-1 1 0 0,0 0-1 0 0,0 1 0 0 0,0-1 0 0 0,1 1 1 0 0,-1-1-1 0 0,0 0 0 0 0,0 1 0 0 0,0-1 1 0 0,0 0-1 0 0,0 1 0 0 0,0-1 0 0 0,1 0 1 0 0,-1 1-1 0 0,0-1 0 0 0,0 0 0 0 0,0 0 1 0 0,1 1-1 0 0,-1-1 0 0 0,0 0 0 0 0,0 1 0 0 0,1-1 1 0 0,-1 0-1 0 0,0 0 0 0 0,1 0 0 0 0,-1 1 1 0 0,0-1-1 0 0,1 0 0 0 0,-1 0 0 0 0,0 0 1 0 0,1 0-1 0 0,-1 0 0 0 0,0 0 0 0 0,1 0 1 0 0,-1 1-1 0 0,0-1 0 0 0,1 0 0 0 0,-1 0 1 0 0,0 0-1 0 0,1-1 0 0 0,-1 1 0 0 0,1 0 0 0 0,-1 0 1 0 0,0 0-1 0 0,1 0 0 0 0,-1 0 0 0 0,0 0 1 0 0,1 0-1 0 0,-1-1 0 0 0,0 1 0 0 0,1 0 1 0 0,-1 0-1 0 0,0 0 0 0 0,0-1 0 0 0,1 1 1 0 0,-1 0-1 0 0,0-1 0 0 0,4-2-377 0 0,0-1 0 0 0,0 0 0 0 0,-1 0 0 0 0,0-1 0 0 0,0 1 0 0 0,0-1 0 0 0,0 0 0 0 0,-1 1 0 0 0,1-1 0 0 0,-1 0 0 0 0,-1 0 0 0 0,1-1 0 0 0,1-5 0 0 0,9-78-10699 0 0,-11 87 10576 0 0,-1-25-4175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1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64 6333 0 0,'-7'-14'-28'0'0,"-17"-24"4216"0"0,22 37-3921 0 0,1 0-1 0 0,0 0 0 0 0,-1 0 1 0 0,1 0-1 0 0,-1 0 1 0 0,1 0-1 0 0,-1 0 0 0 0,0 1 1 0 0,1-1-1 0 0,-1 0 1 0 0,0 1-1 0 0,1 0 0 0 0,-1-1 1 0 0,0 1-1 0 0,0 0 1 0 0,1 0-1 0 0,-1 0 0 0 0,0 0 1 0 0,0 0-1 0 0,1 0 1 0 0,-1 1-1 0 0,0-1 0 0 0,-2 1 1 0 0,2 0-42 0 0,0 0 1 0 0,0 0-1 0 0,0 0 0 0 0,0 0 1 0 0,0 0-1 0 0,0 0 0 0 0,0 0 1 0 0,1 1-1 0 0,-1-1 0 0 0,0 1 1 0 0,1-1-1 0 0,-1 1 0 0 0,1 0 1 0 0,0 0-1 0 0,0-1 0 0 0,0 1 1 0 0,-1 0-1 0 0,2 0 0 0 0,-1 0 1 0 0,0 0-1 0 0,0 0 0 0 0,1 0 1 0 0,-1 1-1 0 0,1-1 0 0 0,-1 0 1 0 0,1 0-1 0 0,0 0 0 0 0,0 1 1 0 0,0 2-1 0 0,0-1-174 0 0,1 1 0 0 0,-1-1 0 0 0,1 1 0 0 0,0-1 0 0 0,0 0 0 0 0,0 0 0 0 0,0 1 0 0 0,1-1 0 0 0,-1 0 0 0 0,1 0 0 0 0,1 0 0 0 0,-1 0 1 0 0,3 4-1 0 0,0-2-943 0 0,1 0 0 0 0,-1-1 0 0 0,1 1 0 0 0,0-1 0 0 0,11 7 0 0 0,-13-10-360 0 0,0 0-1 0 0,0-1 0 0 0,1 1 0 0 0,-1-1 0 0 0,1 1 1 0 0,-1-1-1 0 0,7 0 0 0 0,3 0-3803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2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8 328 0 0,'-18'-5'3232'0'0,"9"3"616"0"0,3 2-2946 0 0,0-1 0 0 0,1 1 0 0 0,-1 0 0 0 0,0 1 0 0 0,0-1 1 0 0,1 1-1 0 0,-1 0 0 0 0,0 1 0 0 0,1-1 0 0 0,0 1 0 0 0,-1 0 0 0 0,1 1 0 0 0,-7 3 0 0 0,9-4-586 0 0,0 0 1 0 0,0 1-1 0 0,1-1 0 0 0,-1 1 0 0 0,1 0 0 0 0,-1 0 0 0 0,1 0 0 0 0,0 0 0 0 0,0 0 0 0 0,0 0 0 0 0,1 0 0 0 0,-1 1 0 0 0,1-1 1 0 0,-1 1-1 0 0,1-1 0 0 0,1 1 0 0 0,-1-1 0 0 0,0 1 0 0 0,1-1 0 0 0,-1 1 0 0 0,1 5 0 0 0,1-6-227 0 0,-1 0 1 0 0,1 1-1 0 0,0-1 0 0 0,0 0 1 0 0,0 0-1 0 0,0 0 0 0 0,0 0 0 0 0,1-1 1 0 0,-1 1-1 0 0,1 0 0 0 0,0-1 1 0 0,0 1-1 0 0,0-1 0 0 0,0 1 0 0 0,0-1 1 0 0,4 3-1 0 0,44 31 669 0 0,-40-29-627 0 0,36 20 651 0 0,93 40 0 0 0,-103-36-173 0 0,-34-29-459 0 0,-4 1-5 0 0,-1 0-110 0 0,1 0 1 0 0,-1 0 0 0 0,0 0 0 0 0,1-1 0 0 0,-1 1-1 0 0,0-1 1 0 0,0 0 0 0 0,-1 0 0 0 0,1 0 0 0 0,0 0-1 0 0,-5 1 1 0 0,7-2-31 0 0,-4 1-40 0 0,0 0 1 0 0,0-1-1 0 0,0 1 0 0 0,0-1 0 0 0,-1 0 1 0 0,1-1-1 0 0,0 1 0 0 0,0-1 0 0 0,-1 0 0 0 0,1 0 1 0 0,0-1-1 0 0,0 0 0 0 0,-1 0 0 0 0,1 0 0 0 0,-6-2 1 0 0,8 2-102 0 0,0 0 0 0 0,0 0 0 0 0,0 0 1 0 0,1 0-1 0 0,-1 0 0 0 0,0-1 0 0 0,1 1 1 0 0,-1-1-1 0 0,1 0 0 0 0,-1 0 0 0 0,1 0 1 0 0,0 0-1 0 0,0 0 0 0 0,0 0 0 0 0,0 0 1 0 0,0-1-1 0 0,1 1 0 0 0,-1-1 0 0 0,1 0 1 0 0,-1 1-1 0 0,1-1 0 0 0,0 0 0 0 0,0 0 1 0 0,0 0-1 0 0,0 0 0 0 0,1 1 0 0 0,-1-6 1 0 0,1-9-737 0 0,-1 9 266 0 0,1 1 0 0 0,0-1 0 0 0,1 1 0 0 0,0-1 0 0 0,2-10 0 0 0,-2 16 454 0 0,0-1 0 0 0,0 0 1 0 0,1 0-1 0 0,-1 1 0 0 0,0-1 1 0 0,1 1-1 0 0,0 0 0 0 0,0-1 1 0 0,0 1-1 0 0,0 0 1 0 0,0 0-1 0 0,0 0 0 0 0,0 0 1 0 0,1 0-1 0 0,-1 1 0 0 0,1-1 1 0 0,-1 1-1 0 0,5-2 0 0 0,32-13-2100 0 0,1 1-1 0 0,0 2 0 0 0,2 2 1 0 0,54-7-1 0 0,-94 17 3745 0 0,-1 2-1333 0 0,-1-1-1 0 0,1 1 0 0 0,0-1 0 0 0,0 1 1 0 0,-1-1-1 0 0,1 1 0 0 0,0 0 0 0 0,-1-1 0 0 0,1 1 1 0 0,-1 0-1 0 0,1-1 0 0 0,-1 1 0 0 0,1 0 1 0 0,-1 0-1 0 0,1-1 0 0 0,-1 1 0 0 0,0 0 1 0 0,1 0-1 0 0,-1 0 0 0 0,0 1 0 0 0,-9 33 2876 0 0,5-23-2025 0 0,1 0 0 0 0,1 0-1 0 0,-1 0 1 0 0,1 21 0 0 0,1-29-856 0 0,1-1 1 0 0,0 0-1 0 0,0 1 1 0 0,0-1-1 0 0,0 1 0 0 0,1-1 1 0 0,-1 0-1 0 0,1 0 1 0 0,0 1-1 0 0,0-1 1 0 0,0 0-1 0 0,0 0 1 0 0,1 0-1 0 0,-1 0 0 0 0,1 0 1 0 0,0 0-1 0 0,0 0 1 0 0,2 2-1 0 0,-3-4-216 0 0,2-4-2945 0 0,-1-1 2623 0 0,1 0-1 0 0,-1 0 1 0 0,0 0 0 0 0,0 0-1 0 0,0 0 1 0 0,-1 0-1 0 0,0 0 1 0 0,1-1-1 0 0,-1 1 1 0 0,0-6-1 0 0,1-33-9054 0 0,-2 24 4745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2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0 1116 0 0,'0'0'9557'0'0,"-2"7"-7946"0"0,-15 34 1399 0 0,10 10 1837 0 0,5-42-4462 0 0,0 0 0 0 0,1-1 1 0 0,0 1-1 0 0,0 0 0 0 0,1 0 0 0 0,0 0 0 0 0,1 0 0 0 0,0-1 0 0 0,0 1 0 0 0,1 0 0 0 0,0-1 1 0 0,4 12-1 0 0,-4-18-492 0 0,0 1 1 0 0,0-1-1 0 0,0 0 1 0 0,0 0-1 0 0,0 0 1 0 0,0 0-1 0 0,1 0 1 0 0,-1-1-1 0 0,1 1 1 0 0,-1-1-1 0 0,1 1 1 0 0,0-1-1 0 0,-1 0 1 0 0,1 0-1 0 0,0 0 1 0 0,0-1-1 0 0,0 1 1 0 0,0 0-1 0 0,0-1 1 0 0,0 0-1 0 0,-1 0 1 0 0,7 0-1 0 0,4-1-878 0 0,0 0 0 0 0,0 0-1 0 0,21-6 1 0 0,-24 5 195 0 0,0-1-1 0 0,0-1 0 0 0,0 0 1 0 0,12-7-1 0 0,15-15-6660 0 0,-19 12 3314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2.9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73 169 5076 0 0,'2'-3'203'0'0,"-1"-1"-1"0"0,0 0 1 0 0,0 0-1 0 0,0 0 1 0 0,0 0-1 0 0,-1 0 0 0 0,1 0 1 0 0,-1 0-1 0 0,0 0 1 0 0,0 0-1 0 0,-1 0 1 0 0,1 0-1 0 0,-1 0 0 0 0,-2-7 1 0 0,2 7 411 0 0,0 1 0 0 0,-1-1 0 0 0,0 0 0 0 0,0 1 0 0 0,0-1 0 0 0,0 1 0 0 0,-1-1 0 0 0,1 1 0 0 0,-1 0 0 0 0,0 0 0 0 0,0 0 0 0 0,0 0 0 0 0,-6-3 1 0 0,8 6-410 0 0,0-1 0 0 0,-1 1 0 0 0,1 0 0 0 0,0 0 1 0 0,-1 0-1 0 0,1 0 0 0 0,0 0 0 0 0,-1 0 0 0 0,1 0 1 0 0,0 0-1 0 0,-1 1 0 0 0,1-1 0 0 0,0 1 1 0 0,0-1-1 0 0,-1 1 0 0 0,1-1 0 0 0,0 1 0 0 0,0-1 1 0 0,0 1-1 0 0,0 0 0 0 0,0 0 0 0 0,0 0 0 0 0,0 0 1 0 0,0-1-1 0 0,0 1 0 0 0,0 1 0 0 0,0-1 1 0 0,0 0-1 0 0,1 0 0 0 0,-1 0 0 0 0,0 0 0 0 0,1 0 1 0 0,-1 3-1 0 0,4 9 319 0 0,1 0 1 0 0,0 0 0 0 0,2 0-1 0 0,-1 0 1 0 0,1-1-1 0 0,1 0 1 0 0,13 17-1 0 0,-16-23-447 0 0,1 0-1 0 0,-1 0 0 0 0,1-1 1 0 0,1 0-1 0 0,-1 0 1 0 0,1 0-1 0 0,0-1 0 0 0,0 0 1 0 0,0 0-1 0 0,1 0 0 0 0,-1-1 1 0 0,1 0-1 0 0,0 0 1 0 0,0-1-1 0 0,14 3 0 0 0,-17-4-150 0 0,0-1-1 0 0,0 0 1 0 0,0 0-1 0 0,-1-1 0 0 0,1 1 1 0 0,0-1-1 0 0,0 0 1 0 0,0 0-1 0 0,0 0 1 0 0,-1-1-1 0 0,1 1 0 0 0,0-1 1 0 0,-1 0-1 0 0,0 0 1 0 0,1 0-1 0 0,-1 0 1 0 0,0-1-1 0 0,0 1 1 0 0,0-1-1 0 0,0 0 0 0 0,-1 0 1 0 0,4-5-1 0 0,5-7-596 0 0,-1 0-1 0 0,0-1 0 0 0,10-26 1 0 0,-9 21-2 0 0,-7 13 319 0 0,30-53-1899 0 0,-32 56 2051 0 0,1 1 0 0 0,1 0 0 0 0,-1 0 0 0 0,1 0-1 0 0,-1 0 1 0 0,1 1 0 0 0,0-1 0 0 0,0 1 0 0 0,1 0 0 0 0,5-3-1 0 0,-8 5 139 0 0,-1 1 85 0 0,1 1 35 0 0,0-1 1 0 0,0 0-1 0 0,0 1 0 0 0,1 0 0 0 0,-1-1 0 0 0,0 1 0 0 0,0 0 1 0 0,0 0-1 0 0,-1 0 0 0 0,1 0 0 0 0,0 0 0 0 0,0 1 0 0 0,-1-1 1 0 0,1 1-1 0 0,1 1 0 0 0,17 45 1266 0 0,-8-18-128 0 0,20 39-1 0 0,-27-61-1244 0 0,0 0-1 0 0,0 0 1 0 0,1 0 0 0 0,0-1-1 0 0,0 1 1 0 0,1-2-1 0 0,0 1 1 0 0,0-1-1 0 0,10 7 1 0 0,-15-12-294 0 0,0 0 1 0 0,0 0-1 0 0,0 0 0 0 0,0 0 1 0 0,0 0-1 0 0,1 0 1 0 0,-1 0-1 0 0,0-1 1 0 0,0 1-1 0 0,1-1 0 0 0,-1 0 1 0 0,3 0-1 0 0,-3 0-196 0 0,-1 0-1 0 0,1 0 1 0 0,-1-1 0 0 0,1 1-1 0 0,-1 0 1 0 0,0-1 0 0 0,1 1-1 0 0,-1-1 1 0 0,0 0-1 0 0,1 1 1 0 0,-1-1 0 0 0,0 0-1 0 0,0 0 1 0 0,0 0-1 0 0,0 0 1 0 0,0 0 0 0 0,2-1-1 0 0,3-8-4532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4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263 127 1228 0 0,'0'0'6670'0'0,"7"-17"-3481"0"0,1 15-2988 0 0,0 1 0 0 0,0-1 0 0 0,-1-1 1 0 0,1 0-1 0 0,13-6 0 0 0,-19 8 15 0 0,-2 0-171 0 0,0 0-1 0 0,0 1 1 0 0,0-1-1 0 0,1 1 1 0 0,-1-1-1 0 0,0 1 0 0 0,0-1 1 0 0,1 1-1 0 0,-1 0 1 0 0,0-1-1 0 0,1 1 0 0 0,-1-1 1 0 0,1 1-1 0 0,-1 0 1 0 0,0-1-1 0 0,1 1 0 0 0,-1 0 1 0 0,1-1-1 0 0,-1 1 1 0 0,1 0-1 0 0,-1 0 0 0 0,1-1 1 0 0,-1 1-1 0 0,1 0 1 0 0,0 0-1 0 0,0 0 1 0 0,0 0-4 0 0,-1 0 1 0 0,1 0 0 0 0,0-1 0 0 0,-1 1-1 0 0,1 0 1 0 0,-1 0 0 0 0,1 0 0 0 0,-1-1-1 0 0,1 1 1 0 0,0 0 0 0 0,-1-1 0 0 0,1 1-1 0 0,-1 0 1 0 0,1-1 0 0 0,-1 1 0 0 0,0-1-1 0 0,1 1 1 0 0,-1-1 0 0 0,1 1 0 0 0,-1-1-1 0 0,0 1 1 0 0,1-1 0 0 0,-1 1 0 0 0,0-1-1 0 0,0 0 1 0 0,1 1 0 0 0,-1-2 0 0 0,0-4 528 0 0,-3-34 2059 0 0,3 39-2533 0 0,0 0 0 0 0,-1 0 0 0 0,1 0 0 0 0,-1 0 0 0 0,1 0 0 0 0,-1 0 1 0 0,1 0-1 0 0,-1 0 0 0 0,0 0 0 0 0,1 0 0 0 0,-1 0 0 0 0,0 0 0 0 0,0 0 0 0 0,0 0 0 0 0,0 1 0 0 0,0-1 0 0 0,0 0 0 0 0,0 1 0 0 0,0-1 1 0 0,0 1-1 0 0,0-1 0 0 0,0 1 0 0 0,0-1 0 0 0,0 1 0 0 0,0 0 0 0 0,-1-1 0 0 0,1 1 0 0 0,0 0 0 0 0,0 0 0 0 0,0 0 0 0 0,-1 0 0 0 0,1 0 0 0 0,0 0 1 0 0,-2 1-1 0 0,-11 2 337 0 0,0 1 1 0 0,0 1-1 0 0,0 0 1 0 0,0 0-1 0 0,1 2 1 0 0,0-1-1 0 0,0 2 1 0 0,1 0-1 0 0,-21 17 1 0 0,4-1 494 0 0,2 2 1 0 0,-43 51-1 0 0,65-71-819 0 0,1-1 0 0 0,0 2 1 0 0,0-1-1 0 0,1 0 0 0 0,-1 1 0 0 0,1 0 0 0 0,1-1 0 0 0,0 1 0 0 0,-1 1 0 0 0,2-1 0 0 0,-1 0 0 0 0,1 0 0 0 0,1 0 0 0 0,-1 1 0 0 0,1-1 0 0 0,0 0 0 0 0,1 1 1 0 0,1 9-1 0 0,-1-12-132 0 0,1 1 0 0 0,0-1 1 0 0,0 0-1 0 0,0 1 0 0 0,1-1 0 0 0,-1 0 1 0 0,1 0-1 0 0,0 0 0 0 0,1-1 1 0 0,-1 1-1 0 0,1-1 0 0 0,0 0 0 0 0,0 0 1 0 0,0 0-1 0 0,1 0 0 0 0,-1-1 1 0 0,1 0-1 0 0,0 0 0 0 0,0 0 1 0 0,0 0-1 0 0,0-1 0 0 0,0 0 0 0 0,1 0 1 0 0,6 1-1 0 0,6 1-299 0 0,0-2 0 0 0,1 0 0 0 0,-1-1 0 0 0,1 0 0 0 0,-1-2 0 0 0,1 0 0 0 0,-1-2 0 0 0,25-5 0 0 0,-19 3-155 0 0,-1-2-1 0 0,0 0 1 0 0,0-2-1 0 0,0 0 0 0 0,39-25 1 0 0,-53 29 394 0 0,0 0 0 0 0,-1-1 0 0 0,0-1 0 0 0,0 1 0 0 0,-1-1 0 0 0,1-1 0 0 0,-2 1 0 0 0,1-1 0 0 0,-1 0 0 0 0,0-1 0 0 0,-1 0 0 0 0,0 0 0 0 0,0 0 0 0 0,-1 0-1 0 0,0-1 1 0 0,3-12 0 0 0,-6 20 182 0 0,-1 0 0 0 0,0 0-1 0 0,0 0 1 0 0,0 0-1 0 0,0-1 1 0 0,0 1 0 0 0,0 0-1 0 0,0 0 1 0 0,-1 0-1 0 0,1 0 1 0 0,-1 0 0 0 0,1 0-1 0 0,-1 0 1 0 0,0 1-1 0 0,0-1 1 0 0,0 0 0 0 0,0 0-1 0 0,0 0 1 0 0,0 1 0 0 0,0-1-1 0 0,-1 1 1 0 0,1-1-1 0 0,0 1 1 0 0,-1-1 0 0 0,0 1-1 0 0,1 0 1 0 0,-1-1-1 0 0,0 1 1 0 0,0 0 0 0 0,1 0-1 0 0,-1 1 1 0 0,0-1-1 0 0,0 0 1 0 0,0 1 0 0 0,0-1-1 0 0,0 1 1 0 0,0-1-1 0 0,-4 1 1 0 0,-1-1 284 0 0,1 0 0 0 0,-1 0 1 0 0,0 1-1 0 0,1 0 0 0 0,-1 0 0 0 0,0 1 0 0 0,1 0 1 0 0,-1 0-1 0 0,1 0 0 0 0,-12 5 0 0 0,13-4-357 0 0,0 0 1 0 0,1 1-1 0 0,0-1 0 0 0,-1 1 0 0 0,1 0 0 0 0,0 0 0 0 0,0 0 1 0 0,0 1-1 0 0,1 0 0 0 0,-1-1 0 0 0,1 1 0 0 0,0 0 0 0 0,0 1 1 0 0,0-1-1 0 0,1 1 0 0 0,-1-1 0 0 0,1 1 0 0 0,-2 7 1 0 0,2-5 19 0 0,1 0 0 0 0,0-1 0 0 0,1 1 0 0 0,0 0 0 0 0,0-1 0 0 0,0 1 1 0 0,1 0-1 0 0,0-1 0 0 0,0 1 0 0 0,1-1 0 0 0,0 1 0 0 0,4 11 1 0 0,-1-8-5 0 0,0 0 0 0 0,0 0 0 0 0,1 0 0 0 0,0-1 1 0 0,1 0-1 0 0,-1 0 0 0 0,2 0 0 0 0,-1-1 0 0 0,2 0 1 0 0,-1-1-1 0 0,1 0 0 0 0,0 0 0 0 0,0-1 0 0 0,0 0 1 0 0,1 0-1 0 0,19 7 0 0 0,-26-13-404 0 0,0 1 0 0 0,1-1-1 0 0,-1 0 1 0 0,1 0 0 0 0,-1 0 0 0 0,1 0-1 0 0,-1-1 1 0 0,1 1 0 0 0,-1-1 0 0 0,1 0-1 0 0,-1 0 1 0 0,0 0 0 0 0,1 0 0 0 0,-1-1-1 0 0,0 0 1 0 0,0 1 0 0 0,0-1 0 0 0,0 0-1 0 0,0 0 1 0 0,-1-1 0 0 0,4-2 0 0 0,5-6-2621 0 0,0 0 1 0 0,-1 0-1 0 0,12-19 1 0 0,-9 9-4253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4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3 1092 0 0,'0'0'9467'0'0,"-5"-1"-7775"0"0,-1 0-1058 0 0,0 1 0 0 0,0-1-1 0 0,0 2 1 0 0,0-1 0 0 0,0 1 0 0 0,0-1-1 0 0,0 2 1 0 0,0-1 0 0 0,0 1 0 0 0,1 0-1 0 0,-1 0 1 0 0,1 0 0 0 0,-1 1 0 0 0,-5 3-1 0 0,2 0-2 0 0,1 0-1 0 0,0 0 1 0 0,0 1-1 0 0,0 0 1 0 0,1 1-1 0 0,0 0 1 0 0,-6 9-1 0 0,10-14-523 0 0,1 1 0 0 0,1-1-1 0 0,-1 1 1 0 0,0-1 0 0 0,1 1 0 0 0,0 0-1 0 0,0-1 1 0 0,0 1 0 0 0,0 0 0 0 0,0 0-1 0 0,1 0 1 0 0,0-1 0 0 0,0 1-1 0 0,0 0 1 0 0,0 0 0 0 0,0 0 0 0 0,1 0-1 0 0,0 0 1 0 0,0-1 0 0 0,0 1 0 0 0,0 0-1 0 0,3 4 1 0 0,-2-3-192 0 0,1-1 0 0 0,0 0 1 0 0,0 0-1 0 0,1 0 0 0 0,-1 0 0 0 0,1-1 0 0 0,0 1 1 0 0,0-1-1 0 0,0 0 0 0 0,0 0 0 0 0,0 0 0 0 0,1-1 1 0 0,0 1-1 0 0,-1-1 0 0 0,1 0 0 0 0,0-1 0 0 0,0 1 0 0 0,0-1 1 0 0,0 0-1 0 0,0 0 0 0 0,0 0 0 0 0,0-1 0 0 0,0 0 1 0 0,9-1-1 0 0,2 1-872 0 0,1-2 0 0 0,-1 0 0 0 0,-1 0 0 0 0,1-2 0 0 0,0 0 0 0 0,26-11 0 0 0,-20 3-2931 0 0,-6 1-2313 0 0,2-1 381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5.1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1472 0 0,'0'0'20541'0'0,"-3"3"-19167"0"0,-4 3-853 0 0,1-1 0 0 0,0 1 0 0 0,1 0 0 0 0,-1 1 0 0 0,1-1 1 0 0,0 1-1 0 0,1 0 0 0 0,-1 1 0 0 0,1-1 0 0 0,1 1 0 0 0,0-1 0 0 0,0 1 0 0 0,0 0 1 0 0,1 0-1 0 0,0 1 0 0 0,1-1 0 0 0,-2 13 0 0 0,4-17-535 0 0,-1-1-1 0 0,1 0 1 0 0,0 0 0 0 0,0 0 0 0 0,0 0-1 0 0,0 0 1 0 0,0 0 0 0 0,1 0 0 0 0,-1 0-1 0 0,1 0 1 0 0,0 0 0 0 0,0-1-1 0 0,0 1 1 0 0,0-1 0 0 0,0 1 0 0 0,0-1-1 0 0,1 0 1 0 0,-1 0 0 0 0,1 0 0 0 0,0 0-1 0 0,-1 0 1 0 0,1-1 0 0 0,0 1-1 0 0,0-1 1 0 0,0 0 0 0 0,0 0 0 0 0,0 0-1 0 0,1 0 1 0 0,3 0 0 0 0,9 3-198 0 0,0-1 0 0 0,1-1 0 0 0,-1 0 0 0 0,21-1 1 0 0,-25-2-711 0 0,0 1 1 0 0,0-2 0 0 0,0 0 0 0 0,0-1 0 0 0,14-4 0 0 0,2-4-3883 0 0,-5-3-4177 0 0,-10 5 2253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5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54 481 992 0 0,'-16'5'1824'0'0,"13"-4"32"0"0,-17 26 8576 0 0,19-25-10166 0 0,-1 0 0 0 0,1 0 0 0 0,-1 0 0 0 0,1 1 0 0 0,0-1 0 0 0,0 0 0 0 0,0 1 0 0 0,0-1 0 0 0,0 0 0 0 0,0 1 0 0 0,1-1 0 0 0,-1 1 0 0 0,1-1 0 0 0,0 1 0 0 0,-1-1 1 0 0,1 1-1 0 0,1 0 0 0 0,-1-1 0 0 0,0 1 0 0 0,0-1 0 0 0,1 1 0 0 0,0-1 0 0 0,-1 1 0 0 0,1-1 0 0 0,0 0 0 0 0,0 1 0 0 0,0-1 0 0 0,1 0 0 0 0,-1 0 0 0 0,0 1 0 0 0,1-1 0 0 0,-1 0 0 0 0,1-1 0 0 0,0 1 0 0 0,0 0 0 0 0,4 3 0 0 0,0-1-86 0 0,0 1 0 0 0,1-1-1 0 0,0 0 1 0 0,0-1 0 0 0,0 0 0 0 0,0 0 0 0 0,0 0-1 0 0,1-1 1 0 0,-1 0 0 0 0,1-1 0 0 0,13 2-1 0 0,-1-2-267 0 0,0-1-1 0 0,0-1 0 0 0,0-1 1 0 0,0 0-1 0 0,-1-2 0 0 0,1 0 0 0 0,21-9 1 0 0,-30 10-182 0 0,-1-1 1 0 0,0-1 0 0 0,0 0 0 0 0,-1 0-1 0 0,1-1 1 0 0,-1 0 0 0 0,0 0 0 0 0,-1-1-1 0 0,0-1 1 0 0,0 1 0 0 0,0-1 0 0 0,-1 0 0 0 0,0-1-1 0 0,10-16 1 0 0,-16 23 317 0 0,0 1 0 0 0,0-1 0 0 0,0 0 0 0 0,0 1 0 0 0,0-1 0 0 0,0 0 0 0 0,0 1 1 0 0,0-1-1 0 0,-1 0 0 0 0,1 0 0 0 0,-1 0 0 0 0,0 0 0 0 0,1 0 0 0 0,-1 0 0 0 0,0 1 0 0 0,0-1 0 0 0,0 0 0 0 0,0 0 0 0 0,0 0 0 0 0,-1 0 0 0 0,1 0 0 0 0,-1 0 0 0 0,1 0 1 0 0,-1 0-1 0 0,0 1 0 0 0,1-1 0 0 0,-1 0 0 0 0,0 1 0 0 0,0-1 0 0 0,0 0 0 0 0,-1 1 0 0 0,1-1 0 0 0,0 1 0 0 0,0-1 0 0 0,-1 1 0 0 0,1 0 0 0 0,-1 0 0 0 0,1 0 0 0 0,-1 0 0 0 0,0 0 1 0 0,1 0-1 0 0,-4-2 0 0 0,0 2 205 0 0,0 0 0 0 0,0-1 1 0 0,0 2-1 0 0,0-1 0 0 0,0 0 0 0 0,0 1 1 0 0,0 0-1 0 0,0 0 0 0 0,-1 1 1 0 0,1-1-1 0 0,0 1 0 0 0,0 0 0 0 0,1 1 1 0 0,-1-1-1 0 0,-8 5 0 0 0,6-3-152 0 0,1 1 0 0 0,0 1 1 0 0,1-1-1 0 0,-1 1 0 0 0,1 0 0 0 0,0 0 0 0 0,0 1 0 0 0,0-1 0 0 0,1 1 0 0 0,0 0 0 0 0,0 0 1 0 0,0 1-1 0 0,1-1 0 0 0,0 1 0 0 0,0 0 0 0 0,1 0 0 0 0,0 0 0 0 0,0 0 0 0 0,0 0 0 0 0,1 0 0 0 0,0 0 1 0 0,1 9-1 0 0,-1-9-29 0 0,1-1 1 0 0,0 0 0 0 0,1 0 0 0 0,-1 1 0 0 0,1-1 0 0 0,1 0-1 0 0,-1 0 1 0 0,1 0 0 0 0,0 0 0 0 0,0 0 0 0 0,1-1 0 0 0,0 1-1 0 0,0-1 1 0 0,0 1 0 0 0,0-1 0 0 0,1 0 0 0 0,0 0 0 0 0,0-1-1 0 0,0 1 1 0 0,1-1 0 0 0,0 0 0 0 0,0 0 0 0 0,0 0 0 0 0,0-1-1 0 0,0 0 1 0 0,11 5 0 0 0,-2-3-199 0 0,1-1 1 0 0,0 0-1 0 0,0-1 0 0 0,0-1 0 0 0,0 0 1 0 0,0-1-1 0 0,0-1 0 0 0,1 0 1 0 0,-1-1-1 0 0,0-1 0 0 0,0 0 1 0 0,0-1-1 0 0,0-1 0 0 0,0 0 0 0 0,-1-1 1 0 0,1 0-1 0 0,-1-2 0 0 0,25-14 1 0 0,-20 9-81 0 0,0 0 1 0 0,-1-2 0 0 0,0 0 0 0 0,-1-1 0 0 0,-1 0 0 0 0,0-2-1 0 0,-2 0 1 0 0,1 0 0 0 0,-2-2 0 0 0,-1 1 0 0 0,0-2-1 0 0,11-25 1 0 0,-12 18-104 0 0,-1 0-1 0 0,-1-1 1 0 0,-2-1-1 0 0,-1 0 1 0 0,3-29 0 0 0,-7 41 328 0 0,-1 0 1 0 0,-1 0-1 0 0,-1-1 1 0 0,0 1 0 0 0,-1 0-1 0 0,0 1 1 0 0,-2-1 0 0 0,0 0-1 0 0,-1 1 1 0 0,-8-18-1 0 0,12 30 91 0 0,0 1 0 0 0,-1 0-1 0 0,0-1 1 0 0,0 1 0 0 0,0 0-1 0 0,0 0 1 0 0,0 0-1 0 0,-1 1 1 0 0,1-1 0 0 0,-1 0-1 0 0,0 1 1 0 0,0 0-1 0 0,0 0 1 0 0,0-1 0 0 0,0 2-1 0 0,0-1 1 0 0,-1 0 0 0 0,1 1-1 0 0,-1-1 1 0 0,1 1-1 0 0,-1 0 1 0 0,1 0 0 0 0,-1 1-1 0 0,1-1 1 0 0,-1 1 0 0 0,-7 0-1 0 0,6 0 31 0 0,0 1-1 0 0,0 1 0 0 0,0-1 1 0 0,-1 1-1 0 0,2 0 1 0 0,-1 0-1 0 0,0 0 1 0 0,0 1-1 0 0,1-1 1 0 0,-1 1-1 0 0,1 0 0 0 0,0 1 1 0 0,0-1-1 0 0,0 1 1 0 0,0 0-1 0 0,1 0 1 0 0,-1 0-1 0 0,-4 8 1 0 0,1-1-101 0 0,1 1 0 0 0,0 0 0 0 0,1 1 0 0 0,0-1 0 0 0,1 1 0 0 0,0 0 0 0 0,1 0 0 0 0,1 1 0 0 0,0-1 0 0 0,0 0 0 0 0,2 1 0 0 0,0-1 1 0 0,0 1-1 0 0,1-1 0 0 0,1 1 0 0 0,6 25 0 0 0,-4-23-9 0 0,1 0 0 0 0,1 0 0 0 0,0-1 1 0 0,1 0-1 0 0,0 0 0 0 0,2-1 0 0 0,-1 0 1 0 0,2 0-1 0 0,0-1 0 0 0,1 0 0 0 0,0 0 1 0 0,0-2-1 0 0,23 18 0 0 0,47 19-5777 0 0,-77-46 3008 0 0,13-2 2543 0 0,-12-1-3843 0 0,9-12-10907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32.2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1164 0 0,'0'0'27489'0'0,"-1"6"-26785"0"0,1 6-216 0 0,0 0 0 0 0,1 0 0 0 0,0 0 0 0 0,1 0 0 0 0,3 12 0 0 0,1 7-6 0 0,0 6-482 0 0,-1-15 0 0 0,-2 1 0 0 0,1 24 0 0 0,9 5 0 0 0,-8-43 0 0 0,-12-83-8460 0 0,6 70 7397 0 0,-2-7-3430 0 0,-1 3-1973 0 0,-6-1-443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32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282 13 1668 0 0,'-2'-2'896'0'0,"-1"1"-1"0"0,1 0 1 0 0,0-1-1 0 0,-1 1 1 0 0,1 0-1 0 0,-1 0 1 0 0,1 0-1 0 0,-1 0 1 0 0,0 1-1 0 0,1-1 1 0 0,-5 0-1 0 0,-27 4 5407 0 0,17 0-4767 0 0,13-2-1227 0 0,1 0-1 0 0,-1 0 0 0 0,0 0 1 0 0,1 1-1 0 0,-1 0 0 0 0,1 0 1 0 0,-1 0-1 0 0,1 0 0 0 0,0 1 1 0 0,0-1-1 0 0,0 1 1 0 0,0 0-1 0 0,1 0 0 0 0,-4 3 1 0 0,-30 43 1720 0 0,19-22-1580 0 0,2 1 0 0 0,0 0 0 0 0,2 1-1 0 0,1 1 1 0 0,1 0 0 0 0,-10 46 0 0 0,19-65-258 0 0,1 0-1 0 0,0 1 1 0 0,0-1 0 0 0,1 0 0 0 0,1 1-1 0 0,0-1 1 0 0,0 0 0 0 0,1 0 0 0 0,5 16-1 0 0,-4-19-128 0 0,1 0-1 0 0,-1 0 0 0 0,1-1 1 0 0,1 1-1 0 0,0-1 0 0 0,0 0 1 0 0,0 0-1 0 0,1-1 0 0 0,-1 1 1 0 0,2-1-1 0 0,-1-1 0 0 0,1 1 1 0 0,13 8-1 0 0,-8-7-60 0 0,1-1 0 0 0,0 0 0 0 0,0-1 0 0 0,0 0 0 0 0,1-1 0 0 0,0 0 0 0 0,-1-1 0 0 0,1-1 0 0 0,0 0 0 0 0,1-1 0 0 0,-1-1 0 0 0,0 0 0 0 0,0-1 0 0 0,19-3 0 0 0,-11 0 0 0 0,0-1 0 0 0,0-1 0 0 0,-1 0 0 0 0,0-2 0 0 0,0-1 0 0 0,-1 0 0 0 0,0-2 0 0 0,25-17 0 0 0,-38 23 0 0 0,-1-1 0 0 0,1 1 0 0 0,-1-2 0 0 0,0 1 0 0 0,0-1 0 0 0,-1 0 0 0 0,0 0 0 0 0,0 0 0 0 0,-1-1 0 0 0,0 0 0 0 0,0 0 0 0 0,-1 0 0 0 0,0 0 0 0 0,0 0 0 0 0,-1-1 0 0 0,0 1 0 0 0,0-1 0 0 0,-1 0 0 0 0,-1 1 0 0 0,1-1 0 0 0,-1 0 0 0 0,-1 0 0 0 0,1 1 0 0 0,-1-1 0 0 0,-1 0 0 0 0,0 1 0 0 0,0-1 0 0 0,-1 1 0 0 0,0 0 0 0 0,0-1 0 0 0,-1 2 0 0 0,0-1 0 0 0,-8-11 0 0 0,4 9 0 0 0,-1 0 0 0 0,0 0 0 0 0,-1 1 0 0 0,0 1 0 0 0,-1-1 0 0 0,0 2 0 0 0,0 0 0 0 0,0 0 0 0 0,-1 1 0 0 0,0 0 0 0 0,0 1 0 0 0,-1 0 0 0 0,0 1 0 0 0,-17-3 0 0 0,13 4 0 0 0,1 0 0 0 0,-1 2 0 0 0,0 0 0 0 0,0 1 0 0 0,0 0 0 0 0,0 2 0 0 0,1 0 0 0 0,-1 0 0 0 0,1 2 0 0 0,-32 10 0 0 0,16 2-475 0 0,31-15 395 0 0,0-1 0 0 0,0 1 0 0 0,-1 0 0 0 0,1 0 0 0 0,0 0 0 0 0,0 0 0 0 0,0 0 0 0 0,0 0 0 0 0,0 0 0 0 0,1 0 0 0 0,-1 1 0 0 0,0-1 0 0 0,0 0 0 0 0,1 1 0 0 0,-1-1 0 0 0,1 0 0 0 0,-1 1 0 0 0,1-1 0 0 0,-1 0-1 0 0,1 3 1 0 0,2 0-8086 0 0,7 11-326 0 0,0-8 648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38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249 31 1060 0 0,'0'0'12119'0'0,"-14"-8"-11622"0"0,12 2 6576 0 0,2 6-7151 0 0,0 0 130 0 0,0-1 1 0 0,0 1-1 0 0,1-1 0 0 0,-1 1 1 0 0,0 0-1 0 0,0-1 0 0 0,0 1 0 0 0,0-1 1 0 0,1 1-1 0 0,-1 0 0 0 0,0-1 0 0 0,0 1 1 0 0,0-1-1 0 0,0 1 0 0 0,0-1 0 0 0,0 1 1 0 0,0 0-1 0 0,0-1 0 0 0,0 1 1 0 0,-1-1-1 0 0,1 1 0 0 0,0-1 0 0 0,0 1 1 0 0,0 0-1 0 0,0-1 0 0 0,-1 1 0 0 0,1-1 1 0 0,0 1-1 0 0,0 0 0 0 0,-1-1 0 0 0,1 1 1 0 0,0 0-1 0 0,0-1 0 0 0,-1 1 1 0 0,1 0-1 0 0,-1 0 0 0 0,1-1 0 0 0,0 1 1 0 0,-1 0-1 0 0,1 0 0 0 0,0-1 0 0 0,-1 1 1 0 0,1 0-1 0 0,-1 0 0 0 0,0 0 0 0 0,-1-1 244 0 0,-33 16 1077 0 0,21-8-917 0 0,0 0 0 0 0,1 2 0 0 0,0-1 0 0 0,1 2 0 0 0,0 0 1 0 0,1 0-1 0 0,-1 1 0 0 0,2 0 0 0 0,0 1 0 0 0,0 0 1 0 0,1 1-1 0 0,1 0 0 0 0,0 0 0 0 0,-11 26 0 0 0,14-29-218 0 0,4-8-199 0 0,0 0 1 0 0,0 0-1 0 0,0 0 1 0 0,0 0-1 0 0,0 0 1 0 0,0 1-1 0 0,1-1 0 0 0,-1 0 1 0 0,1 0-1 0 0,0 1 1 0 0,0-1-1 0 0,0 0 1 0 0,0 1-1 0 0,0-1 0 0 0,0 0 1 0 0,0 1-1 0 0,1-1 1 0 0,-1 0-1 0 0,1 0 1 0 0,0 0-1 0 0,0 1 1 0 0,1 2-1 0 0,0-1-37 0 0,-1-1 1 0 0,1 1-1 0 0,-1-1 0 0 0,1 0 0 0 0,0 1 1 0 0,0-1-1 0 0,0 0 0 0 0,1 0 0 0 0,-1-1 1 0 0,1 1-1 0 0,-1 0 0 0 0,1-1 0 0 0,0 0 1 0 0,0 1-1 0 0,6 2 0 0 0,-2-2-1 0 0,0 0 0 0 0,-1 0 0 0 0,1-1 1 0 0,0 0-1 0 0,0-1 0 0 0,1 1 0 0 0,12 0 0 0 0,2-2-3 0 0,0-1 0 0 0,0-1 1 0 0,0-1-1 0 0,33-8 0 0 0,-51 9 12 0 0,-4 2-10 0 0,1 0-1 0 0,-1 0 1 0 0,0 0 0 0 0,0 0 0 0 0,0 0 0 0 0,0 0 0 0 0,0 0 0 0 0,0 0 0 0 0,0 0 0 0 0,0 0 0 0 0,0-1 0 0 0,0 1 0 0 0,0 0 0 0 0,0 0 0 0 0,0 0 0 0 0,0 0 0 0 0,0 0 0 0 0,0 0 0 0 0,0 0 0 0 0,0 0 0 0 0,0 0 0 0 0,0 0 0 0 0,0 0 0 0 0,0-1 0 0 0,0 1 0 0 0,0 0 0 0 0,0 0 0 0 0,0 0 0 0 0,0 0 0 0 0,0 0-1 0 0,0 0 1 0 0,0 0 0 0 0,0 0 0 0 0,0 0 0 0 0,0 0 0 0 0,0 0 0 0 0,0 0 0 0 0,-1 0 0 0 0,1-1 0 0 0,50-14-61 0 0,-48 14-255 0 0,-7 4-4900 0 0,-16 7 3921 0 0,15-7-124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38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66 20 0 0,'-16'-41'11167'0'0,"15"40"-9347"0"0,-7-10 3942 0 0,2 2-1067 0 0,3 6-4896 0 0,0 2 566 0 0,-12 4 1202 0 0,4 2-1136 0 0,0 1-1 0 0,1 0 1 0 0,-1 0 0 0 0,1 1-1 0 0,1 0 1 0 0,-1 1 0 0 0,-10 12-1 0 0,16-16-329 0 0,0 0 0 0 0,1 1-1 0 0,0 0 1 0 0,0 0 0 0 0,0-1-1 0 0,0 2 1 0 0,1-1 0 0 0,0 0-1 0 0,0 0 1 0 0,1 1 0 0 0,-1-1 0 0 0,1 1-1 0 0,0 0 1 0 0,1-1 0 0 0,-1 1-1 0 0,1 0 1 0 0,0-1 0 0 0,2 11-1 0 0,-2-10-57 0 0,1 0-1 0 0,1-1 0 0 0,-1 1 0 0 0,1-1 0 0 0,0 1 0 0 0,0-1 0 0 0,1 1 0 0 0,-1-1 0 0 0,1 0 0 0 0,0 0 0 0 0,6 7 0 0 0,-7-11-63 0 0,0 1 0 0 0,0 0 0 0 0,0 0-1 0 0,1-1 1 0 0,-1 1 0 0 0,0-1-1 0 0,1 0 1 0 0,-1 1 0 0 0,1-1 0 0 0,-1 0-1 0 0,1 0 1 0 0,-1-1 0 0 0,1 1 0 0 0,0-1-1 0 0,0 1 1 0 0,-1-1 0 0 0,1 0-1 0 0,0 0 1 0 0,-1 0 0 0 0,1 0 0 0 0,0 0-1 0 0,0-1 1 0 0,-1 1 0 0 0,1-1 0 0 0,-1 0-1 0 0,1 0 1 0 0,4-2 0 0 0,9-3-192 0 0,0-1 1 0 0,-1-1-1 0 0,16-10 0 0 0,-27 15 201 0 0,1-1-1 0 0,-1 0 0 0 0,0 1 0 0 0,0-1 0 0 0,0 0 0 0 0,0-1 0 0 0,-1 1 0 0 0,1-1 0 0 0,-1 1 1 0 0,0-1-1 0 0,-1 0 0 0 0,1 0 0 0 0,1-8 0 0 0,0 2 102 0 0,-3 9-27 0 0,0 1 0 0 0,0-1 0 0 0,-1 1 0 0 0,1-1 0 0 0,-1 1 0 0 0,1-1 0 0 0,-1 0 0 0 0,1 1 0 0 0,-1-1 0 0 0,0 1 0 0 0,0-1 0 0 0,0 0 0 0 0,0 1 0 0 0,0-1 0 0 0,0 0 0 0 0,-1 1 0 0 0,1-1 0 0 0,0 0 0 0 0,-1 1 0 0 0,1-1 0 0 0,-1 1 0 0 0,0-1 0 0 0,0 1 0 0 0,1-1 0 0 0,-1 1 0 0 0,0 0 0 0 0,-2-2 0 0 0,2 1 243 0 0,-1 2-238 0 0,-1 1-1 0 0,1-1 1 0 0,0 0 0 0 0,-1 1 0 0 0,1-1 0 0 0,0 1 0 0 0,-1 0 0 0 0,1 0 0 0 0,0 0 0 0 0,0 0 0 0 0,0 0 0 0 0,0 0 0 0 0,0 1 0 0 0,0-1 0 0 0,0 1 0 0 0,0-1 0 0 0,-1 3 0 0 0,-6 14-67 0 0,9-17 0 0 0,-1 1 0 0 0,0-1 0 0 0,1 1 0 0 0,-1-1 0 0 0,1 1 0 0 0,0 0 0 0 0,-1-1 0 0 0,1 1 0 0 0,0-1 0 0 0,0 1 0 0 0,0 0 0 0 0,0-1 0 0 0,0 1 0 0 0,0 0 0 0 0,1-1 0 0 0,-1 1 0 0 0,1-1 0 0 0,-1 1 0 0 0,1-1 0 0 0,0 3 0 0 0,1 2 0 0 0,-1 0 0 0 0,1-1 0 0 0,0 0 0 0 0,1 0 0 0 0,-1 0 0 0 0,1 0 0 0 0,0-1 0 0 0,0 1 0 0 0,1-1 0 0 0,-1 0 0 0 0,1 1 0 0 0,0-2 0 0 0,0 1 0 0 0,0 0 0 0 0,1-1 0 0 0,-1 0 0 0 0,1 0 0 0 0,0 0 0 0 0,-1-1 0 0 0,9 4 0 0 0,1-1 0 0 0,-1 0 0 0 0,1 0 0 0 0,0-1 0 0 0,0-1 0 0 0,1 0 0 0 0,20 0 0 0 0,-31-2-332 0 0,1-1 0 0 0,-1 1-1 0 0,1-1 1 0 0,-1 0 0 0 0,1-1 0 0 0,-1 1-1 0 0,1-1 1 0 0,-1 0 0 0 0,1 0 0 0 0,-1 0 0 0 0,1-1-1 0 0,-1 1 1 0 0,0-1 0 0 0,0 0 0 0 0,0-1 0 0 0,0 1-1 0 0,0-1 1 0 0,4-3 0 0 0,-6 3-236 0 0,0 0 0 0 0,0 0-1 0 0,0-1 1 0 0,0 1 0 0 0,-1 0 0 0 0,1-1-1 0 0,-1 1 1 0 0,0-1 0 0 0,0 0 0 0 0,0 1 0 0 0,0-1-1 0 0,-1 0 1 0 0,0 0 0 0 0,0 0 0 0 0,0-4 0 0 0,-2 3-6003 0 0,-8-5 502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39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2 920 0 0,'0'0'2626'0'0,"-9"-1"11692"0"0,8 1-14168 0 0,0 1 0 0 0,0 0 0 0 0,0-1 0 0 0,0 1 1 0 0,0 0-1 0 0,0 0 0 0 0,0 0 0 0 0,0-1 0 0 0,0 1 0 0 0,0 0 1 0 0,0 0-1 0 0,0 0 0 0 0,1 1 0 0 0,-1-1 0 0 0,0 0 0 0 0,1 0 1 0 0,-1 0-1 0 0,1 0 0 0 0,-1 1 0 0 0,1-1 0 0 0,-1 2 0 0 0,5 40 3359 0 0,5 2-2958 0 0,-2-5 526 0 0,2 1 0 0 0,2-1 1 0 0,1-1-1 0 0,2 0 0 0 0,2-1 0 0 0,23 39 0 0 0,-39-76-1389 0 0,0 0-1 0 0,1 1 1 0 0,-1-1 0 0 0,1 0 0 0 0,-1 0-1 0 0,1 0 1 0 0,-1 0 0 0 0,1 0-1 0 0,0 0 1 0 0,0 0 0 0 0,0 0 0 0 0,-1-1-1 0 0,1 1 1 0 0,0 0 0 0 0,0 0-1 0 0,0-1 1 0 0,0 1 0 0 0,0 0 0 0 0,0-1-1 0 0,0 1 1 0 0,0-1 0 0 0,1 0 0 0 0,-1 1-1 0 0,2-1 1 0 0,-2 0-286 0 0,1-1-1 0 0,-1 0 1 0 0,0 0-1 0 0,1 1 1 0 0,-1-1-1 0 0,0 0 1 0 0,0 0 0 0 0,1-1-1 0 0,-1 1 1 0 0,0 0-1 0 0,0 0 1 0 0,0 0-1 0 0,0-1 1 0 0,0 1 0 0 0,-1-1-1 0 0,2-2 1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39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55 876 0 0,'0'0'923'0'0,"36"-4"6732"0"0,-36 3-6908 0 0,7-5 1081 0 0,-6 6-1475 0 0,0-1 1 0 0,0 1 0 0 0,1-1-1 0 0,-1 0 1 0 0,0 1-1 0 0,0-1 1 0 0,0 0-1 0 0,0 0 1 0 0,0 0-1 0 0,-1 0 1 0 0,1 0-1 0 0,0 0 1 0 0,0 0-1 0 0,0 0 1 0 0,-1 0 0 0 0,1 0-1 0 0,-1-1 1 0 0,1 1-1 0 0,0-2 1 0 0,-1 2 0 0 0,0 0 0 0 0,0 0 1 0 0,0 0-1 0 0,0 0 1 0 0,0 0-1 0 0,-1 0 0 0 0,1 0 1 0 0,0 0-1 0 0,0 0 0 0 0,-1 0 1 0 0,1 0-1 0 0,-1 0 0 0 0,1 1 1 0 0,0-1-1 0 0,-1 0 0 0 0,0 0 1 0 0,1 0-1 0 0,-1 0 1 0 0,0 1-1 0 0,1-1 0 0 0,-2-1 1 0 0,-4 0-896 0 0,4 2 938 0 0,-21 3 398 0 0,19-2-577 0 0,-1 1 0 0 0,1 0 1 0 0,-1 0-1 0 0,1 1 1 0 0,0-1-1 0 0,0 1 1 0 0,0 0-1 0 0,0 0 1 0 0,0 0-1 0 0,-6 8 1 0 0,5-6 72 0 0,2-2-206 0 0,0-1 0 0 0,0 1 1 0 0,0 0-1 0 0,0 0 0 0 0,1 1 0 0 0,-1-1 1 0 0,1 1-1 0 0,0-1 0 0 0,0 1 1 0 0,0-1-1 0 0,0 1 0 0 0,1 0 0 0 0,0 0 1 0 0,-1 0-1 0 0,2 0 0 0 0,-1 0 0 0 0,0 0 1 0 0,1 0-1 0 0,0 1 0 0 0,0-1 1 0 0,0 0-1 0 0,0 0 0 0 0,0 0 0 0 0,1 0 1 0 0,0 0-1 0 0,0 0 0 0 0,0 0 0 0 0,1 0 1 0 0,3 7-1 0 0,-2-6-87 0 0,0 0 0 0 0,1 0 1 0 0,0 0-1 0 0,0 0 0 0 0,0-1 0 0 0,1 0 0 0 0,0 0 1 0 0,-1 0-1 0 0,1-1 0 0 0,1 0 0 0 0,-1 1 0 0 0,0-2 0 0 0,1 1 1 0 0,0-1-1 0 0,-1 0 0 0 0,1 0 0 0 0,0 0 0 0 0,0-1 1 0 0,0 0-1 0 0,7 1 0 0 0,9 0-224 0 0,1-1-1 0 0,-1-1 0 0 0,1 0 1 0 0,-1-2-1 0 0,1-1 1 0 0,-1-1-1 0 0,0 0 1 0 0,0-2-1 0 0,-1 0 1 0 0,40-19-1 0 0,-57 23-129 0 0,23-14-851 0 0,-14 3-4484 0 0,-12 12 3664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0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0 912 0 0,'0'0'14056'0'0,"0"5"-12598"0"0,0 17 603 0 0,2 0 1 0 0,1 0-1 0 0,6 23 1 0 0,-4-22-1416 0 0,1-1 1 0 0,2 0-1 0 0,0 0 1 0 0,1-1 0 0 0,20 32-1 0 0,-13-29-3356 0 0,-16-24 2580 0 0,0 0 0 0 0,0 0-1 0 0,0-1 1 0 0,0 1 0 0 0,-18-41-11552 0 0,7 20 5963 0 0,1 8 1338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0.9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44 640 0 0,'0'-1'248'0'0,"0"0"1"0"0,0 0-1 0 0,0 1 0 0 0,0-1 1 0 0,0 0-1 0 0,-1 0 0 0 0,1 0 1 0 0,0 1-1 0 0,0-1 0 0 0,-1 0 1 0 0,1 0-1 0 0,0 1 0 0 0,-1-1 1 0 0,1 0-1 0 0,-1 1 0 0 0,1-1 1 0 0,-1 0-1 0 0,1 1 0 0 0,-1-1 0 0 0,0 1 1 0 0,1-1-1 0 0,-1 1 0 0 0,0-1 1 0 0,-7-6 6356 0 0,14 4-6254 0 0,1 0-1 0 0,-1 1 1 0 0,1 0 0 0 0,-1 0 0 0 0,1 0 0 0 0,0 1 0 0 0,0 0 0 0 0,0 1 0 0 0,0-1 0 0 0,-1 1 0 0 0,10 2 0 0 0,-1-3 157 0 0,16 0 180 0 0,71-1 957 0 0,-94 2-1477 0 0,0 1 1 0 0,-1 0-1 0 0,1 0 1 0 0,0 1-1 0 0,0-1 0 0 0,-1 2 1 0 0,1-1-1 0 0,-1 1 1 0 0,12 7-1 0 0,-16-9-51 0 0,-1 1-1 0 0,1 0 1 0 0,-1-1-1 0 0,0 1 1 0 0,0 0-1 0 0,0 0 1 0 0,0 0-1 0 0,0 1 1 0 0,-1-1-1 0 0,1 0 1 0 0,0 1-1 0 0,-1-1 1 0 0,0 1-1 0 0,0-1 1 0 0,0 1-1 0 0,0 0 1 0 0,0-1-1 0 0,0 1 1 0 0,-1 0-1 0 0,1 0 1 0 0,-1 0-1 0 0,1 4 1 0 0,-2-2 66 0 0,0 0 1 0 0,0 0-1 0 0,0 0 1 0 0,-1 0-1 0 0,1 0 1 0 0,-1 0-1 0 0,-1-1 1 0 0,1 1-1 0 0,0-1 0 0 0,-1 1 1 0 0,-5 6-1 0 0,0-1 172 0 0,-1 0-1 0 0,1-1 0 0 0,-2 0 0 0 0,1-1 1 0 0,-1 0-1 0 0,-1 0 0 0 0,1-1 0 0 0,-1 0 1 0 0,-16 6-1 0 0,-18 2 771 0 0,44-14-977 0 0,-33-11-194 0 0,34 9-44 0 0,-1 0 1 0 0,0 1-1 0 0,0-1 0 0 0,0 0 0 0 0,1 0 1 0 0,-1 1-1 0 0,0-1 0 0 0,1 0 0 0 0,-1 0 1 0 0,1 0-1 0 0,-1 0 0 0 0,1 0 0 0 0,-1 0 1 0 0,1 0-1 0 0,0 0 0 0 0,-1 0 0 0 0,1 0 1 0 0,0 0-1 0 0,0 0 0 0 0,0 0 0 0 0,0 0 1 0 0,0 0-1 0 0,0-1 0 0 0,0 1 0 0 0,0-1 1 0 0,0-1-557 0 0,25-16-2886 0 0,-6 12 540 0 0,-3 1-671 0 0,1 2-5594 0 0,-1 1 4100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1.3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 50 1612 0 0,'-6'-2'1455'0'0,"-37"-15"12239"0"0,26 13-10545 0 0,15 4-2140 0 0,-1 2-56 0 0,-4 2-525 0 0,1 1 1 0 0,-1 0-1 0 0,1 1 1 0 0,1 0-1 0 0,-1 0 0 0 0,1 0 1 0 0,0 0-1 0 0,0 1 1 0 0,1 0-1 0 0,0 0 0 0 0,0 0 1 0 0,1 0-1 0 0,-4 11 0 0 0,5-15-372 0 0,1 1 0 0 0,0 0-1 0 0,0 0 1 0 0,0 0 0 0 0,0 0-1 0 0,1 0 1 0 0,0 0 0 0 0,-1 0-1 0 0,1 0 1 0 0,1 0-1 0 0,-1 0 1 0 0,1 0 0 0 0,-1 0-1 0 0,1 0 1 0 0,0 0 0 0 0,1 0-1 0 0,-1 0 1 0 0,1 0-1 0 0,-1-1 1 0 0,1 1 0 0 0,0-1-1 0 0,0 1 1 0 0,1-1 0 0 0,-1 0-1 0 0,1 0 1 0 0,0 0 0 0 0,0 0-1 0 0,0 0 1 0 0,0-1-1 0 0,4 4 1 0 0,-2-3-113 0 0,1-1 0 0 0,-1 1 1 0 0,1-1-1 0 0,0 0 0 0 0,0 0 0 0 0,0-1 0 0 0,0 1 1 0 0,0-1-1 0 0,0-1 0 0 0,0 1 0 0 0,0-1 0 0 0,1 0 0 0 0,-1-1 1 0 0,0 1-1 0 0,0-1 0 0 0,0 0 0 0 0,0-1 0 0 0,0 1 1 0 0,0-1-1 0 0,0-1 0 0 0,-1 1 0 0 0,1-1 0 0 0,8-5 1 0 0,-8 5 60 0 0,-1-1 1 0 0,1 0-1 0 0,-1 0 1 0 0,1 0 0 0 0,-1-1-1 0 0,-1 1 1 0 0,1-1 0 0 0,-1-1-1 0 0,0 1 1 0 0,0-1 0 0 0,0 1-1 0 0,-1-1 1 0 0,1 0-1 0 0,-1 0 1 0 0,-1 0 0 0 0,0-1-1 0 0,1 1 1 0 0,-2-1 0 0 0,1 1-1 0 0,-1-1 1 0 0,1-8 0 0 0,-3 10 83 0 0,0 0 0 0 0,0 0 0 0 0,0 1 0 0 0,0-1 1 0 0,-1 0-1 0 0,0 1 0 0 0,0 0 0 0 0,0-1 0 0 0,0 1 0 0 0,-1 0 1 0 0,1 0-1 0 0,-1 0 0 0 0,0 0 0 0 0,-1 1 0 0 0,1-1 0 0 0,0 1 1 0 0,-1 0-1 0 0,0 0 0 0 0,0 0 0 0 0,0 1 0 0 0,0-1 1 0 0,0 1-1 0 0,0 0 0 0 0,-1 0 0 0 0,-5-2 0 0 0,3 2 19 0 0,1-1 0 0 0,-1 1 1 0 0,1 1-1 0 0,-1-1 0 0 0,0 1 0 0 0,0 0 0 0 0,1 1 0 0 0,-1 0 0 0 0,0 0 0 0 0,0 0 0 0 0,0 1 0 0 0,1 0 0 0 0,-1 0 0 0 0,0 0 1 0 0,1 1-1 0 0,-1 0 0 0 0,1 1 0 0 0,-1 0 0 0 0,-5 3 0 0 0,10-5-189 0 0,1-1 0 0 0,0 1 0 0 0,0-1 0 0 0,0 1 0 0 0,1 0 1 0 0,-1-1-1 0 0,0 1 0 0 0,0 0 0 0 0,0 0 0 0 0,0-1 0 0 0,1 1 0 0 0,-1 0 0 0 0,0 0 0 0 0,1 0 0 0 0,-1 0 0 0 0,1 0 1 0 0,-1 0-1 0 0,1 0 0 0 0,-1 0 0 0 0,1 1 0 0 0,0-1 0 0 0,-1 0 0 0 0,1 0 0 0 0,0 0 0 0 0,0 0 0 0 0,0 0 1 0 0,0 1-1 0 0,0-1 0 0 0,0 0 0 0 0,0 0 0 0 0,0 0 0 0 0,1 0 0 0 0,-1 0 0 0 0,0 1 0 0 0,1-1 0 0 0,-1 0 0 0 0,1 0 1 0 0,-1 0-1 0 0,1 0 0 0 0,0 0 0 0 0,-1 0 0 0 0,1 0 0 0 0,0-1 0 0 0,-1 1 0 0 0,1 0 0 0 0,0 0 0 0 0,1 0 0 0 0,2 3-531 0 0,0-1 0 0 0,0 1 0 0 0,1-1 0 0 0,-1 0 0 0 0,1 0 0 0 0,-1-1 0 0 0,7 3 0 0 0,17 0-3315 0 0,-9-3-1825 0 0,-12-2 2444 0 0,6 2-2844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1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1 1576 0 0,'0'0'14395'0'0,"0"5"-12907"0"0,-3 37 2796 0 0,-16 83 0 0 0,12-86-2864 0 0,-18 98 1976 0 0,17-104-2665 0 0,5-23-492 0 0,0-1-1 0 0,2 0 1 0 0,-1 1-1 0 0,0 13 1 0 0,-9 29-239 0 0,10-40 0 0 0,1-3-100 0 0,0-8-413 0 0,0-7-162 0 0,0-34-1767 0 0,0 38 1499 0 0,2-25-7158 0 0,3 23 7129 0 0,5-5-1209 0 0,1 1-6164 0 0,10-4 3566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2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11 520 0 0,'0'0'1742'0'0,"-3"-2"68"0"0,0 1-1125 0 0,0-1 0 0 0,0 1 0 0 0,0 0 0 0 0,0 0 0 0 0,0 1 0 0 0,0-1 0 0 0,0 1 0 0 0,0-1 0 0 0,0 1 1 0 0,0 0-1 0 0,-1 0 0 0 0,1 0 0 0 0,0 0 0 0 0,0 1 0 0 0,0 0 0 0 0,-6 1 0 0 0,2 1 160 0 0,1 0 1 0 0,0 0-1 0 0,-1 0 0 0 0,1 1 1 0 0,1 0-1 0 0,-1 0 1 0 0,-7 7-1 0 0,1 1 247 0 0,0 0 0 0 0,2 1 0 0 0,-1 0 0 0 0,2 1 0 0 0,-17 29 0 0 0,24-38-891 0 0,0 0-1 0 0,-1 0 1 0 0,1 1-1 0 0,1-1 0 0 0,-1 0 1 0 0,1 1-1 0 0,0-1 1 0 0,0 1-1 0 0,1-1 0 0 0,0 1 1 0 0,0 0-1 0 0,0-1 1 0 0,0 1-1 0 0,3 9 0 0 0,-2-12-183 0 0,0 0 0 0 0,1 0 0 0 0,-1 0 0 0 0,1 1 0 0 0,0-2 0 0 0,0 1 0 0 0,0 0 0 0 0,0 0-1 0 0,0-1 1 0 0,1 1 0 0 0,-1-1 0 0 0,1 0 0 0 0,0 0 0 0 0,0 0 0 0 0,-1 0 0 0 0,1 0 0 0 0,1 0-1 0 0,-1-1 1 0 0,0 1 0 0 0,0-1 0 0 0,0 0 0 0 0,1 0 0 0 0,-1-1 0 0 0,5 2 0 0 0,2-1-142 0 0,-1 0 0 0 0,0-1 1 0 0,0 0-1 0 0,1 0 0 0 0,-1-1 1 0 0,0 0-1 0 0,0 0 0 0 0,1-1 0 0 0,-1-1 1 0 0,-1 1-1 0 0,1-1 0 0 0,10-6 1 0 0,-13 7 47 0 0,-1-1 0 0 0,1 0 0 0 0,-1 0 0 0 0,0-1 0 0 0,0 1 0 0 0,-1-1 0 0 0,1 0 1 0 0,-1-1-1 0 0,0 1 0 0 0,0-1 0 0 0,0 0 0 0 0,-1 1 0 0 0,0-2 0 0 0,1 1 0 0 0,-2 0 0 0 0,1-1 0 0 0,-1 1 0 0 0,0-1 1 0 0,3-11-1 0 0,-4 15 99 0 0,-1-1 0 0 0,0 0 0 0 0,1 1 0 0 0,-1-1 0 0 0,0 0 0 0 0,0 0 1 0 0,-1 1-1 0 0,1-1 0 0 0,0 0 0 0 0,-1 1 0 0 0,0-1 0 0 0,0 1 0 0 0,1-1 0 0 0,-1 1 1 0 0,-1-1-1 0 0,1 1 0 0 0,0-1 0 0 0,-1 1 0 0 0,1 0 0 0 0,-1 0 0 0 0,-2-3 1 0 0,0 2 41 0 0,0 0 0 0 0,1 0 1 0 0,-2 1-1 0 0,1 0 1 0 0,0-1-1 0 0,0 1 1 0 0,-1 1-1 0 0,1-1 0 0 0,-1 1 1 0 0,1-1-1 0 0,-7 1 1 0 0,-6-2 72 0 0,0 2 0 0 0,0 0 1 0 0,0 2-1 0 0,-1-1 1 0 0,-27 6-1 0 0,-10 10-1417 0 0,52-15 662 0 0,0 0-1 0 0,0 1 1 0 0,0 0-1 0 0,0 0 1 0 0,0 0 0 0 0,1 0-1 0 0,-1 0 1 0 0,1 0-1 0 0,-3 3 1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5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23 588 0 0,'0'0'6528'0'0,"9"-16"7046"0"0,-11 15-13349 0 0,1 0 0 0 0,-1 0 0 0 0,0 0 1 0 0,0 0-1 0 0,0 1 0 0 0,1-1 0 0 0,-1 1 0 0 0,0 0 0 0 0,0-1 1 0 0,0 1-1 0 0,0 0 0 0 0,0 0 0 0 0,0 0 0 0 0,-3 1 1 0 0,2-1 425 0 0,0 2-10 0 0,-4 3-335 0 0,0-1 1 0 0,1 1 0 0 0,0 1 0 0 0,0-1 0 0 0,0 1-1 0 0,0 0 1 0 0,1 0 0 0 0,0 1 0 0 0,0 0 0 0 0,1 0-1 0 0,0 0 1 0 0,-3 8 0 0 0,-4 8 590 0 0,2 0-1 0 0,-11 45 1 0 0,18-62-879 0 0,1-1 0 0 0,0 1 0 0 0,0 0 1 0 0,1 0-1 0 0,0-1 0 0 0,0 1 0 0 0,0 0 0 0 0,1 0 1 0 0,-1 0-1 0 0,1-1 0 0 0,1 1 0 0 0,-1 0 1 0 0,1-1-1 0 0,0 1 0 0 0,0-1 0 0 0,1 0 1 0 0,0 1-1 0 0,0-1 0 0 0,0-1 0 0 0,0 1 1 0 0,1 0-1 0 0,-1-1 0 0 0,1 0 0 0 0,1 1 0 0 0,-1-2 1 0 0,0 1-1 0 0,1 0 0 0 0,0-1 0 0 0,0 0 1 0 0,0 0-1 0 0,0 0 0 0 0,0-1 0 0 0,1 0 1 0 0,-1 0-1 0 0,1 0 0 0 0,-1-1 0 0 0,1 1 1 0 0,0-2-1 0 0,8 2 0 0 0,10-1-564 0 0,1-1-1 0 0,-1-1 1 0 0,0-1-1 0 0,1-1 1 0 0,-1-1-1 0 0,0-1 1 0 0,0-1-1 0 0,-1-1 1 0 0,0-1-1 0 0,34-17 1 0 0,-52 22-294 0 0,-1-1-1 0 0,1 1 1 0 0,-1 0 0 0 0,1-1 0 0 0,-1 0 0 0 0,7-9 0 0 0,-10 11-432 0 0,-17-21-7154 0 0,14 20 4952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5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38 1428 0 0,'0'0'1622'0'0,"-2"-15"3301"0"0,-12 5-698 0 0,13 8-3757 0 0,0 1 0 0 0,-1 0 0 0 0,1 0-1 0 0,-1 0 1 0 0,1 0 0 0 0,-1 0 0 0 0,1 1 0 0 0,-1-1 0 0 0,1 0 0 0 0,-1 1-1 0 0,0-1 1 0 0,1 1 0 0 0,-1-1 0 0 0,0 1 0 0 0,1 0 0 0 0,-1 0-1 0 0,-3 0 1 0 0,3 0 581 0 0,-2 1-66 0 0,-1 2-752 0 0,0-1-1 0 0,0 1 1 0 0,0 0 0 0 0,0 0 0 0 0,1 0 0 0 0,-1 1 0 0 0,1 0-1 0 0,0 0 1 0 0,0 0 0 0 0,0 0 0 0 0,1 0 0 0 0,0 1 0 0 0,-1 0 0 0 0,2-1-1 0 0,-1 1 1 0 0,0 1 0 0 0,1-1 0 0 0,0 0 0 0 0,0 0 0 0 0,1 1-1 0 0,-1-1 1 0 0,1 1 0 0 0,1-1 0 0 0,-1 1 0 0 0,1 0 0 0 0,-1-1 0 0 0,2 1-1 0 0,-1 0 1 0 0,1-1 0 0 0,0 1 0 0 0,0-1 0 0 0,0 1 0 0 0,3 6-1 0 0,-2-7-202 0 0,0-1 0 0 0,1 0 0 0 0,-1 0-1 0 0,1 0 1 0 0,0 0 0 0 0,0-1 0 0 0,0 1-1 0 0,1-1 1 0 0,-1 0 0 0 0,1 0 0 0 0,0 0-1 0 0,0 0 1 0 0,0 0 0 0 0,7 3 0 0 0,-4-4-55 0 0,0 1 0 0 0,0-2 0 0 0,0 1 1 0 0,0-1-1 0 0,0 0 0 0 0,1 0 0 0 0,-1-1 1 0 0,0 0-1 0 0,11-1 0 0 0,-9 0-8 0 0,-1 0 0 0 0,0-1 1 0 0,0 0-1 0 0,0-1 0 0 0,0 0 0 0 0,-1 0 0 0 0,1 0 1 0 0,-1-1-1 0 0,1 0 0 0 0,6-6 0 0 0,-10 7 61 0 0,0 1 0 0 0,-1-1-1 0 0,1 0 1 0 0,-1 0 0 0 0,0-1 0 0 0,0 1-1 0 0,0-1 1 0 0,0 1 0 0 0,-1-1 0 0 0,0 0-1 0 0,1 0 1 0 0,-1 0 0 0 0,-1 0 0 0 0,1-1-1 0 0,0 1 1 0 0,-1 0 0 0 0,0-1 0 0 0,0 1-1 0 0,0-7 1 0 0,-1 7 29 0 0,-1 0 0 0 0,1 1 0 0 0,-1-1 0 0 0,1 1 0 0 0,-1 0 0 0 0,-1-1 0 0 0,1 1 0 0 0,0 0 0 0 0,-1-1 0 0 0,1 1 0 0 0,-1 0 0 0 0,0 0 0 0 0,0 0 0 0 0,0 0 1 0 0,-1 1-1 0 0,1-1 0 0 0,-1 1 0 0 0,-4-4 0 0 0,-2-1 101 0 0,-1 0 1 0 0,1 2 0 0 0,-1-1 0 0 0,0 1 0 0 0,-19-6 0 0 0,17 6-157 0 0,11 5-1 0 0,1-1 0 0 0,-1 1-1 0 0,1-1 1 0 0,-1 1 0 0 0,1 0 0 0 0,-1-1-1 0 0,0 1 1 0 0,1 0 0 0 0,-1 0 0 0 0,1 0-1 0 0,-1-1 1 0 0,0 1 0 0 0,1 0 0 0 0,-1 0-1 0 0,0 0 1 0 0,1 0 0 0 0,-1 0 0 0 0,0 0 0 0 0,0 0-1 0 0,1 0 1 0 0,-1 0 0 0 0,1 1 0 0 0,-1-1-1 0 0,0 0 1 0 0,1 0 0 0 0,-1 0 0 0 0,0 1-1 0 0,1-1 1 0 0,-1 0 0 0 0,1 1 0 0 0,-1-1-1 0 0,1 1 1 0 0,-1-1 0 0 0,1 1 0 0 0,-1-1-1 0 0,1 1 1 0 0,-1-1 0 0 0,1 1 0 0 0,-1-1 0 0 0,1 2-1 0 0,-3 0-392 0 0,6 1-3454 0 0,32 16-1094 0 0,-9-11-3037 0 0,-16-5 2816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6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2 1560 0 0,'-1'-1'2806'0'0,"-11"0"11194"0"0,9 14-13011 0 0,0 0 0 0 0,1 0 0 0 0,1 1-1 0 0,0-1 1 0 0,1 0 0 0 0,0 1 0 0 0,4 17 0 0 0,21 101 3018 0 0,-18-102-3169 0 0,4 14-290 0 0,3-1 1 0 0,22 50-1 0 0,-17-52-548 0 0,-12-31 0 0 0,-7-9 0 0 0,0-1 0 0 0,1 0 0 0 0,-1 0 0 0 0,0 0 0 0 0,0 0 0 0 0,0 0 0 0 0,0-1 0 0 0,0 1 0 0 0,0 0 0 0 0,0 0 0 0 0,0 0 0 0 0,0 0 0 0 0,0 0 0 0 0,0 0 0 0 0,0 0 0 0 0,0 0 0 0 0,1 0 0 0 0,-1 0 0 0 0,0 0 0 0 0,0 0 0 0 0,0 0 0 0 0,0 0 0 0 0,0 0 0 0 0,0 0 0 0 0,0 0 0 0 0,0 0 0 0 0,0 0 0 0 0,0 0 0 0 0,0 0 0 0 0,0 0 0 0 0,1 0 0 0 0,-1 0 0 0 0,0 0 0 0 0,0 0 0 0 0,0 0 0 0 0,0 1 0 0 0,0-1 0 0 0,0 0 0 0 0,0 0 0 0 0,0 0 0 0 0,0 0 0 0 0,0 0 0 0 0,0 0 0 0 0,0 0 0 0 0,0 0 0 0 0,0 0 0 0 0,-2-22-97 0 0,-4 0-2511 0 0,5 18-3731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6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8 672 0 0,'-10'-7'28077'0'0,"17"20"-27642"0"0,0 1-1 0 0,-1 1 1 0 0,-1-1-1 0 0,-1 1 1 0 0,4 17-1 0 0,18 54 977 0 0,-11-37-1411 0 0,-11-34 0 0 0,0 0 0 0 0,12 28 0 0 0,1 3-61 0 0,-16-44-386 0 0,-2-6-6180 0 0,1 3 6515 0 0,0 0 0 0 0,-1 1 0 0 0,1-1 0 0 0,0 1 0 0 0,-1-1 0 0 0,1 1 0 0 0,0-1 0 0 0,-1 1 0 0 0,1-1 0 0 0,0 1 0 0 0,-1 0 0 0 0,1-1 1 0 0,-1 1-1 0 0,1 0 0 0 0,-1-1 0 0 0,1 1 0 0 0,-2-1 0 0 0,-5-5-1368 0 0,6 0-2677 0 0,-4 6-2648 0 0,-15 5 518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7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52 148 0 0,'0'0'18019'0'0,"4"-3"-17395"0"0,8-3-121 0 0,-1 1 0 0 0,1 0 0 0 0,0 1 0 0 0,0 1 0 0 0,0 0 0 0 0,1 0 0 0 0,-1 1 0 0 0,14 0 0 0 0,46-10 2027 0 0,-72 11-2503 0 0,1 1 1 0 0,-1 0 0 0 0,0-1-1 0 0,1 1 1 0 0,-1 0 0 0 0,0 0-1 0 0,1 0 1 0 0,-1-1 0 0 0,0 1-1 0 0,1 0 1 0 0,-1 0-1 0 0,1 0 1 0 0,-1 0 0 0 0,0 0-1 0 0,1 0 1 0 0,-1 0 0 0 0,1 0-1 0 0,-1 0 1 0 0,0 0 0 0 0,1 0-1 0 0,-1 0 1 0 0,1 0 0 0 0,-1 0-1 0 0,0 0 1 0 0,1 0-1 0 0,-1 0 1 0 0,1 1 0 0 0,-1-1-1 0 0,0 0 1 0 0,1 0 0 0 0,-1 0-1 0 0,0 1 1 0 0,1-1 0 0 0,-1 0-1 0 0,0 0 1 0 0,1 1 0 0 0,-1-1-1 0 0,0 0 1 0 0,0 1 0 0 0,1-1-1 0 0,-1 0 1 0 0,0 1-1 0 0,0-1 1 0 0,0 1 0 0 0,1-1-1 0 0,-1 0 1 0 0,0 1 0 0 0,0-1-1 0 0,0 1 1 0 0,0-1 0 0 0,0 0-1 0 0,0 1 1 0 0,0-1 0 0 0,0 1-1 0 0,0-1 1 0 0,0 0 0 0 0,0 1-1 0 0,0-1 1 0 0,0 1-1 0 0,0-1 1 0 0,0 0 0 0 0,-1 1-1 0 0,1-1 1 0 0,0 1 0 0 0,-15 22 1284 0 0,-13 6-883 0 0,-92 102 2952 0 0,100-96-3381 0 0,19-33 0 0 0,1 0 0 0 0,-1 0 0 0 0,1 0 0 0 0,-1-1 0 0 0,1 1 0 0 0,0 0 0 0 0,0 0 0 0 0,0 0 0 0 0,0 0 0 0 0,0 0 0 0 0,0-1 0 0 0,0 1 0 0 0,1 0 0 0 0,-1 0 0 0 0,1 0 0 0 0,-1-1 0 0 0,1 1 0 0 0,0 0 0 0 0,0 0 0 0 0,0-1 0 0 0,0 1 0 0 0,0-1 0 0 0,0 1 0 0 0,1 1 0 0 0,3 1 0 0 0,1 0 0 0 0,-1 0 0 0 0,1 0 0 0 0,-1-1 0 0 0,1 0 0 0 0,0 0 0 0 0,0 0 0 0 0,0-1 0 0 0,1 0 0 0 0,-1 0 0 0 0,0-1 0 0 0,1 0 0 0 0,-1 0 0 0 0,11 0 0 0 0,-3 0 0 0 0,0-1 0 0 0,0-1 0 0 0,0 0 0 0 0,0-1 0 0 0,26-7 0 0 0,-35 8 0 0 0,-1-1 0 0 0,1 0 0 0 0,-1 0 0 0 0,0 0 0 0 0,1-1 0 0 0,-1 1 0 0 0,0-1 0 0 0,0 0 0 0 0,-1 0 0 0 0,5-5 0 0 0,-1-3 0 0 0,-6 9-213 0 0,0 0 0 0 0,0 0 0 0 0,0 0 0 0 0,-1 0 0 0 0,1 0 0 0 0,0 0 0 0 0,-1 0 0 0 0,0 0 0 0 0,1 0 1 0 0,-1-1-1 0 0,0 1 0 0 0,0 0 0 0 0,0 0 0 0 0,0 0 0 0 0,-1 0 0 0 0,1 0 0 0 0,0-1 0 0 0,-1 1 0 0 0,0 0 0 0 0,0-2 0 0 0,-1 0-540 0 0,-4-15-2785 0 0,1 1-1938 0 0,3 7-2046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8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0 112 0 0,'-32'6'3984'0'0,"23"-2"-3266"0"0,-1 0 1 0 0,1 0-1 0 0,1 1 1 0 0,-1 1 0 0 0,1-1-1 0 0,-1 1 1 0 0,2 1-1 0 0,-1 0 1 0 0,1 0-1 0 0,0 0 1 0 0,-11 16-1 0 0,-4 9 1575 0 0,-32 61-1 0 0,35-58-1113 0 0,11-20-744 0 0,1 1 0 0 0,0 0 0 0 0,1 0 0 0 0,1 1 0 0 0,1-1 1 0 0,0 1-1 0 0,2 0 0 0 0,-1 0 0 0 0,2 1 0 0 0,0-1 0 0 0,1 0 0 0 0,1 0 1 0 0,5 26-1 0 0,-5-35-316 0 0,1 0 1 0 0,0 0 0 0 0,0 0 0 0 0,1-1 0 0 0,0 1 0 0 0,1-1 0 0 0,0 1 0 0 0,0-1-1 0 0,0 0 1 0 0,1-1 0 0 0,0 1 0 0 0,0-1 0 0 0,0 0 0 0 0,1 0 0 0 0,0 0-1 0 0,1-1 1 0 0,-1 0 0 0 0,1 0 0 0 0,0-1 0 0 0,0 0 0 0 0,0 0 0 0 0,0-1-1 0 0,1 0 1 0 0,0 0 0 0 0,-1 0 0 0 0,1-1 0 0 0,0 0 0 0 0,0-1 0 0 0,1 0-1 0 0,12 0 1 0 0,1 0-45 0 0,0-2-1 0 0,0-1 0 0 0,0-1 1 0 0,-1 0-1 0 0,1-2 0 0 0,-1 0 1 0 0,31-13-1 0 0,-20 5-30 0 0,-1-2 1 0 0,0-1-1 0 0,-1-2 1 0 0,30-22-1 0 0,-51 32-41 0 0,0 1 0 0 0,0-1 0 0 0,-1-1 1 0 0,0 1-1 0 0,0-1 0 0 0,-1-1 0 0 0,0 0 0 0 0,-1 0 0 0 0,8-16 1 0 0,-12 21 24 0 0,1-1 1 0 0,-1 1-1 0 0,0 0 1 0 0,-1-1-1 0 0,0 0 1 0 0,1 1-1 0 0,-2-1 1 0 0,1 0-1 0 0,-1 0 1 0 0,0 1-1 0 0,0-1 1 0 0,0 0-1 0 0,-1 0 1 0 0,0 1-1 0 0,0-1 1 0 0,0 0-1 0 0,-1 1 1 0 0,0-1-1 0 0,0 1 1 0 0,-1 0-1 0 0,-2-6 1 0 0,1 6 26 0 0,0 0-1 0 0,0 1 1 0 0,-1 0 0 0 0,1 0 0 0 0,-1 0 0 0 0,0 0 0 0 0,0 1 0 0 0,0 0 0 0 0,0 0 0 0 0,0 0-1 0 0,-1 1 1 0 0,1 0 0 0 0,-1 0 0 0 0,-10-3 0 0 0,4 3 1 0 0,0-1 1 0 0,0 2-1 0 0,-1 0 1 0 0,1 0 0 0 0,0 1-1 0 0,-15 1 1 0 0,22 0-234 0 0,0 0 0 0 0,0 0 0 0 0,1 0 0 0 0,-1 0 0 0 0,1 1 0 0 0,-1-1 0 0 0,1 1 0 0 0,-1 0 0 0 0,1 1 1 0 0,0-1-1 0 0,0 1 0 0 0,-6 5 0 0 0,8-7-306 0 0,1 1 0 0 0,-1 0 0 0 0,1 0 1 0 0,0 0-1 0 0,-1 0 0 0 0,1 0 0 0 0,0 0 0 0 0,0 0 1 0 0,0 0-1 0 0,-1 5 0 0 0,2-5-549 0 0,-1 1 0 0 0,1-1 0 0 0,0 1 0 0 0,0 0 0 0 0,0-1 0 0 0,0 1 0 0 0,0-1 0 0 0,1 1 0 0 0,-1-1 1 0 0,1 1-1 0 0,0 2 0 0 0,6 7-5150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8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27 1048 0 0,'14'-3'5599'0'0,"-6"-7"-5192"0"0,2-3 17504 0 0,-40 33-15924 0 0,26-18-1756 0 0,-1 0-1 0 0,1 1 1 0 0,0 0 0 0 0,0 0 0 0 0,0 0-1 0 0,0 0 1 0 0,0 1 0 0 0,-3 3 0 0 0,4-2-98 0 0,-1-1 1 0 0,1 0-1 0 0,-1 1 1 0 0,1 0-1 0 0,1 0 1 0 0,-1 0-1 0 0,1 0 1 0 0,-1 0-1 0 0,2 0 1 0 0,-1 1-1 0 0,0-1 1 0 0,1 1-1 0 0,0-1 1 0 0,1 1-1 0 0,-1 0 1 0 0,1-1-1 0 0,0 1 1 0 0,0 0-1 0 0,1-1 1 0 0,-1 1-1 0 0,1-1 1 0 0,1 1-1 0 0,-1-1 1 0 0,1 1-1 0 0,0-1 1 0 0,0 0-1 0 0,5 8 1 0 0,-3-6-145 0 0,1-1-1 0 0,0 1 1 0 0,0-1 0 0 0,1 0-1 0 0,0 0 1 0 0,0-1 0 0 0,0 1-1 0 0,1-1 1 0 0,-1-1-1 0 0,1 1 1 0 0,1-1 0 0 0,-1-1-1 0 0,0 1 1 0 0,1-1 0 0 0,0 0-1 0 0,0-1 1 0 0,0 0 0 0 0,15 2-1 0 0,-8-2-20 0 0,0-1-1 0 0,0 0 1 0 0,1-2-1 0 0,-1 1 0 0 0,0-2 1 0 0,0 0-1 0 0,-1-1 1 0 0,1 0-1 0 0,20-8 1 0 0,-30 9-97 0 0,0-1 1 0 0,-1 0-1 0 0,1 1 0 0 0,-1-1 1 0 0,0-1-1 0 0,0 1 1 0 0,0-1-1 0 0,0 1 1 0 0,0-1-1 0 0,-1 0 1 0 0,3-5-1 0 0,-4 6-543 0 0,0 0-1 0 0,0 1 1 0 0,-1-1-1 0 0,1 0 1 0 0,-1 0-1 0 0,0 0 1 0 0,0 0-1 0 0,0-1 1 0 0,0 1-1 0 0,-1 0 1 0 0,1-4-1 0 0,-10 1-2369 0 0,7 5-257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9.4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81 1292 0 0,'0'0'3501'0'0,"-2"-3"-1797"0"0,0-1-714 0 0,-1 0-1 0 0,0 1 1 0 0,0-1-1 0 0,-1 1 1 0 0,1 0 0 0 0,-1-1-1 0 0,0 2 1 0 0,-4-4-1 0 0,4 3-445 0 0,0 1-1 0 0,0 1 0 0 0,-1-1 1 0 0,1 0-1 0 0,0 1 1 0 0,-1 0-1 0 0,1 0 1 0 0,-5 0-1 0 0,3 0-153 0 0,0 1 0 0 0,0 0 0 0 0,0 1 0 0 0,0-1 0 0 0,0 1 0 0 0,0 0 0 0 0,-8 3 0 0 0,-24 13 1472 0 0,30-12-1577 0 0,1 0 0 0 0,0 0-1 0 0,0 1 1 0 0,1 0 0 0 0,-1 0-1 0 0,1 0 1 0 0,1 1 0 0 0,-1 0-1 0 0,1 0 1 0 0,0 0 0 0 0,1 1-1 0 0,0 0 1 0 0,-4 9 0 0 0,6-14-230 0 0,1 1 0 0 0,0-1 0 0 0,0 0 0 0 0,1 0 1 0 0,-1 1-1 0 0,1-1 0 0 0,-1 0 0 0 0,1 1 0 0 0,0-1 1 0 0,0 0-1 0 0,1 1 0 0 0,-1-1 0 0 0,1 0 0 0 0,0 0 0 0 0,-1 1 1 0 0,2-1-1 0 0,-1 0 0 0 0,0 0 0 0 0,0 0 0 0 0,1 0 1 0 0,0 0-1 0 0,-1 0 0 0 0,1 0 0 0 0,0-1 0 0 0,1 1 1 0 0,-1-1-1 0 0,0 1 0 0 0,1-1 0 0 0,-1 0 0 0 0,1 0 0 0 0,0 0 1 0 0,0 0-1 0 0,0-1 0 0 0,0 1 0 0 0,0-1 0 0 0,5 2 1 0 0,1 0-100 0 0,0 0 0 0 0,1-1 0 0 0,-1 0 0 0 0,1 0 0 0 0,-1-1 0 0 0,1-1 0 0 0,-1 1 0 0 0,19-3 0 0 0,-1-1-318 0 0,47-12-1 0 0,-59 10 165 0 0,0 0 0 0 0,0-1 0 0 0,0 0-1 0 0,0-1 1 0 0,-1-1 0 0 0,0 0 0 0 0,-1-1 0 0 0,0-1-1 0 0,0 0 1 0 0,-1 0 0 0 0,21-25 0 0 0,-31 33 262 0 0,0 0 0 0 0,-1-1 0 0 0,1 0 0 0 0,-1 1 0 0 0,1-1 0 0 0,-1 0 0 0 0,0 0 0 0 0,0 0 1 0 0,0 0-1 0 0,-1 0 0 0 0,1 0 0 0 0,-1 0 0 0 0,0 0 0 0 0,1 0 0 0 0,-1 0 0 0 0,0 0 0 0 0,-1 0 1 0 0,1 0-1 0 0,-1 0 0 0 0,1 0 0 0 0,-1 0 0 0 0,0 0 0 0 0,0 0 0 0 0,0 1 0 0 0,0-1 0 0 0,-1 0 1 0 0,1 0-1 0 0,-1 1 0 0 0,0-1 0 0 0,1 1 0 0 0,-1 0 0 0 0,0-1 0 0 0,-1 1 0 0 0,1 0 0 0 0,0 0 1 0 0,0 0-1 0 0,-4-2 0 0 0,-2-2 573 0 0,7 5-552 0 0,-1-1 0 0 0,0 1 0 0 0,0 0 0 0 0,0 0-1 0 0,0 0 1 0 0,0 0 0 0 0,0 0 0 0 0,0 0 0 0 0,0 0 0 0 0,0 1 0 0 0,0-1-1 0 0,0 1 1 0 0,0 0 0 0 0,-1-1 0 0 0,1 1 0 0 0,0 0 0 0 0,0 0 0 0 0,0 0-1 0 0,-1 1 1 0 0,1-1 0 0 0,-4 2 0 0 0,4-2-84 0 0,1 0-1 0 0,-1 0 1 0 0,0 0-1 0 0,0 0 1 0 0,0 1-1 0 0,0-1 1 0 0,0 1-1 0 0,0 0 1 0 0,0-1 0 0 0,0 1-1 0 0,1 0 1 0 0,-1 0-1 0 0,0 0 1 0 0,1 0-1 0 0,-1 1 1 0 0,0-1-1 0 0,1 0 1 0 0,0 1-1 0 0,-1-1 1 0 0,1 1 0 0 0,0-1-1 0 0,0 1 1 0 0,0-1-1 0 0,0 1 1 0 0,0 0-1 0 0,0 0 1 0 0,0 0-1 0 0,0-1 1 0 0,1 1-1 0 0,-1 0 1 0 0,1 0 0 0 0,0 0-1 0 0,-1 0 1 0 0,1 0-1 0 0,0 0 1 0 0,0 0-1 0 0,0 0 1 0 0,0 0-1 0 0,1 4 1 0 0,0 1 1 0 0,0 0-1 0 0,0 0 1 0 0,0 0-1 0 0,1 0 1 0 0,0 0 0 0 0,0 0-1 0 0,0-1 1 0 0,1 1-1 0 0,0-1 1 0 0,1 1-1 0 0,-1-1 1 0 0,9 9 0 0 0,-5-6-14 0 0,0-1 1 0 0,1 0-1 0 0,0 0 1 0 0,0 0-1 0 0,1-1 1 0 0,0-1-1 0 0,1 0 1 0 0,17 10-1 0 0,-25-16-130 0 0,1 0 0 0 0,-1 0 0 0 0,0 0 0 0 0,1 0 0 0 0,-1-1 0 0 0,0 1 0 0 0,0-1 0 0 0,1 1 0 0 0,-1-1 0 0 0,0 0 0 0 0,0 0 0 0 0,0 1 0 0 0,0-2-1 0 0,0 1 1 0 0,3-2 0 0 0,26-18-2443 0 0,-18 8 1141 0 0,-1-1 0 0 0,-1 0 0 0 0,10-17 0 0 0,9-10-1560 0 0,14-23-6432 0 0,-25 32 4030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9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18 324 0 0,'-19'-14'3898'0'0,"10"10"4070"0"0,8 4-7728 0 0,0 1 0 0 0,-1-1 0 0 0,1 0 0 0 0,0 0 0 0 0,0 0 0 0 0,0 1 0 0 0,0-1 0 0 0,-1 1 0 0 0,1-1 0 0 0,0 1 0 0 0,0-1 0 0 0,0 1 0 0 0,0 0 0 0 0,0-1 0 0 0,0 1 0 0 0,1 0 0 0 0,-1 0 0 0 0,0 0 0 0 0,0 0 0 0 0,0 0 0 0 0,1 0 0 0 0,-2 1 0 0 0,-10 34 3444 0 0,7 47 536 0 0,5-76-3836 0 0,1 17 545 0 0,1-1 1 0 0,1 1-1 0 0,1-1 0 0 0,1 1 0 0 0,12 34 0 0 0,-6-28-634 0 0,2 0 0 0 0,1-1 1 0 0,28 44-1 0 0,-41-71-555 0 0,1-1 1 0 0,-1 1 0 0 0,0-1-1 0 0,1 1 1 0 0,-1-1 0 0 0,1 0-1 0 0,-1 1 1 0 0,1-1 0 0 0,0 0-1 0 0,-1 0 1 0 0,1 0 0 0 0,0 0-1 0 0,0 0 1 0 0,0-1 0 0 0,0 1 0 0 0,0 0-1 0 0,-1-1 1 0 0,1 0 0 0 0,0 1-1 0 0,1-1 1 0 0,-1 0 0 0 0,0 0-1 0 0,2 0 1 0 0,12-6-5641 0 0,-2-8-3403 0 0,-7 3 2936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0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11 152 0 0,'0'0'22281'0'0,"-2"-4"-21422"0"0,2 4-743 0 0,-1-1 0 0 0,1 1 0 0 0,-1-1 0 0 0,1 1 0 0 0,-1-1 0 0 0,1 1 0 0 0,-1-1 0 0 0,1 1 0 0 0,-1 0 0 0 0,0-1 0 0 0,1 1 0 0 0,-1 0 0 0 0,0-1-1 0 0,1 1 1 0 0,-1 0 0 0 0,0 0 0 0 0,1 0 0 0 0,-1-1 0 0 0,0 1 0 0 0,1 0 0 0 0,-1 0 0 0 0,0 0 0 0 0,0 0 0 0 0,1 0 0 0 0,-1 0 0 0 0,0 1 0 0 0,1-1 0 0 0,-1 0 0 0 0,0 0 0 0 0,1 0 0 0 0,-1 1 0 0 0,0-1 0 0 0,1 0 0 0 0,-1 1 0 0 0,-1 0-1 0 0,-30 26 2100 0 0,26-21-1889 0 0,1 1-1 0 0,-1-1 0 0 0,2 1 0 0 0,-1 0 0 0 0,1 1 0 0 0,0-1 0 0 0,0 1 1 0 0,-4 14-1 0 0,7-14-303 0 0,0-1-1 0 0,0 1 1 0 0,1-1 0 0 0,0 0 0 0 0,0 1 0 0 0,2 11 0 0 0,-1-16-22 0 0,0 1 1 0 0,0-1-1 0 0,1 1 0 0 0,0-1 1 0 0,-1 1-1 0 0,1-1 1 0 0,1 0-1 0 0,-1 0 0 0 0,0 0 1 0 0,1 0-1 0 0,-1 0 0 0 0,1-1 1 0 0,0 1-1 0 0,0-1 1 0 0,5 4-1 0 0,3 0-19 0 0,0 0 1 0 0,0 0-1 0 0,1-1 0 0 0,0 0 1 0 0,0-1-1 0 0,0-1 0 0 0,1 0 1 0 0,-1 0-1 0 0,21 0 0 0 0,-8-1-135 0 0,0-2-1 0 0,0-1 1 0 0,49-7-1 0 0,-68 7-253 0 0,1-1-1 0 0,-1 0 0 0 0,0 0 1 0 0,0-1-1 0 0,0 0 1 0 0,0 0-1 0 0,0 0 1 0 0,0-1-1 0 0,-1 0 0 0 0,9-7 1 0 0,-12 10 97 0 0,-1-1 1 0 0,1 1-1 0 0,-1-1 1 0 0,0 1-1 0 0,1-1 1 0 0,-1 1-1 0 0,0-1 1 0 0,0 1-1 0 0,0-1 1 0 0,0 0-1 0 0,0 0 1 0 0,-1 1-1 0 0,1-1 1 0 0,-1 0-1 0 0,1 0 1 0 0,-1 0-1 0 0,1 0 1 0 0,-1 0-1 0 0,0 0 1 0 0,0 0-1 0 0,0 0 1 0 0,0 0-1 0 0,0 0 1 0 0,-1 0-1 0 0,1 0 1 0 0,0 0-1 0 0,-1 1 1 0 0,0-1-1 0 0,1 0 1 0 0,-1 0-1 0 0,0 0 1 0 0,0 1-1 0 0,0-1 1 0 0,0 0-1 0 0,0 1 1 0 0,0-1-1 0 0,-1 1 1 0 0,-1-3-1 0 0,-6-6-5503 0 0,-2 4 446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0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18 188 312 0 0,'0'0'8413'0'0,"2"7"-6705"0"0,15 61 3427 0 0,-12-43-3286 0 0,1 1-1 0 0,1-1 1 0 0,16 36-1 0 0,26 42 992 0 0,-117-230-9081 0 0,60 108 5889 0 0,-4-10-265 0 0,0 0 0 0 0,-8-41 0 0 0,18 62 549 0 0,0-1 0 0 0,1 1 0 0 0,0-1 0 0 0,1 0 0 0 0,0 0 0 0 0,0 0 0 0 0,1 1 0 0 0,0-1 0 0 0,0 0 0 0 0,1 1 0 0 0,0-1 0 0 0,7-16 0 0 0,-5 18 177 0 0,0 0 1 0 0,1 0 0 0 0,0 1 0 0 0,1 0 0 0 0,-1-1 0 0 0,1 2 0 0 0,0-1 0 0 0,1 1 0 0 0,-1 0 0 0 0,1 0 0 0 0,0 1 0 0 0,0 0 0 0 0,1 0 0 0 0,-1 0 0 0 0,1 1 0 0 0,0 0 0 0 0,-1 1 0 0 0,1 0 0 0 0,1 0 0 0 0,8-1 0 0 0,-11 2 69 0 0,-1 1 0 0 0,0-1-1 0 0,1 1 1 0 0,-1 0 0 0 0,1 0 0 0 0,-1 0 0 0 0,0 1-1 0 0,1 0 1 0 0,-1 0 0 0 0,0 0 0 0 0,0 1-1 0 0,0 0 1 0 0,0 0 0 0 0,0 0 0 0 0,0 1-1 0 0,0-1 1 0 0,-1 1 0 0 0,1 0 0 0 0,-1 0-1 0 0,0 1 1 0 0,0-1 0 0 0,0 1 0 0 0,0 0-1 0 0,-1 0 1 0 0,1 1 0 0 0,-1-1 0 0 0,0 0 0 0 0,-1 1-1 0 0,1 0 1 0 0,-1 0 0 0 0,3 8 0 0 0,-3-9-37 0 0,-1 0 0 0 0,0 0 0 0 0,-1 0 0 0 0,1 0 1 0 0,-1 0-1 0 0,1 0 0 0 0,-1 0 0 0 0,-1 0 0 0 0,1 0 1 0 0,0 0-1 0 0,-1 0 0 0 0,0 0 0 0 0,0 0 0 0 0,0 0 1 0 0,0 0-1 0 0,-1-1 0 0 0,-3 7 0 0 0,1-3-4 0 0,-1-1-1 0 0,0 0 0 0 0,0 0 1 0 0,0-1-1 0 0,0 1 1 0 0,-1-1-1 0 0,-11 7 1 0 0,5-2-34 0 0,-18 8-1465 0 0,28-17 713 0 0,7-6-7007 0 0,17-13 5012 0 0,1 5-4743 0 0,-5 6 2564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1.2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17 472 0 0,'-39'-15'7894'0'0,"32"14"-6703"0"0,0 1-1 0 0,0 0 0 0 0,1 0 1 0 0,-1 1-1 0 0,0-1 1 0 0,-11 4-1 0 0,13-2-816 0 0,1-1 1 0 0,0 1-1 0 0,0 0 1 0 0,0 0-1 0 0,0 0 0 0 0,0 0 1 0 0,0 1-1 0 0,0 0 0 0 0,1-1 1 0 0,0 1-1 0 0,-1 1 1 0 0,1-1-1 0 0,0 0 0 0 0,0 1 1 0 0,1-1-1 0 0,-1 1 0 0 0,1 0 1 0 0,-3 6-1 0 0,2-4-85 0 0,1-1-1 0 0,0 1 1 0 0,0 0 0 0 0,0 0-1 0 0,1 0 1 0 0,0 0-1 0 0,0 0 1 0 0,0 0 0 0 0,1 0-1 0 0,0 0 1 0 0,2 12-1 0 0,-2-15-244 0 0,1 0-1 0 0,0 0 0 0 0,0 0 1 0 0,0-1-1 0 0,1 1 0 0 0,-1 0 1 0 0,1-1-1 0 0,-1 1 0 0 0,1-1 0 0 0,0 1 1 0 0,0-1-1 0 0,0 0 0 0 0,0 1 1 0 0,1-1-1 0 0,-1 0 0 0 0,0-1 1 0 0,1 1-1 0 0,0 0 0 0 0,-1-1 0 0 0,1 1 1 0 0,0-1-1 0 0,0 0 0 0 0,-1 0 1 0 0,1 0-1 0 0,6 1 0 0 0,0-1-240 0 0,-1 0 0 0 0,1 0 0 0 0,0 0 0 0 0,-1-1 0 0 0,1 0 0 0 0,0-1 0 0 0,-1 0 0 0 0,1-1 0 0 0,-1 1 0 0 0,1-1 0 0 0,-1-1 0 0 0,0 0 0 0 0,1 0 0 0 0,-2-1 0 0 0,1 0 0 0 0,0 0 0 0 0,-1-1 0 0 0,0 1 0 0 0,0-2 0 0 0,0 1 0 0 0,0-1 0 0 0,-1 0 0 0 0,0 0 0 0 0,-1-1 0 0 0,9-12 0 0 0,-13 17 184 0 0,0 0-1 0 0,0 0 0 0 0,-1 0 0 0 0,1 1 1 0 0,-1-1-1 0 0,0 0 0 0 0,1 0 0 0 0,-1 0 1 0 0,0 0-1 0 0,0 0 0 0 0,0 0 0 0 0,0 0 0 0 0,-1 0 1 0 0,1 0-1 0 0,0 0 0 0 0,-1 0 0 0 0,1 0 1 0 0,-1 0-1 0 0,0 0 0 0 0,0 0 0 0 0,0 0 0 0 0,0 1 1 0 0,0-1-1 0 0,0 0 0 0 0,0 1 0 0 0,0-1 1 0 0,-1 1-1 0 0,-2-3 0 0 0,2 1 78 0 0,-1 1 1 0 0,1 0-1 0 0,-1 0 0 0 0,1 0 1 0 0,-1 0-1 0 0,0 0 0 0 0,0 1 1 0 0,0-1-1 0 0,1 1 0 0 0,-2 0 0 0 0,1 0 1 0 0,0 0-1 0 0,0 0 0 0 0,0 1 1 0 0,0-1-1 0 0,-1 1 0 0 0,1-1 1 0 0,0 1-1 0 0,-6 1 0 0 0,-29 10 65 0 0,36-11-249 0 0,1 1 1 0 0,0-1 0 0 0,-1 1-1 0 0,1 0 1 0 0,0 0-1 0 0,0-1 1 0 0,0 1-1 0 0,-1 0 1 0 0,1 0 0 0 0,0 0-1 0 0,0 0 1 0 0,0 1-1 0 0,1-1 1 0 0,-1 0 0 0 0,0 0-1 0 0,0 1 1 0 0,1-1-1 0 0,-1 0 1 0 0,1 1-1 0 0,-1-1 1 0 0,1 0 0 0 0,-1 1-1 0 0,1-1 1 0 0,0 1-1 0 0,0 1 1 0 0,0-2-92 0 0,0 0 0 0 0,1 0-1 0 0,-1 0 1 0 0,1 0 0 0 0,-1 0 0 0 0,1 0 0 0 0,-1 0 0 0 0,1 0 0 0 0,0 0-1 0 0,-1-1 1 0 0,1 1 0 0 0,0 0 0 0 0,0 0 0 0 0,0-1 0 0 0,0 1 0 0 0,0 0-1 0 0,0-1 1 0 0,0 1 0 0 0,0-1 0 0 0,0 1 0 0 0,0-1 0 0 0,1 1-1 0 0,21 6-7664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1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9 604 0 0,'0'0'1654'0'0,"-23"-8"3235"0"0,18 9-4343 0 0,1 0 1 0 0,-1 0 0 0 0,1 1-1 0 0,0 0 1 0 0,-1 0 0 0 0,1 0 0 0 0,0 0-1 0 0,0 1 1 0 0,0-1 0 0 0,1 1-1 0 0,-1 0 1 0 0,1 0 0 0 0,-1 1-1 0 0,-2 3 1 0 0,-1 2 182 0 0,1-1 0 0 0,0 1 0 0 0,1 0 0 0 0,0 1 0 0 0,-7 19 0 0 0,3-1 486 0 0,2 0-1 0 0,0 0 0 0 0,-4 51 1 0 0,8-53-560 0 0,2-18-434 0 0,0 1-1 0 0,0-1 0 0 0,0 0 1 0 0,1 0-1 0 0,0 1 0 0 0,1-1 1 0 0,0 0-1 0 0,3 13 0 0 0,5 14 476 0 0,-9-29-812 0 0,1 0-1 0 0,1 0 1 0 0,-1 0-1 0 0,1 0 1 0 0,0 0-1 0 0,1 0 1 0 0,-1 0-1 0 0,1-1 1 0 0,0 1-1 0 0,5 5 1 0 0,-7-9-606 0 0,8-16-5686 0 0,5-20-4635 0 0,-12 19 6284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1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2 20 0 0,'0'0'7015'0'0,"-6"3"-5286"0"0,-4 0-822 0 0,1 0-1 0 0,0 1 0 0 0,0 1 1 0 0,0 0-1 0 0,1 0 1 0 0,0 0-1 0 0,0 1 0 0 0,0 0 1 0 0,1 1-1 0 0,-1 0 0 0 0,2 0 1 0 0,-1 1-1 0 0,1-1 1 0 0,-6 10-1 0 0,11-15-811 0 0,-3 6 504 0 0,0-1 0 0 0,1 1 1 0 0,-1 1-1 0 0,2-1 0 0 0,-4 15 0 0 0,5-20-498 0 0,1 0 0 0 0,0 0-1 0 0,0 0 1 0 0,1 1 0 0 0,-1-1-1 0 0,1 0 1 0 0,-1 0 0 0 0,1 0 0 0 0,0 0-1 0 0,0 0 1 0 0,0 0 0 0 0,1 0 0 0 0,-1-1-1 0 0,1 1 1 0 0,-1 0 0 0 0,1-1-1 0 0,0 1 1 0 0,0-1 0 0 0,0 1 0 0 0,3 1-1 0 0,2 3-138 0 0,1 0-1 0 0,0-1 0 0 0,0 0 0 0 0,0-1 1 0 0,1 0-1 0 0,0 0 0 0 0,0-1 1 0 0,0 0-1 0 0,0 0 0 0 0,1-1 0 0 0,-1 0 1 0 0,1-1-1 0 0,0 0 0 0 0,-1-1 1 0 0,1 0-1 0 0,0 0 0 0 0,0-1 0 0 0,0 0 1 0 0,0-1-1 0 0,0 0 0 0 0,0-1 1 0 0,0 0-1 0 0,-1 0 0 0 0,1-1 0 0 0,-1-1 1 0 0,1 1-1 0 0,-1-1 0 0 0,0-1 1 0 0,-1 0-1 0 0,12-8 0 0 0,-17 11 4 0 0,0 0 0 0 0,0-1 0 0 0,-1 1 0 0 0,0 0 0 0 0,1-1-1 0 0,-1 0 1 0 0,0 0 0 0 0,0 0 0 0 0,0 0 0 0 0,0 0 0 0 0,-1 0 0 0 0,1 0 0 0 0,-1 0 0 0 0,0-1-1 0 0,0 1 1 0 0,0 0 0 0 0,0-1 0 0 0,-1 1 0 0 0,0-1 0 0 0,1 1 0 0 0,-1-1 0 0 0,0 1 0 0 0,0-1-1 0 0,-1 1 1 0 0,1-1 0 0 0,-1 1 0 0 0,0 0 0 0 0,0-1 0 0 0,0 1 0 0 0,-3-6 0 0 0,1 2 42 0 0,-1 0 1 0 0,-1 0-1 0 0,1 0 1 0 0,-1 1-1 0 0,0 0 0 0 0,0 0 1 0 0,-1 0-1 0 0,0 1 1 0 0,0 0-1 0 0,0 0 1 0 0,0 0-1 0 0,-14-6 1 0 0,-2 0-156 0 0,-1 1 0 0 0,0 1 0 0 0,0 1 0 0 0,-1 1 0 0 0,-48-8 0 0 0,55 13-2448 0 0,1 1 1 0 0,0 1-1 0 0,-17 2 0 0 0,28-1-2967 0 0,-5 3 423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2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1 376 0 0,'-2'2'14420'0'0,"-7"4"-10694"0"0,-28 25-3394 0 0,23-13 2479 0 0,4-3-1869 0 0,0 0 0 0 0,2 2 1 0 0,0-1-1 0 0,-10 29 1 0 0,16-37-734 0 0,0 0 0 0 0,1-1 1 0 0,0 1-1 0 0,0 0 1 0 0,0 0-1 0 0,1 0 0 0 0,1 0 1 0 0,-1-1-1 0 0,1 1 0 0 0,1 0 1 0 0,-1 0-1 0 0,1-1 1 0 0,5 13-1 0 0,-4-16-172 0 0,-1 0 0 0 0,1 0 0 0 0,0 0 0 0 0,1 0 0 0 0,-1 0 0 0 0,1 0 1 0 0,0-1-1 0 0,0 0 0 0 0,0 1 0 0 0,0-2 0 0 0,0 1 0 0 0,1 0 0 0 0,6 2 0 0 0,0 1-207 0 0,1-2 0 0 0,-1 1 0 0 0,1-1 0 0 0,19 3 0 0 0,-22-6-223 0 0,0-1-1 0 0,0 1 1 0 0,1-2 0 0 0,-1 1 0 0 0,0-1 0 0 0,0-1 0 0 0,0 0-1 0 0,0 0 1 0 0,0-1 0 0 0,0 0 0 0 0,0 0 0 0 0,9-6 0 0 0,19-14-4637 0 0,-5-6-3958 0 0,-23 15 3452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2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12 1212 0 0,'0'0'13949'0'0,"-6"2"-12574"0"0,-2 1-795 0 0,1 0 0 0 0,-1 1 0 0 0,1 0 0 0 0,0 0 0 0 0,0 1 0 0 0,0 0 1 0 0,1 0-1 0 0,0 1 0 0 0,0-1 0 0 0,0 1 0 0 0,1 1 0 0 0,-1-1 0 0 0,2 1 0 0 0,-1 0 0 0 0,1 0 0 0 0,0 0 0 0 0,0 0 0 0 0,1 1 0 0 0,-4 13 0 0 0,6-19-526 0 0,1 0 0 0 0,0 0-1 0 0,0-1 1 0 0,1 1 0 0 0,-1 0-1 0 0,0 0 1 0 0,1 0-1 0 0,-1 0 1 0 0,1 0 0 0 0,-1 0-1 0 0,1-1 1 0 0,0 1 0 0 0,0 0-1 0 0,0-1 1 0 0,0 1 0 0 0,0 0-1 0 0,0-1 1 0 0,0 1 0 0 0,1-1-1 0 0,-1 0 1 0 0,1 1 0 0 0,1 1-1 0 0,35 24 75 0 0,-26-23-219 0 0,0 0 0 0 0,1 0 0 0 0,0-1 0 0 0,0-1 0 0 0,0 0 0 0 0,0-1 0 0 0,0 0 0 0 0,0-1 1 0 0,23-3-1 0 0,-20 1-141 0 0,1-1 0 0 0,-1 0-1 0 0,1-1 1 0 0,-1-1 0 0 0,0 0 0 0 0,-1-2 0 0 0,17-8 0 0 0,-26 12 135 0 0,0-1 1 0 0,0 0-1 0 0,0-1 0 0 0,0 1 0 0 0,-1-1 1 0 0,0-1-1 0 0,0 1 0 0 0,0 0 1 0 0,-1-1-1 0 0,1 0 0 0 0,3-8 0 0 0,-7 12 142 0 0,0 0 0 0 0,0-1 0 0 0,0 1 0 0 0,-1 0 0 0 0,1-1 0 0 0,-1 1 0 0 0,1 0 0 0 0,-1-1 0 0 0,0 1 0 0 0,0 0 0 0 0,0-1 0 0 0,0 1 0 0 0,0-1 0 0 0,-1 1 0 0 0,1 0 0 0 0,-1-1 0 0 0,1 1 0 0 0,-1 0 0 0 0,0 0 0 0 0,0-1 0 0 0,0 1 0 0 0,0 0 0 0 0,-1 0 0 0 0,1 0 0 0 0,0 0 0 0 0,-1 0 0 0 0,1 1 0 0 0,-1-1 0 0 0,0 0 0 0 0,1 1 0 0 0,-1-1 0 0 0,0 1 0 0 0,0-1 0 0 0,0 1 0 0 0,0 0-1 0 0,-5-2 1 0 0,-5-3 222 0 0,0 0-1 0 0,-1 1 0 0 0,0 0 1 0 0,0 1-1 0 0,0 0 0 0 0,0 1 0 0 0,-1 1 1 0 0,1 0-1 0 0,-1 1 0 0 0,0 0 1 0 0,1 1-1 0 0,-1 1 0 0 0,0 0 0 0 0,1 1 1 0 0,-22 5-1 0 0,32-6-531 0 0,3 1-310 0 0,0-1 513 0 0,-1-1 0 0 0,1 0 1 0 0,0 1-1 0 0,0-1 0 0 0,0 0 0 0 0,0 0 1 0 0,0 1-1 0 0,0-1 0 0 0,0 0 0 0 0,0 1 0 0 0,0-1 1 0 0,0 0-1 0 0,0 1 0 0 0,0-1 0 0 0,0 0 1 0 0,0 1-1 0 0,0-1 0 0 0,0 0 0 0 0,0 1 1 0 0,1-1-1 0 0,-1 0 0 0 0,0 0 0 0 0,0 1 1 0 0,0-1-1 0 0,0 0 0 0 0,1 1 0 0 0,-1-1 0 0 0,0 0 1 0 0,0 0-1 0 0,1 0 0 0 0,-1 1 0 0 0,0-1 1 0 0,0 0-1 0 0,1 0 0 0 0,-1 0 0 0 0,0 1 1 0 0,1-1-1 0 0,-1 0 0 0 0,0 0 0 0 0,1 0 1 0 0,11 4-814 0 0,0-1 0 0 0,0 0 0 0 0,0-1 0 0 0,15 1 0 0 0,2-2-3907 0 0,-4-2-4232 0 0,-10-1 3416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3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1060 0 0,'0'0'13604'0'0,"3"6"-12359"0"0,7 11 195 0 0,-1 0-1 0 0,0 1 0 0 0,-2 0 1 0 0,0 1-1 0 0,-1-1 0 0 0,6 32 0 0 0,31 253 4131 0 0,-37-273-5132 0 0,16 50-1 0 0,-18-68-667 0 0,-4-11 109 0 0,0 0 0 0 0,0 0 0 0 0,0 0 0 0 0,0 0 0 0 0,0-1 0 0 0,1 1 0 0 0,-1 0 0 0 0,0 0 0 0 0,1 0 0 0 0,-1-1 0 0 0,0 1 0 0 0,1 0 0 0 0,-1 0 0 0 0,1-1 0 0 0,-1 1 0 0 0,1 0 0 0 0,-1-1 0 0 0,1 1 0 0 0,0 0 0 0 0,-1-1 0 0 0,1 1 0 0 0,0-1 0 0 0,-1 1 0 0 0,1-1 0 0 0,0 1 0 0 0,0-1 0 0 0,0 0 0 0 0,-1 1 0 0 0,1-1 0 0 0,0 0 0 0 0,0 0 0 0 0,0 0 0 0 0,0 1 0 0 0,-1-1 0 0 0,1 0 0 0 0,0 0 0 0 0,0 0 0 0 0,0 0 0 0 0,0-1 0 0 0,0 1 0 0 0,0 0 0 0 0,-1 0 0 0 0,1 0 0 0 0,1-1 0 0 0,13-13-5158 0 0,-7-6-4150 0 0,-4 6 2655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4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0 648 0 0,'0'0'7054'0'0,"27"15"1029"0"0,142 76 1313 0 0,-165-89-9266 0 0,0 0 1 0 0,0 0-1 0 0,0 0 0 0 0,0 1 1 0 0,-1 0-1 0 0,1 0 0 0 0,-1 0 1 0 0,0 0-1 0 0,0 0 0 0 0,0 0 1 0 0,0 1-1 0 0,-1 0 0 0 0,1-1 1 0 0,-1 1-1 0 0,0 0 1 0 0,0 0-1 0 0,2 5 0 0 0,-5-7-88 0 0,1 0 0 0 0,0 0 0 0 0,-1 1 0 0 0,1-1 0 0 0,-1 0 0 0 0,1 0 0 0 0,-1 0 0 0 0,0 0-1 0 0,0 0 1 0 0,0-1 0 0 0,0 1 0 0 0,0 0 0 0 0,0 0 0 0 0,-1-1 0 0 0,1 1 0 0 0,-1 0 0 0 0,1-1 0 0 0,-3 2 0 0 0,0 1 129 0 0,-14 13 481 0 0,0-1 0 0 0,-1-1 0 0 0,-1-1 0 0 0,-41 22 0 0 0,49-30-269 0 0,-3 7 229 0 0,14-12-612 0 0,1-1 0 0 0,0 0 1 0 0,0 0-1 0 0,-1 0 1 0 0,1 0-1 0 0,0 0 0 0 0,-1 0 1 0 0,1 0-1 0 0,0 0 1 0 0,0 1-1 0 0,-1-1 0 0 0,1 0 1 0 0,0 0-1 0 0,0 0 0 0 0,0 1 1 0 0,-1-1-1 0 0,1 0 1 0 0,0 0-1 0 0,0 1 0 0 0,0-1 1 0 0,-1 0-1 0 0,1 0 1 0 0,0 1-1 0 0,0-1 0 0 0,0 0 1 0 0,0 1-1 0 0,0-1 0 0 0,0 0 1 0 0,0 0-1 0 0,0 1 1 0 0,0-1-1 0 0,0 0 0 0 0,0 1 1 0 0,0-1-1 0 0,0 0 1 0 0,0 1-1 0 0,0-1 0 0 0,0 0 1 0 0,0 0-1 0 0,0 1 1 0 0,0-1-1 0 0,0 0 0 0 0,0 1 1 0 0,1-1-1 0 0,-1 0 0 0 0,0 0 1 0 0,0 1-1 0 0,0-1 1 0 0,0 0-1 0 0,1 0 0 0 0,-1 0 1 0 0,0 1-1 0 0,0-1 1 0 0,1 0-1 0 0,-1 0 0 0 0,9 8-4 0 0,-2-5 4 0 0,0-1 0 0 0,1 1 0 0 0,-1-1 0 0 0,1-1 0 0 0,-1 1 0 0 0,1-1 0 0 0,0 0 0 0 0,-1-1 0 0 0,16-1 0 0 0,-1 1 0 0 0,242 20-3118 0 0,-260-19 2460 0 0,1 2 252 0 0,-30 8-23555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05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1 112 2324 0 0,'21'-1'8121'0'0,"67"-4"1831"0"0,-56 0-8429 0 0,-1-1 0 0 0,37-12 0 0 0,-34 8-2175 0 0,42-15-521 0 0,-53 12-3412 0 0,-4-4-4091 0 0,-8 6 3120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28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493 32 32 0 0,'0'0'2362'0'0,"-12"-6"3948"0"0,0-2 7088 0 0,12-2-7769 0 0,-1 9-5436 0 0,0 0 1 0 0,0 0 0 0 0,0 1-1 0 0,0-1 1 0 0,0 1 0 0 0,-1-1 0 0 0,1 1-1 0 0,0-1 1 0 0,0 1 0 0 0,0-1-1 0 0,0 1 1 0 0,0 0 0 0 0,-1 0-1 0 0,1 0 1 0 0,0-1 0 0 0,0 1 0 0 0,0 0-1 0 0,-1 1 1 0 0,1-1 0 0 0,0 0-1 0 0,0 0 1 0 0,0 0 0 0 0,-1 1 0 0 0,1-1-1 0 0,-1 1 1 0 0,-11 3-194 0 0,1 1 0 0 0,0 0 0 0 0,0 1 0 0 0,1 0 0 0 0,-16 11 0 0 0,9-5 0 0 0,1-2 0 0 0,-143 93 0 0 0,135-85 0 0 0,1 1 0 0 0,1 1 0 0 0,1 2 0 0 0,-23 27 0 0 0,44-47 0 0 0,-1-1 0 0 0,0 1 0 0 0,1 0 0 0 0,0 0 0 0 0,-1 0 0 0 0,1 0 0 0 0,0 0 0 0 0,0 1 0 0 0,0-1 0 0 0,1 0 0 0 0,-1 0 0 0 0,0 1 0 0 0,1-1 0 0 0,-1 0 0 0 0,1 1 0 0 0,0-1 0 0 0,0 0 0 0 0,0 1 0 0 0,0 2 0 0 0,1-4 0 0 0,0 1 0 0 0,-1 0 0 0 0,1 0 0 0 0,0-1 0 0 0,0 1 0 0 0,0 0 0 0 0,1-1 0 0 0,-1 1 0 0 0,0-1 0 0 0,0 0 0 0 0,1 1 0 0 0,-1-1 0 0 0,1 0 0 0 0,-1 0 0 0 0,1 0 0 0 0,0 0 0 0 0,-1 0 0 0 0,4 1 0 0 0,3 1 0 0 0,0 0 0 0 0,0-1 0 0 0,0 0 0 0 0,1-1 0 0 0,-1 1 0 0 0,0-2 0 0 0,1 1 0 0 0,-1-1 0 0 0,14-2 0 0 0,19-5 0 0 0,0-2 0 0 0,-1-1 0 0 0,-1-3 0 0 0,0-1 0 0 0,55-28 0 0 0,-87 39 0 0 0,-3 1 0 0 0,0 1 0 0 0,1-1 0 0 0,-1 0 0 0 0,0-1 0 0 0,0 1 0 0 0,-1-1 0 0 0,1 0 0 0 0,0 1 0 0 0,-1-2 0 0 0,0 1 0 0 0,0 0 0 0 0,0-1 0 0 0,0 1 0 0 0,0-1 0 0 0,-1 0 0 0 0,1 0 0 0 0,-1 0 0 0 0,0 0 0 0 0,2-8 0 0 0,-5-4 0 0 0,0 12 0 0 0,-1 0 0 0 0,0 1 0 0 0,0-1 0 0 0,0 0 0 0 0,0 1 0 0 0,-1 0 0 0 0,1-1 0 0 0,-1 1 0 0 0,0 0 0 0 0,0 0 0 0 0,0 1 0 0 0,-1-1 0 0 0,1 1 0 0 0,0-1 0 0 0,-6-2 0 0 0,-2 1 0 0 0,1-1 0 0 0,-1 2 0 0 0,0-1 0 0 0,0 1 0 0 0,0 1 0 0 0,0 0 0 0 0,-12 0 0 0 0,8 1-316 0 0,12 1-1439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28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 2112 0 0,'3'12'30503'0'0,"-26"21"-30316"0"0,14-23-196 0 0,1 1 1 0 0,0 0-1 0 0,-10 19 0 0 0,2 1-246 0 0,15-29-1231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29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2 1152 0 0,'7'-1'26777'0'0,"-12"2"-25977"0"0,-6 2-375 0 0,3-1-97 0 0,1 0 1 0 0,-1 1-1 0 0,1-1 1 0 0,0 1-1 0 0,0 1 1 0 0,1-1-1 0 0,-1 1 1 0 0,1 0-1 0 0,-1 1 1 0 0,-7 6-1 0 0,7-2-328 0 0,2 0 0 0 0,4-9 0 0 0,1 1 0 0 0,-1 0 0 0 0,1-1 0 0 0,0 1 0 0 0,-1 0 0 0 0,1-1 0 0 0,0 1 0 0 0,0 0 0 0 0,0-1 0 0 0,-1 1 0 0 0,1 0 0 0 0,0-1 0 0 0,0 1 0 0 0,0 0 0 0 0,0 0 0 0 0,0-1 0 0 0,0 1 0 0 0,0 0 0 0 0,1-1 0 0 0,-1 1 0 0 0,0 0 0 0 0,0 0 0 0 0,0-1 0 0 0,1 1 0 0 0,-1-1 0 0 0,0 1 0 0 0,1 0 0 0 0,-1-1 0 0 0,1 2 0 0 0,22 14 0 0 0,26 0 0 0 0,-47-15 0 0 0,52 12 0 0 0,-29-8 0 0 0,-1 0 0 0 0,0 2 0 0 0,-1 1 0 0 0,0 1 0 0 0,27 14 0 0 0,-46-20 0 0 0,-3-3 0 0 0,0 1 0 0 0,-1-1 0 0 0,1 0 0 0 0,0 1 0 0 0,0-1 0 0 0,-1 0 0 0 0,1 1 0 0 0,-1-1 0 0 0,1 1 0 0 0,0-1 0 0 0,-1 1 0 0 0,1 0 0 0 0,-1-1 0 0 0,1 1 0 0 0,-1-1 0 0 0,0 1 0 0 0,1 0 0 0 0,-1-1 0 0 0,0 1 0 0 0,1 0 0 0 0,-1-1 0 0 0,0 1 0 0 0,1 1 0 0 0,1 6 0 0 0,-1-7 0 0 0,-1 1 0 0 0,1-1 0 0 0,-1 1 0 0 0,1 0 0 0 0,-1 0 0 0 0,0-1 0 0 0,0 1 0 0 0,0 0 0 0 0,0-1 0 0 0,0 1 0 0 0,0 0 0 0 0,0 0 0 0 0,-1-1 0 0 0,1 1 0 0 0,0 0 0 0 0,-1-1 0 0 0,0 1 0 0 0,1 0 0 0 0,-1-1 0 0 0,0 1 0 0 0,0-1 0 0 0,0 1 0 0 0,0-1 0 0 0,0 0 0 0 0,0 1 0 0 0,0-1 0 0 0,0 0 0 0 0,-1 0 0 0 0,1 0 0 0 0,0 0 0 0 0,-2 1 0 0 0,-3 1 0 0 0,1 0 0 0 0,-1 0 0 0 0,1-1 0 0 0,-1 0 0 0 0,-11 3 0 0 0,13-4 0 0 0,-37 7-3207 0 0,34-8 1718 0 0,0-1 1 0 0,0 1-1 0 0,0-1 1 0 0,0 0-1 0 0,0-1 0 0 0,0 0 1 0 0,1 0-1 0 0,-1 0 0 0 0,1-1 1 0 0,-11-6-1 0 0,-8-5-5923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29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1 101 716 0 0,'75'1'7764'0'0,"60"-2"-2"0"0,52-17-2802 0 0,-4-17-4399 0 0,-149 27-1316 0 0,35-7-2734 0 0,-22 1-4404 0 0,-15 4 2479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0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68 1680 0 0,'4'-9'7241'0'0,"0"-2"8128"0"0,-8-3-9326 0 0,-6-8-3609 0 0,5 10-2434 0 0,-4 33 0 0 0,0 17 0 0 0,-30 158 0 0 0,10-38 0 0 0,28-108 0 0 0,1-50 0 0 0,0 0 0 0 0,0 0 0 0 0,0 0 0 0 0,0 0 0 0 0,0 0 0 0 0,1 0 0 0 0,-1 0 0 0 0,0-1 0 0 0,0 1 0 0 0,0 0 0 0 0,0 0 0 0 0,0 0 0 0 0,0 0 0 0 0,1 0 0 0 0,-1 0 0 0 0,0 0 0 0 0,0 0 0 0 0,0 0 0 0 0,0 0 0 0 0,0 0 0 0 0,1 0 0 0 0,-1 0 0 0 0,0 0 0 0 0,0 0 0 0 0,0 0 0 0 0,0 0 0 0 0,0 0 0 0 0,1 0 0 0 0,-1 0 0 0 0,0 1 0 0 0,0-1 0 0 0,0 0 0 0 0,0 0 0 0 0,0 0 0 0 0,0 0 0 0 0,0 0 0 0 0,1 0 0 0 0,-1 0 0 0 0,0 0 0 0 0,0 0 0 0 0,0 1 0 0 0,0-1 0 0 0,0 0 0 0 0,0 0 0 0 0,0 0 0 0 0,0 0 0 0 0,0 0 0 0 0,0 0 0 0 0,0 1 0 0 0,0-1 0 0 0,0 0 0 0 0,0 0 0 0 0,0 0 0 0 0,0 0 0 0 0,0 0 0 0 0,0 0 0 0 0,0 1 0 0 0,0-1 0 0 0,0 0 0 0 0,0 0 0 0 0,0 0 0 0 0,0 0 0 0 0,0 0 0 0 0,0 1 0 0 0,0-1 0 0 0,0 0 0 0 0,0 0 0 0 0,7-6 0 0 0,1 0 0 0 0,-1 0 0 0 0,0-1 0 0 0,-1 0 0 0 0,1-1 0 0 0,-1 1 0 0 0,-1-1 0 0 0,0 0 0 0 0,0-1 0 0 0,0 1 0 0 0,-1-1 0 0 0,0 0 0 0 0,-1 0 0 0 0,4-19 0 0 0,-6 28 0 0 0,-1 0 0 0 0,0-1 0 0 0,0 1 0 0 0,0 0 0 0 0,0-1 0 0 0,0 1 0 0 0,0 0 0 0 0,0 0 0 0 0,0-1 0 0 0,0 1 0 0 0,0 0 0 0 0,0-1 0 0 0,0 1 0 0 0,0 0 0 0 0,0-1 0 0 0,0 1 0 0 0,0 0 0 0 0,0-1 0 0 0,0 1 0 0 0,0 0 0 0 0,0-1 0 0 0,0 1 0 0 0,-1 0 0 0 0,1 0 0 0 0,0-1 0 0 0,0 1 0 0 0,0 0 0 0 0,-1 0 0 0 0,1-1 0 0 0,0 1 0 0 0,0 0 0 0 0,-1 0 0 0 0,1-1 0 0 0,0 1 0 0 0,-2 0-335 0 0,1-1 1 0 0,-1 1-1 0 0,1 0 1 0 0,-1 0-1 0 0,1 0 1 0 0,-1 0-1 0 0,1 0 0 0 0,-1 0 1 0 0,1 1-1 0 0,-1-1 1 0 0,1 0-1 0 0,-1 1 1 0 0,1-1-1 0 0,-1 1 0 0 0,1 0 1 0 0,0-1-1 0 0,-1 1 1 0 0,1 0-1 0 0,0 0 1 0 0,-2 1-1 0 0,-26 25-11095 0 0,18-15 3384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2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 2036 0 0,'5'23'19721'0'0,"-10"9"-13236"0"0,3-16-6087 0 0,-1 0 0 0 0,0 0 1 0 0,-1 0-1 0 0,0-1 0 0 0,-1 1 0 0 0,-1-1 1 0 0,-9 16-1 0 0,5-8 271 0 0,-15 46 1 0 0,23-66-670 0 0,-1-1 0 0 0,-4 28 0 0 0,20-35-2046 0 0,-11 4 1501 0 0,0-1-1 0 0,0 1 1 0 0,-1-1-1 0 0,1 0 1 0 0,0 1-1 0 0,0-1 0 0 0,-1 0 1 0 0,0 0-1 0 0,1 0 1 0 0,1-4-1 0 0,4-8-8807 0 0,-2 3 711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2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0 168 0 0,'-7'17'8071'0'0,"-26"18"343"0"0,21-24-5805 0 0,0 1 0 0 0,1 1 0 0 0,-14 20-1 0 0,21-26-1832 0 0,-7 15 2601 0 0,11-21-3374 0 0,0-1 1 0 0,0 1-1 0 0,0-1 1 0 0,0 1-1 0 0,0-1 1 0 0,0 1-1 0 0,0-1 1 0 0,0 1-1 0 0,0-1 1 0 0,0 1-1 0 0,0-1 0 0 0,0 1 1 0 0,1-1-1 0 0,-1 1 1 0 0,0-1-1 0 0,0 0 1 0 0,1 1-1 0 0,-1-1 1 0 0,0 1-1 0 0,1-1 1 0 0,-1 0-1 0 0,0 1 1 0 0,1-1-1 0 0,-1 0 1 0 0,1 1-1 0 0,-1-1 0 0 0,1 0 1 0 0,-1 0-1 0 0,0 1 1 0 0,1-1-1 0 0,-1 0 1 0 0,1 0-1 0 0,-1 0 1 0 0,1 0-1 0 0,-1 0 1 0 0,1 0-1 0 0,-1 0 1 0 0,1 0-1 0 0,0 0 1 0 0,2 1-1051 0 0,15-27-2235 0 0,-9 15 1138 0 0,5-21-10149 0 0,-4 11 5200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3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24 268 0 0,'0'0'12105'0'0,"6"-16"-2917"0"0,0 9 1989 0 0,-5 41-11144 0 0,3-26-31 0 0,10 7-8 0 0,-1-2 6 0 0,-7-9 0 0 0,0 1 0 0 0,0 1 0 0 0,-1-1 0 0 0,0 1 0 0 0,0 0 0 0 0,0 0 0 0 0,6 11 0 0 0,-5-6 0 0 0,-5 1 0 0 0,0 3 0 0 0,-5-2 0 0 0,-7 5 0 0 0,5-7 0 0 0,0-3-162 0 0,5-7-728 0 0,-3-4-5766 0 0,-9-7 3871 0 0,0-6-8051 0 0,6 5 4402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3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0 159 476 0 0,'4'0'2509'0'0,"62"-7"6435"0"0,40-20-2971 0 0,-28 6-3376 0 0,186-41 3431 0 0,-194 39-6292 0 0,-48 14-2281 0 0,-1-1-3385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6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265 165 544 0 0,'0'-1'13695'0'0,"-13"-13"4746"0"0,-10 20-18354 0 0,14-5-87 0 0,1 0 0 0 0,-1 1 0 0 0,1 0 0 0 0,0 0 0 0 0,0 1 0 0 0,0 1 0 0 0,0-1 0 0 0,1 1 0 0 0,-1 0 0 0 0,1 1 0 0 0,0 0 0 0 0,0 0 0 0 0,0 0 0 0 0,1 1 0 0 0,0 0 0 0 0,0 0 0 0 0,-8 12 0 0 0,0-1 0 0 0,2-2 0 0 0,0 1 0 0 0,1 0 0 0 0,1 1 0 0 0,-14 30 0 0 0,24-45 0 0 0,-1-1 0 0 0,0 0 0 0 0,1 1 0 0 0,-1-1 0 0 0,1 1 0 0 0,0-1 0 0 0,-1 1 0 0 0,1-1 0 0 0,0 1 0 0 0,0-1 0 0 0,0 1 0 0 0,0-1 0 0 0,0 1 0 0 0,0 0 0 0 0,1-1 0 0 0,-1 1 0 0 0,0-1 0 0 0,1 0 0 0 0,-1 1 0 0 0,1-1 0 0 0,-1 1 0 0 0,1-1 0 0 0,0 0 0 0 0,0 1 0 0 0,0-1 0 0 0,0 0 0 0 0,-1 0 0 0 0,2 1 0 0 0,-1-1 0 0 0,2 2 0 0 0,-1-2 0 0 0,0 0 0 0 0,1 0 0 0 0,-1 0 0 0 0,0 0 0 0 0,1 0 0 0 0,-1 0 0 0 0,1 0 0 0 0,-1-1 0 0 0,1 1 0 0 0,-1-1 0 0 0,1 0 0 0 0,0 0 0 0 0,-1 0 0 0 0,1 0 0 0 0,-1 0 0 0 0,1-1 0 0 0,2 0 0 0 0,17-5 0 0 0,-1-2 0 0 0,-1 0 0 0 0,0-2 0 0 0,0 0 0 0 0,-1-1 0 0 0,0-1 0 0 0,25-20 0 0 0,-20 12 0 0 0,-1 0 0 0 0,-1-2 0 0 0,-1 0 0 0 0,35-48 0 0 0,-54 67 0 0 0,1-1 0 0 0,-1 1 0 0 0,0 0 0 0 0,0-1 0 0 0,0 1 0 0 0,0-1 0 0 0,-1 0 0 0 0,0 1 0 0 0,1-1 0 0 0,-1 0 0 0 0,-1 0 0 0 0,1 0 0 0 0,0 0 0 0 0,-1 0 0 0 0,0 0 0 0 0,0 0 0 0 0,0 0 0 0 0,-1 0 0 0 0,1 0 0 0 0,-1 0 0 0 0,0 1 0 0 0,0-1 0 0 0,0 0 0 0 0,0 0 0 0 0,-1 1 0 0 0,0-1 0 0 0,0 0 0 0 0,0 1 0 0 0,0 0 0 0 0,0-1 0 0 0,-1 1 0 0 0,1 0 0 0 0,-1 0 0 0 0,0 0 0 0 0,0 1 0 0 0,0-1 0 0 0,0 1 0 0 0,0 0 0 0 0,-1-1 0 0 0,1 1 0 0 0,-8-2 0 0 0,4 0 0 0 0,-1 0 0 0 0,1 1 0 0 0,-1 1 0 0 0,0-1 0 0 0,0 1 0 0 0,0 0 0 0 0,0 1 0 0 0,0 0 0 0 0,-1 1 0 0 0,1-1 0 0 0,0 1 0 0 0,0 1 0 0 0,-1 0 0 0 0,1 0 0 0 0,0 0 0 0 0,0 1 0 0 0,0 0 0 0 0,0 1 0 0 0,-14 6 0 0 0,21-8-1256 0 0,-11 5-13894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6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43 2612 0 0,'-1'-4'2617'0'0,"-3"-27"12221"0"0,4 29-12012 0 0,-3-3-3154 0 0,-3 4 10506 0 0,-28 108-10154 0 0,34-103-2272 0 0,-1 3-5811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7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9 212 0 0,'-24'-7'17313'0'0,"14"5"-15810"0"0,8 3-289 0 0,-38 19 3748 0 0,37-18-4618 0 0,1-1-124 0 0,0 0-1 0 0,-1 0 0 0 0,1 0 1 0 0,0 0-1 0 0,0 1 0 0 0,1-1 1 0 0,-1 1-1 0 0,0 0 0 0 0,0-1 1 0 0,1 1-1 0 0,-1 0 0 0 0,1 0 0 0 0,-1 0 1 0 0,1 0-1 0 0,0 0 0 0 0,0 0 1 0 0,0 1-1 0 0,0-1 0 0 0,0 0 1 0 0,0 4-1 0 0,1-4 44 0 0,22 18 173 0 0,-1-19-382 0 0,33 5 14 0 0,-51-5-11 0 0,0-1 1 0 0,0 1 0 0 0,0 0-1 0 0,0 0 1 0 0,0 0 0 0 0,-1 1-1 0 0,1-1 1 0 0,0 1 0 0 0,-1 0-1 0 0,1-1 1 0 0,-1 1 0 0 0,1 0-1 0 0,-1 1 1 0 0,4 3 0 0 0,-5-4-23 0 0,-1 0 1 0 0,1 1 0 0 0,-1-1 0 0 0,1 1 0 0 0,-1-1 0 0 0,0 0 0 0 0,0 1 0 0 0,0-1 0 0 0,0 1 0 0 0,0-1 0 0 0,-1 0 0 0 0,1 1-1 0 0,-1-1 1 0 0,1 0 0 0 0,-3 5 0 0 0,1 4-360 0 0,1-9 109 0 0,1 0 0 0 0,-1 0 0 0 0,0-1 0 0 0,1 1 0 0 0,-1 0-1 0 0,0-1 1 0 0,0 1 0 0 0,0-1 0 0 0,0 1 0 0 0,-1-1 0 0 0,1 1 0 0 0,0-1 0 0 0,-1 0-1 0 0,1 0 1 0 0,0 1 0 0 0,-1-1 0 0 0,0 0 0 0 0,1 0 0 0 0,-3 0 0 0 0,-24 13-8802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7.4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0 197 1088 0 0,'0'0'11410'0'0,"8"-16"-897"0"0,0 3-8770 0 0,63-56-2835 0 0,-28 20-5076 0 0,-19 21-1047 0 0,-4 7 1436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40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0 836 0 0,'0'0'23930'0'0,"2"6"-22946"0"0,5 26 771 0 0,-1 0-1 0 0,-1 0 0 0 0,0 42 0 0 0,10 64-1754 0 0,-2-96 0 0 0,-7-36 0 0 0,10-8 0 0 0,-8-3-1892 0 0,1-5-5574 0 0,2-3-1952 0 0,-1 4 1552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40.5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1364 0 0,'18'-12'8879'0'0,"2"6"12940"0"0,-15 24-21221 0 0,-3 2-493 0 0,-4-16-76 0 0,0 1-42 0 0,6 20-1 0 0,-1-15-157 0 0,-2-8-864 0 0,2-8-973 0 0,10-28-1943 0 0,-8 20-411 0 0,0-1-3364 0 0,0-2 129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40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77 616 0 0,'0'0'19866'0'0,"-2"5"-17963"0"0,-2 3-1634 0 0,-53 150 9844 0 0,57-148-10113 0 0,6 0 0 0 0,3-4 0 0 0,10-9 0 0 0,-7-1 0 0 0,0-1 0 0 0,0 0 0 0 0,-1-1 0 0 0,0 0 0 0 0,0-1 0 0 0,0-1 0 0 0,15-13 0 0 0,-9 6 0 0 0,-1-1 0 0 0,-1 0 0 0 0,25-33 0 0 0,-36 43 0 0 0,-2 3 0 0 0,0 1 0 0 0,-1 0 0 0 0,1-1 0 0 0,0 0 0 0 0,-1 1 0 0 0,0-1 0 0 0,0 0 0 0 0,0 0 0 0 0,0 0 0 0 0,0 0 0 0 0,0 0 0 0 0,-1 0 0 0 0,1 0 0 0 0,-1 0 0 0 0,0 0 0 0 0,0 0 0 0 0,0 0 0 0 0,0 0 0 0 0,-2-5 0 0 0,2 7 0 0 0,1 0 0 0 0,-1 0 0 0 0,0 0 0 0 0,0 0 0 0 0,0 0 0 0 0,0 0 0 0 0,-1 0 0 0 0,1 0 0 0 0,0 0 0 0 0,0 0 0 0 0,-1 0 0 0 0,1 0 0 0 0,0 0 0 0 0,-1 0 0 0 0,1 0 0 0 0,-1 0 0 0 0,1 0 0 0 0,-1 0 0 0 0,0 0 0 0 0,1 0 0 0 0,-1 1 0 0 0,0-1 0 0 0,0 0 0 0 0,1 0 0 0 0,-1 1 0 0 0,0-1 0 0 0,0 1 0 0 0,0-1 0 0 0,-1 0 0 0 0,-1 0 0 0 0,1-1 0 0 0,0 0 0 0 0,-1 0 0 0 0,1 1 0 0 0,-1-1 0 0 0,0 1 0 0 0,1 0 0 0 0,-1 0 0 0 0,0 0 0 0 0,0 0 0 0 0,0 0 0 0 0,1 0 0 0 0,-1 1 0 0 0,0 0 0 0 0,0-1 0 0 0,0 1 0 0 0,0 0 0 0 0,-4 1 0 0 0,-35 7 0 0 0,13 3-3936 0 0,-14 10-8734 0 0,35-16 3586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1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14 1680 0 0,'0'-2'14513'0'0,"0"-10"1584"0"0,-5 20-15685 0 0,-11 19-398 0 0,1 0-1 0 0,1 1 1 0 0,2 1-1 0 0,0 1 1 0 0,-12 55-1 0 0,13-38-17 0 0,3 0 0 0 0,2 0 0 0 0,0 66 0 0 0,5-102 4 0 0,1-7 0 0 0,0 0 0 0 0,0 0 0 0 0,0 0 0 0 0,1 1 0 0 0,-1-1 0 0 0,1 0 0 0 0,0 0 0 0 0,3 7 0 0 0,2-1 0 0 0,0-5-88 0 0,-4-6-178 0 0,-1 0 0 0 0,1 0 0 0 0,-1 1-1 0 0,1-1 1 0 0,-1 0 0 0 0,1-1 0 0 0,-1 1 0 0 0,0 0 0 0 0,1 0 0 0 0,-1-1-1 0 0,0 1 1 0 0,0-1 0 0 0,1-1 0 0 0,8-11-7028 0 0,-8 5-900 0 0,4-3 626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2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0 1316 0 0,'2'0'5746'0'0,"11"6"6134"0"0,-14-3-11119 0 0,1 1 0 0 0,-1 0 0 0 0,0 0 0 0 0,0 0 0 0 0,0-1-1 0 0,0 1 1 0 0,-1 0 0 0 0,-2 3 0 0 0,-37 57 4129 0 0,18-30-2880 0 0,-1 13-4153 0 0,24-46 517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2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1 820 0 0,'2'0'12507'0'0,"9"0"820"0"0,-12 8-12968 0 0,1-1 0 0 0,1 0 0 0 0,-1 1 0 0 0,1-1 0 0 0,1 0 0 0 0,-1 0 0 0 0,1 0 0 0 0,5 11 0 0 0,-5-15-199 0 0,0 1 0 0 0,0-1 0 0 0,1 0 0 0 0,-1 0 0 0 0,1 0 0 0 0,0 0 1 0 0,0 0-1 0 0,0 0 0 0 0,0-1 0 0 0,0 0 0 0 0,1 1 0 0 0,-1-1 0 0 0,1 0 1 0 0,-1-1-1 0 0,1 1 0 0 0,0-1 0 0 0,7 2 0 0 0,12 1-160 0 0,-12-3 0 0 0,0 1 0 0 0,0 0 0 0 0,0 1 0 0 0,15 6 0 0 0,-26-9 0 0 0,1 0 0 0 0,-1 0 0 0 0,0 0 0 0 0,1 0 0 0 0,-1 0 0 0 0,0 0 0 0 0,1 0 0 0 0,-1 1 0 0 0,0-1 0 0 0,1 0 0 0 0,-1 0 0 0 0,0 0 0 0 0,1 1 0 0 0,-1-1 0 0 0,0 0 0 0 0,0 0 0 0 0,0 0 0 0 0,1 1 0 0 0,-1-1 0 0 0,0 0 0 0 0,0 1 0 0 0,0-1 0 0 0,1 0 0 0 0,-1 1 0 0 0,0-1 0 0 0,0 0 0 0 0,0 0 0 0 0,0 1 0 0 0,0-1 0 0 0,0 0 0 0 0,0 1 0 0 0,0-1 0 0 0,0 1 0 0 0,-1 2-127 0 0,-1 0 0 0 0,1 0 1 0 0,-1 0-1 0 0,0 0 0 0 0,0 0 0 0 0,0 0 0 0 0,-1 0 1 0 0,1-1-1 0 0,-1 1 0 0 0,1-1 0 0 0,-1 0 0 0 0,0 0 1 0 0,0 0-1 0 0,-5 3 0 0 0,-54 26-2648 0 0,16-19-1708 0 0,29-11 399 0 0,-1-2-3478 0 0,-5-3 837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2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1452 0 0,'45'-24'16763'0'0,"-17"7"-9280"0"0,5 4-5498 0 0,48-8-4079 0 0,-54 13-1348 0 0,1 1-3395 0 0,-16 4 2574 0 0,8-2-1948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3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1 492 0 0,'0'0'28832'0'0,"-3"4"-28034"0"0,-42 58 247 0 0,28-40-645 0 0,0 1 0 0 0,2 1 0 0 0,-13 25 0 0 0,-3 15-400 0 0,7-15 0 0 0,-20 59 0 0 0,38-91 0 0 0,1 0 0 0 0,1 0 0 0 0,1 0 0 0 0,1 0 0 0 0,0 1 0 0 0,1-1 0 0 0,2 32 0 0 0,0-41 0 0 0,0 1 0 0 0,1-1 0 0 0,0 0 0 0 0,0 0 0 0 0,1 0 0 0 0,0 0 0 0 0,0 0 0 0 0,1 0 0 0 0,0-1 0 0 0,6 9 0 0 0,-3-7 0 0 0,1-1 0 0 0,-1 0 0 0 0,1 0 0 0 0,1 0 0 0 0,0-1 0 0 0,0-1 0 0 0,0 1 0 0 0,1-2 0 0 0,15 8 0 0 0,-14-8 0 0 0,-4-1 0 0 0,2 1-287 0 0,-7-3-1251 0 0,4-25-16457 0 0,-4 18 10717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6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1 520 0 0,'0'0'24128'0'0,"1"4"-23869"0"0,0 4 184 0 0,-1-1-1 0 0,0 1 1 0 0,0-1-1 0 0,0 1 1 0 0,-1-1-1 0 0,0 1 1 0 0,-1-1-1 0 0,-2 8 1 0 0,-13 54 1230 0 0,8-42-1185 0 0,8-25-475 0 0,1 1-1 0 0,-1-1 0 0 0,1 1 1 0 0,-1-1-1 0 0,0 0 0 0 0,0 1 1 0 0,0-1-1 0 0,0 0 0 0 0,0 0 1 0 0,0 1-1 0 0,-1-1 1 0 0,1 0-1 0 0,-1 0 0 0 0,1-1 1 0 0,-1 1-1 0 0,0 0 0 0 0,0 0 1 0 0,0-1-1 0 0,0 1 0 0 0,0-1 1 0 0,0 0-1 0 0,-3 2 1 0 0,4-2-249 0 0,0-1 0 0 0,0 1 0 0 0,0 0 0 0 0,0-1 1 0 0,0 1-1 0 0,0-1 0 0 0,0 1 0 0 0,0-1 1 0 0,0 0-1 0 0,0 1 0 0 0,0-1 0 0 0,0 0 1 0 0,0 0-1 0 0,0 0 0 0 0,-1 0 0 0 0,1 0 1 0 0,0 0-1 0 0,0 0 0 0 0,0 0 0 0 0,0 0 0 0 0,0 0 1 0 0,0-1-1 0 0,0 1 0 0 0,-1 0 0 0 0,1-1 1 0 0,0 1-1 0 0,0-1 0 0 0,0 1 0 0 0,0-1 1 0 0,-1-1-1 0 0,0 1 141 0 0,-1-1-1275 0 0,6-6-3225 0 0,-1 4 2251 0 0,-2 0-3625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6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0 544 0 0,'0'0'28078'0'0,"1"5"-26785"0"0,-1 12-843 0 0,-1 1 0 0 0,-1-1 1 0 0,0-1-1 0 0,-1 1 0 0 0,-8 27 1 0 0,4-20-301 0 0,-10 34-150 0 0,11-42 0 0 0,1 0 0 0 0,1 0 0 0 0,0 0 0 0 0,1 1 0 0 0,-1 19 0 0 0,-2-14 0 0 0,5-9 0 0 0,1-3-182 0 0,0-8-956 0 0,0-11-6846 0 0,0-28-893 0 0,0 16 676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7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0 796 0 0,'0'0'2291'0'0,"1"3"-1041"0"0,8 21 18676 0 0,-8-17-15759 0 0,-18 51 170 0 0,11-48-4337 0 0,2-1 0 0 0,3 0-119 0 0,1-7-483 0 0,0-8-9095 0 0,5-47 3472 0 0,-5 50 5560 0 0,1 0-1 0 0,0 0 1 0 0,1 1-1 0 0,-1-1 1 0 0,0 0 0 0 0,1 1-1 0 0,0-1 1 0 0,-1 1 0 0 0,1-1-1 0 0,0 1 1 0 0,0 0-1 0 0,0 0 1 0 0,1 0 0 0 0,-1 0-1 0 0,0 0 1 0 0,6-2-1 0 0,2-2-2042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7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0 368 0 0,'-1'10'10511'0'0,"0"-2"-5278"0"0,3 10-1647 0 0,4-8 1472 0 0,-5-9-4158 0 0,-1-1-859 0 0,0 0-1 0 0,0 1 0 0 0,0-1 0 0 0,0 0 1 0 0,0 0-1 0 0,0 0 0 0 0,0 1 0 0 0,0-1 1 0 0,0 0-1 0 0,0 0 0 0 0,0 0 1 0 0,-1 1-1 0 0,2-1 0 0 0,-1 0 0 0 0,0 0 1 0 0,0 0-1 0 0,0 1 0 0 0,0-1 0 0 0,0 0 1 0 0,0 0-1 0 0,0 0 0 0 0,0 1 0 0 0,0-1 1 0 0,0 0-1 0 0,0 0 0 0 0,0 0 1 0 0,0 1-1 0 0,1-1 0 0 0,-1 0 0 0 0,0 0 1 0 0,0 0-1 0 0,0 0 0 0 0,0 0 0 0 0,1 1 1 0 0,-1-1-1 0 0,0 0 0 0 0,0 0 0 0 0,0 0 1 0 0,0 0-1 0 0,1 0 0 0 0,-1 0 1 0 0,0 0-1 0 0,0 0 0 0 0,0 0 0 0 0,1 0 1 0 0,-1 0-1 0 0,0 0 0 0 0,0 0 0 0 0,0 0 1 0 0,1 0-1 0 0,-1 0 0 0 0,0 0 0 0 0,1 0 1 0 0,-1 0 49 0 0,0 0 1 0 0,1 0-1 0 0,-1 0 1 0 0,0 0-1 0 0,1 0 0 0 0,-1 0 1 0 0,0 0-1 0 0,0 0 1 0 0,1 0-1 0 0,-1 0 1 0 0,0 0-1 0 0,1 1 0 0 0,-1-1 1 0 0,0 0-1 0 0,1 0 1 0 0,-1 0-1 0 0,0 0 1 0 0,1 0-1 0 0,-1 1 1 0 0,0-1-1 0 0,0 0 0 0 0,1 0 1 0 0,-1 0-1 0 0,0 1 1 0 0,0-1-1 0 0,0 0 1 0 0,1 1-1 0 0,-1-1 0 0 0,0 0 1 0 0,0 0-1 0 0,0 1 1 0 0,0-1-1 0 0,1 0 1 0 0,-1 1-1 0 0,0-1 1 0 0,5 49 1589 0 0,-5-37-1680 0 0,0 1 0 0 0,1-3 0 0 0,5-4 0 0 0,10-2 0 0 0,-2-3 0 0 0,2 0 0 0 0,40 5 0 0 0,-44-2 0 0 0,-3 0 0 0 0,-9-4 0 0 0,1 0 0 0 0,-1 0 0 0 0,1 0 0 0 0,-1 0 0 0 0,0 0 0 0 0,1 0 0 0 0,-1 0 0 0 0,0 1 0 0 0,1-1 0 0 0,-1 0 0 0 0,0 0 0 0 0,1 0 0 0 0,-1 1 0 0 0,0-1 0 0 0,1 0 0 0 0,-1 0 0 0 0,0 1 0 0 0,0-1 0 0 0,1 0 0 0 0,-1 1 0 0 0,0-1 0 0 0,0 0 0 0 0,0 1 0 0 0,1-1 0 0 0,-1 0 0 0 0,0 1 0 0 0,0-1 0 0 0,0 1 0 0 0,0-1 0 0 0,0 0 0 0 0,0 1 0 0 0,0-1 0 0 0,0 1 0 0 0,0-1 0 0 0,0 0 0 0 0,0 1 0 0 0,0-1 0 0 0,0 1 0 0 0,0-1 0 0 0,0 0 0 0 0,0 1 0 0 0,0-1 0 0 0,-1 1 0 0 0,-20 18 0 0 0,15-15-57 0 0,0 0 1 0 0,0 0-1 0 0,-1-1 0 0 0,1 1 1 0 0,-1-2-1 0 0,0 1 1 0 0,0-1-1 0 0,0 0 0 0 0,0 0 1 0 0,0 0-1 0 0,0-1 0 0 0,0-1 1 0 0,-1 1-1 0 0,1-1 1 0 0,-12-1-1 0 0,-24-16-4585 0 0,28 8-317 0 0,1-2-4404 0 0,3 2 2111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7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0 249 316 0 0,'52'-14'11523'0'0,"-2"-4"-4514"0"0,9-6-2803 0 0,29-16-3062 0 0,60-24 950 0 0,-134 58-2002 0 0,-1 0-1 0 0,0 0 1 0 0,0-1 0 0 0,18-14 0 0 0,-25 17-1121 0 0,-1 0 1 0 0,0-1-1 0 0,0 1 0 0 0,-1-1 1 0 0,1 0-1 0 0,5-10 0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8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18 576 0 0,'-19'-18'28731'0'0,"43"51"-28128"0"0,-2 1-1 0 0,-1 1 0 0 0,-1 1 1 0 0,15 41-1 0 0,0-3-154 0 0,-29-63-448 0 0,29 59 0 0 0,-2 3 0 0 0,29 93 0 0 0,-58-148 1 0 0,0 0 0 0 0,-1 0 0 0 0,0 1 0 0 0,-2-1 0 0 0,0 1 0 0 0,-4 30 0 0 0,2-37-4 0 0,-1-1 1 0 0,0 0-1 0 0,-1 0 0 0 0,0-1 1 0 0,-1 1-1 0 0,0 0 0 0 0,-1-1 1 0 0,0 0-1 0 0,0 0 1 0 0,-1-1-1 0 0,-1 1 0 0 0,-8 9 1 0 0,12-16-315 0 0,1 0 1 0 0,-1-1 0 0 0,0 1 0 0 0,0-1 0 0 0,0 0-1 0 0,0 1 1 0 0,-1-1 0 0 0,1-1 0 0 0,-1 1 0 0 0,1 0-1 0 0,-1-1 1 0 0,1 0 0 0 0,-1 0 0 0 0,-5 1 0 0 0,3-2-1444 0 0,0 1 1 0 0,0-1-1 0 0,0-1 1 0 0,0 1 0 0 0,0-1-1 0 0,1 0 1 0 0,-1 0-1 0 0,-7-3 1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2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33 1644 0 0,'-22'-21'7281'0'0,"20"20"-5080"0"0,-10-9 18992 0 0,12 335-20745 0 0,4-247-448 0 0,-2-68 0 0 0,3 1-237 0 0,-7-16-2462 0 0,3-9 4187 0 0,0 7-6151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4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 1448 0 0,'0'0'28147'0'0,"-1"7"-27125"0"0,-21 120 1128 0 0,20-118-2150 0 0,-11 9-4891 0 0,2-20-4776 0 0,4 0 4023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4.5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68 1484 0 0,'-6'-7'25370'0'0,"0"13"-25043"0"0,0 1 1 0 0,1 0-1 0 0,-1 0 1 0 0,2 1-1 0 0,-1 0 1 0 0,1 0-1 0 0,0 0 0 0 0,-5 13 1 0 0,-20 79 2582 0 0,26-87-2854 0 0,3-11-56 0 0,-1 0 0 0 0,1 1 0 0 0,0-1 0 0 0,0 0 0 0 0,0 1 0 0 0,0-1 0 0 0,0 1 0 0 0,0-1 0 0 0,1 0 0 0 0,-1 1 0 0 0,1-1 0 0 0,0 0 0 0 0,-1 0 0 0 0,1 1 0 0 0,0-1 0 0 0,0 0 0 0 0,1 0 0 0 0,-1 0 0 0 0,0 0 0 0 0,1 0 0 0 0,-1 0 0 0 0,1-1 0 0 0,0 1 0 0 0,-1 0 0 0 0,1-1 0 0 0,0 1 0 0 0,0-1 0 0 0,0 0 0 0 0,0 1 0 0 0,0-1 0 0 0,0 0 0 0 0,1 0 0 0 0,-1-1 0 0 0,0 1 0 0 0,1 0 0 0 0,-1-1 0 0 0,0 1 0 0 0,1-1 0 0 0,-1 0 0 0 0,3 0 0 0 0,13-2 0 0 0,0-1 0 0 0,-1-1 0 0 0,0-1 0 0 0,1-1 0 0 0,-1 0 0 0 0,-1-1 0 0 0,0 0 0 0 0,0-2 0 0 0,0 0 0 0 0,-1-1 0 0 0,0 0 0 0 0,-1-1 0 0 0,0-1 0 0 0,-1 0 0 0 0,0-1 0 0 0,-1 0 0 0 0,12-18 0 0 0,-20 25 0 0 0,0-2 0 0 0,-1 1 0 0 0,0 0 0 0 0,0-1 0 0 0,-1 0 0 0 0,0 1 0 0 0,0-1 0 0 0,1-14 0 0 0,-9 5 0 0 0,5 13 0 0 0,-1 1 0 0 0,0 0 0 0 0,0 0 0 0 0,-1-1 0 0 0,1 1 0 0 0,0 0 0 0 0,-1 1 0 0 0,0-1 0 0 0,0 0 0 0 0,0 1 0 0 0,0 0 0 0 0,0-1 0 0 0,0 1 0 0 0,0 0 0 0 0,-1 1 0 0 0,1-1 0 0 0,-8-2 0 0 0,4 3 0 0 0,0 0 0 0 0,0 0 0 0 0,-1 1 0 0 0,1 0 0 0 0,0 0 0 0 0,0 1 0 0 0,-1 0 0 0 0,1 0 0 0 0,-8 3 0 0 0,7-3 0 0 0,5 0 0 0 0,0-1 0 0 0,-1 1 0 0 0,1 0 0 0 0,0 0 0 0 0,0 1 0 0 0,-1-1 0 0 0,1 1 0 0 0,0-1 0 0 0,0 1 0 0 0,1 0 0 0 0,-1 0 0 0 0,0 0 0 0 0,1 1 0 0 0,-1-1 0 0 0,1 1 0 0 0,-3 2 0 0 0,3-3 0 0 0,1-1 0 0 0,1-1 0 0 0,-1 1 0 0 0,1 0 0 0 0,-1-1 0 0 0,1 1 0 0 0,-1 0 0 0 0,1 0 0 0 0,-1-1 0 0 0,1 1 0 0 0,0 0 0 0 0,-1 0 0 0 0,1 0 0 0 0,0 0 0 0 0,0-1 0 0 0,-1 1 0 0 0,1 0 0 0 0,0 0 0 0 0,0 0 0 0 0,0 0 0 0 0,0 0 0 0 0,0-1 0 0 0,0 1 0 0 0,1 0 0 0 0,-1 1 0 0 0,0 2-772 0 0,0-1 1 0 0,0 1-1 0 0,0-1 1 0 0,1 1-1 0 0,-1-1 1 0 0,1 1-1 0 0,0-1 0 0 0,2 7 1 0 0,13 4-10617 0 0,-6-9 3274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4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17 1660 0 0,'1'-1'749'0'0,"0"0"750"0"0,-1 1-750 0 0,1-1 0 0 0,-1 1 0 0 0,0 0 0 0 0,1-1 0 0 0,-1 1 1 0 0,0-1-1 0 0,0 0 0 0 0,-3-10 18818 0 0,-4 11-15667 0 0,-1 0-6713 0 0,3 0 3870 0 0,2 1-212 0 0,-10 5-565 0 0,5 2-250 0 0,1-1-30 0 0,6 0-167 0 0,1-6-742 0 0,6-3-2111 0 0,26-17-3208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5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8 688 0 0,'4'2'19466'0'0,"-16"-7"-4185"0"0,6 3-15181 0 0,0-1-3483 0 0,2 4 3908 0 0,-21 6-420 0 0,19-3-109 0 0,-2 4-7 0 0,2-1 11 0 0,-1 2 0 0 0,7-8 0 0 0,-1 0 0 0 0,1 0 0 0 0,0 0 0 0 0,0 0 0 0 0,-1 0 0 0 0,1 0 0 0 0,0 0 0 0 0,0 0 0 0 0,0 0 0 0 0,0 0 0 0 0,0 0 0 0 0,0 0 0 0 0,0 0 0 0 0,0 0 0 0 0,1 0 0 0 0,-1 0 0 0 0,0 0 0 0 0,1 0 0 0 0,-1 0 0 0 0,0 0 0 0 0,1 0 0 0 0,-1 0 0 0 0,1 0 0 0 0,-1-1 0 0 0,1 1 0 0 0,0 0 0 0 0,-1 0 0 0 0,1-1 0 0 0,0 1 0 0 0,0 0 0 0 0,-1-1 0 0 0,1 1 0 0 0,0 0 0 0 0,1 0 0 0 0,0 0 0 0 0,4 3 0 0 0,0-1 0 0 0,1 0 0 0 0,0 0 0 0 0,0 0 0 0 0,0-1 0 0 0,0 0 0 0 0,0 0 0 0 0,1-1 0 0 0,-1 0 0 0 0,12 1 0 0 0,3 1 0 0 0,79 18 0 0 0,-90-16 0 0 0,-13 5 0 0 0,-2-7-135 0 0,-1 0 0 0 0,0-1-1 0 0,0 1 1 0 0,0-1 0 0 0,0 0 0 0 0,0-1 0 0 0,-1 1 0 0 0,1-1-1 0 0,0 0 1 0 0,-1 0 0 0 0,1 0 0 0 0,-1-1 0 0 0,1 0-1 0 0,-1 0 1 0 0,-5-1 0 0 0,3-1-1765 0 0,-7-2-740 0 0,9 1-1695 0 0,-1-1-3391 0 0,-13-8-148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5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1 274 2400 0 0,'31'-36'15429'0'0,"10"5"-8042"0"0,54-19-4355 0 0,-54 30-1629 0 0,15-10-1953 0 0,63-45-1 0 0,-81 53-2811 0 0,-37 21 1793 0 0,1-4-800 0 0,0 1 240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6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0 1404 0 0,'-3'6'2380'0'0,"-6"18"1809"0"0,0 1 0 0 0,-8 38 0 0 0,11-33-2465 0 0,2 0 0 0 0,1 1-1 0 0,1-1 1 0 0,3 33 0 0 0,0-30-976 0 0,2 0 0 0 0,2 0 0 0 0,1-1 0 0 0,1 0 0 0 0,1 0 0 0 0,2-1 0 0 0,2 0 0 0 0,1-1 0 0 0,17 30 0 0 0,-24-51-933 0 0,0 0 0 0 0,1 0 0 0 0,0-1-1 0 0,1 0 1 0 0,0 0 0 0 0,0-1 0 0 0,1 0-1 0 0,0 0 1 0 0,0-1 0 0 0,0 0 0 0 0,1-1-1 0 0,0 0 1 0 0,0-1 0 0 0,0 0 0 0 0,0 0-1 0 0,1-1 1 0 0,15 3 0 0 0,-7-3-1294 0 0,1-1 1 0 0,-1 0 0 0 0,31-3-1 0 0,-20-1-4238 0 0,48-10-1 0 0,-22-1-901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6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2 2400 0 0,'-10'-2'24636'0'0,"18"13"-23949"0"0,1 0 0 0 0,0-1 0 0 0,0 0-1 0 0,2-1 1 0 0,-1 0 0 0 0,19 12-1 0 0,-8-5-47 0 0,14 10-486 0 0,-15-12-127 0 0,-1 1 1 0 0,0 1-1 0 0,-1 0 1 0 0,25 30-1 0 0,-38-40-20 0 0,0 0 1 0 0,-1 0-1 0 0,0 1 0 0 0,0 0 0 0 0,-1 0 1 0 0,6 13-1 0 0,-9-16-16 0 0,1-1-1 0 0,-1 0 1 0 0,1 0-1 0 0,-1 0 1 0 0,0 1-1 0 0,0-1 1 0 0,-1 0-1 0 0,1 0 1 0 0,-1 0-1 0 0,1 1 1 0 0,-1-1-1 0 0,0 0 1 0 0,0 0-1 0 0,0 0 1 0 0,-1 0-1 0 0,1 0 1 0 0,-1 0-1 0 0,1-1 1 0 0,-1 1-1 0 0,-3 3 1 0 0,-5 5-1044 0 0,0 0 1 0 0,-1 0-1 0 0,0-1 1 0 0,-1 0-1 0 0,-23 15 0 0 0,-1-5-3980 0 0,0-2-3414 0 0,-2-4 1258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0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78 852 0 0,'0'-5'1242'0'0,"0"0"-1"0"0,0 1 1 0 0,0-1-1 0 0,-1 1 1 0 0,0-1-1 0 0,0 1 1 0 0,0-1-1 0 0,0 1 1 0 0,-5-9-1 0 0,1 3 931 0 0,-4-4 8414 0 0,8 14-10353 0 0,0 0-1 0 0,1 0 1 0 0,-1 0-1 0 0,1 1 1 0 0,-1-1-1 0 0,1 0 0 0 0,-1 0 1 0 0,0 0-1 0 0,1 1 1 0 0,-1-1-1 0 0,1 0 1 0 0,-1 1-1 0 0,1-1 1 0 0,-1 0-1 0 0,1 1 1 0 0,-1-1-1 0 0,1 0 1 0 0,0 1-1 0 0,-1-1 1 0 0,1 1-1 0 0,0-1 1 0 0,-1 1-1 0 0,1-1 1 0 0,0 1-1 0 0,-1-1 1 0 0,1 1-1 0 0,0 0 1 0 0,0 0-1 0 0,-5 11-232 0 0,0-1 0 0 0,2 1 0 0 0,-1 0 0 0 0,2 0 0 0 0,-1 0 0 0 0,0 16 0 0 0,0-5 0 0 0,-9 56 0 0 0,-2 125 0 0 0,9-131 0 0 0,10-83 42 0 0,-2 5-155 0 0,-1 1 0 0 0,1-1-1 0 0,-1 0 1 0 0,0 0 0 0 0,0 0 0 0 0,2-8-1 0 0,-2-1-1280 0 0,2-7-4116 0 0,-2-1-4835 0 0,-2 6 2043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0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1 572 0 0,'1'0'12255'0'0,"3"10"999"0"0,-6-5-12832 0 0,-1-1 0 0 0,1 0 0 0 0,0 0 0 0 0,0 1 0 0 0,0-1 0 0 0,0 1 0 0 0,1 0 0 0 0,-1 7 0 0 0,1 1 59 0 0,1-1 1 0 0,0 1-1 0 0,1 0 0 0 0,1-1 1 0 0,5 24-1 0 0,-2-28-481 0 0,3-7 0 0 0,-6-3-348 0 0,1 0 0 0 0,-1 0 0 0 0,0 0 0 0 0,0 0 0 0 0,-1 0 0 0 0,1 0 0 0 0,0 0 0 0 0,-1-1 0 0 0,1 1 0 0 0,-1 0 0 0 0,0-1 0 0 0,0 1 0 0 0,0-1 0 0 0,0 0 0 0 0,0 1 0 0 0,0-1 0 0 0,0-3 0 0 0,0-1-1489 0 0,0-1-1 0 0,-1 1 0 0 0,0-1 1 0 0,0 0-1 0 0,-2-13 0 0 0,-2 5-6862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1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3 660 0 0,'0'0'22339'0'0,"46"-2"-16020"0"0,-21 7-4521 0 0,-23-4-1344 0 0,5 8 699 0 0,-7 1-1148 0 0,-1 0-1 0 0,0 1 1 0 0,0-1 0 0 0,-1 0 0 0 0,-1 0-1 0 0,0 0 1 0 0,0-1 0 0 0,-1 1 0 0 0,0-1-1 0 0,-10 16 1 0 0,-11 30-13 0 0,-1-7 8 0 0,20-38 0 0 0,-1 1 0 0 0,2 0 0 0 0,-1 0 0 0 0,-6 22 0 0 0,11-20 0 0 0,2 0 0 0 0,7-2 0 0 0,7-9 0 0 0,-2-4 0 0 0,-2 0 0 0 0,1 0 0 0 0,0-2 0 0 0,0 1 0 0 0,-1-2 0 0 0,0 1 0 0 0,0-2 0 0 0,0 1 0 0 0,12-10 0 0 0,67-33 0 0 0,-84 43-295 0 0,-4 4-1314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1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58 1588 0 0,'-26'-31'13155'0'0,"20"22"-12218"0"0,-15-6 9843 0 0,13 13-10480 0 0,6 2 1886 0 0,-39 17 1635 0 0,33-10-3821 0 0,-4 7 0 0 0,8-6 0 0 0,1 1 0 0 0,0 4 0 0 0,6 11 0 0 0,-1-19 0 0 0,-2-5 0 0 0,-1 1 0 0 0,1 0 0 0 0,0 0 0 0 0,0 0 0 0 0,1 0 0 0 0,-1 0 0 0 0,0 0 0 0 0,0-1 0 0 0,0 1 0 0 0,1 0 0 0 0,-1 0 0 0 0,0 0 0 0 0,1 0 0 0 0,-1-1 0 0 0,0 1 0 0 0,1 0 0 0 0,-1 0 0 0 0,1-1 0 0 0,-1 1 0 0 0,1 0 0 0 0,0-1 0 0 0,-1 1 0 0 0,1 0 0 0 0,0-1 0 0 0,-1 1 0 0 0,1-1 0 0 0,0 0 0 0 0,0 1 0 0 0,0-1 0 0 0,1 1 0 0 0,2 2 0 0 0,-2-2 0 0 0,0 1 0 0 0,0-1 0 0 0,0 0 0 0 0,0 0 0 0 0,0 1 0 0 0,0-1 0 0 0,0-1 0 0 0,1 1 0 0 0,-1 0 0 0 0,0 0 0 0 0,1-1 0 0 0,-1 0 0 0 0,0 1 0 0 0,3-1 0 0 0,51 8 0 0 0,-52-8 0 0 0,24 11 0 0 0,-21-9 0 0 0,5 13 0 0 0,0 1 0 0 0,1 12 0 0 0,-9-18 0 0 0,-5 0 0 0 0,-8 2 0 0 0,0-7 0 0 0,-11-11 0 0 0,6-2 0 0 0,6-2 0 0 0,-21-16-4368 0 0,27 25 2327 0 0,-7-5-3091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2.1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0 157 1000 0 0,'5'-11'29838'0'0,"-2"8"-27890"0"0,1 1-3658 0 0,34-8 2664 0 0,72-29 1 0 0,-90 31-1124 0 0,-1-2 1 0 0,0 0 0 0 0,-1-1 0 0 0,0-1-1 0 0,25-21 1 0 0,-41 31-3184 0 0,3-4 2903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5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0 1060 0 0,'-64'32'5881'0'0,"62"-31"-5804"0"0,-21 10 186 0 0,-7-14-4416 0 0,27 2 2393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6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1156 0 0,'11'2'31596'0'0,"-14"31"-31590"0"0,2 0 0 0 0,3 39 0 0 0,1 2-9 0 0,-1 2 3 0 0,3 14 0 0 0,-4-78 0 0 0,-1-12 0 0 0,0 0 0 0 0,0 0 0 0 0,0 0 0 0 0,0 1 0 0 0,0-1 0 0 0,0 0 0 0 0,0 0 0 0 0,0 0 0 0 0,0 0 0 0 0,0 0 0 0 0,0 1 0 0 0,0-1 0 0 0,0 0 0 0 0,0 0 0 0 0,0 0 0 0 0,0 0 0 0 0,0 1 0 0 0,0-1 0 0 0,0 0 0 0 0,0 0 0 0 0,1 0 0 0 0,-1 0 0 0 0,0 0 0 0 0,0 1 0 0 0,0-1 0 0 0,0 0 0 0 0,0 0 0 0 0,0 0 0 0 0,1 0 0 0 0,-1 0 0 0 0,0 0 0 0 0,0 0 0 0 0,0 0 0 0 0,0 0 0 0 0,0 0 0 0 0,1 0 0 0 0,-1 1 0 0 0,0-1 0 0 0,0 0 0 0 0,0 0 0 0 0,0 0 0 0 0,1 0 0 0 0,-1 0 0 0 0,0 0 0 0 0,0 0 0 0 0,0 0 0 0 0,0-1 0 0 0,1 1 0 0 0,-1 0 0 0 0,0 0 0 0 0,0 0 0 0 0,10-16 0 0 0,1 3-5166 0 0,-1-5-8864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6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0 1152 0 0,'0'0'25241'0'0,"-4"5"-20920"0"0,-2 1-3409 0 0,-10 15-3207 0 0,6-7 5653 0 0,8-10-3350 0 0,0 0 0 0 0,0 0-1 0 0,1 0 1 0 0,-1 0 0 0 0,1 0 0 0 0,0 1 0 0 0,0-1-1 0 0,1 0 1 0 0,-1 6 0 0 0,1 4-8 0 0,1-1 0 0 0,5-4 0 0 0,-6-8-186 0 0,1-1 0 0 0,0 1 1 0 0,-1-1-1 0 0,1 1 0 0 0,-1-1 0 0 0,1 1 1 0 0,0-1-1 0 0,-1 0 0 0 0,1 1 0 0 0,0-1 0 0 0,-1 0 1 0 0,1 1-1 0 0,0-1 0 0 0,-1 0 0 0 0,1 0 1 0 0,0 0-1 0 0,0 0 0 0 0,-1 0 0 0 0,1 0 1 0 0,0 0-1 0 0,0 0 0 0 0,-1 0 0 0 0,1 0 0 0 0,0 0 1 0 0,-1 0-1 0 0,1-1 0 0 0,0 1 0 0 0,0 0 1 0 0,-1 0-1 0 0,1-1 0 0 0,0 1 0 0 0,-1 0 0 0 0,1-1 1 0 0,-1 1-1 0 0,1-1 0 0 0,-1 1 0 0 0,1-1 1 0 0,0 1-1 0 0,-1-1 0 0 0,0 0 0 0 0,1 1 1 0 0,0-2-1 0 0,14-21-11754 0 0,-9 15 4722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7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50 784 0 0,'0'0'22234'0'0,"13"6"-21323"0"0,-7-8 3397 0 0,1-4-4105 0 0,0 1 1 0 0,0 0 0 0 0,0 0-1 0 0,0 0 1 0 0,1 1 0 0 0,0 0 0 0 0,0 0-1 0 0,0 1 1 0 0,0 0 0 0 0,0 0-1 0 0,1 1 1 0 0,16-2 0 0 0,-24 4 64 0 0,22 32 1346 0 0,-22-27-1614 0 0,0 1 0 0 0,0 0 0 0 0,-1 0 0 0 0,0 0 0 0 0,0-1 0 0 0,0 1 0 0 0,-1 0 0 0 0,0 0 0 0 0,0 0 0 0 0,0-1 0 0 0,-1 1 0 0 0,0-1 0 0 0,0 1 0 0 0,0-1 0 0 0,-5 8 0 0 0,-6 10 0 0 0,-1-1 0 0 0,-18 22 0 0 0,21-29 0 0 0,-7 7 0 0 0,14-12 0 0 0,13 3 0 0 0,5-8 0 0 0,-5-4 0 0 0,-1-1 0 0 0,1 1 0 0 0,0-2 0 0 0,0 1 0 0 0,0-1 0 0 0,0 0 0 0 0,0-1 0 0 0,-1 0 0 0 0,16-6 0 0 0,39-10 0 0 0,-59 15 45 0 0,-1 0-57 0 0,36-2-256 0 0,-35 5-970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7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10 1664 0 0,'-4'-9'22220'0'0,"0"10"-21844"0"0,1 1 0 0 0,0 0-1 0 0,0 1 1 0 0,0-1 0 0 0,0 0 0 0 0,0 1-1 0 0,0 0 1 0 0,1 0 0 0 0,-1 0 0 0 0,1 0 0 0 0,-3 5-1 0 0,-6 7 466 0 0,8-12-633 0 0,1 0 0 0 0,0-1 0 0 0,0 1-1 0 0,0 0 1 0 0,1 1 0 0 0,-1-1 0 0 0,1 0 0 0 0,-1 0-1 0 0,1 1 1 0 0,0-1 0 0 0,1 1 0 0 0,-1-1 0 0 0,0 1 0 0 0,1-1-1 0 0,0 1 1 0 0,0 5 0 0 0,0-6-208 0 0,0 0 0 0 0,0 0 0 0 0,1 0 0 0 0,-1 0 0 0 0,1 0 0 0 0,0 0 0 0 0,-1 0 0 0 0,1 0 0 0 0,1 0 0 0 0,-1-1 0 0 0,0 1 0 0 0,1 0 0 0 0,-1-1 0 0 0,1 1 0 0 0,0-1 0 0 0,0 1 0 0 0,0-1 0 0 0,0 0 0 0 0,0 0 0 0 0,4 3 0 0 0,1 0 0 0 0,1-1 0 0 0,-1-1 0 0 0,0 1 0 0 0,1-1 0 0 0,11 3 0 0 0,1 1 0 0 0,59 23 0 0 0,-70-23 0 0 0,0 4 0 0 0,-8-11 0 0 0,-1 1 0 0 0,0-1 0 0 0,1 0 0 0 0,-1 1 0 0 0,0-1 0 0 0,1 1 0 0 0,-1-1 0 0 0,0 1 0 0 0,1 0 0 0 0,-1-1 0 0 0,0 1 0 0 0,0-1 0 0 0,0 1 0 0 0,0-1 0 0 0,0 1 0 0 0,0 0 0 0 0,1-1 0 0 0,-1 1 0 0 0,0-1 0 0 0,-1 1 0 0 0,1 0 0 0 0,0-1 0 0 0,0 1 0 0 0,0-1 0 0 0,0 2 0 0 0,-1 18 0 0 0,0-4 0 0 0,1-15 0 0 0,0 0 0 0 0,0 1 0 0 0,0-1 0 0 0,0 0 0 0 0,0 0 0 0 0,0 0 0 0 0,0 0 0 0 0,0 0 0 0 0,-1 0 0 0 0,1 0 0 0 0,0 0 0 0 0,-1 0 0 0 0,1 0 0 0 0,-1 0 0 0 0,1 0 0 0 0,-1 0 0 0 0,0 0 0 0 0,1 0 0 0 0,-1 0 0 0 0,0 0 0 0 0,0-1 0 0 0,1 1 0 0 0,-1 0 0 0 0,0-1 0 0 0,0 1 0 0 0,0 0 0 0 0,-2 0 0 0 0,1 0 0 0 0,-5 5 0 0 0,-2-5-287 0 0,5-3-267 0 0,0-1 0 0 0,0 1 1 0 0,0-1-1 0 0,0 0 1 0 0,1 0-1 0 0,0 0 0 0 0,-1-1 1 0 0,1 1-1 0 0,0-1 1 0 0,1 0-1 0 0,-1 1 0 0 0,1-1 1 0 0,-3-5-1 0 0,-12-37-12070 0 0,16 23 5819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7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1584 0 0,'0'0'1750'0'0,"20"-8"6428"0"0,-4 6-6444 0 0,0-1 1 0 0,-1-1-1 0 0,1 0 1 0 0,20-9-1 0 0,13-12-442 0 0,-44 21-1706 0 0,0 1-1 0 0,0-1 0 0 0,0 0 0 0 0,0 0 1 0 0,6-9-1 0 0,-10 12-868 0 0,3-8-2227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0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348 136 432 0 0,'-9'-11'6755'0'0,"7"9"-6136"0"0,0 1 0 0 0,0-1 0 0 0,-1 1 1 0 0,1 0-1 0 0,0 0 0 0 0,-1 0 0 0 0,1 0 0 0 0,-1 1 0 0 0,1-1 1 0 0,-1 1-1 0 0,1-1 0 0 0,-5 1 0 0 0,-3 0 155 0 0,-1 1 0 0 0,1 0 0 0 0,-1 1 0 0 0,1 0 0 0 0,-1 0 0 0 0,1 1 0 0 0,0 1 0 0 0,-14 6 0 0 0,-1 4 3918 0 0,-42 29 0 0 0,33-19-3511 0 0,26-16-1181 0 0,2 1 0 0 0,-5 0 0 0 0,53-21 0 0 0,-30 5 0 0 0,-1-1 0 0 0,0-1 0 0 0,0 0 0 0 0,-1-1 0 0 0,0 0 0 0 0,0 0 0 0 0,-1-1 0 0 0,-1 0 0 0 0,0-1 0 0 0,-1 0 0 0 0,10-20 0 0 0,-11 20 0 0 0,-7-1 0 0 0,-9-1 0 0 0,1 6 0 0 0,-8 9 0 0 0,8 2 0 0 0,1 0 0 0 0,-1 1 0 0 0,1 0 0 0 0,0 1 0 0 0,0 0 0 0 0,1 0 0 0 0,0 0 0 0 0,0 1 0 0 0,0 0 0 0 0,0 1 0 0 0,1 0 0 0 0,0 0 0 0 0,-6 9 0 0 0,1 1 0 0 0,0 0 0 0 0,0 1 0 0 0,2 0 0 0 0,-14 38 0 0 0,21-52 0 0 0,1 1 0 0 0,0-1 0 0 0,0 1 0 0 0,0 0 0 0 0,1 0 0 0 0,-1-1 0 0 0,1 1 0 0 0,0 0 0 0 0,0 0 0 0 0,1-1 0 0 0,0 1 0 0 0,0 0 0 0 0,0-1 0 0 0,0 1 0 0 0,2 4 0 0 0,-2-7 0 0 0,0 0 0 0 0,1 0 0 0 0,-1-1 0 0 0,0 1 0 0 0,0-1 0 0 0,1 1 0 0 0,-1-1 0 0 0,1 1 0 0 0,0-1 0 0 0,-1 0 0 0 0,1 1 0 0 0,0-1 0 0 0,0 0 0 0 0,-1 0 0 0 0,1-1 0 0 0,0 1 0 0 0,0 0 0 0 0,0 0 0 0 0,0-1 0 0 0,0 0 0 0 0,0 1 0 0 0,0-1 0 0 0,1 0 0 0 0,-1 0 0 0 0,0 0 0 0 0,0 0 0 0 0,0 0 0 0 0,0 0 0 0 0,0-1 0 0 0,0 1 0 0 0,0-1 0 0 0,0 0 0 0 0,0 1 0 0 0,0-1 0 0 0,3-2 0 0 0,13-3 0 0 0,-1-2 0 0 0,1 0 0 0 0,-2-1 0 0 0,1 0 0 0 0,-1-1 0 0 0,-1-1 0 0 0,0-1 0 0 0,0 0 0 0 0,22-25 0 0 0,-31 29 0 0 0,-1 0 0 0 0,-1 0 0 0 0,0-1 0 0 0,0 1 0 0 0,0-1 0 0 0,-1 0 0 0 0,-1 0 0 0 0,3-12 0 0 0,-9 9 0 0 0,1-6 0 0 0,-3 4 0 0 0,-16 5 0 0 0,16 7 0 0 0,0 1 0 0 0,1 0 0 0 0,-1 0 0 0 0,0 1 0 0 0,1 0 0 0 0,-1 0 0 0 0,0 0 0 0 0,0 0 0 0 0,1 1 0 0 0,-1 0 0 0 0,1 1 0 0 0,-1-1 0 0 0,1 1 0 0 0,-1 0 0 0 0,1 0 0 0 0,0 1 0 0 0,0-1 0 0 0,0 1 0 0 0,-7 5 0 0 0,-3 3 0 0 0,1 1 0 0 0,0 1 0 0 0,1 0 0 0 0,-13 17 0 0 0,22-25 0 0 0,0 1 0 0 0,0-1 0 0 0,1 1 0 0 0,0 0 0 0 0,0 1 0 0 0,0-1 0 0 0,1 0 0 0 0,0 1 0 0 0,1 0 0 0 0,-1-1 0 0 0,0 12 0 0 0,1-13 0 0 0,1 0 0 0 0,0 1 0 0 0,0-1 0 0 0,0 0 0 0 0,1 0 0 0 0,-1 0 0 0 0,1 0 0 0 0,1 0 0 0 0,-1 0 0 0 0,1 0 0 0 0,0 0 0 0 0,0 0 0 0 0,0 0 0 0 0,0-1 0 0 0,5 7 0 0 0,-6-10 0 0 0,1 0 0 0 0,-1 0 0 0 0,1 0 0 0 0,0 0 0 0 0,-1 0 0 0 0,1 0 0 0 0,0 0 0 0 0,0 0 0 0 0,0-1 0 0 0,-1 1 0 0 0,1-1 0 0 0,0 0 0 0 0,0 1 0 0 0,0-1 0 0 0,0 0 0 0 0,0 0 0 0 0,0 0 0 0 0,0 0 0 0 0,0 0 0 0 0,0-1 0 0 0,3 0 0 0 0,32-13 0 0 0,-33 10 0 0 0,8-5 0 0 0,0-1 0 0 0,0 0 0 0 0,-1-1 0 0 0,-1 0 0 0 0,0-1 0 0 0,0 0 0 0 0,14-25 0 0 0,-15 22 0 0 0,-1-1 0 0 0,-1 0 0 0 0,0 0 0 0 0,-2 0 0 0 0,0-1 0 0 0,0 0 0 0 0,-2 0 0 0 0,0 0 0 0 0,1-28 0 0 0,-7 21 0 0 0,1 20 0 0 0,1 3 0 0 0,1 0 0 0 0,-1-1 0 0 0,0 1 0 0 0,1 0 0 0 0,-1 0 0 0 0,0 0 0 0 0,0 0 0 0 0,0 0 0 0 0,0 0 0 0 0,0 0 0 0 0,0 0 0 0 0,0 1 0 0 0,0-1 0 0 0,0 0 0 0 0,0 0 0 0 0,-1 1 0 0 0,1-1 0 0 0,0 1 0 0 0,0-1 0 0 0,-1 1 0 0 0,1 0 0 0 0,0-1 0 0 0,-1 1 0 0 0,1 0 0 0 0,0 0 0 0 0,-1 0 0 0 0,1 0 0 0 0,-3 0 0 0 0,1 0 0 0 0,-2 1 0 0 0,-1-1 0 0 0,1 1 0 0 0,-1 0 0 0 0,1 1 0 0 0,0-1 0 0 0,-1 1 0 0 0,1 0 0 0 0,0 0 0 0 0,0 1 0 0 0,0-1 0 0 0,0 1 0 0 0,1 0 0 0 0,-1 0 0 0 0,1 1 0 0 0,-6 5 0 0 0,-1 1 0 0 0,1 1 0 0 0,0 0 0 0 0,0 1 0 0 0,-12 19 0 0 0,19-26 0 0 0,0-1 0 0 0,0 1 0 0 0,0 0 0 0 0,1 0 0 0 0,0 1 0 0 0,0-1 0 0 0,0 0 0 0 0,0 1 0 0 0,1-1 0 0 0,0 1 0 0 0,0-1 0 0 0,1 1 0 0 0,-1 0 0 0 0,1-1 0 0 0,1 1 0 0 0,-1 0 0 0 0,1-1 0 0 0,0 1 0 0 0,0-1 0 0 0,0 1 0 0 0,1-1 0 0 0,0 0 0 0 0,0 1 0 0 0,0-1 0 0 0,1 0 0 0 0,-1 0 0 0 0,6 7 0 0 0,-7-11 0 0 0,0 0 0 0 0,0 0 0 0 0,0 0 0 0 0,-1-1 0 0 0,1 1 0 0 0,0 0 0 0 0,0 0 0 0 0,0 0 0 0 0,1-1 0 0 0,-1 1 0 0 0,0 0 0 0 0,0-1 0 0 0,0 1 0 0 0,0-1 0 0 0,1 0 0 0 0,-1 1 0 0 0,0-1 0 0 0,0 0 0 0 0,1 0 0 0 0,-1 0 0 0 0,0 1 0 0 0,0-1 0 0 0,1-1 0 0 0,-1 1 0 0 0,0 0 0 0 0,3-1 0 0 0,2 1 0 0 0,-1-1-4 0 0,1 1 1 0 0,-1-1-1 0 0,0 0 0 0 0,1-1 1 0 0,-1 1-1 0 0,0-1 0 0 0,0 0 1 0 0,0 0-1 0 0,0 0 0 0 0,-1-1 1 0 0,1 0-1 0 0,5-4 0 0 0,-8 5 2 0 0,0 0 0 0 0,0 0 0 0 0,0 0 0 0 0,0 0 0 0 0,0 0 0 0 0,0-1 0 0 0,-1 1 0 0 0,1-1 0 0 0,-1 1 0 0 0,0-1 0 0 0,0 0 0 0 0,0 1 0 0 0,0-1 0 0 0,0 0-1 0 0,0 0 1 0 0,-1 0 0 0 0,1-5 0 0 0,-1 5 26 0 0,0 1 25 0 0,0 2-52 0 0,0-1 1 0 0,1 1-1 0 0,-1-1 0 0 0,0 1 1 0 0,0-1-1 0 0,0 0 0 0 0,0 1 1 0 0,0-1-1 0 0,0 1 0 0 0,0-1 0 0 0,0 1 1 0 0,0-1-1 0 0,0 1 0 0 0,0-1 1 0 0,0 0-1 0 0,-1 1 0 0 0,1-1 1 0 0,0 1-1 0 0,0-1 0 0 0,0 1 1 0 0,-1-1-1 0 0,1 1 0 0 0,0-1 1 0 0,-1 1-1 0 0,1 0 0 0 0,0-1 1 0 0,-1 1-1 0 0,1-1 0 0 0,-1 1 0 0 0,1 0 1 0 0,0-1-1 0 0,-1 1 0 0 0,1 0 1 0 0,-1-1-1 0 0,1 1 0 0 0,-1 0 1 0 0,1 0-1 0 0,-1 0 0 0 0,0 0 1 0 0,1-1-1 0 0,-1 1 0 0 0,-1-1-359 0 0,-19 8-2326 0 0,11 1 925 0 0,-5 4-2892 0 0,5-9-6317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2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36 348 0 0,'13'1'32384'0'0,"-17"0"-32587"0"0,-8-8 17 0 0,-2-5-3898 0 0,4 2-7813 0 0,5 1 2700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3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43 860 0 0,'0'0'1309'0'0,"3"-2"-38"0"0,21-7 27999 0 0,-34 19-29222 0 0,5-6-48 0 0,0 1 1 0 0,0 0 0 0 0,0 0 0 0 0,0 0 0 0 0,1 1 0 0 0,0-1 0 0 0,0 1 0 0 0,0 0 0 0 0,-4 12 0 0 0,-3 2-1 0 0,11-8 0 0 0,0-11 0 0 0,0 0 0 0 0,0 0 0 0 0,0 0 0 0 0,1-1 0 0 0,-1 1 0 0 0,0 0 0 0 0,0 0 0 0 0,0 0 0 0 0,1-1 0 0 0,-1 1 0 0 0,0 0 0 0 0,1-1 0 0 0,-1 1 0 0 0,0 0 0 0 0,1-1 0 0 0,-1 1 0 0 0,1 0 0 0 0,-1-1 0 0 0,1 1 0 0 0,0-1 0 0 0,-1 1 0 0 0,1-1 0 0 0,-1 1 0 0 0,1-1 0 0 0,0 1 0 0 0,-1-1 0 0 0,1 0 0 0 0,0 1 0 0 0,0-1 0 0 0,-1 0 0 0 0,1 0 0 0 0,0 1 0 0 0,0-1 0 0 0,0 0 0 0 0,-1 0 0 0 0,1 0 0 0 0,0 0 0 0 0,0 0 0 0 0,1 0 0 0 0,0 0 0 0 0,1 0 0 0 0,-1 1 0 0 0,1-1 0 0 0,-1 0 0 0 0,1 0 0 0 0,-1-1 0 0 0,1 1 0 0 0,-1 0 0 0 0,0-1 0 0 0,1 0 0 0 0,-1 1 0 0 0,0-1 0 0 0,1 0 0 0 0,-1 0 0 0 0,0 0 0 0 0,0-1 0 0 0,0 1 0 0 0,3-3 0 0 0,0 1 0 0 0,2-1 0 0 0,-3 3 0 0 0,0-1 0 0 0,0 0 0 0 0,0 0 0 0 0,0-1 0 0 0,0 1 0 0 0,-1-1 0 0 0,1 0 0 0 0,-1 0 0 0 0,1 0 0 0 0,-1 0 0 0 0,0 0 0 0 0,0-1 0 0 0,-1 1 0 0 0,1-1 0 0 0,-1 0 0 0 0,0 0 0 0 0,0 0 0 0 0,0 0 0 0 0,0 0 0 0 0,-1 0 0 0 0,0-1 0 0 0,0 1 0 0 0,1-5 0 0 0,-2-6 0 0 0,0 14 0 0 0,1 0 0 0 0,-1 0 0 0 0,0 0 0 0 0,0 0 0 0 0,1 0 0 0 0,-1 0 0 0 0,0 0 0 0 0,0 1 0 0 0,0-1 0 0 0,0 0 0 0 0,0 0 0 0 0,-1 0 0 0 0,1 0 0 0 0,0 0 0 0 0,0 0 0 0 0,-1 0 0 0 0,1 0 0 0 0,0 0 0 0 0,-1 0 0 0 0,1 1 0 0 0,-1-1 0 0 0,1 0 0 0 0,-1 0 0 0 0,1 0 0 0 0,-1 1 0 0 0,0-1 0 0 0,1 0 0 0 0,-1 1 0 0 0,0-1 0 0 0,0 1 0 0 0,1-1 0 0 0,-2 0 0 0 0,-7-4 0 0 0,-4-1 0 0 0,-4 4 0 0 0,4 3 0 0 0,-5 2 0 0 0,4 4 0 0 0,4-2 0 0 0,2 3 0 0 0,6 1 0 0 0,11 4 0 0 0,3-9 0 0 0,1-1 0 0 0,-1-1 0 0 0,1 1 0 0 0,2-4-260 0 0,-12 1-1083 0 0,-33-20-17471 0 0,24 9 11872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3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10 412 0 0,'-7'1'2227'0'0,"-24"6"761"0"0,14-2 1387 0 0,1-1-1 0 0,0 2 1 0 0,-25 12-1 0 0,21-11 5247 0 0,44-9-9616 0 0,1 0 1 0 0,-1-1-1 0 0,0-1 0 0 0,36-11 0 0 0,-30 6-7 0 0,1 2 1 0 0,45-4-1 0 0,-53 8 2 0 0,-21 3 0 0 0,-1 0 0 0 0,0-1 0 0 0,0 1 0 0 0,1 0 0 0 0,-1 0 0 0 0,0 0 0 0 0,0 0 0 0 0,1 0 0 0 0,-1 0 0 0 0,0 0 0 0 0,0 1 0 0 0,1-1 0 0 0,-1 0 0 0 0,0 1 0 0 0,0-1 0 0 0,0 1 0 0 0,1-1 0 0 0,-1 1 0 0 0,0 0 0 0 0,0 0 0 0 0,0-1 0 0 0,0 1 0 0 0,0 0 0 0 0,0 0 0 0 0,0 0 0 0 0,-1 0 0 0 0,1 0 0 0 0,0 0 0 0 0,0 0 0 0 0,-1 0 0 0 0,1 0 0 0 0,-1 0 0 0 0,1 0 0 0 0,-1 1 0 0 0,1-1 0 0 0,-1 0 0 0 0,0 0 0 0 0,1 1 0 0 0,-1-1 0 0 0,0 0 0 0 0,0 0 0 0 0,0 1 0 0 0,0-1 0 0 0,0 0 0 0 0,0 0 0 0 0,-1 1 0 0 0,1-1 0 0 0,0 0 0 0 0,-1 2 0 0 0,1 2 0 0 0,-3 17 0 0 0,-1-1 0 0 0,0 1 0 0 0,-2 0 0 0 0,-12 32 0 0 0,16-48 0 0 0,-13 33 0 0 0,8-22 0 0 0,1 0 0 0 0,0 1 0 0 0,-5 28 0 0 0,4-20 0 0 0,5-19 0 0 0,0-1 0 0 0,0 1 0 0 0,1-1 0 0 0,0 1 0 0 0,0 0 0 0 0,0 0 0 0 0,1-1 0 0 0,0 1 0 0 0,1 9 0 0 0,0-2 0 0 0,3-6 0 0 0,6-6 0 0 0,-8-3-312 0 0,0-1 0 0 0,1 0 0 0 0,-1 0 0 0 0,-1 0 0 0 0,1 0 0 0 0,0 0 0 0 0,0 0 0 0 0,-1 0 0 0 0,1 0 0 0 0,-1-1 0 0 0,0 1 0 0 0,0-1 0 0 0,0 1 0 0 0,0-1 0 0 0,0 1 0 0 0,0-1 0 0 0,-1 0 0 0 0,1 1 0 0 0,-1-1 0 0 0,0 0 0 0 0,1 0 0 0 0,-1 1 0 0 0,-1-1 0 0 0,1-3 0 0 0,-1-2-1004 0 0,1 1 1 0 0,-1-1-1 0 0,0 0 1 0 0,-1 1-1 0 0,0 0 0 0 0,0-1 1 0 0,0 1-1 0 0,-5-8 1 0 0,0 5-6067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3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0 174 772 0 0,'0'0'2184'0'0,"1"7"-307"0"0,-1-5 253 0 0,1 1 0 0 0,-1-1 0 0 0,0 0 1 0 0,1 1-1 0 0,0-1 0 0 0,-1 0 0 0 0,1 0 0 0 0,0 0 0 0 0,0 0 0 0 0,2 4 1 0 0,6-5-1733 0 0,0-1 1 0 0,0-1 0 0 0,0 1 0 0 0,0-1-1 0 0,0-1 1 0 0,0 1 0 0 0,0-1 0 0 0,-1-1 0 0 0,1 0-1 0 0,8-4 1 0 0,48-32-639 0 0,8-24-5848 0 0,-10-4-8743 0 0,-45 47 8371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4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 2324 0 0,'-19'17'11828'0'0,"12"-10"-4372"0"0,1-2-3360 0 0,-4-2 640 0 0,-22 21-2409 0 0,25-17-2327 0 0,2 2 0 0 0,4-9 0 0 0,1 1 0 0 0,-1 0 0 0 0,1 0 0 0 0,-1 0 0 0 0,1-1 0 0 0,0 1 0 0 0,-1 0 0 0 0,1 0 0 0 0,0 0 0 0 0,0 0 0 0 0,0 0 0 0 0,0 0 0 0 0,0-1 0 0 0,0 1 0 0 0,0 0 0 0 0,0 0 0 0 0,0 0 0 0 0,0 0 0 0 0,0 0 0 0 0,0 0 0 0 0,0 0 0 0 0,1-1 0 0 0,-1 1 0 0 0,0 0 0 0 0,1 0 0 0 0,-1 0 0 0 0,1 0 0 0 0,-1-1 0 0 0,1 1 0 0 0,-1 0 0 0 0,1-1 0 0 0,0 1 0 0 0,-1 0 0 0 0,1-1 0 0 0,0 1 0 0 0,1 0 0 0 0,23 9 0 0 0,-23-9 0 0 0,19 3 0 0 0,1 0 0 0 0,0-2 0 0 0,42 0 0 0 0,48 4 0 0 0,-96-3 0 0 0,-4 0 0 0 0,-5 5 0 0 0,-7 7 0 0 0,-2-7 0 0 0,-1 0 0 0 0,0 0 0 0 0,-1-1 0 0 0,0 0 0 0 0,0 1 0 0 0,0-1 0 0 0,-1-1 0 0 0,-8 11 0 0 0,-49 48 0 0 0,59-62-112 0 0,1 0 0 0 0,-1-1 0 0 0,-1 1 0 0 0,1-1 0 0 0,0 0 0 0 0,-1 0 0 0 0,1 0 0 0 0,-1 0 0 0 0,1-1 1 0 0,-1 1-1 0 0,0-1 0 0 0,0 0 0 0 0,0 0 0 0 0,0 0 0 0 0,1-1 0 0 0,-1 1 0 0 0,-6-1 0 0 0,6-1-220 0 0,0 1 0 0 0,0-1 0 0 0,0 0-1 0 0,0 0 1 0 0,0-1 0 0 0,0 1 0 0 0,0-1 0 0 0,1 0 0 0 0,-1 0 0 0 0,1 0 0 0 0,-1 0-1 0 0,1-1 1 0 0,0 1 0 0 0,0-1 0 0 0,0 0 0 0 0,0 0 0 0 0,-3-5 0 0 0,-8-12-9042 0 0,-4 1 715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4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0 206 2836 0 0,'49'-13'10953'0'0,"21"-21"-4438"0"0,-19 8-3540 0 0,189-74 4451 0 0,-195 81-8201 0 0,-18 6-5247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53.1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52 200 0 0,'-6'7'32552'0'0,"32"-9"-32537"0"0,-10-1-15 0 0,-2 0 0 0 0,3 3 0 0 0,-4 0 0 0 0,-1-1 0 0 0,2 1 0 0 0,3-3 0 0 0,-4 3 0 0 0,0-3 0 0 0,-1-1 0 0 0,1 2 0 0 0,4 3 0 0 0,-3-1 0 0 0,-1 0 0 0 0,3 0 0 0 0,4 0 0 0 0,-2 0 0 0 0,6-2 0 0 0,-23 2 0 0 0,37 0 0 0 0,84 12 0 0 0,-53-7 0 0 0,84 12 0 0 0,-146-15 0 0 0,0-2 0 0 0,-1 1 0 0 0,1-1 0 0 0,0 0 0 0 0,-1 0 0 0 0,8-2 0 0 0,5 0 0 0 0,6 5 0 0 0,4-7 0 0 0,-17 1 0 0 0,-6 1 0 0 0,42-5 0 0 0,-34 6 0 0 0,-2 0 0 0 0,2-1 0 0 0,206-19 0 0 0,-211 19 0 0 0,2-1 0 0 0,2 1 0 0 0,1 0 0 0 0,-1-2 0 0 0,-13-7-308 0 0,-13 4-4180 0 0,3 7 1349 0 0,-1 0-6256 0 0,-19 6 719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55.0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326 103 552 0 0,'-3'-5'1319'0'0,"1"0"-1"0"0,-1 0 1 0 0,1-1 0 0 0,0 1-1 0 0,0 0 1 0 0,1-1 0 0 0,-1 0-1 0 0,1 1 1 0 0,0-1 0 0 0,1 0-1 0 0,0-9 1 0 0,0 13-383 0 0,-1-1-729 0 0,-9-15 11336 0 0,6 14-10546 0 0,2 3 1501 0 0,-2 1-2309 0 0,-11 2-168 0 0,3 5-21 0 0,3 1 0 0 0,-1 1 0 0 0,8 0 0 0 0,-2 0 0 0 0,3 4 0 0 0,10 105 0 0 0,-6-95 0 0 0,-1 1 0 0 0,-1-1 0 0 0,-3 28 0 0 0,2-21 0 0 0,0 0 0 0 0,7 48 0 0 0,-1-29 0 0 0,3 41 0 0 0,5 104 0 0 0,-13-159 0 0 0,0-21 0 0 0,-1-1 0 0 0,0 1 0 0 0,-1 0 0 0 0,0 0 0 0 0,-6 20 0 0 0,-23 135 0 0 0,2-5 0 0 0,18-95 0 0 0,-20 69 0 0 0,14-72 0 0 0,-8 79 0 0 0,14-75 0 0 0,1 71 0 0 0,4-44 0 0 0,-2 25 0 0 0,5-61 0 0 0,-3-1 0 0 0,-16 83 0 0 0,-3 28 0 0 0,19-145 0 0 0,1 1 0 0 0,0 46 0 0 0,-9 228 0 0 0,-6-115 0 0 0,14-128 0 0 0,3-46 0 0 0,1 1 0 0 0,0 0 0 0 0,1 0 0 0 0,3 24 0 0 0,1 11 0 0 0,-4-38 0 0 0,1-1 0 0 0,0 1 0 0 0,0-1 0 0 0,4 14 0 0 0,2 8 0 0 0,-6-25 0 0 0,1 0 0 0 0,-1 1 0 0 0,1-1 0 0 0,0 0 0 0 0,0 0 0 0 0,6 10 0 0 0,-2-6 0 0 0,-2 1 0 0 0,1 0 0 0 0,-1 0 0 0 0,3 13 0 0 0,5 13 0 0 0,-5-12 0 0 0,0 0 0 0 0,4 28 0 0 0,7 30 0 0 0,1-14 0 0 0,-9-28 0 0 0,29 71 0 0 0,-7-19 0 0 0,-29-87 0 0 0,-1-1 0 0 0,1 1 0 0 0,-1 0 0 0 0,0 0 0 0 0,-1 0 0 0 0,1 0 0 0 0,0 8 0 0 0,5 12 0 0 0,-3-18 0 0 0,-1 0 0 0 0,0 0 0 0 0,0 0 0 0 0,-1 0 0 0 0,0 1 0 0 0,0-1 0 0 0,-1 1 0 0 0,0-1 0 0 0,0 1 0 0 0,-1 0 0 0 0,-1-1 0 0 0,1 1 0 0 0,-1 0 0 0 0,-4 14 0 0 0,4-15 0 0 0,-2 20 0 0 0,2 54 0 0 0,1-41 0 0 0,-17 58 0 0 0,16-84 0 0 0,-3 84 0 0 0,4-94 0 0 0,0 0 0 0 0,-1-1 0 0 0,0 1 0 0 0,0-1 0 0 0,0 1 0 0 0,-1-1 0 0 0,1 1 0 0 0,-1-1 0 0 0,0 1 0 0 0,0-1 0 0 0,-4 4 0 0 0,0 5 0 0 0,-19 62 0 0 0,14-47 0 0 0,2 0 0 0 0,-9 41 0 0 0,14-57 0 0 0,2-1 0 0 0,-2-1 0 0 0,2 1 0 0 0,4 2 0 0 0,2-2 0 0 0,-4 3 0 0 0,-4 2 0 0 0,1-2 0 0 0,-3-3 0 0 0,2-1 0 0 0,3 1 0 0 0,1 1 0 0 0,0 1 0 0 0,0 3 0 0 0,0-4 0 0 0,2 7 0 0 0,-4-13 0 0 0,-5 6 0 0 0,3 3 0 0 0,3 1 0 0 0,0-3 0 0 0,-4 0 0 0 0,5 0 0 0 0,5-1 0 0 0,-1-4 0 0 0,10-9 0 0 0,10-9-2828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5.6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143 77 788,'-10'-2'3257,"4"2"1053,-1-1-2822,0 0-1,0 1 0,0-1 0,0 2 0,0-1 0,0 1 0,0 0 0,0 1 0,-13 4 0,19-6-385,-14 8 2299,15-8-3290,-1 0 103,-1 0 0,1 0 1,0 0-1,-1 1 0,1-1 0,0 1 0,-1-1 1,1 1-1,0-1 0,0 1 0,0-1 1,-1 1-1,1 0 0,0 0 0,0 0 0,0 0 1,0 0-1,0 0 0,0 0 0,0 0 1,1 0-1,-2 2 0,2 8-214,12-4 0,7-3 0,0 0 0,0-2 0,0 0 0,0-2 0,21-1 0,101-15 0,-46 3 0,170-20 0,-41 2 0,-210 30 0,-1-1 0,-1-1 0,-3-2 0,-12-8-911,2 3-8373,6 1 4558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6.1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281 63 1520,'-33'-25'15338,"28"25"-14850,0-1-1,-1 1 1,1 1 0,0-1-1,0 1 1,0 0-1,0 0 1,0 0 0,0 1-1,1 0 1,-1 0-1,-5 3 1,-53 37 7815,37-23-7036,18-13-1267,-1 2 0,2-1 0,-1 1 0,1 0 0,0 1 0,1 0 0,0 0 0,0 0 0,1 1 0,0 0 0,-6 18 0,10-26 0,1 0 0,-1 0 0,1 0 0,-1-1 0,1 1 0,0 0 0,0 0 0,0 0 0,0 0 0,0 0 0,0 0 0,1-1 0,-1 1 0,1 0 0,-1 0 0,1 0 0,-1-1 0,1 1 0,2 3 0,-2-4 0,0 0 0,0 0 0,0 0 0,1-1 0,-1 1 0,0 0 0,1-1 0,-1 1 0,0 0 0,1-1 0,-1 0 0,1 1 0,-1-1 0,1 0 0,-1 0 0,1 0 0,-1 1 0,3-2 0,3 1 0,-1-1 0,1-1 0,-1 1 0,1-1 0,-1 0 0,0 0 0,9-5 0,2-4 0,-1 0 0,0-1 0,0-1 0,-2 0 0,0-1 0,0-1 0,20-28 0,-32 40 0,-1-1 0,1 0 0,-1 1 0,1-1 0,-1 0 0,0 0 0,-1 0 0,1 0 0,-1 0 0,0 0 0,0 0 0,0 0 0,-1-8 0,1 9 0,-1 0 0,1 0 0,-1 0 0,0 0 0,0 1 0,0-1 0,0 0 0,0 0 0,-1 0 0,1 1 0,-1-1 0,0 1 0,0-1 0,0 1 0,0 0 0,0 0 0,0-1 0,-1 2 0,-4-4 0,-1 0 0,5 3 0,1 1 0,-1-1 0,1 1 0,-1 0 0,1 0 0,-1 0 0,0 0 0,0 1 0,0-1 0,1 1 0,-1-1 0,0 1 0,-4 0 0,-11 2 0,2 0 0,30-3-2492,42-1-11598,-42-1 4990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6.3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2492,'0'0'27620,"-3"6"-25400,-10 19-1785,10-7-435,3-5 0,0 1 0,0-2 0,0 2 0,-1-14 0,1 0 0,0 0 0,0 0 0,0 0 0,0 0 0,0 0 0,0 1 0,0-1 0,0 0 0,0 0 0,0 0 0,-1 0 0,1 1 0,0-1 0,0 0 0,0 0 0,0 0 0,0 0 0,0 1 0,0-1 0,0 0 0,0 0 0,0 0 0,0 0 0,1 1 0,-1-1 0,0 0 0,0 0 0,0 0 0,0 0 0,0 0 0,0 1 0,0-1 0,0 0 0,0 0 0,0 0 0,1 0 0,-1 0 0,0 0 0,0 0 0,0 1 0,0-1 0,0 0 0,1 0 0,-1 0 0,0 0 0,0 0 0,0 0 0,0 0 0,1 0 0,-1 0 0,0 0 0,0 0 0,0 0 0,0 0 0,1 0 0,12-19 0,-9 4-2819,-5-5-7301,1 14 5770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6.6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66 1120,'0'0'17768,"-2"4"-15491,-8 14 8444,13-16-9965,4 3-748,0-1 0,0 0 1,0 0-1,1-1 0,0 0 1,-1 0-1,1-1 1,0 0-1,0 0 0,1-1 1,-1 0-1,0 0 0,0-1 1,11-1-1,-6 0-8,-1 0 0,0-1 0,0 0 0,0-1 0,0 0 0,0-1 0,0 0 0,-1-1 0,0 0 0,0-1 0,17-12 0,-12 9 0,-5-2 0,-9 10 0,-1-1-295,-1 1 0,1 0 0,0-1 0,0 1 0,-1-1 0,1 1 0,0-1 0,-1 1 0,0-1 0,1 0 0,-1 1 0,0-1 0,0-2 0,-6-21-12452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6.9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169 3 1928,'-9'-3'30709,"-25"125"-30548,23-75-176,-23 59-1,-27 65 16,53-157-3612,-4 12-10341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9.3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1056,'0'0'20537,"5"1"-18955,19 0 2239,24-5 1818,0 4-5507,-18 4-132,-1 0 0,0 2 0,37 13 0,-34-10 0,66 12 0,220 2 0,-232-19 0,-17 0 0,-56-5 0,1-3 0,-18-13-312,2 12 1373,-2-3-4033,-6-13-12147,3 7 6447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9.9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243 16 1304,'0'0'1919,"-9"-12"3350,2 8 1457,2 5-6073,-1 0-1,0-1 1,1 2-1,-1-1 1,1 1-1,-1 0 1,1 0-1,0 0 1,0 1-1,0-1 1,0 1-1,0 1 1,-6 4-1,-3 5 2153,0 0-1,-23 28 1,27-25-2805,-1 1 0,2 0 0,0 1 0,1 0 0,1 0 0,1 1 0,0 0 0,1 0 0,2 0 0,-3 26 0,5-42 0,1 0 0,-1 0 0,1 0 0,0 0 0,0 0 0,0 0 0,1 0 0,-1 0 0,1 0 0,-1 0 0,1-1 0,0 1 0,0 0 0,0 0 0,0-1 0,1 1 0,-1 0 0,1-1 0,0 0 0,0 1 0,-1-1 0,2 0 0,-1 0 0,0 0 0,0 0 0,0 0 0,1-1 0,-1 1 0,5 2 0,-1-3 0,-1 1 0,0-1 0,1 0 0,-1 0 0,0 0 0,1-1 0,-1 0 0,1 0 0,-1 0 0,1-1 0,-1 0 0,0 0 0,1 0 0,8-4 0,1-1 0,-1 0 0,0-2 0,-1 1 0,0-2 0,0 0 0,-1 0 0,0-1 0,16-17 0,-23 21 0,0 1 0,0-1 0,0 0 0,-1 0 0,0 0 0,0-1 0,-1 0 0,0 1 0,0-1 0,0 0 0,-1-1 0,0 1 0,-1 0 0,1-1 0,-1 1 0,-1-1 0,1 1 0,-1-1 0,-2-9 0,2 14 0,-1-1 0,0 1 0,0 0 0,0 0 0,-1-1 0,1 1 0,-1 0 0,1 0 0,-1 0 0,0 0 0,0 1 0,0-1 0,-1 1 0,1-1 0,-1 1 0,1 0 0,-1 0 0,0 0 0,0 0 0,0 0 0,0 0 0,0 1 0,0 0 0,0-1 0,-1 1 0,1 1 0,0-1 0,-1 0 0,1 1 0,-1-1 0,1 1 0,-1 0 0,1 0 0,0 1 0,-6 0 0,1 0 0,0 1 0,0-1 0,0 1 0,0 1 0,0 0 0,0 0 0,1 0 0,0 1 0,0 0 0,0 0 0,0 1 0,0 0 0,-9 10 0,15-14-1,0 0 1,0 1-1,0 0 0,0-1 1,0 1-1,0-1 0,1 1 0,-1 0 1,1 0-1,-1-1 0,1 1 1,-1 0-1,1 0 0,0 0 1,0-1-1,0 1 0,0 0 0,0 0 1,1 0-1,-1-1 0,0 1 1,1 0-1,-1 0 0,1-1 1,0 1-1,0 0 0,-1-1 1,1 1-1,0 0 0,0-1 0,1 0 1,-1 1-1,0-1 0,0 0 1,1 1-1,-1-1 0,1 0 1,-1 0-1,1 0 0,-1 0 0,1 0 1,0-1-1,-1 1 0,1 0 1,0-1-1,1 1 0,15 2-3062,-9-1-1864,0 0-5016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1:00.1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1 788,'0'0'15657,"-4"4"-12808,-1 0-2514,1-1 135,0 0-1,0 0 0,0 0 0,1 1 0,-1 0 1,1 0-1,0 0 0,0 0 0,0 0 0,1 0 1,-1 1-1,1 0 0,0-1 0,1 1 0,-1 0 1,1 0-1,0 0 0,0 0 0,0 0 0,1 0 1,-1 0-1,1 0 0,0 0 0,1 0 0,0 0 1,-1 0-1,4 8 0,3 6-469,4-8 0,-5-3 0,7-6 0,12-10 0,-21 0 0,-4 7 0,15-34-3766,-12-21-8360,-3 44 9857,0-1-5944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1:00.5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1 112 1744,'3'-30'11497,"1"18"-9454,-1 7-908,0 1 0,0 0 0,1 0 0,-1 0 0,1 0 0,6-4 1,44-21 6308,-40 22-5686,-9 7-1460,-1 0-296,0 0 1,1 1 0,-1-1 0,0 1-1,0 0 1,0 0 0,0 1 0,0-1-1,0 1 1,-1 0 0,1 0 0,0 0-1,-1 0 1,0 1 0,1-1 0,4 7-1,-6-7-2,-1 1-1,1 0 1,-1 0-1,0 0 1,0 0 0,0 0-1,0 0 1,0 0-1,-1 0 1,1 1-1,-1-1 1,0 0-1,0 0 1,0 0-1,0 1 1,-1-1-1,1 0 1,-1 0-1,-2 5 1,0 1 0,-1-1 0,0 1 0,-1-1 0,1 1 0,-2-1 0,1-1 0,-1 1 0,-1-1 0,-10 10 0,-15 19 0,-28 31 0,53-51 0,6-12 0,1-3 0,-1-1 0,1 1 0,-1-1 0,1 1 0,0 0 0,-1-1 0,1 1 0,0-1 0,-1 1 0,1 0 0,0-1 0,0 1 0,-1 0 0,1 0 0,0-1 0,0 1 0,0 0 0,0-1 0,0 1 0,0 0 0,0-1 0,0 1 0,0 0 0,1 0 0,-1-1 0,0 1 0,0 0 0,1-1 0,-1 1 0,0 0 0,1-1 0,-1 1 0,1-1 0,-1 1 0,0-1 0,1 1 0,-1-1 0,1 1 0,0-1 0,-1 1 0,1-1 0,-1 0 0,1 1 0,0-1 0,-1 0 0,1 1 0,0-1 0,-1 0 0,1 0 0,0 0 0,-1 1 0,1-1 0,0 0 0,0 0 0,-1 0 0,1 0 0,0-1 0,33-1 0,185-56 0,-165 38-123,-52 19-797,-5 5-1401,-10 11-757,9-11-1893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1:00.8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7 219 1316,'-7'-4'18504,"37"3"-17357,0-2 0,0-1 0,0-1 0,0-2 0,36-13-1,-28 6-1673,0-1 0,-2-3-1,57-34 1,-48 17-3453,-20 8-5938,-13 14 3904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2.2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168 17 524 0 0,'0'-1'7423'0'0,"-4"-12"3479"0"0,2 12-10772 0 0,0 1 0 0 0,-1-1 1 0 0,1 1-1 0 0,0 0 0 0 0,-1 0 0 0 0,1 0 0 0 0,0 0 0 0 0,-1 0 1 0 0,1 0-1 0 0,0 1 0 0 0,-1-1 0 0 0,1 1 0 0 0,0 0 1 0 0,-1-1-1 0 0,1 1 0 0 0,0 0 0 0 0,0 0 0 0 0,-3 3 0 0 0,-2 0 662 0 0,1 1 0 0 0,0 0 0 0 0,0 0 0 0 0,0 1 0 0 0,-8 10 0 0 0,2 0 546 0 0,1 0 1 0 0,1 0 0 0 0,0 1-1 0 0,-8 22 1 0 0,16-35-1339 0 0,0 1 0 0 0,0-1 0 0 0,1 1 0 0 0,-1 0 0 0 0,1 0 0 0 0,1-1 0 0 0,-1 1 0 0 0,0 0 0 0 0,1 0 0 0 0,0 0 0 0 0,0 0 0 0 0,1 0 0 0 0,0 0 0 0 0,-1 0 0 0 0,1 0 0 0 0,1-1 0 0 0,-1 1 0 0 0,1 0 0 0 0,0-1 0 0 0,4 8 0 0 0,-3-8 0 0 0,1 0 0 0 0,-1 0 0 0 0,1 0 0 0 0,0-1 0 0 0,0 1 0 0 0,1-1 0 0 0,-1 0 0 0 0,1 0 0 0 0,-1-1 0 0 0,1 1 0 0 0,0-1 0 0 0,0 0 0 0 0,0 0 0 0 0,0-1 0 0 0,1 1 0 0 0,-1-1 0 0 0,0-1 0 0 0,0 1 0 0 0,7 0 0 0 0,10-2 0 0 0,1 0 0 0 0,0-1 0 0 0,-1-1 0 0 0,1-1 0 0 0,-1-1 0 0 0,0-1 0 0 0,-1-1 0 0 0,26-11 0 0 0,-43 16 0 0 0,0-1 0 0 0,0 1 0 0 0,0-1 0 0 0,0 0 0 0 0,-1 1 0 0 0,1-2 0 0 0,-1 1 0 0 0,0 0 0 0 0,0-1 0 0 0,0 1 0 0 0,0-1 0 0 0,0 0 0 0 0,-1 0 0 0 0,0 0 0 0 0,0 0 0 0 0,0-1 0 0 0,2-6 0 0 0,-3 10 0 0 0,-1 0 0 0 0,1-1 0 0 0,-1 1 0 0 0,1 0 0 0 0,-1 0 0 0 0,0-1 0 0 0,1 1 0 0 0,-1 0 0 0 0,0 0 0 0 0,0-1 0 0 0,0 1 0 0 0,0 0 0 0 0,0-1 0 0 0,0 1 0 0 0,0 0 0 0 0,-1-1 0 0 0,1 1 0 0 0,0 0 0 0 0,-1 0 0 0 0,0-2 0 0 0,0 0 0 0 0,0-1 0 0 0,0 0 0 0 0,-1 0 0 0 0,1 1 0 0 0,-1-1 0 0 0,0 0 0 0 0,0 1 0 0 0,0 0 0 0 0,-1-1 0 0 0,1 1 0 0 0,-1 0 0 0 0,0 0 0 0 0,0 0 0 0 0,0 0 0 0 0,0 1 0 0 0,0-1 0 0 0,0 1 0 0 0,-1 0 0 0 0,1 0 0 0 0,-1 0 0 0 0,0 0 0 0 0,1 1 0 0 0,-1-1 0 0 0,-5 0 0 0 0,4 0 0 0 0,-8-2 0 0 0,-4 1 0 0 0,3 1 0 0 0,13 2-10 0 0,1 0 1 0 0,0 0-1 0 0,-1 0 1 0 0,1 0-1 0 0,0 0 1 0 0,-1 0-1 0 0,1 0 1 0 0,0 0-1 0 0,-1 0 0 0 0,1 0 1 0 0,-1 1-1 0 0,1-1 1 0 0,0 0-1 0 0,0 0 1 0 0,-1 0-1 0 0,1 0 1 0 0,0 1-1 0 0,-1-1 0 0 0,1 0 1 0 0,0 0-1 0 0,0 0 1 0 0,-1 1-1 0 0,1-1 1 0 0,0 0-1 0 0,0 1 1 0 0,-1-1-1 0 0,1 0 0 0 0,0 1 1 0 0,0-1-1 0 0,0 0 1 0 0,0 1-1 0 0,0-1 1 0 0,0 0-1 0 0,-1 1 1 0 0,1-1-1 0 0,18 17-3537 0 0,-9-11-1855 0 0,0-1-4025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2.5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 2584 0 0,'0'1'4024'0'0,"-2"13"7036"0"0,0-10-9409 0 0,1-4-1321 0 0,1 0 0 0 0,-1 1 0 0 0,1-1 0 0 0,-1 1 0 0 0,1-1 0 0 0,0 1 0 0 0,-1-1 0 0 0,1 1 0 0 0,0-1 0 0 0,-1 1 0 0 0,1-1 0 0 0,0 1 0 0 0,0 0 0 0 0,0-1 1 0 0,-1 1-1 0 0,1-1 0 0 0,0 1 0 0 0,0 0 0 0 0,0-1 0 0 0,0 1 0 0 0,0-1 0 0 0,0 1 0 0 0,0 0 0 0 0,1 0 0 0 0,0 3 190 0 0,1 0-1 0 0,0 0 1 0 0,0-1 0 0 0,0 1 0 0 0,0-1-1 0 0,1 1 1 0 0,0-1 0 0 0,-1 0-1 0 0,5 4 1 0 0,1-2-520 0 0,1-2-111 0 0,-7-2-678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2.9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40 532 0 0,'0'0'4258'0'0,"2"-2"-971"0"0,15-10 10398 0 0,-10 7-11111 0 0,36-2 2020 0 0,-24 2-3850 0 0,1 2-1 0 0,0 0 1 0 0,-1 2-1 0 0,29 0 1 0 0,-35 2-640 0 0,-3 2-89 0 0,-9-3-15 0 0,-1 1 0 0 0,1-1 0 0 0,-1 1 0 0 0,1-1 0 0 0,0 1 0 0 0,-1-1 0 0 0,1 1 0 0 0,-1-1 0 0 0,1 1 0 0 0,-1 0 0 0 0,0-1 0 0 0,1 1 0 0 0,-1 0 0 0 0,1 0 0 0 0,-1-1 0 0 0,0 1 0 0 0,0 0 0 0 0,0 0 0 0 0,1-1 0 0 0,-1 1 0 0 0,0 0 0 0 0,0 0 0 0 0,0 0 0 0 0,0-1 0 0 0,0 1 0 0 0,0 0 0 0 0,-1 0 0 0 0,1 0 0 0 0,0-1 0 0 0,0 1 0 0 0,0 0 0 0 0,-1 0 0 0 0,1-1 0 0 0,0 1 0 0 0,-1 0 0 0 0,1-1 0 0 0,-1 1 0 0 0,0 0 0 0 0,-3 10 0 0 0,-1-1 0 0 0,-1 1 0 0 0,0-2 0 0 0,0 1 0 0 0,-1 0 0 0 0,0-1 0 0 0,0-1 0 0 0,-13 12 0 0 0,-30 39 0 0 0,46-52 0 0 0,0-1 0 0 0,0 1 0 0 0,1-1 0 0 0,0 1 0 0 0,0 0 0 0 0,-4 15 0 0 0,7-20 0 0 0,0 1 0 0 0,-1-1 0 0 0,1 0 0 0 0,0 0 0 0 0,0 0 0 0 0,0 1 0 0 0,1-1 0 0 0,-1 0 0 0 0,1 0 0 0 0,-1 0 0 0 0,1 0 0 0 0,0 0 0 0 0,-1 0 0 0 0,1 0 0 0 0,0 0 0 0 0,0 0 0 0 0,1 0 0 0 0,-1 0 0 0 0,0 0 0 0 0,1-1 0 0 0,-1 1 0 0 0,1-1 0 0 0,-1 1 0 0 0,1-1 0 0 0,0 1 0 0 0,-1-1 0 0 0,1 0 0 0 0,3 1 0 0 0,5 3 0 0 0,1 0 0 0 0,-1-1 0 0 0,1 0 0 0 0,0-1 0 0 0,1 0 0 0 0,-1-1 0 0 0,0-1 0 0 0,1 1 0 0 0,-1-2 0 0 0,20 0 0 0 0,13-4 0 0 0,59-11 0 0 0,-81 11 0 0 0,-17 4 0 0 0,19-8 0 0 0,-20 6 0 0 0,-4 2 0 0 0,0 0 0 0 0,0 0 0 0 0,1 0 0 0 0,-1 0 0 0 0,0 0 0 0 0,0 0 0 0 0,1 0 0 0 0,-1 0 0 0 0,0 0 0 0 0,0 0 0 0 0,1 0 0 0 0,-1 0 0 0 0,0-1 0 0 0,0 1 0 0 0,0 0 0 0 0,1 0 0 0 0,-1 0 0 0 0,0 0 0 0 0,0-1 0 0 0,0 1 0 0 0,0 0 0 0 0,1 0 0 0 0,-1 0 0 0 0,0-1 0 0 0,0 1 0 0 0,0 0 0 0 0,0 0 0 0 0,0 0 0 0 0,0-1 0 0 0,1 1 0 0 0,-1 0 0 0 0,0 0 0 0 0,0-1 0 0 0,0 1 0 0 0,0 0 0 0 0,0 0 0 0 0,0-1 0 0 0,0 1 0 0 0,0-1 0 0 0,-17-10-31 0 0,-9 5-6369 0 0,11 10-6307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6.4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35 944 0 0,'0'0'2051'0'0,"5"-24"13714"0"0,-5 14-2165 0 0,-2 14-13236 0 0,-35 83-356 0 0,3 1 1 0 0,5 1 0 0 0,3 2-1 0 0,-25 179 1 0 0,43-194-9 0 0,4 0 0 0 0,4 0 0 0 0,10 89 0 0 0,3-41 0 0 0,-13-117 0 0 0,0 0 0 0 0,1 1 0 0 0,0-1 0 0 0,0 0 0 0 0,1 0 0 0 0,4 10 0 0 0,-4-9 0 0 0,-1 5 0 0 0,0-2 0 0 0,0-1 0 0 0,-11 1 0 0 0,9-11 0 0 0,1 0 0 0 0,-1 0 0 0 0,0 1 0 0 0,1-1 0 0 0,-1 0 0 0 0,1 0 0 0 0,-1 0 0 0 0,1 0 0 0 0,-1 0 0 0 0,0 0 0 0 0,1 0 0 0 0,-1 0 0 0 0,1 0 0 0 0,-1 0 0 0 0,1 0 0 0 0,-1-1 0 0 0,1 1 0 0 0,-1 0 0 0 0,0 0 0 0 0,1-1 0 0 0,-1 1 0 0 0,1 0 0 0 0,-1 0 0 0 0,1-1 0 0 0,0 1 0 0 0,-1-1 0 0 0,-3-19 0 0 0,5 14-843 0 0,0-1 0 0 0,0 0 0 0 0,0 1 0 0 0,1-1-1 0 0,0 0 1 0 0,0 1 0 0 0,4-8 0 0 0,-3 8-574 0 0,0 0 1 0 0,-1-1-1 0 0,0 1 0 0 0,0-1 1 0 0,-1 0-1 0 0,0 1 0 0 0,1-9 1 0 0,-2 4-6844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7.0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76 656 0 0,'0'-10'3144'0'0,"-1"5"1231"0"0,-9-16 1417 0 0,-3-4 3368 0 0,12 23-7625 0 0,-21-10 6387 0 0,17 13-7911 0 0,0 0 0 0 0,0 0 0 0 0,0 0-1 0 0,0 1 1 0 0,1 0 0 0 0,-1 0-1 0 0,0 0 1 0 0,1 0 0 0 0,0 1 0 0 0,-1 0-1 0 0,1 0 1 0 0,0 0 0 0 0,0 0 0 0 0,1 1-1 0 0,-1-1 1 0 0,1 1 0 0 0,-4 5 0 0 0,-2 1-22 0 0,3-3 11 0 0,0 0 0 0 0,1 0 0 0 0,-1 1 0 0 0,2 0 0 0 0,-1 0 0 0 0,1 0 0 0 0,0 0 0 0 0,-4 15 0 0 0,7-11 0 0 0,1-11 0 0 0,0 1 0 0 0,0 0 0 0 0,0-1 0 0 0,0 1 0 0 0,0-1 0 0 0,0 1 0 0 0,0-1 0 0 0,1 1 0 0 0,-1-1 0 0 0,1 1 0 0 0,-1-1 0 0 0,1 0 0 0 0,-1 1 0 0 0,1-1 0 0 0,0 0 0 0 0,0 1 0 0 0,0-1 0 0 0,-1 0 0 0 0,1 0 0 0 0,0 0 0 0 0,1 0 0 0 0,-1 1 0 0 0,0-2 0 0 0,0 1 0 0 0,0 0 0 0 0,1 0 0 0 0,-1 0 0 0 0,0 0 0 0 0,1-1 0 0 0,-1 1 0 0 0,0-1 0 0 0,1 1 0 0 0,-1-1 0 0 0,1 0 0 0 0,-1 1 0 0 0,1-1 0 0 0,-1 0 0 0 0,1 0 0 0 0,-1 0 0 0 0,3 0 0 0 0,3-1 0 0 0,0 0 0 0 0,0 0 0 0 0,1 0 0 0 0,-1-1 0 0 0,11-5 0 0 0,-17 7 0 0 0,14-6 0 0 0,0-1 0 0 0,0 0 0 0 0,0-1 0 0 0,14-11 0 0 0,-24 16 0 0 0,0-1 0 0 0,0 0 0 0 0,0-1 0 0 0,0 1 0 0 0,0-1 0 0 0,-1 0 0 0 0,0 0 0 0 0,0-1 0 0 0,-1 1 0 0 0,1-1 0 0 0,-1 0 0 0 0,0 0 0 0 0,2-6 0 0 0,-5 10 0 0 0,0 1 0 0 0,0-1 0 0 0,0 1 0 0 0,0-1 0 0 0,0 1 0 0 0,0-1 0 0 0,0 1 0 0 0,0-1 0 0 0,0 1 0 0 0,-1-1 0 0 0,1 1 0 0 0,-1-1 0 0 0,1 1 0 0 0,-1 0 0 0 0,0-1 0 0 0,1 1 0 0 0,-1 0 0 0 0,0-1 0 0 0,0 1 0 0 0,0 0 0 0 0,0 0 0 0 0,0 0 0 0 0,0 0 0 0 0,0 0 0 0 0,-2-1 0 0 0,-28-14 0 0 0,-1 12 0 0 0,8 3 0 0 0,24 0 0 0 0,-1 1 0 0 0,0 0 0 0 0,1 0 0 0 0,-1 0 0 0 0,1 0 0 0 0,-1 0 0 0 0,1 0 0 0 0,-1 0 0 0 0,0 0 0 0 0,1 0 0 0 0,-1 0 0 0 0,1 0 0 0 0,-1 0 0 0 0,0 0 0 0 0,1 0 0 0 0,-1 0 0 0 0,1 1 0 0 0,-1-1 0 0 0,1 0 0 0 0,-1 0 0 0 0,1 1 0 0 0,-1-1 0 0 0,1 0 0 0 0,-2 2 0 0 0,-7 5 0 0 0,-1 1 0 0 0,10 2-382 0 0,13 7-2529 0 0,-8-14-2097 0 0,2 0-4240 0 0,3-1 691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7.2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 2520 0 0,'0'1'9142'0'0,"-1"12"1976"0"0,0-8-10562 0 0,-1 10 4747 0 0,16 13-1200 0 0,-10-19-4078 0 0,1 2-25 0 0,1-3 0 0 0,0-3-15 0 0,-5-4-315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7.6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8 105 848 0 0,'-1'-2'3188'0'0,"-4"-7"-2602"0"0,3 3 8772 0 0,3 3-8812 0 0,-1 1 0 0 0,1-1 0 0 0,0 1 1 0 0,0-1-1 0 0,0 1 0 0 0,0 0 0 0 0,0 0 0 0 0,0-1 0 0 0,1 1 0 0 0,-1 0 1 0 0,1 0-1 0 0,0 0 0 0 0,-1 0 0 0 0,1 0 0 0 0,0 1 0 0 0,4-4 0 0 0,11-12 2165 0 0,-14 14-2265 0 0,0 0 0 0 0,0 0 0 0 0,0 1 1 0 0,0-1-1 0 0,1 1 0 0 0,-1 0 0 0 0,1 0 0 0 0,0 0 0 0 0,-1 0 0 0 0,1 0 0 0 0,0 1 1 0 0,0 0-1 0 0,0 0 0 0 0,5-1 0 0 0,2 5-346 0 0,-6 9-100 0 0,-4 2 0 0 0,-1 0 0 0 0,-1 0 0 0 0,0 0 0 0 0,-1 0 0 0 0,0 0 0 0 0,-1-1 0 0 0,0 1 0 0 0,-1-1 0 0 0,-8 18 0 0 0,-8 31 0 0 0,19-47 0 0 0,1-2 0 0 0,2-1 0 0 0,9-5 0 0 0,-9-7 0 0 0,1 1 0 0 0,-1 0 0 0 0,0-1 0 0 0,0 1 0 0 0,1-1 0 0 0,-1 0 0 0 0,0 0 0 0 0,1 0 0 0 0,-1 0 0 0 0,0 0 0 0 0,1 0 0 0 0,-1-1 0 0 0,0 1 0 0 0,1-1 0 0 0,2-1 0 0 0,4-1 0 0 0,78-21 0 0 0,-58 15 0 0 0,47-10 0 0 0,-66 17-385 0 0,-7 1-3203 0 0,6 1 1604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8.6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6 24 0 0,'1'-6'16931'0'0,"-6"10"-16404"0"0,1-1 0 0 0,0 1 0 0 0,0 0 0 0 0,0 1 0 0 0,0-1 0 0 0,1 1 0 0 0,0 0 0 0 0,0 0 0 0 0,0 0 0 0 0,0 0 0 0 0,1 0 0 0 0,0 0 0 0 0,0 1 0 0 0,0-1 0 0 0,1 1 0 0 0,0-1 0 0 0,0 1 0 0 0,0 8 0 0 0,0 35 38 0 0,0 12 1180 0 0,3 0-1 0 0,16 109 1 0 0,-5-89-1745 0 0,2 131 0 0 0,-6-52 0 0 0,-8-53 0 0 0,-1-101 0 0 0,-2-7 0 0 0,-20-53 0 0 0,16 36-7169 0 0,0 0-4858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9.0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8 884 0 0,'6'-8'26996'0'0,"-14"16"-20317"0"0,1 0-8770 0 0,6-7 2096 0 0,-7 11 44 0 0,0 1 0 0 0,1 0 0 0 0,1 0 0 0 0,-1 1 0 0 0,-7 28 0 0 0,13 7-49 0 0,1-37 0 0 0,1-2 0 0 0,6 1 0 0 0,10-8 0 0 0,-12-4 0 0 0,0 0 0 0 0,1 0 0 0 0,-1-1 0 0 0,0 0 0 0 0,0 0 0 0 0,0 0 0 0 0,-1-1 0 0 0,1 1 0 0 0,0-1 0 0 0,-1 0 0 0 0,0 0 0 0 0,5-5 0 0 0,1-1 0 0 0,-1 0 0 0 0,-1-1 0 0 0,0 1 0 0 0,7-13 0 0 0,-9 12 0 0 0,-5-5 0 0 0,-2 2 0 0 0,-6 2 0 0 0,-6 7 0 0 0,9 6-1839 0 0,10 2-2680 0 0,23 2-6557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9.6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0 60 0 0,'0'0'20998'0'0,"-4"3"-19367"0"0,-12 9-32 0 0,12-9 1512 0 0,-4 12 2102 0 0,11-3-5058 0 0,5-2-155 0 0,-5-2 0 0 0,3 0 0 0 0,-1-2 0 0 0,3-1 0 0 0,-5-4 0 0 0,-1 1 0 0 0,1-1 0 0 0,-1-1 0 0 0,1 1 0 0 0,0 0 0 0 0,0-1 0 0 0,-1 1 0 0 0,1-1 0 0 0,0 0 0 0 0,0 0 0 0 0,-1 0 0 0 0,1 0 0 0 0,4-1 0 0 0,76-4 0 0 0,-69 6 0 0 0,-6 5 0 0 0,-8 8 0 0 0,-24 49 0 0 0,-3-7 0 0 0,9-22 0 0 0,10-20 0 0 0,4-7 0 0 0,1 0 0 0 0,0 0 0 0 0,0 0 0 0 0,1 0 0 0 0,-4 13 0 0 0,6-19 0 0 0,0 0 0 0 0,0 0 0 0 0,0-1 0 0 0,1 1 0 0 0,-1 0 0 0 0,0 0 0 0 0,0 0 0 0 0,0-1 0 0 0,1 1 0 0 0,-1 0 0 0 0,0 0 0 0 0,1-1 0 0 0,-1 1 0 0 0,1 0 0 0 0,-1-1 0 0 0,1 1 0 0 0,-1 0 0 0 0,1-1 0 0 0,-1 1 0 0 0,1-1 0 0 0,0 1 0 0 0,-1-1 0 0 0,1 1 0 0 0,0-1 0 0 0,-1 1 0 0 0,1-1 0 0 0,0 0 0 0 0,0 1 0 0 0,-1-1 0 0 0,1 0 0 0 0,0 0 0 0 0,0 0 0 0 0,0 0 0 0 0,-1 1 0 0 0,1-1 0 0 0,0 0 0 0 0,0 0 0 0 0,0 0 0 0 0,-1-1 0 0 0,1 1 0 0 0,1 0 0 0 0,-1 0 0 0 0,17 0 0 0 0,1-1 0 0 0,-1 0 0 0 0,1-2 0 0 0,-1 0 0 0 0,0-1 0 0 0,0-1 0 0 0,0 0 0 0 0,28-14 0 0 0,40-11 0 0 0,-66 21 0 0 0,-8 4 0 0 0,4 2 0 0 0,-13 1 0 0 0,-5 3 0 0 0,-22 13-1793 0 0,20-9-5399 0 0,1 0-717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10.7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12 600 0 0,'2'-11'29515'0'0,"-30"44"-28106"0"0,19-24-1098 0 0,0 1 0 0 0,0-1-1 0 0,-13 21 1 0 0,16-19-311 0 0,0-1 0 0 0,0-3 0 0 0,5-4 0 0 0,18-18 0 0 0,-2 4 0 0 0,-10 1 0 0 0,-7-1 0 0 0,-13 3 0 0 0,1 6 0 0 0,13 2 0 0 0,1 0 0 0 0,0 0 0 0 0,0 0 0 0 0,-1 0 0 0 0,1 0 0 0 0,0 0 0 0 0,0 0 0 0 0,0 0 0 0 0,-1 0 0 0 0,1 0 0 0 0,0-1 0 0 0,0 1 0 0 0,-1 0 0 0 0,1 0 0 0 0,0 0 0 0 0,0 0 0 0 0,0-1 0 0 0,-1 1 0 0 0,1 0 0 0 0,0 0 0 0 0,0 0 0 0 0,0-1 0 0 0,0 1 0 0 0,0 0 0 0 0,0 0 0 0 0,-1 0 0 0 0,1-1 0 0 0,0 1 0 0 0,0 0 0 0 0,0 0 0 0 0,0-1 0 0 0,0 1 0 0 0,0 0 0 0 0,0 0 0 0 0,0-1 0 0 0,0 1 0 0 0,0 0 0 0 0,0-1 0 0 0,0 1 0 0 0,0 0 0 0 0,0 0 0 0 0,0 0 0 0 0,1-1 0 0 0,-1 1 0 0 0,0 0 0 0 0,0 0 0 0 0,0-1 0 0 0,0 1 0 0 0,0 0 0 0 0,0 0 0 0 0,1 0 0 0 0,-1-1 0 0 0,0 1 0 0 0,0 0 0 0 0,0 0 0 0 0,1-1 0 0 0,18-15 0 0 0,-15 15 0 0 0,1-1 0 0 0,0 0 0 0 0,0 0 0 0 0,0-1 0 0 0,0 1 0 0 0,0-1 0 0 0,0-1 0 0 0,-1 1 0 0 0,7-6 0 0 0,-69 68 0 0 0,49-48 0 0 0,6 1 0 0 0,-1-2-173 0 0,4-8-917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1:37.833"/>
    </inkml:context>
    <inkml:brush xml:id="br0">
      <inkml:brushProperty name="width" value="0.025" units="cm"/>
      <inkml:brushProperty name="height" value="0.025" units="cm"/>
      <inkml:brushProperty name="color" value="#AB008B"/>
    </inkml:brush>
  </inkml:definitions>
  <inkml:trace contextRef="#ctx0" brushRef="#br0">29 1 864,'0'0'30428,"-4"3"-29187,-16 9-1266,15-9-1475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2:35.22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38 352 440 0 0,'1'-3'2772'0'0,"0"-2"-3078"0"0,-1 4 1104 0 0,1 1 0 0 0,-1-1 0 0 0,0 0 0 0 0,1 0 0 0 0,-1 1 0 0 0,0-1 0 0 0,0 0 0 0 0,0 0 0 0 0,0 0 0 0 0,0 1 0 0 0,0-1 0 0 0,-4-11 19142 0 0,2 16-19614 0 0,1-3-325 0 0,-1 1 0 0 0,1 0 0 0 0,0 0 0 0 0,0-1 0 0 0,0 1 1 0 0,0 0-1 0 0,0 0 0 0 0,0 0 0 0 0,1 0 0 0 0,-1 0 0 0 0,0 0 0 0 0,1 0 1 0 0,0 0-1 0 0,-1 0 0 0 0,1 0 0 0 0,0 1 0 0 0,0-1 0 0 0,0 0 0 0 0,1 3 1 0 0,0 7-6 0 0,-5 12 4 0 0,1-1 0 0 0,0 40 0 0 0,2-36 0 0 0,-5 44 0 0 0,5-56 0 0 0,-6 39 0 0 0,7-39 0 0 0,6-45 0 0 0,-6-22 0 0 0,2 0 0 0 0,2 1 0 0 0,14-65 0 0 0,-13 97 0 0 0,0-1 0 0 0,1 1 0 0 0,1 0 0 0 0,1 1 0 0 0,1-1 0 0 0,1 2 0 0 0,0-1 0 0 0,1 2 0 0 0,1-1 0 0 0,0 1 0 0 0,16-15 0 0 0,117-107 0 0 0,-145 137 0 0 0,0 1 0 0 0,1 0 0 0 0,-1 0 0 0 0,0-1 0 0 0,0 1 0 0 0,0 0 0 0 0,1 0 0 0 0,-1-1 0 0 0,0 1 0 0 0,0 0 0 0 0,1 0 0 0 0,-1 0 0 0 0,0 0 0 0 0,0-1 0 0 0,1 1 0 0 0,-1 0 0 0 0,0 0 0 0 0,1 0 0 0 0,-1 0 0 0 0,0 0 0 0 0,1 0 0 0 0,-1 0 0 0 0,0 0 0 0 0,0 0 0 0 0,1 0 0 0 0,-1 0 0 0 0,0 0 0 0 0,1 0 0 0 0,-1 0 0 0 0,0 0 0 0 0,1 0 0 0 0,-1 0 0 0 0,0 0 0 0 0,0 1 0 0 0,1-1 0 0 0,-1 0 0 0 0,0 0 0 0 0,1 0 0 0 0,-1 0 0 0 0,0 1 0 0 0,0-1 0 0 0,1 0 0 0 0,-1 0 0 0 0,0 0 0 0 0,0 1 0 0 0,0-1 0 0 0,0 0 0 0 0,1 0 0 0 0,-1 1 0 0 0,0-1 0 0 0,0 0 0 0 0,0 1 0 0 0,0-1 0 0 0,0 1 0 0 0,3 12 0 0 0,-3-13 0 0 0,0 0 0 0 0,-1 13 0 0 0,0 1 0 0 0,-1-1 0 0 0,-1 0 0 0 0,0 0 0 0 0,-5 14 0 0 0,-9 34 0 0 0,8-13 0 0 0,4-28 0 0 0,1 1 0 0 0,2 0 0 0 0,-2 21 0 0 0,4-25 0 0 0,0-9 0 0 0,-1 0 0 0 0,1-1 0 0 0,0 1 0 0 0,1 0 0 0 0,0-1 0 0 0,0 1 0 0 0,1-1 0 0 0,0 1 0 0 0,0-1 0 0 0,1 0 0 0 0,0 1 0 0 0,0-1 0 0 0,0-1 0 0 0,1 1 0 0 0,0 0 0 0 0,0-1 0 0 0,6 6 0 0 0,-2-6 0 0 0,3-3 0 0 0,3-5 0 0 0,2-4 0 0 0,-10-5 0 0 0,-6-2 0 0 0,0 12-9 0 0,0 1-1 0 0,0-1 1 0 0,0 0-1 0 0,0 0 1 0 0,0 0 0 0 0,0 0-1 0 0,0 0 1 0 0,0 0-1 0 0,-1 1 1 0 0,1-1 0 0 0,0 0-1 0 0,-1 0 1 0 0,1 0-1 0 0,0 1 1 0 0,-1-1 0 0 0,1 0-1 0 0,-1 0 1 0 0,1 1-1 0 0,-1-1 1 0 0,0 0 0 0 0,1 1-1 0 0,-1-1 1 0 0,0 1-1 0 0,1-1 1 0 0,-1 1 0 0 0,0-1-1 0 0,0 1 1 0 0,1-1-1 0 0,-1 1 1 0 0,0 0 0 0 0,0 0-1 0 0,0-1 1 0 0,1 1-1 0 0,-1 0 1 0 0,0 0 0 0 0,0 0-1 0 0,0 0 1 0 0,0 0-1 0 0,-1 0 1 0 0,-24-4-5379 0 0,10 5-1517 0 0,7 0 2039 0 0,-10 2-3697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2:35.4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0 131 2548,'5'1'24044,"265"-72"-19957,-60 13-1999,-196 55-2417,-19 6-546,-39 13-1822,-2 0-245,9-3-9911,24-8 5507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2:36.50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11 1004 0 0,'0'0'1868'0'0,"0"-10"28"0"0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08.4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304 205 148 0 0,'0'0'12499'0'0,"-4"-3"-10802"0"0,-12-11-118 0 0,12 10 3569 0 0,6 0-3996 0 0,10-10 5901 0 0,-11 12-6835 0 0,-1 1 1 0 0,1 0-1 0 0,0 0 0 0 0,-1-1 0 0 0,0 1 0 0 0,1 0 0 0 0,-1-1 1 0 0,0 1-1 0 0,1 0 0 0 0,-1-1 0 0 0,0 1 0 0 0,0-1 0 0 0,0 1 1 0 0,0 0-1 0 0,-1-2 0 0 0,-4-13-218 0 0,3 2 0 0 0,2-8 0 0 0,-11-9 0 0 0,9 25 0 0 0,0 1 0 0 0,-1-1 0 0 0,1 1 0 0 0,-1 0 0 0 0,0 0 0 0 0,-5-5 0 0 0,6 8 0 0 0,0 0 0 0 0,0 1 0 0 0,0-1 0 0 0,-1 1 0 0 0,1 0 0 0 0,0-1 0 0 0,-1 1 0 0 0,1 0 0 0 0,-1 1 0 0 0,1-1 0 0 0,-1 0 0 0 0,1 1 0 0 0,-6-1 0 0 0,1 0 0 0 0,0 1 0 0 0,-1 0 0 0 0,1 0 0 0 0,0 0 0 0 0,0 1 0 0 0,0 1 0 0 0,0-1 0 0 0,0 1 0 0 0,0 0 0 0 0,0 0 0 0 0,1 1 0 0 0,-1 0 0 0 0,1 0 0 0 0,-1 1 0 0 0,1 0 0 0 0,0 0 0 0 0,1 0 0 0 0,-1 0 0 0 0,1 1 0 0 0,0 0 0 0 0,-7 9 0 0 0,1 2 0 0 0,1 0 0 0 0,1 1 0 0 0,0 0 0 0 0,-11 32 0 0 0,18-45 0 0 0,0 1 0 0 0,1 0 0 0 0,-1 0 0 0 0,1 1 0 0 0,0-1 0 0 0,0 0 0 0 0,1 0 0 0 0,-1 0 0 0 0,1 1 0 0 0,0-1 0 0 0,1 0 0 0 0,-1 0 0 0 0,1 1 0 0 0,0-1 0 0 0,0 0 0 0 0,1 0 0 0 0,0 0 0 0 0,0 0 0 0 0,0 0 0 0 0,0-1 0 0 0,5 8 0 0 0,-4-9 0 0 0,0 0 0 0 0,0-1 0 0 0,0 1 0 0 0,0-1 0 0 0,1 1 0 0 0,-1-1 0 0 0,1 0 0 0 0,0 0 0 0 0,-1-1 0 0 0,1 1 0 0 0,0-1 0 0 0,0 0 0 0 0,0 0 0 0 0,0 0 0 0 0,0-1 0 0 0,6 1 0 0 0,-1-1 0 0 0,0 0 0 0 0,1-1 0 0 0,-1 0 0 0 0,0-1 0 0 0,0 0 0 0 0,0 0 0 0 0,10-5 0 0 0,-3 1 0 0 0,1-2 0 0 0,-1 0 0 0 0,-1-1 0 0 0,1 0 0 0 0,-1-1 0 0 0,-1-1 0 0 0,18-17 0 0 0,-26 21 0 0 0,2 0 0 0 0,0-1 0 0 0,-1 0 0 0 0,0 0 0 0 0,-1 0 0 0 0,1-1 0 0 0,-2 0 0 0 0,8-15 0 0 0,-12 12 0 0 0,-1 4 0 0 0,0 7 0 0 0,1 0 0 0 0,-1 0 0 0 0,0 0 0 0 0,0 0 0 0 0,0 0 0 0 0,0 0 0 0 0,0 0 0 0 0,0 0 0 0 0,0 0 0 0 0,0 0 0 0 0,0 0 0 0 0,0 0 0 0 0,-1 0 0 0 0,1 0 0 0 0,0 0 0 0 0,-1 0 0 0 0,1 0 0 0 0,0 0 0 0 0,-1 0 0 0 0,1 1 0 0 0,-1-1 0 0 0,0 0 0 0 0,1 0 0 0 0,-1 0 0 0 0,0 1 0 0 0,1-1 0 0 0,-1 0 0 0 0,0 1 0 0 0,0-1 0 0 0,0 1 0 0 0,-1-2 0 0 0,1 1 0 0 0,-12-4 0 0 0,-16-1-2296 0 0,9 8-6382 0 0,4 1 1242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08.8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218 6 552 0 0,'-5'-5'22235'0'0,"-4"22"-16976"0"0,-3 14-5816 0 0,7-14 4561 0 0,-11 75-3123 0 0,12-59-750 0 0,-2 0 0 0 0,-12 35 0 0 0,-25 87-131 0 0,27-111 0 0 0,10-28 0 0 0,0 1 0 0 0,-6 26 0 0 0,-2-4 0 0 0,-13 18 0 0 0,8-26-342 0 0,37-61-2512 0 0,-11 16-1999 0 0,0 0-4530 0 0,-2-3 761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09.16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355 1 1948 0 0,'0'0'11024'0'0,"-4"5"-8343"0"0,-71 152 8823 0 0,23-44-5894 0 0,-2 34-5610 0 0,-64 166 0 0 0,107-299 0 0 0,10-13 0 0 0,-1 1 0 0 0,1-1 0 0 0,-1 1 0 0 0,1-1 0 0 0,0 1 0 0 0,0 0 0 0 0,-1 0 0 0 0,1 0 0 0 0,0-1 0 0 0,1 1 0 0 0,-1 0 0 0 0,0 0 0 0 0,1 0 0 0 0,-1 0 0 0 0,0 3 0 0 0,-10 14 0 0 0,11-19-30 0 0,0 0 1 0 0,0 0-1 0 0,-1 0 1 0 0,1 1-1 0 0,0-1 1 0 0,0 0-1 0 0,-1 0 1 0 0,1 0-1 0 0,0 0 1 0 0,0 0-1 0 0,-1 0 1 0 0,1 0-1 0 0,0 0 0 0 0,0 0 1 0 0,-1 0-1 0 0,1 0 1 0 0,0 0-1 0 0,0 0 1 0 0,-1 0-1 0 0,1 0 1 0 0,0 0-1 0 0,0 0 1 0 0,-1 0-1 0 0,1 0 1 0 0,0 0-1 0 0,0-1 0 0 0,-1 1 1 0 0,1 0-1 0 0,0 0 1 0 0,0 0-1 0 0,-1 0 1 0 0,1 0-1 0 0,0-1 1 0 0,0 1-1 0 0,0 0 1 0 0,0 0-1 0 0,-1 0 1 0 0,1-1-1 0 0,0 1 0 0 0,0 0 1 0 0,0-1-1 0 0,-1 1-195 0 0,1-1-1 0 0,0 0 0 0 0,-1 1 0 0 0,1-1 1 0 0,0 0-1 0 0,-1 1 0 0 0,1-1 0 0 0,0 0 1 0 0,0 1-1 0 0,0-1 0 0 0,0 0 0 0 0,0 0 1 0 0,0 1-1 0 0,0-1 0 0 0,0 0 0 0 0,0 0 1 0 0,0 1-1 0 0,0-1 0 0 0,0 0 0 0 0,0 1 1 0 0,1-1-1 0 0,-1 0 0 0 0,1 0 0 0 0,7-16-9652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09.6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21 264 0 0,'-8'-1'32401'0'0,"30"-11"-32299"0"0,-7 4-102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09.81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137 6 32767 0 0,'6'-2'0'0'0,"1"1"0"0"0,0 0 0 0 0,0 0 0 0 0,0 1 0 0 0,0 0 0 0 0,8 0 0 0 0,-14 0 0 0 0,0 0 0 0 0,1 0 0 0 0,-1 0 0 0 0,1 0 0 0 0,-1 1 0 0 0,1-1 0 0 0,-1 0 0 0 0,1 1 0 0 0,-1-1 0 0 0,1 1 0 0 0,-1-1 0 0 0,0 1 0 0 0,1 0 0 0 0,-1-1 0 0 0,0 1 0 0 0,0 0 0 0 0,0 0 0 0 0,1 0 0 0 0,-1 0 0 0 0,0 0 0 0 0,0 0 0 0 0,0 0 0 0 0,-1 1 0 0 0,1-1 0 0 0,0 0 0 0 0,0 0 0 0 0,-1 1 0 0 0,1-1 0 0 0,0 1 0 0 0,-1-1 0 0 0,0 0 0 0 0,1 1 0 0 0,-1-1 0 0 0,0 2 0 0 0,0 4 0 0 0,-1 1 0 0 0,0-1 0 0 0,0 0 0 0 0,-1 0 0 0 0,0 0 0 0 0,0 0 0 0 0,-1-1 0 0 0,0 1 0 0 0,0-1 0 0 0,-1 1 0 0 0,-5 7 0 0 0,-8 10 0 0 0,-32 32 0 0 0,6-6 0 0 0,14-23 0 0 0,23-22 0 0 0,-1-1 0 0 0,2 2 0 0 0,-1-1 0 0 0,0 1 0 0 0,1-1 0 0 0,0 1 0 0 0,1 1 0 0 0,-1-1 0 0 0,-4 10 0 0 0,9-16 0 0 0,0 1 0 0 0,0-1 0 0 0,0 0 0 0 0,-1 0 0 0 0,1 0 0 0 0,0 0 0 0 0,0 0 0 0 0,0 0 0 0 0,0 1 0 0 0,0-1 0 0 0,0 0 0 0 0,0 0 0 0 0,0 0 0 0 0,0 0 0 0 0,0 0 0 0 0,0 0 0 0 0,0 1 0 0 0,0-1 0 0 0,0 0 0 0 0,0 0 0 0 0,0 0 0 0 0,0 0 0 0 0,0 1 0 0 0,0-1 0 0 0,0 0 0 0 0,0 0 0 0 0,0 0 0 0 0,0 0 0 0 0,0 0 0 0 0,0 1 0 0 0,0-1 0 0 0,0 0 0 0 0,0 0 0 0 0,0 0 0 0 0,0 0 0 0 0,0 0 0 0 0,0 0 0 0 0,0 1 0 0 0,1-1 0 0 0,-1 0 0 0 0,0 0 0 0 0,0 0 0 0 0,0 0 0 0 0,0 0 0 0 0,0 0 0 0 0,0 0 0 0 0,1 0 0 0 0,-1 0 0 0 0,0 0 0 0 0,0 1 0 0 0,0-1 0 0 0,0 0 0 0 0,0 0 0 0 0,1 0 0 0 0,-1 0 0 0 0,0 0 0 0 0,0 0 0 0 0,0 0 0 0 0,0 0 0 0 0,0 0 0 0 0,1 0 0 0 0,-1 0 0 0 0,0 0 0 0 0,0-1 0 0 0,15-1 0 0 0,0-1 0 0 0,0-1 0 0 0,-1 0 0 0 0,1-1 0 0 0,-1-1 0 0 0,22-12 0 0 0,23-8 0 0 0,-39 18 0 0 0,8-2 0 0 0,57-14 0 0 0,-85 24 0 0 0,1 0 0 0 0,-1 0 0 0 0,0-1 0 0 0,0 1 0 0 0,0 0 0 0 0,0 0 0 0 0,0 0 0 0 0,0 0 0 0 0,0 0 0 0 0,0 0 0 0 0,1 0 0 0 0,-1-1 0 0 0,0 1 0 0 0,0 0 0 0 0,0 0 0 0 0,0 0 0 0 0,0 0 0 0 0,1 0 0 0 0,-1 0 0 0 0,0 0 0 0 0,0 0 0 0 0,0 0 0 0 0,0 0 0 0 0,0 0 0 0 0,1 0 0 0 0,-1 0 0 0 0,0 0 0 0 0,0 0 0 0 0,0 0 0 0 0,0 0 0 0 0,1 0 0 0 0,-1 0 0 0 0,0 0 0 0 0,0 0 0 0 0,0 0 0 0 0,0 0 0 0 0,0 0 0 0 0,1 0 0 0 0,-1 0 0 0 0,0 1 0 0 0,0-1 0 0 0,0 0 0 0 0,0 0 0 0 0,0 0 0 0 0,0 0 0 0 0,1 0 0 0 0,-1 0 0 0 0,0 0 0 0 0,0 1 0 0 0,0-1 0 0 0,0 0 0 0 0,0 0 0 0 0,0 0 0 0 0,0 0 0 0 0,0 0 0 0 0,0 1 0 0 0,0-1 0 0 0,0 0 0 0 0,0 0 0 0 0,0 0 0 0 0,0 0 0 0 0,0 1 0 0 0,-16 15 0 0 0,-25 9-6695 0 0,11-7-3820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0.8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246 245 252 0 0,'9'1'11183'0'0,"0"-2"-5280"0"0,-7 1-5503 0 0,0-1 0 0 0,0 0 0 0 0,0 0 0 0 0,0 0-1 0 0,-1 0 1 0 0,1 0 0 0 0,0 0 0 0 0,-1 0 0 0 0,1-1 0 0 0,-1 1 0 0 0,1 0 0 0 0,-1-1 0 0 0,0 1 0 0 0,0-1 0 0 0,1 0 0 0 0,-1 1-1 0 0,0-1 1 0 0,1-3 0 0 0,-1 3 712 0 0,-1 1-246 0 0,1 1-742 0 0,0 0 1 0 0,-1-1-1 0 0,1 1 1 0 0,0-1-1 0 0,-1 0 1 0 0,1 1-1 0 0,0-1 1 0 0,-1 1 0 0 0,1-1-1 0 0,-1 0 1 0 0,1 1-1 0 0,-1-1 1 0 0,0 0-1 0 0,1 0 1 0 0,-1 1-1 0 0,0-1 1 0 0,1 0-1 0 0,-1 0 1 0 0,0 0-1 0 0,0 1 1 0 0,0-1 0 0 0,0 0-1 0 0,1 0 1 0 0,-1 0-1 0 0,0 1 1 0 0,-1-1-1 0 0,1 0 1 0 0,0 0-1 0 0,0 0 1 0 0,0 0-1 0 0,0 1 1 0 0,-1-1-1 0 0,1 0 1 0 0,0 0 0 0 0,-1 1-1 0 0,1-1 1 0 0,0 0-1 0 0,-1 0 1 0 0,1 1-1 0 0,-1-1 1 0 0,0 0-1 0 0,1 1 1 0 0,-1-1-1 0 0,1 1 1 0 0,-1-1-1 0 0,-1 0 1 0 0,-7-7-125 0 0,6 6 0 0 0,1 0 0 0 0,-1 1 0 0 0,-1-1 0 0 0,1 1 0 0 0,0 0 0 0 0,0 0 0 0 0,0 1 0 0 0,0-1 0 0 0,-1 0 0 0 0,1 1 0 0 0,0 0 0 0 0,-1 0 0 0 0,1 0 0 0 0,0 0 0 0 0,-1 0 0 0 0,1 1 0 0 0,0 0 0 0 0,0-1 0 0 0,0 1 0 0 0,-1 0 0 0 0,1 1 0 0 0,-5 2 0 0 0,0-1 0 0 0,-4 3 0 0 0,1 0 0 0 0,-1 0 0 0 0,1 1 0 0 0,0 1 0 0 0,1 0 0 0 0,0 0 0 0 0,0 1 0 0 0,1 0 0 0 0,0 1 0 0 0,-10 15 0 0 0,7-8 0 0 0,1 1 0 0 0,0 1 0 0 0,2 0 0 0 0,0 1 0 0 0,-10 31 0 0 0,18-49 0 0 0,0 1 0 0 0,0-1 0 0 0,1 0 0 0 0,-1 1 0 0 0,1-1 0 0 0,-1 1 0 0 0,1-1 0 0 0,0 1 0 0 0,0-1 0 0 0,0 1 0 0 0,0-1 0 0 0,0 1 0 0 0,1-1 0 0 0,-1 0 0 0 0,1 1 0 0 0,-1-1 0 0 0,1 1 0 0 0,0-1 0 0 0,0 0 0 0 0,0 0 0 0 0,0 1 0 0 0,1-1 0 0 0,-1 0 0 0 0,0 0 0 0 0,1 0 0 0 0,0 0 0 0 0,-1-1 0 0 0,1 1 0 0 0,0 0 0 0 0,0-1 0 0 0,3 3 0 0 0,0-2 0 0 0,-1 0 0 0 0,1 0 0 0 0,0-1 0 0 0,0 0 0 0 0,-1 1 0 0 0,1-2 0 0 0,0 1 0 0 0,0-1 0 0 0,0 1 0 0 0,0-1 0 0 0,0-1 0 0 0,0 1 0 0 0,0-1 0 0 0,0 0 0 0 0,6-1 0 0 0,8-4-161 0 0,0-1-1 0 0,0 0 1 0 0,-1-1 0 0 0,-1-1 0 0 0,1-1-1 0 0,-1-1 1 0 0,-1 0 0 0 0,0-1 0 0 0,-1-1-1 0 0,16-15 1 0 0,-21 17-22 0 0,0-1 0 0 0,0 1 0 0 0,-1-1-1 0 0,-1-1 1 0 0,0 0 0 0 0,0 0 0 0 0,-2-1 0 0 0,0 1-1 0 0,0-2 1 0 0,-1 1 0 0 0,-1 0 0 0 0,0-1 0 0 0,-1 0-1 0 0,1-17 1 0 0,-1-48-4785 0 0,-6 26-6353 0 0,-1 27 4597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1.16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242 0 1676 0 0,'-2'5'17857'0'0,"-3"4"-8720"0"0,0 4-6068 0 0,-14 29-4924 0 0,12-25 4492 0 0,-65 176-2330 0 0,3-8-368 0 0,54-146 61 0 0,1 0 0 0 0,-9 48 0 0 0,19-79 0 0 0,-1-1 0 0 0,3 31 0 0 0,32-100 0 0 0,-21 33-3842 0 0,8-15-8721 0 0,-4 21 3366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1.49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504 1 2540 0 0,'0'0'7556'0'0,"-2"4"-5079"0"0,-15 31 3133 0 0,-30 46-1 0 0,-17 30 564 0 0,-33 71-4014 0 0,26-56-1516 0 0,-71 136-643 0 0,81-155 0 0 0,59-98 0 0 0,2 4 0 0 0,0-13 0 0 0,0 0 0 0 0,0 0 0 0 0,0 1 0 0 0,0-1 0 0 0,0 0 0 0 0,0 0 0 0 0,0 0 0 0 0,0 1 0 0 0,0-1 0 0 0,0 0 0 0 0,0 0 0 0 0,0 0 0 0 0,0 1 0 0 0,0-1 0 0 0,0 0 0 0 0,0 0 0 0 0,0 0 0 0 0,0 1 0 0 0,0-1 0 0 0,0 0 0 0 0,0 0 0 0 0,0 0 0 0 0,0 1 0 0 0,1-1 0 0 0,-1 0 0 0 0,0 0 0 0 0,0 0 0 0 0,0 0 0 0 0,0 1 0 0 0,0-1 0 0 0,0 0 0 0 0,1 0 0 0 0,-1 0 0 0 0,0 0 0 0 0,0 0 0 0 0,0 0 0 0 0,1 0 0 0 0,-1 0 0 0 0,0 1 0 0 0,0-1 0 0 0,0 0 0 0 0,1 0 0 0 0,-1 0 0 0 0,0 0 0 0 0,0 0 0 0 0,0 0 0 0 0,1 0 0 0 0,-1 0 0 0 0,0 0 0 0 0,0 0 0 0 0,1 0 0 0 0,22-13 0 0 0,-16 8-2419 0 0,1-3-6617 0 0,-2 2 2799 0 0,0 1-2237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2.20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267 26 1856 0 0,'4'-3'3383'0'0,"25"-17"19124"0"0,-21 18-17651 0 0,2 10-4691 0 0,1-1-165 0 0,-5 3 0 0 0,-6-5 0 0 0,0 0 0 0 0,0-1 0 0 0,0 1 0 0 0,-1 0 0 0 0,1 0 0 0 0,-1 0 0 0 0,0-1 0 0 0,-1 1 0 0 0,1 0 0 0 0,-1-1 0 0 0,0 1 0 0 0,0-1 0 0 0,0 0 0 0 0,-1 1 0 0 0,1-1 0 0 0,-1 0 0 0 0,0-1 0 0 0,0 1 0 0 0,-6 5 0 0 0,4-2 0 0 0,-159 164 0 0 0,80-87 0 0 0,73-74 0 0 0,6-5 0 0 0,1-1 0 0 0,-1 2 0 0 0,1-1 0 0 0,0 0 0 0 0,1 1 0 0 0,-5 8 0 0 0,8-5 0 0 0,18-9 0 0 0,3-5 0 0 0,-1 0 0 0 0,0-2 0 0 0,32-16 0 0 0,-2 2 0 0 0,-17 9 2 0 0,1 0 1 0 0,52-9-1 0 0,21-3-208 0 0,-106 24-994 0 0,-28-14-24415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7.10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227 0 1892 0 0,'0'0'12376'0'0,"-4"4"-11338"0"0,0-1-757 0 0,0 0 0 0 0,0 1-1 0 0,1 0 1 0 0,-1-1 0 0 0,1 1 0 0 0,0 0 0 0 0,0 1-1 0 0,1-1 1 0 0,-1 1 0 0 0,1-1 0 0 0,0 1-1 0 0,0 0 1 0 0,0 0 0 0 0,0 0 0 0 0,0 8-1 0 0,-13 34 1330 0 0,12-40-1396 0 0,0 0-1 0 0,0 0 1 0 0,1 0 0 0 0,0 0-1 0 0,0 0 1 0 0,0 10-1 0 0,0 54 1592 0 0,9 82 0 0 0,1 9 41 0 0,2 95 128 0 0,-1-54-938 0 0,-8 519-200 0 0,-41-3-274 0 0,-15-327-562 0 0,-6 62 0 0 0,52-360 0 0 0,1-30 0 0 0,3 1 0 0 0,4 83 0 0 0,8-57 0 0 0,4 0 0 0 0,4-1 0 0 0,43 139 0 0 0,-44-185 0 0 0,37 92 0 0 0,-43-119 0 0 0,0-1 0 0 0,1 0 0 0 0,1-1 0 0 0,1 0 0 0 0,22 25 0 0 0,-27-32 0 0 0,-1 1 0 0 0,-26-24 0 0 0,14 8-201 0 0,1 0 0 0 0,0-1 0 0 0,0 0 0 0 0,1 0 0 0 0,-1 0-1 0 0,2-1 1 0 0,-1 1 0 0 0,1-1 0 0 0,1-1 0 0 0,0 1 0 0 0,0 0 0 0 0,1-1 0 0 0,0 1 0 0 0,0-1 0 0 0,0-19 0 0 0,1 13-534 0 0,0-1-2017 0 0,-3-23-8761 0 0,-2 11 3336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8.2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186 325 1932 0 0,'0'0'10689'0'0,"0"6"-8317"0"0,-5 82 5607 0 0,1-53-5520 0 0,3 0 0 0 0,3 49 0 0 0,-1-58-1616 0 0,-1-16-581 0 0,1 0 1 0 0,0 0-1 0 0,0 1 1 0 0,1-1-1 0 0,6 16 1 0 0,-3-16-287 0 0,-4-9-191 0 0,-6-6-4313 0 0,-4-6 3866 0 0,1 0 0 0 0,1 0 0 0 0,0 0 0 0 0,0-1 0 0 0,1 0 0 0 0,-6-16 0 0 0,-27-90-2077 0 0,15 41 1686 0 0,-6-32 936 0 0,4 13 4288 0 0,21 82-1926 0 0,-3-22 3242 0 0,8 34-4613 0 0,-1 0-416 0 0,0 1-455 0 0,1 0-1 0 0,-1 1 1 0 0,1-1 0 0 0,0 0 0 0 0,-1 0 0 0 0,1 0 0 0 0,0 0 0 0 0,-1 0 0 0 0,1 0 0 0 0,0 0 0 0 0,0 0 0 0 0,0 0 0 0 0,0 0-1 0 0,0 0 1 0 0,0 0 0 0 0,0 0 0 0 0,1 0 0 0 0,-1 0 0 0 0,0 0 0 0 0,1 0 0 0 0,-1 0 0 0 0,0 0 0 0 0,1 0 0 0 0,-1 0 0 0 0,1 0-1 0 0,-1 0 1 0 0,1 0 0 0 0,0 1 0 0 0,-1-1 0 0 0,1 0 0 0 0,1 0 0 0 0,23-14-18 0 0,-20 13 12 0 0,36-15 3 0 0,0 2 0 0 0,1 1 0 0 0,1 3 0 0 0,0 1 0 0 0,0 3 0 0 0,53-3 0 0 0,-40 9 0 0 0,-55 1 0 0 0,0 0 0 0 0,0 0 0 0 0,0 0 0 0 0,0 0 0 0 0,-1 0 0 0 0,1 1 0 0 0,0-1 0 0 0,0 0 0 0 0,0 0 0 0 0,-1 1 0 0 0,1-1 0 0 0,0 0 0 0 0,0 1 0 0 0,-1-1 0 0 0,1 1 0 0 0,0-1 0 0 0,-1 1 0 0 0,1-1 0 0 0,0 1 0 0 0,-1-1 0 0 0,1 1 0 0 0,-1 0 0 0 0,1-1 0 0 0,-1 1 0 0 0,1 0 0 0 0,-1 0 0 0 0,0-1 0 0 0,1 1 0 0 0,-1 0 0 0 0,0 0 0 0 0,0-1 0 0 0,1 1 0 0 0,-1 0 0 0 0,0 0 0 0 0,0 0 0 0 0,0 0 0 0 0,0-1 0 0 0,0 1 0 0 0,0 0 0 0 0,0 0 0 0 0,0 1 0 0 0,-10 19 0 0 0,10-20 0 0 0,-7 9 0 0 0,-1 0 0 0 0,-1 0 0 0 0,1-1 0 0 0,-1 0 0 0 0,-1-1 0 0 0,0 0 0 0 0,-18 12 0 0 0,-1 0 0 0 0,-46 28 0 0 0,55-37 0 0 0,1 1 0 0 0,0 0 0 0 0,1 2 0 0 0,-28 25 0 0 0,36-29 0 0 0,10-9 0 0 0,-1-1 0 0 0,1 0 0 0 0,0 1 0 0 0,-1-1 0 0 0,1 0 0 0 0,-1 1 0 0 0,1-1 0 0 0,0 1 0 0 0,0-1 0 0 0,-1 0 0 0 0,1 1 0 0 0,0-1 0 0 0,0 1 0 0 0,-1-1 0 0 0,1 1 0 0 0,0-1 0 0 0,0 1 0 0 0,0-1 0 0 0,0 1 0 0 0,0-1 0 0 0,0 1 0 0 0,0 0 0 0 0,0-1 0 0 0,0 1 0 0 0,0-1 0 0 0,0 1 0 0 0,0-1 0 0 0,0 1 0 0 0,0-1 0 0 0,0 1 0 0 0,0-1 0 0 0,1 1 0 0 0,-1-1 0 0 0,0 1 0 0 0,0-1 0 0 0,1 1 0 0 0,-1-1 0 0 0,0 0 0 0 0,1 1 0 0 0,-1-1 0 0 0,0 1 0 0 0,1-1 0 0 0,-1 0 0 0 0,1 1 0 0 0,0-1 0 0 0,15 7 0 0 0,14-5 0 0 0,0-2 0 0 0,1 0 0 0 0,-1-2 0 0 0,54-11 0 0 0,48-3 0 0 0,-119 16 0 0 0,83 1 0 0 0,-89-1 0 0 0,1 1 0 0 0,-1 0 0 0 0,0 1 0 0 0,-1 0 0 0 0,1 0 0 0 0,0 0 0 0 0,0 1 0 0 0,-1 0 0 0 0,0 0 0 0 0,1 1 0 0 0,5 4 0 0 0,-10-6 0 0 0,0 0 0 0 0,0 0 0 0 0,0 0 0 0 0,0 1 0 0 0,-1-1 0 0 0,1 0 0 0 0,-1 1 0 0 0,0-1 0 0 0,1 1 0 0 0,-1-1 0 0 0,0 1 0 0 0,0 0 0 0 0,-1-1 0 0 0,1 1 0 0 0,-1 0 0 0 0,1 0 0 0 0,-1 0 0 0 0,0-1 0 0 0,0 1 0 0 0,0 0 0 0 0,0 0 0 0 0,-1 0 0 0 0,1 0 0 0 0,-1-1 0 0 0,1 1 0 0 0,-1 0 0 0 0,0-1 0 0 0,0 1 0 0 0,-1 0 0 0 0,1-1 0 0 0,0 1 0 0 0,-1-1 0 0 0,1 0 0 0 0,-4 4 0 0 0,-5 7 0 0 0,1-1 0 0 0,-2 0 0 0 0,0-1 0 0 0,-20 18 0 0 0,21-21 0 0 0,1 0 0 0 0,-1-1 0 0 0,0 0 0 0 0,0-1 0 0 0,-1 0 0 0 0,0 0 0 0 0,0-1 0 0 0,0 0 0 0 0,-1-1 0 0 0,1-1 0 0 0,-1 0 0 0 0,0 0 0 0 0,-17 1 0 0 0,17-4 5 0 0,9 0-6 0 0,-1 0-1 0 0,1 0 0 0 0,0 0 1 0 0,-1 0-1 0 0,1-1 1 0 0,0 1-1 0 0,-1-1 0 0 0,1 0 1 0 0,0 0-1 0 0,0 0 0 0 0,0 0 1 0 0,0-1-1 0 0,-5-2 1 0 0,-25-12-209 0 0,34 22-1573 0 0,1 3 69 0 0,6 11-1362 0 0,4-3-7212 0 0,-1-7 1474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5.14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340 1 1912,'0'0'25973,"-4"3"-25331,-3 5-153,0-1 0,1 2-1,0-1 1,1 0 0,0 1 0,0 0-1,-7 19 1,1-2-437,-2-1-1,-1 0 1,-1-2-1,-1 1 1,-24 26-1,-13 19-30,-33 39-21,80-100 0,5-8-274,1 1 1,-1 0-1,0 0 0,1 0 1,-1 0-1,0 0 0,0-1 1,0 1-1,1 0 0,-1-1 1,0 1-1,0-1 0,0 1 1,0-1-1,0 1 0,0-1 1,0 0-1,0 1 0,0-1 1,0 0-1,0 0 0,-3 0 1,-1-11-10893,4 8 7993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5.4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 25 484,'0'0'2501,"-20"-25"24869,19 32-27245,0-1 0,1 1 0,0-1 0,0 1 0,0-1 0,1 1 0,0-1 0,0 1 0,1-1 0,0 0 0,0 0 0,0 0 0,1 0 0,0 0 0,0 0 0,1 0 0,-1-1 0,1 0 0,0 0 0,5 5 0,-2-4-139,0 0-1,1-1 1,-1 0-1,1 0 1,0-1-1,0 0 1,0 0-1,1-1 1,-1 0 0,1 0-1,0-1 1,0 0-1,0-1 1,0 0-1,17 0 1,-8-2 1692,3 1-13850,-21 0 11775,0 1 0,1-1-1,-1 0 1,1 0 0,-1 0 0,0 0 0,1 1 0,-1-1 0,0 0 0,1 0-1,-1 1 1,0-1 0,1 0 0,-1 1 0,0-1 0,1 0 0,-1 1-1,0-1 1,0 0 0,0 1 0,1-1 0,-1 1 0,0-1 0,0 0 0,0 1-1,0-1 1,0 1 0,0-1 0,0 0 0,0 1 0,0-1 0,0 1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6.75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74 256,'0'0'26210,"6"-2"-25927,22-6 521,0-2-1,26-13 1,1-5 69,-53 28-924,5-2 699,-3 3-3186,-23 22-7679,2-6 1396,6-8 3727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46.98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87 1716 0 0,'0'0'17402'0'0,"6"-1"-16424"0"0,91-21 3736 0 0,31-7-2453 0 0,-128 29-2256 0 0,31-9-1738 0 0,-2-6-5256 0 0,-26 11 1901 0 0,-4-2 1074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7.4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145 1 1356,'-25'1'2201,"22"-1"-767,0 0 0,0 1 0,-1-1-1,1 1 1,0 0 0,0 0 0,0 0 0,0 0 0,0 1 0,0-1 0,0 1 0,-4 3 0,-8 10-1123,7-5 449,1 1 1,1-1-1,-1 1 1,2 1-1,-1-1 1,2 1-1,0 0 1,0 0-1,1 1 1,-3 22-1,6-32-696,0-1-1,0 0 1,0 0-1,0 1 1,0-1-1,1 0 1,-1 0 0,1 1-1,0-1 1,0 0-1,-1 0 1,1 0-1,1 0 1,-1 0-1,0 0 1,0 0-1,1-1 1,-1 1-1,1 0 1,-1-1 0,4 3-1,-2-2-56,0-1 0,0 1 0,0-1 0,1 0 0,-1 0 0,0 0 1,1 0-1,-1-1 0,1 1 0,-1-1 0,1 0 0,5-1 0,2 0-178,1-1 0,-1 0 1,0-1-1,0 0 0,0-1 0,0 0 0,15-8 1,-20 9 83,-1 0 1,0 0-1,0-1 1,0 1-1,0-1 1,0 0-1,-1 0 1,0-1-1,0 1 1,0-1 0,0 0-1,-1 0 1,0 0-1,0 0 1,0-1-1,-1 1 1,4-10-1,-6 13 114,1 0-1,0-1 0,-1 1 1,0 0-1,1 0 0,-1 0 0,0 0 1,0-1-1,0 1 0,-1 0 1,1 0-1,0 0 0,-1 0 0,1-1 1,-1 1-1,0 0 0,0 0 1,0 0-1,-2-2 0,0 0 61,0 1 1,-1 0-1,1 0 1,-1 0-1,0 1 0,0 0 1,0-1-1,-7-2 0,-11 5-2817,16 3-2675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7.8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142 1 1464,'0'0'6223,"-8"31"1161,5-20-6197,-1 0-1,0-1 1,0 1 0,-1-1 0,-6 10 0,-11 23 1447,14-25-1714,-2-1 1,1 0-1,-17 21 1,5-7-2084,20-29-955,-3 0 2541,3-34-21449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8.32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69 22 1096,'-4'2'1140,"-1"0"0,1 0-1,0 0 1,0 1 0,0 0 0,0 0 0,0 0-1,1 0 1,-1 1 0,1-1 0,0 1-1,0 0 1,0 0 0,0 0 0,1 0 0,-3 7-1,-1 34 3806,6-41-4645,0 1 1,0-1-1,0 1 0,1-1 0,0 1 1,0-1-1,0 0 0,3 6 0,-4-8-263,1 0-1,1-1 1,-1 1-1,0-1 1,0 1-1,1-1 0,-1 0 1,0 1-1,1-1 1,0 0-1,-1 0 1,1 0-1,-1 0 1,1 0-1,0-1 0,0 1 1,0 0-1,-1-1 1,1 1-1,0-1 1,0 0-1,0 0 1,0 0-1,0 0 0,0 0 1,3 0-1,5-1-229,1-1-1,-1 0 1,1 0-1,-1-1 1,0 0-1,0-1 1,-1 0-1,1-1 1,-1 0-1,0 0 1,0-1-1,-1 0 1,1-1-1,-1 0 1,-1 0-1,1 0 1,-1-1-1,0 0 1,-1-1-1,0 0 0,-1 0 1,0 0-1,7-15 1,-8 15 7,5-23 2763,-9 29 248,-4 6-2313,1 0-402,0-1 0,0 1 0,0-1 0,1 1 0,-1 0 1,1 0-1,0 0 0,0 1 0,0-1 0,0 0 0,1 1 0,-1-1 0,1 1 1,0 0-1,0-1 0,0 1 0,0 0 0,1 0 0,0-1 0,0 1 0,0 0 1,0 4-1,1 3-104,-1 1 0,2-1-1,0 0 1,0 0 0,1 0 0,0 0 0,1-1 0,9 19 0,4 1-4,31 43 0,-30-49-6,-2 2 1,22 43 0,-32-57 3,-1 0 0,-1 0 0,0 1 0,4 23 0,-7-32 0,-1 0 0,0 1 0,0-1 0,0 1 0,0-1 0,-1 0 0,0 1 0,0-1 0,0 0 0,0 0 0,-1 0 0,1 0 0,-1 0 0,0 0 0,0 0 0,-1 0 0,1-1 0,-5 5 0,2 2 0,-2 0 0,-25 6 0,31-16-43,0 1 0,1-1-1,-1 0 1,0 0 0,1 1 0,-1-1-1,0 0 1,1 0 0,-1 0 0,0 0-1,0 0 1,1 0 0,-1 0 0,0 0-1,1 0 1,-1 0 0,0-1 0,1 1-1,-1 0 1,0 0 0,1-1 0,-1 1-1,0 0 1,1-1 0,-1 1 0,1 0-1,-1-1 1,0 1 0,1-1 0,-1 1-1,1-1 1,0 0 0,-1 1 0,1-1-1,-1 1 1,1-1 0,0 0 0,-1 1-1,1-1 1,0 0 0,0 1 0,0-1-1,-1 0 1,1 0 0,1-7-937,1 1 0,-1 0 0,2 0 0,-1 0 0,0 0 0,5-8 1,3-6-3797,0 4-3301,1 2 1828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8.5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40 1464,'0'0'24869,"28"-7"-20458,-13 6-4359,-1-1-1,0 0 1,26-7-1,15-9-7417,-53 17 5113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8.8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 74 276,'-2'6'358,"-1"11"13931,18-8-9558,-2-13-3730,0 0 0,0 0 1,16-10-1,16-10-1762,-9 1-3764,-3-1-4843,-20 15 4303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9.2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93 158 1124,'0'0'5161,"-3"-3"-3611,-13-13 7095,16 7-7132,-4 11 5222,-6 8-5959,1 0 1,0 1-1,1 0 0,-10 20 0,15-27-593,1 0 1,0 1-1,0-1 0,1 1 0,-1 0 0,1-1 1,0 1-1,0 0 0,1 0 0,-1 0 0,1-1 1,0 1-1,0 0 0,1 0 0,-1 0 0,1 0 1,3 7-1,-3-10-194,0 1 1,0-1-1,0 0 1,1-1 0,-1 1-1,1 0 1,0 0-1,-1 0 1,1-1-1,0 1 1,0-1-1,0 0 1,0 1-1,0-1 1,0 0-1,0 0 1,0 0-1,1-1 1,-1 1-1,0 0 1,1-1-1,-1 0 1,0 1-1,1-1 1,-1 0-1,4 0 1,8-1-216,-1 0-1,1-1 1,19-6-1,-23 6 60,16-4-350,0-2 0,-1 0 1,43-22-1,-58 25 415,0 0 1,-1-1-1,0 0 1,0 0-1,-1-1 1,1 0-1,-1-1 1,-1 0-1,0 0 1,0-1-1,0 0 1,5-10-1,-10 15 191,-1 1-1,1 0 1,-1-1-1,0 1 0,0-1 1,0 0-1,0 1 0,-1-1 1,0 0-1,1 1 1,-1-1-1,0 0 0,-1 1 1,1-1-1,-1 0 0,0 1 1,0-1-1,0 0 0,0 1 1,0 0-1,-1-1 1,0 1-1,0 0 0,0 0 1,0-1-1,0 2 0,0-1 1,-1 0-1,1 0 0,-1 1 1,-3-3-1,-2-1 164,1 1 1,-1-1-1,0 2 0,-1-1 0,1 1 1,-1 0-1,0 1 0,0 0 0,0 1 1,-18-3-1,15 3-252,-1 1 0,1 1 0,0 0 0,0 1 0,0 0 0,0 1 0,0 0 0,1 1 0,-1 1 0,0-1 0,-14 8 0,16-5 0,9-4-170,0 0 0,0-1 1,1 1-1,-1 0 0,0-1 0,1 1 0,-1 0 1,1 0-1,-1-1 0,1 1 0,0 0 0,0 0 0,0 0 1,0-1-1,0 1 0,0 0 0,0 0 0,0 0 1,1 0-1,-1-1 0,1 1 0,0 0 0,-1 0 1,1-1-1,2 3 0,2 3-2659,3-1 3154,-1-1-5326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50.36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21 1956 0 0,'0'0'14668'0'0,"7"-1"-13430"0"0,63-7 1540 0 0,-37 3-1436 0 0,0 1 0 0 0,1 2 0 0 0,41 2 0 0 0,-74 0-1262 0 0,0 0-1 0 0,1 0 1 0 0,-1 0 0 0 0,0 1 0 0 0,1-1 0 0 0,-1 0 0 0 0,0 1 0 0 0,0-1 0 0 0,0 0 0 0 0,1 1 0 0 0,-1 0-1 0 0,0-1 1 0 0,0 1 0 0 0,0 0 0 0 0,0-1 0 0 0,0 1 0 0 0,0 0 0 0 0,0 0 0 0 0,0 0 0 0 0,0 0 0 0 0,0 0-1 0 0,-1 0 1 0 0,1 0 0 0 0,0 0 0 0 0,-1 0 0 0 0,2 2 0 0 0,-2 0 40 0 0,1 0 0 0 0,-1 0 1 0 0,0-1-1 0 0,0 1 0 0 0,0 0 0 0 0,0 0 0 0 0,0 0 1 0 0,-1-1-1 0 0,1 1 0 0 0,-1 0 0 0 0,0 0 0 0 0,-1 2 1 0 0,-5 12 358 0 0,-2 0 0 0 0,1 0 0 0 0,-13 16 0 0 0,14-23-230 0 0,-111 165 625 0 0,111-164-874 0 0,0 1 0 0 0,0 0 0 0 0,1 0 0 0 0,0 1 0 0 0,2 0 0 0 0,-1 0 0 0 0,1 0 0 0 0,1 1 0 0 0,-2 15 0 0 0,5-25 0 0 0,-1-1 0 0 0,1 1 0 0 0,0 0 0 0 0,0-1 0 0 0,0 1 0 0 0,1 0 0 0 0,-1-1 0 0 0,1 1 0 0 0,0 0 0 0 0,0-1 0 0 0,0 1 0 0 0,0-1 0 0 0,1 1 0 0 0,-1-1 0 0 0,1 0 0 0 0,0 0 0 0 0,0 0 0 0 0,0 0 0 0 0,1 0 0 0 0,-1 0 0 0 0,1 0 0 0 0,-1-1 0 0 0,1 1 0 0 0,0-1 0 0 0,0 0 0 0 0,0 0 0 0 0,0 0 0 0 0,0 0 0 0 0,1 0 0 0 0,-1-1 0 0 0,1 0 0 0 0,-1 1 0 0 0,1-1 0 0 0,-1 0 0 0 0,1-1 0 0 0,0 1 0 0 0,-1-1 0 0 0,6 1 0 0 0,1-1 0 0 0,1 0 0 0 0,-1-1 0 0 0,1 0 0 0 0,-1 0 0 0 0,0-1 0 0 0,0-1 0 0 0,1 0 0 0 0,-1 0 0 0 0,-1-1 0 0 0,1 0 0 0 0,-1 0 0 0 0,16-10 0 0 0,-23 12-166 0 0,0 1-1 0 0,0 0 1 0 0,0-1-1 0 0,0 1 1 0 0,0-1 0 0 0,0 0-1 0 0,0 0 1 0 0,-1 0-1 0 0,1 0 1 0 0,0 0 0 0 0,1-4-1 0 0,-2 4-211 0 0,0 1-1 0 0,-1-1 0 0 0,1 0 0 0 0,-1 0 1 0 0,0 1-1 0 0,0-1 0 0 0,1 0 1 0 0,-1 0-1 0 0,0 0 0 0 0,0 0 1 0 0,-1 1-1 0 0,1-1 0 0 0,0 0 0 0 0,-1 0 1 0 0,1 0-1 0 0,-1 1 0 0 0,1-1 1 0 0,-1 0-1 0 0,0 1 0 0 0,-1-3 1 0 0,-1 0-621 0 0,0-1 1 0 0,0 1 0 0 0,0 1-1 0 0,-1-1 1 0 0,1 0-1 0 0,-1 1 1 0 0,0 0 0 0 0,0 0-1 0 0,0 0 1 0 0,-1 0 0 0 0,1 0-1 0 0,-7-2 1 0 0,-2 1-4537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50.5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71 756 0 0,'0'0'18452'0'0,"4"4"-17363"0"0,0-1-907 0 0,1 1-1 0 0,0-1 1 0 0,1-1-1 0 0,-1 1 0 0 0,0-1 1 0 0,1 0-1 0 0,-1 0 1 0 0,1 0-1 0 0,0-1 1 0 0,-1 0-1 0 0,1 0 0 0 0,0-1 1 0 0,0 1-1 0 0,0-1 1 0 0,-1 0-1 0 0,1-1 1 0 0,0 0-1 0 0,8-1 0 0 0,17-5-816 0 0,-1 0 0 0 0,36-15 0 0 0,-49 16-47 0 0,33-15-2565 0 0,-5-4-5703 0 0,-30 16 3914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50.85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39 876 0 0,'0'0'21743'0'0,"14"-4"-19920"0"0,78-19-812 0 0,-61 17-4247 0 0,-2 1-4302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51.04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4 125 1188 0 0,'-4'20'17592'0'0,"16"-20"-16524"0"0,-1-1 0 0 0,0 0-1 0 0,0 0 1 0 0,0-1 0 0 0,0-1 0 0 0,14-5 0 0 0,73-30 2383 0 0,-51 18-2963 0 0,19-11-3206 0 0,-48 17-2371 0 0,-2-3-6184 0 0,-10 9 5023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51.3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186 0 1080 0 0,'0'0'5204'0'0,"-5"4"-2765"0"0,-34 28 3648 0 0,-23 21 3268 0 0,27-8-6290 0 0,27-31-2045 0 0,1 1-1 0 0,0 0 0 0 0,1 1 0 0 0,-5 24 0 0 0,6-24-596 0 0,5-14-422 0 0,0 0 0 0 0,-1 0-1 0 0,1 0 1 0 0,0 0 0 0 0,0 0 0 0 0,0 0 0 0 0,1 0-1 0 0,-1 0 1 0 0,0 0 0 0 0,1 0 0 0 0,-1 0 0 0 0,1 0-1 0 0,0 0 1 0 0,0-1 0 0 0,-1 1 0 0 0,1 0 0 0 0,1 0-1 0 0,-1-1 1 0 0,0 1 0 0 0,0 0 0 0 0,0-1 0 0 0,1 0 0 0 0,-1 1-1 0 0,1-1 1 0 0,-1 0 0 0 0,1 1 0 0 0,2 0 0 0 0,0 1-2 0 0,-1-1 1 0 0,1 0-1 0 0,0 0 1 0 0,-1-1 0 0 0,1 1-1 0 0,0-1 1 0 0,0 0 0 0 0,0 0-1 0 0,0 0 1 0 0,0 0 0 0 0,0-1-1 0 0,8 1 1 0 0,6-4-3 0 0,1 0 1 0 0,-1-1-1 0 0,0 0 0 0 0,0-2 0 0 0,-1 0 1 0 0,0-1-1 0 0,0 0 0 0 0,0-2 1 0 0,-1 0-1 0 0,0-1 0 0 0,-1 0 0 0 0,0-1 1 0 0,23-23-1 0 0,-35 31 3 0 0,0 0 1 0 0,0 0-1 0 0,0-1 1 0 0,-1 0-1 0 0,1 1 1 0 0,-1-1-1 0 0,0 0 1 0 0,0 0-1 0 0,0 0 1 0 0,0 0-1 0 0,-1-1 0 0 0,1 1 1 0 0,-1 0-1 0 0,-1-1 1 0 0,1 1-1 0 0,0-1 1 0 0,-1 1-1 0 0,0-1 1 0 0,0 1-1 0 0,0-1 0 0 0,-1 1 1 0 0,1 0-1 0 0,-1-1 1 0 0,0 1-1 0 0,-1 0 1 0 0,1-1-1 0 0,-1 1 1 0 0,0 0-1 0 0,1 0 1 0 0,-2 0-1 0 0,1 0 0 0 0,0 0 1 0 0,-1 1-1 0 0,0-1 1 0 0,0 1-1 0 0,0 0 1 0 0,0 0-1 0 0,-1 0 1 0 0,1 0-1 0 0,-1 0 0 0 0,1 1 1 0 0,-1-1-1 0 0,0 1 1 0 0,0 0-1 0 0,0 0 1 0 0,0 1-1 0 0,-1-1 1 0 0,1 1-1 0 0,0 0 1 0 0,-1 0-1 0 0,1 0 0 0 0,-1 1 1 0 0,1 0-1 0 0,-1-1 1 0 0,1 2-1 0 0,-1-1 1 0 0,1 0-1 0 0,-5 2 1 0 0,-1 0-387 0 0,0 0 0 0 0,0 0 0 0 0,1 1 0 0 0,-1 0 0 0 0,1 1 0 0 0,0 0 0 0 0,0 0 0 0 0,0 1 0 0 0,-13 9 0 0 0,-7 12-5250 0 0,5 5-5464 0 0,16-16 4260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48.7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4 274 168 0 0,'0'0'10974'0'0,"11"-6"3472"0"0,-4 6-14523 0 0,12 9 5532 0 0,-17-7-4873 0 0,10 17 637 0 0,-11-18-1219 0 0,0 0 0 0 0,-1 0 0 0 0,1 0 0 0 0,0 0 0 0 0,-1-1 0 0 0,1 1 0 0 0,0 1 0 0 0,-1-1 0 0 0,1 0 0 0 0,-1 0 0 0 0,0 0 0 0 0,1 0 0 0 0,-1 0 0 0 0,0 0 0 0 0,0 0 0 0 0,1 1 0 0 0,-1 1 0 0 0,6 19 0 0 0,-4-19 0 0 0,-1-2 0 0 0,0 0 0 0 0,0-1 0 0 0,-1 1 0 0 0,1 0 0 0 0,0 0 0 0 0,-1-1 0 0 0,1 1 0 0 0,-1 0 0 0 0,1 0 0 0 0,-1 0 0 0 0,0 0 0 0 0,1 0 0 0 0,-1 0 0 0 0,0 0 0 0 0,0 0 0 0 0,1 0 0 0 0,-1 0 0 0 0,0 0 0 0 0,0 0 0 0 0,0 0 0 0 0,0 0 0 0 0,0 0 0 0 0,-1 0 0 0 0,1 2 0 0 0,0 8 0 0 0,1 0 0 0 0,0 0 0 0 0,1 0 0 0 0,5 18 0 0 0,-6-16 0 0 0,-1-1 0 0 0,0-12 0 0 0,0-1 0 0 0,0 1 0 0 0,0 0 0 0 0,0 0 0 0 0,0 0 0 0 0,0-1 0 0 0,0 1 0 0 0,-1 0 0 0 0,1 0 0 0 0,0 0 0 0 0,0 0 0 0 0,0-1 0 0 0,0 1 0 0 0,0 0 0 0 0,0 0 0 0 0,0 0 0 0 0,-1 0 0 0 0,1 0 0 0 0,0-1 0 0 0,0 1 0 0 0,0 0 0 0 0,0 0 0 0 0,-1 0 0 0 0,1 0 0 0 0,0 0 0 0 0,0 0 0 0 0,0 0 0 0 0,-1 0 0 0 0,1 0 0 0 0,0 0 0 0 0,0 0 0 0 0,0 0 0 0 0,-1 0 0 0 0,1 0 0 0 0,0 0 0 0 0,0 0 0 0 0,0 0 0 0 0,0 0 0 0 0,-1 0 0 0 0,1 0 0 0 0,0 0 0 0 0,0 0 0 0 0,0 0 0 0 0,-1 0 0 0 0,1 0 0 0 0,0 0 0 0 0,0 0 0 0 0,0 1 0 0 0,0-1 0 0 0,-1 0 0 0 0,1 0 0 0 0,0 0 0 0 0,0 0 0 0 0,0 0 0 0 0,0 1 0 0 0,0-1 0 0 0,0 0 0 0 0,-1 0 0 0 0,1 0 0 0 0,0 0 0 0 0,0 1 0 0 0,0-1 0 0 0,0 0 0 0 0,0 0 0 0 0,0 0 0 0 0,0 1 0 0 0,0-1 0 0 0,0 0 0 0 0,-11-21 0 0 0,8 10 0 0 0,-1 1 0 0 0,0-1 0 0 0,0 1 0 0 0,-6-9 0 0 0,6 11 0 0 0,0 0 0 0 0,0 1 0 0 0,1-1 0 0 0,0 0 0 0 0,0-1 0 0 0,1 1 0 0 0,0-1 0 0 0,-1-10 0 0 0,-1 1 0 0 0,-6-10 0 0 0,9 24 0 0 0,0 1 0 0 0,0-1 0 0 0,1 0 0 0 0,-1 1 0 0 0,1-1 0 0 0,0 0 0 0 0,0 0 0 0 0,0 1 0 0 0,0-1 0 0 0,0 0 0 0 0,1 0 0 0 0,0 1 0 0 0,0-1 0 0 0,0 1 0 0 0,3-7 0 0 0,0-1 0 0 0,-1 3 0 0 0,1 0 0 0 0,0 0 0 0 0,0 0 0 0 0,0 1 0 0 0,1-1 0 0 0,1 1 0 0 0,-1 0 0 0 0,8-6 0 0 0,54-47 0 0 0,-60 54 0 0 0,1 0 0 0 0,-1 0 0 0 0,1 1 0 0 0,1 0 0 0 0,-1 1 0 0 0,15-6 0 0 0,-11 7 0 0 0,4 8 0 0 0,-9 3 0 0 0,-5 2 0 0 0,3 1 0 0 0,-4 0 0 0 0,-1-9-227 0 0,0 0 0 0 0,0 0 0 0 0,0 0 0 0 0,-1 0 0 0 0,1 0 0 0 0,0 1 0 0 0,-1-1 0 0 0,0 0 0 0 0,1 0 0 0 0,-1-1 0 0 0,0 1 0 0 0,0 0 0 0 0,0 0 0 0 0,0 0 0 0 0,0 0 0 0 0,-1-1 0 0 0,1 1 0 0 0,-3 2 0 0 0,-5 8-4155 0 0,1 2-4725 0 0,-3 2 695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49.16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9 112 796 0 0,'0'0'1902'0'0,"-2"-4"-1285"0"0,-4-15 25713 0 0,6 19-25849 0 0,9 0-348 0 0,-1-1 0 0 0,1 0 0 0 0,-1 0 0 0 0,1 0 0 0 0,-1-1 0 0 0,0 0 0 0 0,0-1 0 0 0,0 0 0 0 0,0 0 0 0 0,0-1 0 0 0,-1 0 0 0 0,0 0 0 0 0,8-5 0 0 0,6-3 126 0 0,0 1 1 0 0,23-8 0 0 0,-32 15-260 0 0,-5 0-9 0 0,-6 3-131 0 0,-1 2-524 0 0,-1 1 575 0 0,1-1-1 0 0,0 0 0 0 0,-1 0 0 0 0,1 0 0 0 0,-1 1 0 0 0,1-1 0 0 0,-1 0 1 0 0,0 0-1 0 0,1 0 0 0 0,-1 0 0 0 0,0 0 0 0 0,0 0 0 0 0,0 0 1 0 0,0 0-1 0 0,0 0 0 0 0,-1 0 0 0 0,-12 16-1495 0 0,-18 19-4218 0 0,9-12-5470 0 0,17-11 4655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49.37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0 116 1412 0 0,'0'0'26160'0'0,"7"-4"-25453"0"0,36-23 262 0 0,31-19-1325 0 0,-28 13-10058 0 0,-37 28 3423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49.8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73 132 824 0 0,'0'0'3472'0'0,"3"-21"15671"0"0,-4 20-19079 0 0,0 1-1 0 0,1-1 0 0 0,-1 1 0 0 0,0-1 1 0 0,1 1-1 0 0,-1-1 0 0 0,0 1 0 0 0,0 0 1 0 0,1-1-1 0 0,-1 1 0 0 0,0 0 0 0 0,0 0 0 0 0,1-1 1 0 0,-1 1-1 0 0,0 0 0 0 0,0 0 0 0 0,0 0 1 0 0,0 0-1 0 0,1 0 0 0 0,-1 0 0 0 0,0 0 1 0 0,0 0-1 0 0,0 1 0 0 0,1-1 0 0 0,-1 0 0 0 0,-1 1 1 0 0,-19 17 3114 0 0,16-10-2437 0 0,0-1-1 0 0,1 1 0 0 0,0 0 0 0 0,1 0 1 0 0,-6 16-1 0 0,9-23-740 0 0,-1 1 0 0 0,1-1 0 0 0,-1 0 0 0 0,1 1 0 0 0,0-1 0 0 0,0 0 0 0 0,-1 1 0 0 0,1-1 0 0 0,0 0 0 0 0,0 1 0 0 0,1-1 0 0 0,-1 1 0 0 0,0-1 0 0 0,0 0 0 0 0,1 1 0 0 0,-1-1 0 0 0,0 0 0 0 0,1 0 0 0 0,0 1 0 0 0,-1-1 0 0 0,1 0 0 0 0,0 0 0 0 0,-1 0 0 0 0,1 1 0 0 0,0-1 0 0 0,0 0 0 0 0,0 0 0 0 0,0-1 0 0 0,0 1 0 0 0,0 0 0 0 0,0 0 0 0 0,0 0 0 0 0,1-1 0 0 0,-1 1 0 0 0,0 0 0 0 0,0-1 0 0 0,1 1 0 0 0,-1-1 0 0 0,0 0 0 0 0,1 1 0 0 0,-1-1 0 0 0,0 0 0 0 0,1 0 0 0 0,1 0 0 0 0,4 1 0 0 0,0-1 0 0 0,-1 0 0 0 0,1 0 0 0 0,0-1 0 0 0,12-2 0 0 0,0-2-17 0 0,0 0 1 0 0,0-2-1 0 0,0 0 1 0 0,-1-1-1 0 0,0-1 1 0 0,0-1-1 0 0,-1 0 1 0 0,19-16-1 0 0,-32 23 26 0 0,0-1-1 0 0,0 0 1 0 0,-1 1 0 0 0,1-1-1 0 0,-1 0 1 0 0,0 0-1 0 0,0-1 1 0 0,0 1 0 0 0,-1-1-1 0 0,1 1 1 0 0,-1-1-1 0 0,0 0 1 0 0,-1 0-1 0 0,1 0 1 0 0,0-8 0 0 0,-2 10-9 0 0,0 1 1 0 0,0-1-1 0 0,0 1 1 0 0,0 0-1 0 0,-1-1 1 0 0,1 1-1 0 0,-1-1 1 0 0,0 1-1 0 0,0 0 1 0 0,1 0-1 0 0,-2-1 1 0 0,1 1-1 0 0,0 0 1 0 0,0 0-1 0 0,-1 0 0 0 0,1 0 1 0 0,-1 0-1 0 0,1 0 1 0 0,-1 1-1 0 0,0-1 1 0 0,0 0-1 0 0,0 1 1 0 0,0 0-1 0 0,0-1 1 0 0,0 1-1 0 0,0 0 1 0 0,0 0-1 0 0,-4-1 1 0 0,-1 0-2 0 0,1 0 1 0 0,-1 1 0 0 0,1 0-1 0 0,-1 0 1 0 0,0 1-1 0 0,-13 0 1 0 0,14 0 0 0 0,-1 0 0 0 0,0 0 0 0 0,0 1 0 0 0,0 0 0 0 0,0 0 0 0 0,0 0 0 0 0,1 1 0 0 0,-1 0 0 0 0,0 1 0 0 0,1-1 0 0 0,0 1 0 0 0,0 0 0 0 0,0 1 0 0 0,0 0 0 0 0,-7 5 0 0 0,5 1-3743 0 0,-1 5-8337 0 0,6-9 9529 0 0,-3 6-5541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50.53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126 8 1816 0 0,'-1'-1'14418'0'0,"-7"-5"-14094"0"0,2 5 8470 0 0,0 3-8554 0 0,0 0 0 0 0,0 1 0 0 0,1 0 0 0 0,-1 0 0 0 0,1 0 0 0 0,0 1 0 0 0,-1-1 0 0 0,2 1 0 0 0,-1 1 0 0 0,0-1 0 0 0,1 0 0 0 0,0 1-1 0 0,0 0 1 0 0,0 0 0 0 0,1 0 0 0 0,-4 7 0 0 0,4-6-31 0 0,-1 0-1 0 0,1-1 1 0 0,0 1-1 0 0,1 0 1 0 0,0 0-1 0 0,0 1 1 0 0,0-1-1 0 0,0 0 1 0 0,1 1-1 0 0,0-1 1 0 0,1 1-1 0 0,-1-1 1 0 0,1 1-1 0 0,0-1 1 0 0,3 14-1 0 0,-2-17-208 0 0,1 0 0 0 0,0-1 0 0 0,0 1 0 0 0,0 0 0 0 0,0-1 0 0 0,0 1 0 0 0,0-1 0 0 0,1 0 0 0 0,-1 1 0 0 0,1-1 0 0 0,0 0 0 0 0,-1-1 0 0 0,1 1 0 0 0,0 0 0 0 0,0-1 0 0 0,0 0 0 0 0,0 0 0 0 0,0 0 0 0 0,1 0 0 0 0,-1 0 0 0 0,0 0 0 0 0,0-1 0 0 0,1 0 0 0 0,-1 1 0 0 0,0-1 0 0 0,1-1 0 0 0,3 1 0 0 0,12-1 0 0 0,1 0 0 0 0,0-2 0 0 0,20-4 0 0 0,-17 1 0 0 0,0-1 0 0 0,-1-1 0 0 0,1-1 0 0 0,-2-1 0 0 0,1 0 0 0 0,-1-2 0 0 0,33-25 0 0 0,-50 34 0 0 0,1 0 0 0 0,-1-1 0 0 0,0 1 0 0 0,-1-1 0 0 0,1 0 0 0 0,-1 0 0 0 0,1-1 0 0 0,-1 1 0 0 0,0-1 0 0 0,-1 1 0 0 0,1-1 0 0 0,-1 0 0 0 0,0 0 0 0 0,1-6 0 0 0,-3-3 0 0 0,-5 1 0 0 0,-7 6 0 0 0,11 7 0 0 0,0 0 0 0 0,0-1 0 0 0,0 1 0 0 0,0-1 0 0 0,0 1 0 0 0,0 0 0 0 0,0 0 0 0 0,0-1 0 0 0,0 1 0 0 0,0 0 0 0 0,-1 0 0 0 0,1 0 0 0 0,0 0 0 0 0,0 1 0 0 0,0-1 0 0 0,0 0 0 0 0,0 0 0 0 0,0 1 0 0 0,0-1 0 0 0,0 0 0 0 0,0 1 0 0 0,0-1 0 0 0,0 1 0 0 0,0-1 0 0 0,0 1 0 0 0,1 0 0 0 0,-1-1 0 0 0,0 1 0 0 0,0 0 0 0 0,1-1 0 0 0,-1 1 0 0 0,-1 1 0 0 0,-2 4 0 0 0,0-4-401 0 0,1 1 1 0 0,-1-1-1 0 0,1 1 1 0 0,0 0-1 0 0,0 0 1 0 0,0 0-1 0 0,0 1 1 0 0,-4 5-1 0 0,-17 20-5232 0 0,16-22-3269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50.96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16 115 1892 0 0,'-16'6'25998'0'0,"45"-15"-25371"0"0,0-2 1 0 0,0 0-1 0 0,-1-2 0 0 0,32-20 1 0 0,-3-9-4863 0 0,-55 40 3151 0 0,-31 28-14640 0 0,14-11 10108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51.14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0 190 424 0 0,'0'0'10132'0'0,"9"11"-7094"0"0,-2-11 2500 0 0,67-39-433 0 0,-41 23-3076 0 0,44-30 0 0 0,-67 38-2622 0 0,0 1 0 0 0,0-2 0 0 0,-1 1 0 0 0,13-17 0 0 0,-12 15-1320 0 0,-4 2 58 0 0,-1-4-8763 0 0,-1-1 4462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51.5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81 87 304 0 0,'0'0'26491'0'0,"-4"4"-25293"0"0,-6 8-602 0 0,0 0 1 0 0,1 1 0 0 0,1 0 0 0 0,0 1 0 0 0,1 0-1 0 0,1 0 1 0 0,-7 17 0 0 0,13-29-597 0 0,-1-1 0 0 0,0 1 0 0 0,0 0 0 0 0,1-1 0 0 0,-1 1 0 0 0,1 0 0 0 0,0 0 0 0 0,-1-1 0 0 0,1 1 0 0 0,0 0 0 0 0,0 0 0 0 0,0-1 0 0 0,0 1 0 0 0,1 0 0 0 0,-1 0 0 0 0,0-1 0 0 0,1 1 0 0 0,-1 0 0 0 0,1-1 0 0 0,-1 1 0 0 0,1 0 0 0 0,0-1 0 0 0,0 1 0 0 0,0-1 0 0 0,0 1 0 0 0,0-1 0 0 0,0 1 0 0 0,0-1 0 0 0,0 0 0 0 0,1 0 0 0 0,-1 1 0 0 0,0-1 0 0 0,1 0 0 0 0,-1 0 0 0 0,1 0 0 0 0,-1 0 0 0 0,1-1 0 0 0,-1 1 0 0 0,1 0 0 0 0,0-1 0 0 0,0 1 0 0 0,-1-1 0 0 0,3 1 0 0 0,2-1 0 0 0,0 1 0 0 0,-1-1 0 0 0,1 0 0 0 0,0 0 0 0 0,0-1 0 0 0,-1 0 0 0 0,1 0 0 0 0,0 0 0 0 0,-1 0 0 0 0,6-3 0 0 0,12-6 0 0 0,-1-1 0 0 0,-1 0 0 0 0,0-2 0 0 0,25-19 0 0 0,-37 24 0 0 0,-1 1 0 0 0,0-1 0 0 0,-1 0 0 0 0,0-1 0 0 0,0 0 0 0 0,-1 0 0 0 0,0 0 0 0 0,0-1 0 0 0,-1 1 0 0 0,-1-2 0 0 0,6-15 0 0 0,-9 24 0 0 0,-1 1 0 0 0,0 0 0 0 0,1-1 0 0 0,-1 1 0 0 0,0 0 0 0 0,0-1 0 0 0,0 1 0 0 0,0 0 0 0 0,0-1 0 0 0,-1 1 0 0 0,1-1 0 0 0,0 1 0 0 0,-1 0 0 0 0,1 0 0 0 0,0-1 0 0 0,-1 1 0 0 0,0 0 0 0 0,1 0 0 0 0,-1-1 0 0 0,0 1 0 0 0,0 0 0 0 0,1 0 0 0 0,-1 0 0 0 0,0 0 0 0 0,0 0 0 0 0,0 0 0 0 0,0 0 0 0 0,-2-1 0 0 0,0 0 0 0 0,1 0-5 0 0,1-1 0 0 0,-1 1-1 0 0,0 0 1 0 0,-1 0 0 0 0,1 0 0 0 0,0 1 0 0 0,0-1-1 0 0,-1 0 1 0 0,1 1 0 0 0,-1-1 0 0 0,0 1 0 0 0,1 0 0 0 0,-1 0-1 0 0,0 0 1 0 0,0 0 0 0 0,1 1 0 0 0,-1-1 0 0 0,-3 1-1 0 0,0-1-33 0 0,-1 2-1 0 0,1-1 1 0 0,-1 1-1 0 0,1-1 1 0 0,0 2-1 0 0,-1-1 0 0 0,-10 5 1 0 0,-6 3-314 0 0,1 2 0 0 0,1 1 0 0 0,-26 17 0 0 0,46-28 318 0 0,-20 12-2266 0 0,-2 1-2758 0 0,6-1-4158 0 0,-2-1 1162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9:01.39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428 102 1648 0 0,'-2'-4'697'0'0,"0"1"0"0"0,0 0 0 0 0,1-1 1 0 0,0 1-1 0 0,0-1 0 0 0,0 1 0 0 0,0-1 0 0 0,0 0 0 0 0,1 1 0 0 0,-1-6 0 0 0,-7-29 5892 0 0,8 37-6357 0 0,0 0-1 0 0,-1 0 1 0 0,1 0 0 0 0,0 0 0 0 0,-1 0 0 0 0,1 0-1 0 0,-1 0 1 0 0,1 1 0 0 0,-1-1 0 0 0,0 0 0 0 0,1 0-1 0 0,-1 0 1 0 0,0 0 0 0 0,0 1 0 0 0,0-1 0 0 0,1 0-1 0 0,-1 1 1 0 0,0-1 0 0 0,0 1 0 0 0,0-1 0 0 0,0 1-1 0 0,0-1 1 0 0,0 1 0 0 0,0 0 0 0 0,0-1 0 0 0,0 1-1 0 0,0 0 1 0 0,0 0 0 0 0,0 0 0 0 0,0 0 0 0 0,0 0-1 0 0,0 0 1 0 0,-1 0 0 0 0,1 0 0 0 0,0 0 0 0 0,0 1 0 0 0,0-1-1 0 0,0 0 1 0 0,0 0 0 0 0,0 1 0 0 0,-1 0 0 0 0,-4 2 319 0 0,1 1 1 0 0,-1-1 0 0 0,1 1-1 0 0,-1 0 1 0 0,-7 9 0 0 0,-15 17 231 0 0,1 1 1 0 0,-35 54-1 0 0,34-45-50 0 0,-39 44 0 0 0,66-83-733 0 0,-6 5-3 0 0,1 1-1 0 0,0 0 1 0 0,0 1-1 0 0,1-1 1 0 0,-8 15-1 0 0,12-22-122 0 0,1 1-1 0 0,0-1 1 0 0,-1 1-1 0 0,1-1 1 0 0,0 0 0 0 0,-1 0-1 0 0,1 1 1 0 0,-1-1-1 0 0,1 0 1 0 0,0 0-1 0 0,-1 1 1 0 0,1-1-1 0 0,-1 0 1 0 0,1 0-1 0 0,0 0 1 0 0,-1 0 0 0 0,1 0-1 0 0,-1 0 1 0 0,1 0-1 0 0,-1 0 1 0 0,1 0-1 0 0,-1 0 1 0 0,1 0-1 0 0,-1 0 1 0 0,1 0-1 0 0,-1 0 1 0 0,1 0 0 0 0,0 0-1 0 0,-1 0 1 0 0,1-1-1 0 0,-1 1 1 0 0,1 0-1 0 0,0 0 1 0 0,-1 0-1 0 0,1-1 1 0 0,-1 1-1 0 0,1 0 1 0 0,0-1-1 0 0,-1 1 1 0 0,1 0 0 0 0,0-1-1 0 0,0 1 1 0 0,-1 0-1 0 0,1-1 1 0 0,-18-11-4623 0 0,-2-10-3691 0 0,2-7 642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9:01.56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1880 0 0,'0'0'2726'0'0,"1"5"-70"0"0,2 12 59 0 0,1-1 0 0 0,0 0 0 0 0,11 26-1 0 0,-7-25-1246 0 0,0 0 0 0 0,1 0 0 0 0,13 16 0 0 0,-11-17-1249 0 0,2-1-1 0 0,0 0 0 0 0,1-1 0 0 0,0 0 0 0 0,1-1 1 0 0,0-1-1 0 0,1 0 0 0 0,1-1 0 0 0,0-1 1 0 0,0-1-1 0 0,1 0 0 0 0,0-1 0 0 0,21 6 0 0 0,-21-9-668 0 0,1 0 0 0 0,-1-2 0 0 0,22 2 0 0 0,-33-4-236 0 0,-1-1-1 0 0,1 0 0 0 0,0-1 0 0 0,0 0 0 0 0,10-2 0 0 0,-14 2-222 0 0,0 0-1 0 0,0 0 0 0 0,0 0 0 0 0,0-1 0 0 0,-1 1 1 0 0,1-1-1 0 0,0 1 0 0 0,-1-1 0 0 0,1 0 1 0 0,-1 0-1 0 0,1 0 0 0 0,3-5 0 0 0,-1-1-4322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9:02.4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73 25 2288 0 0,'0'0'2150'0'0,"-18"-4"1831"0"0,13 5-612 0 0,2 0-3019 0 0,1 0-1 0 0,-1 0 1 0 0,0 0-1 0 0,0 1 1 0 0,1 0-1 0 0,-1-1 1 0 0,1 1-1 0 0,-1 0 1 0 0,1 0-1 0 0,0 0 1 0 0,0 0-1 0 0,0 1 1 0 0,0-1-1 0 0,0 1 1 0 0,0-1-1 0 0,1 1 1 0 0,-1-1-1 0 0,1 1 1 0 0,-2 4-1 0 0,2-2-59 0 0,0 0 0 0 0,0 1-1 0 0,0-1 1 0 0,1 0-1 0 0,0 0 1 0 0,0 1 0 0 0,0-1-1 0 0,0 0 1 0 0,1 0 0 0 0,0 1-1 0 0,2 4 1 0 0,-3-7-181 0 0,1 1 0 0 0,0-1-1 0 0,0 0 1 0 0,0 0 0 0 0,0 0 0 0 0,0 0 0 0 0,1-1-1 0 0,-1 1 1 0 0,1 0 0 0 0,0 0 0 0 0,0-1 0 0 0,0 1-1 0 0,0-1 1 0 0,0 0 0 0 0,1 0 0 0 0,-1 1 0 0 0,1-2-1 0 0,-1 1 1 0 0,1 0 0 0 0,0 0 0 0 0,4 1 0 0 0,-3-2-79 0 0,0 0 1 0 0,0 0 0 0 0,0-1-1 0 0,1 0 1 0 0,-1 1 0 0 0,0-2-1 0 0,0 1 1 0 0,1 0 0 0 0,-1-1-1 0 0,0 0 1 0 0,0 0 0 0 0,0 0-1 0 0,1 0 1 0 0,3-3 0 0 0,3-1-115 0 0,0 0 0 0 0,0-1 0 0 0,0-1 1 0 0,-1 0-1 0 0,0 0 0 0 0,0-1 0 0 0,-1-1 1 0 0,0 1-1 0 0,-1-1 0 0 0,9-11 0 0 0,21-47-325 0 0,-38 65 348 0 0,3-18 1268 0 0,-3 20-1167 0 0,0 0-1 0 0,0 0 1 0 0,-1 1-1 0 0,1-1 1 0 0,0 0-1 0 0,0 0 1 0 0,0 0-1 0 0,0 0 1 0 0,-1 1-1 0 0,1-1 1 0 0,0 0-1 0 0,0 0 1 0 0,0 0-1 0 0,-1 0 1 0 0,1 0-1 0 0,0 0 1 0 0,0 0-1 0 0,0 0 0 0 0,-1 0 1 0 0,1 0-1 0 0,0 1 1 0 0,0-1-1 0 0,0 0 1 0 0,-1 0-1 0 0,1 0 1 0 0,0 0-1 0 0,0 0 1 0 0,-1-1-1 0 0,1 1 1 0 0,0 0-1 0 0,0 0 1 0 0,0 0-1 0 0,-1 0 1 0 0,1 0-1 0 0,0 0 1 0 0,0 0-1 0 0,0 0 0 0 0,-1 0 1 0 0,1-1-1 0 0,0 1 1 0 0,0 0-1 0 0,0 0 1 0 0,0 0-1 0 0,-1 0 1 0 0,1 0-1 0 0,0-1 1 0 0,0 1-1 0 0,0 0 1 0 0,0 0-1 0 0,0 0 1 0 0,0-1-1 0 0,-1 1 1 0 0,1 0-1 0 0,0 0 1 0 0,0 0-1 0 0,0-1 1 0 0,0 1-1 0 0,0 0 0 0 0,0 0 1 0 0,0-1-1 0 0,0 1 1 0 0,0 0-1 0 0,0 0 1 0 0,0-1-1 0 0,0 1 1 0 0,0 0-1 0 0,0 0 1 0 0,1-1-1 0 0,-5 5 83 0 0,0-1 0 0 0,0 1 0 0 0,1-1 0 0 0,0 1 0 0 0,0 0-1 0 0,0 0 1 0 0,0 0 0 0 0,0 1 0 0 0,1-1 0 0 0,0 1 0 0 0,0-1 0 0 0,0 1 0 0 0,0 0-1 0 0,1 0 1 0 0,0 0 0 0 0,0 0 0 0 0,0 0 0 0 0,1 0 0 0 0,0 7 0 0 0,0-2-40 0 0,0-1 1 0 0,1 0 0 0 0,1 0-1 0 0,0 0 1 0 0,0 0 0 0 0,0-1 0 0 0,1 1-1 0 0,1 0 1 0 0,-1-1 0 0 0,1 0-1 0 0,1 0 1 0 0,-1 0 0 0 0,2 0-1 0 0,-1-1 1 0 0,10 11 0 0 0,7 3-163 0 0,1 0 1 0 0,1-2-1 0 0,36 22 0 0 0,-36-25-167 0 0,0 2 0 0 0,0 0-1 0 0,32 33 1 0 0,-53-48 237 0 0,-1 0 0 0 0,0 0-1 0 0,1 0 1 0 0,-1 0 0 0 0,0 0 0 0 0,-1 0 0 0 0,1 0-1 0 0,0 1 1 0 0,-1-1 0 0 0,0 1 0 0 0,0-1-1 0 0,0 1 1 0 0,0-1 0 0 0,-1 1 0 0 0,1 0 0 0 0,-1-1-1 0 0,0 1 1 0 0,0 0 0 0 0,0 0 0 0 0,-1 6-1 0 0,-1-4 16 0 0,0-1-1 0 0,-1 1 0 0 0,1-1 1 0 0,-1 0-1 0 0,0 1 1 0 0,0-1-1 0 0,-1 0 0 0 0,1-1 1 0 0,-1 1-1 0 0,0-1 0 0 0,-9 8 1 0 0,0-1-3 0 0,-1-1-1 0 0,0-1 1 0 0,0 0 0 0 0,-1-1 0 0 0,0-1 0 0 0,0 0-1 0 0,-1-1 1 0 0,-25 7 0 0 0,28-10-238 0 0,0-1 1 0 0,-1-1-1 0 0,1 0 0 0 0,-1-1 0 0 0,1 0 1 0 0,0-1-1 0 0,-1-1 0 0 0,1 0 0 0 0,-21-6 1 0 0,24 4-463 0 0,0 1 1 0 0,0-2-1 0 0,0 1 1 0 0,1-1 0 0 0,-1-1-1 0 0,1 0 1 0 0,-13-11-1 0 0,2 1-2018 0 0,-7-6-5451 0 0,13 9 1905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0:15.74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5 632,'-2'-5'28347,"-7"23"-28091,7-13 1050,29 8-312,39-8 238,17 11-1232,-17-9 0,1-3 0,107-7 0,-48 1 0,-110 2 0,-2 2 0,2-2 0,-7 1 0,7 0 0,-2-1 0,-2 2 0,0 0 0,0 0 0,1 0 0,-1 0-120,-10-2-745,4-35-17523,0 21 10855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0:18.6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184 80 1448,'0'0'2860,"-35"-6"5232,23 7-6535,1 1 0,-1 0 0,-17 7 0,5-3-88,22-6-1100,-40 24 2159,40-22-1597,-8 3 638,6-3 263,10-3 3574,119-24-5388,212-16 1,-269 35-21,-16 1 2,17-2 0,-1 4 0,95 6 0,-150-3 0,-3 2-294,-30-17-3049,0-2-2786,9 11-2574,3 0 662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0:19.5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4 548,'0'0'24182,"6"-1"-23227,16-1-125,0 1-1,0 2 1,0 0-1,0 2 1,0 0-1,38 11 1,17 2 445,13-3-1275,0-5 0,0-3 0,101-8 0,-189 2-1484,-14-2-2092,-17-2-4609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0:20.00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187 20 1500,'-4'-3'1262,"0"1"-1,0 0 1,-1-1-1,1 2 1,-1-1 0,1 0-1,-1 1 1,1 0-1,-1 0 1,-5-1-1,8 2-13,-34 6 3207,30-3-3953,1 0-1,0 1 1,0 0-1,0 0 1,1 1-1,-1-1 1,1 1 0,0 0-1,0 0 1,1 0-1,0 0 1,0 1 0,-5 11-1,2-2 80,0 1 1,1 0-1,0 0 0,-2 18 0,6-31-535,1-1-1,0 1 0,-1-1 1,1 1-1,0-1 1,0 1-1,0-1 0,1 1 1,-1-1-1,0 1 0,1-1 1,0 1-1,-1-1 1,1 0-1,0 1 0,1-1 1,-1 0-1,0 0 1,0 1-1,1-1 0,0 0 1,1 2-1,0-2-62,0 0-1,1 0 1,-1-1-1,0 1 1,1-1 0,-1 0-1,0 0 1,1 0-1,-1 0 1,1 0 0,0-1-1,-1 0 1,7 0-1,5 0-279,-1-2-1,0 0 0,1-1 1,-1 0-1,0-1 0,20-9 1,-26 10 74,0-1-1,0 0 1,-1 0 0,1-1 0,-1 0-1,0 0 1,7-8 0,-11 10 314,0-1-1,-1 1 1,1 0 0,-1-1-1,0 1 1,0-1 0,0 0 0,-1 0-1,1 0 1,-1 0 0,0 0-1,0 0 1,-1 0 0,1 0-1,-1-8 1,0 10-23,0 0 1,0 1-1,0-1 0,0 0 1,-1 0-1,1 1 0,-1-1 1,0 0-1,1 1 0,-1-1 1,0 1-1,0-1 0,0 1 1,0-1-1,0 1 0,0-1 1,0 1-1,0 0 0,-1 0 0,1 0 1,-1 0-1,1 0 0,0 0 1,-1 0-1,-3-1 0,-39-9 1522,41 10-1579,3 1-11,-3-1 0,1 1 0,-1-1 0,0 0 0,1 1 0,-1-1 0,0 1 0,0 0 0,1 0 0,-1 0 0,0 0 0,0 1 0,0-1 0,1 1 0,-1 0 0,0-1 0,1 1 0,-1 1 0,1-1 0,-1 0 0,1 0 0,0 1 0,-1-1 0,1 1 0,0 0 0,-2 2 0,-5 7 0,9 2-189,2-11-179,0 0 0,0 1 0,0-1 0,0-1 0,1 1 0,-1 0 0,0 0 0,1-1 0,-1 1 0,1-1 0,0 0 0,-1 0 0,1 0 0,0 0 0,0 0 0,4 0 0,11 1-4897,-1-1-3430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0:20.2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36 0 2400,'0'0'9698,"-5"3"-7598,3-1-1715,-1 0 0,1-1 0,0 1 1,0 0-1,0 0 0,0 0 0,0 1 0,1-1 0,-1 0 1,1 1-1,-1-1 0,1 1 0,0-1 0,0 1 0,0 0 1,0-1-1,0 1 0,1 0 0,-1 0 0,1 0 0,0-1 1,0 1-1,0 0 0,0 0 0,0 0 0,1 0 0,-1-1 1,2 5-1,0 0 600,-2-5-878,1 0 0,-1 0 0,1 0 0,-1 0 0,1 0 0,0-1 0,0 1 0,-1 0 0,1 0 0,1-1-1,-1 1 1,0-1 0,0 1 0,0-1 0,1 1 0,1 0 0,-2-1-609,26-34-6505,-18 7-3227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0.0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211 72 64 0 0,'23'-5'4736'0'0,"-21"5"-2597"0"0,23-16 18658 0 0,-51 13-20476 0 0,20 2-9 0 0,-49 35 2168 0 0,29-18-2150 0 0,20-13-217 0 0,0 0 1 0 0,0 1-1 0 0,0 0 1 0 0,0 0-1 0 0,1 0 0 0 0,0 1 1 0 0,0 0-1 0 0,0 0 1 0 0,0 0-1 0 0,1 0 1 0 0,0 1-1 0 0,0 0 1 0 0,-4 9-1 0 0,-4 6-113 0 0,9-9 0 0 0,7 2 0 0 0,3-7 0 0 0,5-4 0 0 0,-11-3 0 0 0,1 1 0 0 0,-1-1 0 0 0,0 0 0 0 0,1 0 0 0 0,-1 1 0 0 0,1-1 0 0 0,-1 0 0 0 0,0 0 0 0 0,1-1 0 0 0,-1 1 0 0 0,1 0 0 0 0,-1 0 0 0 0,0-1 0 0 0,1 1 0 0 0,-1-1 0 0 0,0 1 0 0 0,1-1 0 0 0,-1 0 0 0 0,0 1 0 0 0,0-1 0 0 0,1 0 0 0 0,-1 0 0 0 0,1-1 0 0 0,1-1 0 0 0,9-3-76 0 0,-1 0 1 0 0,0 0-1 0 0,14-12 1 0 0,-22 15 51 0 0,0 1-1 0 0,1-1 1 0 0,-1-1-1 0 0,0 1 1 0 0,0 0-1 0 0,-1-1 1 0 0,1 1-1 0 0,-1-1 1 0 0,1 0-1 0 0,-1 0 1 0 0,-1 0-1 0 0,3-6 1 0 0,4-8-4 0 0,-7 16 38 0 0,0 0-1 0 0,0-1 0 0 0,0 1 1 0 0,0 0-1 0 0,0 0 1 0 0,0-1-1 0 0,-1 1 1 0 0,1 0-1 0 0,-1-1 0 0 0,0 1 1 0 0,1-4-1 0 0,-1-3 43 0 0,0 7-28 0 0,0-1 0 0 0,0 0 0 0 0,0 1 0 0 0,0-1 0 0 0,0 0 1 0 0,0 1-1 0 0,-1-1 0 0 0,0 0 0 0 0,1 1 0 0 0,-1-1 0 0 0,0 1 1 0 0,0-1-1 0 0,0 1 0 0 0,-1 0 0 0 0,1-1 0 0 0,-1 1 0 0 0,1 0 1 0 0,-1 0-1 0 0,-3-3 0 0 0,-7-5-24 0 0,-6 6 0 0 0,0 1 0 0 0,15 2 0 0 0,0 1 0 0 0,-1-1 0 0 0,1 1 0 0 0,0 0 0 0 0,-1 0 0 0 0,1 0 0 0 0,0 0 0 0 0,-1 1 0 0 0,1-1 0 0 0,0 1 0 0 0,-1 0 0 0 0,1 0 0 0 0,0 0 0 0 0,0 0 0 0 0,-4 3 0 0 0,1-1 0 0 0,-2 2 0 0 0,2-3 0 0 0,1 0 0 0 0,0 1 0 0 0,0-1 0 0 0,0 1 0 0 0,0 1 0 0 0,1-1 0 0 0,-1 1 0 0 0,1 0 0 0 0,0 0 0 0 0,0 0 0 0 0,0 0 0 0 0,1 1 0 0 0,-1-1 0 0 0,1 1 0 0 0,-4 8 0 0 0,0 11 0 0 0,4-10 0 0 0,6 2 0 0 0,-3-14 0 0 0,1 0 0 0 0,-1 0 0 0 0,0 0 0 0 0,0 0 0 0 0,1 0 0 0 0,-1 0 0 0 0,1 0 0 0 0,0 0 0 0 0,-1 0 0 0 0,1 0 0 0 0,0 0 0 0 0,0 0 0 0 0,0-1 0 0 0,1 1 0 0 0,-1 0 0 0 0,0-1 0 0 0,0 1 0 0 0,1-1 0 0 0,-1 1 0 0 0,1-1 0 0 0,0 0 0 0 0,-1 0 0 0 0,1 1 0 0 0,0-1 0 0 0,0 0 0 0 0,3 1 0 0 0,7 0 0 0 0,-6-2 0 0 0,0 1 0 0 0,0-2 0 0 0,0 1 0 0 0,0-1 0 0 0,0 1 0 0 0,0-2 0 0 0,0 1 0 0 0,-1-1 0 0 0,1 0 0 0 0,0 0 0 0 0,-1 0 0 0 0,1-1 0 0 0,-1 0 0 0 0,0 0 0 0 0,0 0 0 0 0,0 0 0 0 0,-1-1 0 0 0,1 0 0 0 0,4-5 0 0 0,7-5 0 0 0,-15 13 0 0 0,1 0 0 0 0,-1 0 0 0 0,0 0 0 0 0,0-1 0 0 0,0 1 0 0 0,1 0 0 0 0,-1-1 0 0 0,-1 1 0 0 0,1 0 0 0 0,0-1 0 0 0,0 1 0 0 0,0-1 0 0 0,0-2 0 0 0,9-18 0 0 0,-5 7 0 0 0,-5 0 0 0 0,0 1 0 0 0,-6 2 0 0 0,-5 4 0 0 0,-3 5 0 0 0,11 2 0 0 0,1 1 0 0 0,-1-1 0 0 0,1 1 0 0 0,-1 0 0 0 0,1 0 0 0 0,-1 0 0 0 0,0 0 0 0 0,1 0 0 0 0,-1 1 0 0 0,1-1 0 0 0,-1 1 0 0 0,1-1 0 0 0,-1 1 0 0 0,1 0 0 0 0,-1 0 0 0 0,-2 2 0 0 0,-3 2 0 0 0,-1-1 0 0 0,1 0 0 0 0,-1 0 0 0 0,1 1 0 0 0,0 1 0 0 0,1 0 0 0 0,-1 0 0 0 0,1 0 0 0 0,0 1 0 0 0,1-1 0 0 0,0 2 0 0 0,0-1 0 0 0,0 1 0 0 0,1 0 0 0 0,0 0 0 0 0,0 0 0 0 0,-4 12 0 0 0,3-10 0 0 0,0 3 0 0 0,6 1 0 0 0,10 7 0 0 0,-3-19 0 0 0,-6-1 0 0 0,8 3 0 0 0,3-3 0 0 0,-5-1 0 0 0,1-1 0 0 0,0 0 0 0 0,-1-1 0 0 0,0 0 0 0 0,1 0 0 0 0,-1 0 0 0 0,0-1 0 0 0,0 0 0 0 0,0 0 0 0 0,-1-1 0 0 0,12-7 0 0 0,8-4 0 0 0,-22 12 0 0 0,0 1 0 0 0,0-1 0 0 0,0 1 0 0 0,-1-1 0 0 0,1 0 0 0 0,-1-1 0 0 0,0 1 0 0 0,0-1 0 0 0,0 1 0 0 0,3-6 0 0 0,-7-2 0 0 0,-8-4 0 0 0,-1 11 0 0 0,-6 7 0 0 0,1 1 0 0 0,0 0 0 0 0,-27 13 0 0 0,36-14 0 0 0,0 1 0 0 0,1 0 0 0 0,-1 1 0 0 0,1-1 0 0 0,0 1 0 0 0,0 0 0 0 0,1 0 0 0 0,-1 1 0 0 0,1 0 0 0 0,1-1 0 0 0,-7 12 0 0 0,6-3 0 0 0,3 0 0 0 0,2 1 0 0 0,-1-14 0 0 0,1 0 0 0 0,-1 1 0 0 0,1-1 0 0 0,-1 0 0 0 0,1 1 0 0 0,-1-1 0 0 0,1 0 0 0 0,0 0 0 0 0,0 0 0 0 0,0 0 0 0 0,0 0 0 0 0,0 0 0 0 0,0 0 0 0 0,0 0 0 0 0,0 0 0 0 0,0 0 0 0 0,0 0 0 0 0,1-1 0 0 0,-1 1 0 0 0,0 0 0 0 0,0-1 0 0 0,1 1 0 0 0,-1-1 0 0 0,1 0 0 0 0,-1 1 0 0 0,0-1 0 0 0,1 0 0 0 0,1 0 0 0 0,27 0 0 0 0,-19-2 0 0 0,-1 0 0 0 0,1-1 0 0 0,-1 0 0 0 0,1-1 0 0 0,-1 0 0 0 0,-1-1 0 0 0,1 0 0 0 0,0 0 0 0 0,-1-1 0 0 0,0 0 0 0 0,-1-1 0 0 0,1 0 0 0 0,-1 0 0 0 0,12-14 0 0 0,-16 11 0 0 0,-4-6 0 0 0,-4 2 0 0 0,-3 2 0 0 0,-1-1 0 0 0,-4 5 0 0 0,9 7 0 0 0,-1-1 0 0 0,0 1 0 0 0,0 0 0 0 0,0 1 0 0 0,0-1 0 0 0,0 1 0 0 0,0-1 0 0 0,0 1 0 0 0,0 0 0 0 0,0 1 0 0 0,0-1 0 0 0,0 1 0 0 0,0-1 0 0 0,0 1 0 0 0,0 1 0 0 0,0-1 0 0 0,0 0 0 0 0,1 1 0 0 0,-7 3 0 0 0,-3 1 0 0 0,8-5 0 0 0,1 0 0 0 0,0 1 0 0 0,0-1 0 0 0,0 1 0 0 0,0 0 0 0 0,0 1 0 0 0,0-1 0 0 0,1 0 0 0 0,-1 1 0 0 0,1 0 0 0 0,0 0 0 0 0,-1 0 0 0 0,1 0 0 0 0,1 1 0 0 0,-1-1 0 0 0,0 1 0 0 0,1-1 0 0 0,0 1 0 0 0,0 0 0 0 0,0 0 0 0 0,0 0 0 0 0,-2 8 0 0 0,3 1 0 0 0,3 1 0 0 0,8-5 0 0 0,-5-7 0 0 0,0-1 0 0 0,-1 0 0 0 0,1 0 0 0 0,0 0 0 0 0,0 0 0 0 0,0-1 0 0 0,0 0 0 0 0,0 0 0 0 0,0 0 0 0 0,0 0 0 0 0,0-1 0 0 0,9-2 0 0 0,49-20 0 0 0,-55 20 0 0 0,0 0 0 0 0,-1-1 0 0 0,0 0 0 0 0,1-1 0 0 0,-2 0 0 0 0,1 0 0 0 0,0 0 0 0 0,10-13 0 0 0,-4-14 0 0 0,-8 22 0 0 0,-6-1 0 0 0,-10 2 0 0 0,-5 11 0 0 0,12-1 0 0 0,0 0 0 0 0,1 1 0 0 0,-1 0 0 0 0,0-1 0 0 0,1 1 0 0 0,-1 1 0 0 0,1-1 0 0 0,-1 0 0 0 0,1 1 0 0 0,0-1 0 0 0,0 1 0 0 0,0 0 0 0 0,1 0 0 0 0,-1 1 0 0 0,1-1 0 0 0,-1 0 0 0 0,1 1 0 0 0,0-1 0 0 0,1 1 0 0 0,-4 6 0 0 0,-6 12 0 0 0,7-9 0 0 0,3 1 0 0 0,2-3 0 0 0,4-1 0 0 0,7-7 0 0 0,-6-3 0 0 0,-1 0 0 0 0,1 0 0 0 0,0-1 0 0 0,-1 1 0 0 0,1-1 0 0 0,-1-1 0 0 0,1 1 0 0 0,-1-1 0 0 0,1 0 0 0 0,-1 0 0 0 0,0 0 0 0 0,0-1 0 0 0,0 0 0 0 0,0 0 0 0 0,5-5 0 0 0,2 0 0 0 0,-4 0 0 0 0,-2-2 0 0 0,-1-1 0 0 0,-6-2 0 0 0,1 11 0 0 0,-10-14 0 0 0,5 13 0 0 0,1 1 0 0 0,-1-1 0 0 0,1 1 0 0 0,-1-1 0 0 0,0 1 0 0 0,0 1 0 0 0,0-1 0 0 0,-5 0 0 0 0,-4 0 0 0 0,-4 2 0 0 0,-1 1 0 0 0,6 1 0 0 0,1 0 0 0 0,2 3 0 0 0,9 6 0 0 0,6 5 0 0 0,2-7 0 0 0,4-4 0 0 0,0-3 0 0 0,-2 1 0 0 0,3-2 0 0 0,3-9-3459 0 0,-11-2-8319 0 0,-4 0 1413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1.0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129 124 736 0 0,'0'0'4036'0'0,"3"-5"-2744"0"0,12-24 2236 0 0,-7 14 4423 0 0,-2 3 7060 0 0,-13 15-14817 0 0,-2 2-192 0 0,0 0-1 0 0,0 0 1 0 0,0 1 0 0 0,1 1-1 0 0,-1-1 1 0 0,2 2-1 0 0,-1-1 1 0 0,1 1-1 0 0,0 0 1 0 0,1 0-1 0 0,-6 10 1 0 0,-5 18-2 0 0,10-23 0 0 0,1 1 0 0 0,0-1 0 0 0,1 1 0 0 0,-6 26 0 0 0,10-36 0 0 0,1-1 0 0 0,0 1 0 0 0,-1-1 0 0 0,1 1 0 0 0,1-1 0 0 0,-1 1 0 0 0,0-1 0 0 0,1 1 0 0 0,0-1 0 0 0,-1 0 0 0 0,1 1 0 0 0,1-1 0 0 0,-1 0 0 0 0,0 1 0 0 0,1-1 0 0 0,0 0 0 0 0,0 0 0 0 0,0 0 0 0 0,0 0 0 0 0,0-1 0 0 0,0 1 0 0 0,1-1 0 0 0,-1 1 0 0 0,1-1 0 0 0,4 3 0 0 0,-3-3 0 0 0,0 0 0 0 0,0 0 0 0 0,1 0 0 0 0,-1-1 0 0 0,1 0 0 0 0,-1 0 0 0 0,1 0 0 0 0,-1 0 0 0 0,1-1 0 0 0,0 0 0 0 0,-1 0 0 0 0,1 0 0 0 0,0 0 0 0 0,-1-1 0 0 0,1 0 0 0 0,-1 0 0 0 0,1 0 0 0 0,7-3 0 0 0,10-4 0 0 0,0-2 0 0 0,28-15 0 0 0,-34 17 0 0 0,-7 3 0 0 0,1 0 0 0 0,-1 0 0 0 0,0-1 0 0 0,0-1 0 0 0,0 1 0 0 0,-1-1 0 0 0,0-1 0 0 0,-1 1 0 0 0,1-1 0 0 0,-1-1 0 0 0,-1 0 0 0 0,0 1 0 0 0,0-2 0 0 0,-1 1 0 0 0,0-1 0 0 0,0 0 0 0 0,6-20 0 0 0,-5 19 0 0 0,-5 9 0 0 0,-1 1 0 0 0,1-1 0 0 0,0 1 0 0 0,0-1 0 0 0,0 1 0 0 0,-1-1 0 0 0,1 0 0 0 0,-1 1 0 0 0,1-1 0 0 0,-1 0 0 0 0,0 1 0 0 0,0-1 0 0 0,0 0 0 0 0,0 1 0 0 0,0-1 0 0 0,0 0 0 0 0,0 0 0 0 0,0 1 0 0 0,-1-1 0 0 0,1 0 0 0 0,0 1 0 0 0,-1-1 0 0 0,0 0 0 0 0,1 1 0 0 0,-1-1 0 0 0,0 1 0 0 0,-1-2 0 0 0,0-2 0 0 0,1 1 0 0 0,-1 0 0 0 0,0 0 0 0 0,0 1 0 0 0,0-1 0 0 0,-1 0 0 0 0,1 1 0 0 0,-1-1 0 0 0,0 1 0 0 0,0 0 0 0 0,0 0 0 0 0,-1 0 0 0 0,1 0 0 0 0,0 1 0 0 0,-1-1 0 0 0,0 1 0 0 0,0 0 0 0 0,0 0 0 0 0,0 0 0 0 0,0 1 0 0 0,-6-2 0 0 0,-6-2 52 0 0,10 7-85 0 0,-35-12-211 0 0,39 9-986 0 0,6-1-689 0 0,13-6-321 0 0,16-5-12665 0 0,-23 10 8021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1.3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0 660 0 0,'19'8'17390'0'0,"-16"0"-16409"0"0,0 0 0 0 0,0 0 0 0 0,0 1 0 0 0,-1-1 0 0 0,0 1 1 0 0,-1-1-1 0 0,0 1 0 0 0,0-1 0 0 0,-1 1 0 0 0,0 0 0 0 0,0 0 1 0 0,-1-1-1 0 0,0 1 0 0 0,-4 12 0 0 0,4 33-981 0 0,2-42 0 0 0,5-3 0 0 0,-2-5-295 0 0,-1-9-4354 0 0,-2 1 3594 0 0,6-17-2822 0 0,-5 5-4974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1.7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0 269 480 0 0,'14'-30'5005'0'0,"-11"22"-3980"0"0,0 0-1 0 0,1 1 0 0 0,0-1 1 0 0,0 1-1 0 0,1 0 1 0 0,0 0-1 0 0,0 0 1 0 0,12-11-1 0 0,2 0 274 0 0,1 2 1 0 0,0 0-1 0 0,1 0 0 0 0,1 2 0 0 0,46-22 0 0 0,-34 21 116 0 0,-20 8-124 0 0,0 1 0 0 0,0 1 0 0 0,27-7 1 0 0,-40 12-1238 0 0,0 0 1 0 0,1 0 0 0 0,-1 0 0 0 0,0 0 0 0 0,0 0-1 0 0,0 1 1 0 0,0-1 0 0 0,0 1 0 0 0,0-1-1 0 0,0 0 1 0 0,0 1 0 0 0,0 0 0 0 0,0-1 0 0 0,0 1-1 0 0,0 0 1 0 0,0-1 0 0 0,-1 1 0 0 0,1 0 0 0 0,0 0-1 0 0,0 0 1 0 0,-1 0 0 0 0,1-1 0 0 0,0 1-1 0 0,-1 0 1 0 0,1 0 0 0 0,-1 0 0 0 0,0 1 0 0 0,1-1-1 0 0,-1 0 1 0 0,0 0 0 0 0,1 0 0 0 0,-1 1 0 0 0,7 41 1753 0 0,-6-37-1691 0 0,-1 88-116 0 0,2-56 0 0 0,-3 60 0 0 0,-1-66 0 0 0,1 0 0 0 0,2-1 0 0 0,5 37 0 0 0,1-36 0 0 0,-6-18 0 0 0,0-2 0 0 0,2-6-4 0 0,-2-5-312 0 0,-3-7-3220 0 0,-13-28-111 0 0,9 26-1106 0 0,-2-2-3741 0 0,-2-3 1737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1.9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1 191 2244 0 0,'0'-1'901'0'0,"0"-1"-1"0"0,1 0 1 0 0,-1 0 0 0 0,0 1-1 0 0,1-1 1 0 0,0 0-1 0 0,-1 1 1 0 0,1-1 0 0 0,0 1-1 0 0,0-1 1 0 0,0 1-1 0 0,0-1 1 0 0,0 1 0 0 0,2-3-1 0 0,28-20 4225 0 0,37-11-2034 0 0,-66 34-2687 0 0,106-58 1566 0 0,-58 29-8026 0 0,-28 15-9739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2.4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242 27 56 0 0,'-7'-5'2686'0'0,"-1"1"-1"0"0,0 0 1 0 0,0 1 0 0 0,0-1-1 0 0,-12-2 1 0 0,-10 6 3748 0 0,-4 11-3536 0 0,22-5-2090 0 0,0 0-1 0 0,0 1 0 0 0,1 0 0 0 0,-1 0 0 0 0,2 2 0 0 0,-1-1 1 0 0,1 1-1 0 0,-17 21 0 0 0,25-20-807 0 0,2-6 0 0 0,0-1 0 0 0,1 0 0 0 0,-1 1 0 0 0,0-1 0 0 0,1 1 0 0 0,0-1 0 0 0,0 0 0 0 0,0 1 0 0 0,0-1 0 0 0,1 0 0 0 0,-1 0 0 0 0,1 0 0 0 0,0 0 0 0 0,0 0 0 0 0,0 0 0 0 0,0-1 0 0 0,0 1 0 0 0,0-1 0 0 0,1 1 0 0 0,0-1 0 0 0,-1 0 0 0 0,1 0 0 0 0,5 3 0 0 0,2 0 0 0 0,0-1 0 0 0,0 0 0 0 0,0-1 0 0 0,0 0 0 0 0,17 2 0 0 0,-9-1 0 0 0,30 6 0 0 0,-16-3 0 0 0,0 0 0 0 0,47 19 0 0 0,-77-25 0 0 0,-1-1 0 0 0,0 1 0 0 0,0 0 0 0 0,0 0 0 0 0,0 0 0 0 0,0 0 0 0 0,0 1 0 0 0,0-1 0 0 0,0 0 0 0 0,0 0 0 0 0,0 0 0 0 0,0 1 0 0 0,-1-1 0 0 0,1 1 0 0 0,-1-1 0 0 0,1 0 0 0 0,-1 1 0 0 0,1-1 0 0 0,-1 1 0 0 0,0-1 0 0 0,0 1 0 0 0,0-1 0 0 0,1 1 0 0 0,-2-1 0 0 0,1 1 0 0 0,0-1 0 0 0,-1 3 0 0 0,-9 32 0 0 0,4-28 0 0 0,0-1 0 0 0,-1 0 0 0 0,0-1 0 0 0,0 1 0 0 0,0-1 0 0 0,-1-1 0 0 0,0 0 0 0 0,0 0 0 0 0,0 0 0 0 0,-1-1 0 0 0,-14 5 0 0 0,-15 0-3264 0 0,32-9 1994 0 0,-1 1 0 0 0,1-2 0 0 0,0 1 0 0 0,0-1 0 0 0,-1 1 0 0 0,1-2-1 0 0,0 1 1 0 0,0-1 0 0 0,0 0 0 0 0,0 0 0 0 0,0-1 0 0 0,-8-4 0 0 0,-4-4-6033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2.6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1 172 652 0 0,'21'-20'11456'0'0,"48"-13"-3588"0"0,6 4-5470 0 0,32-13-3315 0 0,-70 23-789 0 0,1 0-1934 0 0,-15 10-4185 0 0,-20 9 3167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4.4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180 12 168 0 0,'0'0'16037'0'0,"-1"-2"-13653"0"0,-13-8 10957 0 0,-18 41-13026 0 0,20-21-250 0 0,2 0 0 0 0,-1 1 1 0 0,2 0-1 0 0,-1 0 0 0 0,1 1 0 0 0,1 1 1 0 0,-8 15-1 0 0,4-1-65 0 0,2 1 0 0 0,2 0 0 0 0,-9 44 0 0 0,16-67 0 0 0,1-1 0 0 0,0 1 0 0 0,0-1 0 0 0,1 1 0 0 0,-1-1 0 0 0,1 1 0 0 0,0-1 0 0 0,0 1 0 0 0,0-1 0 0 0,1 0 0 0 0,0 0 0 0 0,-1 1 0 0 0,1-1 0 0 0,1-1 0 0 0,-1 1 0 0 0,1 0 0 0 0,-1 0 0 0 0,1-1 0 0 0,0 1 0 0 0,1-1 0 0 0,4 4 0 0 0,-2-2 0 0 0,-1 0 0 0 0,1-1 0 0 0,0 0 0 0 0,0 0 0 0 0,0 0 0 0 0,0-1 0 0 0,1 0 0 0 0,-1 0 0 0 0,1-1 0 0 0,0 0 0 0 0,0 0 0 0 0,0-1 0 0 0,9 2 0 0 0,-2-4 0 0 0,-1 1 0 0 0,1-2 0 0 0,-1 0 0 0 0,0-1 0 0 0,1 0 0 0 0,-1-1 0 0 0,-1 0 0 0 0,1-1 0 0 0,-1 0 0 0 0,1-1 0 0 0,12-9 0 0 0,-20 12 0 0 0,0 0 0 0 0,-1 0 0 0 0,1 0 0 0 0,-1 0 0 0 0,0-1 0 0 0,0 0 0 0 0,-1 0 0 0 0,1 0 0 0 0,-1 0 0 0 0,0 0 0 0 0,0-1 0 0 0,0 1 0 0 0,0-1 0 0 0,-1 0 0 0 0,0 0 0 0 0,0 0 0 0 0,0 0 0 0 0,-1 0 0 0 0,1 0 0 0 0,-1-1 0 0 0,-1 1 0 0 0,1 0 0 0 0,-1-1 0 0 0,0 1 0 0 0,0 0 0 0 0,0-1 0 0 0,-1 1 0 0 0,0 0 0 0 0,0-1 0 0 0,0 1 0 0 0,-3-6 0 0 0,-4-6 0 0 0,-1 1 0 0 0,-1 0 0 0 0,0 0 0 0 0,-1 1 0 0 0,-1 1 0 0 0,0 0 0 0 0,-1 0 0 0 0,-1 2 0 0 0,-22-18 0 0 0,3 9 0 0 0,21 17 0 0 0,0 1 0 0 0,0 5 0 0 0,2 5 0 0 0,10 5 0 0 0,1-9-697 0 0,0 0 0 0 0,1 0-1 0 0,0 0 1 0 0,-1-1 0 0 0,1 1 0 0 0,0 0 0 0 0,0-1-1 0 0,1 0 1 0 0,-1 1 0 0 0,1-1 0 0 0,-1 0 0 0 0,1 0-1 0 0,3 2 1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4.9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2212 0 0,'0'0'25349'0'0,"0"5"-23767"0"0,0 67 2042 0 0,1-61-3624 0 0,4 3-3194 0 0,5-2-7791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5.42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0 852 0 0,'0'0'3180'0'0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7.0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77 76 0 0,'0'0'19604'0'0,"8"-18"-8907"0"0,0 17-10017 0 0,51-17 1030 0 0,-36 10-1710 0 0,-9 2 0 0 0,2 0 0 0 0,-1 1 0 0 0,1 1 0 0 0,-1 1 0 0 0,1 0 0 0 0,29-1 0 0 0,-40 3 0 0 0,0 1 0 0 0,0 0 0 0 0,0 1 0 0 0,0-1 0 0 0,0 1 0 0 0,0 0 0 0 0,0 0 0 0 0,-1 0 0 0 0,1 1 0 0 0,0-1 0 0 0,-1 1 0 0 0,1 1 0 0 0,-1-1 0 0 0,1 0 0 0 0,-1 1 0 0 0,0 0 0 0 0,0 0 0 0 0,0 0 0 0 0,-1 1 0 0 0,1-1 0 0 0,-1 1 0 0 0,0 0 0 0 0,0 0 0 0 0,0 0 0 0 0,0 0 0 0 0,-1 1 0 0 0,0-1 0 0 0,1 1 0 0 0,-2-1 0 0 0,1 1 0 0 0,0 0 0 0 0,-1 0 0 0 0,0 0 0 0 0,0-1 0 0 0,0 11 0 0 0,0 3 0 0 0,-1 0 0 0 0,-1-1 0 0 0,-1 1 0 0 0,0-1 0 0 0,-1 1 0 0 0,-1-1 0 0 0,-11 33 0 0 0,10-38 0 0 0,-18 47 0 0 0,-19 81 0 0 0,30-90 0 0 0,10-44 0 0 0,21-28 0 0 0,-18 14 0 0 0,0-12 0 0 0,4-1-3300 0 0,-5 17 1917 0 0,1 1-1 0 0,-1-1 1 0 0,0 1 0 0 0,0-1 0 0 0,0 0-1 0 0,0 1 1 0 0,0-1 0 0 0,-1 1 0 0 0,0-1-1 0 0,1 1 1 0 0,-4-7 0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7.39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64 2128 0 0,'4'-10'24092'0'0,"13"14"-23331"0"0,1 0 1 0 0,0-2-1 0 0,0 0 0 0 0,0-1 1 0 0,0-1-1 0 0,0-1 1 0 0,27-4-1 0 0,-24 1-916 0 0,0 0 0 0 0,1-2 0 0 0,24-9 0 0 0,14-9-10416 0 0,-57 24 6583 0 0,9-7-8484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7.7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186 65 280 0 0,'-2'-4'1786'0'0,"1"-1"-1738"0"0,0 2 813 0 0,0-1 0 0 0,0 1 0 0 0,0-1 0 0 0,0 1 0 0 0,-1-1 0 0 0,1 1 0 0 0,-1 0 0 0 0,0 0 0 0 0,0 0 0 0 0,0 0-1 0 0,0 0 1 0 0,-1 0 0 0 0,-3-3 0 0 0,3 5-502 0 0,1 0 0 0 0,-1 0 0 0 0,0 0 0 0 0,1 0 1 0 0,-1 0-1 0 0,0 0 0 0 0,0 1 0 0 0,1 0 0 0 0,-1-1 0 0 0,0 1 0 0 0,0 0 0 0 0,0 0 0 0 0,0 1 0 0 0,1-1 0 0 0,-1 1 0 0 0,0-1 0 0 0,0 1 0 0 0,1 0 0 0 0,-1 0 0 0 0,0 0 0 0 0,1 0 0 0 0,-5 3 0 0 0,-5 4 2087 0 0,1 0 0 0 0,-1 0-1 0 0,-14 16 1 0 0,14-13-1887 0 0,9-10-559 0 0,-6 5 0 0 0,5 29 0 0 0,4-32 0 0 0,1 0 0 0 0,0 0 0 0 0,0 0 0 0 0,0 1 0 0 0,0-2 0 0 0,0 1 0 0 0,0 0 0 0 0,1 0 0 0 0,-1 0 0 0 0,1 0 0 0 0,0-1 0 0 0,0 1 0 0 0,0-1 0 0 0,0 0 0 0 0,0 1 0 0 0,1-1 0 0 0,-1 0 0 0 0,1 0 0 0 0,-1-1 0 0 0,1 1 0 0 0,0 0 0 0 0,0-1 0 0 0,0 0 0 0 0,0 1 0 0 0,5 0 0 0 0,13 6 0 0 0,0-2 0 0 0,38 7 0 0 0,-29-7 0 0 0,-27-6 0 0 0,1 0 0 0 0,1 0 0 0 0,-1 1 0 0 0,1-1 0 0 0,-1 1 0 0 0,0 0 0 0 0,1 1 0 0 0,-1-1 0 0 0,0 1 0 0 0,0 0 0 0 0,0 0 0 0 0,0 0 0 0 0,0 0 0 0 0,0 1 0 0 0,-1-1 0 0 0,1 1 0 0 0,-1 0 0 0 0,4 4 0 0 0,-2 5 0 0 0,-4-11 0 0 0,-1 0 0 0 0,0 0 0 0 0,1 0 0 0 0,-1-1 0 0 0,0 1 0 0 0,0 0 0 0 0,0 0 0 0 0,1 0 0 0 0,-1 0 0 0 0,0 0 0 0 0,0 0 0 0 0,-1 0 0 0 0,1 0 0 0 0,0 0 0 0 0,0 0 0 0 0,0 0 0 0 0,-1 0 0 0 0,1 0 0 0 0,0 0 0 0 0,-1 0 0 0 0,1 0 0 0 0,-1 0 0 0 0,1 0 0 0 0,-1 0 0 0 0,1-1 0 0 0,-1 1 0 0 0,0 0 0 0 0,1 0 0 0 0,-1-1 0 0 0,-1 2 0 0 0,0-1 0 0 0,0 5 0 0 0,-1-1 0 0 0,1 0 0 0 0,-1 0 0 0 0,0 0 0 0 0,0 0 0 0 0,0-1 0 0 0,-1 1 0 0 0,0-1 0 0 0,0 0 0 0 0,0 0 0 0 0,0 0 0 0 0,-1 0 0 0 0,1-1 0 0 0,-1 0 0 0 0,0 0 0 0 0,0 0 0 0 0,-9 3 0 0 0,13-5-20 0 0,0-1 0 0 0,-1 1 0 0 0,1 0 0 0 0,-1-1 0 0 0,1 0 0 0 0,-1 1 0 0 0,0-1 0 0 0,1 0 0 0 0,-1 0 0 0 0,1 0 0 0 0,-1 0 0 0 0,1 0 0 0 0,-1 0 0 0 0,0 0 0 0 0,1 0 0 0 0,-1-1 1 0 0,1 1-1 0 0,-1 0 0 0 0,1-1 0 0 0,-1 0 0 0 0,-1-1 0 0 0,0 1-380 0 0,0-1-267 0 0,1 1 0 0 0,0-1 0 0 0,-1 0-1 0 0,1 1 1 0 0,0-1 0 0 0,0-1 0 0 0,0 1-1 0 0,1 0 1 0 0,-1 0 0 0 0,0-1 0 0 0,1 1-1 0 0,0-1 1 0 0,-1 1 0 0 0,1-1 0 0 0,0 1-1 0 0,0-1 1 0 0,0 0 0 0 0,0-4 0 0 0,-3-3-5962 0 0,-1-6-468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8.01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0 217 76 0 0,'13'-29'8471'0'0,"23"-5"-2063"0"0,30-7-1883 0 0,-24 15-2250 0 0,-1 2-361 0 0,14-10-876 0 0,-23 7-4870 0 0,-31 26 2502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2:07.9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164 10 328 0 0,'0'0'30639'0'0,"-9"-1"-29918"0"0,3 1-667 0 0,1 0 0 0 0,-1 0-1 0 0,0 0 1 0 0,0 0 0 0 0,1 1 0 0 0,-1 0 0 0 0,0 0 0 0 0,1 1 0 0 0,-1-1 0 0 0,1 1 0 0 0,0 0 0 0 0,-1 1 0 0 0,1-1 0 0 0,0 1 0 0 0,0 0 0 0 0,1 1 0 0 0,-1-1 0 0 0,1 1 0 0 0,-7 6 0 0 0,5-1-54 0 0,1 0 0 0 0,0 1 0 0 0,0-1 0 0 0,1 1 0 0 0,0 0 0 0 0,-4 18 0 0 0,7-24 0 0 0,0-1 0 0 0,0 1 0 0 0,0-1 0 0 0,0 1 0 0 0,1-1 0 0 0,0 1 0 0 0,0-1 0 0 0,0 1 0 0 0,0-1 0 0 0,0 1 0 0 0,1-1 0 0 0,-1 1 0 0 0,1-1 0 0 0,0 1 0 0 0,0-1 0 0 0,0 1 0 0 0,1-1 0 0 0,-1 0 0 0 0,1 0 0 0 0,0 0 0 0 0,-1 0 0 0 0,1 0 0 0 0,1 0 0 0 0,-1 0 0 0 0,5 4 0 0 0,-4-6 0 0 0,0 1 0 0 0,0-1 0 0 0,1 0 0 0 0,-1 0 0 0 0,1 0 0 0 0,-1 0 0 0 0,1-1 0 0 0,-1 1 0 0 0,1-1 0 0 0,-1 0 0 0 0,1 0 0 0 0,-1 0 0 0 0,1 0 0 0 0,0-1 0 0 0,-1 0 0 0 0,0 1 0 0 0,1-1 0 0 0,-1 0 0 0 0,1-1 0 0 0,-1 1 0 0 0,5-3 0 0 0,7-4 0 0 0,0-1 0 0 0,26-19 0 0 0,-40 27 0 0 0,6-5 0 0 0,1 0 0 0 0,-1 0 0 0 0,-1-1 0 0 0,1 0 0 0 0,-1-1 0 0 0,0 1 0 0 0,-1-1 0 0 0,0 0 0 0 0,0 0 0 0 0,0-1 0 0 0,3-11 0 0 0,-8 8 0 0 0,-2 4 0 0 0,-6-20 0 0 0,-7 17 0 0 0,-3 2 0 0 0,5 2 0 0 0,-4 3 0 0 0,3 5 0 0 0,9 0 0 0 0,4-1 0 0 0,1 0 0 0 0,-1 0 0 0 0,0-1 0 0 0,0 1 0 0 0,1 0 0 0 0,-1 0 0 0 0,0 0 0 0 0,0 0 0 0 0,1 0 0 0 0,-1 1 0 0 0,0-1 0 0 0,0 0 0 0 0,1 0 0 0 0,-1 0 0 0 0,0 1 0 0 0,0-1 0 0 0,1 0 0 0 0,-1 1 0 0 0,0-1 0 0 0,1 0 0 0 0,-1 1 0 0 0,1-1 0 0 0,-1 1 0 0 0,0-1 0 0 0,1 1 0 0 0,-1 0 0 0 0,1-1 0 0 0,-1 2 0 0 0,-5 9 0 0 0,-4 1 0 0 0,10 3 0 0 0,11-1 0 0 0,-11-14-224 0 0,1 1 1 0 0,0 0-1 0 0,0-1 1 0 0,0 1-1 0 0,0 0 1 0 0,0-1-1 0 0,0 1 1 0 0,0-1-1 0 0,0 0 1 0 0,0 1-1 0 0,0-1 1 0 0,0 0-1 0 0,0 1 1 0 0,0-1-1 0 0,0 0 1 0 0,0 0-1 0 0,0 0 1 0 0,0 0-1 0 0,0 0 1 0 0,0 0-1 0 0,0 0 1 0 0,0-1-1 0 0,0 1 1 0 0,0 0-1 0 0,0 0 1 0 0,0-1-1 0 0,0 1 1 0 0,0-1-1 0 0,1 0 1 0 0,21-16-11052 0 0,-22 16 10204 0 0,7-8-6640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2:08.19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0 232 0 0,'1'3'4592'0'0,"7"15"11544"0"0,-4-10-11836 0 0,-3-6-3790 0 0,1 0 1 0 0,-1-1 0 0 0,0 1-1 0 0,1-1 1 0 0,0 1 0 0 0,-1-1-1 0 0,1 1 1 0 0,0-1 0 0 0,0 0-1 0 0,0 0 1 0 0,0 0-1 0 0,0 0 1 0 0,0 0 0 0 0,3 0-1 0 0,12 2-715 0 0,-15-3-163 0 0,-1-14-8405 0 0,0 4-885 0 0,-2 4 8130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2:08.61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0 153 1624 0 0,'0'0'3893'0'0,"6"-25"4195"0"0,2 8-5969 0 0,51-37 2872 0 0,-51 48-4147 0 0,1-1 0 0 0,0 1-1 0 0,0 1 1 0 0,0 0 0 0 0,1 0 0 0 0,-1 1-1 0 0,1 0 1 0 0,0 0 0 0 0,0 1-1 0 0,20-3 1 0 0,-26 5-111 0 0,-3 1-673 0 0,0 0 0 0 0,0 0 0 0 0,0-1 0 0 0,-1 1 0 0 0,1 0 0 0 0,0 0 0 0 0,0 0 0 0 0,0 0 0 0 0,-1 0 0 0 0,1 1 0 0 0,0-1 0 0 0,0 0 0 0 0,0 0 0 0 0,-1 0 0 0 0,1 1 0 0 0,0-1 0 0 0,0 0 0 0 0,-1 1 0 0 0,1-1 0 0 0,0 0 0 0 0,-1 1 0 0 0,1-1 0 0 0,0 1 0 0 0,-1-1 0 0 0,1 1 0 0 0,-1 0 0 0 0,1-1 0 0 0,-1 1 0 0 0,1 0 0 0 0,-1-1 0 0 0,1 2 0 0 0,5 7 58 0 0,-6 4-118 0 0,-6 4 0 0 0,-5 23 0 0 0,9-25 0 0 0,2-1 0 0 0,2 0 0 0 0,3-5 0 0 0,-1-2 0 0 0,8-2 0 0 0,-8-5-267 0 0,-1 0 1 0 0,1 0-1 0 0,-1-1 0 0 0,0 1 0 0 0,1-1 1 0 0,-1 0-1 0 0,0 0 0 0 0,1 0 1 0 0,-1 0-1 0 0,0 0 0 0 0,0-1 1 0 0,6-3-1 0 0,26-19-4347 0 0,-31 22 3034 0 0,12-6-656 0 0,-11 8-7512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2:08.96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 29 1472 0 0,'-12'-29'25444'0'0,"13"36"-25247"0"0,-2-5-136 0 0,1 0 0 0 0,0 1 0 0 0,1-1 0 0 0,-1 0 0 0 0,0 0 0 0 0,1 1 1 0 0,-1-1-1 0 0,1 0 0 0 0,0 0 0 0 0,-1 0 0 0 0,1 0 0 0 0,0 1 0 0 0,0-1 0 0 0,3 2 0 0 0,9 32 1533 0 0,47 47 565 0 0,-59-81-2079 0 0,10 11 69 0 0,-4-9-127 0 0,-6-3-95 0 0,-1 0 0 0 0,0 0-1 0 0,0 1 1 0 0,0-1 0 0 0,0 0 0 0 0,0 0 0 0 0,0 0 0 0 0,0 0-1 0 0,0 0 1 0 0,-1 0 0 0 0,1 0 0 0 0,0 0 0 0 0,0 0 0 0 0,-1 0-1 0 0,1 0 1 0 0,-1 0 0 0 0,1 0 0 0 0,-1 0 0 0 0,1 0-1 0 0,-1-1 1 0 0,0 1 0 0 0,1 0 0 0 0,-3 1 0 0 0,-24 7-2880 0 0,20-8 858 0 0,0 0 1 0 0,0 0-1 0 0,0-1 0 0 0,0 0 1 0 0,0 0-1 0 0,0-1 0 0 0,-11-2 0 0 0,-3-2-3847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2:09.1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1 359 1744 0 0,'71'-37'12344'0'0,"-2"-5"-6814"0"0,127-102-2671 0 0,-165 120-3444 0 0,38-32-1242 0 0,-28 13-9069 0 0,-33 31 5739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38.9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370 1 1532,'0'0'22656,"-5"2"-22054,-57 31 4229,61-32-4348,-30 15 1863,28-14-2081,-7 3-213,-124 79-52,122-75 0,1 0 0,0 0 0,0 1 0,1 1 0,1 0 0,0 0 0,-12 21 0,10-18 0,9-12 0,0 0 0,1 0 0,-1 0 0,1 0 0,-1 0 0,1 0 0,0 0 0,0 1 0,0-1 0,0 0 0,0 1 0,1-1 0,-1 0 0,1 1 0,-1-1 0,1 1 0,0-1 0,0 1 0,0-1 0,0 1 0,0-1 0,1 1 0,-1-1 0,1 1 0,1 2 0,-1-2 0,0-1 0,0 0 0,0 0 0,0 0 0,1-1 0,-1 1 0,1 0 0,-1 0 0,1-1 0,0 1 0,-1-1 0,1 1 0,0-1 0,0 0 0,0 1 0,0-1 0,0 0 0,0-1 0,1 1 0,-1 0 0,0-1 0,0 1 0,1-1 0,-1 1 0,0-1 0,0 0 0,1 0 0,-1 0 0,4-1 0,8 0 0,1-1 0,-1 0 0,19-6 0,-26 7 0,35-10 0,0-1 0,78-35 0,-120 47 3,6-6 11,-6 3-37,-5 5-44,-1 0-1125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39.8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24 576,'0'0'31295,"2"1"-30539,5 4-616,4-2-140,7-3 0,0-1 0,1 0 0,-1-1 0,23-7 0,24-2 0,-52 9 0,-5-1 0,8 2 0,-4 0-1151,2 0-11301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40.60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0 140,'0'0'16894,"7"20"-8166,1-15-8349,1 0 0,-1-1-1,1 0 1,0 0 0,0-1-1,1 0 1,10 1 0,78 6 3180,-55-8-3143,-27-1-416,-3-2 0,-1-1 0,1-2 0,-6-7 0,-7 10-302,0 1 0,1-1 1,-1 0-1,0 0 0,1 0 0,-1 1 1,1-1-1,-1 0 0,1 0 0,-1 1 1,1-1-1,0 0 0,-1 1 0,1-1 1,0 1-1,-1-1 0,1 1 0,0-1 1,0 1-1,-1-1 0,1 1 0,0 0 1,1-1-1,10-5-8862,4-9-32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41.8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5 1480,'14'-4'31194,"6"56"-31087,-21-29-104,0 0-20,3 3 17,-1 0 0,-1 0 0,-1 0 0,-6 29 0,-1 50 0,6-90 0,-1-3 0,1 44 0,3-44 0,-1-11 0,0-1 0,0 0 0,0 0 0,0 1 0,1-1 0,-1 0 0,0 1 0,0-1 0,0 0 0,0 0 0,1 1 0,-1-1 0,0 0 0,0 0 0,1 1 0,-1-1 0,0 0 0,0 0 0,1 0 0,-1 0 0,0 1 0,0-1 0,1 0 0,-1 0 0,0 0 0,1 0 0,-1 0 0,0 0 0,1 0 0,-1 0 0,0 0 0,0 0 0,1 0 0,-1 0 0,1 0 0,16-9-911,-12 6-4628,-30-23-13613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42.3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 1 896,'-1'2'30145,"1"1"-27794,-3 6-7041,1-5 7270,0 3-1797,-3 2-195,-1 2-474,1-1-114,5-1 0,7-2 0,10-11 0,-10 3 0,17-10 0,-13 3 0,-5-2 0,-6 1 0,-8-2 0,-11 11-91,16 1-2036,-6 5 4066,6-4-3513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42.84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120 46 1616,'0'-1'14668,"-10"0"1496,0 12-16025,-4 5-79,1 1 0,-14 23 0,20-30-60,1 1 0,1 0 0,0 1 0,0-1 0,1 1 0,0 0 0,1 0 0,1 1 0,0-1 0,0 21 0,1-31 0,2 1 0,-1-1 0,0 1 0,1-1 0,-1 1 0,1-1 0,-1 0 0,1 1 0,0-1 0,0 0 0,0 1 0,1-1 0,-1 0 0,0 0 0,1 0 0,-1 0 0,1 0 0,0-1 0,3 4 0,0-2 0,0 0 0,-1 0 0,1-1 0,0 0 0,0 0 0,1 0 0,-1 0 0,9 0 0,5 1 0,-1-2 0,0 0 0,0-1 0,23-3 0,-13-1 0,-1 0 0,0-2 0,40-14 0,-54 15 0,0 0 0,-1-1 0,0-1 0,0 0 0,0 0 0,-1-1 0,0-1 0,18-16 0,-25 20 0,0 0 0,-1 0 0,1 0 0,-1 0 0,0-1 0,-1 1 0,1-1 0,-1 0 0,0 1 0,-1-1 0,1 0 0,-1 0 0,0 0 0,0-12 0,-1 14 0,0-1 0,-1 1 0,1-1 0,-1 1 0,0-1 0,0 1 0,0 0 0,-1-1 0,0 1 0,1 0 0,-1 0 0,-1 0 0,1 0 0,-1 1 0,1-1 0,-1 1 0,0-1 0,0 1 0,-6-4 0,-1 0 0,0 0 0,0 1 0,0 1 0,-1-1 0,0 2 0,0 0 0,-1 0 0,1 1 0,-1 0 0,0 1 0,1 0 0,-1 1 0,0 1 0,0-1 0,0 2 0,0 0 0,0 0 0,0 1 0,1 1 0,-1 0 0,1 0 0,-13 6 0,0-2 0,11-1 0,6 3 0,5 3 0,17 0 0,-4-7-3063,-8-4 1460,0 0 0,0 0 0,1 0 0,-1-1 0,0 1 0,0-1 0,0 0 0,0 0 0,4 0 0,3-2-6086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43.5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507 1 660,'0'0'21531,"3"4"-20241,-2-2-970,-1-1 1,1 1 0,0 0-1,0 0 1,-1 0-1,1 0 1,-1 0 0,1 0-1,-1 0 1,0 0 0,0 0-1,0 0 1,0 0-1,0 3 1,-1-3 750,-7 27 2260,7-17-3322,0-1-1,-2 1 0,1-1 1,-2 0-1,1 0 0,-1-1 1,-1 1-1,-7 12 0,10-20-8,-82 187 0,-128 160 0,63-134 0,131-179 0,12-27 0,7-2 0,9-2 0,3-7 0,3-10-911,-12 6-223,-2 1-2740,14-13-15809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0.56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38 145 252 0 0,'0'0'32444'0'0,"-2"0"-32384"0"0,-8 6-49 0 0,3 6-11 0 0,-6 71 0 0 0,8-28 0 0 0,5 20 0 0 0,1-62 0 0 0,3-5 0 0 0,-2-11 0 0 0,-1 0 0 0 0,1 0 0 0 0,-1 1 0 0 0,0-1 0 0 0,0 0 0 0 0,0 0 0 0 0,-1 0 0 0 0,1 0 0 0 0,-1 0 0 0 0,1-4 0 0 0,-1 4 0 0 0,8-57 0 0 0,-6 39 0 0 0,0 0 0 0 0,10-33 0 0 0,-10 47 0 0 0,0 1 0 0 0,0-1 0 0 0,1 1 0 0 0,0 0 0 0 0,1 0 0 0 0,-1 0 0 0 0,1 0 0 0 0,0 1 0 0 0,1 0 0 0 0,-1-1 0 0 0,1 2 0 0 0,7-7 0 0 0,25-26 0 0 0,-30 28 0 0 0,1 0 0 0 0,0 1 0 0 0,1 0 0 0 0,18-13 0 0 0,-13 11 0 0 0,-10 9 0 0 0,36-11 0 0 0,-28 8 0 0 0,0 3 0 0 0,-1 9 0 0 0,-9-6 0 0 0,-1 1 0 0 0,1 0 0 0 0,-1-1 0 0 0,0 1 0 0 0,0 0 0 0 0,-1 0 0 0 0,1 0 0 0 0,0 0 0 0 0,-1 0 0 0 0,0 0 0 0 0,0 0 0 0 0,0 0 0 0 0,0 0 0 0 0,-1 4 0 0 0,-8 53 0 0 0,4-33 0 0 0,2-6 0 0 0,0-5 0 0 0,0 1 0 0 0,1 0 0 0 0,1 0 0 0 0,0 0 0 0 0,1 0 0 0 0,1 0 0 0 0,1 0 0 0 0,0 0 0 0 0,7 21 0 0 0,22 45 0 0 0,-29-72 0 0 0,1-1 0 0 0,-2 2 0 0 0,-1 2 0 0 0,0-3-911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1.67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94 127 212 0 0,'4'2'32500'0'0,"-6"11"-32483"0"0,0 0 0 0 0,-1 0 0 0 0,-8 20 1 0 0,9-27-20 0 0,0-1 1 0 0,0 0-1 0 0,1 1 1 0 0,0 0-1 0 0,0-1 1 0 0,0 1-1 0 0,1-1 1 0 0,0 10-1 0 0,-1-5 2 0 0,-4 1 0 0 0,3 1 0 0 0,2-12 0 0 0,0 1 0 0 0,0-1 0 0 0,0 0 0 0 0,0 0 0 0 0,-1 0 0 0 0,1 1 0 0 0,0-1 0 0 0,0 0 0 0 0,0 0 0 0 0,-1 0 0 0 0,1 0 0 0 0,0 1 0 0 0,0-1 0 0 0,-1 0 0 0 0,1 0 0 0 0,0 0 0 0 0,-1 0 0 0 0,1 0 0 0 0,0 0 0 0 0,0 0 0 0 0,-1 0 0 0 0,1 0 0 0 0,0 0 0 0 0,-1 0 0 0 0,1 0 0 0 0,0 0 0 0 0,0 0 0 0 0,-1 0 0 0 0,1 0 0 0 0,0 0 0 0 0,0 0 0 0 0,-1 0 0 0 0,1 0 0 0 0,0 0 0 0 0,-1 0 0 0 0,1-1 0 0 0,0 1 0 0 0,0 0 0 0 0,-1 0 0 0 0,1 0 0 0 0,-2-1 0 0 0,0 0 0 0 0,1 0 0 0 0,-1-1 0 0 0,0 1 0 0 0,1 0 0 0 0,-1 0 0 0 0,1-1 0 0 0,-1 1 0 0 0,1-1 0 0 0,0 0 0 0 0,0 1 0 0 0,-2-3 0 0 0,-9-13 0 0 0,10 13 0 0 0,-8-21 0 0 0,5 9 0 0 0,5 12 0 0 0,-1-1 0 0 0,1 1 0 0 0,0-1 0 0 0,0 1 0 0 0,0-1 0 0 0,1 1 0 0 0,-1-1 0 0 0,1 1 0 0 0,0-1 0 0 0,1 1 0 0 0,-1 0 0 0 0,1-1 0 0 0,0 1 0 0 0,0 0 0 0 0,0 0 0 0 0,5-6 0 0 0,2-6 0 0 0,-5 8 0 0 0,1 0 0 0 0,0 0 0 0 0,0 0 0 0 0,1 1 0 0 0,0 0 0 0 0,0 0 0 0 0,1 0 0 0 0,0 1 0 0 0,0 0 0 0 0,0 0 0 0 0,1 1 0 0 0,0 0 0 0 0,0 0 0 0 0,0 1 0 0 0,1 0 0 0 0,-1 1 0 0 0,1 0 0 0 0,12-3 0 0 0,-8 3 0 0 0,3 4 0 0 0,-10 11 0 0 0,-6-10 0 0 0,0-1 0 0 0,1 0 0 0 0,-1 1 0 0 0,0-1 0 0 0,0 0 0 0 0,0 0 0 0 0,0 1 0 0 0,0-1 0 0 0,0 0 0 0 0,0 0 0 0 0,-1 1 0 0 0,1-1 0 0 0,0 0 0 0 0,-1 0 0 0 0,1 1 0 0 0,-1-1 0 0 0,1 0 0 0 0,-1 0 0 0 0,0 0 0 0 0,1 0 0 0 0,-1 0 0 0 0,0 0 0 0 0,-1 2 0 0 0,-1-1 0 0 0,-5 14 0 0 0,-2 0 0 0 0,0-1 0 0 0,0 0 0 0 0,-1-1 0 0 0,-1 0 0 0 0,0-1 0 0 0,-1 0 0 0 0,-29 21 0 0 0,34-27 0 0 0,8-7 0 0 0,-1 1 0 0 0,1-1 0 0 0,0 0 0 0 0,0 1 0 0 0,-1-1 0 0 0,1 0 0 0 0,0 1 0 0 0,0-1 0 0 0,0 0 0 0 0,0 1 0 0 0,-1-1 0 0 0,1 0 0 0 0,0 1 0 0 0,0-1 0 0 0,0 1 0 0 0,0-1 0 0 0,0 0 0 0 0,0 1 0 0 0,0-1 0 0 0,0 0 0 0 0,0 1 0 0 0,0-1 0 0 0,0 1 0 0 0,0-1 0 0 0,0 0 0 0 0,1 1 0 0 0,-1-1 0 0 0,0 0 0 0 0,0 1 0 0 0,0-1 0 0 0,0 0 0 0 0,1 1 0 0 0,-1-1 0 0 0,0 0 0 0 0,0 1 0 0 0,1-1 0 0 0,-1 0 0 0 0,0 0 0 0 0,1 1 0 0 0,-1-1 0 0 0,0 0 0 0 0,1 0 0 0 0,-1 1 0 0 0,9 2 0 0 0,-1-2 0 0 0,0 1 0 0 0,0-1 0 0 0,-1-1 0 0 0,1 0 0 0 0,0 0 0 0 0,0 0 0 0 0,0-1 0 0 0,13-3 0 0 0,21-2 0 0 0,2 3 0 0 0,-29 4 0 0 0,-2 2 0 0 0,-4 4 0 0 0,1-1 0 0 0,-2-1 0 0 0,-4-1-911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2.5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14 1788 0 0,'0'0'2757'0'0,"-4"2"168"0"0,-18 7 22334 0 0,209-24-25217 0 0,-140 10-46 0 0,-35 3 4 0 0,8 0 0 0 0,-5 2 0 0 0,-2 2 0 0 0,-13-2 0 0 0,1 0 0 0 0,-1 0 0 0 0,0 1 0 0 0,0-1 0 0 0,0 0 0 0 0,0 0 0 0 0,1 0 0 0 0,-1 1 0 0 0,0-1 0 0 0,0 0 0 0 0,0 0 0 0 0,0 0 0 0 0,0 1 0 0 0,0-1 0 0 0,0 0 0 0 0,0 0 0 0 0,0 1 0 0 0,0-1 0 0 0,0 0 0 0 0,0 0 0 0 0,0 0 0 0 0,0 1 0 0 0,0-1 0 0 0,0 0 0 0 0,0 0 0 0 0,0 1 0 0 0,0-1 0 0 0,0 0 0 0 0,0 0 0 0 0,0 1 0 0 0,0-1 0 0 0,0 0 0 0 0,0 0 0 0 0,0 0 0 0 0,-1 1 0 0 0,1-1 0 0 0,0 0 0 0 0,0 0 0 0 0,0 0 0 0 0,-1 1 0 0 0,0 1 1 0 0,0 0-1 0 0,0 0 1 0 0,-1 0 0 0 0,1 0-1 0 0,-1 0 1 0 0,1 0 0 0 0,-1 0-1 0 0,0 0 1 0 0,1-1 0 0 0,-1 1-1 0 0,0-1 1 0 0,0 1-1 0 0,0-1 1 0 0,-1 0 0 0 0,1 0-1 0 0,0 0 1 0 0,-4 1 0 0 0,-6 3-124 0 0,-63 33-7867 0 0,4-3 3423 0 0,69-34 4732 0 0,1-1 0 0 0,0 1 0 0 0,-1 0 1 0 0,1-1-1 0 0,0 1 0 0 0,0 0 0 0 0,-1 0 0 0 0,1 0 0 0 0,0 0 0 0 0,0 0 0 0 0,0 0 0 0 0,0 0 1 0 0,0 0-1 0 0,-1 3 0 0 0,3-3-42 0 0,0 0 0 0 0,0 0 0 0 0,0 1 0 0 0,0-1 0 0 0,0 0 0 0 0,1 0 0 0 0,-1-1 0 0 0,0 1 0 0 0,0 0 0 0 0,1 0 0 0 0,-1-1 0 0 0,0 1 1 0 0,1 0-1 0 0,-1-1 0 0 0,1 0 0 0 0,-1 1 0 0 0,1-1 0 0 0,-1 0 0 0 0,3 1 0 0 0,24 7 413 0 0,1-2-1 0 0,48 6 1 0 0,-61-10-1893 0 0,-1-2 1 0 0,0 0-1 0 0,31-5 1 0 0,-41 4 1136 0 0,-1-1-1948 0 0,2 1-6925 0 0,8-2 3616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4.6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14 1344 0 0,'5'-14'30983'0'0,"-16"85"-30543"0"0,8-54-440 0 0,1-1 0 0 0,1 1 0 0 0,1 30 0 0 0,0-14 0 0 0,1-22 0 0 0,2 3 0 0 0,-2-2 0 0 0,-1-1 0 0 0,1 0 0 0 0,4-2 0 0 0,-4 5 0 0 0,-1-1 0 0 0,1-1 0 0 0,-1-12 0 0 0,0 1 0 0 0,0-1 0 0 0,0 0 0 0 0,0 0 0 0 0,0 0 0 0 0,0 0 0 0 0,0 1 0 0 0,0-1 0 0 0,0 0 0 0 0,0 0 0 0 0,0 0 0 0 0,0 0 0 0 0,0 1 0 0 0,0-1 0 0 0,0 0 0 0 0,1 0 0 0 0,-1 0 0 0 0,0 0 0 0 0,0 0 0 0 0,0 0 0 0 0,0 1 0 0 0,0-1 0 0 0,0 0 0 0 0,0 0 0 0 0,1 0 0 0 0,-1 0 0 0 0,0 0 0 0 0,0 0 0 0 0,0 0 0 0 0,0 0 0 0 0,0 0 0 0 0,1 0 0 0 0,-1 0 0 0 0,0 0 0 0 0,0 1 0 0 0,0-1 0 0 0,0 0 0 0 0,1 0 0 0 0,-1 0 0 0 0,0 0 0 0 0,0-1 0 0 0,0 1 0 0 0,0 0 0 0 0,1 0 0 0 0,-1 0 0 0 0,0 0 0 0 0,0 0 0 0 0,0 0 0 0 0,0 0 0 0 0,1 0 0 0 0,-1 0 0 0 0,0 0 0 0 0,0 0 0 0 0,0 0 0 0 0,0-1 0 0 0,17-16-2683 0 0,-13 10 528 0 0,-1-1 0 0 0,-1 1-1 0 0,1 0 1 0 0,-1-1 0 0 0,0 1-1 0 0,0-12 1 0 0,-1 17 1757 0 0,5-20-7808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5.50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 12 1608 0 0,'0'0'20507'0'0,"6"6"-18426"0"0,-7-1 3728 0 0,-5 1-5138 0 0,-6 6 698 0 0,-3 42-647 0 0,14-42-722 0 0,1-12-3 0 0,0 1 0 0 0,0-1 0 0 0,0 0 1 0 0,0 1-1 0 0,0-1 0 0 0,0 0 0 0 0,0 1 0 0 0,0-1 0 0 0,1 0 1 0 0,-1 1-1 0 0,0-1 0 0 0,0 0 0 0 0,0 1 0 0 0,0-1 0 0 0,1 0 0 0 0,-1 0 1 0 0,0 1-1 0 0,0-1 0 0 0,1 0 0 0 0,-1 0 0 0 0,0 0 0 0 0,1 1 0 0 0,-1-1 1 0 0,0 0-1 0 0,0 0 0 0 0,1 0 0 0 0,-1 0 0 0 0,0 0 0 0 0,1 0 1 0 0,-1 0-1 0 0,0 1 0 0 0,1-1 0 0 0,-1 0 0 0 0,0 0 0 0 0,1 0 0 0 0,-1 0 1 0 0,0 0-1 0 0,1 0 0 0 0,-1-1 0 0 0,0 1 0 0 0,1 0 0 0 0,-1 0 0 0 0,0 0 1 0 0,1 0-1 0 0,-1 0 0 0 0,0 0 0 0 0,1-1 0 0 0,-1 1 0 0 0,0 0 1 0 0,0 0-1 0 0,1 0 0 0 0,-1-1 0 0 0,0 1 0 0 0,1-1 0 0 0,12-7-837 0 0,15-18-2209 0 0,-10-3-3620 0 0,-5 6-1546 0 0,6-2 435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5.8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79 12 452 0 0,'3'14'10094'0'0,"-9"4"-3829"0"0,-21 21-323 0 0,13-19-3513 0 0,3 7 277 0 0,9-22-2265 0 0,0-1 0 0 0,1 1 0 0 0,-1 0 0 0 0,-1-1 0 0 0,1 0 0 0 0,-5 7 0 0 0,6-10-412 0 0,1-1-1 0 0,-1 1 0 0 0,1 0 0 0 0,0-1 0 0 0,-1 1 0 0 0,1 0 1 0 0,0-1-1 0 0,-1 1 0 0 0,1 0 0 0 0,0 0 0 0 0,0-1 0 0 0,0 1 1 0 0,0 0-1 0 0,0-1 0 0 0,0 1 0 0 0,0 0 0 0 0,0 0 0 0 0,0-1 1 0 0,0 1-1 0 0,0 0 0 0 0,0 0 0 0 0,1-1 0 0 0,-1 1 0 0 0,0 0 1 0 0,1-1-1 0 0,-1 1 0 0 0,0 0 0 0 0,1-1 0 0 0,-1 1 0 0 0,1 0 1 0 0,-1-1-1 0 0,1 1 0 0 0,-1-1 0 0 0,1 1 0 0 0,-1-1 0 0 0,1 1 1 0 0,0 0-1 0 0,25 14 693 0 0,-16-14-721 0 0,-1-1 0 0 0,1 0 0 0 0,0-1 0 0 0,0 0 0 0 0,-1-1 0 0 0,1 0 0 0 0,-1 0 0 0 0,0-1 0 0 0,13-5 0 0 0,82-44 0 0 0,-82 40 0 0 0,-12 7 0 0 0,0 0 0 0 0,-1-1 0 0 0,0 0 0 0 0,0 0 0 0 0,0-1 0 0 0,-1 0 0 0 0,0 0 0 0 0,0-1 0 0 0,-1 0 0 0 0,7-10 0 0 0,-11 16 0 0 0,-3 2 0 0 0,1-1 0 0 0,-1 1 0 0 0,1-1 0 0 0,-1 1 0 0 0,1 0 0 0 0,-1-1 0 0 0,1 1 0 0 0,-1-1 0 0 0,1 1 0 0 0,-1-1 0 0 0,1 0 0 0 0,-1 1 0 0 0,0-1 0 0 0,1 1 0 0 0,-1-1 0 0 0,0 0 0 0 0,0 1 0 0 0,1-1 0 0 0,-1 0 0 0 0,0 1 0 0 0,0-1 0 0 0,0 0 0 0 0,0 1 0 0 0,0-1 0 0 0,0-1 0 0 0,-1-11 0 0 0,-13 4 0 0 0,7 8-22 0 0,0 0 1 0 0,0 0-1 0 0,0 1 0 0 0,-1 0 1 0 0,1 0-1 0 0,0 0 0 0 0,0 1 1 0 0,-1 0-1 0 0,1 1 0 0 0,0 0 1 0 0,0 0-1 0 0,-7 3 0 0 0,-7 4-330 0 0,0 0 0 0 0,-30 20 1 0 0,33-15-4811 0 0,13-9 75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6.20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598 1 180 0 0,'0'0'5270'0'0,"-4"5"-2779"0"0,-49 54 5133 0 0,36-43-5382 0 0,2 0-1 0 0,-27 35 0 0 0,-82 171 5417 0 0,21 11-4844 0 0,5-19-2807 0 0,-9 21-8 0 0,73-148 1 0 0,34-83-470 0 0,2-9-822 0 0,6-22-3055 0 0,20-59-8021 0 0,-21 71 4335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6.85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239 2 884 0 0,'0'0'22274'0'0,"7"0"-21098"0"0,1 0-1241 0 0,3-1 1697 0 0,1 1 1 0 0,-1 0 0 0 0,23 4-1 0 0,-33-4-1572 0 0,-1 0 0 0 0,1 0-1 0 0,-1 0 1 0 0,0 0 0 0 0,1 0 0 0 0,-1 0-1 0 0,1 1 1 0 0,-1-1 0 0 0,0 0-1 0 0,1 0 1 0 0,-1 0 0 0 0,1 1-1 0 0,-1-1 1 0 0,0 0 0 0 0,1 0-1 0 0,-1 1 1 0 0,0-1 0 0 0,0 0-1 0 0,1 1 1 0 0,-1-1 0 0 0,0 0-1 0 0,0 1 1 0 0,1-1 0 0 0,-1 0-1 0 0,0 1 1 0 0,0-1 0 0 0,0 1-1 0 0,0-1 1 0 0,1 0 0 0 0,-1 1-1 0 0,0 0 1 0 0,0 0-57 0 0,0 1 0 0 0,0 0-1 0 0,0-1 1 0 0,0 1 0 0 0,0 0 0 0 0,0-1 0 0 0,0 1 0 0 0,-1-1-1 0 0,1 1 1 0 0,-1 0 0 0 0,1-1 0 0 0,-1 1 0 0 0,1-1-1 0 0,-1 1 1 0 0,0-1 0 0 0,0 0 0 0 0,0 1 0 0 0,0-1 0 0 0,0 0-1 0 0,0 1 1 0 0,0-1 0 0 0,-2 1 0 0 0,-2 3-10 0 0,-25 35 7 0 0,-2-2 0 0 0,-1-1 0 0 0,-69 59 0 0 0,57-55 0 0 0,-22 13 0 0 0,64-48 0 0 0,3-5 0 0 0,0-1 0 0 0,0 0 0 0 0,0 0 0 0 0,0 0 0 0 0,0 0 0 0 0,0 0 0 0 0,0 0 0 0 0,0 0 0 0 0,0 1 0 0 0,0-1 0 0 0,0 0 0 0 0,0 0 0 0 0,0 0 0 0 0,0 0 0 0 0,0 0 0 0 0,0 0 0 0 0,0 1 0 0 0,0-1 0 0 0,0 0 0 0 0,0 0 0 0 0,0 0 0 0 0,0 0 0 0 0,0 0 0 0 0,0 0 0 0 0,0 0 0 0 0,0 1 0 0 0,0-1 0 0 0,0 0 0 0 0,0 0 0 0 0,0 0 0 0 0,0 0 0 0 0,0 0 0 0 0,0 0 0 0 0,1 0 0 0 0,-1 0 0 0 0,0 1 0 0 0,0-1 0 0 0,0 0 0 0 0,0 0 0 0 0,0 0 0 0 0,0 0 0 0 0,0 0 0 0 0,0 0 0 0 0,1 0 0 0 0,-1 0 0 0 0,0 0 0 0 0,0 0 0 0 0,0 0 0 0 0,0 0 0 0 0,0 0 0 0 0,0 0 0 0 0,1 0 0 0 0,-1 0 0 0 0,0 0 0 0 0,0 0 0 0 0,0 0 0 0 0,0 0 0 0 0,0 0 0 0 0,0 0 0 0 0,0 0 0 0 0,1 0 0 0 0,-1 0 0 0 0,0 0 0 0 0,0 0 0 0 0,0 0 0 0 0,0-1 0 0 0,0 1 0 0 0,0 0 0 0 0,31-4 0 0 0,0-2 0 0 0,-1-1 0 0 0,46-17 0 0 0,2 0 0 0 0,32-2 0 0 0,-100 23 0 0 0,4 0-63 0 0,-11 3-1091 0 0,-10-17-23319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7.2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 6 2028 0 0,'-2'9'10835'0'0,"5"-3"-3523"0"0,18 0-341 0 0,32-8-4943 0 0,-47 1-693 0 0,152-22 923 0 0,-144 23-2258 0 0,-3 3-231 0 0,-9-3-987 0 0,-6 3-532 0 0,-30 18-3151 0 0,-7-4-7206 0 0,23-10 5048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7.47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 2196 0 0,'28'12'11678'0'0,"5"-9"-3770"0"0,38-10 229 0 0,-24 2-5365 0 0,-24 4-2911 0 0,27-3 444 0 0,-8-9-3191 0 0,-40 12 252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8.05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57 0 1320 0 0,'-2'5'2555'0'0,"-11"13"21507"0"0,-3-6-19232 0 0,10-4-4830 0 0,-1 1 0 0 0,2 0 0 0 0,-1 0 0 0 0,5 1-171 0 0,1-8-867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8.4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150 1 2108 0 0,'0'0'9609'0'0,"-4"4"-7475"0"0,-16 14 421 0 0,-34 35 6914 0 0,38-28-7777 0 0,-6 13-203 0 0,18-34-1283 0 0,0 1 1 0 0,1 0-1 0 0,0-1 0 0 0,0 2 0 0 0,0-1 0 0 0,1 0 0 0 0,-1 0 0 0 0,1 1 1 0 0,1 0-1 0 0,-1-1 0 0 0,1 1 0 0 0,0 0 0 0 0,0 0 0 0 0,0-1 1 0 0,1 1-1 0 0,0 0 0 0 0,2 11 0 0 0,-2-15-206 0 0,0 0 0 0 0,1 0 0 0 0,-1-1 0 0 0,1 1 0 0 0,0 0 0 0 0,0 0 0 0 0,-1-1 0 0 0,1 1 0 0 0,0-1 0 0 0,0 1 0 0 0,1-1 0 0 0,-1 1 0 0 0,0-1 0 0 0,0 1 0 0 0,1-1 0 0 0,-1 0 0 0 0,1 0 0 0 0,-1 0 0 0 0,1 0 0 0 0,-1 0 0 0 0,3 1 0 0 0,1 0 0 0 0,0-1 0 0 0,-1 1 0 0 0,1-1 0 0 0,0 0 0 0 0,0-1 0 0 0,0 1 0 0 0,0-1 0 0 0,5 0 0 0 0,4-1 0 0 0,1 0 0 0 0,-1-1 0 0 0,0-1 0 0 0,25-7 0 0 0,-21 3 0 0 0,0 0 0 0 0,26-15 0 0 0,-39 19 0 0 0,0 0 0 0 0,0-1 0 0 0,-1 1 0 0 0,1-1 0 0 0,-1 0 0 0 0,0 0 0 0 0,1 0 0 0 0,-2 0 0 0 0,1-1 0 0 0,0 0 0 0 0,-1 0 0 0 0,4-7 0 0 0,-7 2 0 0 0,-1 8 0 0 0,0 0 0 0 0,0 0 0 0 0,0 0 0 0 0,0 0 0 0 0,0 0 0 0 0,0 0 0 0 0,0 0 0 0 0,-1 0 0 0 0,1 1 0 0 0,0-1 0 0 0,-1 0 0 0 0,0 1 0 0 0,1-1 0 0 0,-1 1 0 0 0,0 0 0 0 0,0 0 0 0 0,0-1 0 0 0,0 1 0 0 0,0 0 0 0 0,0 1 0 0 0,0-1 0 0 0,0 0 0 0 0,0 1 0 0 0,0-1 0 0 0,-1 1 0 0 0,1-1 0 0 0,0 1 0 0 0,0 0 0 0 0,-1 0 0 0 0,1 0 0 0 0,0 0 0 0 0,0 1 0 0 0,-3 0 0 0 0,-1-1 0 0 0,-13 1-984 0 0,-1 1 1 0 0,0 1-1 0 0,1 0 0 0 0,-1 2 0 0 0,1 0 1 0 0,-30 14-1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9.1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281 12 1608 0 0,'0'0'12877'0'0,"-5"-2"-11111"0"0,-16-6-129 0 0,16 6 1284 0 0,-2 3-1838 0 0,0-1-1 0 0,0 1 0 0 0,0 1 1 0 0,0-1-1 0 0,-8 4 0 0 0,0 2-718 0 0,0 0 1 0 0,1 1-1 0 0,0 1 0 0 0,1 0 0 0 0,0 1 1 0 0,0 1-1 0 0,1 0 0 0 0,0 0 0 0 0,1 1 1 0 0,1 1-1 0 0,0 0 0 0 0,0 0 0 0 0,1 1 1 0 0,-12 25-1 0 0,20-37-364 0 0,0 0 0 0 0,0-1 0 0 0,1 1 0 0 0,-1 0 0 0 0,0 0 0 0 0,0 0 0 0 0,1 0 0 0 0,-1 0 0 0 0,1 0 0 0 0,0 0 0 0 0,0 0 0 0 0,0 0 0 0 0,0 0 0 0 0,0 0 0 0 0,0-1 0 0 0,0 1 0 0 0,0 0 0 0 0,1 0 0 0 0,-1 0 0 0 0,1 0 0 0 0,0 0 0 0 0,-1 0 0 0 0,1 0 0 0 0,2 2 0 0 0,-1-2 0 0 0,0 0 0 0 0,0 0 0 0 0,1 0 0 0 0,-1 0 0 0 0,1 0 0 0 0,-1-1 0 0 0,1 1 0 0 0,0-1 0 0 0,0 0 0 0 0,-1 0 0 0 0,1 0 0 0 0,0 0 0 0 0,0 0 0 0 0,4 0 0 0 0,7 0 0 0 0,1 1 0 0 0,-1-2 0 0 0,1 0 0 0 0,-1-1 0 0 0,19-2 0 0 0,-15 0 0 0 0,-1-1 0 0 0,1-1 0 0 0,-1 0 0 0 0,0-1 0 0 0,0-1 0 0 0,-1 0 0 0 0,0-2 0 0 0,0 1 0 0 0,25-20 0 0 0,-28 18 0 0 0,-9 7 0 0 0,0 1 0 0 0,-1-1 0 0 0,1 0 0 0 0,-1-1 0 0 0,0 1 0 0 0,6-8 0 0 0,-4 1 0 0 0,0 0 0 0 0,-1 0 0 0 0,0 0 0 0 0,3-14 0 0 0,-8 11 0 0 0,-8 2 0 0 0,0 6 0 0 0,-5 2 0 0 0,-7 3 0 0 0,3 2 0 0 0,9 1 0 0 0,0 4 0 0 0,7 0-86 0 0,2-5-706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9.4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86 0 752 0 0,'-1'1'12802'0'0,"-5"13"6123"0"0,-24 33-18637 0 0,-8-3-288 0 0,29-36-490 0 0,7-7-2299 0 0,7-6-2742 0 0,19-18-3532 0 0,-4 1 690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9.7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140 1 900 0 0,'0'0'14762'0'0,"-7"1"-12996"0"0,-6 2 10 0 0,-1 2 1 0 0,1-1-1 0 0,0 2 1 0 0,0 0-1 0 0,0 0 1 0 0,1 1-1 0 0,-21 16 1 0 0,27-6-881 0 0,5-6-665 0 0,0-10-231 0 0,1 1 0 0 0,0 0 0 0 0,-1-1 0 0 0,1 1 0 0 0,0-1 0 0 0,0 1 0 0 0,0 0 0 0 0,0-1 0 0 0,0 1 0 0 0,1 0 0 0 0,-1-1 0 0 0,0 1 0 0 0,1-1 0 0 0,-1 1 0 0 0,1-1 0 0 0,-1 1 0 0 0,1-1 0 0 0,0 1 0 0 0,0-1 0 0 0,0 1 0 0 0,0-1 0 0 0,0 0 0 0 0,0 1 0 0 0,0-1 0 0 0,0 0 0 0 0,2 1 0 0 0,32 19 0 0 0,-27-17 0 0 0,44 22 0 0 0,-41-22 0 0 0,0 1 0 0 0,0 0 0 0 0,-1 1 0 0 0,0 1 0 0 0,0-1 0 0 0,17 17 0 0 0,-25-22 0 0 0,-1 1 0 0 0,1 0 0 0 0,-1 0 0 0 0,1 0 0 0 0,-1 0 0 0 0,0 0 0 0 0,0 0 0 0 0,0 0 0 0 0,0 0 0 0 0,0 0 0 0 0,-1 0 0 0 0,1 1 0 0 0,-1-1 0 0 0,1 0 0 0 0,-1 1 0 0 0,0-1 0 0 0,0 0 0 0 0,0 1 0 0 0,0-1 0 0 0,0 0 0 0 0,0 0 0 0 0,-1 1 0 0 0,1-1 0 0 0,-1 0 0 0 0,1 1 0 0 0,-3 2 0 0 0,-2 5 0 0 0,0 0 0 0 0,-1 0 0 0 0,0 0 0 0 0,-12 12 0 0 0,4-4 0 0 0,14-17-110 0 0,-1-1-1 0 0,0 1 1 0 0,0-1-1 0 0,0 0 1 0 0,0 1-1 0 0,0-1 1 0 0,0 0-1 0 0,0 0 1 0 0,0 1-1 0 0,0-1 1 0 0,1 0 0 0 0,-1 0-1 0 0,0 0 1 0 0,0 0-1 0 0,0 0 1 0 0,0 0-1 0 0,0-1 1 0 0,0 1-1 0 0,0 0 1 0 0,0 0-1 0 0,0-1 1 0 0,0 1 0 0 0,0-1-1 0 0,0 1 1 0 0,1 0-1 0 0,-1-1 1 0 0,0 0-1 0 0,0 1 1 0 0,1-1-1 0 0,-1 1 1 0 0,0-1-1 0 0,1 0 1 0 0,-1 0 0 0 0,0 1-1 0 0,1-1 1 0 0,-2-1-1 0 0,-21-27-7369 0 0,17 11-543 0 0,-1-6 615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9.9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91 148 0 0,'32'4'6981'0'0,"-16"-1"-4759"0"0,1-1 0 0 0,-1 0 0 0 0,0-2 0 0 0,1 1 0 0 0,16-3 0 0 0,1-3-895 0 0,0 0-1 0 0,-1-3 1 0 0,33-11 0 0 0,-56 16-1963 0 0,-1 0 0 0 0,0-1 0 0 0,0-1 0 0 0,12-7 0 0 0,-6-1-3529 0 0,-5-1-3922 0 0,-9 4 2275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2.21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379 43 448 0 0,'0'0'23739'0'0,"-7"0"-23371"0"0,-21-4 1032 0 0,-1 1 0 0 0,-55 2 0 0 0,73 2-1035 0 0,-1 1 0 0 0,1 0 0 0 0,-1 0-1 0 0,1 1 1 0 0,0 1 0 0 0,0 0-1 0 0,0 0 1 0 0,0 1 0 0 0,1 0-1 0 0,-19 14 1 0 0,25-17-365 0 0,-52 46 0 0 0,53-45 0 0 0,0 0 0 0 0,0 1 0 0 0,0-1 0 0 0,1 1 0 0 0,-1-1 0 0 0,1 1 0 0 0,0 0 0 0 0,0 0 0 0 0,1 0 0 0 0,-1 0 0 0 0,1 0 0 0 0,0 0 0 0 0,0 0 0 0 0,0 1 0 0 0,0 4 0 0 0,1-7 0 0 0,0 0 0 0 0,0 1 0 0 0,0-1 0 0 0,1 0 0 0 0,-1 0 0 0 0,1 1 0 0 0,-1-1 0 0 0,1 0 0 0 0,0 0 0 0 0,0 0 0 0 0,0 1 0 0 0,0-1 0 0 0,0 0 0 0 0,0 0 0 0 0,0-1 0 0 0,1 1 0 0 0,-1 0 0 0 0,1 0 0 0 0,0-1 0 0 0,-1 1 0 0 0,1-1 0 0 0,0 1 0 0 0,0-1 0 0 0,0 0 0 0 0,0 1 0 0 0,0-1 0 0 0,0 0 0 0 0,0 0 0 0 0,0-1 0 0 0,1 1 0 0 0,-1 0 0 0 0,0-1 0 0 0,0 0 0 0 0,4 1 0 0 0,3 0 0 0 0,0-1 0 0 0,1 0 0 0 0,-1 0 0 0 0,0-1 0 0 0,18-3 0 0 0,-9 0 0 0 0,0-1 0 0 0,0-1 0 0 0,0 0 0 0 0,0-2 0 0 0,30-17 0 0 0,-37 18 0 0 0,-1 0 0 0 0,0 0 0 0 0,0-1 0 0 0,0 0 0 0 0,-1-1 0 0 0,-1 0 0 0 0,1-1 0 0 0,-1 0 0 0 0,10-17 0 0 0,-13 19 0 0 0,-3 3 0 0 0,0 0 0 0 0,0 0 0 0 0,0-1 0 0 0,-1 1 0 0 0,0 0 0 0 0,0-1 0 0 0,0 0 0 0 0,0-6 0 0 0,-1-2 0 0 0,-5 0 0 0 0,-3 7 0 0 0,-5 8-29 0 0,10 0-337 0 0,-12 6-3845 0 0,12-5-909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2.5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7 432 0 0,'0'0'2402'0'0,"-19"-7"16657"0"0,16 29-17351 0 0,1-1 0 0 0,1 0 1 0 0,0 1-1 0 0,2-1 0 0 0,5 34 0 0 0,-4-27-1083 0 0,10 250-625 0 0,-7-178 0 0 0,-5-100 0 0 0,0 0 0 0 0,0 0 0 0 0,0 0 0 0 0,1 0 0 0 0,-1 0 0 0 0,0 1 0 0 0,0-1 0 0 0,1 0 0 0 0,-1 0 0 0 0,0 0 0 0 0,0 0 0 0 0,1 0 0 0 0,-1 0 0 0 0,0 0 0 0 0,0 0 0 0 0,1 0 0 0 0,-1 0 0 0 0,0 0 0 0 0,0 0 0 0 0,1 0 0 0 0,-1 0 0 0 0,0 0 0 0 0,1 0 0 0 0,-1 0 0 0 0,0 0 0 0 0,0 0 0 0 0,1 0 0 0 0,-1 0 0 0 0,0-1 0 0 0,0 1 0 0 0,0 0 0 0 0,1 0 0 0 0,-1 0 0 0 0,0 0 0 0 0,0-1 0 0 0,0 1 0 0 0,1 0 0 0 0,-1 0 0 0 0,0 0 0 0 0,0-1 0 0 0,0 1 0 0 0,0 0 0 0 0,0 0 0 0 0,1-1 0 0 0,-1 1 0 0 0,0 0 0 0 0,11-11 0 0 0,-11 11 0 0 0,17-21-6438 0 0,-3 6-5444 0 0,-3 8 3760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2.9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 9 2524 0 0,'0'0'2655'0'0,"-3"-2"-50"0"0,-14-5 7041 0 0,14 8-6520 0 0,-5 6 9024 0 0,16-3-12086 0 0,-5-2-65 0 0,0-1 1 0 0,0 0 0 0 0,0 0 0 0 0,0 0 0 0 0,0 0-1 0 0,1 0 1 0 0,-1-1 0 0 0,0 1 0 0 0,0-1 0 0 0,0 0 0 0 0,1 0-1 0 0,-1 0 1 0 0,5-1 0 0 0,111-15-113 0 0,-115 16-574 0 0,2-2 117 0 0,-3 1-925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3.2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 0 168 0 0,'-17'13'9631'0'0,"12"-3"6032"0"0,9-7-15466 0 0,0-1 0 0 0,0 1 0 0 0,0-1 0 0 0,1 0-1 0 0,-1 0 1 0 0,1 0 0 0 0,0 0 0 0 0,-1-1 0 0 0,1 0 0 0 0,0 0-1 0 0,0 0 1 0 0,-1-1 0 0 0,1 1 0 0 0,0-1 0 0 0,0 0 0 0 0,6-1-1 0 0,19-3 1673 0 0,49-12 0 0 0,-51 9-1648 0 0,-11 4-221 0 0,-4 0 0 0 0,-3 1-23 0 0,-8 2-151 0 0,-7 3-7322 0 0,-9 6 6693 0 0,-4 3-3602 0 0,7-5-4717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4.9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315 0 1120 0 0,'0'0'11225'0'0,"1"2"-8789"0"0,-5 9 11588 0 0,-20-14-11190 0 0,22 3-2391 0 0,-13 2 204 0 0,0 2-644 0 0,1 1 0 0 0,0 1 0 0 0,0 0 1 0 0,1 1-1 0 0,-1 0 0 0 0,1 1 0 0 0,1 0 0 0 0,0 1 0 0 0,0 1 1 0 0,1 0-1 0 0,-18 20 0 0 0,20-21-3 0 0,-49 58 0 0 0,54-62 0 0 0,0 1 0 0 0,1-1 0 0 0,0 1 0 0 0,0 0 0 0 0,0-1 0 0 0,1 1 0 0 0,0 0 0 0 0,0 1 0 0 0,1-1 0 0 0,-1 0 0 0 0,0 12 0 0 0,2-16 0 0 0,0 0 0 0 0,0 0 0 0 0,1 0 0 0 0,-1-1 0 0 0,0 1 0 0 0,1 0 0 0 0,-1 0 0 0 0,1-1 0 0 0,-1 1 0 0 0,1 0 0 0 0,0-1 0 0 0,0 1 0 0 0,-1 0 0 0 0,1-1 0 0 0,1 1 0 0 0,-1-1 0 0 0,0 0 0 0 0,0 1 0 0 0,0-1 0 0 0,1 0 0 0 0,1 2 0 0 0,0-1 0 0 0,0-1 0 0 0,1 1 0 0 0,-1-1 0 0 0,1 1 0 0 0,-1-1 0 0 0,1 0 0 0 0,-1 0 0 0 0,1-1 0 0 0,7 1 0 0 0,6-1 0 0 0,1 0 0 0 0,-1-2 0 0 0,26-4 0 0 0,-33 4 0 0 0,8-1 0 0 0,11-1 0 0 0,-2-1 0 0 0,1-1 0 0 0,-1-2 0 0 0,0-1 0 0 0,0 0 0 0 0,-1-2 0 0 0,39-23 0 0 0,-65 34 0 0 0,0 0 0 0 0,0 0 0 0 0,0 0 0 0 0,0 0 0 0 0,0 0 0 0 0,-1 0 0 0 0,1 0 0 0 0,0 0 0 0 0,0 0 0 0 0,0-1 0 0 0,0 1 0 0 0,0 0 0 0 0,0 0 0 0 0,0 0 0 0 0,0 0 0 0 0,0 0 0 0 0,0 0 0 0 0,0 0 0 0 0,0 0 0 0 0,0-1 0 0 0,0 1 0 0 0,0 0 0 0 0,0 0 0 0 0,0 0 0 0 0,0 0 0 0 0,0 0 0 0 0,0 0 0 0 0,0 0 0 0 0,0 0 0 0 0,0-1 0 0 0,0 1 0 0 0,0 0 0 0 0,0 0 0 0 0,0 0 0 0 0,0 0 0 0 0,0 0 0 0 0,0 0 0 0 0,0 0 0 0 0,0 0 0 0 0,0 0 0 0 0,1-1 0 0 0,-1 1 0 0 0,0 0 0 0 0,0 0 0 0 0,0 0 0 0 0,0 0 0 0 0,0 0 0 0 0,0 0 0 0 0,0 0 0 0 0,0 0 0 0 0,0 0 0 0 0,0 0 0 0 0,1 0 0 0 0,-1 0 0 0 0,0 0 0 0 0,0 0 0 0 0,0 0 0 0 0,0 0 0 0 0,0 0 0 0 0,0 0 0 0 0,1 0 0 0 0,-23 1 0 0 0,6 5 0 0 0,6-2-51 0 0,8-3-587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8.67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 61 336 0 0,'0'0'32325'0'0,"-3"3"-32220"0"0,4-3-105 0 0,-1 0 0 0 0,0 0 0 0 0,0 0 0 0 0,1 0 0 0 0,-1 0 0 0 0,0 0 0 0 0,0 0 0 0 0,1 0 0 0 0,-1 0 0 0 0,0 0 0 0 0,0 0 0 0 0,1 0 0 0 0,-1 0 0 0 0,0 0 0 0 0,0 0 0 0 0,1 0 0 0 0,-1 0 0 0 0,0 1 0 0 0,0-1 0 0 0,1 0 0 0 0,-1 0 0 0 0,0 0 0 0 0,0 0 0 0 0,0 0 0 0 0,1 1 0 0 0,-1-1 0 0 0,0 0 0 0 0,0 0 0 0 0,0 0 0 0 0,0 1 0 0 0,0-1 0 0 0,1 0 1 0 0,-1 0-1 0 0,0 0 0 0 0,0 1 0 0 0,0-1 0 0 0,0 0 0 0 0,0 0 0 0 0,0 1 0 0 0,0-1 0 0 0,0 0 0 0 0,0 0 0 0 0,0 1 0 0 0,0-1 0 0 0,0 0 0 0 0,0 0 0 0 0,0 1 0 0 0,0-1 0 0 0,0 0 0 0 0,0 0 0 0 0,0 1 0 0 0,0-1 0 0 0,0 0 0 0 0,-1 0 0 0 0,1 1 0 0 0,0-1 0 0 0,0 0 0 0 0,0 0 0 0 0,0 0 0 0 0,0 1 0 0 0,-1-1 0 0 0,1 0 0 0 0,0 0 0 0 0,0 0 0 0 0,0 0 0 0 0,-1 1 0 0 0,29-6 0 0 0,-21 3 0 0 0,92-14 0 0 0,112-23 0 0 0,-199 34 0 0 0,-9-2-911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9.6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154 67 112 0 0,'0'0'1559'0'0,"-22"-13"29347"0"0,31-2-30738 0 0,-8 13-167 0 0,1 0 1 0 0,-1 0-1 0 0,1 0 0 0 0,-1 0 0 0 0,1 0 1 0 0,0 0-1 0 0,0 1 0 0 0,0-1 1 0 0,0 1-1 0 0,0-1 0 0 0,1 1 0 0 0,-1 0 1 0 0,0 0-1 0 0,0 0 0 0 0,1 0 1 0 0,-1 0-1 0 0,4 0 0 0 0,-1 0-2 0 0,15-7 1 0 0,-16 7 0 0 0,16 1 0 0 0,-17-1 0 0 0,0 1 0 0 0,0 0 0 0 0,1 0 0 0 0,-1 0 0 0 0,0 0 0 0 0,0 1 0 0 0,0-1 0 0 0,1 1 0 0 0,-1 0 0 0 0,0-1 0 0 0,0 2 0 0 0,0-1 0 0 0,0 0 0 0 0,0 1 0 0 0,0-1 0 0 0,-1 1 0 0 0,1 0 0 0 0,0 0 0 0 0,2 2 0 0 0,-3-2 0 0 0,-1 1 0 0 0,1-1 0 0 0,-1 1 0 0 0,0-1 0 0 0,1 1 0 0 0,-1 0 0 0 0,0 0 0 0 0,-1-1 0 0 0,1 1 0 0 0,0 0 0 0 0,-1 0 0 0 0,0 0 0 0 0,1 0 0 0 0,-1 0 0 0 0,0 0 0 0 0,-1 4 0 0 0,-1 3 0 0 0,0 0 0 0 0,0 0 0 0 0,-1 0 0 0 0,0 0 0 0 0,-1-1 0 0 0,0 1 0 0 0,-1-1 0 0 0,-10 16 0 0 0,5-11 0 0 0,-2 1 0 0 0,0-2 0 0 0,0 0 0 0 0,-1 0 0 0 0,-1-1 0 0 0,0-1 0 0 0,-1 0 0 0 0,0-1 0 0 0,0-1 0 0 0,-1 0 0 0 0,-33 13 0 0 0,40-20 0 0 0,-8-1 0 0 0,-1-3 0 0 0,1-3 0 0 0,10-4 0 0 0,13-6 0 0 0,-3 12 0 0 0,0 0 0 0 0,0 0 0 0 0,0 0 0 0 0,1 1 0 0 0,-1-1 0 0 0,1 1 0 0 0,-1 0 0 0 0,1 0 0 0 0,0 0 0 0 0,0 0 0 0 0,0 1 0 0 0,7-3 0 0 0,56-9 0 0 0,-51 10 0 0 0,22-5 0 0 0,-15 4 0 0 0,0 0 0 0 0,-1 1 0 0 0,47 1 0 0 0,-54 3 0 0 0,-7 4 0 0 0,-2 3 0 0 0,-5 1 0 0 0,0 3 0 0 0,2-1 0 0 0,-2-11-52 0 0,-1 0 1 0 0,0 1-1 0 0,1-1 1 0 0,-1 0-1 0 0,1 1 0 0 0,-1-1 1 0 0,1 0-1 0 0,-1 0 1 0 0,1 0-1 0 0,-1 1 0 0 0,1-1 1 0 0,-1 0-1 0 0,1 0 1 0 0,-1 0-1 0 0,1 0 0 0 0,-1 0 1 0 0,1 0-1 0 0,-1 0 1 0 0,1 0-1 0 0,-1 0 0 0 0,1 0 1 0 0,-1 0-1 0 0,1 0 1 0 0,-1-1-1 0 0,1 1 0 0 0,-1 0 1 0 0,1 0-1 0 0,-1 0 1 0 0,1-1-1 0 0,-1 1 0 0 0,1 0 1 0 0,-1-1-1 0 0,1 0 1 0 0,7-9-4645 0 0,-8 3-5260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0.33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157 155 1468 0 0,'-4'-2'2917'0'0,"-4"-3"-2783"0"0,-14-5 12250 0 0,12 5 3107 0 0,10 12-15161 0 0,-13 170-287 0 0,10-193-43 0 0,-1-1 0 0 0,-1 1 0 0 0,0 0 1 0 0,-2 1-1 0 0,1-1 0 0 0,-15-22 0 0 0,-2-9-18 0 0,14 31 6 0 0,-6-15 26 0 0,15 30-14 0 0,-1-1 1 0 0,1 1 0 0 0,0 0-1 0 0,0 0 1 0 0,0 0-1 0 0,0-1 1 0 0,0 1 0 0 0,0 0-1 0 0,0 0 1 0 0,0 0 0 0 0,0-1-1 0 0,0 1 1 0 0,1 0 0 0 0,-1 0-1 0 0,0 0 1 0 0,1 0 0 0 0,-1 0-1 0 0,1-1 1 0 0,0 1-1 0 0,-1 0 1 0 0,1 0 0 0 0,0 0-1 0 0,1-1 1 0 0,6-4-1 0 0,-1 0 0 0 0,1 0 0 0 0,1 1 0 0 0,-1 0 0 0 0,1 1 0 0 0,0 0 0 0 0,0 0 0 0 0,0 1 0 0 0,1 0 0 0 0,-1 1 0 0 0,15-3 0 0 0,2 2 0 0 0,0 0 0 0 0,1 2 0 0 0,29 2 0 0 0,-54-1 0 0 0,0 0 0 0 0,-1 0 0 0 0,1 0 0 0 0,-1 0 0 0 0,1 0 0 0 0,0 0 0 0 0,-1 0 0 0 0,1 1 0 0 0,-1-1 0 0 0,1 0 0 0 0,-1 1 0 0 0,1-1 0 0 0,-1 1 0 0 0,1 0 0 0 0,-1-1 0 0 0,0 1 0 0 0,1 0 0 0 0,-1 0 0 0 0,0 0 0 0 0,0 0 0 0 0,1 0 0 0 0,-1 0 0 0 0,0 0 0 0 0,0 1 0 0 0,0-1 0 0 0,0 0 0 0 0,-1 0 0 0 0,1 1 0 0 0,0-1 0 0 0,0 1 0 0 0,-1-1 0 0 0,1 1 0 0 0,-1-1 0 0 0,1 1 0 0 0,-1-1 0 0 0,0 1 0 0 0,0-1 0 0 0,0 1 0 0 0,1-1 0 0 0,-1 1 0 0 0,-1 0 0 0 0,1 1 0 0 0,-1 5 0 0 0,-1 0 0 0 0,0 1 0 0 0,0-1 0 0 0,0 0 0 0 0,-1-1 0 0 0,-1 1 0 0 0,1 0 0 0 0,-1-1 0 0 0,0 0 0 0 0,-1 0 0 0 0,0 0 0 0 0,-10 11 0 0 0,-9 9 0 0 0,-44 38 0 0 0,53-52 0 0 0,6-5 0 0 0,-1 0 0 0 0,1 1 0 0 0,1 0 0 0 0,-1 1 0 0 0,-11 19 0 0 0,15-19 0 0 0,5 1 0 0 0,8-1 0 0 0,-1-6 0 0 0,0-1 0 0 0,0 0 0 0 0,1-1 0 0 0,0 0 0 0 0,-1 0 0 0 0,1 0 0 0 0,0-1 0 0 0,9 0 0 0 0,73 1 0 0 0,-63-2 0 0 0,79 0 0 0 0,-92 0 0 0 0,-3 3 0 0 0,-7 5 0 0 0,-6 5-513 0 0,1-10-2366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0.79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27 31 688 0 0,'0'0'-88'0'0,"-10"1"4036"0"0,-7 2 24263 0 0,120-16-28206 0 0,-35 3-165 0 0,123-2 0 0 0,-189 12-988 0 0,-8 4-4064 0 0,-31 13 1195 0 0,4-3-6185 0 0,9-5 3529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75 232 0 0,'0'1'701'0'0,"0"0"-1"0"0,0 0 1 0 0,0 0 0 0 0,1 0-1 0 0,-1 0 1 0 0,0 0 0 0 0,0 0-1 0 0,0 0 1 0 0,1 0 0 0 0,-1 0-1 0 0,1 0 1 0 0,-1 0 0 0 0,0 0-1 0 0,1-1 1 0 0,0 1 0 0 0,-1 0-1 0 0,1 0 1 0 0,-1 0 0 0 0,1-1-1 0 0,1 2 1 0 0,149-13 11402 0 0,-38 0-8173 0 0,-93 9-3880 0 0,0-1-1 0 0,1-1 0 0 0,-1 0 0 0 0,28-11 0 0 0,-6-3-5479 0 0,-2-2-7773 0 0,-28 13 6124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2.0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287 83 624 0 0,'-7'-36'16586'0'0,"6"34"-16033"0"0,0 0 0 0 0,0 0 1 0 0,0 1-1 0 0,0-1 0 0 0,0 0 0 0 0,0 1 0 0 0,0-1 0 0 0,-1 1 1 0 0,1-1-1 0 0,-1 1 0 0 0,1 0 0 0 0,-1 0 0 0 0,0 0 0 0 0,-2-2 1 0 0,1 2 1861 0 0,-4-18 2393 0 0,6 18-4806 0 0,-1 1-1 0 0,1-1 1 0 0,-1 1 0 0 0,1 0-1 0 0,-1-1 1 0 0,1 1 0 0 0,-1 0 0 0 0,1 0-1 0 0,-1 0 1 0 0,1 0 0 0 0,-1 0-1 0 0,1 1 1 0 0,-1-1 0 0 0,1 0-1 0 0,-1 1 1 0 0,1-1 0 0 0,-1 1 0 0 0,1 0-1 0 0,0-1 1 0 0,-1 1 0 0 0,1 0-1 0 0,-2 1 1 0 0,0 0-5 0 0,-14 6 3 0 0,1 1 0 0 0,1 1 0 0 0,0 1 0 0 0,0 0 0 0 0,1 0 0 0 0,0 2 0 0 0,1-1 0 0 0,1 2 0 0 0,0 0 0 0 0,1 0 0 0 0,-16 27 0 0 0,23-34 0 0 0,0 0 0 0 0,0 0 0 0 0,1 0 0 0 0,0 1 0 0 0,1-1 0 0 0,0 1 0 0 0,0-1 0 0 0,0 1 0 0 0,1 0 0 0 0,0-1 0 0 0,1 1 0 0 0,-1 0 0 0 0,2 0 0 0 0,0 10 0 0 0,0-15 0 0 0,0 1 0 0 0,0 0 0 0 0,0-1 0 0 0,0 1 0 0 0,1-1 0 0 0,-1 1 0 0 0,1-1 0 0 0,0 1 0 0 0,0-1 0 0 0,0 0 0 0 0,0 0 0 0 0,1 0 0 0 0,-1 0 0 0 0,1-1 0 0 0,0 1 0 0 0,0-1 0 0 0,0 1 0 0 0,0-1 0 0 0,0 0 0 0 0,0 0 0 0 0,1 0 0 0 0,-1-1 0 0 0,1 1 0 0 0,-1-1 0 0 0,1 0 0 0 0,0 0 0 0 0,-1 0 0 0 0,1 0 0 0 0,0-1 0 0 0,0 1 0 0 0,4-1 0 0 0,12-1 0 0 0,0 0 0 0 0,0-2 0 0 0,0 0 0 0 0,0-1 0 0 0,-1-1 0 0 0,1 0 0 0 0,-1-2 0 0 0,-1 0 0 0 0,1-2 0 0 0,-2 1 0 0 0,33-23 0 0 0,-42 26 0 0 0,-1-1 0 0 0,0 0 0 0 0,0-1 0 0 0,-1 1 0 0 0,0-1 0 0 0,0-1 0 0 0,-1 1 0 0 0,0-1 0 0 0,0 0 0 0 0,0 0 0 0 0,-1 0 0 0 0,-1-1 0 0 0,1 1 0 0 0,-1-1 0 0 0,-1 0 0 0 0,0 0 0 0 0,0 0 0 0 0,0 0 0 0 0,-1-15 0 0 0,-1 21 0 0 0,0 0 0 0 0,0 0 0 0 0,0 0 0 0 0,0 0 0 0 0,-1 0 0 0 0,1 0 0 0 0,-1 0 0 0 0,0 0 0 0 0,0 0 0 0 0,0 0 0 0 0,0 0 0 0 0,-1 0 0 0 0,1 1 0 0 0,-1-1 0 0 0,0 0 0 0 0,1 1 0 0 0,-1 0 0 0 0,0-1 0 0 0,-1 1 0 0 0,1 0 0 0 0,0 0 0 0 0,-1 0 0 0 0,1 0 0 0 0,-1 0 0 0 0,1 1 0 0 0,-1-1 0 0 0,0 1 0 0 0,0 0 0 0 0,0 0 0 0 0,0 0 0 0 0,1 0 0 0 0,-2 0 0 0 0,1 0 0 0 0,0 1 0 0 0,0 0 0 0 0,0-1 0 0 0,0 1 0 0 0,0 0 0 0 0,0 1 0 0 0,-5 0 0 0 0,-2-1 0 0 0,4 0 0 0 0,-1 0 0 0 0,1 0 0 0 0,0 1 0 0 0,0 0 0 0 0,0 0 0 0 0,0 0 0 0 0,0 1 0 0 0,0 0 0 0 0,0 0 0 0 0,0 0 0 0 0,1 1 0 0 0,-9 5 0 0 0,4 1 0 0 0,10 2-8 0 0,9 0-159 0 0,-6-10-1549 0 0,-1 1 1 0 0,0-1 0 0 0,1 0-1 0 0,-1 0 1 0 0,0 0-1 0 0,1-1 1 0 0,-1 1 0 0 0,1 0-1 0 0,0-1 1 0 0,2 1 0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2.3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119 1 1028 0 0,'0'0'19422'0'0,"-3"3"-17254"0"0,-95 107 7981 0 0,91-103-10149 0 0,-4 3 0 0 0,20-18-1350 0 0,-3 2-724 0 0,0 1 0 0 0,-1-1 0 0 0,1 0 0 0 0,-1 0 0 0 0,-1-1 0 0 0,1 1 0 0 0,5-12 0 0 0,-3 2-6262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2.85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123 0 1076 0 0,'-4'0'27327'0'0,"0"1"-25144"0"0,-12 2-6157 0 0,8-1 6343 0 0,4-1-2065 0 0,-1 0-1 0 0,0 0 1 0 0,1 1-1 0 0,-1 0 0 0 0,1 0 1 0 0,0 0-1 0 0,0 0 1 0 0,0 0-1 0 0,0 1 0 0 0,-5 4 1 0 0,-19 13 144 0 0,19-12-448 0 0,8 2 0 0 0,1-10 0 0 0,0 1 0 0 0,0 0 0 0 0,0 0 0 0 0,0 0 0 0 0,0 0 0 0 0,0 0 0 0 0,0-1 0 0 0,0 1 0 0 0,1 0 0 0 0,-1 0 0 0 0,0 0 0 0 0,0 0 0 0 0,1-1 0 0 0,-1 1 0 0 0,0 0 0 0 0,1 0 0 0 0,-1-1 0 0 0,1 1 0 0 0,-1 0 0 0 0,1-1 0 0 0,0 1 0 0 0,-1 0 0 0 0,1-1 0 0 0,-1 1 0 0 0,1-1 0 0 0,0 1 0 0 0,0-1 0 0 0,-1 0 0 0 0,1 1 0 0 0,0-1 0 0 0,0 1 0 0 0,0-1 0 0 0,-1 0 0 0 0,1 0 0 0 0,0 0 0 0 0,0 1 0 0 0,0-1 0 0 0,0 0 0 0 0,-1 0 0 0 0,2 0 0 0 0,56 19 0 0 0,-49-17 0 0 0,1 1 0 0 0,-1 0 0 0 0,1 0 0 0 0,-1 1 0 0 0,0 0 0 0 0,9 7 0 0 0,-12-8 0 0 0,-1 1 0 0 0,1-1 0 0 0,-1 1 0 0 0,0 0 0 0 0,-1 1 0 0 0,1-1 0 0 0,-1 1 0 0 0,0 0 0 0 0,0 0 0 0 0,0 0 0 0 0,-1 1 0 0 0,5 7 0 0 0,5 5 0 0 0,-9-4 0 0 0,-3 1 0 0 0,-1-1 0 0 0,-1-1 0 0 0,1-12 0 0 0,0-1 0 0 0,0 1 0 0 0,0 0 0 0 0,0 0 0 0 0,0 0 0 0 0,0 0 0 0 0,-1-1 0 0 0,1 1 0 0 0,0 0 0 0 0,-1 0 0 0 0,1 0 0 0 0,0-1 0 0 0,-1 1 0 0 0,1 0 0 0 0,-1-1 0 0 0,1 1 0 0 0,-1 0 0 0 0,1-1 0 0 0,-1 1 0 0 0,1 0 0 0 0,-1-1 0 0 0,0 1 0 0 0,1-1 0 0 0,-1 1 0 0 0,0-1 0 0 0,0 0 0 0 0,1 1 0 0 0,-1-1 0 0 0,0 0 0 0 0,0 1 0 0 0,0-1 0 0 0,0 0 0 0 0,0 0 0 0 0,-5 5 0 0 0,5-5 0 0 0,0 1 0 0 0,0 0 0 0 0,0 0 0 0 0,0-1 0 0 0,0 1 0 0 0,0-1 0 0 0,0 1 0 0 0,0-1 0 0 0,-1 0 0 0 0,1 1 0 0 0,0-1 0 0 0,0 0 0 0 0,0 0 0 0 0,-1 0 0 0 0,1 1 0 0 0,0-1 0 0 0,0-1 0 0 0,-1 1 0 0 0,1 0 0 0 0,0 0 0 0 0,0 0 0 0 0,-2-1 0 0 0,-2 1 0 0 0,2 0 0 0 0,0-1 0 0 0,0 1 0 0 0,1 0 0 0 0,-1-1 0 0 0,0 1 0 0 0,0-1 0 0 0,1 0 0 0 0,-1 0 0 0 0,0 0 0 0 0,1 0 0 0 0,-1 0 0 0 0,1-1 0 0 0,0 1 0 0 0,-1-1 0 0 0,1 0 0 0 0,0 0 0 0 0,0 1 0 0 0,0-1 0 0 0,-3-4 0 0 0,-2-2 0 0 0,-12-16-3431 0 0,16 18 1552 0 0,1 0-1 0 0,0-1 1 0 0,0 1-1 0 0,1-1 1 0 0,0 1-1 0 0,0-1 1 0 0,0 0 0 0 0,1-8-1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3.2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60 1948 0 0,'0'0'25993'0'0,"24"-2"-23127"0"0,32-12-1068 0 0,-15 3-2079 0 0,53-20 0 0 0,-92 30-556 0 0,-28 9-18044 0 0,21-6 11948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3.9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 13 1432 0 0,'0'0'4279'0'0,"-32"17"22043"0"0,54-19-25744 0 0,14-8-422 0 0,-12 6-156 0 0,0 1 0 0 0,38-1 0 0 0,73-2 0 0 0,-123 6 0 0 0,2 2 0 0 0,1-2-121 0 0,-12 0-865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8.81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230 0 528 0 0,'-3'1'28722'0'0,"-1"0"-26512"0"0,-10 4-6555 0 0,8-2 6774 0 0,-19 11-1784 0 0,1 1-1 0 0,1 1 1 0 0,1 1-1 0 0,-29 28 1 0 0,41-35-645 0 0,5-7 0 0 0,0 1 0 0 0,1 0 0 0 0,0 0 0 0 0,0 1 0 0 0,0-1 0 0 0,0 1 0 0 0,1 0 0 0 0,-1 0 0 0 0,1 0 0 0 0,-3 9 0 0 0,5-4 0 0 0,1-8 0 0 0,0-1 0 0 0,0 0 0 0 0,0 0 0 0 0,0 1 0 0 0,0-1 0 0 0,0 0 0 0 0,0 0 0 0 0,1 0 0 0 0,-1 1 0 0 0,0-1 0 0 0,1 0 0 0 0,-1 0 0 0 0,1 0 0 0 0,0 0 0 0 0,-1 0 0 0 0,1 0 0 0 0,0 0 0 0 0,0 0 0 0 0,-1 0 0 0 0,1 0 0 0 0,0 0 0 0 0,0 0 0 0 0,0-1 0 0 0,0 1 0 0 0,0 0 0 0 0,0 0 0 0 0,0-1 0 0 0,0 1 0 0 0,1-1 0 0 0,-1 1 0 0 0,0-1 0 0 0,0 0 0 0 0,0 1 0 0 0,1-1 0 0 0,1 0 0 0 0,23-2 0 0 0,7-3 0 0 0,-2-2 0 0 0,1-1 0 0 0,-1-2 0 0 0,0-1 0 0 0,-1-1 0 0 0,50-28 0 0 0,-41 14 0 0 0,-30 17 0 0 0,-9-1 0 0 0,-12-3 0 0 0,9 11 0 0 0,-1 0 0 0 0,0 0 0 0 0,0 1 0 0 0,0 0 0 0 0,-1 0 0 0 0,1 0 0 0 0,0 0 0 0 0,0 0 0 0 0,-1 1 0 0 0,1 0 0 0 0,0 0 0 0 0,-8 1 0 0 0,-20-3 0 0 0,26 3 0 0 0,-11 4 0 0 0,5 0 0 0 0,1 1 0 0 0,4-2-86 0 0,6-3-743 0 0,17 12-16371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19.04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29 1 1512,'4'7'30386,"-17"11"-29640,5-6-623,2-1-123,5 1 0,0-1 0,-2-1-118,2-8-765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19.3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44 1 160,'0'0'16828,"1"1"-14225,2 11-2045,-4-4 6566,-25 47-1630,23-45-5494,-2 3 0,-1 0 0,1 0 0,5-13 0,0 1 0,0 0 0,-1-1 0,1 1 0,0 0 0,0-1 0,0 1 0,0 0 0,0-1 0,0 1 0,0 0 0,0-1 0,0 1 0,0 0 0,0-1 0,0 1 0,1 0 0,-1-1 0,0 1 0,0-1 0,1 1 0,-1 0 0,1-1 0,-1 1 0,0-1 0,1 1 0,-1-1 0,1 1 0,-1-1 0,1 1 0,-1-1 0,1 0 0,-1 1 0,1-1 0,0 0 0,-1 1 0,1-1 0,-1 0 0,2 1 0,6 3 0,0-1 0,1 1 0,-1-1 0,1-1 0,-1 0 0,1 0 0,0 0 0,-1-1 0,1 0 0,0-1 0,0 0 0,10-2 0,33 4 0,-35-2 0,-4 0 0,-12 0-1,0 0 1,-1 1-1,1-1 0,0 0 1,0 0-1,-1 0 0,1 0 1,0 0-1,0 0 0,0 0 1,-1 0-1,1 0 0,0 0 0,0 0 1,-1 0-1,1-1 0,0 1 1,0 0-1,-1-1 0,1 1 1,0 0-1,-1-1 0,1 1 1,0-1-1,-1 1 0,1-1 1,-1 1-1,2-2 0,-1 1-192,1-1-1051,-13-19-16898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19.7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100 2 396,'1'-1'9910,"8"3"4020,-35 89-10295,-17 107 0,22-94-2374,4 33-1261,17-136 0,-1 0 0,1 1 0,0-1 0,-1 0 0,1 0 0,0 0 0,0 0 0,0 0 0,0 0 0,0 1 0,0-1 0,0 0 0,0 0 0,1 0 0,-1 0 0,0 0 0,1 0 0,-1 0 0,1 0 0,0 2 0,2 4 0,-2-7 0,-1 0 0,0 0 0,0 0 0,0 1 0,0-1 0,0 0 0,0 0 0,0 0 0,0 0 0,0 0 0,0 1 0,1-1 0,-1 0 0,0 0 0,0 0 0,0 0 0,0 0 0,0 0 0,1 0 0,-1 1 0,0-1 0,0 0 0,0 0 0,0 0 0,1 0 0,-1 0 0,0 0 0,0 0 0,0 0 0,1 0 0,-1 0 0,0 0 0,0 0 0,0 0 0,0 0 0,1 0 0,-1 0 0,0 0 0,0 0 0,0-1 0,0 1 0,1 0 0,-1 0 0,0 0 0,0 0 0,0 0 0,2-3 0,0 0 0,0 0 0,-1 0 0,1 0 0,-1 0 0,0-1 0,0 1 0,0 0 0,-1-1 0,2-5 0,1-6 0,4-12-3603,-7 24 2159,1 0 0,0-1 0,-1 1 0,0 0 0,0 0 1,0-1-1,0 1 0,-1 0 0,1-1 0,-1 1 0,-1-6 0,-4-2-5209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20.2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0 460,'0'0'10386,"-1"5"-8003,0-3-3581,0 4 1135,0 1 7421,6-4 804,3-4-6795,-5 0-476,1 0-80,85-7 1399,-64 5-2181,31 5-173,-29 1-577,-12 2-3411,-10-2-2013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20.4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17 188,'0'2'1170,"0"-1"0,-1 1-1,1-1 1,0 1 0,0-1 0,0 1-1,0 0 1,1-1 0,-1 1 0,0-1 0,1 1-1,-1-1 1,0 0 0,1 1 0,1 1-1,149-11 7870,-131 5-10090,1 0-1,36-12 0,-48 11-2285,-5-5-7526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20.9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193 10 2020,'3'-9'26593,"-10"8"-26455,1 2-1,0-1 1,-1 1 0,1 0 0,-1 0 0,1 0 0,0 1 0,0 0 0,0 1 0,0-1 0,0 1 0,1 0 0,-1 1 0,1-1-1,-1 1 1,-6 6 0,4-3 43,-1 0 0,1 1 0,0 0 0,1 0 0,0 0 0,1 1 0,-1 0 0,2 1 0,-8 13 0,11-19-181,1 0 0,0 0 0,0 0 0,0 0 0,0 0 0,0 0 0,1 0 0,0 0 0,0 0 0,0 0 0,0 0 0,1 0 0,-1 0 0,3 6 0,-2-7 0,0 0 0,1-1 0,-1 1 0,1-1 0,0 0 0,-1 1 0,1-1 0,0 0 0,1 0 0,-1 0 0,0 0 0,0 0 0,1-1 0,-1 1 0,1-1 0,2 2 0,5 0 0,0 0 0,0-1 0,0 0 0,0 0 0,0-1 0,0 0 0,0-1 0,0 0 0,1-1 0,12-2 0,-1 0 0,-1-2 0,1 0 0,-1-2 0,40-17 0,-54 21 0,1-1 0,-1 0 0,0 0 0,-1 0 0,1-1 0,-1 0 0,1-1 0,-2 1 0,1-1 0,0 0 0,-1 0 0,-1-1 0,1 0 0,-1 0 0,0 0 0,6-15 0,-10 20 0,1-1 0,-1 0 0,0 0 0,0 0 0,0 0 0,0 1 0,-1-1 0,1 0 0,-1 0 0,0 1 0,0-1 0,0 0 0,0 1 0,0-1 0,0 1 0,-1-1 0,1 1 0,-1-1 0,0 1 0,0 0 0,0 0 0,0 0 0,0 0 0,0 0 0,0 1 0,-1-1 0,1 0 0,0 1 0,-1 0 0,0 0 0,1 0 0,-1 0 0,0 0 0,-5-1 0,-5-1 0,-5 0 0,1 1 0,2 2 0,4 5 0,5 1 0,5 2-31,8 3-2297,9 0-12556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21.2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 1 240,'9'11'3840,"-11"2"8996,-7 14-268,6 9-9285,3-25-3283,-1 2 0,-3-1 0,9-1 0,0-1 0,2 1 0,10 4-3838,6-16-8416,-19 0 9849,13-4-5616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22.0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49 1 224,'0'0'21775,"14"0"-20211,-12 5 7537,-3 6-9083,1 0 0,0 0 0,0 0 1,1 0-1,0 0 0,5 18 0,3 35-42,-4 119 24,-6-179 0,8 15 0,-6-9 0,-2-6 0,-13-44-1426,14 39 1354,0 1-1,0 0 0,0 0 1,0-1-1,-1 1 1,1 0-1,0 0 0,0 0 1,0-1-1,-1 1 0,1 0 1,0 0-1,0 0 0,-1-1 1,1 1-1,0 0 0,0 0 1,-1 0-1,1 0 1,0 0-1,0 0 0,-1 0 1,1 0-1,0 0 0,0 0 1,-1 0-1,1 0 0,0 0 1,-1 0-1,1 0 1,0 0-1,0 0 0,-1 0 1,1 0-1,0 0 0,0 0 1,-1 0-1,1 0 0,0 1 1,0-1-1,-1 0 1,-10 3-1773,-6 1-2900,0 0-3615,-6-1 860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4.04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203 13 1436 0 0,'0'0'7177'0'0,"15"-8"13534"0"0,-18 7-17287 0 0,-18-2-3405 0 0,11 3-19 0 0,1 0 0 0 0,-1 0 0 0 0,1 1 0 0 0,0 1 0 0 0,0-1 0 0 0,0 1 0 0 0,0 1 0 0 0,0 0 0 0 0,0 0 0 0 0,0 1 0 0 0,1 0 0 0 0,0 0 0 0 0,-1 1 0 0 0,2 0 0 0 0,-13 10 0 0 0,-10 4 0 0 0,24-12 0 0 0,1 5 0 0 0,11-1 0 0 0,7-7 0 0 0,0-5 0 0 0,0 0 0 0 0,0-1 0 0 0,0-1 0 0 0,0 0 0 0 0,0 0 0 0 0,15-7 0 0 0,-13 4 0 0 0,0 1 0 0 0,0 1 0 0 0,0 1 0 0 0,20-3 0 0 0,-30 6 0 0 0,-1 0 0 0 0,1 0 0 0 0,0 1 0 0 0,0-1 0 0 0,0 1 0 0 0,0 0 0 0 0,-1 0 0 0 0,1 1 0 0 0,0-1 0 0 0,-1 1 0 0 0,1 0 0 0 0,-1 0 0 0 0,0 1 0 0 0,0-1 0 0 0,1 1 0 0 0,-2 0 0 0 0,8 7 0 0 0,-3-3 0 0 0,-1 1 0 0 0,0 0 0 0 0,0 0 0 0 0,0 1 0 0 0,-1-1 0 0 0,-1 2 0 0 0,0-1 0 0 0,0 1 0 0 0,0-1 0 0 0,-1 1 0 0 0,-1 1 0 0 0,0-1 0 0 0,0 0 0 0 0,-1 1 0 0 0,1 14 0 0 0,-2-22 0 0 0,-1 0 0 0 0,0-1 0 0 0,0 1 0 0 0,0 0 0 0 0,-1 0 0 0 0,1-1 0 0 0,0 1 0 0 0,-1 0 0 0 0,0-1 0 0 0,0 1 0 0 0,0-1 0 0 0,0 1 0 0 0,0-1 0 0 0,0 1 0 0 0,-1-1 0 0 0,1 0 0 0 0,-1 0 0 0 0,1 1 0 0 0,-1-1 0 0 0,0 0 0 0 0,0 0 0 0 0,0-1 0 0 0,0 1 0 0 0,0 0 0 0 0,-1-1 0 0 0,1 1 0 0 0,0-1 0 0 0,-1 0 0 0 0,1 0 0 0 0,-1 0 0 0 0,1 0 0 0 0,-1 0 0 0 0,0 0 0 0 0,1-1 0 0 0,-1 0 0 0 0,0 1 0 0 0,1-1 0 0 0,-1 0 0 0 0,0 0 0 0 0,0 0 0 0 0,1 0 0 0 0,-1-1 0 0 0,-3 0 0 0 0,-11-2 0 0 0,0-1 0 0 0,1 0 0 0 0,-1-1 0 0 0,-28-13 0 0 0,43 17 0 0 0,-14-6 0 0 0,-71-39 0 0 0,73 38 0 0 0,70 26-26 0 0,-47-16-196 0 0,13 2-3845 0 0,-14-4-1537 0 0,-1 0-3562 0 0,8-3 1473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4.4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43 768 0 0,'-7'6'31119'0'0,"18"-4"-31050"0"0,-1-1 0 0 0,1-1 1 0 0,0 0-1 0 0,0 0 0 0 0,0-1 0 0 0,-1 0 0 0 0,1-1 1 0 0,0 0-1 0 0,-1-1 0 0 0,14-6 0 0 0,75-16 50 0 0,-85 21-119 0 0,-4 1-34 0 0,-8 2-311 0 0,-6 5-2160 0 0,-75 58-5424 0 0,32-26-4848 0 0,35-26 7616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4.7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 1 7705 0 0,'-6'8'8'0'0,"-3"6"1487"0"0,7 0 5490 0 0,-3-5 1908 0 0,9-7-8646 0 0,0 0 0 0 0,0 1 1 0 0,0-2-1 0 0,0 1 1 0 0,0 0-1 0 0,0-1 1 0 0,1 0-1 0 0,-1 0 0 0 0,1 0 1 0 0,-1 0-1 0 0,1-1 1 0 0,-1 0-1 0 0,1 0 1 0 0,-1 0-1 0 0,1 0 0 0 0,8-3 1 0 0,5 0 621 0 0,0-1-1 0 0,0 0 1 0 0,18-9 0 0 0,38-7-869 0 0,-24 9 0 0 0,-40 9-161 0 0,-8 2-758 0 0,-6 4-649 0 0,0-1 780 0 0,-17 13-2319 0 0,15-12-1826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6.15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325 162 1152 0 0,'0'0'3684'0'0,"37"-20"5291"0"0,-33 15-7759 0 0,-1 1 0 0 0,1-1 0 0 0,-1 0 0 0 0,-1 0 0 0 0,1 0 0 0 0,-1 0-1 0 0,0 0 1 0 0,0 0 0 0 0,0-1 0 0 0,-1 1 0 0 0,2-12 0 0 0,-3 16-573 0 0,-7-28 1950 0 0,2 25-2540 0 0,-1 0 1 0 0,1 0 0 0 0,-1 0 0 0 0,0 0-1 0 0,0 1 1 0 0,-1 0 0 0 0,1 1 0 0 0,-1-1 0 0 0,1 1-1 0 0,-1 0 1 0 0,0 1 0 0 0,0 0 0 0 0,1 0 0 0 0,-1 0-1 0 0,0 1 1 0 0,0 0 0 0 0,0 0 0 0 0,0 1-1 0 0,0-1 1 0 0,-10 4 0 0 0,-3 1-54 0 0,1 0 0 0 0,-1 1 0 0 0,1 2 0 0 0,0 0 0 0 0,-25 15 0 0 0,36-19 0 0 0,1 0 0 0 0,0 1 0 0 0,0 0 0 0 0,0 1 0 0 0,1-1 0 0 0,0 1 0 0 0,0 0 0 0 0,0 1 0 0 0,1 0 0 0 0,0 0 0 0 0,0 0 0 0 0,1 0 0 0 0,0 1 0 0 0,0-1 0 0 0,-4 15 0 0 0,7-20 0 0 0,0 0 0 0 0,1 0 0 0 0,-1 0 0 0 0,1 1 0 0 0,-1-1 0 0 0,1 0 0 0 0,0 1 0 0 0,0-1 0 0 0,0 0 0 0 0,1 1 0 0 0,-1-1 0 0 0,0 0 0 0 0,1 0 0 0 0,-1 1 0 0 0,1-1 0 0 0,0 0 0 0 0,2 4 0 0 0,-2-5 0 0 0,0 0 0 0 0,0 1 0 0 0,1-1 0 0 0,-1 0 0 0 0,0 0 0 0 0,1 0 0 0 0,-1 0 0 0 0,1 0 0 0 0,-1 0 0 0 0,1-1 0 0 0,0 1 0 0 0,-1 0 0 0 0,1-1 0 0 0,0 1 0 0 0,-1-1 0 0 0,1 0 0 0 0,3 1 0 0 0,2-1 0 0 0,1 0 0 0 0,0-1 0 0 0,0 1 0 0 0,0-2 0 0 0,-1 1 0 0 0,1-1 0 0 0,9-3 0 0 0,8-5 0 0 0,0 0 0 0 0,0-2 0 0 0,31-20 0 0 0,-48 27 0 0 0,-1 0 0 0 0,1 0 0 0 0,-1-1 0 0 0,0 0 0 0 0,-1 0 0 0 0,1-1 0 0 0,-1 1 0 0 0,0-1 0 0 0,-1-1 0 0 0,0 1 0 0 0,0-1 0 0 0,-1 0 0 0 0,7-15 0 0 0,-10 6-3163 0 0,-1 16 2000 0 0,0-1 1 0 0,0 0 0 0 0,-1 0 0 0 0,1 1 0 0 0,-1-1 0 0 0,1 0-1 0 0,-1 1 1 0 0,0-1 0 0 0,1 1 0 0 0,-1-1 0 0 0,0 1 0 0 0,0-1-1 0 0,-2-2 1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6.4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230 50 1916 0 0,'1'-46'16088'0'0,"1"43"-13378"0"0,-10 30 7551 0 0,5-9-8469 0 0,-6 32-1792 0 0,-3-1 0 0 0,-1 0 0 0 0,-33 76 0 0 0,2-3 0 0 0,31-82 0 0 0,-1 6 0 0 0,-27 57 0 0 0,31-71 0 0 0,-4 6 0 0 0,11-36 0 0 0,1 29 0 0 0,2-30 0 0 0,0-1 0 0 0,0 0 0 0 0,0 0 0 0 0,0 0 0 0 0,0 1 0 0 0,1-1 0 0 0,-1 0 0 0 0,0 0 0 0 0,0 0 0 0 0,0 1 0 0 0,0-1 0 0 0,1 0 0 0 0,-1 0 0 0 0,0 0 0 0 0,0 0 0 0 0,0 1 0 0 0,0-1 0 0 0,1 0 0 0 0,-1 0 0 0 0,0 0 0 0 0,0 0 0 0 0,1 0 0 0 0,-1 0 0 0 0,0 0 0 0 0,0 0 0 0 0,1 0 0 0 0,-1 0 0 0 0,0 0 0 0 0,0 0 0 0 0,0 0 0 0 0,1 0 0 0 0,-1 0 0 0 0,0 0 0 0 0,0 0 0 0 0,1 0 0 0 0,-1 0 0 0 0,0 0 0 0 0,0 0 0 0 0,1 0 0 0 0,-1 0 0 0 0,0 0 0 0 0,0 0 0 0 0,0-1 0 0 0,1 1 0 0 0,-1 0 0 0 0,0 0 0 0 0,0 0 0 0 0,0 0 0 0 0,0-1 0 0 0,1 1 0 0 0,-1 0 0 0 0,0 0 0 0 0,0 0 0 0 0,0-1 0 0 0,0 1 0 0 0,0 0 0 0 0,0 0 0 0 0,1 0 0 0 0,-1-1 0 0 0,0 1 0 0 0,0 0 0 0 0,0-1 0 0 0,11-11 0 0 0,22-51-911 0 0,-3 1-14584 0 0,-17 26 6299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6.7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318 0 192 0 0,'-4'7'2514'0'0,"-18"35"1622"0"0,-29 56 4055 0 0,-72 175 3646 0 0,69-97-7642 0 0,21-63-2493 0 0,22-84-1702 0 0,7-20 0 0 0,1-1 0 0 0,0 1 0 0 0,0 0 0 0 0,1 0 0 0 0,0 0 0 0 0,1 1 0 0 0,0-1 0 0 0,0 0 0 0 0,1 14 0 0 0,2-11 0 0 0,-2-11-4 0 0,0-1 0 0 0,0 0 0 0 0,0 0 1 0 0,0 0-1 0 0,0 1 0 0 0,0-1 0 0 0,0 0 0 0 0,0 0 0 0 0,1 0 1 0 0,-1 0-1 0 0,0 1 0 0 0,0-1 0 0 0,0 0 0 0 0,0 0 0 0 0,1 0 0 0 0,-1 0 1 0 0,0 0-1 0 0,0 0 0 0 0,0 0 0 0 0,1 0 0 0 0,-1 1 0 0 0,0-1 1 0 0,0 0-1 0 0,0 0 0 0 0,1 0 0 0 0,-1 0 0 0 0,0 0 0 0 0,0 0 0 0 0,0 0 1 0 0,1 0-1 0 0,-1 0 0 0 0,0 0 0 0 0,0 0 0 0 0,1 0 0 0 0,-1 0 1 0 0,0-1-1 0 0,0 1 0 0 0,0 0 0 0 0,1 0 0 0 0,-1 0 0 0 0,0 0 0 0 0,0 0 1 0 0,0 0-1 0 0,0 0 0 0 0,1-1 0 0 0,-1 1 0 0 0,0 0 0 0 0,0 0 1 0 0,0 0-1 0 0,0 0 0 0 0,0-1 0 0 0,26-31-3780 0 0,-18 18-1537 0 0,-1-1-3678 0 0,-2-1 865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7.3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171 8 180 0 0,'-8'-4'26154'0'0,"0"0"-22593"0"0,7 10-1565 0 0,11 12-1120 0 0,-4-3-876 0 0,-5-10 0 0 0,0 1 0 0 0,-1 0 0 0 0,0 0 0 0 0,0 0 0 0 0,0 0 0 0 0,-1 0 0 0 0,0 0 0 0 0,0 0 0 0 0,0 0 0 0 0,-1-1 0 0 0,-3 10 0 0 0,3-11 0 0 0,-12 28 0 0 0,-2 0 0 0 0,-2-2 0 0 0,-1 1 0 0 0,-31 38 0 0 0,37-56 0 0 0,10-11 0 0 0,0 1 0 0 0,1 0 0 0 0,-1 0 0 0 0,1 0 0 0 0,-1 0 0 0 0,1 1 0 0 0,0-1 0 0 0,-2 6 0 0 0,0 4 0 0 0,14-2 0 0 0,-3-10 0 0 0,0 1 0 0 0,0-1 0 0 0,0 0 0 0 0,1 0 0 0 0,-1-1 0 0 0,0 0 0 0 0,0-1 0 0 0,13-1 0 0 0,58-16 0 0 0,-3-5 0 0 0,-64 22 0 0 0,3 5 0 0 0,-1-9-73 0 0,1-2-1232 0 0,8-6-11115 0 0,-18 11 9590 0 0,9-7-6244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7.6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1 1700 0 0,'-1'8'28140'0'0,"24"-5"-27520"0"0,1-1-1 0 0,-1-2 1 0 0,0 0-1 0 0,34-5 1 0 0,28-1-2576 0 0,-82 6 657 0 0,-1 2-822 0 0,5 1 1702 0 0,-8 2-6173 0 0,-20 9 2662 0 0,4-3-2329 0 0,10-3 433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7.79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40 67 908 0 0,'-9'8'1134'0'0,"-15"17"3385"0"0,18-5 7029 0 0,28-20-8114 0 0,-1-2-1642 0 0,0 0 0 0 0,-1-1 0 0 0,1-1 0 0 0,22-7 0 0 0,13-3-385 0 0,-24 7-2557 0 0,0-2 0 0 0,35-14-1 0 0,-25 5-4558 0 0,-2-1-5377 0 0,-23 11 4526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8.3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288 9 540 0 0,'0'0'27225'0'0,"-4"-1"-26356"0"0,-9-5 19 0 0,10 4 39 0 0,-1 4 39 0 0,-26 13-539 0 0,11-7-242 0 0,1 1 0 0 0,1 1 0 0 0,0 0 0 0 0,-29 23 0 0 0,18-10-185 0 0,15-14 0 0 0,0 2 0 0 0,1 0 0 0 0,-20 22 0 0 0,30-30 0 0 0,0-1 0 0 0,0 0 0 0 0,0 1 0 0 0,1-1 0 0 0,-1 1 0 0 0,1-1 0 0 0,0 1 0 0 0,0 0 0 0 0,0-1 0 0 0,0 1 0 0 0,0 0 0 0 0,0 0 0 0 0,1 0 0 0 0,-1 0 0 0 0,1 0 0 0 0,0 0 0 0 0,0-1 0 0 0,0 1 0 0 0,0 0 0 0 0,1 0 0 0 0,-1 0 0 0 0,1 0 0 0 0,0 0 0 0 0,0 0 0 0 0,0-1 0 0 0,0 1 0 0 0,2 3 0 0 0,-1-4 0 0 0,0 0 0 0 0,0 0 0 0 0,1 0 0 0 0,-1 0 0 0 0,1-1 0 0 0,-1 1 0 0 0,1-1 0 0 0,-1 0 0 0 0,1 1 0 0 0,0-1 0 0 0,0-1 0 0 0,0 1 0 0 0,-1 0 0 0 0,1-1 0 0 0,0 1 0 0 0,0-1 0 0 0,4 0 0 0 0,52-1 0 0 0,-30-2 0 0 0,46-12 0 0 0,-65 13 0 0 0,0-1 0 0 0,-1-1 0 0 0,1 1 0 0 0,-1-2 0 0 0,0 1 0 0 0,-1-1 0 0 0,1 0 0 0 0,9-9 0 0 0,-18 14 0 0 0,3-2 0 0 0,-1 1 0 0 0,0-1 0 0 0,0 0 0 0 0,0 0 0 0 0,-1-1 0 0 0,1 1 0 0 0,0 0 0 0 0,-1 0 0 0 0,1-1 0 0 0,-1 1 0 0 0,0-1 0 0 0,0 1 0 0 0,0-1 0 0 0,0 0 0 0 0,0 1 0 0 0,-1-1 0 0 0,1 0 0 0 0,-1-4 0 0 0,0-7 0 0 0,0 12 0 0 0,0 0 0 0 0,-1 1 0 0 0,1-1 0 0 0,-1 0 0 0 0,0 0 0 0 0,1 1 0 0 0,-1-1 0 0 0,0 1 0 0 0,0-1 0 0 0,0 1 0 0 0,0-1 0 0 0,0 1 0 0 0,-1-1 0 0 0,1 1 0 0 0,0 0 0 0 0,-1 0 0 0 0,1 0 0 0 0,0 0 0 0 0,-1 0 0 0 0,0 0 0 0 0,1 0 0 0 0,-1 0 0 0 0,1 0 0 0 0,-1 1 0 0 0,0-1 0 0 0,0 1 0 0 0,-2-1 0 0 0,3 0 0 0 0,-13-1 0 0 0,-3 1 0 0 0,3 0 0 0 0,0 2-418 0 0,12 0-2095 0 0,7 4-5659 0 0,12 4 1617 0 0,-3-5-1937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8.65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67 0 1300 0 0,'10'8'30305'0'0,"-25"10"-29650"0"0,6-8-554 0 0,1 1 1 0 0,0-1-1 0 0,1 1 0 0 0,-10 20 1 0 0,4-8-102 0 0,13-13 0 0 0,8-1 0 0 0,11-9-1 0 0,16-11-3198 0 0,-18 1-2559 0 0,0 0-3316 0 0,6-4 792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8.98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135 0 496 0 0,'0'0'26764'0'0,"-5"3"-25463"0"0,-10 7-700 0 0,0 0-1 0 0,1 1 1 0 0,0 0 0 0 0,1 1 0 0 0,0 0 0 0 0,-20 27 0 0 0,30-36-601 0 0,2-2 0 0 0,0 0 0 0 0,0 0 0 0 0,0 0 0 0 0,1 0 0 0 0,-1 0 0 0 0,0 0 0 0 0,1 0 0 0 0,-1 0 0 0 0,1 0 0 0 0,-1 0 0 0 0,1 0 0 0 0,-1 0 0 0 0,1 0 0 0 0,0 1 0 0 0,0-1 0 0 0,-1 0 0 0 0,1 0 0 0 0,0 0 0 0 0,0 1 0 0 0,0-1 0 0 0,0 0 0 0 0,1 2 0 0 0,4 12 0 0 0,-4-12 0 0 0,1-1 0 0 0,0 0 0 0 0,0 1 0 0 0,0-1 0 0 0,0 0 0 0 0,1 0 0 0 0,-1 0 0 0 0,0-1 0 0 0,1 1 0 0 0,-1 0 0 0 0,1-1 0 0 0,0 0 0 0 0,-1 1 0 0 0,1-1 0 0 0,0 0 0 0 0,0-1 0 0 0,0 1 0 0 0,0 0 0 0 0,0-1 0 0 0,0 0 0 0 0,0 1 0 0 0,0-1 0 0 0,-1 0 0 0 0,5-1 0 0 0,12 0 0 0 0,1-1 0 0 0,30-8 0 0 0,-32 7 0 0 0,0-1 0 0 0,1 2 0 0 0,0-2 0 0 0,-1 0 0 0 0,0-1 0 0 0,0-1 0 0 0,0 0 0 0 0,19-11 0 0 0,-34 16 0 0 0,-2 0 0 0 0,0 1 0 0 0,0-1 0 0 0,0 1 0 0 0,0-1 0 0 0,0 0 0 0 0,-1 1 0 0 0,1-1 0 0 0,0 0 0 0 0,0 0 0 0 0,0 0 0 0 0,-1 0 0 0 0,1 0 0 0 0,0 1 0 0 0,-1-1 0 0 0,1 0 0 0 0,-1-1 0 0 0,1 1 0 0 0,-1 0 0 0 0,1 0 0 0 0,-1 0 0 0 0,0 0 0 0 0,1 0 0 0 0,-1-2 0 0 0,0 1 0 0 0,0 0 0 0 0,0 0 0 0 0,0 0 0 0 0,0 0 0 0 0,0 0 0 0 0,0-1 0 0 0,-1 1 0 0 0,1 0 0 0 0,-1 0 0 0 0,0 0 0 0 0,1 0 0 0 0,-1 0 0 0 0,0 0 0 0 0,0 0 0 0 0,0 1 0 0 0,0-1 0 0 0,-1 0 0 0 0,1 0 0 0 0,0 1 0 0 0,-1-1 0 0 0,1 1 0 0 0,-1-1 0 0 0,0 1 0 0 0,1 0 0 0 0,-1 0 0 0 0,0-1 0 0 0,0 1 0 0 0,0 0 0 0 0,0 1 0 0 0,0-1 0 0 0,0 0 0 0 0,0 1 0 0 0,0-1 0 0 0,0 1 0 0 0,0-1 0 0 0,0 1 0 0 0,0 0 0 0 0,0 0 0 0 0,-4 0 0 0 0,1-1 0 0 0,-16-6 0 0 0,2 2 0 0 0,-48 6 0 0 0,49-1 0 0 0,7 0-175 0 0,9 0-1053 0 0,10 0-1845 0 0,2 2 1546 0 0,5-1-605 0 0,4 0-8243 0 0,-3-1 2359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9.3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203 24 1992 0 0,'0'-1'431'0'0,"1"1"0"0"0,-1 0 0 0 0,1-1 1 0 0,-1 1-1 0 0,0-1 0 0 0,1 1 0 0 0,-1 0 0 0 0,0-1 0 0 0,0 1 0 0 0,1-1 0 0 0,-1 1 0 0 0,0-1 0 0 0,0 1 1 0 0,0-1-1 0 0,0 1 0 0 0,1-1 0 0 0,-1 1 0 0 0,0-1 0 0 0,0 1 0 0 0,0-1 0 0 0,0 1 0 0 0,0-1 0 0 0,0 1 1 0 0,0-1-1 0 0,0 1 0 0 0,0-1 0 0 0,-1 1 0 0 0,1-1 0 0 0,0 1 0 0 0,0-1 0 0 0,0 1 0 0 0,-1 0 0 0 0,1-1 1 0 0,0 1-1 0 0,0-1 0 0 0,-1 1 0 0 0,1-1 0 0 0,0 1 0 0 0,-1-1 0 0 0,-24-3 7587 0 0,-31 12-2651 0 0,35-1-5331 0 0,0 2 1 0 0,1 0 0 0 0,-26 15-1 0 0,36-15-36 0 0,9-8 0 0 0,1-1 0 0 0,-1 1 0 0 0,1 0 0 0 0,0-1 0 0 0,-1 1 0 0 0,1 0 0 0 0,0 0 0 0 0,-1-1 0 0 0,1 1 0 0 0,0 0 0 0 0,0 0 0 0 0,-1 0 0 0 0,1-1 0 0 0,0 1 0 0 0,0 0 0 0 0,0 0 0 0 0,0 0 0 0 0,0 0 0 0 0,1-1 0 0 0,-1 1 0 0 0,0 0 0 0 0,0 0 0 0 0,0 0 0 0 0,1-1 0 0 0,-1 1 0 0 0,0 0 0 0 0,1 0 0 0 0,-1-1 0 0 0,1 1 0 0 0,0 1 0 0 0,10 6 0 0 0,9 2 0 0 0,0-1 0 0 0,30 10 0 0 0,-34-15 0 0 0,0 2 0 0 0,0 0 0 0 0,-1 1 0 0 0,0 0 0 0 0,-1 1 0 0 0,23 16 0 0 0,-34-22 0 0 0,0 1 0 0 0,1-1 0 0 0,-1 1 0 0 0,1-1 0 0 0,-1 1 0 0 0,0 0 0 0 0,0 1 0 0 0,0-1 0 0 0,-1 0 0 0 0,1 1 0 0 0,-1-1 0 0 0,1 1 0 0 0,-1 0 0 0 0,-1 0 0 0 0,1 0 0 0 0,0 0 0 0 0,1 6 0 0 0,-3-9 0 0 0,0 1 0 0 0,0 0 0 0 0,-1 0 0 0 0,1 0 0 0 0,0-1 0 0 0,0 1 0 0 0,-1 0 0 0 0,1 0 0 0 0,-1-1 0 0 0,0 1 0 0 0,1 0 0 0 0,-1-1 0 0 0,0 1 0 0 0,0-1 0 0 0,0 1 0 0 0,0-1 0 0 0,0 1 0 0 0,-1-1 0 0 0,1 0 0 0 0,0 1 0 0 0,0-1 0 0 0,-1 0 0 0 0,1 0 0 0 0,-1 0 0 0 0,1 0 0 0 0,-1 0 0 0 0,0-1 0 0 0,1 1 0 0 0,-1 0 0 0 0,0-1 0 0 0,1 1 0 0 0,-1-1 0 0 0,0 0 0 0 0,0 1 0 0 0,0-1 0 0 0,1 0 0 0 0,-1 0 0 0 0,0 0 0 0 0,0 0 0 0 0,0 0 0 0 0,1-1 0 0 0,-4 0 0 0 0,-1 0-462 0 0,-1 0-1 0 0,1 0 1 0 0,0-1-1 0 0,-1 1 1 0 0,1-2-1 0 0,0 1 1 0 0,0-1 0 0 0,-7-4-1 0 0,1-1-2122 0 0,-1-2 0 0 0,1 1 0 0 0,0-2 0 0 0,-15-17-1 0 0,7 6-6228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9.5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0 173 2136 0 0,'25'-6'892'0'0,"37"-10"4457"0"0,79-31 13562 0 0,-57 7-13432 0 0,-67 30-5914 0 0,-4 3-1238 0 0,0 0-1 0 0,-1 0 0 0 0,0-2 1 0 0,13-10-1 0 0,-20 14-7395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07.12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327 21 1152 0 0,'0'0'4837'0'0,"-16"-21"19355"0"0,10 27-23970 0 0,2-2 61 0 0,0 0 0 0 0,0 0 0 0 0,0 0 0 0 0,1 0 0 0 0,-1 1-1 0 0,1-1 1 0 0,-5 11 0 0 0,-49 100-182 0 0,-26 32-101 0 0,38-70 0 0 0,32-60 0 0 0,11-14 0 0 0,0-1 0 0 0,0 1 0 0 0,0 0 0 0 0,0-1 0 0 0,0 1 0 0 0,0 0 0 0 0,1 0 0 0 0,0 1 0 0 0,-1-1 0 0 0,0 6 0 0 0,-4 2 0 0 0,6-11 0 0 0,0 1-1 0 0,0-1 1 0 0,-1 0 0 0 0,1 0 0 0 0,0 1-1 0 0,-1-1 1 0 0,1 0 0 0 0,0 0 0 0 0,0 1-1 0 0,-1-1 1 0 0,1 0 0 0 0,-1 0 0 0 0,1 0-1 0 0,0 1 1 0 0,-1-1 0 0 0,1 0 0 0 0,0 0-1 0 0,-1 0 1 0 0,1 0 0 0 0,-1 0 0 0 0,1 0-1 0 0,0 0 1 0 0,-1 0 0 0 0,1 0 0 0 0,0 0-1 0 0,-1 0 1 0 0,1 0 0 0 0,-1 0 0 0 0,1 0-1 0 0,-1-1 1 0 0,-1-1-386 0 0,0-1-1 0 0,-1 0 1 0 0,1 0 0 0 0,0 0 0 0 0,1 0-1 0 0,-1 0 1 0 0,0 0 0 0 0,-1-5-1 0 0,-8-22-7595 0 0,5 17-1128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07.42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1908 0 0,'0'0'21784'0'0,"0"7"-20464"0"0,1 5-1021 0 0,1 0-1 0 0,0 0 0 0 0,1-1 0 0 0,0 1 1 0 0,0-1-1 0 0,1 1 0 0 0,1-1 0 0 0,0 0 1 0 0,0 0-1 0 0,1-1 0 0 0,1 0 0 0 0,0 0 1 0 0,0 0-1 0 0,1-1 0 0 0,0 0 0 0 0,0 0 1 0 0,1-1-1 0 0,0 0 0 0 0,1-1 0 0 0,0 0 1 0 0,0-1-1 0 0,0 1 0 0 0,1-2 0 0 0,0 0 1 0 0,18 7-1 0 0,-14-7-2659 0 0,24 10-9656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07.75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37 0 1560 0 0,'0'0'15770'0'0,"7"40"-3564"0"0,-8-16-11560 0 0,-2 0 0 0 0,-11 45 0 0 0,8-44-215 0 0,2 0 0 0 0,-4 48 0 0 0,2-48-431 0 0,4-9 0 0 0,2-6-23 0 0,0-8-432 0 0,4-8-1424 0 0,8-26-1447 0 0,-9 17-1160 0 0,-2-1-4131 0 0,-1-2 757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08.55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4 1840 0 0,'0'0'26030'0'0,"-3"-4"-24555"0"0,4 7 1898 0 0,0 0-3370 0 0,1-1 1 0 0,-1 1 0 0 0,1-1-1 0 0,0 0 1 0 0,0 0-1 0 0,0 0 1 0 0,0 0 0 0 0,0 0-1 0 0,0 0 1 0 0,0-1 0 0 0,1 1-1 0 0,-1-1 1 0 0,0 1-1 0 0,1-1 1 0 0,0 0 0 0 0,4 1-1 0 0,10-2-15 0 0,26 3 12 0 0,0-2 0 0 0,57-5 0 0 0,-60 2 0 0 0,-25 1 0 0 0,-35 15-238 0 0,-65 16-7861 0 0,59-21 3044 0 0,-1 0-3412 0 0,13-4 2331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08.85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 41 1396 0 0,'0'0'23908'0'0,"-1"0"-23730"0"0,1 1 0 0 0,-1-1 1 0 0,1 1-1 0 0,-1-1 0 0 0,1 1 1 0 0,-1 0-1 0 0,1-1 0 0 0,0 1 1 0 0,-1 0-1 0 0,1-1 0 0 0,0 1 1 0 0,-1 0-1 0 0,1 0 0 0 0,0-1 1 0 0,0 1-1 0 0,0 0 0 0 0,0 0 1 0 0,0 1-1 0 0,1 1-57 0 0,1-1 0 0 0,0 1 0 0 0,0 0 0 0 0,0-1 0 0 0,0 1 0 0 0,1-1 0 0 0,-1 0 0 0 0,1 0 0 0 0,-1 0 0 0 0,1 0 0 0 0,0 0 0 0 0,-1 0 0 0 0,1-1 0 0 0,0 0 0 0 0,0 1 0 0 0,0-1 0 0 0,1 0 0 0 0,-1 0 0 0 0,0-1 0 0 0,0 1 0 0 0,0-1-1 0 0,1 1 1 0 0,-1-1 0 0 0,0 0 0 0 0,0 0 0 0 0,1-1 0 0 0,-1 1 0 0 0,6-2 0 0 0,14-2-385 0 0,0-1-1 0 0,45-16 1 0 0,-48 15 321 0 0,42-12-336 0 0,-38 13 168 0 0,0-2 0 0 0,41-18-1 0 0,-72 37-2604 0 0,-3-2-175 0 0,-1-3-4211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3.1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192 68 756 0 0,'17'-10'397'0'0,"-3"1"5318"0"0,-2-1 12641 0 0,-11 8-15606 0 0,-9-4-2229 0 0,7 5-392 0 0,0 0 1 0 0,0 0-1 0 0,0 0 0 0 0,-1-1 0 0 0,1 1 0 0 0,0 0 0 0 0,-1 1 0 0 0,1-1 0 0 0,-1 0 0 0 0,1 0 0 0 0,-1 1 0 0 0,-3-2 0 0 0,-2 2-44 0 0,-1 0 0 0 0,0 0 0 0 0,0 1 0 0 0,0 0 0 0 0,1 1 0 0 0,-1 0 0 0 0,1 0 0 0 0,-1 0 0 0 0,1 1 0 0 0,0 0 0 0 0,0 0 0 0 0,0 1-1 0 0,0 0 1 0 0,0 0 0 0 0,-6 7 0 0 0,5-5 18 0 0,0 0 0 0 0,0 1 0 0 0,1 0 0 0 0,0 0 0 0 0,1 1 0 0 0,-1-1-1 0 0,1 2 1 0 0,1-1 0 0 0,0 1 0 0 0,0-1 0 0 0,-5 15 0 0 0,9-19-103 0 0,1 0 0 0 0,0-1 0 0 0,1 1 0 0 0,-1 0 0 0 0,1-1 0 0 0,-1 1 0 0 0,1 0 0 0 0,0-1 0 0 0,0 1 0 0 0,1-1 0 0 0,-1 1 0 0 0,3 3 0 0 0,-2-4 0 0 0,1 1 0 0 0,-1-1 0 0 0,1 0 0 0 0,0 0 0 0 0,0 0 0 0 0,0-1 0 0 0,0 1 0 0 0,1-1 0 0 0,-1 0 0 0 0,0 0 0 0 0,1 0 0 0 0,0 0 0 0 0,-1 0 0 0 0,1-1 0 0 0,0 0 0 0 0,6 2 0 0 0,-2-2 0 0 0,0 0 0 0 0,0-1 0 0 0,0 0 0 0 0,0 0 0 0 0,1 0 0 0 0,-1-1 0 0 0,14-3 0 0 0,-3-2 0 0 0,0 0 0 0 0,-1 0 0 0 0,0-2 0 0 0,0-1 0 0 0,0 0 0 0 0,16-12 0 0 0,-29 17 0 0 0,0 1 0 0 0,-1-1 0 0 0,1-1 0 0 0,-1 1 0 0 0,0 0 0 0 0,0-1 0 0 0,-1 0 0 0 0,1 0 0 0 0,-1 0 0 0 0,0-1 0 0 0,-1 1 0 0 0,1 0 0 0 0,-1-1 0 0 0,0 0 0 0 0,1-7 0 0 0,-3-1 0 0 0,0 13 0 0 0,0-4 0 0 0,-1 0 0 0 0,0 0 0 0 0,0 1 0 0 0,-1-1 0 0 0,1 1 0 0 0,-1-1 0 0 0,0 1 0 0 0,0 0 0 0 0,-1-1 0 0 0,1 1 0 0 0,-1 0 0 0 0,0 1 0 0 0,0-1 0 0 0,0 0 0 0 0,0 1 0 0 0,-1 0 0 0 0,-4-4 0 0 0,-9 1 0 0 0,16 6 0 0 0,1-1 0 0 0,-1 1 0 0 0,0-1 0 0 0,0 1 0 0 0,0-1 0 0 0,0 1 0 0 0,0 0 0 0 0,0-1 0 0 0,0 1 0 0 0,0 0 0 0 0,0 0 0 0 0,0 0 0 0 0,0 0 0 0 0,0 0 0 0 0,0 0 0 0 0,0 0 0 0 0,0 0 0 0 0,0 0 0 0 0,0 0 0 0 0,0 0 0 0 0,1 0 0 0 0,-1 1 0 0 0,0-1 0 0 0,0 1 0 0 0,0-1 0 0 0,0 0 0 0 0,-1 2 0 0 0,-9 5 0 0 0,0 0 0 0 0,6 0 0 0 0,6 4 0 0 0,11 7-250 0 0,-5-17-538 0 0,-2-1-326 0 0,2 4-7600 0 0,2-3 4139 0 0,-5-1 1347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3.42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36 1 232 0 0,'0'0'1976'0'0,"-19"30"11436"0"0,14-20-11110 0 0,-7 50 6202 0 0,16-32-5822 0 0,-2-25-8453 0 0,-1-11 5640 0 0,2-15-5751 0 0,-1 6-784 0 0,3 4 672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3.94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98 24 1928 0 0,'-1'-13'12987'0'0,"-3"4"-5606"0"0,-1 8-5799 0 0,-2 3-1075 0 0,0 1 0 0 0,1 1 0 0 0,-1-1 0 0 0,1 1 0 0 0,-1 1 0 0 0,1-1 1 0 0,0 1-1 0 0,1 0 0 0 0,-1 0 0 0 0,1 0 0 0 0,0 1 0 0 0,1 0 0 0 0,-5 7 1 0 0,8-11 93 0 0,20 20-52 0 0,-4-16-493 0 0,0-2 0 0 0,0 0 0 0 0,0 0 1 0 0,29 2-1 0 0,-32-6-20 0 0,0 1 0 0 0,1 1-1 0 0,-1 1 1 0 0,0-1 0 0 0,0 2 0 0 0,-1 0 0 0 0,1 0-1 0 0,-1 1 1 0 0,19 10 0 0 0,-30-14-36 0 0,2 0 0 0 0,0 0 0 0 0,-1 0 0 0 0,1 1 0 0 0,0-1 0 0 0,-1 1 0 0 0,1-1 0 0 0,-1 1 0 0 0,0-1 0 0 0,1 1 0 0 0,-1 0 0 0 0,0 0 0 0 0,0 0 0 0 0,0 0 0 0 0,0 0 0 0 0,-1 0 0 0 0,2 3 0 0 0,-2-2 0 0 0,0 0 0 0 0,0 0 0 0 0,-1 0 0 0 0,1 0 0 0 0,-1 0 0 0 0,0 0 0 0 0,0 0 0 0 0,0 0 0 0 0,0 0 0 0 0,0 0 0 0 0,0 0 0 0 0,-1 0 0 0 0,0-1 0 0 0,1 1 0 0 0,-1-1 0 0 0,0 1 0 0 0,0-1 0 0 0,0 0 0 0 0,-4 3 0 0 0,-1 0 0 0 0,0-1 0 0 0,0 0 0 0 0,0 0 0 0 0,-1 0 0 0 0,-9 2 0 0 0,-7 5 0 0 0,19-8 0 0 0,4-2 0 0 0,0 0 0 0 0,0 0 0 0 0,0-1 0 0 0,0 1 0 0 0,-1 0 0 0 0,1 0 0 0 0,0-1 0 0 0,-1 1 0 0 0,1-1 0 0 0,0 1 0 0 0,-1-1 0 0 0,1 0 0 0 0,0 1 0 0 0,-1-1 0 0 0,1 0 0 0 0,-1 0 0 0 0,1 0 0 0 0,-2 0 0 0 0,-16-1 0 0 0,6 0 0 0 0,-4-2 0 0 0,5-4 0 0 0,9-2 0 0 0,0-13-3107 0 0,3 20 1997 0 0,0 1-1 0 0,0-1 0 0 0,0 0 1 0 0,1 1-1 0 0,-1-1 0 0 0,0 0 1 0 0,1 1-1 0 0,-1-1 1 0 0,1 1-1 0 0,-1-1 0 0 0,1 1 1 0 0,0-1-1 0 0,0 1 0 0 0,1-3 1 0 0,0 1-716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4.32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23 2284 0 0,'0'0'17356'0'0,"-1"-10"-5588"0"0,7 14-11677 0 0,0-1 0 0 0,0 1 1 0 0,1-1-1 0 0,-1 0 1 0 0,1 0-1 0 0,0-1 1 0 0,0 0-1 0 0,0 0 1 0 0,0-1-1 0 0,0 0 1 0 0,1 0-1 0 0,-1-1 0 0 0,0 1 1 0 0,0-2-1 0 0,1 1 1 0 0,9-2-1 0 0,19-4-1038 0 0,69-20-1 0 0,-84 20 206 0 0,0 4 672 0 0,-15 2-2486 0 0,-20 14-9885 0 0,10-10 6669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4.89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105 19 1560 0 0,'0'0'22524'0'0,"-4"-4"-20906"0"0,-13-8-86 0 0,13 9 3589 0 0,2 7-4750 0 0,-11 24-365 0 0,1 1 0 0 0,2 0 1 0 0,1 1-1 0 0,1 0 0 0 0,1 0 1 0 0,-2 34-1 0 0,-1-7-9 0 0,16-10 3 0 0,1-38 0 0 0,5-8 0 0 0,-8-3 0 0 0,-1 0 0 0 0,0 0 0 0 0,0-1 0 0 0,0 1 0 0 0,0-1 0 0 0,0 0 0 0 0,0 0 0 0 0,-1 0 0 0 0,1 0 0 0 0,-1 0 0 0 0,0-1 0 0 0,0 1 0 0 0,0-1 0 0 0,0 1 0 0 0,-1-1 0 0 0,0 0 0 0 0,1 1 0 0 0,-1-1 0 0 0,-1 0 0 0 0,1 0 0 0 0,0-5 0 0 0,0 7-351 0 0,0-1 0 0 0,-1 1 0 0 0,1 0 0 0 0,-1-1 0 0 0,0 1 0 0 0,0-1 0 0 0,1 1 0 0 0,-1-1 0 0 0,-1 1 0 0 0,1 0 0 0 0,0-1-1 0 0,-1 1 1 0 0,1-1 0 0 0,-1 1 0 0 0,-1-4 0 0 0,0 1-914 0 0,0 3-1841 0 0,-6 1 2036 0 0,6 1-1637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5.44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88 2044 0 0,'-8'-6'24834'0'0,"40"-5"-23901"0"0,1 2 0 0 0,1 1 0 0 0,-1 2-1 0 0,57-4 1 0 0,14-2 292 0 0,-56 6-1225 0 0,-15 2 0 0 0,50-11 0 0 0,-104 22-3000 0 0,-47 22-12879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3.94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80 31 620 0 0,'0'-16'32122'0'0,"-10"24"-32116"0"0,0 1 0 0 0,0 1 0 0 0,1 0 0 0 0,-9 12 0 0 0,16-19-6 0 0,0 0 0 0 0,0 1-1 0 0,1-1 1 0 0,-1 1-1 0 0,1 0 1 0 0,0 0 0 0 0,0-1-1 0 0,-1 7 1 0 0,-2 12-2 0 0,3-18 2 0 0,0 0 0 0 0,0 0 0 0 0,0 1 0 0 0,0-1 0 0 0,1 0 0 0 0,0 1 0 0 0,0-1 0 0 0,0 1 0 0 0,1-1 0 0 0,-1 0 0 0 0,1 1 0 0 0,0-1 0 0 0,0 0 0 0 0,1 1 0 0 0,-1-1 0 0 0,1 0 0 0 0,0 0 0 0 0,0 0 0 0 0,0-1 0 0 0,5 8 0 0 0,-4-9 0 0 0,1 1 0 0 0,-1 0 0 0 0,0-1 0 0 0,0 0 0 0 0,1 0 0 0 0,0 0 0 0 0,-1 0 0 0 0,1 0 0 0 0,0-1 0 0 0,0 1 0 0 0,0-1 0 0 0,0 0 0 0 0,0 0 0 0 0,0-1 0 0 0,0 1 0 0 0,0-1 0 0 0,0 0 0 0 0,0 0 0 0 0,0 0 0 0 0,0-1 0 0 0,0 0 0 0 0,7-1 0 0 0,-3 0 0 0 0,-1-1 0 0 0,0 1 0 0 0,0-1 0 0 0,0-1 0 0 0,0 1 0 0 0,-1-1 0 0 0,1 0 0 0 0,-1-1 0 0 0,9-7 0 0 0,45-52 0 0 0,-54 55 0 0 0,-1 0 0 0 0,0-1 0 0 0,-1 0 0 0 0,6-18 0 0 0,-8 15 0 0 0,-2-4 0 0 0,-1 14 0 0 0,1 1 0 0 0,0 0 0 0 0,-1 0 0 0 0,1 0 0 0 0,-1 0 0 0 0,0 0 0 0 0,1 0 0 0 0,-1 0 0 0 0,0 0 0 0 0,0 0 0 0 0,-1 1 0 0 0,1-1 0 0 0,0 0 0 0 0,0 1 0 0 0,-1-1 0 0 0,1 1 0 0 0,-1-1 0 0 0,0 1 0 0 0,1-1 0 0 0,-1 1 0 0 0,0 0 0 0 0,0 0 0 0 0,-3-1 0 0 0,4 1 0 0 0,-13-3 0 0 0,6 3 0 0 0,-1 0 0 0 0,0 0 0 0 0,0 1 0 0 0,0 0 0 0 0,0 1 0 0 0,0 0 0 0 0,0 0 0 0 0,-17 5 0 0 0,17-2 0 0 0,-17 0 75 0 0,25-4-89 0 0,0 0-1 0 0,0 0 0 0 0,0 0 0 0 0,0 0 0 0 0,0 1 0 0 0,0-1 1 0 0,0 0-1 0 0,0 1 0 0 0,0-1 0 0 0,0 0 0 0 0,0 1 0 0 0,1-1 0 0 0,-1 1 1 0 0,0 0-1 0 0,0-1 0 0 0,1 1 0 0 0,-1 0 0 0 0,0-1 0 0 0,1 1 1 0 0,-1 0-1 0 0,0 0 0 0 0,1 0 0 0 0,-1-1 0 0 0,1 1 0 0 0,-1 0 1 0 0,1 2-1 0 0,0-3-165 0 0,-1 1 1 0 0,1-1 0 0 0,0 1-1 0 0,0-1 1 0 0,0 1 0 0 0,0-1-1 0 0,1 1 1 0 0,-1-1 0 0 0,0 1-1 0 0,0-1 1 0 0,0 1 0 0 0,0-1-1 0 0,0 1 1 0 0,1-1 0 0 0,-1 0-1 0 0,0 1 1 0 0,0-1 0 0 0,1 1-1 0 0,-1-1 1 0 0,0 1 0 0 0,1-1-1 0 0,-1 0 1 0 0,0 1 0 0 0,1-1-1 0 0,-1 0 1 0 0,0 1 0 0 0,1-1-1 0 0,-1 0 1 0 0,1 0 0 0 0,-1 0-1 0 0,1 1 1 0 0,0-1 0 0 0,12 8-12466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4.58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78 15 32 0 0,'-2'-10'12377'0'0,"-3"6"-4751"0"0,-11 6-1489 0 0,-9 13-4657 0 0,18-9 1531 0 0,-13 12-907 0 0,19-18-2104 0 0,1 0 0 0 0,0 0 0 0 0,0 0 0 0 0,0 0 0 0 0,0 1 0 0 0,0-1 0 0 0,0 0 0 0 0,-1 0 0 0 0,1 0 0 0 0,0 0 0 0 0,0 0 0 0 0,0 0 0 0 0,0 1 0 0 0,0-1 0 0 0,0 0 0 0 0,0 0 0 0 0,0 0 0 0 0,0 0 0 0 0,0 1 0 0 0,0-1 0 0 0,-1 0 0 0 0,1 0 0 0 0,0 0 0 0 0,0 0 0 0 0,0 1 0 0 0,0-1 0 0 0,0 0 0 0 0,0 0 0 0 0,1 0 0 0 0,-1 0 0 0 0,0 1 0 0 0,0-1 0 0 0,0 0 0 0 0,0 0 0 0 0,0 0 0 0 0,0 0 0 0 0,0 1 0 0 0,0-1 0 0 0,0 0 0 0 0,0 0 0 0 0,0 0 0 0 0,1 0 0 0 0,-1 0 0 0 0,0 0 0 0 0,0 1 0 0 0,0-1 0 0 0,20 4 0 0 0,8-4 0 0 0,55 3 0 0 0,-70-1 0 0 0,4 3 0 0 0,-13-3 0 0 0,8 6 0 0 0,-3 0 0 0 0,-6 2 0 0 0,0-2 0 0 0,-2-5 0 0 0,-1-1 0 0 0,1 1 0 0 0,-1 0 0 0 0,0-1 0 0 0,0 1 0 0 0,0 0 0 0 0,-1-1 0 0 0,1 1 0 0 0,-1 0 0 0 0,1-1 0 0 0,-1 1 0 0 0,0-1 0 0 0,0 1 0 0 0,0-1 0 0 0,0 1 0 0 0,0-1 0 0 0,-1 1 0 0 0,-2 3 0 0 0,1-2 0 0 0,-1 0 0 0 0,0 0 0 0 0,0-1 0 0 0,0 1 0 0 0,-1-1 0 0 0,1 0 0 0 0,-1 0 0 0 0,1 0 0 0 0,-8 2 0 0 0,5 0 0 0 0,-36 8 0 0 0,31-10 0 0 0,-1-2 0 0 0,-10-1 1 0 0,20-1-40 0 0,0 0-342 0 0,-1-10-9757 0 0,1-2-375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4.91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0 170 2048 0 0,'1'0'9237'0'0,"14"0"3750"0"0,0-2-12239 0 0,1-1 0 0 0,-2-1 0 0 0,1 0 0 0 0,0 0 0 0 0,19-10 0 0 0,71-39 3249 0 0,-101 51-3987 0 0,127-70-10 0 0,-120 66 0 0 0,2 0 0 0 0,-28 10-382 0 0,11-4 176 0 0,0 1 1 0 0,0 0-1 0 0,0 0 1 0 0,0 0-1 0 0,0 0 1 0 0,0 0-1 0 0,0 1 0 0 0,-4 2 1 0 0,-45 29-6827 0 0,20-8-3623 0 0,15-8 3432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7.25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202 77 924 0 0,'0'0'1620'0'0,"6"-9"919"0"0,-6 3 6282 0 0,-1 5-9069 0 0,-6-14 3196 0 0,6 14-2868 0 0,1 1 1 0 0,0 0-1 0 0,0 0 0 0 0,0-1 1 0 0,-1 1-1 0 0,1 0 1 0 0,0 0-1 0 0,0-1 0 0 0,0 1 1 0 0,0 0-1 0 0,0 0 1 0 0,0-1-1 0 0,0 1 1 0 0,-1 0-1 0 0,1 0 0 0 0,0-1 1 0 0,0 1-1 0 0,0 0 1 0 0,0-1-1 0 0,0 1 0 0 0,0 0 1 0 0,1-1-1 0 0,-1 1 1 0 0,0 0-1 0 0,0 0 1 0 0,0-1-1 0 0,0 1 0 0 0,0 0 1 0 0,0 0-1 0 0,0-1 1 0 0,0 1-1 0 0,1 0 0 0 0,-1 0 1 0 0,0-1-1 0 0,0 1 1 0 0,0 0-1 0 0,1 0 0 0 0,-1 0 1 0 0,0-1-1 0 0,0 1 1 0 0,1 0-1 0 0,-1 0 1 0 0,0 0-1 0 0,0 0 0 0 0,1 0 1 0 0,-1-1-1 0 0,-3-7 1445 0 0,-1 4 2527 0 0,4 3-4390 0 0,-7-6 2873 0 0,-26 6 2063 0 0,27 2-4597 0 0,-1 0 0 0 0,1 1 0 0 0,-1 0 0 0 0,1 0 0 0 0,-1 0 0 0 0,1 1 0 0 0,0 0 0 0 0,0 0 0 0 0,1 1 0 0 0,-1-1 0 0 0,0 1 0 0 0,1 0 0 0 0,0 1 0 0 0,-7 7 0 0 0,5-3-1 0 0,0 1-1 0 0,0 0 1 0 0,1 0-1 0 0,0 0 1 0 0,1 1-1 0 0,-5 11 1 0 0,8-17 0 0 0,0 0 0 0 0,1 0 0 0 0,-1 0 0 0 0,1 0 0 0 0,0 0 0 0 0,0 0 0 0 0,1 0 0 0 0,-1 0 0 0 0,1 0 0 0 0,1 0 0 0 0,-1 1 0 0 0,0-1 0 0 0,1 0 0 0 0,0 0 0 0 0,0 0 0 0 0,1 0 0 0 0,0 0 0 0 0,0 0 0 0 0,3 5 0 0 0,-3-6 0 0 0,1 0 0 0 0,0-1 0 0 0,0 0 0 0 0,0 1 0 0 0,0-1 0 0 0,1-1 0 0 0,-1 1 0 0 0,1 0 0 0 0,0-1 0 0 0,0 0 0 0 0,0 0 0 0 0,0 0 0 0 0,0 0 0 0 0,0-1 0 0 0,0 1 0 0 0,1-1 0 0 0,-1 0 0 0 0,0 0 0 0 0,1-1 0 0 0,-1 1 0 0 0,1-1 0 0 0,8-1 0 0 0,0 0 0 0 0,0-1 0 0 0,1 0 0 0 0,-1-1 0 0 0,0-1 0 0 0,0 0 0 0 0,-1-1 0 0 0,1 0 0 0 0,13-8 0 0 0,8-7 0 0 0,48-36 0 0 0,-79 54 0 0 0,0-1 0 0 0,0 1 0 0 0,0-1 0 0 0,0 0 0 0 0,0 1 0 0 0,-1-1 0 0 0,0-1 0 0 0,1 1 0 0 0,-1 0 0 0 0,0 0 0 0 0,-1-1 0 0 0,1 1 0 0 0,-1-1 0 0 0,1 0 0 0 0,-1 1 0 0 0,0-1 0 0 0,0 0 0 0 0,-1 0 0 0 0,1 0 0 0 0,-1 0 0 0 0,0 1 0 0 0,0-1 0 0 0,0 0 0 0 0,-1 0 0 0 0,1 0 0 0 0,-1 0 0 0 0,0 0 0 0 0,0 1 0 0 0,0-1 0 0 0,0 0 0 0 0,-1 1 0 0 0,0-1 0 0 0,1 1 0 0 0,-1-1 0 0 0,-1 1 0 0 0,1 0 0 0 0,-5-6 0 0 0,3 5 0 0 0,1 0 0 0 0,-1 1 0 0 0,1-1 0 0 0,-1 1 0 0 0,0 0 0 0 0,-1 0 0 0 0,1 0 0 0 0,0 0 0 0 0,-1 1 0 0 0,0-1 0 0 0,1 1 0 0 0,-1 0 0 0 0,0 1 0 0 0,0-1 0 0 0,0 1 0 0 0,0 0 0 0 0,0 1 0 0 0,-1-1 0 0 0,1 1 0 0 0,0 0 0 0 0,0 0 0 0 0,0 0 0 0 0,-9 2 0 0 0,8-1 0 0 0,0 1 0 0 0,0-1 0 0 0,0 1 0 0 0,1 0 0 0 0,-1 1 0 0 0,1-1 0 0 0,-1 1 0 0 0,1 0 0 0 0,0 0 0 0 0,0 1 0 0 0,0-1 0 0 0,0 1 0 0 0,1 0 0 0 0,0 1 0 0 0,-1-1 0 0 0,2 1 0 0 0,-1 0 0 0 0,0 0 0 0 0,-2 6 0 0 0,4-5-106 0 0,1-1 0 0 0,0 1 0 0 0,0-1 0 0 0,0 1 0 0 0,1-1 0 0 0,0 1 0 0 0,0 0 0 0 0,1-1 0 0 0,-1 1 0 0 0,1 0 0 0 0,0-1 0 0 0,1 1 0 0 0,-1-1 0 0 0,3 6 0 0 0,6-4-2348 0 0,8 4-13170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7.53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2336 0 0,'0'0'15010'0'0,"2"0"-11933"0"0,16 4 8843 0 0,-18 6-11555 0 0,5 0-306 0 0,1-3-127 0 0,-5-5-405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8.23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117 57 1152 0 0,'-1'-14'13514'0'0,"-1"4"-4678"0"0,-5 1-1096 0 0,5 9-7672 0 0,-1 1 0 0 0,1-1 0 0 0,-1 1 0 0 0,1 0 0 0 0,0 0 0 0 0,-1 0 0 0 0,1 0 0 0 0,0 0 0 0 0,0 1 0 0 0,0-1 0 0 0,-3 3 0 0 0,1-1 526 0 0,-2 1-589 0 0,0 1 0 0 0,1-1 0 0 0,-1 1 1 0 0,1 1-1 0 0,0-1 0 0 0,1 1 0 0 0,-1 0 1 0 0,1 0-1 0 0,0 0 0 0 0,1 0 0 0 0,-1 1 1 0 0,1 0-1 0 0,1-1 0 0 0,-1 1 0 0 0,1 0 1 0 0,0 0-1 0 0,1 1 0 0 0,0-1 0 0 0,0 0 1 0 0,0 0-1 0 0,1 9 0 0 0,1-14-5 0 0,-1 0 0 0 0,1 0 0 0 0,0 0 0 0 0,-1 1 0 0 0,1-1 0 0 0,0 0 0 0 0,0 0 0 0 0,0 0 0 0 0,1 0 0 0 0,-1 0 0 0 0,0-1 0 0 0,1 1 0 0 0,-1 0 0 0 0,1-1 0 0 0,0 1 0 0 0,0 0 0 0 0,-1-1 0 0 0,1 0 0 0 0,0 0 0 0 0,4 2 0 0 0,-2-1 0 0 0,1 0 0 0 0,0-1 0 0 0,0 0 0 0 0,0 0 0 0 0,0 0 0 0 0,0 0 0 0 0,0-1 0 0 0,0 0 0 0 0,6-1 0 0 0,5 0 0 0 0,0-2 0 0 0,-1 0 0 0 0,0-1 0 0 0,1 0 0 0 0,19-9 0 0 0,-16 4 0 0 0,0 0 0 0 0,0-1 0 0 0,28-20 0 0 0,-42 27 0 0 0,-1 0 0 0 0,0-1 0 0 0,0 1 0 0 0,0-1 0 0 0,-1 0 0 0 0,1 0 0 0 0,-1-1 0 0 0,0 1 0 0 0,0-1 0 0 0,0 1 0 0 0,0-1 0 0 0,-1 0 0 0 0,0 0 0 0 0,0 0 0 0 0,0 0 0 0 0,-1 0 0 0 0,0-1 0 0 0,0 1 0 0 0,0-8 0 0 0,-1 11 0 0 0,0 0 0 0 0,0 0 0 0 0,0 0 0 0 0,-1 0 0 0 0,1 0 0 0 0,0 1 0 0 0,-1-1 0 0 0,0 0 0 0 0,0 0 0 0 0,1 0 0 0 0,-1 0 0 0 0,0 1 0 0 0,0-1 0 0 0,-1 0 0 0 0,1 1 0 0 0,0-1 0 0 0,-1 1 0 0 0,1-1 0 0 0,0 1 0 0 0,-1 0 0 0 0,0 0 0 0 0,1 0 0 0 0,-1-1 0 0 0,0 1 0 0 0,1 1 0 0 0,-1-1 0 0 0,0 0 0 0 0,0 0 0 0 0,0 1 0 0 0,-2-1 0 0 0,-2-1 0 0 0,0 1 0 0 0,0 0 0 0 0,-1 1 0 0 0,1 0 0 0 0,0-1 0 0 0,-12 3 0 0 0,4 0 3 0 0,7-2-9 0 0,0 1 1 0 0,0 1-1 0 0,0-1 0 0 0,1 1 0 0 0,-1 1 0 0 0,0-1 0 0 0,1 1 0 0 0,-1 0 0 0 0,1 0 1 0 0,0 1-1 0 0,0 0 0 0 0,0 0 0 0 0,1 1 0 0 0,-1-1 0 0 0,-7 9 0 0 0,13-12-73 0 0,0-1 0 0 0,0 0 0 0 0,-1 1 0 0 0,1-1 0 0 0,0 0 0 0 0,0 0 0 0 0,0 1 0 0 0,0-1 0 0 0,0 0 0 0 0,0 1 0 0 0,0-1 0 0 0,0 0 0 0 0,0 1 0 0 0,-1-1 0 0 0,1 0 0 0 0,1 1 0 0 0,-1-1 1 0 0,0 0-1 0 0,0 1 0 0 0,0-1 0 0 0,0 0 0 0 0,0 1 0 0 0,0-1 0 0 0,0 0 0 0 0,0 1 0 0 0,0-1 0 0 0,1 0 0 0 0,-1 1 0 0 0,0-1 0 0 0,0 0 0 0 0,0 0 0 0 0,1 1 0 0 0,-1-1 0 0 0,0 0 0 0 0,0 0 0 0 0,1 0 0 0 0,-1 1 0 0 0,0-1 0 0 0,0 0 0 0 0,1 0 0 0 0,-1 0 0 0 0,0 0 0 0 0,1 1 0 0 0,-1-1 0 0 0,0 0 0 0 0,1 0 0 0 0,0 0 0 0 0,15 7-11606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8.42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60 7 1852 0 0,'0'0'15454'0'0,"-9"-7"-12700"0"0,3 10 4632 0 0,0 3-6888 0 0,1-2 76 0 0,1 0 0 0 0,-1 1 0 0 0,1 0 0 0 0,0 0 0 0 0,1 0 0 0 0,-1 0 0 0 0,-3 7 0 0 0,4 1-368 0 0,3 1-181 0 0,5 0-25 0 0,-5-13 0 0 0,1 0 0 0 0,0 0 0 0 0,0 0 0 0 0,0 0 0 0 0,0 0 0 0 0,0 0 0 0 0,0 0 0 0 0,0 0 0 0 0,0 0 0 0 0,0 0 0 0 0,1 0 0 0 0,-1-1 0 0 0,0 1 0 0 0,1 0 0 0 0,-1-1 0 0 0,0 1 0 0 0,1-1 0 0 0,-1 0 0 0 0,0 1 0 0 0,1-1 0 0 0,-1 0 0 0 0,1 0 0 0 0,-1 0 0 0 0,1 0 0 0 0,-1 0 0 0 0,1 0 0 0 0,-1 0 0 0 0,0 0 0 0 0,1-1 0 0 0,1 0 0 0 0,-1 1 0 0 0,48-4 0 0 0,53 0 0 0 0,-94 4 0 0 0,1 1 0 0 0,-1 0 0 0 0,0 1 0 0 0,1 0 0 0 0,-1 1 0 0 0,0 0 0 0 0,-1 0 0 0 0,16 8 0 0 0,-12-4 0 0 0,0 1 0 0 0,0-1 0 0 0,-1 2 0 0 0,0 0 0 0 0,-1 0 0 0 0,14 16 0 0 0,-21-22 0 0 0,-1-1 0 0 0,0 1 0 0 0,0 0 0 0 0,0 0 0 0 0,-1 0 0 0 0,1 0 0 0 0,-1 0 0 0 0,1 0 0 0 0,-1 1 0 0 0,0-1 0 0 0,0 0 0 0 0,-1 1 0 0 0,1-1 0 0 0,-1 0 0 0 0,1 1 0 0 0,-1-1 0 0 0,0 1 0 0 0,-1-1 0 0 0,1 1 0 0 0,0-1 0 0 0,-1 0 0 0 0,0 1 0 0 0,0-1 0 0 0,0 0 0 0 0,0 1 0 0 0,0-1 0 0 0,-1 0 0 0 0,0 0 0 0 0,1 0 0 0 0,-1 0 0 0 0,0 0 0 0 0,-4 4 0 0 0,-4 5 0 0 0,7-7 0 0 0,-1 0 0 0 0,1-1 0 0 0,-1 1 0 0 0,0-1 0 0 0,0 0 0 0 0,0 0 0 0 0,-1 0 0 0 0,1-1 0 0 0,-1 1 0 0 0,0-1 0 0 0,0-1 0 0 0,0 1 0 0 0,0 0 0 0 0,-1-1 0 0 0,1 0 0 0 0,-8 1 0 0 0,9-2-428 0 0,1-1-1 0 0,-1 1 1 0 0,1-1-1 0 0,-1 0 1 0 0,1-1-1 0 0,-1 1 1 0 0,1-1 0 0 0,-1 1-1 0 0,-5-3 1 0 0,5 1-837 0 0,0 0 1 0 0,0 0-1 0 0,1 0 1 0 0,-1-1-1 0 0,1 0 1 0 0,0 1-1 0 0,0-1 1 0 0,0 0-1 0 0,0 0 0 0 0,0-1 1 0 0,1 1-1 0 0,-1-1 1 0 0,1 1-1 0 0,-3-7 1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8.8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0 207 1012 0 0,'2'-5'1708'0'0,"-1"0"0"0"0,0 1 0 0 0,1-1-1 0 0,0 1 1 0 0,0-1 0 0 0,1 1 0 0 0,-1 0 0 0 0,1-1 0 0 0,0 1 0 0 0,0 1-1 0 0,7-8 1 0 0,-6 8-1197 0 0,0 1-1 0 0,0-1 1 0 0,1 1-1 0 0,-1 0 1 0 0,1 1-1 0 0,-1-1 0 0 0,1 1 1 0 0,6-2-1 0 0,11-1-313 0 0,46-10 1960 0 0,0-3-1 0 0,90-36 1 0 0,-146 49-2157 0 0,-5-1 0 0 0,-1-5 0 0 0,-6 10 1 0 0,0-1 0 0 0,1 1-1 0 0,-1-1 1 0 0,0 1 0 0 0,0 0 0 0 0,0-1-1 0 0,1 1 1 0 0,-1 0 0 0 0,0-1 0 0 0,0 1 0 0 0,0-1-1 0 0,0 1 1 0 0,0-1 0 0 0,0 1 0 0 0,0 0-1 0 0,0-1 1 0 0,0 1 0 0 0,0-1 0 0 0,0 1 0 0 0,0-1-1 0 0,0 1 1 0 0,0-1 0 0 0,0 1 0 0 0,0 0-1 0 0,0-1 1 0 0,0 1 0 0 0,-1-1 0 0 0,1 1 0 0 0,0 0-1 0 0,0-1 1 0 0,-1 1 0 0 0,1 0 0 0 0,0-1-1 0 0,0 1 1 0 0,-1 0 0 0 0,1-1 0 0 0,0 1 0 0 0,-1 0-1 0 0,1 0 1 0 0,0-1 0 0 0,-1 1 0 0 0,1 0-1 0 0,-1 0 1 0 0,1 0 0 0 0,-1-1 0 0 0,-11-2-180 0 0,-20 2-3396 0 0,-1 7-9241 0 0,32-6 12514 0 0,-27 7-8652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45.01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210 33 284 0 0,'-4'-10'32456'0'0,"-15"23"-32429"0"0,19-13-27 0 0,0 1 0 0 0,0-1 0 0 0,0 0 0 0 0,-1 0 0 0 0,1 1 0 0 0,0-1 0 0 0,0 0 0 0 0,-1 0 0 0 0,1 1 0 0 0,0-1 0 0 0,0 0 0 0 0,-1 0 0 0 0,1 0 0 0 0,0 0 0 0 0,-1 1 0 0 0,1-1 0 0 0,0 0 0 0 0,0 0 0 0 0,-1 0 0 0 0,1 0 0 0 0,0 0 0 0 0,-1 0 0 0 0,1 0 0 0 0,0 0 0 0 0,-1 0 0 0 0,1 0 0 0 0,0 0 0 0 0,-1 0 0 0 0,1 0 0 0 0,0 0 0 0 0,-1 0 0 0 0,1 0 0 0 0,0 0 0 0 0,-1-1 0 0 0,1 1 0 0 0,0 0 0 0 0,-1 0 0 0 0,1-20 0 0 0,-4 7 0 0 0,-8 8 0 0 0,9 5 0 0 0,0-1 0 0 0,0 1 0 0 0,0 0 0 0 0,0 0 0 0 0,0 0 0 0 0,0 1 0 0 0,0-1 0 0 0,0 1 0 0 0,0-1 0 0 0,0 1 0 0 0,0 0 0 0 0,0 0 0 0 0,0 0 0 0 0,0 1 0 0 0,-4 2 0 0 0,-2 2 0 0 0,0-2 0 0 0,1 1 0 0 0,0 0 0 0 0,0 0 0 0 0,0 1 0 0 0,1 0 0 0 0,-1 0 0 0 0,2 1 0 0 0,-1 0 0 0 0,1 0 0 0 0,0 1 0 0 0,-7 11 0 0 0,9-10 0 0 0,5 3 0 0 0,8 0 0 0 0,-6-9 0 0 0,0-1 0 0 0,0-1 0 0 0,0 1 0 0 0,0 0 0 0 0,0-1 0 0 0,0 0 0 0 0,1 1 0 0 0,-1-1 0 0 0,1-1 0 0 0,-1 1 0 0 0,1 0 0 0 0,-1-1 0 0 0,1 0 0 0 0,-1 0 0 0 0,7 0 0 0 0,-7 0 0 0 0,4 0 0 0 0,0 0 0 0 0,0 0 0 0 0,0 1 0 0 0,0 0 0 0 0,-1 0 0 0 0,1 1 0 0 0,0 0 0 0 0,-1 0 0 0 0,1 1 0 0 0,-1 0 0 0 0,0 0 0 0 0,1 0 0 0 0,-2 1 0 0 0,1 0 0 0 0,0 0 0 0 0,-1 0 0 0 0,0 1 0 0 0,0 0 0 0 0,0 0 0 0 0,0 0 0 0 0,-1 1 0 0 0,5 7 0 0 0,-4-5 0 0 0,-1 1 0 0 0,0-1 0 0 0,-1 1 0 0 0,0 0 0 0 0,0-1 0 0 0,-1 1 0 0 0,2 15 0 0 0,5 16 0 0 0,-7-28 0 0 0,-4 5 0 0 0,-2-1 0 0 0,2-3 0 0 0,-4-3 0 0 0,-6-6 0 0 0,10-3 0 0 0,1-1 0 0 0,-1 1 0 0 0,0-1 0 0 0,0 0 0 0 0,0 0 0 0 0,1 0 0 0 0,-1 0 0 0 0,0 0 0 0 0,0 0 0 0 0,0 0 0 0 0,1-1 0 0 0,-1 1 0 0 0,0 0 0 0 0,0-1 0 0 0,1 0 0 0 0,-1 1 0 0 0,0-1 0 0 0,-2-2 0 0 0,-2 0 0 0 0,-2 0 0 0 0,0-1 0 0 0,0 1 0 0 0,0-1 0 0 0,0-1 0 0 0,1 1 0 0 0,-1-1 0 0 0,1-1 0 0 0,-11-10 0 0 0,-39-29 0 0 0,45 37 0 0 0,4-1 0 0 0,7 2 0 0 0,11 2-269 0 0,-7 4-1671 0 0,-15-17-21805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48.26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76 5 2036 0 0,'-1'-1'10182'0'0,"-13"-2"7899"0"0,14 2-18060 0 0,-1 1 0 0 0,0 0 1 0 0,1 0-1 0 0,-1 1 0 0 0,1-1 1 0 0,-1 0-1 0 0,1 0 0 0 0,-1 0 0 0 0,1 0 1 0 0,-1 0-1 0 0,1 1 0 0 0,-1-1 1 0 0,1 0-1 0 0,-1 0 0 0 0,1 1 1 0 0,-1-1-1 0 0,1 0 0 0 0,-1 1 0 0 0,1-1 1 0 0,-1 1-1 0 0,1-1 0 0 0,0 0 1 0 0,-1 1-1 0 0,1-1 0 0 0,0 1 1 0 0,0-1-1 0 0,-1 2 0 0 0,-10 24 631 0 0,-3 44 390 0 0,9-44-864 0 0,1 0-178 0 0,0 0 0 0 0,2 1 0 0 0,1 45 0 0 0,1-67 0 0 0,-1-1 0 0 0,9 23 0 0 0,-3-18 0 0 0,-4-8 0 0 0,-1-1 0 0 0,0 0 0 0 0,0-1 0 0 0,0 1 0 0 0,0 0 0 0 0,0 0 0 0 0,0 0 0 0 0,0 0 0 0 0,0 0 0 0 0,0 0 0 0 0,0 0 0 0 0,1 0 0 0 0,-1 0 0 0 0,0 0 0 0 0,0 0 0 0 0,0 0 0 0 0,0 0 0 0 0,0 0 0 0 0,0 0 0 0 0,0 0 0 0 0,0 0 0 0 0,0 0 0 0 0,0 0 0 0 0,1 0 0 0 0,-1 0 0 0 0,0 0 0 0 0,0 0 0 0 0,0 0 0 0 0,0 0 0 0 0,0 0 0 0 0,0 0 0 0 0,0 0 0 0 0,0 0 0 0 0,0 0 0 0 0,1 0 0 0 0,-1 0 0 0 0,0 0 0 0 0,0 0 0 0 0,0 0 0 0 0,0 0 0 0 0,0 0 0 0 0,0 0 0 0 0,0 0 0 0 0,0 0 0 0 0,0 0 0 0 0,0 0 0 0 0,0 0 0 0 0,0 1 0 0 0,0-1 0 0 0,1 0 0 0 0,-1 0 0 0 0,0 0 0 0 0,0 0 0 0 0,0 0 0 0 0,0 0 0 0 0,0 0 0 0 0,0 0 0 0 0,0 0 0 0 0,0 0 0 0 0,0 1 0 0 0,0-1 0 0 0,0 0 0 0 0,0 0 0 0 0,0 0 0 0 0,4-35 19 0 0,-7 12-117 0 0,1 9-562 0 0,2 12-581 0 0,-1 0-1 0 0,1 1 1 0 0,-1-1-1 0 0,1 0 1 0 0,-1 0-1 0 0,0 1 1 0 0,0-1-1 0 0,0 0 1 0 0,0 1-1 0 0,0-1 1 0 0,0 1-1 0 0,0-1 1 0 0,0 1-1 0 0,-3-2 1 0 0,-4-2-6296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48.5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18 276 0 0,'-9'-18'30455'0'0,"13"22"-30396"0"0,0 0-1 0 0,0-1 0 0 0,0 1 0 0 0,0-1 0 0 0,0 0 0 0 0,1 0 0 0 0,-1 0 1 0 0,1-1-1 0 0,0 0 0 0 0,0 0 0 0 0,0 0 0 0 0,0 0 0 0 0,0-1 0 0 0,0 1 1 0 0,1-2-1 0 0,-1 1 0 0 0,7 0 0 0 0,18 0 228 0 0,-1-2 0 0 0,36-4 0 0 0,-5 0-155 0 0,-46 4-131 0 0,7-4-187 0 0,-20 2-502 0 0,-1 2 9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0.1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135 169 640 0 0,'0'-1'14151'0'0,"-10"-3"-2390"0"0,6 8-11532 0 0,1 1 0 0 0,-1 0-1 0 0,1 0 1 0 0,1 0-1 0 0,-1 0 1 0 0,0 1 0 0 0,1-1-1 0 0,0 1 1 0 0,-2 10-1 0 0,-7 62 2752 0 0,5-25-2031 0 0,5-7-949 0 0,3 2 0 0 0,-1-32 0 0 0,2-2 0 0 0,-2-2 0 0 0,-1-12 0 0 0,0 0 0 0 0,0 0 0 0 0,0 0 0 0 0,0 1 0 0 0,0-1 0 0 0,0 0 0 0 0,0 0 0 0 0,0 0 0 0 0,0 0 0 0 0,0 1 0 0 0,0-1 0 0 0,0 0 0 0 0,0 0 0 0 0,0 0 0 0 0,0 0 0 0 0,0 1 0 0 0,0-1 0 0 0,0 0 0 0 0,0 0 0 0 0,0 0 0 0 0,0 0 0 0 0,0 1 0 0 0,0-1 0 0 0,0 0 0 0 0,0 0 0 0 0,0 0 0 0 0,-1 0 0 0 0,1 0 0 0 0,0 1 0 0 0,0-1 0 0 0,0 0 0 0 0,0 0 0 0 0,0 0 0 0 0,0 0 0 0 0,-1 0 0 0 0,1 0 0 0 0,0 0 0 0 0,0 0 0 0 0,0 0 0 0 0,0 0 0 0 0,-1 0 0 0 0,1 1 0 0 0,0-1 0 0 0,0 0 0 0 0,0 0 0 0 0,0 0 0 0 0,-1 0 0 0 0,1 0 0 0 0,0 0 0 0 0,0 0 0 0 0,0 0 0 0 0,0-1 0 0 0,-1 1 0 0 0,-20-10 0 0 0,17 7 0 0 0,0 1 0 0 0,1-1 0 0 0,0 0 0 0 0,0 0 0 0 0,0 0 0 0 0,0 0 0 0 0,0-1 0 0 0,1 1 0 0 0,-1-1 0 0 0,1 1 0 0 0,0-1 0 0 0,0 0 0 0 0,0 0 0 0 0,1 0 0 0 0,-1 0 0 0 0,1 0 0 0 0,0 0 0 0 0,0-1 0 0 0,1 1 0 0 0,-1 0 0 0 0,1-8 0 0 0,-3-5 0 0 0,0-2 0 0 0,0 1 0 0 0,2-1 0 0 0,0 0 0 0 0,0 0 0 0 0,2 0 0 0 0,1 0 0 0 0,0 1 0 0 0,9-36 0 0 0,-8 44 0 0 0,1 0 0 0 0,0-1 0 0 0,1 2 0 0 0,0-1 0 0 0,0 0 0 0 0,1 1 0 0 0,0 0 0 0 0,1 0 0 0 0,0 1 0 0 0,0 0 0 0 0,1 0 0 0 0,0 1 0 0 0,1 0 0 0 0,-1 0 0 0 0,1 1 0 0 0,0 0 0 0 0,1 0 0 0 0,0 1 0 0 0,0 1 0 0 0,0 0 0 0 0,0 0 0 0 0,0 1 0 0 0,1 0 0 0 0,19-3 0 0 0,-24 6 0 0 0,1-1 0 0 0,-1 1 0 0 0,1 0 0 0 0,0 1 0 0 0,-1-1 0 0 0,1 2 0 0 0,-1-1 0 0 0,0 0 0 0 0,1 1 0 0 0,-1 1 0 0 0,0-1 0 0 0,0 1 0 0 0,0 0 0 0 0,9 6 0 0 0,-13-8 0 0 0,0 1 0 0 0,-1-1 0 0 0,1 1 0 0 0,0 0 0 0 0,-1 0 0 0 0,1-1 0 0 0,-1 1 0 0 0,1 0 0 0 0,-1 1 0 0 0,0-1 0 0 0,0 0 0 0 0,0 0 0 0 0,0 0 0 0 0,0 1 0 0 0,-1-1 0 0 0,1 0 0 0 0,0 3 0 0 0,-1-1 0 0 0,-1-1 0 0 0,1 0 0 0 0,0 1 0 0 0,-1-1 0 0 0,0 0 0 0 0,0 0 0 0 0,0 0 0 0 0,0 1 0 0 0,0-1 0 0 0,0 0 0 0 0,-1 0 0 0 0,0 0 0 0 0,1-1 0 0 0,-1 1 0 0 0,-4 4 0 0 0,-61 63 0 0 0,31-34 0 0 0,-53 48 0 0 0,83-76 0 0 0,-1 1 0 0 0,3 2 0 0 0,3 0 0 0 0,0 3 0 0 0,-4-3 0 0 0,4 0 0 0 0,1-6 0 0 0,0-1 0 0 0,1 0 0 0 0,-1 0 0 0 0,1 0 0 0 0,0 1 0 0 0,1-1 0 0 0,-1 0 0 0 0,1 0 0 0 0,0 0 0 0 0,0-1 0 0 0,0 1 0 0 0,0 0 0 0 0,0-1 0 0 0,1 1 0 0 0,0-1 0 0 0,0 0 0 0 0,0 0 0 0 0,0 0 0 0 0,6 5 0 0 0,3-1 0 0 0,0 0 0 0 0,0 0 0 0 0,0-1 0 0 0,15 6 0 0 0,-15-8 0 0 0,37 13 0 0 0,45 9 0 0 0,-87-23 0 0 0,5 0 0 0 0,0-2 0 0 0,-6-7-107 0 0,-5 4-473 0 0,1-1-3379 0 0,1-1 5638 0 0,-2 2-3619 0 0,-19-11-21068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1.2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18 160 2188 0 0,'0'0'17989'0'0,"-6"-10"-17207"0"0,-2 9 7271 0 0,7 8-7880 0 0,0-1 1 0 0,0 0-1 0 0,1 1 1 0 0,-1-1-1 0 0,1 1 0 0 0,1-1 1 0 0,-1 0-1 0 0,1 1 0 0 0,0-1 1 0 0,1 0-1 0 0,3 11 1 0 0,-4-14-117 0 0,1 0 1 0 0,-1-1 0 0 0,1 1-1 0 0,0 0 1 0 0,0-1 0 0 0,0 0 0 0 0,0 1-1 0 0,0-1 1 0 0,0 0 0 0 0,0 0 0 0 0,1 0-1 0 0,-1 0 1 0 0,1 0 0 0 0,0-1 0 0 0,-1 1-1 0 0,1-1 1 0 0,0 0 0 0 0,0 0 0 0 0,0 0-1 0 0,0 0 1 0 0,0 0 0 0 0,0-1 0 0 0,0 1-1 0 0,0-1 1 0 0,0 0 0 0 0,0 0 0 0 0,0 0-1 0 0,4 0 1 0 0,7-2-58 0 0,0 0 0 0 0,0-1 0 0 0,0 0 0 0 0,-1-1 0 0 0,1-1 0 0 0,-1 0 0 0 0,0-1 0 0 0,0 0 0 0 0,-1-1 0 0 0,22-16 0 0 0,-24 17 0 0 0,-1-1 0 0 0,-1-1 0 0 0,1 0 0 0 0,-1 0 0 0 0,-1 0 0 0 0,0-1 0 0 0,0 0 0 0 0,0-1 0 0 0,-1 1 0 0 0,-1-1 0 0 0,1-1 0 0 0,-2 1 0 0 0,7-22 0 0 0,-10 29 0 0 0,0 1 0 0 0,0 0 0 0 0,-1-1 0 0 0,1 1 0 0 0,-1-1 0 0 0,0 1 0 0 0,0-1 0 0 0,0 0 0 0 0,0 1 0 0 0,0-1 0 0 0,-1 1 0 0 0,1-1 0 0 0,-1 1 0 0 0,1 0 0 0 0,-1-1 0 0 0,0 1 0 0 0,0-1 0 0 0,0 1 0 0 0,0 0 0 0 0,-3-3 0 0 0,3 3 0 0 0,-1 1 0 0 0,0-1 0 0 0,0 1 0 0 0,0 0 0 0 0,0 0 0 0 0,0 0 0 0 0,0 0 0 0 0,0 0 0 0 0,0 1 0 0 0,0-1 0 0 0,-1 0 0 0 0,1 1 0 0 0,0 0 0 0 0,0-1 0 0 0,-1 1 0 0 0,1 0 0 0 0,-4 1 0 0 0,-3 0 0 0 0,0 0 0 0 0,1 0 0 0 0,-1 1 0 0 0,0 1 0 0 0,1 0 0 0 0,-1 0 0 0 0,1 0 0 0 0,-9 6 0 0 0,8-3 0 0 0,1 0 0 0 0,0 0 0 0 0,1 1 0 0 0,0 0 0 0 0,0 1 0 0 0,0-1 0 0 0,1 1 0 0 0,0 1 0 0 0,0-1 0 0 0,1 1 0 0 0,0 0 0 0 0,1 0 0 0 0,-6 15 0 0 0,8-18 0 0 0,1 0 0 0 0,-1 1 0 0 0,1-1 0 0 0,1 0 0 0 0,-1 1 0 0 0,1-1 0 0 0,0 1 0 0 0,0-1 0 0 0,1 1 0 0 0,-1-1 0 0 0,2 0 0 0 0,-1 0 0 0 0,1 1 0 0 0,0-1 0 0 0,0 0 0 0 0,0 0 0 0 0,1 0 0 0 0,0-1 0 0 0,0 1 0 0 0,1-1 0 0 0,0 0 0 0 0,5 7 0 0 0,20 17 0 0 0,1 0 0 0 0,63 43 0 0 0,-40-32 0 0 0,-39-29 0 0 0,0 1 0 0 0,0 1 0 0 0,-1 0 0 0 0,-1 1 0 0 0,0 0 0 0 0,-1 1 0 0 0,0 1 0 0 0,12 23 0 0 0,-19-29 0 0 0,1 0 0 0 0,-1 0 0 0 0,-1 1 0 0 0,0-1 0 0 0,0 1 0 0 0,-1 0 0 0 0,-1 0 0 0 0,0 0 0 0 0,0 0 0 0 0,-1 0 0 0 0,0 0 0 0 0,-1 0 0 0 0,0 0 0 0 0,-1 0 0 0 0,-5 16 0 0 0,0-7 0 0 0,-1 0 0 0 0,-1 0 0 0 0,-1-1 0 0 0,-1-1 0 0 0,-1 1 0 0 0,0-2 0 0 0,-1 0 0 0 0,-21 21 0 0 0,29-34 0 0 0,1 0 0 0 0,-1 0 0 0 0,0-1 0 0 0,-1 1 0 0 0,1-1 0 0 0,-1 0 0 0 0,1-1 0 0 0,-1 1 0 0 0,0-1 0 0 0,0 0 0 0 0,0-1 0 0 0,0 1 0 0 0,0-1 0 0 0,0-1 0 0 0,-1 1 0 0 0,1-1 0 0 0,0 0 0 0 0,0 0 0 0 0,-1-1 0 0 0,-9-1 0 0 0,7 0 0 0 0,0 0 0 0 0,0 0 0 0 0,0-1 0 0 0,0 0 0 0 0,0 0 0 0 0,1-1 0 0 0,-1 0 0 0 0,1 0 0 0 0,0-1 0 0 0,0-1 0 0 0,1 1 0 0 0,-14-13 0 0 0,16 10 0 0 0,-2-3 0 0 0,2-2 0 0 0,11-2 0 0 0,-1 7 0 0 0,0-1 0 0 0,1 1 0 0 0,0 1 0 0 0,0-1 0 0 0,1 1 0 0 0,0 0 0 0 0,0 0 0 0 0,1 1 0 0 0,-1 0 0 0 0,12-6 0 0 0,27-23 0 0 0,-39 32-3085 0 0,12-1-12996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1.5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1 624 0 0,'0'0'14213'0'0,"-3"4"-12044"0"0,0 2-1620 0 0,0-1 0 0 0,0 0 0 0 0,1 1-1 0 0,0 0 1 0 0,0-1 0 0 0,0 1 0 0 0,1 0 0 0 0,-1 0 0 0 0,1 0 0 0 0,0 6 0 0 0,1 78 7509 0 0,1-38-6393 0 0,0-39-1665 0 0,3 0 0 0 0,-4-13 0 0 0,0 0 0 0 0,0 1 0 0 0,0-1 0 0 0,0 0 0 0 0,0 0 0 0 0,1 0 0 0 0,-1 1 0 0 0,0-1 0 0 0,0 0 0 0 0,0 0 0 0 0,0 0 0 0 0,0 1 0 0 0,0-1 0 0 0,1 0 0 0 0,-1 0 0 0 0,0 0 0 0 0,0 0 0 0 0,0 0 0 0 0,0 1 0 0 0,1-1 0 0 0,-1 0 0 0 0,0 0 0 0 0,0 0 0 0 0,0 0 0 0 0,1 0 0 0 0,-1 0 0 0 0,0 0 0 0 0,0 0 0 0 0,1 0 0 0 0,-1 0 0 0 0,0 0 0 0 0,0 0 0 0 0,0 0 0 0 0,1 0 0 0 0,-1 0 0 0 0,0 0 0 0 0,0 0 0 0 0,1 0 0 0 0,-1 0 0 0 0,0 0 0 0 0,0 0 0 0 0,0 0 0 0 0,1 0 0 0 0,-1 0 0 0 0,0-1 0 0 0,0 1 0 0 0,1 0 0 0 0,0-1-279 0 0,0-1 0 0 0,0 1 0 0 0,0 0 0 0 0,0-1 0 0 0,0 1 0 0 0,0-1 0 0 0,0 0 0 0 0,0 1 1 0 0,-1-1-1 0 0,1 0 0 0 0,0 1 0 0 0,-1-1 0 0 0,1-2 0 0 0,2-46-12201 0 0,-3 47 11740 0 0,0-22-8053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1.9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8 1088 0 0,'-1'0'7044'0'0,"-1"9"5065"0"0,4-6-11843 0 0,0 0-1 0 0,0 0 1 0 0,1-1-1 0 0,-1 1 1 0 0,1 0 0 0 0,0-1-1 0 0,0 0 1 0 0,0 0-1 0 0,0 0 1 0 0,0 0-1 0 0,0 0 1 0 0,0 0 0 0 0,1-1-1 0 0,-1 0 1 0 0,1 0-1 0 0,-1 0 1 0 0,1 0-1 0 0,-1 0 1 0 0,1 0 0 0 0,0-1-1 0 0,-1 0 1 0 0,1 0-1 0 0,0 0 1 0 0,5-1-1 0 0,16-1 209 0 0,0-1 0 0 0,41-11 0 0 0,-16 3 237 0 0,62-12-3128 0 0,-110 23 1601 0 0,-6 4-3341 0 0,-39 31 421 0 0,-11-1-5722 0 0,23-21 4717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2.1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 59 616 0 0,'-6'18'6032'0'0,"6"-17"-5793"0"0,-1-1 0 0 0,1 1 0 0 0,-1 0-1 0 0,1 0 1 0 0,-1-1 0 0 0,1 1 0 0 0,-1 0 0 0 0,1 0 0 0 0,-1-1 0 0 0,1 1 0 0 0,0 0 0 0 0,0 0 0 0 0,-1 0 0 0 0,1 0 0 0 0,0-1 0 0 0,0 1-1 0 0,0 0 1 0 0,0 0 0 0 0,0 0 0 0 0,0 0 0 0 0,0 0 0 0 0,0-1 0 0 0,1 1 0 0 0,-1 0 0 0 0,0 0 0 0 0,0 0 0 0 0,1 0 0 0 0,-1-1 0 0 0,0 1 0 0 0,1 0-1 0 0,-1 0 1 0 0,1-1 0 0 0,-1 1 0 0 0,1 0 0 0 0,-1-1 0 0 0,1 1 0 0 0,0 0 0 0 0,-1-1 0 0 0,1 1 0 0 0,0-1 0 0 0,-1 1 0 0 0,1-1 0 0 0,0 1 0 0 0,0-1-1 0 0,-1 0 1 0 0,1 1 0 0 0,0-1 0 0 0,0 0 0 0 0,0 0 0 0 0,0 0 0 0 0,-1 1 0 0 0,1-1 0 0 0,0 0 0 0 0,0 0 0 0 0,0 0 0 0 0,2-1 0 0 0,16 3 636 0 0,0-1 1 0 0,1-1 0 0 0,-1-1 0 0 0,1-1 0 0 0,-1-1 0 0 0,28-7-1 0 0,-13 1-1344 0 0,1-2 0 0 0,54-24 0 0 0,-62 17-3281 0 0,-14 2-6492 0 0,-7 8 4060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2.5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311 35 1912 0 0,'0'0'2170'0'0,"-6"-14"1210"0"0,4 10 1032 0 0,-13-12 5230 0 0,8 15-9220 0 0,0 1-1 0 0,1 0 1 0 0,-1 1 0 0 0,0-1 0 0 0,1 1-1 0 0,-1 1 1 0 0,0-1 0 0 0,1 1-1 0 0,0 0 1 0 0,-1 1 0 0 0,1 0 0 0 0,0 0-1 0 0,-9 6 1 0 0,-2 0 915 0 0,1 2 0 0 0,1 0-1 0 0,-26 25 1 0 0,27-23-1337 0 0,2 1 0 0 0,0 1 0 0 0,1 0 0 0 0,-11 18 0 0 0,18-26 0 0 0,1-1 0 0 0,-1 1 0 0 0,1 0 0 0 0,0 0 0 0 0,1 0 0 0 0,0 1 0 0 0,0-1 0 0 0,0 1 0 0 0,1-1 0 0 0,0 1 0 0 0,1-1 0 0 0,0 15 0 0 0,1-19 0 0 0,0 0 0 0 0,0 0 0 0 0,1 0 0 0 0,-1 0 0 0 0,1 0 0 0 0,-1-1 0 0 0,1 1 0 0 0,0 0 0 0 0,0-1 0 0 0,0 0 0 0 0,0 1 0 0 0,0-1 0 0 0,1 0 0 0 0,-1 0 0 0 0,1 0 0 0 0,-1 0 0 0 0,1-1 0 0 0,0 1 0 0 0,0-1 0 0 0,-1 0 0 0 0,1 1 0 0 0,0-1 0 0 0,0-1 0 0 0,0 1 0 0 0,1 0 0 0 0,-1-1 0 0 0,6 1 0 0 0,1 0 0 0 0,1 0 0 0 0,-1-1 0 0 0,1 0 0 0 0,-1 0 0 0 0,1-1 0 0 0,-1-1 0 0 0,13-2 0 0 0,-5-2 0 0 0,0 0 0 0 0,0-1 0 0 0,-1-1 0 0 0,0-1 0 0 0,21-13 0 0 0,-31 17 0 0 0,0 0 0 0 0,1-1 0 0 0,-2 0 0 0 0,1 0 0 0 0,-1-1 0 0 0,0 0 0 0 0,0 0 0 0 0,-1 0 0 0 0,1-1 0 0 0,-2 1 0 0 0,1-1 0 0 0,-1 0 0 0 0,3-10 0 0 0,-3 5 0 0 0,-3 11 0 0 0,0 0 0 0 0,0 0 0 0 0,0 0 0 0 0,0-1 0 0 0,-1 1 0 0 0,1 0 0 0 0,-1 0 0 0 0,1-1 0 0 0,-1 1 0 0 0,0 0 0 0 0,0-1 0 0 0,0 1 0 0 0,0 0 0 0 0,-1-1 0 0 0,1 1 0 0 0,-1 0 0 0 0,1-1 0 0 0,-1 1 0 0 0,0 0 0 0 0,0 0 0 0 0,0 0 0 0 0,0 0 0 0 0,0 0 0 0 0,-2-3 0 0 0,-3-7 0 0 0,6 10 0 0 0,-1 0 0 0 0,0 1 0 0 0,0-1 0 0 0,0 0 0 0 0,0 0 0 0 0,0 1 0 0 0,0-1 0 0 0,-1 1 0 0 0,1-1 0 0 0,0 1 0 0 0,-1-1 0 0 0,1 1 0 0 0,-1 0 0 0 0,0 0 0 0 0,1 0 0 0 0,-1 0 0 0 0,0 0 0 0 0,0 0 0 0 0,0 0 0 0 0,1 1 0 0 0,-1-1 0 0 0,0 0 0 0 0,0 1 0 0 0,0 0 0 0 0,0-1 0 0 0,0 1 0 0 0,0 0 0 0 0,0 0 0 0 0,0 0 0 0 0,-3 1 0 0 0,-17-1 0 0 0,2 3 0 0 0,3 1 0 0 0,5 3 0 0 0,12-6-106 0 0,-1-1 0 0 0,1 1 0 0 0,-1-1 0 0 0,1 1-1 0 0,0-1 1 0 0,-1 1 0 0 0,1 0 0 0 0,0-1 0 0 0,-1 1 0 0 0,1-1 0 0 0,0 1 0 0 0,0 0-1 0 0,-1-1 1 0 0,1 1 0 0 0,0 0 0 0 0,0-1 0 0 0,0 1 0 0 0,0 0 0 0 0,0-1 0 0 0,0 1-1 0 0,0 0 1 0 0,0-1 0 0 0,0 1 0 0 0,0-1 0 0 0,1 1 0 0 0,-1 0 0 0 0,0-1 0 0 0,1 2-1 0 0,19 12-10624 0 0,-15-12 7070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2.8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110 0 3056 0 0,'0'0'15812'0'0,"-8"0"-13085"0"0,2 0-2028 0 0,1 0-1 0 0,-1 1 0 0 0,0 0 0 0 0,0 0 0 0 0,1 0 1 0 0,-1 0-1 0 0,0 1 0 0 0,1 0 0 0 0,-1 0 1 0 0,1 1-1 0 0,0 0 0 0 0,0-1 0 0 0,0 2 1 0 0,0-1-1 0 0,-5 5 0 0 0,5-1-698 0 0,3 6 0 0 0,0-3 0 0 0,11 2 0 0 0,-8-11-165 0 0,0-1 0 0 0,0 1 0 0 0,0-1 0 0 0,0 1 0 0 0,1-1 0 0 0,-1 0 1 0 0,0 1-1 0 0,0-1 0 0 0,1 0 0 0 0,-1 0 0 0 0,0 0 0 0 0,1 0 0 0 0,-1 0 0 0 0,0 0 0 0 0,0 0 0 0 0,1 0 0 0 0,1-1 0 0 0,34-16-10278 0 0,-23 9 5732 0 0,3-1-3524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3.2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90 15 520 0 0,'0'0'4909'0'0,"-19"-13"3434"0"0,10 11 1491 0 0,7 3-9736 0 0,1 0 0 0 0,-1 0 0 0 0,0 0 0 0 0,1 0 0 0 0,-1 0 0 0 0,1 0 0 0 0,-1 0-1 0 0,1 1 1 0 0,0-1 0 0 0,-1 0 0 0 0,1 1 0 0 0,0-1 0 0 0,0 1 0 0 0,0-1 0 0 0,0 1 0 0 0,0 0 0 0 0,0 0 0 0 0,1-1-1 0 0,-1 1 1 0 0,0 0 0 0 0,1 0 0 0 0,0 0 0 0 0,-1-1 0 0 0,1 1 0 0 0,0 0 0 0 0,0 0 0 0 0,0 0 0 0 0,0 0 0 0 0,0 0-1 0 0,0 0 1 0 0,1 0 0 0 0,-1-1 0 0 0,1 1 0 0 0,-1 0 0 0 0,1 0 0 0 0,0 0 0 0 0,0-1 0 0 0,1 4 0 0 0,6 10 1072 0 0,1 0 1 0 0,0 0 0 0 0,18 22 0 0 0,-7-10-512 0 0,-10-13-659 0 0,-1 1 0 0 0,0 0 0 0 0,-2 1 0 0 0,0-1 0 0 0,6 19 0 0 0,-7 13 0 0 0,-6-35 0 0 0,0-10 0 0 0,0 1 0 0 0,-1-1 0 0 0,0 1 0 0 0,1-1 0 0 0,-1 1 0 0 0,0-1 0 0 0,0 0 0 0 0,-1 1 0 0 0,1-1 0 0 0,0 0 0 0 0,-1 0 0 0 0,1 0 0 0 0,-1 0 0 0 0,0 0 0 0 0,0 0 0 0 0,1 0 0 0 0,-1-1 0 0 0,0 1 0 0 0,-4 1 0 0 0,5-2 0 0 0,-12 2 0 0 0,7-2 0 0 0,1-1 0 0 0,-1-1 0 0 0,1 1 0 0 0,0-1 0 0 0,0 0 0 0 0,-1 0 0 0 0,1-1 0 0 0,0 1 0 0 0,0-1 0 0 0,0 0 0 0 0,0-1 0 0 0,1 1 0 0 0,-1-1 0 0 0,1 0 0 0 0,-1 0 0 0 0,1 0 0 0 0,0-1 0 0 0,0 0 0 0 0,0 1 0 0 0,1-1 0 0 0,-1-1 0 0 0,-2-4 0 0 0,0 2 0 0 0,4 4-325 0 0,0-1-1 0 0,0 0 1 0 0,0 0 0 0 0,1 0 0 0 0,-1 0-1 0 0,1 0 1 0 0,0 0 0 0 0,0 0-1 0 0,0-1 1 0 0,0 1 0 0 0,1 0 0 0 0,0 0-1 0 0,0-1 1 0 0,0 1 0 0 0,1 0 0 0 0,0-6-1 0 0,0-12-2947 0 0,-1 1-14170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3.42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37 1608 0 0,'0'0'8226'0'0,"8"-4"-1063"0"0,11-2-2661 0 0,60 3 558 0 0,-24-3-4635 0 0,-11-1-5224 0 0,-3-3-7122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3.6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56 0 2272 0 0,'1'2'792'0'0,"-1"-1"0"0"0,1 1-1 0 0,-1 0 1 0 0,1-1 0 0 0,-1 1 0 0 0,0-1-1 0 0,0 1 1 0 0,0 0 0 0 0,0-1-1 0 0,0 1 1 0 0,0-1 0 0 0,0 1 0 0 0,-1 0-1 0 0,1-1 1 0 0,0 1 0 0 0,-1-1-1 0 0,1 1 1 0 0,-2 2 0 0 0,-17 39 6693 0 0,8-17-4118 0 0,4-4-2710 0 0,2 0 0 0 0,0 1 1 0 0,1 0-1 0 0,2 1 0 0 0,0-1 0 0 0,2 26 0 0 0,2-31-657 0 0,4-5 0 0 0,-1-4 0 0 0,4-4-227 0 0,-7-4-1057 0 0,4-20-6554 0 0,-5 15 4463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3.91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34 1636 0 0,'0'0'1988'0'0</inkml:trace>
  <inkml:trace contextRef="#ctx0" brushRef="#br0" timeOffset="1">1 34 5685 0 0,'0'0'8472'0'0,"4"2"-6378"0"0,10 3-799 0 0,0 0 0 0 0,0-2 0 0 0,0 1 0 0 0,0-2 0 0 0,0 0 1 0 0,0-1-1 0 0,1 0 0 0 0,16-2 0 0 0,125-13 3333 0 0,-144 13-4427 0 0,50-13-1563 0 0,-43 7-2182 0 0,-3-3-3761 0 0,-10-2-7635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4.8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364 14 1220 0 0,'4'-8'27224'0'0,"-10"6"-27034"0"0,0 1 1 0 0,0 0-1 0 0,0 0 1 0 0,0 1-1 0 0,0-1 1 0 0,0 1-1 0 0,0 1 1 0 0,0-1-1 0 0,0 1 1 0 0,-11 3-1 0 0,-68 21 1810 0 0,57-16-1772 0 0,-1 0-228 0 0,1 2 0 0 0,0 1 0 0 0,-43 25 0 0 0,54-20 0 0 0,12-7 0 0 0,11 5 0 0 0,-4-12 0 0 0,1-1 0 0 0,-1 1 0 0 0,1-1 0 0 0,0 0 0 0 0,-1 1 0 0 0,1-1 0 0 0,1-1 0 0 0,-1 1 0 0 0,0 0 0 0 0,0-1 0 0 0,0 1 0 0 0,1-1 0 0 0,-1 0 0 0 0,1 0 0 0 0,-1 0 0 0 0,1-1 0 0 0,4 1 0 0 0,75 1 0 0 0,-41-2 0 0 0,38 5 0 0 0,-69-4 0 0 0,-4 5 0 0 0,-9 9 0 0 0,-13 4 0 0 0,2-5 0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4.9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205 7 32767 0 0,'-2'3'0'0'0,"-3"4"0"0"0,-1 0 0 0 0,1-1 0 0 0,-1 0 0 0 0,0 0 0 0 0,0-1 0 0 0,-1 1 0 0 0,1-1 0 0 0,-1-1 0 0 0,-1 1 0 0 0,1-1 0 0 0,0-1 0 0 0,-1 1 0 0 0,-11 2 0 0 0,6-4 0 0 0,11-1 0 0 0,0-1 0 0 0,0 0 0 0 0,0 0 0 0 0,0 0 0 0 0,0 0 0 0 0,1-1 0 0 0,-1 1 0 0 0,0 0 0 0 0,0-1 0 0 0,0 1 0 0 0,0-1 0 0 0,1 0 0 0 0,-1 0 0 0 0,0 0 0 0 0,0 1 0 0 0,1-2 0 0 0,-1 1 0 0 0,1 0 0 0 0,-1 0 0 0 0,1 0 0 0 0,0-1 0 0 0,-1 1 0 0 0,-1-3 0 0 0,-1-1 0 0 0,-8-7 0 0 0,13 5 0 0 0,-22-26 0 0 0,14 24-155 0 0,6 7-774 0 0,33 20-25622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5.5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45 3 912 0 0,'-7'-2'31727'0'0,"3"40"-31679"0"0,2 1 0 0 0,2 42 1 0 0,0-1-66 0 0,-3-67-2876 0 0,-4-15-3722 0 0,-5-14-2185 0 0,3 7 670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5.97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 14 2280 0 0,'-12'-7'21043'0'0,"40"12"-19370"0"0,3 2-2903 0 0,-13-5 3812 0 0,-5 0-2607 0 0,158 8 4161 0 0,-85-16-7683 0 0,-44-2-2040 0 0,-2-4-3461 0 0,-23 6 2143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6.3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61 191 1316 0 0,'-1'0'3514'0'0,"-4"4"-2352"0"0,2 0 4948 0 0,-16 67 4803 0 0,17-59-10023 0 0,1 0 1 0 0,0 0-1 0 0,1 0 0 0 0,0 0 1 0 0,0 0-1 0 0,2 0 1 0 0,3 17-1 0 0,-1-7-518 0 0,-2-11-183 0 0,0-1-1 0 0,0 1 0 0 0,1 0 0 0 0,1-1 0 0 0,0 0 0 0 0,0 0 0 0 0,1 0 0 0 0,0 0 0 0 0,0-1 0 0 0,1 0 0 0 0,14 17 0 0 0,-11-24-188 0 0,-7-3-28 0 0,-1 0-1 0 0,1 0 1 0 0,-1 0-1 0 0,1 0 1 0 0,-1-1 0 0 0,0 1-1 0 0,0 0 1 0 0,0-1-1 0 0,0 1 1 0 0,0 0 0 0 0,0-1-1 0 0,0 1 1 0 0,0-1-1 0 0,0 0 1 0 0,0 1 0 0 0,-1-1-1 0 0,1 0 1 0 0,-1 1-1 0 0,0-1 1 0 0,1 0 0 0 0,-1 1-1 0 0,0-1 1 0 0,0 0-1 0 0,0-2 1 0 0,-7-53-1279 0 0,3 29 761 0 0,2 15 211 0 0,-1 1-1 0 0,0-1 1 0 0,-1 1 0 0 0,0 0-1 0 0,-8-14 1 0 0,-8-26-600 0 0,-11-23-183 0 0,22 57 1016 0 0,1-1 1 0 0,1 1 0 0 0,-6-25 0 0 0,12 39 183 0 0,0 1 0 0 0,0-1 0 0 0,1 0-1 0 0,-1 1 1 0 0,1-1 0 0 0,0 0 0 0 0,0 1 0 0 0,0-1 0 0 0,2-7 0 0 0,-1 9-56 0 0,0 0 0 0 0,0 0 0 0 0,1 0 0 0 0,-1 0 0 0 0,1 1 0 0 0,0-1 0 0 0,-1 0 0 0 0,1 1 0 0 0,0-1 0 0 0,0 1 0 0 0,0 0 0 0 0,0 0 0 0 0,0-1 0 0 0,0 1 0 0 0,0 0 0 0 0,5-1-1 0 0,14-5 182 0 0,0 0-1 0 0,0 1 1 0 0,1 1-1 0 0,0 1 1 0 0,0 1-1 0 0,33 0 1 0 0,136 11 2702 0 0,-183-8-2678 0 0,-6 0-155 0 0,0 0 0 0 0,0 0-1 0 0,0 0 1 0 0,0 0-1 0 0,0 0 1 0 0,0 1 0 0 0,0-1-1 0 0,0 1 1 0 0,0-1-1 0 0,0 1 1 0 0,0 0 0 0 0,0 0-1 0 0,0 0 1 0 0,2 2-1 0 0,6 5-22 0 0,-7 4-53 0 0,-4-9 0 0 0,0 0 0 0 0,-1 0 0 0 0,0 0 0 0 0,1 0 0 0 0,-1-1 0 0 0,0 1 0 0 0,-1-1 0 0 0,1 1 0 0 0,0-1 0 0 0,-1 1 0 0 0,1-1 0 0 0,-1 0 0 0 0,-4 2 0 0 0,-46 26 0 0 0,32-19 0 0 0,-146 79 0 0 0,164-88 0 0 0,0-1 0 0 0,0 1 0 0 0,-1 0 0 0 0,2-1 0 0 0,-1 2 0 0 0,0-1 0 0 0,0 0 0 0 0,1 1 0 0 0,-1-1 0 0 0,1 1 0 0 0,-1-1 0 0 0,1 1 0 0 0,0 0 0 0 0,0 0 0 0 0,1 0 0 0 0,-1 1 0 0 0,1-1 0 0 0,-1 0 0 0 0,1 0 0 0 0,0 1 0 0 0,0-1 0 0 0,1 1 0 0 0,-1-1 0 0 0,1 1 0 0 0,-1-1 0 0 0,1 1 0 0 0,0-1 0 0 0,0 1 0 0 0,1 0 0 0 0,-1-1 0 0 0,2 5 0 0 0,0-4 0 0 0,1 0 0 0 0,0 0 0 0 0,-1-1 0 0 0,1 0 0 0 0,0 1 0 0 0,1-1 0 0 0,-1 0 0 0 0,0 0 0 0 0,1-1 0 0 0,0 1 0 0 0,0-1 0 0 0,0 1 0 0 0,0-1 0 0 0,0-1 0 0 0,6 3 0 0 0,64 19 0 0 0,-28-13 0 0 0,40 11 0 0 0,130 12 0 0 0,-219-35 77 0 0,0-1-187 0 0,-1 1 1 0 0,0-1-1 0 0,1 1 0 0 0,-1-1 0 0 0,0 1 1 0 0,-1 0-1 0 0,1 0 0 0 0,-7-1 0 0 0,4 2-912 0 0,-34-7-13450 0 0,16 2 5275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6:41.32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12 2704 0 0,'0'0'22295'0'0,"-1"-8"-20819"0"0,3 4 2 0 0,1 6 3200 0 0,1 2-4668 0 0,0 0 0 0 0,-1 1 0 0 0,1-1-1 0 0,-1 1 1 0 0,0 0 0 0 0,0-1 0 0 0,0 2 0 0 0,-1-1 0 0 0,0 0-1 0 0,0 0 1 0 0,0 1 0 0 0,-1-1 0 0 0,0 1 0 0 0,0-1 0 0 0,0 7-1 0 0,2 21-7 0 0,-2 51-1 0 0,-2-56-13 0 0,4 45 0 0 0,8 48 12 0 0,-9-85 0 0 0,1 0 0 0 0,1-1 0 0 0,13 46 0 0 0,-12-59 0 0 0,-4-16 0 0 0,1 0 0 0 0,-1 0 0 0 0,1 0 0 0 0,1 0 0 0 0,-1-1 0 0 0,1 1 0 0 0,0-1 0 0 0,0 1 0 0 0,5 6 0 0 0,4-8 0 0 0,3-18 0 0 0,-14 9 0 0 0,0 0 0 0 0,-1 0 0 0 0,1 0 0 0 0,-1 1 0 0 0,0-1 0 0 0,0 0 0 0 0,0 0 0 0 0,-1 0 0 0 0,0 0 0 0 0,0 0 0 0 0,0 0 0 0 0,0 0 0 0 0,-1 1 0 0 0,-4-9 0 0 0,5 8 0 0 0,-7-14 0 0 0,-7 6-1120 0 0,10 14-4210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6:42.4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127 89 2632 0 0,'-3'-3'2677'0'0,"-12"-9"60"0"0,-18-11 12074 0 0,17 12-7172 0 0,15 11-5811 0 0,4-3-1787 0 0,1 1-1 0 0,0 0 0 0 0,-1 0 0 0 0,1 0 1 0 0,0 0-1 0 0,0 1 0 0 0,0 0 0 0 0,0 0 0 0 0,0 0 1 0 0,7-1-1 0 0,-11 2-40 0 0,11-2 0 0 0,17-4 0 0 0,0 1 0 0 0,0 1 0 0 0,0 2 0 0 0,29 1 0 0 0,-55 1 0 0 0,0 0 0 0 0,0 0 0 0 0,-1 0 0 0 0,1 1 0 0 0,0-1 0 0 0,0 0 0 0 0,-1 1 0 0 0,1-1 0 0 0,0 1 0 0 0,-1 0 0 0 0,1 0 0 0 0,-1 0 0 0 0,1 0 0 0 0,-1 0 0 0 0,1 0 0 0 0,-1 0 0 0 0,0 0 0 0 0,1 0 0 0 0,-1 0 0 0 0,0 1 0 0 0,0-1 0 0 0,0 1 0 0 0,0-1 0 0 0,0 1 0 0 0,0-1 0 0 0,-1 1 0 0 0,1-1 0 0 0,0 1 0 0 0,-1 0 0 0 0,1-1 0 0 0,-1 1 0 0 0,0 0 0 0 0,1 0 0 0 0,-1-1 0 0 0,0 1 0 0 0,0 0 0 0 0,0 0 0 0 0,0-1 0 0 0,-1 1 0 0 0,1 0 0 0 0,0 0 0 0 0,-1-1 0 0 0,1 1 0 0 0,-2 2 0 0 0,-1 8 0 0 0,-1 0 0 0 0,-1 1 0 0 0,0-2 0 0 0,-8 16 0 0 0,12-25 0 0 0,-15 22 0 0 0,0-1 0 0 0,-1 0 0 0 0,-2-2 0 0 0,-28 28 0 0 0,5-6 0 0 0,0-1 0 0 0,21-23 0 0 0,1 2 0 0 0,-19 25 0 0 0,27-15 0 0 0,12-30 0 0 0,-1-1 0 0 0,1 1 0 0 0,-1 0 0 0 0,1-1 0 0 0,0 1 0 0 0,-1-1 0 0 0,1 1 0 0 0,0 0 0 0 0,0-1 0 0 0,0 1 0 0 0,0 0 0 0 0,-1 0 0 0 0,1-1 0 0 0,0 1 0 0 0,0 0 0 0 0,0-1 0 0 0,0 1 0 0 0,0 0 0 0 0,1-1 0 0 0,-1 1 0 0 0,0 0 0 0 0,0-1 0 0 0,0 1 0 0 0,0 0 0 0 0,1-1 0 0 0,-1 1 0 0 0,0 0 0 0 0,1-1 0 0 0,-1 1 0 0 0,1-1 0 0 0,-1 1 0 0 0,0-1 0 0 0,1 1 0 0 0,-1-1 0 0 0,1 1 0 0 0,0-1 0 0 0,-1 1 0 0 0,1-1 0 0 0,-1 0 0 0 0,2 1 0 0 0,-1 1 0 0 0,0-1 0 0 0,1 1 0 0 0,-1-1 0 0 0,1 0 0 0 0,0 1 0 0 0,-1-1 0 0 0,1 0 0 0 0,0 0 0 0 0,0 0 0 0 0,-1 0 0 0 0,1-1 0 0 0,0 1 0 0 0,0 0 0 0 0,0-1 0 0 0,0 1 0 0 0,0-1 0 0 0,0 0 0 0 0,3 1 0 0 0,35-4 0 0 0,-34 2 0 0 0,23-5 0 0 0,1-2 0 0 0,-1 0 0 0 0,0-2 0 0 0,-1-1 0 0 0,42-23 0 0 0,55-22 0 0 0,-113 50 0 0 0,-17 6 0 0 0,2 2 0 0 0,-1 0 0 0 0,1-1 0 0 0,0 1 0 0 0,0 0 0 0 0,0 1 0 0 0,1-1 0 0 0,-1 0 0 0 0,1 1 0 0 0,-5 5 0 0 0,-4 6-4104 0 0,-7 3-8756 0 0,10-11 3978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6:44.1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 1436 0 0,'0'0'1932'0'0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8.8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66 2 664 0 0,'3'-1'31955'0'0,"-15"39"-31919"0"0,2 2 0 0 0,2-1 1 0 0,1 1-1 0 0,-2 56 0 0 0,9-60-47 0 0,1 0 0 0 0,10 68 0 0 0,-10-101 11 0 0,-1 0 0 0 0,1 1 0 0 0,0-1 0 0 0,0 0 0 0 0,1 0 0 0 0,-1 0 0 0 0,1-1 0 0 0,-1 1 0 0 0,1 0 0 0 0,0 0 0 0 0,0-1 0 0 0,4 4 0 0 0,2 5 0 0 0,-3-3 0 0 0,-14-32 0 0 0,4 12 0 0 0,-5 3 0 0 0,-1 0 0 0 0,2 1 0 0 0,8 8-34 0 0,1-1 0 0 0,-1 0 0 0 0,0 1 0 0 0,1 0 0 0 0,-1-1 0 0 0,0 1 0 0 0,0-1 0 0 0,1 1 0 0 0,-1 0 0 0 0,0-1 0 0 0,0 1 0 0 0,1 0 0 0 0,-1 0 0 0 0,0 0 0 0 0,0 0 0 0 0,0 0 0 0 0,0 0 1 0 0,0 0-1 0 0,1 0 0 0 0,-1 0 0 0 0,0 0 0 0 0,0 0 0 0 0,0 0 0 0 0,1 0 0 0 0,-1 1 0 0 0,0-1 0 0 0,0 0 0 0 0,0 1 0 0 0,1-1 0 0 0,-2 1 0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9.36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243 0 672 0 0,'0'0'16293'0'0,"-5"5"-14566"0"0,-10 12 38 0 0,1 1 1 0 0,1 0-1 0 0,1 1 1 0 0,0 0-1 0 0,-15 36 1 0 0,-16 25 1716 0 0,26-48-3482 0 0,2 0 0 0 0,1 1 0 0 0,1 0 0 0 0,2 1 0 0 0,2 1 0 0 0,1 0 0 0 0,-5 41 0 0 0,13-70 0 0 0,-1-1 0 0 0,1 0 0 0 0,0 0 0 0 0,0 0 0 0 0,1 0 0 0 0,-1 0 0 0 0,1 0 0 0 0,0 0 0 0 0,0 0 0 0 0,1 0 0 0 0,0 0 0 0 0,-1 0 0 0 0,2-1 0 0 0,-1 1 0 0 0,0-1 0 0 0,1 1 0 0 0,0-1 0 0 0,0 0 0 0 0,0 0 0 0 0,1 0 0 0 0,-1-1 0 0 0,1 1 0 0 0,0-1 0 0 0,6 4 0 0 0,-2-1 0 0 0,0-1 0 0 0,1-1 0 0 0,0 0 0 0 0,0 0 0 0 0,0 0 0 0 0,0-1 0 0 0,1-1 0 0 0,-1 1 0 0 0,1-2 0 0 0,0 1 0 0 0,17-1 0 0 0,-20 1 0 0 0,41-2 0 0 0,-34-2 0 0 0,-9 1 0 0 0,-6 0 0 0 0,-24-4 0 0 0,14 5-5555 0 0,-4 0-6014 0 0,-1-2 2775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27:47.36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57 12 192,'-4'-1'219,"-19"-10"32783,26 11-33745,56 8 843,-39-7-100,-1 1-1,-1 1 1,1 1 0,0 0-1,-1 1 1,0 1-1,30 14 1,-46-18 0,-1-1 0,0 0 0,0 0 0,1 1 0,-1-1 0,0 0 0,0 1 0,0-1 0,-1 1 0,1 0 0,0-1 0,0 1 0,-1 0 0,1-1 0,-1 1 0,0 0 0,1 0 0,-1-1 0,0 1 0,0 0 0,0 0 0,0-1 0,0 1 0,-1 0 0,1 0 0,-1-1 0,1 1 0,-1 0 0,1-1 0,-3 4 0,-28 52 0,28-51 0,-20 22 0,-1 0 0,-1-1 0,-2-2 0,0 0 0,-2-2 0,-42 27 0,51-30 0,51-21 0,-10-5 0,-4 2 0,0 1 0,0 0 0,0 1 0,1 0 0,-1 2 0,24 2 0,-18-5 0,-23 3 0,0 0 0,1 0 0,-1 0 0,0 0 0,1 0 0,-1 0 0,0 0 0,0 0 0,1 0 0,-1 0 0,0 0 0,1 0 0,-1 0 0,0 0 0,0 0 0,1 0 0,-1 1 0,0-1 0,0 0 0,1 0 0,-1 0 0,0 0 0,0 0 0,0 1 0,1-1 0,-1 0 0,0 0 0,0 0 0,0 1 0,1-1 0,-1 0 0,0 0 0,0 1 0,0-1 0,0 0 0,0 1 0,-16 11-141,-1-10-1308,13-3-4087,-8-13-13128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27:47.6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6 744,'-2'-6'31989,"-2"33"-31955,2-10-34,2-4 0,0-3-241,0-8-1209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27:48.22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242 42 608,'0'0'1686,"0"-10"958,-1 5 2566,-1 0-5132,-7-13 12201,-1 15-10437,3 3 1947,-7 5-3275,-1 1 1,2 1 0,-1 0-1,0 0 1,1 2-1,1-1 1,0 2-1,-19 17 1,24-19-515,1 3 0,7 0 0,-1-10 0,0 0 0,1 0 0,-1 0 0,0 0 0,1-1 0,-1 1 0,1 0 0,-1 0 0,1 0 0,-1 0 0,1-1 0,-1 1 0,1 0 0,0-1 0,0 1 0,-1 0 0,1-1 0,0 1 0,0-1 0,-1 1 0,1-1 0,0 0 0,0 1 0,0-1 0,0 0 0,0 0 0,0 1 0,0-1 0,1 0 0,0 0 0,8 4 0,0 0 0,0-1 0,1 0 0,-1-1 0,20 2 0,20 7 0,-36-4 0,-1 2 0,0 0 0,-1 0 0,0 1 0,0 1 0,-1 0 0,18 24 0,-21-26 0,-3 0 0,-4 5 0,-2-11 0,1 0 0,0 0 0,-1-1 0,0 1 0,0 0 0,0-1 0,0 1 0,0 0 0,0-1 0,-1 0 0,1 1 0,-1-1 0,0 0 0,1 0 0,-1 1 0,0-2 0,0 1 0,0 0 0,-1 0 0,1-1 0,0 1 0,-1-1 0,1 1 0,-1-1 0,0 0 0,1 0 0,-6 1 0,-1 2 0,0-1 0,0 0 0,0 0 0,0-1 0,0 0 0,0-1 0,0 1 0,0-2 0,0 0 0,-1 0 0,1 0 0,-13-3 0,0-1 0,1-1 0,0 0 0,-36-16 0,46 17 0,-1-1 0,0 0 0,5-3-155,6 7-921,7 3-1719,19 5-2579,-19-3-3465,-6 8 672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54.2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69 20 1596 0 0,'15'-19'31140'0'0,"-20"25"-31137"0"0,0 0 0 0 0,1 1 0 0 0,0-1 1 0 0,0 1-1 0 0,0 0 0 0 0,1 0 1 0 0,0 1-1 0 0,0-1 0 0 0,1 1 0 0 0,0-1 1 0 0,-1 9-1 0 0,-1 9-6 0 0,1-1 1 0 0,0 38-1 0 0,4-47 3 0 0,0 0 0 0 0,1 0 0 0 0,5 24 0 0 0,-5-27 0 0 0,3-2 0 0 0,-3 0 0 0 0,-2 1 0 0 0,-1-9-213 0 0,0 1 1 0 0,1 0-1 0 0,-1 0 1 0 0,0 0-1 0 0,0 0 1 0 0,-1-1-1 0 0,1 1 1 0 0,0 0-1 0 0,-1-1 1 0 0,0 1-1 0 0,0-1 1 0 0,0 0-1 0 0,0 0 0 0 0,0 1 1 0 0,0-1-1 0 0,0-1 1 0 0,-4 4-1 0 0,2 0-4175 0 0,2-2 2197 0 0,-13 5-14402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54.50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49 121 1068 0 0,'-48'0'29035'0'0,"94"14"-26381"0"0,-27-14-2616 0 0,-1-1 0 0 0,0-1 1 0 0,0 0-1 0 0,0-1 0 0 0,0-1 0 0 0,0-1 1 0 0,26-10-1 0 0,35-21-1103 0 0,-5-4-3805 0 0,-55 28 1952 0 0,-4 3-1861 0 0,-6 4-3304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55.2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112 103 68 0 0,'0'0'17468'0'0,"-6"4"-15926"0"0,-15 8-104 0 0,19-8-1024 0 0,0-1 1 0 0,0 0-1 0 0,0 1 0 0 0,0-1 1 0 0,1 1-1 0 0,-1-1 0 0 0,1 1 1 0 0,0 0-1 0 0,0-1 0 0 0,0 1 1 0 0,1 0-1 0 0,-1 0 0 0 0,1 0 1 0 0,0 0-1 0 0,0 0 0 0 0,1 4 1 0 0,-1-6-150 0 0,0 10 145 0 0,1 0 1 0 0,0 0 0 0 0,1 0 0 0 0,4 16-1 0 0,2-6 553 0 0,0 0 0 0 0,21 37 0 0 0,-30-56-963 0 0,0 0 0 0 0,20 14 0 0 0,-19-17 0 0 0,0 0 0 0 0,0 0 0 0 0,0 0 0 0 0,0 0 0 0 0,0-1 0 0 0,0 1 0 0 0,0 0 0 0 0,0 0 0 0 0,0 0 0 0 0,0 0 0 0 0,0 0 0 0 0,0 0 0 0 0,1-1 0 0 0,-1 1 0 0 0,0 0 0 0 0,0 0 0 0 0,0 0 0 0 0,0 0 0 0 0,0 0 0 0 0,0 0 0 0 0,0 0 0 0 0,0 0 0 0 0,0 0 0 0 0,0 0 0 0 0,1-1 0 0 0,-1 1 0 0 0,0 0 0 0 0,0 0 0 0 0,0 0 0 0 0,0 0 0 0 0,0 0 0 0 0,0 0 0 0 0,1 0 0 0 0,-1 0 0 0 0,0 0 0 0 0,0 0 0 0 0,0 0 0 0 0,0 0 0 0 0,0 0 0 0 0,0 0 0 0 0,1 0 0 0 0,-1 0 0 0 0,0 0 0 0 0,0 0 0 0 0,0 0 0 0 0,0 0 0 0 0,0 0 0 0 0,0 0 0 0 0,0 0 0 0 0,1 1 0 0 0,-1-1 0 0 0,0 0 0 0 0,0 0 0 0 0,-2-8-7 0 0,0 0-1 0 0,0 1 1 0 0,0-1-1 0 0,-1 0 1 0 0,-1 1-1 0 0,1 0 1 0 0,-9-12-1 0 0,-41-55-77 0 0,9 16 97 0 0,34 44 69 0 0,6 4-33 0 0,1-1-44 0 0,3-5-4 0 0,3 11 0 0 0,0-1 0 0 0,1 0 0 0 0,-1 1 0 0 0,1 0 0 0 0,0 0 0 0 0,1 0 0 0 0,-1 0 0 0 0,1 1 0 0 0,0 0 0 0 0,0 0 0 0 0,0 0 0 0 0,11-5 0 0 0,5-3 0 0 0,0 1 0 0 0,25-9 0 0 0,22-2 0 0 0,-55 21 0 0 0,-3 7 0 0 0,-9 6 0 0 0,-7 4 0 0 0,0 0 0 0 0,-1 0 0 0 0,-1-1 0 0 0,0 0 0 0 0,-1 0 0 0 0,-1-1 0 0 0,0 0 0 0 0,-1-1 0 0 0,0 0 0 0 0,-22 18 0 0 0,10-8 0 0 0,-33 45 0 0 0,54-67 0 0 0,1 0 0 0 0,0 1 0 0 0,0-1 0 0 0,-1 0 0 0 0,1 1 0 0 0,1 0 0 0 0,-1-1 0 0 0,0 1 0 0 0,0 0 0 0 0,0-1 0 0 0,1 1 0 0 0,-1 0 0 0 0,1 0 0 0 0,-1-1 0 0 0,1 1 0 0 0,0 0 0 0 0,0 0 0 0 0,0 0 0 0 0,0 0 0 0 0,0-1 0 0 0,0 1 0 0 0,0 0 0 0 0,1 0 0 0 0,-1 0 0 0 0,1-1 0 0 0,-1 1 0 0 0,1 0 0 0 0,0 0 0 0 0,0-1 0 0 0,0 1 0 0 0,-1-1 0 0 0,1 1 0 0 0,1-1 0 0 0,-1 1 0 0 0,0-1 0 0 0,0 1 0 0 0,1-1 0 0 0,-1 0 0 0 0,3 2 0 0 0,5 2 0 0 0,-1-1 0 0 0,1 0 0 0 0,-1 0 0 0 0,1-1 0 0 0,0 0 0 0 0,11 1 0 0 0,-5 0 0 0 0,16 5 0 0 0,-1-2 0 0 0,60 6 0 0 0,20 1 0 0 0,-98-12 0 0 0,-6 5 0 0 0,-3 4 0 0 0,0-6-153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55.79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1 1456 0 0,'0'0'10247'0'0,"-2"0"-7571"0"0,-5 3-3517 0 0,3 6 13223 0 0,17 0-12030 0 0,23 18 1813 0 0,0-2 0 0 0,49 26 0 0 0,-59-38-2165 0 0,0 1 0 0 0,0 1 0 0 0,-2 1 0 0 0,0 1 0 0 0,-1 1 0 0 0,23 24 0 0 0,-39-35 0 0 0,0 1 0 0 0,0-1 0 0 0,-1 1 0 0 0,0 1 0 0 0,0-1 0 0 0,-1 1 0 0 0,0 0 0 0 0,-1 0 0 0 0,0 0 0 0 0,0 1 0 0 0,-1 0 0 0 0,0-1 0 0 0,-1 1 0 0 0,0 0 0 0 0,-1 0 0 0 0,0 0 0 0 0,0 1 0 0 0,-1-1 0 0 0,-1 0 0 0 0,1 0 0 0 0,-3 11 0 0 0,-3-1 0 0 0,0 0 0 0 0,-1-1 0 0 0,-1 0 0 0 0,0-1 0 0 0,-2 1 0 0 0,0-2 0 0 0,-1 1 0 0 0,-1-2 0 0 0,0 1 0 0 0,-1-2 0 0 0,-1 0 0 0 0,-1 0 0 0 0,-26 20 0 0 0,-33 25 0 0 0,67-53 0 0 0,2-1-391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3:21.48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142 1 416 0 0,'0'0'13732'0'0,"-5"1"-13092"0"0,-16 3-62 0 0,16-3 2034 0 0,3 0-1949 0 0,0 0 1 0 0,0 0 0 0 0,1 1 0 0 0,-1-1 0 0 0,0 0 0 0 0,1 1 0 0 0,-1-1-1 0 0,1 1 1 0 0,0-1 0 0 0,-1 1 0 0 0,1-1 0 0 0,0 1 0 0 0,0 0-1 0 0,-1 2 1 0 0,7 1-533 0 0,-1 0-1 0 0,1 0 1 0 0,0 0-1 0 0,0-1 1 0 0,0 0 0 0 0,1 0-1 0 0,-1 0 1 0 0,12 5-1 0 0,-10-5 70 0 0,0 0-1 0 0,-1 0 1 0 0,1 1-1 0 0,-1 0 1 0 0,0 0-1 0 0,7 7 1 0 0,-13-10-137 0 0,1-1 1 0 0,0 1-1 0 0,-1-1 1 0 0,1 1 0 0 0,-1 0-1 0 0,1-1 1 0 0,-1 1-1 0 0,0 0 1 0 0,0-1-1 0 0,0 1 1 0 0,0 0 0 0 0,0 0-1 0 0,0-1 1 0 0,0 1-1 0 0,-1 0 1 0 0,1-1-1 0 0,0 1 1 0 0,-1 0-1 0 0,0-1 1 0 0,1 1 0 0 0,-2 2-1 0 0,-21 36 570 0 0,17-31-454 0 0,-33 39-117 0 0,9-13-74 0 0,-6-2 12 0 0,30-29 0 0 0,0 1 0 0 0,0 0 0 0 0,0 0 0 0 0,1 1 0 0 0,-1 0 0 0 0,1 0 0 0 0,1 0 0 0 0,-8 12 0 0 0,11-17 0 0 0,1 0 0 0 0,-1-1 0 0 0,1 1 0 0 0,-1 0 0 0 0,1 0 0 0 0,0 0 0 0 0,-1 0 0 0 0,1 0 0 0 0,0 0 0 0 0,-1 0 0 0 0,1 0 0 0 0,0 0 0 0 0,0 0 0 0 0,0 0 0 0 0,0 0 0 0 0,0 0 0 0 0,0 0 0 0 0,0 0 0 0 0,0 0 0 0 0,1 0 0 0 0,-1 0 0 0 0,0 0 0 0 0,1 0 0 0 0,-1 0 0 0 0,0 0 0 0 0,1-1 0 0 0,-1 1 0 0 0,1 1 0 0 0,1-1 0 0 0,0 1 0 0 0,-1-1 0 0 0,1 0 0 0 0,0 0 0 0 0,0 0 0 0 0,-1 0 0 0 0,1 0 0 0 0,0 0 0 0 0,0-1 0 0 0,0 1 0 0 0,0-1 0 0 0,4 1 0 0 0,54 0 0 0 0,-12-7 0 0 0,-1-2 0 0 0,49-15 0 0 0,-81 20 0 0 0,-15 3 0 0 0,0 0 0 0 0,0 0 0 0 0,-1 0 0 0 0,1 1 0 0 0,0-1 0 0 0,0 0 0 0 0,0 0 0 0 0,0 0 0 0 0,0 0 0 0 0,-1 0 0 0 0,1 0 0 0 0,0 1 0 0 0,0-1 0 0 0,0 0 0 0 0,0 0 0 0 0,0 0 0 0 0,0 0 0 0 0,0 0 0 0 0,0 1 0 0 0,0-1 0 0 0,0 0 0 0 0,0 0 0 0 0,0 0 0 0 0,0 1 0 0 0,-1-1 0 0 0,1 0 0 0 0,0 0 0 0 0,0 0 0 0 0,0 0 0 0 0,1 1 0 0 0,-1-1 0 0 0,0 0 0 0 0,0 0 0 0 0,0 0 0 0 0,0 0 0 0 0,0 1 0 0 0,0-1 0 0 0,0 0 0 0 0,0 0 0 0 0,0 0 0 0 0,0 0 0 0 0,0 1 0 0 0,0-1 0 0 0,1 0 0 0 0,-1 0 0 0 0,0 0 0 0 0,0 0 0 0 0,0 0 0 0 0,0 0 0 0 0,0 0 0 0 0,1 1 0 0 0,-1-1 0 0 0,0 0 0 0 0,0 0 0 0 0,0 0 0 0 0,1 0 0 0 0,-13 9 0 0 0,11-8-30 0 0,0 0 0 0 0,-1 0 0 0 0,1 0 0 0 0,0 0 0 0 0,0 1 0 0 0,0-1 0 0 0,0 0 0 0 0,0 1 0 0 0,0-1 0 0 0,0 1 0 0 0,0-1 0 0 0,0 1 0 0 0,1-1 0 0 0,-1 1 0 0 0,1-1 0 0 0,-1 1 0 0 0,1 0 0 0 0,-1 2 0 0 0,-5 11-1884 0 0,-2-10-1323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1.6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478 258 252 0 0,'0'0'1165'0'0,"-6"-8"1631"0"0,-5-11 1144 0 0,2-15-1732 0 0,-2 0-573 0 0,9-1-629 0 0,3 30-754 0 0,-1-1 1 0 0,0 1-1 0 0,0 0 1 0 0,0 0 0 0 0,-1 0-1 0 0,0-1 1 0 0,0 1-1 0 0,0 0 1 0 0,-1 0 0 0 0,-1-5-1 0 0,2 8-4 0 0,0 0 1 0 0,0 0-1 0 0,1-1 0 0 0,-1 1 1 0 0,1 0-1 0 0,-1 0 0 0 0,1-1 1 0 0,0 1-1 0 0,0-1 0 0 0,0 1 1 0 0,1-4-1 0 0,-3-19 4033 0 0,1 24-1244 0 0,2-2-1985 0 0,-2-2 2480 0 0,-10 26-1427 0 0,-30 67-2105 0 0,-5-1 0 0 0,-111 159 0 0 0,41-104 0 0 0,87-102 0 0 0,19-35 0 0 0,0-21-206 0 0,9 11-589 0 0,0 0 0 0 0,0 0-1 0 0,1 0 1 0 0,0-1 0 0 0,0 1 0 0 0,0 0 0 0 0,0-1-1 0 0,3-9 1 0 0,-1 0-3856 0 0,-1 0-3637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1.9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36 452 0 0,'-1'-7'2228'0'0,"-1"-8"3817"0"0,3 2 12477 0 0,30 72-17619 0 0,48 79 2029 0 0,-70-125-2721 0 0,1 0 0 0 0,0 0-1 0 0,1-1 1 0 0,0 0-1 0 0,0-1 1 0 0,1-1-1 0 0,23 16 1 0 0,-28-20-211 0 0,-5-5 0 0 0,0 1 0 0 0,0-1 0 0 0,0 1 0 0 0,0-1 0 0 0,0 0 0 0 0,0 0 0 0 0,1 0 0 0 0,-1 0 0 0 0,0 0 0 0 0,1 0 0 0 0,-1-1 0 0 0,1 1 0 0 0,-1-1 0 0 0,1 0 0 0 0,2 0 0 0 0,12 1 0 0 0,-16-1-165 0 0,0 1 1 0 0,0-1-1 0 0,-1 0 1 0 0,1 0-1 0 0,0 0 1 0 0,0 0-1 0 0,0 0 1 0 0,0 0-1 0 0,0 0 0 0 0,0 0 1 0 0,0 0-1 0 0,0 0 1 0 0,0 0-1 0 0,0 0 1 0 0,0-1-1 0 0,0 1 1 0 0,0-1-1 0 0,0 1 0 0 0,0 0 1 0 0,0-1-1 0 0,-1 1 1 0 0,1-1-1 0 0,0 0 1 0 0,0 1-1 0 0,0-1 1 0 0,-1 0-1 0 0,1 1 1 0 0,0-1-1 0 0,-1 0 0 0 0,1 0 1 0 0,-1 0-1 0 0,1 1 1 0 0,-1-1-1 0 0,1 0 1 0 0,-1 0-1 0 0,0 0 1 0 0,1 0-1 0 0,-1 0 0 0 0,0 0 1 0 0,0 0-1 0 0,0 0 1 0 0,0 0-1 0 0,0 0 1 0 0,0 0-1 0 0,0-1 1 0 0,0 1-480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2.31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1760 0 0,'0'0'29286'0'0,"4"3"-27994"0"0,0 2-1262 0 0,0 0 0 0 0,0 0 0 0 0,0 1 0 0 0,-1 0 0 0 0,0-1 0 0 0,0 1 0 0 0,0 0 0 0 0,-1 0 0 0 0,1 1 0 0 0,-1-1 0 0 0,-1 0 0 0 0,0 1 0 0 0,2 12 0 0 0,0 17-24 0 0,-1 45-1 0 0,-2-67-7 0 0,7 39 2 0 0,-5-39 0 0 0,3-1 0 0 0,-10-38 0 0 0,0 8-1819 0 0,-6 5-5419 0 0,11 11 6911 0 0,-1 1 0 0 0,1 0 0 0 0,0 0 1 0 0,-1 0-1 0 0,1-1 0 0 0,0 1 0 0 0,-1 0 0 0 0,1-1 0 0 0,0 1 0 0 0,0 0 0 0 0,-1-1 0 0 0,1 1 0 0 0,0 0 1 0 0,0-1-1 0 0,-1 1 0 0 0,1-1 0 0 0,0 1 0 0 0,0 0 0 0 0,0-1 0 0 0,0 1 0 0 0,0-1 0 0 0,0 1 1 0 0,0-1-1 0 0,0 1 0 0 0,0 0 0 0 0,0-1 0 0 0,0 1 0 0 0,0-1 0 0 0,0 0 0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2.89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 14 368 0 0,'5'-14'28767'0'0,"-7"20"-27713"0"0,-6 15-77 0 0,8-14-99 0 0,4-3-831 0 0,1-1 1 0 0,0 0-1 0 0,1 0 1 0 0,-1 0 0 0 0,0-1-1 0 0,1 0 1 0 0,-1 0 0 0 0,1 0-1 0 0,0-1 1 0 0,-1 1-1 0 0,1-1 1 0 0,0-1 0 0 0,0 1-1 0 0,11-2 1 0 0,-6 2-39 0 0,14-1-8 0 0,0-1 0 0 0,0-1-1 0 0,35-8 1 0 0,74-9-17 0 0,-131 19-195 0 0,-8 4-5564 0 0,-18 10 2449 0 0,-47 23 1 0 0,43-24 1344 0 0,1 1 0 0 0,-28 20 1 0 0,19-11 2304 0 0,-1-4 3504 0 0,36-19-3702 0 0,0 0 0 0 0,1 0 0 0 0,-1 0 0 0 0,0 1 0 0 0,1-1 0 0 0,-1 0 0 0 0,0 0 0 0 0,1 0 0 0 0,-1 0-1 0 0,0 1 1 0 0,0-1 0 0 0,1 0 0 0 0,-1 0 0 0 0,0 0 0 0 0,0 1 0 0 0,1-1 0 0 0,-1 0 0 0 0,0 0 0 0 0,0 1 0 0 0,0-1 0 0 0,0 0 0 0 0,1 1 0 0 0,-1-1 0 0 0,0 0 0 0 0,0 0 0 0 0,0 1 0 0 0,0-1 0 0 0,0 0-1 0 0,0 1 1 0 0,0-1 0 0 0,0 0 0 0 0,0 1 0 0 0,0-1 0 0 0,0 0 0 0 0,0 1 0 0 0,0-1 0 0 0,0 0 0 0 0,0 1 0 0 0,0-1 0 0 0,0 0 0 0 0,0 1 0 0 0,-1-1 0 0 0,1 0 0 0 0,0 0 0 0 0,0 1 0 0 0,0-1 0 0 0,0 0-1 0 0,-1 0 1 0 0,1 1 0 0 0,0-1 0 0 0,0 0 0 0 0,-1 0 0 0 0,1 1 0 0 0,0-1 0 0 0,0 0 0 0 0,-1 0 0 0 0,1 0 0 0 0,0 0 0 0 0,-1 0 0 0 0,1 1 0 0 0,-1-1 0 0 0,30 6 1538 0 0,1-4-266 0 0,0-2 0 0 0,45-4 0 0 0,-10-11-4156 0 0,-55 11 669 0 0,-1 0-1 0 0,1 0 1 0 0,-1-1 0 0 0,12-7 0 0 0,-7 3-5021 0 0,4 1 542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3.3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236 24 168 0 0,'0'-2'4556'0'0,"-3"-12"9649"0"0,-4 13-14355 0 0,-11-4 8997 0 0,12 4-7541 0 0,3 0 633 0 0,0 2-1072 0 0,-10 6-765 0 0,1 1 1 0 0,0 0-1 0 0,1 0 0 0 0,0 1 0 0 0,0 1 1 0 0,1 0-1 0 0,0 0 0 0 0,-17 23 0 0 0,-14 14 7 0 0,37-43-109 0 0,0 0 0 0 0,1 0 0 0 0,0 1 0 0 0,0-1 0 0 0,0 1 0 0 0,0 0 0 0 0,1 0 0 0 0,-1 0 0 0 0,1 0 0 0 0,1 0 0 0 0,-1 0 0 0 0,1 0 0 0 0,-2 11 0 0 0,3-13 0 0 0,0 0 0 0 0,0 0 0 0 0,0 1 0 0 0,0-1 0 0 0,1 0 0 0 0,-1 0 0 0 0,1 0 0 0 0,0 0 0 0 0,0 0 0 0 0,0 0 0 0 0,0 0 0 0 0,1 0 0 0 0,-1 0 0 0 0,1-1 0 0 0,0 1 0 0 0,-1 0 0 0 0,1-1 0 0 0,0 1 0 0 0,1-1 0 0 0,-1 0 0 0 0,0 0 0 0 0,1 0 0 0 0,-1 0 0 0 0,5 3 0 0 0,2-1 0 0 0,0-1 0 0 0,0 0 0 0 0,0 0 0 0 0,0-1 0 0 0,0 0 0 0 0,1 0 0 0 0,-1-1 0 0 0,0 0 0 0 0,1-1 0 0 0,-1 0 0 0 0,1 0 0 0 0,-1-1 0 0 0,17-4 0 0 0,1-1 0 0 0,-1 0 0 0 0,0-3 0 0 0,40-16 0 0 0,-66 25 0 0 0,4-2 0 0 0,1 1 0 0 0,-1-1 0 0 0,0 0 0 0 0,1 0 0 0 0,-1-1 0 0 0,0 1 0 0 0,-1-1 0 0 0,1 0 0 0 0,0 0 0 0 0,-1 0 0 0 0,1 0 0 0 0,-1 0 0 0 0,0-1 0 0 0,0 0 0 0 0,-1 1 0 0 0,1-1 0 0 0,-1 0 0 0 0,1-1 0 0 0,-1 1 0 0 0,-1 0 0 0 0,1-1 0 0 0,-1 1 0 0 0,1-1 0 0 0,-1 1 0 0 0,1-10 0 0 0,-3 12 0 0 0,1-1 0 0 0,0 1 0 0 0,-1 0 0 0 0,1-1 0 0 0,-1 1 0 0 0,0 0 0 0 0,0 0 0 0 0,0-1 0 0 0,0 1 0 0 0,0 0 0 0 0,0 0 0 0 0,-1 0 0 0 0,1 0 0 0 0,-1 1 0 0 0,1-1 0 0 0,-1 0 0 0 0,0 1 0 0 0,-4-4 0 0 0,2 2 0 0 0,0 1 0 0 0,0-1 0 0 0,0 1 0 0 0,-1 0 0 0 0,0 0 0 0 0,1 0 0 0 0,-1 1 0 0 0,0 0 0 0 0,0 0 0 0 0,1 0 0 0 0,-9 0 0 0 0,-3 0 0 0 0,-2 1 0 0 0,4 2 0 0 0,14-2 0 0 0,0 0 0 0 0,0 0 0 0 0,-1 1 0 0 0,1-1 0 0 0,0 0 0 0 0,0 0 0 0 0,-1 0 0 0 0,1 0 0 0 0,0 0 0 0 0,0 0 0 0 0,-1 0 0 0 0,1 0 0 0 0,0 0 0 0 0,0 1 0 0 0,-1-1 0 0 0,1 0 0 0 0,0 0 0 0 0,0 0 0 0 0,0 0 0 0 0,0 1 0 0 0,-1-1 0 0 0,1 0 0 0 0,0 0 0 0 0,0 0 0 0 0,0 1 0 0 0,0-1 0 0 0,0 0 0 0 0,-1 0 0 0 0,1 1 0 0 0,0-1 0 0 0,0 0 0 0 0,0 0 0 0 0,0 1 0 0 0,0-1 0 0 0,0 0 0 0 0,0 0 0 0 0,0 1 0 0 0,0-1 0 0 0,0 0 0 0 0,0 0 0 0 0,0 1 0 0 0,9 10-4129 0 0,-7-10 3137 0 0,0 0 1 0 0,0 0 0 0 0,0 0-1 0 0,1 0 1 0 0,-1 0-1 0 0,0-1 1 0 0,0 1 0 0 0,0-1-1 0 0,1 1 1 0 0,-1-1-1 0 0,0 0 1 0 0,4 0-1 0 0,8 0-7860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3.6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43 1 2588 0 0,'0'0'26291'0'0,"-2"5"-24822"0"0,-32 88 950 0 0,30-81-2419 0 0,2-1 0 0 0,2 3 0 0 0,0-14-6 0 0,0 0 0 0 0,0 0-1 0 0,0 1 1 0 0,0-1 0 0 0,0 0 0 0 0,0 0 0 0 0,0 0-1 0 0,0 1 1 0 0,0-1 0 0 0,0 0 0 0 0,0 0 0 0 0,0 0-1 0 0,0 1 1 0 0,0-1 0 0 0,0 0 0 0 0,0 0 0 0 0,0 1-1 0 0,0-1 1 0 0,0 0 0 0 0,0 0 0 0 0,0 0 0 0 0,0 1-1 0 0,0-1 1 0 0,1 0 0 0 0,-1 0 0 0 0,0 0 0 0 0,0 0-1 0 0,0 1 1 0 0,0-1 0 0 0,0 0 0 0 0,1 0 0 0 0,-1 0-1 0 0,0 0 1 0 0,0 0 0 0 0,0 1 0 0 0,1-1 0 0 0,-1 0-1 0 0,0 0 1 0 0,0 0 0 0 0,0 0 0 0 0,1 0 0 0 0,-1 0-1 0 0,0 0 1 0 0,0 0 0 0 0,1 0 0 0 0,-1 0 0 0 0,4-2-586 0 0,1-1 1 0 0,-1 0 0 0 0,0 0 0 0 0,0 0-1 0 0,0 0 1 0 0,0-1 0 0 0,5-7 0 0 0,5-4-4569 0 0,-3 1-3365 0 0,2-2 621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4.0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106 0 348 0 0,'0'0'26032'0'0,"-8"3"-24623"0"0,-3 2-698 0 0,0 0 0 0 0,0 1 0 0 0,0 1 0 0 0,1-1 1 0 0,-1 2-1 0 0,-15 14 0 0 0,20-13-711 0 0,6 5 0 0 0,0-13 0 0 0,0 1 0 0 0,0-1 0 0 0,0 1 0 0 0,0 0 0 0 0,0-1 0 0 0,1 1 0 0 0,-1-1 0 0 0,1 1 0 0 0,-1 0 0 0 0,1-1 0 0 0,0 1 0 0 0,-1-1 0 0 0,1 0 0 0 0,0 1 0 0 0,0-1 0 0 0,0 0 0 0 0,0 1 0 0 0,0-1 0 0 0,1 0 0 0 0,-1 0 0 0 0,0 0 0 0 0,0 0 0 0 0,1 0 0 0 0,-1 0 0 0 0,1 0 0 0 0,1 0 0 0 0,35 7 0 0 0,-30-7 0 0 0,42 7 0 0 0,-14-4 0 0 0,-1 2 0 0 0,65 20 0 0 0,-89-23 0 0 0,-9-3 0 0 0,0 0 0 0 0,0 0 0 0 0,0 0 0 0 0,0 1 0 0 0,0-1 0 0 0,0 1 0 0 0,0-1 0 0 0,-1 1 0 0 0,1 0 0 0 0,0 0 0 0 0,0 0 0 0 0,-1 0 0 0 0,1 0 0 0 0,0 0 0 0 0,-1 0 0 0 0,1 1 0 0 0,-1-1 0 0 0,0 0 0 0 0,1 1 0 0 0,-1-1 0 0 0,0 1 0 0 0,0 0 0 0 0,0-1 0 0 0,0 1 0 0 0,0 0 0 0 0,0 0 0 0 0,0 0 0 0 0,-1 0 0 0 0,1-1 0 0 0,-1 1 0 0 0,1 0 0 0 0,-1 0 0 0 0,0 3 0 0 0,1-2 0 0 0,-1 1 0 0 0,0-1 0 0 0,0 0 0 0 0,-1 1 0 0 0,1-1 0 0 0,-1 0 0 0 0,1 1 0 0 0,-1-1 0 0 0,0 0 0 0 0,0 0 0 0 0,-1 1 0 0 0,1-1 0 0 0,-1 0 0 0 0,1 0 0 0 0,-1 0 0 0 0,0-1 0 0 0,0 1 0 0 0,0 0 0 0 0,0-1 0 0 0,-1 1 0 0 0,1-1 0 0 0,-1 0 0 0 0,0 0 0 0 0,1 0 0 0 0,-1 0 0 0 0,0 0 0 0 0,0-1 0 0 0,0 1 0 0 0,0-1 0 0 0,-1 0 0 0 0,1 0 0 0 0,0 0 0 0 0,0 0 0 0 0,-1 0 0 0 0,-3-1 0 0 0,2 1-327 0 0,0-2-1 0 0,0 1 1 0 0,0 0-1 0 0,0-1 1 0 0,0 0-1 0 0,0 0 1 0 0,1 0-1 0 0,-7-3 1 0 0,4 0-1248 0 0,-1 0-1 0 0,1 0 1 0 0,-1-1 0 0 0,1 0 0 0 0,1-1 0 0 0,-1 1 0 0 0,1-1 0 0 0,0 0 0 0 0,-7-9 0 0 0,5 3-6337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4.34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45 1440 0 0,'0'0'4629'0'0,"20"-1"1558"0"0,10 3-2661 0 0,1-2-1 0 0,35-4 1 0 0,66-14 258 0 0,-30 3-3096 0 0,-94 13-926 0 0,9-4-4626 0 0,-8 5-7319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4.6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 0 2084 0 0,'0'0'14616'0'0,"-3"4"-12378"0"0,-1 3-1616 0 0,0 0 0 0 0,1 0 0 0 0,0 0 1 0 0,0 0-1 0 0,1 1 0 0 0,0-1 0 0 0,0 1 1 0 0,1-1-1 0 0,0 1 0 0 0,0 0 0 0 0,1 14 0 0 0,0-2 969 0 0,0 0 0 0 0,2-1-1 0 0,8 38 1 0 0,15 21-1591 0 0,-7-18 0 0 0,-12-49 0 0 0,-2-5-150 0 0,-3-4-786 0 0,-2-10-3094 0 0,-8-29 308 0 0,-4 8-7586 0 0,7 14 4212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4.92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 47 296 0 0,'0'0'7564'0'0,"-8"-1"-5999"0"0,6 1-120 0 0,7 0 7295 0 0,105-5-5191 0 0,-50-5-4705 0 0,-8-7-6426 0 0,-43 11 2125 0 0,2-2 417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5.3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312 25 1800 0 0,'0'0'1906'0'0,"-15"-19"4372"0"0,8 13 1552 0 0,2 6-7196 0 0,0 0 1 0 0,1 0 0 0 0,-1 0 0 0 0,0 1 0 0 0,0 0 0 0 0,0 0-1 0 0,1 0 1 0 0,-1 0 0 0 0,0 1 0 0 0,1 0 0 0 0,-8 3 0 0 0,-57 35 2564 0 0,38-21-1887 0 0,-44 29 313 0 0,70-45-1545 0 0,1 1 0 0 0,0-1 0 0 0,0 1 0 0 0,1 0-1 0 0,-1 0 1 0 0,1 0 0 0 0,0 0 0 0 0,0 1 0 0 0,0-1 0 0 0,0 1 0 0 0,1 0 0 0 0,0 0 0 0 0,0 0 0 0 0,-2 5 0 0 0,4-7-80 0 0,-1-1 0 0 0,1 1 0 0 0,0-1 0 0 0,0 1 0 0 0,0 0 0 0 0,0-1 0 0 0,0 1 0 0 0,1-1 0 0 0,-1 1 0 0 0,1-1 0 0 0,-1 1 0 0 0,1-1 0 0 0,0 1 0 0 0,0-1 0 0 0,0 0 0 0 0,0 0 0 0 0,0 1 0 0 0,1-1 0 0 0,-1 0 0 0 0,1 0 0 0 0,-1 0 0 0 0,1 0 0 0 0,0 0 0 0 0,0-1 0 0 0,0 1 0 0 0,0 0 0 0 0,0-1 0 0 0,0 0 0 0 0,0 1 0 0 0,1-1 0 0 0,-1 0 0 0 0,3 1 0 0 0,6 2 0 0 0,0-1 0 0 0,0 0 0 0 0,0-1 0 0 0,1 0 0 0 0,14 0 0 0 0,-17-1 0 0 0,69 9 0 0 0,62 5 0 0 0,-123-13 0 0 0,-6 5 0 0 0,-10-6 0 0 0,-1 0 0 0 0,1-1 0 0 0,-1 1 0 0 0,1 0 0 0 0,-1 0 0 0 0,1 0 0 0 0,-1 0 0 0 0,0 0 0 0 0,0 0 0 0 0,1 0 0 0 0,-1 0 0 0 0,0 0 0 0 0,0 0 0 0 0,0 0 0 0 0,0 0 0 0 0,0 0 0 0 0,0 0 0 0 0,0 0 0 0 0,-1 0 0 0 0,1 0 0 0 0,0 0 0 0 0,0 0 0 0 0,-1 0 0 0 0,1 0 0 0 0,-1 0 0 0 0,1 0 0 0 0,-1-1 0 0 0,0 2 0 0 0,-4 8 0 0 0,-1 0 0 0 0,-1 0 0 0 0,1-1 0 0 0,-2 0 0 0 0,1-1 0 0 0,-1 0 0 0 0,0 0 0 0 0,-1 0 0 0 0,0-1 0 0 0,-10 6 0 0 0,8-8 0 0 0,-4-1 0 0 0,1-13 0 0 0,11-1-203 0 0,4 8-162 0 0,0-1-1 0 0,-1 0 0 0 0,1 0 1 0 0,0 1-1 0 0,1-1 0 0 0,-1 1 1 0 0,0-1-1 0 0,1 1 0 0 0,-1-1 1 0 0,1 1-1 0 0,0 0 0 0 0,0 0 1 0 0,0 0-1 0 0,0 0 0 0 0,4-3 1 0 0,17-12-5668 0 0,-1 7-4960 0 0,-8 6 5545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5.59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1 544 0 0,'0'0'13873'0'0,"-1"6"-11800"0"0,-2 10-179 0 0,1 0 1 0 0,0 1-1 0 0,1-1 0 0 0,1 0 0 0 0,1 1 0 0 0,5 30 1 0 0,39 127 949 0 0,-55-168-19086 0 0,-10-15 13995 0 0,18 8 295 0 0,-16-8-4881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5.7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5 1076 0 0,'0'0'14747'0'0,"9"1"-13107"0"0,5 3-993 0 0,42 8 3077 0 0,72 6-1 0 0,-105-16-4621 0 0,-1-2 0 0 0,32-3 0 0 0,-42 2-1224 0 0,1-2 0 0 0,-1 1 0 0 0,0-2 0 0 0,0 1 1 0 0,17-9-1 0 0,-5-1-3574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6.3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51 0 56 0 0,'-2'4'2402'0'0,"-4"6"-442"0"0,0 1 1 0 0,1-1-1 0 0,1 2 1 0 0,0-1 0 0 0,0 0-1 0 0,1 1 1 0 0,-3 19-1 0 0,5-15-963 0 0,0 0-1 0 0,1 0 0 0 0,0 0 1 0 0,2 0-1 0 0,0 0 0 0 0,0 0 0 0 0,2 0 1 0 0,0-1-1 0 0,7 20 0 0 0,29 44 1811 0 0,-1-3-952 0 0,-41-89-2093 0 0,2 11 166 0 0,0-1 1 0 0,-1 1-1 0 0,1 0 0 0 0,0-1 0 0 0,-1 1 1 0 0,1 0-1 0 0,-1 0 0 0 0,0-1 0 0 0,0 1 1 0 0,0 0-1 0 0,-1-3 0 0 0,-50-109-2953 0 0,40 92 2476 0 0,2-1 0 0 0,1 0 0 0 0,-8-31-1 0 0,16 52 591 0 0,1-1-1 0 0,-1 1 0 0 0,1-1 1 0 0,-1 1-1 0 0,1-1 0 0 0,0 1 1 0 0,0-1-1 0 0,0 0 0 0 0,1 1 0 0 0,-1-1 1 0 0,0 1-1 0 0,1-1 0 0 0,0 1 1 0 0,0 0-1 0 0,-1-1 0 0 0,1 1 1 0 0,1-1-1 0 0,-1 1 0 0 0,2-3 0 0 0,1 1 112 0 0,-1 0 0 0 0,1 0 0 0 0,0 0 0 0 0,0 1 0 0 0,0-1 0 0 0,0 1 0 0 0,1 0 0 0 0,9-4 0 0 0,5-2 354 0 0,1 2 0 0 0,0 0 0 0 0,34-6-1 0 0,-27 7-201 0 0,0 0-1 0 0,1 2 1 0 0,-1 1-1 0 0,1 1 0 0 0,0 2 1 0 0,48 4-1 0 0,-69-1-303 0 0,3 2 0 0 0,-9-4 0 0 0,-1-1 0 0 0,0 0 0 0 0,1 0 0 0 0,-1 1 0 0 0,0-1 0 0 0,0 0 0 0 0,1 1 0 0 0,-1-1 0 0 0,0 0 0 0 0,0 1 0 0 0,0-1 0 0 0,1 1 0 0 0,-1-1 0 0 0,0 0 0 0 0,0 1 0 0 0,0-1 0 0 0,0 1 0 0 0,0-1 0 0 0,0 0 0 0 0,0 1 0 0 0,0-1 0 0 0,0 1 0 0 0,0-1 0 0 0,0 1 0 0 0,0-1 0 0 0,0 0 0 0 0,0 1 0 0 0,0-1 0 0 0,0 1 0 0 0,0-1 0 0 0,0 0 0 0 0,-1 1 0 0 0,-2 4 0 0 0,0 0 0 0 0,0 0 0 0 0,0-1 0 0 0,-1 1 0 0 0,1-1 0 0 0,-1 0 0 0 0,0 0 0 0 0,-1 0 0 0 0,1-1 0 0 0,-5 4 0 0 0,-61 35 0 0 0,34-21 0 0 0,2 1 0 0 0,1 1 0 0 0,-35 33 0 0 0,66-54 0 0 0,1-1 0 0 0,-1 1 0 0 0,1 0 0 0 0,0 0 0 0 0,0 0 0 0 0,0 0 0 0 0,-1 0 0 0 0,2 0 0 0 0,-1 0 0 0 0,0 0 0 0 0,0 0 0 0 0,1 0 0 0 0,-1 0 0 0 0,1 1 0 0 0,0-1 0 0 0,-1 0 0 0 0,1 0 0 0 0,0 1 0 0 0,1-1 0 0 0,-1 0 0 0 0,0 1 0 0 0,1-1 0 0 0,-1 0 0 0 0,1 0 0 0 0,0 3 0 0 0,2 1 0 0 0,-1-1 0 0 0,0 0 0 0 0,1 0 0 0 0,0 0 0 0 0,0 0 0 0 0,0 0 0 0 0,8 7 0 0 0,2 1 0 0 0,1-1 0 0 0,0-1 0 0 0,1 0 0 0 0,0-1 0 0 0,1 0 0 0 0,0-1 0 0 0,0-1 0 0 0,1-1 0 0 0,22 6 0 0 0,-11-4 0 0 0,1-3 0 0 0,-1 0 0 0 0,2-2 0 0 0,-1-1 0 0 0,30-1 0 0 0,-56-2-76 0 0,-1-1 1 0 0,0 0-1 0 0,1 1 0 0 0,-1-1 0 0 0,0 0 1 0 0,0 0-1 0 0,1-1 0 0 0,-1 1 0 0 0,0 0 1 0 0,0-1-1 0 0,0 1 0 0 0,-1-1 1 0 0,1 0-1 0 0,0 1 0 0 0,-1-1 0 0 0,1 0 1 0 0,-1 0-1 0 0,1 0 0 0 0,-1 0 0 0 0,0 0 1 0 0,0 0-1 0 0,0-1 0 0 0,1-3 1 0 0,-4 2-3870 0 0,-12-11 749 0 0,5 9-6368 0 0,-2 2 1556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12.9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25 130 884 0 0,'-24'-23'12026'0'0,"26"6"-7956"0"0,9 8-3220 0 0,1 0 0 0 0,0 1-1 0 0,0 0 1 0 0,1 1-1 0 0,0 1 1 0 0,0 0 0 0 0,1 1-1 0 0,0 0 1 0 0,26-5 0 0 0,-37 9-805 0 0,70-14 2148 0 0,-71 15-1967 0 0,14 0 1184 0 0,-16 0-1385 0 0,0 0-1 0 0,1 0 0 0 0,-1 0 0 0 0,1 0 1 0 0,-1 0-1 0 0,1 0 0 0 0,-1 0 0 0 0,0 1 1 0 0,1-1-1 0 0,-1 0 0 0 0,0 0 0 0 0,1 0 1 0 0,-1 1-1 0 0,0-1 0 0 0,1 0 1 0 0,-1 0-1 0 0,0 1 0 0 0,1-1 0 0 0,-1 0 1 0 0,0 1-1 0 0,0-1 0 0 0,1 0 0 0 0,-1 1 1 0 0,0-1-1 0 0,0 1 0 0 0,0-1 0 0 0,1 0 1 0 0,-1 1-1 0 0,0-1 0 0 0,0 1 0 0 0,0-1 1 0 0,0 0-1 0 0,0 1 0 0 0,0-1 0 0 0,0 1 1 0 0,0-1-1 0 0,0 0 0 0 0,0 1 1 0 0,0-1-1 0 0,0 1 0 0 0,0-1 0 0 0,-11 28 1041 0 0,-31 37 247 0 0,36-56-1310 0 0,-59 69 19 0 0,50-64-21 0 0,2 1-1 0 0,0 1 1 0 0,0 0 0 0 0,2 1-1 0 0,0 0 1 0 0,1 1-1 0 0,-9 22 1 0 0,17-38 0 0 0,1 1 0 0 0,0 0 0 0 0,0 0 0 0 0,0-1 0 0 0,1 1 0 0 0,-1 0 0 0 0,1 0 0 0 0,-1 0 0 0 0,1 0 0 0 0,0 0 0 0 0,0 0 0 0 0,1 0 0 0 0,-1 0 0 0 0,1 0 0 0 0,-1 0 0 0 0,1-1 0 0 0,0 1 0 0 0,0 0 0 0 0,0 0 0 0 0,0-1 0 0 0,2 4 0 0 0,0-3 0 0 0,-1-1 0 0 0,1 1 0 0 0,0-1 0 0 0,-1 0 0 0 0,1 0 0 0 0,0 0 0 0 0,0 0 0 0 0,1 0 0 0 0,-1-1 0 0 0,0 1 0 0 0,0-1 0 0 0,1 0 0 0 0,-1 0 0 0 0,1-1 0 0 0,3 2 0 0 0,10-1 0 0 0,0 0 0 0 0,1 0 0 0 0,-1-2 0 0 0,0 0 0 0 0,34-7 0 0 0,-18 0 0 0 0,0-1 0 0 0,-1-1 0 0 0,0-2 0 0 0,-1-1 0 0 0,0-1 0 0 0,30-20 0 0 0,-54 28 0 0 0,-9-5 0 0 0,-15 3 0 0 0,13 8-312 0 0,0 1 0 0 0,0 0-1 0 0,0-1 1 0 0,1 2 0 0 0,-1-1 0 0 0,0 0-1 0 0,1 1 1 0 0,-1 0 0 0 0,1-1 0 0 0,-1 1-1 0 0,1 1 1 0 0,0-1 0 0 0,0 0 0 0 0,0 1-1 0 0,0 0 1 0 0,0-1 0 0 0,1 1 0 0 0,-1 0 0 0 0,-2 5-1 0 0,-4 5-2441 0 0,1 0 0 0 0,0 0 0 0 0,-10 24 0 0 0,6-13-5963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7.6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163 21 576 0 0,'-1'-1'676'0'0,"0"-1"0"0"0,1 1 0 0 0,-1 0 0 0 0,0-1-1 0 0,0 1 1 0 0,0 0 0 0 0,0 0 0 0 0,0 0 0 0 0,-1 0 0 0 0,1 0 0 0 0,0 0-1 0 0,0 0 1 0 0,-1 0 0 0 0,1 1 0 0 0,-1-1 0 0 0,1 0 0 0 0,0 1 0 0 0,-1-1-1 0 0,1 1 1 0 0,-1-1 0 0 0,1 1 0 0 0,-1 0 0 0 0,0 0 0 0 0,1 0 0 0 0,-1 0 0 0 0,1 0-1 0 0,-1 0 1 0 0,1 0 0 0 0,-1 0 0 0 0,1 0 0 0 0,-1 1 0 0 0,1-1 0 0 0,-1 1-1 0 0,1-1 1 0 0,-2 2 0 0 0,-17 17 7297 0 0,3 7-8309 0 0,3 3 392 0 0,1-1 0 0 0,1 2-1 0 0,2-1 1 0 0,-8 37 0 0 0,15-55-60 0 0,1 2 0 0 0,0-1 0 0 0,1 0 0 0 0,0 0 0 0 0,1 0 0 0 0,0 1 0 0 0,1-1 0 0 0,1 0 0 0 0,0 0 0 0 0,0 0 0 0 0,1 0 0 0 0,0 0 0 0 0,8 16 0 0 0,-9-24 4 0 0,0-1 0 0 0,0 0 0 0 0,0 1 0 0 0,0-1 0 0 0,1 0 0 0 0,-1 0 0 0 0,1 0 0 0 0,0-1 0 0 0,0 1 0 0 0,0 0 0 0 0,0-1 0 0 0,1 0 0 0 0,-1 0 0 0 0,0 0 0 0 0,1 0 0 0 0,-1-1 0 0 0,1 1 0 0 0,4 0 0 0 0,-2-1 0 0 0,0 0 0 0 0,1 0 0 0 0,-1-1 0 0 0,0 0 0 0 0,1 0 0 0 0,-1 0 0 0 0,0-1 0 0 0,0 0 0 0 0,1 0 0 0 0,6-3 0 0 0,7-3 0 0 0,-1-1 0 0 0,0-1 0 0 0,-1 0 0 0 0,0-2 0 0 0,27-19 0 0 0,-38 25 0 0 0,1-1 0 0 0,-1 1 0 0 0,0-1 0 0 0,-1 0 0 0 0,1 0 0 0 0,-1-1 0 0 0,0 0 0 0 0,-1 0 0 0 0,0-1 0 0 0,0 1 0 0 0,0-1 0 0 0,-1 0 0 0 0,0 0 0 0 0,3-13 0 0 0,-6 19 0 0 0,-1 1 0 0 0,1 0 0 0 0,-1-1 0 0 0,0 1 0 0 0,0-1 0 0 0,0 1 0 0 0,0-1 0 0 0,0 1 0 0 0,0-1 0 0 0,0 1 0 0 0,0-1 0 0 0,0 1 0 0 0,-1-1 0 0 0,1 1 0 0 0,-1-1 0 0 0,1 1 0 0 0,-1-1 0 0 0,1 1 0 0 0,-1 0 0 0 0,0 0 0 0 0,0-1 0 0 0,1 1 0 0 0,-1 0 0 0 0,0 0 0 0 0,0 0 0 0 0,-1 0 0 0 0,1 0 0 0 0,0 0 0 0 0,0 0 0 0 0,0 0 0 0 0,-1 0 0 0 0,1 0 0 0 0,0 1 0 0 0,-1-1 0 0 0,1 0 0 0 0,0 1 0 0 0,-1 0 0 0 0,1-1 0 0 0,-1 1 0 0 0,1 0 0 0 0,-1-1 0 0 0,1 1 0 0 0,-1 0 0 0 0,-2 1 0 0 0,-4-2 0 0 0,1 1 0 0 0,-1 1 0 0 0,0 0 0 0 0,1 0 0 0 0,-1 0 0 0 0,-9 4 0 0 0,14-4 0 0 0,0 0 0 0 0,0 0 0 0 0,0 0 0 0 0,1 0 0 0 0,-1 0 0 0 0,1 1 0 0 0,-1-1 0 0 0,1 1 0 0 0,-1 0 0 0 0,1-1 0 0 0,0 1 0 0 0,0 0 0 0 0,0 0 0 0 0,0 1 0 0 0,0-1 0 0 0,0 0 0 0 0,0 1 0 0 0,1-1 0 0 0,0 1 0 0 0,-1-1 0 0 0,1 1 0 0 0,0 0 0 0 0,0 0 0 0 0,0-1 0 0 0,1 1 0 0 0,-1 0 0 0 0,0 0 0 0 0,1 6 0 0 0,0-5 0 0 0,1 0 0 0 0,0 0 0 0 0,0 0 0 0 0,1 0 0 0 0,-1 0 0 0 0,1 0 0 0 0,-1 0 0 0 0,1 0 0 0 0,1-1 0 0 0,-1 1 0 0 0,0-1 0 0 0,1 1 0 0 0,0-1 0 0 0,0 0 0 0 0,0 0 0 0 0,0 0 0 0 0,0 0 0 0 0,0-1 0 0 0,5 3 0 0 0,16 8 0 0 0,-1-1 0 0 0,2-1 0 0 0,0-2 0 0 0,0 0 0 0 0,36 6 0 0 0,-24-5 0 0 0,54 21 0 0 0,-80-26 0 0 0,0 0 0 0 0,0 1 0 0 0,-1 0 0 0 0,0 1 0 0 0,0 0 0 0 0,0 0 0 0 0,-1 1 0 0 0,15 17 0 0 0,-18-17 0 0 0,-1 0 0 0 0,0 0 0 0 0,0 1 0 0 0,-1 0 0 0 0,0-1 0 0 0,-1 2 0 0 0,0-1 0 0 0,0 0 0 0 0,-1 1 0 0 0,0-1 0 0 0,0 1 0 0 0,-2-1 0 0 0,1 1 0 0 0,-1 0 0 0 0,0-1 0 0 0,-1 1 0 0 0,0 0 0 0 0,-1-1 0 0 0,0 1 0 0 0,0-1 0 0 0,-1 0 0 0 0,-4 11 0 0 0,1-4 0 0 0,-1 1 0 0 0,-1-1 0 0 0,0 0 0 0 0,-1-1 0 0 0,-1 0 0 0 0,0-1 0 0 0,-1 0 0 0 0,-1 0 0 0 0,0-1 0 0 0,0 0 0 0 0,-17 11 0 0 0,20-16 0 0 0,-1 0 0 0 0,-1-1 0 0 0,0 0 0 0 0,0-1 0 0 0,0 0 0 0 0,0 0 0 0 0,-1-1 0 0 0,0-1 0 0 0,0 0 0 0 0,0-1 0 0 0,-21 3 0 0 0,31-5 0 0 0,1-1 0 0 0,-1 1 0 0 0,1-1 0 0 0,0 0 0 0 0,-1 0 0 0 0,1 0 0 0 0,-1 0 0 0 0,1 0 0 0 0,0 0 0 0 0,-1 0 0 0 0,1-1 0 0 0,-1 1 0 0 0,1 0 0 0 0,0-1 0 0 0,-1 1 0 0 0,1-1 0 0 0,0 0 0 0 0,0 1 0 0 0,-1-1 0 0 0,1 0 0 0 0,0 0 0 0 0,0 1 0 0 0,-2-3 0 0 0,-3-3 0 0 0,-4-2 0 0 0,5-6 0 0 0,9-4 0 0 0,-1 12 0 0 0,-1 0 0 0 0,1 0 0 0 0,1 1 0 0 0,-1-1 0 0 0,1 1 0 0 0,0-1 0 0 0,0 1 0 0 0,0 1 0 0 0,1-1 0 0 0,0 1 0 0 0,0-1 0 0 0,10-5 0 0 0,-7 3 0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7.7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14 32767 0 0,'17'-3'0'0'0,"-5"1"0"0"0,8-2 0 0 0,-1 4-2248 0 0,-7-5-14822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7.8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 0 92 0 0,'1'1'790'0'0,"0"0"-1"0"0,0-1 1 0 0,0 1-1 0 0,-1 0 1 0 0,1 0 0 0 0,0 0-1 0 0,-1 0 1 0 0,1 0-1 0 0,0 0 1 0 0,-1 0-1 0 0,1 0 1 0 0,-1 0 0 0 0,1 0-1 0 0,-1 0 1 0 0,0 0-1 0 0,1 0 1 0 0,-1 2 0 0 0,2 28 7061 0 0,-9 26-314 0 0,-17 68-4463 0 0,20-108-3074 0 0,8-4 0 0 0,-3-4-463 0 0,1-40-5415 0 0,0 11 1688 0 0,-1 1-3074 0 0,-1-7-1155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8.2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 0 272 0 0,'-16'6'22420'0'0,"30"7"-17736"0"0,16 3-6594 0 0,-16-11 4859 0 0,-3-3-2797 0 0,1-2 0 0 0,-1 1-1 0 0,1-2 1 0 0,-1 1-1 0 0,1-2 1 0 0,-1 1 0 0 0,13-5-1 0 0,41-12-5572 0 0,-56 15 3833 0 0,-7 3 186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8.44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38 1152 0 0,'20'-4'6183'0'0,"40"-6"2111"0"0,5 0-3423 0 0,60-3-3751 0 0,-107 14-3529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9.3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206 10 156 0 0,'0'0'27241'0'0,"-3"-1"-26452"0"0,-9-7-322 0 0,4 8 3577 0 0,1 4-4036 0 0,0-1 0 0 0,0 1 0 0 0,1 0 0 0 0,0 0 0 0 0,-1 1 0 0 0,2 0 0 0 0,-1 0 0 0 0,1 0 0 0 0,-7 9 0 0 0,-4 4-18 0 0,2-4 10 0 0,0 1 0 0 0,1 1 0 0 0,-13 18 0 0 0,22-28 0 0 0,0 1 0 0 0,0 0 0 0 0,1 0 0 0 0,0 0 0 0 0,0 0 0 0 0,1 1 0 0 0,0-1 0 0 0,0 1 0 0 0,0-1 0 0 0,1 1 0 0 0,0 9 0 0 0,1-14 0 0 0,0 0 0 0 0,0 0 0 0 0,0 0 0 0 0,0 0 0 0 0,1 0 0 0 0,-1 0 0 0 0,1 0 0 0 0,0 0 0 0 0,0 0 0 0 0,0 0 0 0 0,0 0 0 0 0,0 0 0 0 0,1 0 0 0 0,-1-1 0 0 0,1 1 0 0 0,0-1 0 0 0,0 1 0 0 0,4 3 0 0 0,-3-4 0 0 0,0 0 0 0 0,0-1 0 0 0,0 1 0 0 0,0-1 0 0 0,1 0 0 0 0,-1 0 0 0 0,0 0 0 0 0,1 0 0 0 0,-1 0 0 0 0,1-1 0 0 0,-1 0 0 0 0,0 0 0 0 0,1 0 0 0 0,-1 0 0 0 0,1 0 0 0 0,-1-1 0 0 0,6 0 0 0 0,11-4 0 0 0,1 0 0 0 0,-1-2 0 0 0,0 0 0 0 0,0-1 0 0 0,-1-1 0 0 0,0 0 0 0 0,-1-2 0 0 0,0 0 0 0 0,0-1 0 0 0,-2-1 0 0 0,1-1 0 0 0,-2 0 0 0 0,16-18 0 0 0,-28 29 0 0 0,-1-1 0 0 0,1 0 0 0 0,-1 0 0 0 0,0 0 0 0 0,0 0 0 0 0,0 0 0 0 0,0-1 0 0 0,-1 1 0 0 0,1 0 0 0 0,0-7 0 0 0,-2 9 0 0 0,0 1 0 0 0,0 0 0 0 0,1 0 0 0 0,-1-1 0 0 0,0 1 0 0 0,0 0 0 0 0,0 0 0 0 0,-1-1 0 0 0,1 1 0 0 0,0 0 0 0 0,0 0 0 0 0,-1 0 0 0 0,1-1 0 0 0,-1 1 0 0 0,1 0 0 0 0,-1 0 0 0 0,1 0 0 0 0,-1 0 0 0 0,0 0 0 0 0,-1-2 0 0 0,-1-1 0 0 0,2 1 0 0 0,0 1 0 0 0,0-1 0 0 0,0 1 0 0 0,0 0 0 0 0,-1-1 0 0 0,0 1 0 0 0,1 0 0 0 0,-1 0 0 0 0,0 0 0 0 0,0 0 0 0 0,0 0 0 0 0,0 1 0 0 0,0-1 0 0 0,0 1 0 0 0,-1-1 0 0 0,1 1 0 0 0,0 0 0 0 0,-1-1 0 0 0,1 1 0 0 0,-1 1 0 0 0,0-1 0 0 0,1 0 0 0 0,-1 1 0 0 0,1-1 0 0 0,-1 1 0 0 0,0 0 0 0 0,0 0 0 0 0,1 0 0 0 0,-4 0 0 0 0,-12 0 0 0 0,0 2 0 0 0,0-1 0 0 0,-30 8 0 0 0,32-4 0 0 0,7 3 0 0 0,8-7-8 0 0,1-1-1 0 0,0 1 1 0 0,0 0 0 0 0,-1 0 0 0 0,1 0-1 0 0,0 0 1 0 0,0 0 0 0 0,0 0-1 0 0,0 0 1 0 0,0 0 0 0 0,0 0 0 0 0,0-1-1 0 0,0 1 1 0 0,1 0 0 0 0,-1 0-1 0 0,0 0 1 0 0,0 0 0 0 0,1 0 0 0 0,-1 0-1 0 0,1-1 1 0 0,-1 1 0 0 0,1 0-1 0 0,-1 0 1 0 0,1-1 0 0 0,-1 1 0 0 0,1 0-1 0 0,0 0 1 0 0,-1-1 0 0 0,1 1-1 0 0,0-1 1 0 0,0 1 0 0 0,-1-1 0 0 0,1 1-1 0 0,0-1 1 0 0,0 1 0 0 0,0-1-1 0 0,-1 0 1 0 0,1 1 0 0 0,0-1 0 0 0,2 0-1 0 0,23 8-17359 0 0,-14-8 8902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9.69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73 2 2444 0 0,'-5'-2'30991'0'0,"0"6"-30168"0"0,-7 7-5088 0 0,5-2 6973 0 0,-25 58-2642 0 0,26-53-66 0 0,1-5-199 0 0,4-8-1017 0 0,6-9-9478 0 0,10-5 6979 0 0,-11 10 1281 0 0,16-18-5722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0.0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146 19 556 0 0,'0'0'2331'0'0,"0"-2"974"0"0,-7-14 18632 0 0,2 18-20691 0 0,-11 10-822 0 0,1 1 0 0 0,0 1 0 0 0,1 0 0 0 0,0 0 0 0 0,1 2 0 0 0,1 0 0 0 0,-14 22 0 0 0,25-37-424 0 0,0 0 0 0 0,1 0 0 0 0,-1 1 0 0 0,0-1 0 0 0,0 0 0 0 0,1 0 0 0 0,-1 1 0 0 0,1-1 0 0 0,-1 1 0 0 0,1-1 0 0 0,0 0 0 0 0,-1 1 0 0 0,1-1 0 0 0,0 1 0 0 0,0-1 0 0 0,0 1 0 0 0,0-1 0 0 0,0 1 0 0 0,0-1 0 0 0,1 1 0 0 0,-1-1 0 0 0,0 1 0 0 0,1-1 0 0 0,-1 0 0 0 0,1 1 0 0 0,-1-1 0 0 0,1 0 0 0 0,0 1 0 0 0,0-1 0 0 0,-1 0 0 0 0,1 0 0 0 0,0 0 0 0 0,0 1 0 0 0,0-1 0 0 0,0 0 0 0 0,1 0 0 0 0,-1-1 0 0 0,0 1 0 0 0,0 0 0 0 0,3 1 0 0 0,1 0 0 0 0,0 1 0 0 0,1-1 0 0 0,-1 0 0 0 0,1-1 0 0 0,-1 1 0 0 0,1-1 0 0 0,8 1 0 0 0,61-2 0 0 0,-42-1 0 0 0,58 6 0 0 0,-76-3 0 0 0,-13-2 0 0 0,-1 1 0 0 0,0-1 0 0 0,0 1 0 0 0,0-1 0 0 0,1 1 0 0 0,-1 0 0 0 0,0 0 0 0 0,0-1 0 0 0,0 1 0 0 0,0 0 0 0 0,0 0 0 0 0,0 0 0 0 0,0 0 0 0 0,-1 0 0 0 0,1 0 0 0 0,0 0 0 0 0,0 0 0 0 0,-1 0 0 0 0,1 1 0 0 0,-1-1 0 0 0,1 0 0 0 0,-1 0 0 0 0,0 0 0 0 0,1 1 0 0 0,-1-1 0 0 0,0 0 0 0 0,0 1 0 0 0,0-1 0 0 0,0 3 0 0 0,-3 22 0 0 0,3-26 0 0 0,-3 8 0 0 0,0-1 0 0 0,-1 0 0 0 0,0 0 0 0 0,-1 0 0 0 0,1-1 0 0 0,-1 0 0 0 0,-1 0 0 0 0,1 0 0 0 0,-1 0 0 0 0,0-1 0 0 0,0 0 0 0 0,-1 0 0 0 0,1 0 0 0 0,-15 6 0 0 0,7-8 0 0 0,10-2-292 0 0,-1-1 0 0 0,1 0 0 0 0,-1 0 0 0 0,1 0 0 0 0,-1-1 0 0 0,1 1 0 0 0,-1-1 0 0 0,1 0 0 0 0,-7-3 0 0 0,7 3-455 0 0,1-1 0 0 0,0 0 0 0 0,0 0 0 0 0,0-1 0 0 0,0 1 1 0 0,0 0-1 0 0,0-1 0 0 0,1 0 0 0 0,-1 0 0 0 0,1 0 0 0 0,0 0 0 0 0,-1 0 1 0 0,2 0-1 0 0,-1 0 0 0 0,0-1 0 0 0,1 1 0 0 0,-1-1 0 0 0,1 1 0 0 0,0-1 0 0 0,-1-4 1 0 0,-4-6-7216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0.36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14 1328 0 0,'0'0'8816'0'0,"19"-1"-3352"0"0,11 3-3368 0 0,1-1 0 0 0,-1-1 1 0 0,40-7-1 0 0,46 0-6217 0 0,-100 6 2032 0 0,-10 0-6681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0.64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 1 304 0 0,'0'0'15547'0'0,"0"3"-13410"0"0,-8 91 3985 0 0,5-65-3236 0 0,0 0-1 0 0,3 49 1 0 0,1-48-2886 0 0,-1-22 0 0 0,0 0 0 0 0,1-1 0 0 0,0 1 0 0 0,0-1 0 0 0,0 1 0 0 0,1-1 0 0 0,0 1 0 0 0,4 8 0 0 0,-6-16-5 0 0,0 1 1 0 0,0-1-1 0 0,0 0 1 0 0,0 0-1 0 0,0 0 1 0 0,0 0-1 0 0,0 1 1 0 0,0-1-1 0 0,0 0 1 0 0,0 0-1 0 0,0 0 0 0 0,1 1 1 0 0,-1-1-1 0 0,0 0 1 0 0,0 0-1 0 0,0 0 1 0 0,0 0-1 0 0,0 0 1 0 0,1 0-1 0 0,-1 1 0 0 0,0-1 1 0 0,0 0-1 0 0,0 0 1 0 0,0 0-1 0 0,1 0 1 0 0,-1 0-1 0 0,0 0 1 0 0,0 0-1 0 0,0 0 1 0 0,1 0-1 0 0,-1 0 0 0 0,0 0 1 0 0,0 0-1 0 0,0 0 1 0 0,1 0-1 0 0,-1 0 1 0 0,0 0-1 0 0,0 0 1 0 0,0 0-1 0 0,1 0 1 0 0,-1 0-1 0 0,0 0 0 0 0,0 0 1 0 0,0 0-1 0 0,0 0 1 0 0,1 0-1 0 0,-1 0 1 0 0,0-1-1 0 0,0 1 1 0 0,0 0-1 0 0,2-2-267 0 0,0-1 0 0 0,-1 1 0 0 0,0-1 0 0 0,1 0 0 0 0,-1 1 0 0 0,0-1 0 0 0,0 0 0 0 0,-1 0 0 0 0,1 1 0 0 0,-1-1 1 0 0,1 0-1 0 0,-1 0 0 0 0,0 0 0 0 0,0 0 0 0 0,0 0 0 0 0,0 0 0 0 0,-1-3 0 0 0,-5-28-5751 0 0,-2 4-3358 0 0,2 12 2501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0.8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60 792 0 0,'0'2'414'0'0,"0"-1"-1"0"0,0 1 1 0 0,0-1-1 0 0,0 1 1 0 0,1 0-1 0 0,-1-1 1 0 0,0 1-1 0 0,1-1 1 0 0,-1 1 0 0 0,1-1-1 0 0,-1 1 1 0 0,1-1-1 0 0,-1 1 1 0 0,1-1-1 0 0,0 0 1 0 0,0 1-1 0 0,0-1 1 0 0,0 0 0 0 0,0 0-1 0 0,0 0 1 0 0,2 2-1 0 0,1-1 30 0 0,-1-1 0 0 0,0 1 0 0 0,1-1-1 0 0,-1 0 1 0 0,0 0 0 0 0,1 0 0 0 0,0-1-1 0 0,-1 1 1 0 0,7-1 0 0 0,12 0 542 0 0,0-1-1 0 0,-1-2 1 0 0,0 1 0 0 0,1-2-1 0 0,-1-1 1 0 0,-1-1 0 0 0,1-1-1 0 0,32-15 1 0 0,-12 1-863 0 0,-21 6-3461 0 0,-12-1-8030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1.4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196 14 1680 0 0,'-1'-1'7087'0'0,"-7"-10"551"0"0,4 11-7057 0 0,-1-1 1 0 0,1 1-1 0 0,0-1 0 0 0,0 1 1 0 0,0 0-1 0 0,0 1 0 0 0,0-1 1 0 0,0 1-1 0 0,-1 0 1 0 0,1 0-1 0 0,0 0 0 0 0,1 0 1 0 0,-1 1-1 0 0,0-1 0 0 0,0 1 1 0 0,1 0-1 0 0,-1 0 1 0 0,1 1-1 0 0,-7 5 0 0 0,-5 2 595 0 0,0 2 0 0 0,1 0 0 0 0,-16 18 0 0 0,28-28-1166 0 0,0 0-9 0 0,0 0 0 0 0,0 0-1 0 0,0 0 1 0 0,0 0 0 0 0,0 1-1 0 0,0-1 1 0 0,1 0 0 0 0,-1 1 0 0 0,1-1-1 0 0,0 1 1 0 0,0 0 0 0 0,0-1-1 0 0,0 1 1 0 0,0 0 0 0 0,0 0-1 0 0,1-1 1 0 0,-1 1 0 0 0,1 0-1 0 0,0 0 1 0 0,0 0 0 0 0,0 0-1 0 0,0 0 1 0 0,1 0 0 0 0,-1-1 0 0 0,1 1-1 0 0,0 0 1 0 0,-1 0 0 0 0,1-1-1 0 0,2 5 1 0 0,-1-4-1 0 0,-1-1 0 0 0,1 0 0 0 0,-1 0 0 0 0,1 0 0 0 0,-1 0 0 0 0,1 0 0 0 0,0 0 0 0 0,0 0 0 0 0,0-1 0 0 0,0 1 0 0 0,1-1 0 0 0,-1 1 0 0 0,0-1 0 0 0,1 0 0 0 0,-1 0 0 0 0,0 0 0 0 0,1 0 0 0 0,4 1 0 0 0,7 0 0 0 0,1-1 0 0 0,0 0 0 0 0,15-2 0 0 0,3 1 0 0 0,-26 0 0 0 0,1 0 0 0 0,-1 1 0 0 0,0 0 0 0 0,0 0 0 0 0,0 0 0 0 0,0 1 0 0 0,0 0 0 0 0,0 1 0 0 0,0 0 0 0 0,0 0 0 0 0,-1 0 0 0 0,0 0 0 0 0,1 1 0 0 0,-1 0 0 0 0,-1 1 0 0 0,1-1 0 0 0,-1 1 0 0 0,6 7 0 0 0,-4-5 0 0 0,2 4 0 0 0,-8 2 0 0 0,-2-10 0 0 0,0 1 0 0 0,0-1 0 0 0,-1 0 0 0 0,1 0 0 0 0,-1 0 0 0 0,0 0 0 0 0,0-1 0 0 0,0 1 0 0 0,0 0 0 0 0,0-1 0 0 0,0 1 0 0 0,-1-1 0 0 0,1 0 0 0 0,-1 0 0 0 0,-5 3 0 0 0,-54 29 0 0 0,30-18 0 0 0,21-9 0 0 0,3-2 0 0 0,-1-1 0 0 0,0 0 0 0 0,0 0 0 0 0,-1-1 0 0 0,-18 5 0 0 0,28-8 0 0 0,0 0 0 0 0,0 0 0 0 0,0-1 0 0 0,0 1 0 0 0,0 0 0 0 0,0 0 0 0 0,0 0 0 0 0,0 0 0 0 0,0 0 0 0 0,0 0 0 0 0,0 0 0 0 0,-1 0 0 0 0,1 0 0 0 0,0-1 0 0 0,0 1 0 0 0,0 0 0 0 0,0 0 0 0 0,0 0 0 0 0,0 0 0 0 0,0 0 0 0 0,0 0 0 0 0,0 0 0 0 0,0 0 0 0 0,0 0 0 0 0,0 0 0 0 0,0 0 0 0 0,0 0 0 0 0,0 0 0 0 0,0 0 0 0 0,-1-1 0 0 0,1 1 0 0 0,0 0 0 0 0,0 0 0 0 0,0 0 0 0 0,0 0 0 0 0,0 0 0 0 0,0 0 0 0 0,0 0 0 0 0,0 0 0 0 0,0 0 0 0 0,0 0 0 0 0,-1 0 0 0 0,1 0 0 0 0,0 0 0 0 0,0 0 0 0 0,0 0 0 0 0,0 0 0 0 0,0 0 0 0 0,0 0 0 0 0,0 0 0 0 0,0 0 0 0 0,0 1 0 0 0,-1-1 0 0 0,1 0 0 0 0,14-18 0 0 0,9-1-3131 0 0,37-21-13326 0 0,-55 37 15406 0 0,7-3-5769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1.7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1720 0 0,'0'0'16229'0'0,"2"5"-14394"0"0,48 216 11148 0 0,-46-209-12983 0 0,-3 0 0 0 0,-1-4-204 0 0,0-6-951 0 0,-6-12-7365 0 0,-8-2 6485 0 0,12 11 898 0 0,-6-11-6323 0 0,1-2 568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1.8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12 260 0 0,'0'0'14523'0'0,"4"3"-13005"0"0,2 1-951 0 0,-1 0-1 0 0,1 0 1 0 0,0-1-1 0 0,0 0 1 0 0,0 0-1 0 0,1 0 1 0 0,-1-1-1 0 0,1 0 1 0 0,-1-1-1 0 0,1 1 0 0 0,0-1 1 0 0,0 0-1 0 0,8-1 1 0 0,-7 0-782 0 0,1 0 0 0 0,-1-1 1 0 0,0-1-1 0 0,0 1 0 0 0,1-1 0 0 0,-1-1 1 0 0,8-3-1 0 0,5-1-1484 0 0,4-2-2541 0 0,-9 0-2491 0 0,-4 2 1195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2.60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 63 616 0 0,'0'0'5682'0'0,"-2"5"-3867"0"0,1 1-1032 0 0,0 0-1 0 0,1 0 0 0 0,-1 0 0 0 0,2 1 0 0 0,-1-1 1 0 0,1 0-1 0 0,-1 0 0 0 0,2 0 0 0 0,-1 0 1 0 0,1 0-1 0 0,0 0 0 0 0,0 0 0 0 0,4 8 0 0 0,2 9 1211 0 0,-1 0-1 0 0,-2 0 0 0 0,0 1 1 0 0,2 41-1 0 0,-5-41-1484 0 0,-2-24-538 0 0,0 0 1 0 0,0 0-1 0 0,1 0 1 0 0,-1 0-1 0 0,0 0 0 0 0,0 0 1 0 0,0 0-1 0 0,0 0 1 0 0,0 1-1 0 0,0-1 1 0 0,0 0-1 0 0,0 0 0 0 0,0 0 1 0 0,0 0-1 0 0,0 0 1 0 0,0 0-1 0 0,1 0 1 0 0,-1 0-1 0 0,0 0 0 0 0,0 0 1 0 0,0 0-1 0 0,0 0 1 0 0,0 0-1 0 0,0 0 0 0 0,0 0 1 0 0,1 0-1 0 0,-1 0 1 0 0,0 0-1 0 0,0 0 1 0 0,0 0-1 0 0,0 0 0 0 0,0 0 1 0 0,0 0-1 0 0,0 0 1 0 0,1 0-1 0 0,-1 0 1 0 0,0 0-1 0 0,0 0 0 0 0,0 0 1 0 0,0 0-1 0 0,0 0 1 0 0,0 0-1 0 0,0 0 0 0 0,0 0 1 0 0,0 0-1 0 0,1 0 1 0 0,-1 0-1 0 0,0-1 1 0 0,0 1-1 0 0,0 0 0 0 0,0 0 1 0 0,0 0-1 0 0,0 0 1 0 0,0 0-1 0 0,0 0 1 0 0,0 0-1 0 0,0 0 0 0 0,0-1 1 0 0,0 1-1 0 0,0 0 1 0 0,0 0-1 0 0,0 0 1 0 0,0 0-1 0 0,0 0 0 0 0,0 0 1 0 0,0 0-1 0 0,0-1 1 0 0,0 1-1 0 0,1-2-96 0 0,-1 0-1 0 0,1 0 1 0 0,-1 1-1 0 0,0-1 1 0 0,1 0-1 0 0,-1 0 1 0 0,0 0-1 0 0,0-1 1 0 0,0 1-1 0 0,-1 0 1 0 0,1 1-1 0 0,0-1 1 0 0,-1 0-1 0 0,1 0 1 0 0,-2-3-1 0 0,-2-21-639 0 0,1 5 509 0 0,1 15 199 0 0,-3-10 425 0 0,-2 0-1 0 0,0 1 1 0 0,0 0-1 0 0,-15-22 0 0 0,20 35-198 0 0,1 0-1 0 0,-1-1 0 0 0,1 1 1 0 0,0-1-1 0 0,0 1 0 0 0,0-1 0 0 0,0 0 1 0 0,0 1-1 0 0,1-1 0 0 0,-1 0 1 0 0,1 0-1 0 0,-1 0 0 0 0,1 1 0 0 0,0-1 1 0 0,0 0-1 0 0,1 0 0 0 0,-1 0 1 0 0,1 1-1 0 0,-1-1 0 0 0,1 0 0 0 0,0 1 1 0 0,0-1-1 0 0,0 0 0 0 0,0 1 1 0 0,0-1-1 0 0,1 1 0 0 0,-1-1 0 0 0,1 1 1 0 0,-1 0-1 0 0,4-3 0 0 0,8-6 52 0 0,1 1 0 0 0,0 0 0 0 0,0 2 0 0 0,1-1-1 0 0,22-8 1 0 0,-33 15-181 0 0,5-1-28 0 0,8 2-10 0 0,-14 1 0 0 0,1 0 0 0 0,-1-1 0 0 0,0 2 0 0 0,0-1 0 0 0,1 0 0 0 0,-1 1 0 0 0,0-1 0 0 0,0 1 0 0 0,0 0 0 0 0,0 0 0 0 0,0 0 0 0 0,0 0 0 0 0,0 1 0 0 0,0-1 0 0 0,0 1 0 0 0,0 0 0 0 0,-1 0 0 0 0,1 0 0 0 0,-1 0 0 0 0,0 0 0 0 0,1 1 0 0 0,-1-1 0 0 0,0 1 0 0 0,0-1 0 0 0,0 1 0 0 0,-1 0 0 0 0,1 0 0 0 0,-1-1 0 0 0,1 1 0 0 0,-1 0 0 0 0,0 1 0 0 0,0-1 0 0 0,0 0 0 0 0,-1 0 0 0 0,1 0 0 0 0,-1 6 0 0 0,-1-1 0 0 0,0 0 0 0 0,0 1 0 0 0,-1-1 0 0 0,-1 0 0 0 0,1 0 0 0 0,-1 0 0 0 0,-1 0 0 0 0,1-1 0 0 0,-1 1 0 0 0,-1-1 0 0 0,-7 11 0 0 0,-11 11 0 0 0,-32 33 0 0 0,47-53 0 0 0,-4 3 0 0 0,-20 26 0 0 0,28-27 0 0 0,3-11 0 0 0,1 1 0 0 0,0 0 0 0 0,0 0 0 0 0,-1-1 0 0 0,1 1 0 0 0,0 0 0 0 0,0 0 0 0 0,0-1 0 0 0,0 1 0 0 0,0 0 0 0 0,0 0 0 0 0,0-1 0 0 0,1 1 0 0 0,-1 0 0 0 0,0-1 0 0 0,0 1 0 0 0,1 0 0 0 0,-1 0 0 0 0,0-1 0 0 0,0 1 0 0 0,1 0 0 0 0,-1-1 0 0 0,1 1 0 0 0,-1-1 0 0 0,1 1 0 0 0,0 0 0 0 0,6 0 0 0 0,3 3 0 0 0,0-2 0 0 0,0 1 0 0 0,1-1 0 0 0,-1-1 0 0 0,1 0 0 0 0,-1-1 0 0 0,1 1 0 0 0,11-3 0 0 0,9 1 0 0 0,223 18 0 0 0,-205-9 0 0 0,-44-7 0 0 0,-7 0 0 0 0,-28-3-95 0 0,14-2 607 0 0,-5-4-9455 0 0,6 3-609 0 0,2 0 1292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6.1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69 1128 0 0,'0'-2'8340'0'0,"-1"-14"3880"0"0,1 13-13553 0 0,3-17 9385 0 0,1 12-7450 0 0,-3 6-1532 0 0,18-13-1622 0 0,-15 12-2289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6.8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 4 1164 0 0,'5'-4'31588'0'0,"-15"43"-31571"0"0,12-28-16 0 0,0 1-4 0 0,-10 45 3 0 0,2 0 0 0 0,2 100 0 0 0,5-145 0 0 0,4-2 0 0 0,-4 0 0 0 0,-1-10 1 0 0,0 0 0 0 0,0 0 0 0 0,0 0 0 0 0,0 0 0 0 0,0 0-1 0 0,0 0 1 0 0,1 0 0 0 0,-1 0 0 0 0,0 0 0 0 0,0 0 0 0 0,0 0 0 0 0,0 0 0 0 0,0 0 0 0 0,0 0 0 0 0,0 0-1 0 0,0 0 1 0 0,0 0 0 0 0,0 0 0 0 0,1 0 0 0 0,-1 0 0 0 0,0 0 0 0 0,0 0 0 0 0,0 0 0 0 0,0 0 0 0 0,0 0-1 0 0,0 0 1 0 0,0 0 0 0 0,0 0 0 0 0,0 0 0 0 0,1 0 0 0 0,-1 0 0 0 0,0 0 0 0 0,0 0 0 0 0,0 0 0 0 0,0 0-1 0 0,0 0 1 0 0,0 0 0 0 0,0 0 0 0 0,0 0 0 0 0,0 0 0 0 0,0 0 0 0 0,0 0 0 0 0,0 1 0 0 0,0-1 0 0 0,1 0 0 0 0,-1 0-1 0 0,0 0 1 0 0,0 0 0 0 0,0 0 0 0 0,0 0 0 0 0,0 0 0 0 0,0 0 0 0 0,0 0 0 0 0,0 0 0 0 0,0 1 0 0 0,0-1-1 0 0,0 0 1 0 0,0 0 0 0 0,8-13 53 0 0,6-15-588 0 0,-14 27 381 0 0,5-19-7537 0 0,-4 7-3223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7.3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 77 952 0 0,'-3'-2'-2457'0'0,"-18"-3"36223"0"0,26 5-33332 0 0,146-31-344 0 0,21-5-108 0 0,-171 35 18 0 0,-1 1 0 0 0,0 0 0 0 0,0 0 0 0 0,0 0 0 0 0,0 0 0 0 0,0 0 0 0 0,0-1 0 0 0,0 1 0 0 0,0 0 0 0 0,1 0 0 0 0,-1 0 0 0 0,0 0 0 0 0,0 0 0 0 0,0 0 0 0 0,0 0 0 0 0,1 0 0 0 0,-1 0 0 0 0,0 0 0 0 0,0-1 0 0 0,0 1 0 0 0,0 0 0 0 0,1 0 0 0 0,-1 0 0 0 0,0 0 0 0 0,0 0 0 0 0,0 0 0 0 0,0 0 0 0 0,1 0 0 0 0,-1 0 0 0 0,0 1 0 0 0,0-1 0 0 0,0 0 0 0 0,0 0 0 0 0,0 0 0 0 0,1 0 0 0 0,-1 0 0 0 0,0 0 0 0 0,0 0 0 0 0,0 0 0 0 0,0 0 0 0 0,0 0 0 0 0,1 1 0 0 0,-1-1 0 0 0,0 0 0 0 0,0 0 0 0 0,0 0 0 0 0,0 0 0 0 0,0 0 0 0 0,0 0 0 0 0,0 1 0 0 0,0-1 0 0 0,1 0 0 0 0,-1 0 0 0 0,0 0 0 0 0,0 0 0 0 0,0 1 0 0 0,0-1 0 0 0,-14 14-94 0 0,9-11-725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13.74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95 28 512 0 0,'0'0'4456'0'0,"-1"-5"-2170"0"0,1 4-1610 0 0,0 0 0 0 0,0 0 0 0 0,0 0-1 0 0,-1 0 1 0 0,1 0 0 0 0,0 0 0 0 0,0 0 0 0 0,1 0 0 0 0,-1 1 0 0 0,0-1-1 0 0,0 0 1 0 0,0 0 0 0 0,1 0 0 0 0,-1 0 0 0 0,0 0 0 0 0,1 0 0 0 0,-1 0-1 0 0,1 0 1 0 0,0 0 0 0 0,6-1-216 0 0,1 2 0 0 0,-1-1 0 0 0,1 1-1 0 0,-1 0 1 0 0,1 1 0 0 0,-1-1 0 0 0,1 2 0 0 0,-1-1-1 0 0,0 1 1 0 0,1 0 0 0 0,12 6 0 0 0,-17-7-337 0 0,1 0 1 0 0,-1 0 0 0 0,0 1-1 0 0,0-1 1 0 0,0 1 0 0 0,-1 0-1 0 0,1 0 1 0 0,0 0 0 0 0,0 0-1 0 0,-1 1 1 0 0,0-1-1 0 0,1 1 1 0 0,-1-1 0 0 0,0 1-1 0 0,0 0 1 0 0,0 0 0 0 0,-1 0-1 0 0,1 0 1 0 0,-1 0 0 0 0,0 0-1 0 0,1 0 1 0 0,-1 0 0 0 0,-1 1-1 0 0,1-1 1 0 0,0 0-1 0 0,-1 1 1 0 0,0-1 0 0 0,0 0-1 0 0,0 6 1 0 0,-4 2 153 0 0,0 0 0 0 0,-1 0 0 0 0,0 0 0 0 0,-1-1 0 0 0,0 0-1 0 0,-1 0 1 0 0,0-1 0 0 0,-1 0 0 0 0,-13 14 0 0 0,-115 90-277 0 0,122-102 0 0 0,-16 18 0 0 0,29-20 0 0 0,15 1 0 0 0,-5-9 0 0 0,0-1 0 0 0,1 1 0 0 0,-1-2 0 0 0,1 1 0 0 0,-1-1 0 0 0,0-1 0 0 0,1 0 0 0 0,13-4 0 0 0,15-3 0 0 0,-15 4 0 0 0,-13 2 0 0 0,-1 1 0 0 0,1 0 0 0 0,0 0 0 0 0,0 1 0 0 0,17 0 0 0 0,-16 1-249 0 0,4 6-2768 0 0,-15-4 1958 0 0,1-1 1 0 0,-1 1-1 0 0,1 0 1 0 0,-1 0-1 0 0,1-1 0 0 0,-1 1 1 0 0,0 0-1 0 0,0 0 1 0 0,0-1-1 0 0,0 1 1 0 0,0 0-1 0 0,0 0 1 0 0,-1 0-1 0 0,1-1 0 0 0,-1 3 1 0 0,-1 10-6005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0.60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61 158 1608 0 0,'-18'-27'31061'0'0,"11"56"-31022"0"0,1 1-1 0 0,-2 37 1 0 0,3-17-57 0 0,-6 23 18 0 0,11-62 0 0 0,5 2 0 0 0,-3-1 0 0 0,-2-8 0 0 0,4-28 0 0 0,-4 7 0 0 0,0 14 0 0 0,-3-38 0 0 0,-5 9 0 0 0,2-49 0 0 0,6 64 0 0 0,0-1 0 0 0,2 1 0 0 0,-1 0 0 0 0,6-21 0 0 0,-4 30 0 0 0,0 0 0 0 0,1 0 0 0 0,-1 0 0 0 0,1 1 0 0 0,1 0 0 0 0,0-1 0 0 0,8-8 0 0 0,-9 11 0 0 0,0 1 0 0 0,0 0 0 0 0,1 1 0 0 0,-1-1 0 0 0,1 1 0 0 0,0 0 0 0 0,0 0 0 0 0,1 0 0 0 0,-1 1 0 0 0,0 0 0 0 0,1 0 0 0 0,0 0 0 0 0,-1 1 0 0 0,1-1 0 0 0,8 1 0 0 0,-10 1 0 0 0,0 0 0 0 0,-1 0 0 0 0,1 1 0 0 0,0-1 0 0 0,0 1 0 0 0,0 0 0 0 0,0 0 0 0 0,-1 1 0 0 0,1-1 0 0 0,-1 1 0 0 0,1 0 0 0 0,-1 0 0 0 0,1 0 0 0 0,-1 0 0 0 0,0 1 0 0 0,0-1 0 0 0,0 1 0 0 0,0 0 0 0 0,-1-1 0 0 0,1 1 0 0 0,-1 1 0 0 0,0-1 0 0 0,0 0 0 0 0,3 5 0 0 0,8 11 0 0 0,-6-11 0 0 0,-2 1 0 0 0,2-3 0 0 0,0 2 0 0 0,-2-3-228 0 0,-4-4-1157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1.09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1 172 0 0,'0'0'1120'0'0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1.5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88 1 2376 0 0,'0'0'30094'0'0,"-2"4"-29843"0"0,-6 11-243 0 0,1 1 0 0 0,1 0 0 0 0,0 1 0 0 0,1 0-1 0 0,0 0 1 0 0,-3 33 0 0 0,-6 22-17 0 0,4-15 9 0 0,-5 23 0 0 0,13-67 0 0 0,2-13 0 0 0,1 0 0 0 0,-1 0 0 0 0,0 1 0 0 0,0-1 0 0 0,0 0 0 0 0,0 0 0 0 0,0 0 0 0 0,0 0 0 0 0,1 1 0 0 0,-1-1 0 0 0,0 0 0 0 0,0 0 0 0 0,0 0 0 0 0,1 0 0 0 0,-1 0 0 0 0,0 0 0 0 0,0 0 0 0 0,0 0 0 0 0,1 0 0 0 0,-1 0 0 0 0,0 1 0 0 0,0-1 0 0 0,0 0 0 0 0,1 0 0 0 0,-1 0 0 0 0,0 0 0 0 0,0 0 0 0 0,0 0 0 0 0,1-1 0 0 0,-1 1 0 0 0,0 0 0 0 0,0 0 0 0 0,0 0 0 0 0,1 0 0 0 0,-1 0 0 0 0,0 0 0 0 0,0 0 0 0 0,0 0 0 0 0,1 0 0 0 0,-1-1 0 0 0,0 1 0 0 0,0 0 0 0 0,0 0 0 0 0,0 0 0 0 0,0 0 0 0 0,1 0 0 0 0,-1-1 0 0 0,0 1 0 0 0,0 0 0 0 0,0 0 0 0 0,0 0 0 0 0,0-1 0 0 0,0 1 0 0 0,0 0 0 0 0,0 0 0 0 0,0-1 0 0 0,13-10 0 0 0,-12 10 0 0 0,1-2 0 0 0,0 0 0 0 0,-1 1 0 0 0,1-1 0 0 0,0 0 0 0 0,-1 0 0 0 0,0 0 0 0 0,0-1 0 0 0,0 1 0 0 0,0 0 0 0 0,0 0 0 0 0,0 0 0 0 0,-1-1 0 0 0,0 1 0 0 0,0-6 0 0 0,0-7 0 0 0,0 2 0 0 0,0 2 0 0 0,1 0 0 0 0,6-3-2700 0 0,7 3-7079 0 0,-7 7 3523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2.01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26 32 0 0,'0'0'19878'0'0,"0"-9"-18464"0"0,3 6 1739 0 0,8 4-2327 0 0,0-1-1 0 0,0 0 1 0 0,0-1 0 0 0,16-3 0 0 0,1 0 561 0 0,0 1 0 0 0,33 1 0 0 0,-47 2-1387 0 0,-2 2 0 0 0,-2 2-68 0 0,-12 1-330 0 0,-7 6-949 0 0,-1-1 0 0 0,-1 0 1 0 0,-23 17-1 0 0,-16 8-4491 0 0,13-8-5247 0 0,19-16 5466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2.1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44 51 2888 0 0,'-19'14'1978'0'0,"4"-4"1613"0"0,6 2 8173 0 0,15-12-10721 0 0,22-3 265 0 0,-1-1 0 0 0,1-2 0 0 0,47-15 0 0 0,-49 13-1092 0 0,19-7-366 0 0,28-5-3756 0 0,-71 19 2640 0 0,6-1-1920 0 0,13-4-5985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2.65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143 86 640 0 0,'1'-1'2736'0'0,"2"-7"-2421"0"0,-3 3 8968 0 0,-1-1-9075 0 0,-9-13 13486 0 0,10 19-13576 0 0,-1 0-1 0 0,0-1 0 0 0,1 1 0 0 0,-1 0 1 0 0,0 0-1 0 0,1 0 0 0 0,-1 0 0 0 0,1 0 1 0 0,-1 0-1 0 0,0 0 0 0 0,1 0 0 0 0,-1 0 0 0 0,0 0 1 0 0,1 0-1 0 0,-1 0 0 0 0,1 0 0 0 0,-1 0 1 0 0,0 0-1 0 0,1 1 0 0 0,-1-1 0 0 0,1 0 0 0 0,-2 1 1 0 0,-16 16 193 0 0,-43 45 1447 0 0,56-56-1646 0 0,0-1 1 0 0,1 1-1 0 0,0 0 1 0 0,0 0-1 0 0,1 1 1 0 0,-1-1-1 0 0,1 1 1 0 0,1 0-1 0 0,-3 9 1 0 0,4-14-113 0 0,1-1 0 0 0,-1 1 0 0 0,1 0 0 0 0,-1 0 0 0 0,1 0 0 0 0,0 0 0 0 0,0 0 0 0 0,0 0 0 0 0,0 0 0 0 0,1-1 0 0 0,-1 1 0 0 0,0 0 0 0 0,1 0 0 0 0,-1 0 0 0 0,1 0 0 0 0,0-1 0 0 0,-1 1 0 0 0,1 0 0 0 0,0-1 0 0 0,0 1 0 0 0,0 0 0 0 0,0-1 0 0 0,1 1 0 0 0,-1-1 0 0 0,0 0 0 0 0,1 1 0 0 0,-1-1 0 0 0,1 0 0 0 0,-1 0 0 0 0,1 0 0 0 0,2 2 0 0 0,2-1 0 0 0,0 0 0 0 0,-1-1 0 0 0,1 0 0 0 0,0 0 0 0 0,0 0 0 0 0,0 0 0 0 0,7-1 0 0 0,-8 0 0 0 0,12 0 0 0 0,-1-1 0 0 0,1 0 0 0 0,-1-2 0 0 0,0 1 0 0 0,17-7 0 0 0,-26 7 0 0 0,0 0 0 0 0,0 0 0 0 0,0-1 0 0 0,0 0 0 0 0,-1 0 0 0 0,1 0 0 0 0,-1-1 0 0 0,0 0 0 0 0,0-1 0 0 0,-1 1 0 0 0,1-1 0 0 0,-1 0 0 0 0,9-11 0 0 0,-12 13 0 0 0,4-17 0 0 0,-6-2 0 0 0,-3 16 0 0 0,1 0 0 0 0,-1 0 0 0 0,0 0 0 0 0,0 0 0 0 0,0 1 0 0 0,-1-1 0 0 0,0 1 0 0 0,0 0 0 0 0,0 0 0 0 0,-1 0 0 0 0,-9-7 0 0 0,-62-40 0 0 0,68 47 0 0 0,-3 0 0 0 0,-3 1 0 0 0,-4 3 0 0 0,-5 5 0 0 0,19 1 0 0 0,2-3 0 0 0,-11 12-3010 0 0,6 11-12892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3.6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192 44 460 0 0,'4'-13'7119'0'0,"-8"-8"-332"0"0,-6 12 2820 0 0,8 9-7634 0 0,-28 25 475 0 0,19-8-1712 0 0,-1 0 0 0 0,-22 23 1 0 0,21-25-196 0 0,0 1 0 0 0,1 1 0 0 0,-12 20 0 0 0,20-31-541 0 0,0-1 0 0 0,1 1 0 0 0,-1 1 0 0 0,2-1 0 0 0,-1 0 0 0 0,1 1 0 0 0,0 0 0 0 0,0-1 0 0 0,0 1 0 0 0,1 0 0 0 0,0 0 0 0 0,1 0 0 0 0,0 0 0 0 0,0 0 0 0 0,0 0 0 0 0,1 0 0 0 0,2 12 0 0 0,-2-15 0 0 0,0 1 0 0 0,0 0 0 0 0,1 0 0 0 0,0-1 0 0 0,0 1 0 0 0,0-1 0 0 0,0 0 0 0 0,1 0 0 0 0,-1 1 0 0 0,1-1 0 0 0,0-1 0 0 0,0 1 0 0 0,1 0 0 0 0,-1-1 0 0 0,1 0 0 0 0,0 0 0 0 0,4 3 0 0 0,0-1 0 0 0,-1-2 0 0 0,1 1 0 0 0,0-1 0 0 0,0 0 0 0 0,0-1 0 0 0,0 1 0 0 0,0-2 0 0 0,1 1 0 0 0,10-1 0 0 0,3 0 0 0 0,-1-1 0 0 0,0-2 0 0 0,0 0 0 0 0,0-1 0 0 0,0-1 0 0 0,0-1 0 0 0,25-10 0 0 0,-31 12 0 0 0,-13 2 0 0 0,1 1 0 0 0,-1-1 0 0 0,0 0 0 0 0,1 1 0 0 0,-1-1 0 0 0,1 0 0 0 0,-1-1 0 0 0,0 1 0 0 0,0 0 0 0 0,0-1 0 0 0,0 1 0 0 0,0-1 0 0 0,3-2 0 0 0,2-7 0 0 0,-8-1 0 0 0,-11 2 0 0 0,-5 7 0 0 0,3 3 0 0 0,-2 5 0 0 0,15-4-112 0 0,0-1-1 0 0,1 1 1 0 0,-1 0 0 0 0,0-1-1 0 0,1 1 1 0 0,-1 0 0 0 0,1-1-1 0 0,-1 1 1 0 0,1 0 0 0 0,-1-1-1 0 0,1 1 1 0 0,-1 0 0 0 0,1 0-1 0 0,0 0 1 0 0,-1-1 0 0 0,1 1-1 0 0,0 0 1 0 0,0 0 0 0 0,0 0-1 0 0,-1 0 1 0 0,1 1 0 0 0,5 20-8263 0 0,4-11 83 0 0,-3-3 632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3.8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46 9 516 0 0,'7'-8'22958'0'0,"-12"12"-21554"0"0,0 1-977 0 0,1-1-1 0 0,0 1 1 0 0,0 1-1 0 0,0-1 1 0 0,1 0-1 0 0,-1 1 1 0 0,1 0-1 0 0,1 0 1 0 0,-1 0-1 0 0,1 0 1 0 0,0 0 0 0 0,0 0-1 0 0,1 1 1 0 0,0-1-1 0 0,0 1 1 0 0,0-1-1 0 0,1 7 1 0 0,0-5-351 0 0,-1-3-68 0 0,1-1 0 0 0,0 1 0 0 0,0-1 0 0 0,0 1-1 0 0,0-1 1 0 0,1 1 0 0 0,0-1 0 0 0,0 1 0 0 0,0-1 0 0 0,0 1 0 0 0,1-1 0 0 0,-1 0 0 0 0,1 0 0 0 0,0 0 0 0 0,1 0 0 0 0,2 5 0 0 0,4-4-8 0 0,8-4-237 0 0,-13-3-213 0 0,0 1-1 0 0,0 0 0 0 0,-1-1 1 0 0,1 1-1 0 0,-1-1 0 0 0,1 0 1 0 0,-1-1-1 0 0,0 1 1 0 0,1 0-1 0 0,2-4 0 0 0,6-7-4855 0 0,-4-1-3426 0 0,-3-1 1122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4.22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 57 1812 0 0,'0'0'8588'0'0,"-4"-9"-5612"0"0,5 5 1976 0 0,5 0-4190 0 0,0 1-1 0 0,0-1 1 0 0,0 1-1 0 0,0 0 1 0 0,1 1-1 0 0,-1-1 1 0 0,1 1-1 0 0,12-2 1 0 0,66-7 1099 0 0,-45 7-1043 0 0,-2 3-2065 0 0,-19 11-3122 0 0,-18-8 3029 0 0,-5 2-275 0 0,-24 19-2032 0 0,9-8-3295 0 0,6-5 2049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4.3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60 612 0 0,'-4'15'19338'0'0,"22"-14"-18083"0"0,0-1 0 0 0,0-1 0 0 0,0-1-1 0 0,0-1 1 0 0,33-8 0 0 0,27-13-1666 0 0,-28 7-3760 0 0,-36 5-1904 0 0,-8 7-147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4.8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132 13 1976 0 0,'0'0'5981'0'0,"-8"-1"-4152"0"0,-24-3-77 0 0,23 3 1451 0 0,-29 28 8186 0 0,33-23-11088 0 0,1 1 1 0 0,0-1 0 0 0,1 1 0 0 0,-1 0-1 0 0,1 0 1 0 0,0 0 0 0 0,0 0-1 0 0,0 0 1 0 0,1 1 0 0 0,0-1-1 0 0,0 1 1 0 0,0 0 0 0 0,1 0-1 0 0,0-1 1 0 0,0 1 0 0 0,0 0 0 0 0,1 0-1 0 0,0 0 1 0 0,0 0 0 0 0,0 0-1 0 0,3 11 1 0 0,-3-15-321 0 0,1 1-1 0 0,0-1 1 0 0,0 0-1 0 0,0 1 1 0 0,1-1-1 0 0,-1 0 1 0 0,0 0 0 0 0,1 0-1 0 0,0 0 1 0 0,-1 0-1 0 0,1 0 1 0 0,0 0-1 0 0,0 0 1 0 0,0-1 0 0 0,0 1-1 0 0,0-1 1 0 0,0 0-1 0 0,1 1 1 0 0,-1-1-1 0 0,0 0 1 0 0,1 0 0 0 0,-1-1-1 0 0,1 1 1 0 0,-1 0-1 0 0,1-1 1 0 0,-1 1-1 0 0,1-1 1 0 0,-1 0 0 0 0,4 0-1 0 0,10 1-193 0 0,-1-1-1 0 0,0 0 1 0 0,21-4-1 0 0,-26 3-29 0 0,0-1-1 0 0,-1 0 0 0 0,1-1 1 0 0,0 0-1 0 0,-1-1 1 0 0,16-8-1 0 0,-22 10 276 0 0,1 1 1 0 0,-1-1-1 0 0,0 0 0 0 0,-1 0 1 0 0,1 0-1 0 0,0-1 0 0 0,-1 1 1 0 0,1 0-1 0 0,-1-1 0 0 0,0 0 0 0 0,0 0 1 0 0,0 0-1 0 0,0 1 0 0 0,0-2 1 0 0,0 1-1 0 0,-1 0 0 0 0,0 0 1 0 0,1 0-1 0 0,-1-1 0 0 0,-1 1 1 0 0,1-1-1 0 0,0-4 0 0 0,-1 4 139 0 0,-1-1 0 0 0,0 1-1 0 0,0-1 1 0 0,0 1 0 0 0,-1 0 0 0 0,0-1-1 0 0,1 1 1 0 0,-2 0 0 0 0,1 0 0 0 0,0 0 0 0 0,-1 0-1 0 0,1 1 1 0 0,-1-1 0 0 0,0 1 0 0 0,-1 0-1 0 0,1 0 1 0 0,0 0 0 0 0,-1 0 0 0 0,0 0-1 0 0,1 1 1 0 0,-1-1 0 0 0,0 1 0 0 0,0 0 0 0 0,-9-3-1 0 0,3 1-797 0 0,0 1-1 0 0,0 0 0 0 0,0 0 0 0 0,-16-2 0 0 0,-7 4-6034 0 0,2 4-4833 0 0,17 0 3995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6.08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94 143 368 0 0,'7'6'10613'0'0,"-2"7"-3950"0"0,-3 22-844 0 0,-10 31-1992 0 0,6-32-1499 0 0,3-29-2006 0 0,-1-1 1 0 0,0 0-1 0 0,0 0 1 0 0,-1 0 0 0 0,1 1-1 0 0,-1-1 1 0 0,-2 6-1 0 0,2 0 89 0 0,2-8-400 0 0,0 0 0 0 0,0 0 1 0 0,0 0-1 0 0,-1 0 0 0 0,1 0 0 0 0,-1 0 1 0 0,1 1-1 0 0,-1-1 0 0 0,0 0 1 0 0,0 0-1 0 0,0 1 0 0 0,0-1 1 0 0,-1 4-1 0 0,1 6-11 0 0,-6 0 0 0 0,-8-10 0 0 0,10-3 0 0 0,0-1 0 0 0,0 1 0 0 0,0-1 0 0 0,0 1 0 0 0,0-1 0 0 0,0 0 0 0 0,0-1 0 0 0,1 1 0 0 0,-1 0 0 0 0,1-1 0 0 0,0 0 0 0 0,0 0 0 0 0,0 0 0 0 0,0 0 0 0 0,0-1 0 0 0,0 1 0 0 0,1-1 0 0 0,0 1 0 0 0,0-1 0 0 0,0 0 0 0 0,0 0 0 0 0,1 0 0 0 0,-1 0 0 0 0,1 0 0 0 0,0-1 0 0 0,0 1 0 0 0,0 0 0 0 0,1 0 0 0 0,0-1 0 0 0,0 1 0 0 0,0 0 0 0 0,0-1 0 0 0,0 1 0 0 0,2-6 0 0 0,0 0 0 0 0,1-1 0 0 0,0 1 0 0 0,0 0 0 0 0,1 0 0 0 0,0 0 0 0 0,1 1 0 0 0,0-1 0 0 0,0 1 0 0 0,1 0 0 0 0,0 1 0 0 0,1-1 0 0 0,0 1 0 0 0,12-11 0 0 0,7-2 0 0 0,0 2 0 0 0,1 0 0 0 0,1 2 0 0 0,1 1 0 0 0,58-24 0 0 0,-76 38 0 0 0,0 8 0 0 0,-3 4 0 0 0,-1-2 0 0 0,-8-10-474 0 0,-28-30-18268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6.75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6 272 0 0,'0'0'23277'0'0,"5"-1"-22582"0"0,40-4 1127 0 0,-42 5-1631 0 0,0 1-1 0 0,-1-1 0 0 0,1 0 1 0 0,-1 1-1 0 0,1 0 0 0 0,-1-1 1 0 0,1 1-1 0 0,-1 0 0 0 0,1 0 1 0 0,-1 1-1 0 0,0-1 0 0 0,0 0 1 0 0,1 1-1 0 0,-1-1 0 0 0,0 1 0 0 0,0 0 1 0 0,0 0-1 0 0,-1 0 0 0 0,4 4 1 0 0,-5-4-119 0 0,1 0 0 0 0,-1 0 0 0 0,0 0-1 0 0,0 0 1 0 0,0 0 0 0 0,0 1 0 0 0,0-1 0 0 0,0 0 0 0 0,0 0 0 0 0,-1 0 0 0 0,1 0 0 0 0,-1 0 0 0 0,0 0 0 0 0,1 0 0 0 0,-1 0 0 0 0,0 0 0 0 0,0 0 0 0 0,-1 0 0 0 0,1 0 0 0 0,0-1-1 0 0,-2 3 1 0 0,-34 41 1240 0 0,-1-5-1312 0 0,36-34 0 0 0,19 1 0 0 0,-4-3 0 0 0,-1-1 0 0 0,1-1 0 0 0,0 0 0 0 0,0-1 0 0 0,0 0 0 0 0,24-2 0 0 0,6 0 0 0 0,-40 2-156 0 0,-1-1 1 0 0,0 0-1 0 0,0 0 0 0 0,0 0 1 0 0,1 0-1 0 0,-1 0 0 0 0,0 0 0 0 0,0-1 1 0 0,0 1-1 0 0,0-1 0 0 0,0 1 1 0 0,1-1-1 0 0,1-1 0 0 0,-1 0-747 0 0,-1 1-1239 0 0,-2-9-3332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7.2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 5 2328 0 0,'0'0'8090'0'0,"0"5"-5633"0"0,-5 24 9766 0 0,10-31-11116 0 0,103-22 3002 0 0,-76 19-4647 0 0,51 0 0 0 0,-81 5 168 0 0,5-2 56 0 0,-4 3-832 0 0,-4 2-2473 0 0,-24 30-51 0 0,-55 52 0 0 0,-1-13 2404 0 0,76-68 1495 0 0,3-3-5 0 0,1-1-1 0 0,-1 1 1 0 0,1 0 0 0 0,-1 0-1 0 0,1 0 1 0 0,-1 0 0 0 0,1 1-1 0 0,0-1 1 0 0,0 0 0 0 0,-1 0-1 0 0,1 1 1 0 0,0-1 0 0 0,0 1-1 0 0,0-1 1 0 0,1 1 0 0 0,-1-1-1 0 0,0 1 1 0 0,0 1 0 0 0,1-2-125 0 0,1 0 1 0 0,-1 0-1 0 0,1 0 0 0 0,0 0 1 0 0,-1 0-1 0 0,1 0 0 0 0,0-1 1 0 0,0 1-1 0 0,0 0 0 0 0,-1-1 1 0 0,1 1-1 0 0,0 0 0 0 0,0-1 1 0 0,0 1-1 0 0,0-1 1 0 0,0 1-1 0 0,0-1 0 0 0,0 0 1 0 0,0 1-1 0 0,0-1 0 0 0,0 0 1 0 0,0 0-1 0 0,0 0 0 0 0,1 0 1 0 0,-1 0-1 0 0,0 0 1 0 0,0 0-1 0 0,0 0 0 0 0,2-1 1 0 0,36-1 1591 0 0,-38 2-1659 0 0,25-4 438 0 0,1-1 0 0 0,-1-1 0 0 0,-1-1 0 0 0,35-15 0 0 0,-36 11-2296 0 0,-1-1-1 0 0,31-20 1 0 0,-41 20-353 0 0,-7 5-803 0 0,0 1-3312 0 0,1 1 796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7.5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33 6 60 0 0,'4'-6'26380'0'0,"-10"17"-25976"0"0,1 1 0 0 0,0 0 1 0 0,1 0-1 0 0,1 0 0 0 0,0 0 0 0 0,0 1 0 0 0,0 14 0 0 0,-1 98 2600 0 0,4-104-2914 0 0,4 3-90 0 0,4 34 0 0 0,-7-47 0 0 0,4-3-49 0 0,-4-6-573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8.11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303 0 596 0 0,'0'0'7699'0'0,"0"21"5516"0"0,-3-13-10889 0 0,-32 13-838 0 0,1 1 1 0 0,1 2-1 0 0,1 1 1 0 0,2 2-1 0 0,-49 54 1 0 0,72-72-1489 0 0,0-1 0 0 0,1 1 0 0 0,0 0 0 0 0,1 1 0 0 0,-1 0 0 0 0,2 0 0 0 0,-7 19 0 0 0,10-25 0 0 0,0 1 0 0 0,0-1 0 0 0,0 0 0 0 0,1 0 0 0 0,-1 0 0 0 0,1 0 0 0 0,0 0 0 0 0,1 1 0 0 0,-1-1 0 0 0,2 7 0 0 0,-1-9 0 0 0,0 0 0 0 0,0 0 0 0 0,0 0 0 0 0,0 0 0 0 0,0 0 0 0 0,0 0 0 0 0,1 0 0 0 0,-1 0 0 0 0,1 0 0 0 0,-1-1 0 0 0,1 1 0 0 0,0 0 0 0 0,-1-1 0 0 0,1 0 0 0 0,0 1 0 0 0,0-1 0 0 0,0 0 0 0 0,0 0 0 0 0,1 0 0 0 0,2 1 0 0 0,7 2 0 0 0,1-1 0 0 0,1-1 0 0 0,-1 0 0 0 0,0 0 0 0 0,1-1 0 0 0,-1-1 0 0 0,0 0 0 0 0,17-3 0 0 0,5-2 0 0 0,64-18 0 0 0,-87 20 0 0 0,-7 2 0 0 0,1 0 0 0 0,-1-1 0 0 0,1 0 0 0 0,-1 0 0 0 0,0 0 0 0 0,0-1 0 0 0,0 0 0 0 0,0 0 0 0 0,0 0 0 0 0,0 0 0 0 0,7-9 0 0 0,-5 2 0 0 0,-4-2 0 0 0,-13-2 0 0 0,-15 11-7816 0 0,24 2 7342 0 0,0 1 0 0 0,1 0 0 0 0,-1 0 0 0 0,0 0 0 0 0,0 0 0 0 0,0-1 0 0 0,0 1 0 0 0,0 1 1 0 0,0-1-1 0 0,0 0 0 0 0,0 0 0 0 0,0 0 0 0 0,0 0 0 0 0,0 1 0 0 0,1-1 0 0 0,-1 0 0 0 0,0 1 0 0 0,0-1 0 0 0,0 1 0 0 0,0-1 0 0 0,1 1 0 0 0,-1-1 0 0 0,0 1 0 0 0,0 0 1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8.4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17 1 948 0 0,'0'0'18581'0'0,"6"18"-13496"0"0,-9-9-4114 0 0,0-1 0 0 0,0 1 0 0 0,1-1 0 0 0,1 1 0 0 0,-2 16-1 0 0,-5 30 1358 0 0,8-40-2328 0 0,5-2 0 0 0,1-7-47 0 0,-5-5-529 0 0,-1-3 96 0 0,1 0 0 0 0,0 0 1 0 0,0-1-1 0 0,0 1 0 0 0,0 0 0 0 0,0 0 0 0 0,0 0 0 0 0,0 1 0 0 0,1-1 0 0 0,-1 0 0 0 0,1 0 0 0 0,2-1 0 0 0,7-11-3651 0 0,-4 1-3998 0 0,-6-3 461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8.71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35 1224 0 0,'0'0'22185'0'0,"36"3"-17944"0"0,95-22-752 0 0,-72 8-4765 0 0,-2 4-4012 0 0,-54 6 3930 0 0,-40 26-17859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8.90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90 540 0 0,'0'0'8639'0'0,"3"2"-7046"0"0,2 0-1153 0 0,-1 0 1 0 0,1 0-1 0 0,0-1 1 0 0,0 1-1 0 0,-1-1 1 0 0,1-1-1 0 0,0 1 1 0 0,0-1-1 0 0,0 0 1 0 0,0 0 0 0 0,0 0-1 0 0,0-1 1 0 0,0 1-1 0 0,0-1 1 0 0,0 0-1 0 0,0-1 1 0 0,0 1-1 0 0,7-5 1 0 0,7-1-635 0 0,0-1 0 0 0,-1-1 0 0 0,27-16 0 0 0,-27 7-3082 0 0,-3 1-4437 0 0,-3 10 3564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9.3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91 50 1148 0 0,'0'0'19502'0'0,"-7"3"-18370"0"0,1 1-478 0 0,0 0 0 0 0,1 0-1 0 0,-1 0 1 0 0,1 1 0 0 0,0 0 0 0 0,0 0-1 0 0,0 0 1 0 0,1 1 0 0 0,0-1 0 0 0,0 1-1 0 0,0 0 1 0 0,1 0 0 0 0,-4 8 0 0 0,5-8-550 0 0,-1 0 0 0 0,1 0 0 0 0,0 0 1 0 0,0 0-1 0 0,1 1 0 0 0,0-1 0 0 0,0 0 0 0 0,1 1 1 0 0,-1-1-1 0 0,2 8 0 0 0,0-12-83 0 0,-1 1 1 0 0,1-1-1 0 0,0 0 1 0 0,0 0-1 0 0,0 0 1 0 0,1 0-1 0 0,-1 0 0 0 0,0 0 1 0 0,1 0-1 0 0,-1 0 1 0 0,1 0-1 0 0,0-1 1 0 0,-1 1-1 0 0,1 0 1 0 0,0-1-1 0 0,0 0 0 0 0,0 1 1 0 0,0-1-1 0 0,0 0 1 0 0,1 0-1 0 0,-1 0 1 0 0,0 0-1 0 0,0-1 1 0 0,1 1-1 0 0,-1-1 0 0 0,0 1 1 0 0,1-1-1 0 0,-1 0 1 0 0,1 0-1 0 0,-1 0 1 0 0,3 0-1 0 0,16 1-46 0 0,0-2 0 0 0,-1 0 0 0 0,1-1 0 0 0,-1-1 0 0 0,0-1 0 0 0,28-9 0 0 0,-36 10 18 0 0,0-1-1 0 0,-1-1 1 0 0,0 0-1 0 0,0 0 0 0 0,0-1 1 0 0,-1 0-1 0 0,0-1 0 0 0,0-1 1 0 0,0 1-1 0 0,-1-1 0 0 0,0-1 1 0 0,8-10-1 0 0,0-18 282 0 0,-16 36-274 0 0,-1 0 0 0 0,0 0 0 0 0,1 0 0 0 0,-1 0 0 0 0,0 0 0 0 0,0-1 0 0 0,0 1 0 0 0,0 0 0 0 0,0 0 0 0 0,0 0 0 0 0,-1 0 0 0 0,1 0 0 0 0,0 0 0 0 0,0 0 0 0 0,-1-1 0 0 0,1 1 0 0 0,-1 0 0 0 0,1 0 0 0 0,-1 0 0 0 0,1 0 0 0 0,-1 1 0 0 0,0-1 0 0 0,1 0 0 0 0,-1 0 0 0 0,0 0 0 0 0,-1-1 0 0 0,0 1 0 0 0,-1-4-17 0 0,0 0 0 0 0,0 0 0 0 0,-1 1-1 0 0,0-1 1 0 0,0 1 0 0 0,0 0 0 0 0,0 0 0 0 0,-1 1 0 0 0,1-1 0 0 0,-1 1-1 0 0,0 0 1 0 0,0 0 0 0 0,0 1 0 0 0,-1-1 0 0 0,1 1 0 0 0,0 0 0 0 0,-1 1-1 0 0,1-1 1 0 0,-1 1 0 0 0,0 0 0 0 0,0 1 0 0 0,-10-1 0 0 0,1 1-165 0 0,0 1 0 0 0,0 0 1 0 0,1 1-1 0 0,-1 0 0 0 0,1 1 1 0 0,-1 1-1 0 0,-23 9 0 0 0,18-4-3397 0 0,-10 4-9516 0 0,17-8 5087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0.2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27 296 312 0 0,'0'0'16981'0'0,"-4"4"-15416"0"0,1 2-807 0 0,0 1 1 0 0,0 0-1 0 0,0-1 0 0 0,1 1 0 0 0,0 0 0 0 0,0 0 0 0 0,1 0 0 0 0,-1 0 0 0 0,1 14 0 0 0,1 83 4212 0 0,1-57-3615 0 0,-1 49-1352 0 0,1-82-3 0 0,3-3 0 0 0,-3-10 0 0 0,-1-1 0 0 0,0 0 0 0 0,0 0 0 0 0,0 0 0 0 0,0 0 0 0 0,1 1 0 0 0,-1-1 0 0 0,0 0 0 0 0,0 0 0 0 0,0 0 0 0 0,0 0 0 0 0,1 0 0 0 0,-1 0 0 0 0,0 1 0 0 0,0-1 0 0 0,1 0 0 0 0,-1 0 0 0 0,0 0 0 0 0,0 0 0 0 0,0 0 0 0 0,1 0 0 0 0,-1 0 0 0 0,0 0 0 0 0,0 0 0 0 0,1 0 0 0 0,-1 0 0 0 0,0 0 0 0 0,0 0 0 0 0,1 0 0 0 0,-1 0 0 0 0,0 0 0 0 0,0-1 0 0 0,0 1 0 0 0,1 0 0 0 0,-1 0 0 0 0,0 0 0 0 0,0 0 0 0 0,0 0 0 0 0,1 0 0 0 0,-1-1 0 0 0,0 1 0 0 0,0 0 0 0 0,0 0 0 0 0,0 0 0 0 0,0 0 0 0 0,1-1 0 0 0,-1 1 0 0 0,0 0 0 0 0,0 0 0 0 0,0 0 0 0 0,0-1 0 0 0,0 1 0 0 0,0 0 0 0 0,0 0 0 0 0,0-1 0 0 0,0 1 0 0 0,0 0 0 0 0,0 0 0 0 0,0-1 0 0 0,4-10 0 0 0,5-27 0 0 0,-3 0 0 0 0,0 0 0 0 0,-3-1 0 0 0,-2-58 0 0 0,-20-78 0 0 0,19 167 0 0 0,1 0 0 0 0,0 1 0 0 0,0-1 0 0 0,1 1 0 0 0,0-1 0 0 0,1 1 0 0 0,0 0 0 0 0,0 0 0 0 0,0 0 0 0 0,1 0 0 0 0,0 1 0 0 0,0-1 0 0 0,0 1 0 0 0,1 0 0 0 0,0 0 0 0 0,1 1 0 0 0,-1-1 0 0 0,1 1 0 0 0,0 0 0 0 0,0 1 0 0 0,1-1 0 0 0,12-5 0 0 0,2-1 0 0 0,0 1 0 0 0,1 1 0 0 0,1 1 0 0 0,-1 1 0 0 0,1 1 0 0 0,30-4 0 0 0,-41 8 0 0 0,1 5 0 0 0,-3 4 0 0 0,-9 5 0 0 0,-7 2-638 0 0,-1-1-1 0 0,0 0 1 0 0,-11 14-1 0 0,12-23-1033 0 0,-2 2-1757 0 0,4 2-7808 0 0,0 2 3439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0.9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 7 1112 0 0,'-5'4'24889'0'0,"78"-11"-23978"0"0,-44 4-3168 0 0,-26 3 1027 0 0,10 0-1484 0 0,-10 0-779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1.5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74 24 1624 0 0,'0'0'6743'0'0,"1"-11"-1675"0"0,6-1 4366 0 0,-3 12-9090 0 0,-1 0 0 0 0,1 0 1 0 0,0 0-1 0 0,0 0 0 0 0,-1 1 0 0 0,1 0 1 0 0,0 0-1 0 0,0 0 0 0 0,-1 0 1 0 0,1 0-1 0 0,-1 1 0 0 0,0 0 0 0 0,1 0 1 0 0,4 3-1 0 0,-6-3-147 0 0,0 0 0 0 0,-1 0 1 0 0,0 0-1 0 0,1 0 0 0 0,-1 1 0 0 0,0-1 1 0 0,0 0-1 0 0,0 1 0 0 0,0-1 0 0 0,0 0 1 0 0,-1 1-1 0 0,1-1 0 0 0,-1 1 0 0 0,0 0 1 0 0,1-1-1 0 0,-1 1 0 0 0,0-1 0 0 0,-1 1 1 0 0,1-1-1 0 0,0 1 0 0 0,-1-1 0 0 0,1 1 1 0 0,-2 2-1 0 0,0 2-197 0 0,1 0 0 0 0,-2-1 0 0 0,1 1 0 0 0,-1-1 0 0 0,0 0 0 0 0,0 0 0 0 0,0 0 0 0 0,-1 0 0 0 0,0 0 0 0 0,0-1 0 0 0,-10 10 0 0 0,1-4 0 0 0,0-1 0 0 0,-1 0 0 0 0,0-1 0 0 0,-1-1 0 0 0,-23 10 0 0 0,46-24 0 0 0,-4 1 0 0 0,0 1 0 0 0,1 1 0 0 0,-1-1 0 0 0,1 0 0 0 0,0 1 0 0 0,10-5 0 0 0,24-7 0 0 0,-27 9 0 0 0,0 1 0 0 0,0 1 0 0 0,0 0 0 0 0,1 1 0 0 0,-1 0 0 0 0,1 1 0 0 0,0 0 0 0 0,0 1 0 0 0,0 1 0 0 0,0 0 0 0 0,15 2 0 0 0,-12-1 0 0 0,-3 1 0 0 0,-1-1 0 0 0,-2 0-295 0 0,-8 0-1312 0 0,-2-20-23045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1.8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4 560 0 0,'0'0'2874'0'0,"-25"-4"24848"0"0,171 11-26808 0 0,-143-7-1731 0 0,17 6-6981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2.1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 70 1496 0 0,'-11'18'15839'0'0,"24"-22"-265"0"0,1-1-12612 0 0,2-1-6194 0 0,90-31 2465 0 0,-54 18-7920 0 0,-48 16 2305 0 0,-1-3 3407 0 0,-2 4 847 0 0,6-3-4452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2.80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105 0 20 0 0,'0'0'21580'0'0,"0"4"-19003"0"0,-66 209 6013 0 0,51-157-8590 0 0,9-37 0 0 0,1 1 0 0 0,1-1 0 0 0,0 1 0 0 0,-1 24 0 0 0,7-33 0 0 0,8 12-2148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3.7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255 61 324 0 0,'1'-3'757'0'0,"-1"0"-1"0"0,0 1 1 0 0,0-1-1 0 0,0 1 1 0 0,0-1-1 0 0,-1 0 1 0 0,1 1-1 0 0,-1-1 1 0 0,0 1 0 0 0,1-1-1 0 0,-1 1 1 0 0,0-1-1 0 0,0 1 1 0 0,-1-1-1 0 0,1 1 1 0 0,-1 0-1 0 0,1 0 1 0 0,-1 0 0 0 0,1 0-1 0 0,-1 0 1 0 0,-3-3-1 0 0,3 4-362 0 0,1 1 0 0 0,-1-1 0 0 0,1 0 0 0 0,-1 1 0 0 0,0-1 0 0 0,1 1 0 0 0,-1 0 0 0 0,0 0 0 0 0,1-1 0 0 0,-1 1 0 0 0,0 0 0 0 0,1 0 0 0 0,-3 1 0 0 0,-30 10 1364 0 0,19-1-1210 0 0,1 1 1 0 0,1 0 0 0 0,0 0 0 0 0,0 2 0 0 0,1-1 0 0 0,1 2 0 0 0,0-1 0 0 0,1 1 0 0 0,0 1 0 0 0,1 0 0 0 0,1 0 0 0 0,1 1 0 0 0,0 0 0 0 0,-7 25 0 0 0,11-32-533 0 0,2-1 1 0 0,-1 1 0 0 0,1 0 0 0 0,1 0-1 0 0,-1-1 1 0 0,1 1 0 0 0,1 0 0 0 0,0 0-1 0 0,0-1 1 0 0,1 1 0 0 0,0 0 0 0 0,0-1 0 0 0,1 1-1 0 0,0-1 1 0 0,5 11 0 0 0,-4-13-16 0 0,0 0 0 0 0,0-1 0 0 0,0 1 0 0 0,0-1 1 0 0,1 1-1 0 0,0-1 0 0 0,0-1 0 0 0,1 1 0 0 0,-1-1 0 0 0,1 0 1 0 0,0 0-1 0 0,0 0 0 0 0,0-1 0 0 0,1 0 0 0 0,-1 0 0 0 0,1-1 1 0 0,-1 0-1 0 0,1 0 0 0 0,11 1 0 0 0,-1 0-559 0 0,1-1 1 0 0,0-1-1 0 0,0 0 0 0 0,0-2 1 0 0,0 0-1 0 0,-1-1 0 0 0,1 0 1 0 0,0-2-1 0 0,-1 0 0 0 0,0-1 1 0 0,0-1-1 0 0,0 0 1 0 0,-1-1-1 0 0,19-11 0 0 0,-33 16 149 0 0,0 1-1 0 0,0 0 0 0 0,-1-1 0 0 0,1 0 1 0 0,0 1-1 0 0,-1-1 0 0 0,1 0 1 0 0,-1 0-1 0 0,1 0 0 0 0,-1 0 1 0 0,0 0-1 0 0,0 0 0 0 0,0 0 1 0 0,0 0-1 0 0,0-1 0 0 0,0 1 1 0 0,-1 0-1 0 0,1-3 0 0 0,-1 2-2720 0 0,-3 2-1973 0 0,-13-5 390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4.1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82 31 1168 0 0,'-16'-11'9543'0'0,"15"5"-1198"0"0,11-5-7385 0 0,-8 8-63 0 0,4 4 148 0 0,-1-1 0 0 0,1 1 0 0 0,-1 0 0 0 0,1 0 0 0 0,9 3 0 0 0,-15 0-914 0 0,1-1-1 0 0,-1 0 0 0 0,0 1 1 0 0,0-1-1 0 0,0 0 1 0 0,0 1-1 0 0,-1-1 1 0 0,1 1-1 0 0,-1-1 0 0 0,0 0 1 0 0,0 0-1 0 0,0 1 1 0 0,0-1-1 0 0,-1 0 1 0 0,1 0-1 0 0,-1 0 0 0 0,0 0 1 0 0,0-1-1 0 0,-3 4 1 0 0,-48 60 2711 0 0,44-56-2709 0 0,-22 41-133 0 0,30-50 0 0 0,1 0 0 0 0,-1 0 0 0 0,0 0 0 0 0,1 0 0 0 0,-1 0 0 0 0,0 0 0 0 0,1 0 0 0 0,-1 1 0 0 0,1-1 0 0 0,0 0 0 0 0,-1 0 0 0 0,1 1 0 0 0,0-1 0 0 0,0 0 0 0 0,0 0 0 0 0,0 1 0 0 0,0-1 0 0 0,0 0 0 0 0,0 0 0 0 0,0 1 0 0 0,1-1 0 0 0,-1 0 0 0 0,0 0 0 0 0,1 1 0 0 0,-1-1 0 0 0,1 0 0 0 0,-1 0 0 0 0,1 0 0 0 0,0 0 0 0 0,-1 0 0 0 0,1 0 0 0 0,0 0 0 0 0,0 0 0 0 0,0 0 0 0 0,0 0 0 0 0,0 0 0 0 0,0 0 0 0 0,1 1 0 0 0,1 0 0 0 0,1 0 0 0 0,-1-1 0 0 0,0 1 0 0 0,1-1 0 0 0,-1 1 0 0 0,1-1 0 0 0,-1 0 0 0 0,6 1 0 0 0,6-3-484 0 0,0 1 0 0 0,-1-2 0 0 0,1 0 0 0 0,-1-1 0 0 0,1 0 0 0 0,-1-1 0 0 0,0-1 0 0 0,-1 0 0 0 0,1-1 0 0 0,-1 0 0 0 0,13-9 0 0 0,-17 10 339 0 0,23-15-9067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4.64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 41 696 0 0,'0'0'6208'0'0,"-4"2"-3310"0"0,-17 8 13048 0 0,29-11-14823 0 0,75-15 960 0 0,44-8-2860 0 0,-80 13-2936 0 0,-45 11 2959 0 0,-2 2-1277 0 0,0-1 1966 0 0,0 0 0 0 0,1 0 1 0 0,-1 0-1 0 0,0 0 1 0 0,0 0-1 0 0,0 0 0 0 0,-1 0 1 0 0,1 0-1 0 0,0 0 0 0 0,0 0 1 0 0,0 0-1 0 0,-1 0 0 0 0,1 0 1 0 0,-1 0-1 0 0,1-1 0 0 0,-1 1 1 0 0,1 0-1 0 0,-2 1 1 0 0,-64 45-990 0 0,29-21 2251 0 0,0 1-1 0 0,-59 56 1 0 0,95-82-1142 0 0,1 0 1 0 0,-1-1 0 0 0,1 1-1 0 0,-1 0 1 0 0,1-1 0 0 0,0 1-1 0 0,-1 0 1 0 0,1 0 0 0 0,0 0-1 0 0,-1-1 1 0 0,1 1 0 0 0,0 0-1 0 0,0 0 1 0 0,0 0 0 0 0,-1 0-1 0 0,1-1 1 0 0,0 1 0 0 0,0 0 0 0 0,0 0-1 0 0,1 0 1 0 0,-1 0 0 0 0,0-1-1 0 0,0 1 1 0 0,0 0 0 0 0,1 0-1 0 0,-1 0 1 0 0,0 0 0 0 0,1-1-1 0 0,-1 1 1 0 0,0 0 0 0 0,1-1-1 0 0,-1 1 1 0 0,1 0 0 0 0,0-1-1 0 0,0 2 1 0 0,20 13 597 0 0,-11-13-837 0 0,0-1-1 0 0,-1 0 1 0 0,1 0-1 0 0,0-1 1 0 0,-1 0-1 0 0,1 0 1 0 0,0-1-1 0 0,-1-1 1 0 0,1 0-1 0 0,14-4 1 0 0,13-9-4683 0 0,-2-2-4469 0 0,-27 11 4044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5.0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98 8 540 0 0,'-4'-7'24950'0'0,"-6"32"-17993"0"0,-11 54-9094 0 0,18-67 4477 0 0,-18 68-2281 0 0,-17 138-1 0 0,37-205-1038 0 0,2-1 1 0 0,-1 1-1 0 0,5 21 0 0 0,1 17-4979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38:27.61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0 313 1328,'0'0'14965,"5"44"-6624,4-17-6370,-4-13 2812,5-117-4238,-8 69-361,10-58 0,-10 84-171,0 1 1,0 0 0,0 1-1,1-1 1,0 0-1,1 1 1,-1-1-1,1 1 1,1 0-1,-1 1 1,1-1-1,0 1 1,0-1-1,0 2 1,1-1-1,0 0 1,7-3-1,9-4 32,0 2-1,1 1 1,1 0-1,29-6 1,-39 13-45,2 6 0,-10 3 0,-4 2 0,2 2 0,-8 2-124,3-10-601,-23-9-25757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8.08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46 1876 0 0,'0'0'14433'0'0,"24"-4"-8664"0"0,-6 0-4874 0 0,11-6 399 0 0,-20 8-1704 0 0,1-1 0 0 0,0-1 0 0 0,-1 0-1 0 0,18-10 1 0 0,-26 13-443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8.24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0 133 840 0 0,'0'1'3094'0'0,"5"11"10152"0"0,7-13-12702 0 0,0-1 0 0 0,0 0 0 0 0,-1-1 0 0 0,1 0 0 0 0,-1 0 0 0 0,1-2 0 0 0,16-7 0 0 0,-4-1-1360 0 0,-1 0-1 0 0,33-24 0 0 0,-52 34 220 0 0,26-24-2165 0 0,-20 6-5703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8.64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34 119 972 0 0,'0'0'17171'0'0,"-4"5"-16332"0"0,0-1-487 0 0,1 1 0 0 0,-1 1-1 0 0,1-1 1 0 0,1 0-1 0 0,-1 1 1 0 0,1-1 0 0 0,-4 12-1 0 0,6-15-283 0 0,-1 0-1 0 0,0 0 0 0 0,1 0 1 0 0,0 0-1 0 0,-1 0 0 0 0,1 1 1 0 0,0-1-1 0 0,0 0 0 0 0,0 0 1 0 0,1 0-1 0 0,-1 0 0 0 0,0 0 0 0 0,1 0 1 0 0,-1 0-1 0 0,1 0 0 0 0,0 0 1 0 0,0 0-1 0 0,0 0 0 0 0,0 0 1 0 0,0 0-1 0 0,0 0 0 0 0,0-1 1 0 0,1 1-1 0 0,-1 0 0 0 0,0-1 1 0 0,1 1-1 0 0,0-1 0 0 0,-1 0 1 0 0,1 1-1 0 0,0-1 0 0 0,-1 0 1 0 0,4 1-1 0 0,4 2-259 0 0,1-2-1 0 0,-1 1 1 0 0,1-1 0 0 0,-1-1 0 0 0,1 0-1 0 0,0 0 1 0 0,-1-1 0 0 0,1 0-1 0 0,0 0 1 0 0,0-1 0 0 0,-1-1 0 0 0,1 0-1 0 0,18-6 1 0 0,-10 2-234 0 0,0 0 0 0 0,0-2-1 0 0,-1 0 1 0 0,0-1 0 0 0,0 0-1 0 0,18-15 1 0 0,-31 20 427 0 0,0-1 1 0 0,0 1-1 0 0,-1-1 1 0 0,0 1-1 0 0,0-1 0 0 0,0 0 1 0 0,0 0-1 0 0,-1-1 1 0 0,0 1-1 0 0,0 0 1 0 0,0-1-1 0 0,-1 1 0 0 0,0-1 1 0 0,0 1-1 0 0,0-1 1 0 0,-1-10-1 0 0,0 13 112 0 0,-1 1 1 0 0,1 0-1 0 0,-1 0 1 0 0,0-1-1 0 0,0 1 1 0 0,1 0-1 0 0,-2 0 1 0 0,1 0-1 0 0,0 0 1 0 0,0 0-1 0 0,-1 0 0 0 0,1 1 1 0 0,-1-1-1 0 0,1 0 1 0 0,-1 1-1 0 0,0-1 1 0 0,1 1-1 0 0,-1-1 1 0 0,0 1-1 0 0,0 0 0 0 0,0 0 1 0 0,0 0-1 0 0,-3-1 1 0 0,-50-17 2145 0 0,53 18-2081 0 0,-5-1 56 0 0,-1 0-1 0 0,1 1 0 0 0,0 0 0 0 0,-1 0 1 0 0,1 0-1 0 0,0 1 0 0 0,-1 0 0 0 0,1 0 0 0 0,-1 1 1 0 0,1 0-1 0 0,0 1 0 0 0,-1-1 0 0 0,1 1 1 0 0,-10 5-1 0 0,17-7-414 0 0,-14 11-355 0 0,10-3-2607 0 0,7 0-9692 0 0,9 1 7026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9.19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175 23 1860 0 0,'-1'-2'729'0'0,"-11"-16"16052"0"0,12 18-16458 0 0,-1-1 0 0 0,0 1 0 0 0,0-1-1 0 0,0 1 1 0 0,0 0 0 0 0,0 0 0 0 0,0 0-1 0 0,-1-1 1 0 0,1 1 0 0 0,0 0 0 0 0,0 0-1 0 0,0 0 1 0 0,0 1 0 0 0,0-1-1 0 0,0 0 1 0 0,-1 1 0 0 0,-9 4 285 0 0,1 0 1 0 0,0 2-1 0 0,1-1 1 0 0,-1 1-1 0 0,1 0 1 0 0,1 1-1 0 0,-1 0 1 0 0,1 1-1 0 0,1 0 1 0 0,0 0-1 0 0,0 0 1 0 0,-7 13-1 0 0,7-9-608 0 0,4-7 0 0 0,1-1 0 0 0,-1 1 0 0 0,1-1 0 0 0,0 1 0 0 0,0 0 0 0 0,-1 6 0 0 0,3-10 0 0 0,0 0 0 0 0,0 1 0 0 0,0-1 0 0 0,0 0 0 0 0,0 1 0 0 0,1-1 0 0 0,-1 0 0 0 0,1 1 0 0 0,-1-1 0 0 0,1 0 0 0 0,0 0 0 0 0,0 0 0 0 0,0 0 0 0 0,0 0 0 0 0,0 0 0 0 0,1 0 0 0 0,-1 0 0 0 0,1 0 0 0 0,-1 0 0 0 0,4 2 0 0 0,-1-1-254 0 0,1 0 0 0 0,-1 0 0 0 0,1-1 0 0 0,0 1 0 0 0,0-1 0 0 0,0 0 0 0 0,1 0 0 0 0,-1-1 0 0 0,0 0 0 0 0,1 1 0 0 0,-1-2 0 0 0,1 1 0 0 0,-1-1 0 0 0,1 0 0 0 0,-1 0 0 0 0,0 0 0 0 0,1-1 0 0 0,-1 0 0 0 0,7-2 0 0 0,7-1-1047 0 0,-1 0 1 0 0,0-2-1 0 0,0-1 1 0 0,21-10-1 0 0,-15 0-9188 0 0,-18 9 4474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9.57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64 2036 0 0,'0'0'20578'0'0,"21"-17"-17226"0"0,71-11-869 0 0,-33 10-5444 0 0,-56 17 1869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9.7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35 5 792 0 0,'-29'33'12989'0'0,"28"-33"-12841"0"0,1 0 0 0 0,0 0 1 0 0,-1 0-1 0 0,1 1 1 0 0,0-1-1 0 0,-1 0 0 0 0,1 0 1 0 0,0 1-1 0 0,-1-1 1 0 0,1 0-1 0 0,0 1 1 0 0,0-1-1 0 0,-1 0 0 0 0,1 1 1 0 0,0-1-1 0 0,0 1 1 0 0,0-1-1 0 0,0 0 0 0 0,-1 1 1 0 0,1-1-1 0 0,0 1 1 0 0,0-1-1 0 0,0 0 1 0 0,0 1-1 0 0,0-1 0 0 0,0 1 1 0 0,0-1-1 0 0,0 0 1 0 0,0 1-1 0 0,3 1-117 0 0,-1-1-1 0 0,1 0 1 0 0,-1 1 0 0 0,1-1-1 0 0,0 0 1 0 0,-1-1 0 0 0,1 1-1 0 0,0 0 1 0 0,0-1 0 0 0,0 0 0 0 0,-1 0-1 0 0,1 1 1 0 0,0-2 0 0 0,0 1-1 0 0,0 0 1 0 0,0 0 0 0 0,-1-1-1 0 0,6-1 1 0 0,59-18-2840 0 0,-33 3-778 0 0,-14 6-1468 0 0,-7 4 914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0.11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222 40 920 0 0,'0'0'5354'0'0,"7"-1"-3891"0"0,-6 6 6504 0 0,-1-5-7940 0 0,-49 53 3956 0 0,45-49-3669 0 0,1 0 0 0 0,0 0 0 0 0,0 1 0 0 0,0-1 0 0 0,0 1 0 0 0,1 0 0 0 0,0 0 1 0 0,0 0-1 0 0,0 0 0 0 0,0 0 0 0 0,1 0 0 0 0,-1 7 0 0 0,2 0 171 0 0,-1-10-466 0 0,1 0-1 0 0,-1 0 0 0 0,1 0 1 0 0,0 0-1 0 0,0 0 1 0 0,0 0-1 0 0,0 0 1 0 0,0 0-1 0 0,1 0 1 0 0,-1 0-1 0 0,0-1 1 0 0,1 1-1 0 0,0 0 1 0 0,-1 0-1 0 0,1 0 1 0 0,0 0-1 0 0,0-1 1 0 0,0 1-1 0 0,0 0 1 0 0,0-1-1 0 0,0 1 1 0 0,0-1-1 0 0,1 1 0 0 0,-1-1 1 0 0,1 0-1 0 0,-1 1 1 0 0,1-1-1 0 0,-1 0 1 0 0,1 0-1 0 0,0 0 1 0 0,0 0-1 0 0,-1 0 1 0 0,3 0-1 0 0,3 1-226 0 0,-1-1-1 0 0,0 0 1 0 0,1 0-1 0 0,-1-1 1 0 0,1 1-1 0 0,-1-1 1 0 0,0-1-1 0 0,1 1 1 0 0,-1-1-1 0 0,1 0 1 0 0,-1-1 0 0 0,11-3-1 0 0,0-1-278 0 0,-1-1 1 0 0,1 0-1 0 0,19-12 0 0 0,-33 17 487 0 0,0 0-1 0 0,0 0 0 0 0,-1 0 1 0 0,1 0-1 0 0,0 0 1 0 0,-1-1-1 0 0,0 1 1 0 0,1-1-1 0 0,-1 0 1 0 0,0 1-1 0 0,0-1 0 0 0,-1 0 1 0 0,1 0-1 0 0,0 0 1 0 0,-1-1-1 0 0,0 1 1 0 0,0 0-1 0 0,0 0 0 0 0,0-1 1 0 0,0 1-1 0 0,-1-1 1 0 0,0 1-1 0 0,1 0 1 0 0,-1-1-1 0 0,0 1 0 0 0,-1-1 1 0 0,1 1-1 0 0,-1-1 1 0 0,1 1-1 0 0,-1 0 1 0 0,0-1-1 0 0,0 1 0 0 0,-3-4 1 0 0,2 1 122 0 0,-1 1 1 0 0,0 0-1 0 0,0 0 1 0 0,0 0-1 0 0,0 0 1 0 0,-1 1-1 0 0,0-1 1 0 0,0 1-1 0 0,0 0 1 0 0,-1 0-1 0 0,0 1 1 0 0,1-1-1 0 0,-1 1 1 0 0,0 0-1 0 0,0 0 1 0 0,-1 1-1 0 0,1-1 1 0 0,-11-2-1 0 0,4 3-167 0 0,0 0-1 0 0,0 1 0 0 0,-1 0 0 0 0,1 1 0 0 0,0 1 1 0 0,-1 0-1 0 0,1 0 0 0 0,0 1 0 0 0,-16 5 0 0 0,-38 18-3480 0 0,3 9-5327 0 0,28-15 3385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2.52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32 387 28 0 0,'0'0'4663'0'0,"0"10"-2349"0"0,1-4 1112 0 0,6 9-1310 0 0,-2 1 1 0 0,0 0-1 0 0,-1 0 0 0 0,0 0 0 0 0,-2 1 1 0 0,2 26-1 0 0,-4-41-1680 0 0,4 17 987 0 0,-2-8-678 0 0,-4-13 37 0 0,-13-44-750 0 0,2 0 0 0 0,2-1 0 0 0,-7-68 0 0 0,12 77-22 0 0,3 9 193 0 0,2 1 1 0 0,2-35-1 0 0,0 16 428 0 0,-2 42-529 0 0,1 1 0 0 0,0-1 0 0 0,0 0 1 0 0,1 1-1 0 0,-1-1 0 0 0,1 1 0 0 0,0-1 0 0 0,0 1 0 0 0,0-1 0 0 0,1 1 0 0 0,0 0 0 0 0,-1-1 0 0 0,2 1 1 0 0,-1 0-1 0 0,0 0 0 0 0,1 0 0 0 0,0 1 0 0 0,0-1 0 0 0,0 1 0 0 0,0-1 0 0 0,0 1 0 0 0,1 0 1 0 0,-1 0-1 0 0,1 1 0 0 0,0-1 0 0 0,8-3 0 0 0,-7 5-102 0 0,0 0 0 0 0,0 0 0 0 0,0 0 0 0 0,0 1 0 0 0,0 0 0 0 0,0 0 0 0 0,0 1 0 0 0,0-1 0 0 0,7 2 0 0 0,-3 2-7 0 0,-1 0 1 0 0,1 0-1 0 0,-1 1 1 0 0,0 0-1 0 0,0 0 1 0 0,14 13-1 0 0,-17-13-1793 0 0,0 0 2435 0 0,-2-1-3321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2.9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55 1164 0 0,'34'-2'10484'0'0,"-22"1"-8486"0"0,20-3-564 0 0,-1-1 0 0 0,0-2 0 0 0,-1-1 0 0 0,51-20 0 0 0,-159 76-8219 0 0,44-25 6418 0 0,1 2 1 0 0,-42 42-1 0 0,37-21 4972 0 0,37-45-3794 0 0,13 22 2379 0 0,-8-21-3039 0 0,1 0 0 0 0,0 0-1 0 0,0 0 1 0 0,1-1 0 0 0,-1 0 0 0 0,0 0-1 0 0,0 0 1 0 0,0-1 0 0 0,1 1 0 0 0,-1-1-1 0 0,0-1 1 0 0,1 1 0 0 0,-1-1 0 0 0,0 0-1 0 0,0 0 1 0 0,1 0 0 0 0,-1-1-1 0 0,0 1 1 0 0,0-1 0 0 0,-1-1 0 0 0,7-3-1 0 0,11-6-1356 0 0,-1-2-1 0 0,0 0 0 0 0,22-21 1 0 0,-21 17-1501 0 0,12-11-5863 0 0,-17 13 3648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3.37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88 0 0,'0'0'1571'0'0,"11"-1"827"0"0,-5 4 4231 0 0,-1 7-5256 0 0,1-1 1 0 0,-1 1-1 0 0,-1 0 0 0 0,0 0 0 0 0,0 1 0 0 0,-1-1 0 0 0,-1 1 0 0 0,3 13 0 0 0,-1 6 2400 0 0,1 56 0 0 0,-6-73-3251 0 0,4 3 734 0 0,11 34-857 0 0,-13-44-545 0 0,-1-5-784 0 0,4-4-1033 0 0,8-10 396 0 0,-5 3-2011 0 0,3 0-7414 0 0,1 1 3350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7.8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120 2 1904 0 0,'0'0'15272'0'0,"-2"-1"-14902"0"0,0 1 0 0 0,1 0 0 0 0,-1 0 0 0 0,0 0 0 0 0,1 0 0 0 0,-1 0 0 0 0,0 0 0 0 0,1 1 0 0 0,-1-1 0 0 0,0 0 0 0 0,1 1 0 0 0,-3 1 0 0 0,-5 5 432 0 0,0 0-1 0 0,1 1 1 0 0,-1 0-1 0 0,2 0 1 0 0,-1 1-1 0 0,1 0 1 0 0,-7 12-1 0 0,11-15-528 0 0,-1-1 0 0 0,2 1-1 0 0,-1-1 1 0 0,1 1 0 0 0,-1 0 0 0 0,2 0 0 0 0,-1 0-1 0 0,1 0 1 0 0,-1 0 0 0 0,2 1 0 0 0,-1-1 0 0 0,1 0 0 0 0,0 0-1 0 0,0 1 1 0 0,2 9 0 0 0,-1-13-270 0 0,0 0 0 0 0,0-1 0 0 0,0 1 0 0 0,1-1 0 0 0,-1 1 0 0 0,1-1 0 0 0,0 1 0 0 0,-1-1 0 0 0,1 0 0 0 0,0 0 0 0 0,0 0 0 0 0,1 0 0 0 0,-1 0 0 0 0,0 0 0 0 0,1 0 0 0 0,-1-1 0 0 0,1 1 0 0 0,-1-1 0 0 0,1 0 0 0 0,0 0 0 0 0,-1 0 0 0 0,1 0 0 0 0,0 0 0 0 0,0-1 0 0 0,0 1 0 0 0,0-1 0 0 0,-1 0 0 0 0,1 0 0 0 0,0 0 0 0 0,4 0 0 0 0,5-1-178 0 0,-1 0 0 0 0,0 0 1 0 0,0-1-1 0 0,0 0 0 0 0,0-1 0 0 0,16-6 0 0 0,-20 6-358 0 0,1 0 1 0 0,0-1-1 0 0,-1 0 0 0 0,0 0 0 0 0,0 0 1 0 0,0-1-1 0 0,0 0 0 0 0,-1 0 0 0 0,1-1 1 0 0,-1 0-1 0 0,-1 0 0 0 0,10-13 0 0 0,-14 18 262 0 0,0-1 0 0 0,-1 1 0 0 0,1 0-1 0 0,-1-1 1 0 0,1 1 0 0 0,-1 0 0 0 0,0-1-1 0 0,1 1 1 0 0,-1-1 0 0 0,0 1 0 0 0,0-1-1 0 0,0 1 1 0 0,0-1 0 0 0,0 1 0 0 0,0 0-1 0 0,-1-1 1 0 0,0-1 0 0 0,-10-11-10774 0 0,1 9 6110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8.1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73 2140 0 0,'-2'-10'20322'0'0,"10"5"-19905"0"0,1 1 0 0 0,-1 0-1 0 0,1 0 1 0 0,10-3 0 0 0,20-8-1135 0 0,-5-9-4078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8.29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0 178 1884 0 0,'0'0'4197'0'0,"24"-8"1180"0"0,74-39 1561 0 0,5-1-5008 0 0,-18 7-3357 0 0,-58 25-2045 0 0,-4-2-4376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8.6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299 61 1312 0 0,'0'0'12901'0'0,"-6"2"-11641"0"0,-5 2-485 0 0,1 1 1 0 0,-1 0 0 0 0,1 0 0 0 0,1 1-1 0 0,-1 0 1 0 0,1 1 0 0 0,0 0-1 0 0,0 1 1 0 0,1 0 0 0 0,0 0 0 0 0,1 0-1 0 0,-12 18 1 0 0,18-25-734 0 0,1-1-1 0 0,0 1 1 0 0,-1 0-1 0 0,1 0 1 0 0,0 0-1 0 0,0 0 1 0 0,-1 0-1 0 0,1 0 1 0 0,0 0-1 0 0,0 0 1 0 0,0-1-1 0 0,0 1 1 0 0,0 0-1 0 0,0 0 1 0 0,1 0-1 0 0,-1 0 1 0 0,0 0-1 0 0,0 0 1 0 0,1 0 0 0 0,-1 0-1 0 0,0-1 1 0 0,1 1-1 0 0,-1 0 1 0 0,1 0-1 0 0,-1 0 1 0 0,1-1-1 0 0,0 1 1 0 0,-1 0-1 0 0,1-1 1 0 0,0 1-1 0 0,-1 0 1 0 0,1-1-1 0 0,0 1 1 0 0,0-1-1 0 0,-1 1 1 0 0,1-1-1 0 0,0 1 1 0 0,0-1 0 0 0,0 0-1 0 0,0 1 1 0 0,0-1-1 0 0,-1 0 1 0 0,1 0-1 0 0,0 0 1 0 0,0 0-1 0 0,0 0 1 0 0,0 0-1 0 0,0 0 1 0 0,1 0-1 0 0,51 0-348 0 0,-25-5-419 0 0,0-2 0 0 0,0-1 0 0 0,0-1 0 0 0,43-21 0 0 0,-67 28 600 0 0,0-1 0 0 0,0 0 0 0 0,-1 0 1 0 0,1 0-1 0 0,-1 0 0 0 0,0-1 0 0 0,1 1 1 0 0,-1-1-1 0 0,-1 0 0 0 0,1 0 0 0 0,2-5 1 0 0,3-3 29 0 0,-8 9 137 0 0,-1 0 0 0 0,1 0-1 0 0,-1 0 1 0 0,0 0-1 0 0,0 0 1 0 0,0 0-1 0 0,0 0 1 0 0,-1 0 0 0 0,1 0-1 0 0,-1 1 1 0 0,1-1-1 0 0,-5-4 1 0 0,6 7-36 0 0,-4-4 28 0 0,0 0 0 0 0,0 1 1 0 0,-1-1-1 0 0,1 1 0 0 0,-1 0 0 0 0,0 0 0 0 0,1 1 0 0 0,-1 0 1 0 0,-1-1-1 0 0,1 2 0 0 0,0-1 0 0 0,0 1 0 0 0,-1-1 0 0 0,1 1 1 0 0,-1 1-1 0 0,1-1 0 0 0,-1 1 0 0 0,-9 1 0 0 0,-10 0-475 0 0,1 0-1 0 0,-46 11 0 0 0,40-5-1096 0 0,0 2-1 0 0,-28 13 1 0 0,-15 12-6707 0 0,35-13 3152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0.72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1 356 976 0 0,'0'0'1118'0'0,"0"11"558"0"0,0-5 2762 0 0,12 36 462 0 0,-12-41-3623 0 0,5 13 1355 0 0,4-8 9838 0 0,-7-16-12492 0 0,0 0 0 0 0,0 0 0 0 0,-1 0 0 0 0,-1 0-1 0 0,0-1 1 0 0,0 1 0 0 0,-1 0 0 0 0,0 0 0 0 0,0 0 0 0 0,-6-17-1 0 0,-4-55-793 0 0,7 51 535 0 0,3 28 245 0 0,0 0 0 0 0,0 0 0 0 0,1-1 0 0 0,-1 1 0 0 0,1 0 0 0 0,0 0-1 0 0,0 0 1 0 0,0-1 0 0 0,0 1 0 0 0,1 0 0 0 0,-1 0 0 0 0,1 0 0 0 0,0 0 0 0 0,0 0 0 0 0,2-4 0 0 0,-2 4 1 0 0,0 0 1 0 0,0 0-1 0 0,0 0 0 0 0,0 0 0 0 0,-1-1 0 0 0,1 1 1 0 0,-1 0-1 0 0,0 0 0 0 0,0-5 0 0 0,0 6 25 0 0,0-1-1 0 0,0 0 0 0 0,0 1 0 0 0,1-1 0 0 0,-1 0 1 0 0,0 1-1 0 0,1-1 0 0 0,0 0 0 0 0,0 1 1 0 0,0-1-1 0 0,0 1 0 0 0,0-1 0 0 0,0 1 1 0 0,2-3-1 0 0,4-1 242 0 0,0 1 1 0 0,0 0-1 0 0,0 0 0 0 0,0 0 1 0 0,1 1-1 0 0,0 0 0 0 0,0 1 1 0 0,0 0-1 0 0,0 0 1 0 0,1 1-1 0 0,10-2 0 0 0,-10 1 26 0 0,23-6 1458 0 0,-31 8-915 0 0,2 1-664 0 0,8-1-151 0 0,-8 0-248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1.3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1 105 704 0 0,'0'0'21248'0'0,"7"-11"-17559"0"0,37-16 413 0 0,-37 22-3748 0 0,1-1 0 0 0,0 1 0 0 0,0 0-1 0 0,15-6 1 0 0,38-23-1437 0 0,-59 33 351 0 0,-5 15-14128 0 0,-9 2 12182 0 0,9-11 963 0 0,-11 10-4157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1.5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0 145 32 0 0,'10'-2'13927'0'0,"1"-4"-5849"0"0,3-5-3726 0 0,9-10-4230 0 0,6-4 171 0 0,45-22-3741 0 0,-43 27-6459 0 0,-25 16 6856 0 0,6-5-2795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1.89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150 59 188 0 0,'0'0'2524'0'0,"-18"-6"2202"0"0,13 5-681 0 0,0 2-3252 0 0,1 0 0 0 0,-1 0-1 0 0,1 0 1 0 0,-1 0 0 0 0,1 1 0 0 0,0 0 0 0 0,0 0-1 0 0,0 0 1 0 0,0 0 0 0 0,-4 4 0 0 0,1-2-54 0 0,1 1 0 0 0,1 0 0 0 0,-1 1 0 0 0,1 0 0 0 0,-9 12 0 0 0,10-13-339 0 0,0 1 0 0 0,0 0-1 0 0,1 1 1 0 0,0-1 0 0 0,0 1 0 0 0,1-1-1 0 0,0 1 1 0 0,0 0 0 0 0,0 0 0 0 0,1 0-1 0 0,0 0 1 0 0,0 0 0 0 0,1 0-1 0 0,1 14 1 0 0,-1-20-382 0 0,1 1 1 0 0,-1-1-1 0 0,1 1 0 0 0,-1-1 0 0 0,1 0 1 0 0,0 1-1 0 0,0-1 0 0 0,0 0 0 0 0,0 0 1 0 0,0 1-1 0 0,0-1 0 0 0,0 0 0 0 0,0 0 1 0 0,0 0-1 0 0,1 0 0 0 0,-1 0 0 0 0,0 0 0 0 0,1-1 1 0 0,-1 1-1 0 0,1 0 0 0 0,-1-1 0 0 0,1 1 1 0 0,-1-1-1 0 0,1 1 0 0 0,-1-1 0 0 0,1 0 1 0 0,-1 0-1 0 0,1 0 0 0 0,-1 0 0 0 0,1 0 1 0 0,0 0-1 0 0,-1 0 0 0 0,1 0 0 0 0,-1 0 1 0 0,3-1-1 0 0,6-1-246 0 0,0 0 1 0 0,1-1 0 0 0,17-6-1 0 0,-5 0-509 0 0,-1 0 0 0 0,0-2 0 0 0,0-1 0 0 0,-1 0 0 0 0,0-2 0 0 0,-2 0 0 0 0,35-31 0 0 0,-52 42 789 0 0,-1 1-1 0 0,1 0 1 0 0,-1 0 0 0 0,1-1 0 0 0,-1 1-1 0 0,0-1 1 0 0,0 1 0 0 0,0-1 0 0 0,0 0-1 0 0,0 1 1 0 0,0-1 0 0 0,-1 0 0 0 0,1 0-1 0 0,-1 1 1 0 0,0-1 0 0 0,0 0 0 0 0,0 0-1 0 0,0 0 1 0 0,-1 1 0 0 0,1-1 0 0 0,-1 0-1 0 0,0 0 1 0 0,1 1 0 0 0,-1-1 0 0 0,0 0-1 0 0,-1 1 1 0 0,1-1 0 0 0,0 1 0 0 0,-1 0-1 0 0,1-1 1 0 0,-1 1 0 0 0,0 0 0 0 0,0 0-1 0 0,0 0 1 0 0,0 0 0 0 0,0 0 0 0 0,0 0-1 0 0,0 1 1 0 0,-1-1 0 0 0,1 1 0 0 0,-1 0 0 0 0,1-1-1 0 0,-1 1 1 0 0,-4-1 0 0 0,-47-6 781 0 0,17 12-5291 0 0,35-3 2392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2.3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96 0 472 0 0,'0'0'21136'0'0,"-2"5"-19809"0"0,-3 5-302 0 0,-1-1-1 0 0,1 1 1 0 0,-1-1-1 0 0,-9 10 1 0 0,7-9-43 0 0,0 1 0 0 0,1-1 0 0 0,-12 23 0 0 0,18-29-853 0 0,-12 33 340 0 0,13-35-463 0 0,-1-1 0 0 0,1 0 0 0 0,0 1-1 0 0,0-1 1 0 0,0 1 0 0 0,0-1 0 0 0,1 1 0 0 0,-1-1 0 0 0,0 1 0 0 0,0-1 0 0 0,1 1 0 0 0,-1-1 0 0 0,1 0 0 0 0,0 1-1 0 0,-1-1 1 0 0,1 0 0 0 0,0 0 0 0 0,0 1 0 0 0,-1-1 0 0 0,1 0 0 0 0,0 0 0 0 0,0 0 0 0 0,1 0 0 0 0,-1 0 0 0 0,0 0-1 0 0,0 0 1 0 0,0 0 0 0 0,1-1 0 0 0,-1 1 0 0 0,2 1 0 0 0,3-1-110 0 0,-1 1 0 0 0,1-1 0 0 0,0 0 0 0 0,-1 0 0 0 0,1-1 0 0 0,0 0 0 0 0,0 0 0 0 0,0 0 0 0 0,9-2 0 0 0,54-13-1375 0 0,-66 14 1440 0 0,22-5-561 0 0,89-28-3341 0 0,-101 29 2447 0 0,-1 0 0 0 0,0-1 0 0 0,19-12 0 0 0,-20 4-1572 0 0,-9 8-5788 0 0,-2-7 4482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2.72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86 388 0 0,'-8'-4'23190'0'0,"40"-9"-22246"0"0,0-3-1 0 0,41-25 1 0 0,-53 31-1399 0 0,-16 8-4292 0 0,-28 23-12280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2.8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0 217 1180 0 0,'0'1'585'0'0,"1"0"-1"0"0,-1 0 1 0 0,0 0 0 0 0,0 0-1 0 0,0 0 1 0 0,1 0-1 0 0,-1 0 1 0 0,0 0-1 0 0,1 0 1 0 0,-1 0 0 0 0,1 0-1 0 0,-1 0 1 0 0,1 0-1 0 0,-1 0 1 0 0,1-1 0 0 0,0 1-1 0 0,-1 0 1 0 0,1 0-1 0 0,0-1 1 0 0,0 1 0 0 0,1 0-1 0 0,20-7 1441 0 0,0-1 1 0 0,21-11-1 0 0,89-52 1447 0 0,-83 44-2954 0 0,-32 16-1333 0 0,0 0 0 0 0,28-21 1 0 0,-23 9-3329 0 0,-5-2-4426 0 0,-12 12 3534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3.10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 0 1188 0 0,'0'0'10614'0'0,"-4"6"-8838"0"0,1 2-1139 0 0,-1 0 0 0 0,1 1 0 0 0,1-1 0 0 0,-1 1 0 0 0,1-1 1 0 0,1 1-1 0 0,0 0 0 0 0,-1 8 0 0 0,5 80 3543 0 0,-1-32-4125 0 0,3-26-3130 0 0,2-19-2694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6.30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2 241 608 0 0,'0'0'30079'0'0,"0"7"-29490"0"0,0 16-373 0 0,-1-9-56 0 0,1 1-1 0 0,0-1 0 0 0,1 1 1 0 0,1-1-1 0 0,0 0 0 0 0,1 1 1 0 0,7 21-1 0 0,-8-24-159 0 0,1 0 0 0 0,24 26 0 0 0,-27-38 0 0 0,1 0 0 0 0,-1 1 0 0 0,0-1 0 0 0,1 0 0 0 0,-1 0 0 0 0,1 0 0 0 0,-1 1 0 0 0,0-1 0 0 0,1 0 0 0 0,-1 0 0 0 0,1 0 0 0 0,-1 0 0 0 0,1 0 0 0 0,-1 0 0 0 0,1 0 0 0 0,-1 0 0 0 0,0 0 0 0 0,1 0 0 0 0,-1 0 0 0 0,1 0 0 0 0,-1 0 0 0 0,1 0 0 0 0,-1 0 0 0 0,1 0 0 0 0,-1 0 0 0 0,0 0 0 0 0,1-1 0 0 0,-1 1 0 0 0,1 0 0 0 0,-1 0 0 0 0,0-1 0 0 0,1 1 0 0 0,-1 0 0 0 0,0 0 0 0 0,1-1 0 0 0,-1 0 0 0 0,7-6 0 0 0,-4 4 0 0 0,-2 1 0 0 0,1-1 0 0 0,0 0 0 0 0,0 1 0 0 0,-1-1 0 0 0,0 0 0 0 0,1 0 0 0 0,-1 0 0 0 0,0 0 0 0 0,0 0 0 0 0,-1 0 0 0 0,1 0 0 0 0,-1 0 0 0 0,1-1 0 0 0,-1 1 0 0 0,0 0 0 0 0,0 0 0 0 0,-1 0 0 0 0,1 0 0 0 0,-1-1 0 0 0,0-2 0 0 0,-1-11 0 0 0,0-52 0 0 0,0 37 0 0 0,4-57 0 0 0,-1 79 0 0 0,0 0 0 0 0,1 0 0 0 0,1 1 0 0 0,0-1 0 0 0,0 1 0 0 0,0-1 0 0 0,1 1 0 0 0,1 0 0 0 0,10-16 0 0 0,-6 9 0 0 0,-7 13 0 0 0,0-1 0 0 0,-1 1 0 0 0,1 0 0 0 0,1 0 0 0 0,-1 0 0 0 0,0 0 0 0 0,1 1 0 0 0,-1-1 0 0 0,1 1 0 0 0,0-1 0 0 0,-1 1 0 0 0,1 0 0 0 0,1 0 0 0 0,-1 0 0 0 0,3-1 0 0 0,11-3 0 0 0,-4 1 0 0 0,16 2-3426 0 0,-26 3 2370 0 0,-1 1 0 0 0,1 0 0 0 0,-1 0-1 0 0,1-1 1 0 0,-1 2 0 0 0,1-1-1 0 0,-1 0 1 0 0,0 0 0 0 0,0 1-1 0 0,0-1 1 0 0,0 1 0 0 0,0 0-1 0 0,0 0 1 0 0,0-1 0 0 0,2 4-1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6.5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93 612 0 0,'0'0'12355'0'0,"10"-20"-6165"0"0,75-9-1785 0 0,-62 22-4313 0 0,0 0 1 0 0,27-14-1 0 0,-24 13-2322 0 0,-26 8 2113 0 0,1 0 0 0 0,-1 0 0 0 0,0 0 0 0 0,0 0 0 0 0,1 0 0 0 0,-1 1 0 0 0,0-1 0 0 0,0 0 0 0 0,0 0 0 0 0,0 0 0 0 0,1 0-1 0 0,-1 1 1 0 0,0-1 0 0 0,0 0 0 0 0,0 0 0 0 0,0 1 0 0 0,0-1 0 0 0,1 0 0 0 0,-1 0 0 0 0,0 0 0 0 0,0 1 0 0 0,0-1 0 0 0,0 0 0 0 0,0 1 0 0 0,0-1-1 0 0,0 0 1 0 0,0 0 0 0 0,0 1 0 0 0,0-1 0 0 0,0 0 0 0 0,0 0 0 0 0,0 1 0 0 0,0-1 0 0 0,0 0 0 0 0,0 0 0 0 0,-1 1 0 0 0,1-1 0 0 0,0 0-1 0 0,0 0 1 0 0,0 0 0 0 0,0 1 0 0 0,0-1 0 0 0,-1 0 0 0 0,1 0 0 0 0,-24 33-8559 0 0,10-17 4367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6.88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54 113 2948 0 0,'-28'26'2190'0'0,"8"2"5077"0"0,19-26-4960 0 0,-3 2-1331 0 0,3-2 480 0 0,4-3 2425 0 0,55-23-1804 0 0,63-37 0 0 0,-85 41-5038 0 0,42-34-1 0 0,-67 48 1486 0 0,-4 2-1111 0 0,-2 0-4500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7.0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4 212 0 0,'0'0'2836'0'0,"8"-4"7965"0"0,-7 4-10652 0 0,0 1 1 0 0,-1-1 0 0 0,1 0 0 0 0,0 0-1 0 0,-1 1 1 0 0,1-1 0 0 0,0 0-1 0 0,0 1 1 0 0,-1-1 0 0 0,1 0 0 0 0,-1 1-1 0 0,1-1 1 0 0,0 1 0 0 0,-1-1 0 0 0,1 1-1 0 0,-1-1 1 0 0,1 1 0 0 0,-1 0-1 0 0,0-1 1 0 0,1 1 0 0 0,-1 0 0 0 0,1-1-1 0 0,-1 1 1 0 0,0 0 0 0 0,0-1 0 0 0,1 2-1 0 0,7 30 7067 0 0,-7-26-6258 0 0,0 0-1 0 0,0 0 1 0 0,1 0-1 0 0,-1-1 1 0 0,1 1-1 0 0,1-1 1 0 0,4 10-1 0 0,-5-9-957 0 0,0 1 0 0 0,17 13 0 0 0,-10-12 0 0 0,1-3-105 0 0,9-7-3707 0 0,10-7-11677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7.6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217 33 20 0 0,'1'-1'-654'0'0,"3"-6"1611"0"0,1-5 6307 0 0,-7 2 524 0 0,-6 8-4620 0 0,4 4-1927 0 0,-20 12 459 0 0,1 1 0 0 0,1 1 0 0 0,-37 36 0 0 0,50-44-1225 0 0,1 1 1 0 0,0 0 0 0 0,0 0-1 0 0,1 0 1 0 0,1 1 0 0 0,0 0-1 0 0,0 1 1 0 0,1-1-1 0 0,0 1 1 0 0,1 0 0 0 0,0 0-1 0 0,-2 12 1 0 0,5-20-474 0 0,0 0 0 0 0,1 0 0 0 0,0-1 0 0 0,-1 1 0 0 0,1 0 1 0 0,0 0-1 0 0,0 0 0 0 0,1 0 0 0 0,-1-1 0 0 0,1 1 0 0 0,-1 0 0 0 0,1 0 0 0 0,0-1 0 0 0,0 1 0 0 0,0 0 1 0 0,0-1-1 0 0,3 4 0 0 0,-3-5 0 0 0,0 1 0 0 0,1-1 0 0 0,-1 0 0 0 0,1 0 1 0 0,0 1-1 0 0,0-1 0 0 0,-1 0 0 0 0,1-1 0 0 0,0 1 0 0 0,0 0 1 0 0,0 0-1 0 0,0-1 0 0 0,0 1 0 0 0,0-1 0 0 0,0 0 0 0 0,0 1 1 0 0,0-1-1 0 0,2 0 0 0 0,7-1-50 0 0,0 0-1 0 0,-1-1 1 0 0,1 0 0 0 0,0-1 0 0 0,-1 0-1 0 0,11-5 1 0 0,-17 6-10 0 0,1 0-456 0 0,80-31-5203 0 0,-58 20 1007 0 0,0-2-3737 0 0,-3 0 1102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7.8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36 1456 0 0,'0'0'18613'0'0,"15"-3"-15176"0"0,32-7-794 0 0,-14 0-3943 0 0,-10 3-2465 0 0,-17 1-417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8.0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29 504 0 0,'40'3'22965'0'0,"-26"-10"-24079"0"0,-2-6-8592 0 0,-8 9 5660 0 0,2-3-793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8.32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 0 1096 0 0,'0'0'9653'0'0,"-1"7"-7746"0"0,-1 3-1114 0 0,1-1 0 0 0,1 1-1 0 0,0-1 1 0 0,0 1-1 0 0,0 0 1 0 0,4 11-1 0 0,13 127 6627 0 0,-6-73-4453 0 0,-9-55-2037 0 0,0-1 0 0 0,2 1-1 0 0,9 32 1 0 0,-10-45-1017 0 0,-1 0-1 0 0,2 1 1 0 0,-1-1-1 0 0,1 0 0 0 0,0 0 1 0 0,6 7-1 0 0,-9-12-2227 0 0,0 2 4889 0 0,-1-2-4101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6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1 112 2324 0 0,'21'-1'8121'0'0,"67"-4"1831"0"0,-56 0-8429 0 0,-1-1 0 0 0,37-12 0 0 0,-34 8-2175 0 0,42-15-521 0 0,-53 12-3412 0 0,-4-4-4091 0 0,-8 6 3120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493 32 32 0 0,'0'0'2362'0'0,"-12"-6"3948"0"0,0-2 7088 0 0,12-2-7769 0 0,-1 9-5436 0 0,0 0 1 0 0,0 0 0 0 0,0 1-1 0 0,0-1 1 0 0,0 1 0 0 0,-1-1 0 0 0,1 1-1 0 0,0-1 1 0 0,0 1 0 0 0,0-1-1 0 0,0 1 1 0 0,0 0 0 0 0,-1 0-1 0 0,1 0 1 0 0,0-1 0 0 0,0 1 0 0 0,0 0-1 0 0,-1 1 1 0 0,1-1 0 0 0,0 0-1 0 0,0 0 1 0 0,0 0 0 0 0,-1 1 0 0 0,1-1-1 0 0,-1 1 1 0 0,-11 3-194 0 0,1 1 0 0 0,0 0 0 0 0,0 1 0 0 0,1 0 0 0 0,-16 11 0 0 0,9-5 0 0 0,1-2 0 0 0,-143 93 0 0 0,135-85 0 0 0,1 1 0 0 0,1 1 0 0 0,1 2 0 0 0,-23 27 0 0 0,44-47 0 0 0,-1-1 0 0 0,0 1 0 0 0,1 0 0 0 0,0 0 0 0 0,-1 0 0 0 0,1 0 0 0 0,0 0 0 0 0,0 1 0 0 0,0-1 0 0 0,1 0 0 0 0,-1 0 0 0 0,0 1 0 0 0,1-1 0 0 0,-1 0 0 0 0,1 1 0 0 0,0-1 0 0 0,0 0 0 0 0,0 1 0 0 0,0 2 0 0 0,1-4 0 0 0,0 1 0 0 0,-1 0 0 0 0,1 0 0 0 0,0-1 0 0 0,0 1 0 0 0,0 0 0 0 0,1-1 0 0 0,-1 1 0 0 0,0-1 0 0 0,0 0 0 0 0,1 1 0 0 0,-1-1 0 0 0,1 0 0 0 0,-1 0 0 0 0,1 0 0 0 0,0 0 0 0 0,-1 0 0 0 0,4 1 0 0 0,3 1 0 0 0,0 0 0 0 0,0-1 0 0 0,0 0 0 0 0,1-1 0 0 0,-1 1 0 0 0,0-2 0 0 0,1 1 0 0 0,-1-1 0 0 0,14-2 0 0 0,19-5 0 0 0,0-2 0 0 0,-1-1 0 0 0,-1-3 0 0 0,0-1 0 0 0,55-28 0 0 0,-87 39 0 0 0,-3 1 0 0 0,0 1 0 0 0,1-1 0 0 0,-1 0 0 0 0,0-1 0 0 0,0 1 0 0 0,-1-1 0 0 0,1 0 0 0 0,0 1 0 0 0,-1-2 0 0 0,0 1 0 0 0,0 0 0 0 0,0-1 0 0 0,0 1 0 0 0,0-1 0 0 0,-1 0 0 0 0,1 0 0 0 0,-1 0 0 0 0,0 0 0 0 0,2-8 0 0 0,-5-4 0 0 0,0 12 0 0 0,-1 0 0 0 0,0 1 0 0 0,0-1 0 0 0,0 0 0 0 0,0 1 0 0 0,-1 0 0 0 0,1-1 0 0 0,-1 1 0 0 0,0 0 0 0 0,0 0 0 0 0,0 1 0 0 0,-1-1 0 0 0,1 1 0 0 0,0-1 0 0 0,-6-2 0 0 0,-2 1 0 0 0,1-1 0 0 0,-1 2 0 0 0,0-1 0 0 0,0 1 0 0 0,0 1 0 0 0,0 0 0 0 0,-12 0 0 0 0,8 1-316 0 0,12 1-1439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 2112 0 0,'3'12'30503'0'0,"-26"21"-30316"0"0,14-23-196 0 0,1 1 1 0 0,0 0-1 0 0,-10 19 0 0 0,2 1-246 0 0,15-29-1231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2 1152 0 0,'7'-1'26777'0'0,"-12"2"-25977"0"0,-6 2-375 0 0,3-1-97 0 0,1 0 1 0 0,-1 1-1 0 0,1-1 1 0 0,0 1-1 0 0,0 1 1 0 0,1-1-1 0 0,-1 1 1 0 0,1 0-1 0 0,-1 1 1 0 0,-7 6-1 0 0,7-2-328 0 0,2 0 0 0 0,4-9 0 0 0,1 1 0 0 0,-1 0 0 0 0,1-1 0 0 0,0 1 0 0 0,-1 0 0 0 0,1-1 0 0 0,0 1 0 0 0,0 0 0 0 0,0-1 0 0 0,-1 1 0 0 0,1 0 0 0 0,0-1 0 0 0,0 1 0 0 0,0 0 0 0 0,0 0 0 0 0,0-1 0 0 0,0 1 0 0 0,0 0 0 0 0,1-1 0 0 0,-1 1 0 0 0,0 0 0 0 0,0 0 0 0 0,0-1 0 0 0,1 1 0 0 0,-1-1 0 0 0,0 1 0 0 0,1 0 0 0 0,-1-1 0 0 0,1 2 0 0 0,22 14 0 0 0,26 0 0 0 0,-47-15 0 0 0,52 12 0 0 0,-29-8 0 0 0,-1 0 0 0 0,0 2 0 0 0,-1 1 0 0 0,0 1 0 0 0,27 14 0 0 0,-46-20 0 0 0,-3-3 0 0 0,0 1 0 0 0,-1-1 0 0 0,1 0 0 0 0,0 1 0 0 0,0-1 0 0 0,-1 0 0 0 0,1 1 0 0 0,-1-1 0 0 0,1 1 0 0 0,0-1 0 0 0,-1 1 0 0 0,1 0 0 0 0,-1-1 0 0 0,1 1 0 0 0,-1-1 0 0 0,0 1 0 0 0,1 0 0 0 0,-1-1 0 0 0,0 1 0 0 0,1 0 0 0 0,-1-1 0 0 0,0 1 0 0 0,1 1 0 0 0,1 6 0 0 0,-1-7 0 0 0,-1 1 0 0 0,1-1 0 0 0,-1 1 0 0 0,1 0 0 0 0,-1 0 0 0 0,0-1 0 0 0,0 1 0 0 0,0 0 0 0 0,0-1 0 0 0,0 1 0 0 0,0 0 0 0 0,0 0 0 0 0,-1-1 0 0 0,1 1 0 0 0,0 0 0 0 0,-1-1 0 0 0,0 1 0 0 0,1 0 0 0 0,-1-1 0 0 0,0 1 0 0 0,0-1 0 0 0,0 1 0 0 0,0-1 0 0 0,0 0 0 0 0,0 1 0 0 0,0-1 0 0 0,0 0 0 0 0,-1 0 0 0 0,1 0 0 0 0,0 0 0 0 0,-2 1 0 0 0,-3 1 0 0 0,1 0 0 0 0,-1 0 0 0 0,1-1 0 0 0,-1 0 0 0 0,-11 3 0 0 0,13-4 0 0 0,-37 7-3207 0 0,34-8 1718 0 0,0-1 1 0 0,0 1-1 0 0,0-1 1 0 0,0 0-1 0 0,0-1 0 0 0,0 0 1 0 0,1 0-1 0 0,-1 0 0 0 0,1-1 1 0 0,-11-6-1 0 0,-8-5-5923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1 101 716 0 0,'75'1'7764'0'0,"60"-2"-2"0"0,52-17-2802 0 0,-4-17-4399 0 0,-149 27-1316 0 0,35-7-2734 0 0,-22 1-4404 0 0,-15 4 2479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68 1680 0 0,'4'-9'7241'0'0,"0"-2"8128"0"0,-8-3-9326 0 0,-6-8-3609 0 0,5 10-2434 0 0,-4 33 0 0 0,0 17 0 0 0,-30 158 0 0 0,10-38 0 0 0,28-108 0 0 0,1-50 0 0 0,0 0 0 0 0,0 0 0 0 0,0 0 0 0 0,0 0 0 0 0,0 0 0 0 0,1 0 0 0 0,-1 0 0 0 0,0-1 0 0 0,0 1 0 0 0,0 0 0 0 0,0 0 0 0 0,0 0 0 0 0,0 0 0 0 0,1 0 0 0 0,-1 0 0 0 0,0 0 0 0 0,0 0 0 0 0,0 0 0 0 0,0 0 0 0 0,0 0 0 0 0,1 0 0 0 0,-1 0 0 0 0,0 0 0 0 0,0 0 0 0 0,0 0 0 0 0,0 0 0 0 0,0 0 0 0 0,1 0 0 0 0,-1 0 0 0 0,0 1 0 0 0,0-1 0 0 0,0 0 0 0 0,0 0 0 0 0,0 0 0 0 0,0 0 0 0 0,0 0 0 0 0,1 0 0 0 0,-1 0 0 0 0,0 0 0 0 0,0 0 0 0 0,0 1 0 0 0,0-1 0 0 0,0 0 0 0 0,0 0 0 0 0,0 0 0 0 0,0 0 0 0 0,0 0 0 0 0,0 0 0 0 0,0 1 0 0 0,0-1 0 0 0,0 0 0 0 0,0 0 0 0 0,0 0 0 0 0,0 0 0 0 0,0 0 0 0 0,0 0 0 0 0,0 1 0 0 0,0-1 0 0 0,0 0 0 0 0,0 0 0 0 0,0 0 0 0 0,0 0 0 0 0,0 0 0 0 0,0 1 0 0 0,0-1 0 0 0,0 0 0 0 0,0 0 0 0 0,7-6 0 0 0,1 0 0 0 0,-1 0 0 0 0,0-1 0 0 0,-1 0 0 0 0,1-1 0 0 0,-1 1 0 0 0,-1-1 0 0 0,0 0 0 0 0,0-1 0 0 0,0 1 0 0 0,-1-1 0 0 0,0 0 0 0 0,-1 0 0 0 0,4-19 0 0 0,-6 28 0 0 0,-1 0 0 0 0,0-1 0 0 0,0 1 0 0 0,0 0 0 0 0,0-1 0 0 0,0 1 0 0 0,0 0 0 0 0,0 0 0 0 0,0-1 0 0 0,0 1 0 0 0,0 0 0 0 0,0-1 0 0 0,0 1 0 0 0,0 0 0 0 0,0-1 0 0 0,0 1 0 0 0,0 0 0 0 0,0-1 0 0 0,0 1 0 0 0,0 0 0 0 0,0-1 0 0 0,0 1 0 0 0,-1 0 0 0 0,1 0 0 0 0,0-1 0 0 0,0 1 0 0 0,0 0 0 0 0,-1 0 0 0 0,1-1 0 0 0,0 1 0 0 0,0 0 0 0 0,-1 0 0 0 0,1-1 0 0 0,0 1 0 0 0,-2 0-335 0 0,1-1 1 0 0,-1 1-1 0 0,1 0 1 0 0,-1 0-1 0 0,1 0 1 0 0,-1 0-1 0 0,1 0 0 0 0,-1 0 1 0 0,1 1-1 0 0,-1-1 1 0 0,1 0-1 0 0,-1 1 1 0 0,1-1-1 0 0,-1 1 0 0 0,1 0 1 0 0,0-1-1 0 0,-1 1 1 0 0,1 0-1 0 0,0 0 1 0 0,-2 1-1 0 0,-26 25-11095 0 0,18-15 3384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 2036 0 0,'5'23'19721'0'0,"-10"9"-13236"0"0,3-16-6087 0 0,-1 0 0 0 0,0 0 1 0 0,-1 0-1 0 0,0-1 0 0 0,-1 1 0 0 0,-1-1 1 0 0,-9 16-1 0 0,5-8 271 0 0,-15 46 1 0 0,23-66-670 0 0,-1-1 0 0 0,-4 28 0 0 0,20-35-2046 0 0,-11 4 1501 0 0,0-1-1 0 0,0 1 1 0 0,-1-1-1 0 0,1 0 1 0 0,0 1-1 0 0,0-1 0 0 0,-1 0 1 0 0,0 0-1 0 0,1 0 1 0 0,1-4-1 0 0,4-8-8807 0 0,-2 3 711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0 168 0 0,'-7'17'8071'0'0,"-26"18"343"0"0,21-24-5805 0 0,0 1 0 0 0,1 1 0 0 0,-14 20-1 0 0,21-26-1832 0 0,-7 15 2601 0 0,11-21-3374 0 0,0-1 1 0 0,0 1-1 0 0,0-1 1 0 0,0 1-1 0 0,0-1 1 0 0,0 1-1 0 0,0-1 1 0 0,0 1-1 0 0,0-1 1 0 0,0 1-1 0 0,0-1 0 0 0,0 1 1 0 0,1-1-1 0 0,-1 1 1 0 0,0-1-1 0 0,0 0 1 0 0,1 1-1 0 0,-1-1 1 0 0,0 1-1 0 0,1-1 1 0 0,-1 0-1 0 0,0 1 1 0 0,1-1-1 0 0,-1 0 1 0 0,1 1-1 0 0,-1-1 0 0 0,1 0 1 0 0,-1 0-1 0 0,0 1 1 0 0,1-1-1 0 0,-1 0 1 0 0,1 0-1 0 0,-1 0 1 0 0,1 0-1 0 0,-1 0 1 0 0,1 0-1 0 0,-1 0 1 0 0,1 0-1 0 0,0 0 1 0 0,2 1-1051 0 0,15-27-2235 0 0,-9 15 1138 0 0,5-21-10149 0 0,-4 11 5200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24 268 0 0,'0'0'12105'0'0,"6"-16"-2917"0"0,0 9 1989 0 0,-5 41-11144 0 0,3-26-31 0 0,10 7-8 0 0,-1-2 6 0 0,-7-9 0 0 0,0 1 0 0 0,0 1 0 0 0,-1-1 0 0 0,0 1 0 0 0,0 0 0 0 0,0 0 0 0 0,6 11 0 0 0,-5-6 0 0 0,-5 1 0 0 0,0 3 0 0 0,-5-2 0 0 0,-7 5 0 0 0,5-7 0 0 0,0-3-162 0 0,5-7-728 0 0,-3-4-5766 0 0,-9-7 3871 0 0,0-6-8051 0 0,6 5 4402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0 159 476 0 0,'4'0'2509'0'0,"62"-7"6435"0"0,40-20-2971 0 0,-28 6-3376 0 0,186-41 3431 0 0,-194 39-6292 0 0,-48 14-2281 0 0,-1-1-3385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265 165 544 0 0,'0'-1'13695'0'0,"-13"-13"4746"0"0,-10 20-18354 0 0,14-5-87 0 0,1 0 0 0 0,-1 1 0 0 0,1 0 0 0 0,0 0 0 0 0,0 1 0 0 0,0 1 0 0 0,0-1 0 0 0,1 1 0 0 0,-1 0 0 0 0,1 1 0 0 0,0 0 0 0 0,0 0 0 0 0,0 0 0 0 0,1 1 0 0 0,0 0 0 0 0,0 0 0 0 0,-8 12 0 0 0,0-1 0 0 0,2-2 0 0 0,0 1 0 0 0,1 0 0 0 0,1 1 0 0 0,-14 30 0 0 0,24-45 0 0 0,-1-1 0 0 0,0 0 0 0 0,1 1 0 0 0,-1-1 0 0 0,1 1 0 0 0,0-1 0 0 0,-1 1 0 0 0,1-1 0 0 0,0 1 0 0 0,0-1 0 0 0,0 1 0 0 0,0-1 0 0 0,0 1 0 0 0,0 0 0 0 0,1-1 0 0 0,-1 1 0 0 0,0-1 0 0 0,1 0 0 0 0,-1 1 0 0 0,1-1 0 0 0,-1 1 0 0 0,1-1 0 0 0,0 0 0 0 0,0 1 0 0 0,0-1 0 0 0,0 0 0 0 0,-1 0 0 0 0,2 1 0 0 0,-1-1 0 0 0,2 2 0 0 0,-1-2 0 0 0,0 0 0 0 0,1 0 0 0 0,-1 0 0 0 0,0 0 0 0 0,1 0 0 0 0,-1 0 0 0 0,1 0 0 0 0,-1-1 0 0 0,1 1 0 0 0,-1-1 0 0 0,1 0 0 0 0,0 0 0 0 0,-1 0 0 0 0,1 0 0 0 0,-1 0 0 0 0,1-1 0 0 0,2 0 0 0 0,17-5 0 0 0,-1-2 0 0 0,-1 0 0 0 0,0-2 0 0 0,0 0 0 0 0,-1-1 0 0 0,0-1 0 0 0,25-20 0 0 0,-20 12 0 0 0,-1 0 0 0 0,-1-2 0 0 0,-1 0 0 0 0,35-48 0 0 0,-54 67 0 0 0,1-1 0 0 0,-1 1 0 0 0,0 0 0 0 0,0-1 0 0 0,0 1 0 0 0,0-1 0 0 0,-1 0 0 0 0,0 1 0 0 0,1-1 0 0 0,-1 0 0 0 0,-1 0 0 0 0,1 0 0 0 0,0 0 0 0 0,-1 0 0 0 0,0 0 0 0 0,0 0 0 0 0,0 0 0 0 0,-1 0 0 0 0,1 0 0 0 0,-1 0 0 0 0,0 1 0 0 0,0-1 0 0 0,0 0 0 0 0,0 0 0 0 0,-1 1 0 0 0,0-1 0 0 0,0 0 0 0 0,0 1 0 0 0,0 0 0 0 0,0-1 0 0 0,-1 1 0 0 0,1 0 0 0 0,-1 0 0 0 0,0 0 0 0 0,0 1 0 0 0,0-1 0 0 0,0 1 0 0 0,0 0 0 0 0,-1-1 0 0 0,1 1 0 0 0,-8-2 0 0 0,4 0 0 0 0,-1 0 0 0 0,1 1 0 0 0,-1 1 0 0 0,0-1 0 0 0,0 1 0 0 0,0 0 0 0 0,0 1 0 0 0,0 0 0 0 0,-1 1 0 0 0,1-1 0 0 0,0 1 0 0 0,0 1 0 0 0,-1 0 0 0 0,1 0 0 0 0,0 0 0 0 0,0 1 0 0 0,0 0 0 0 0,0 1 0 0 0,-14 6 0 0 0,21-8-1256 0 0,-11 5-13894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43 2612 0 0,'-1'-4'2617'0'0,"-3"-27"12221"0"0,4 29-12012 0 0,-3-3-3154 0 0,-3 4 10506 0 0,-28 108-10154 0 0,34-103-2272 0 0,-1 3-5811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9 212 0 0,'-24'-7'17313'0'0,"14"5"-15810"0"0,8 3-289 0 0,-38 19 3748 0 0,37-18-4618 0 0,1-1-124 0 0,0 0-1 0 0,-1 0 0 0 0,1 0 1 0 0,0 0-1 0 0,0 1 0 0 0,1-1 1 0 0,-1 1-1 0 0,0 0 0 0 0,0-1 1 0 0,1 1-1 0 0,-1 0 0 0 0,1 0 0 0 0,-1 0 1 0 0,1 0-1 0 0,0 0 0 0 0,0 0 1 0 0,0 1-1 0 0,0-1 0 0 0,0 0 1 0 0,0 4-1 0 0,1-4 44 0 0,22 18 173 0 0,-1-19-382 0 0,33 5 14 0 0,-51-5-11 0 0,0-1 1 0 0,0 1 0 0 0,0 0-1 0 0,0 0 1 0 0,0 0 0 0 0,-1 1-1 0 0,1-1 1 0 0,0 1 0 0 0,-1 0-1 0 0,1-1 1 0 0,-1 1 0 0 0,1 0-1 0 0,-1 1 1 0 0,4 3 0 0 0,-5-4-23 0 0,-1 0 1 0 0,1 1 0 0 0,-1-1 0 0 0,1 1 0 0 0,-1-1 0 0 0,0 0 0 0 0,0 1 0 0 0,0-1 0 0 0,0 1 0 0 0,0-1 0 0 0,-1 0 0 0 0,1 1-1 0 0,-1-1 1 0 0,1 0 0 0 0,-3 5 0 0 0,1 4-360 0 0,1-9 109 0 0,1 0 0 0 0,-1 0 0 0 0,0-1 0 0 0,1 1 0 0 0,-1 0-1 0 0,0-1 1 0 0,0 1 0 0 0,0-1 0 0 0,0 1 0 0 0,-1-1 0 0 0,1 1 0 0 0,0-1 0 0 0,-1 0-1 0 0,1 0 1 0 0,0 1 0 0 0,-1-1 0 0 0,0 0 0 0 0,1 0 0 0 0,-3 0 0 0 0,-24 13-8802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0 197 1088 0 0,'0'0'11410'0'0,"8"-16"-897"0"0,0 3-8770 0 0,63-56-2835 0 0,-28 20-5076 0 0,-19 21-1047 0 0,-4 7 1436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0 836 0 0,'0'0'23930'0'0,"2"6"-22946"0"0,5 26 771 0 0,-1 0-1 0 0,-1 0 0 0 0,0 42 0 0 0,10 64-1754 0 0,-2-96 0 0 0,-7-36 0 0 0,10-8 0 0 0,-8-3-1892 0 0,1-5-5574 0 0,2-3-1952 0 0,-1 4 1552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1364 0 0,'18'-12'8879'0'0,"2"6"12940"0"0,-15 24-21221 0 0,-3 2-493 0 0,-4-16-76 0 0,0 1-42 0 0,6 20-1 0 0,-1-15-157 0 0,-2-8-864 0 0,2-8-973 0 0,10-28-1943 0 0,-8 20-411 0 0,0-1-3364 0 0,0-2 129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77 616 0 0,'0'0'19866'0'0,"-2"5"-17963"0"0,-2 3-1634 0 0,-53 150 9844 0 0,57-148-10113 0 0,6 0 0 0 0,3-4 0 0 0,10-9 0 0 0,-7-1 0 0 0,0-1 0 0 0,0 0 0 0 0,-1-1 0 0 0,0 0 0 0 0,0-1 0 0 0,0-1 0 0 0,15-13 0 0 0,-9 6 0 0 0,-1-1 0 0 0,-1 0 0 0 0,25-33 0 0 0,-36 43 0 0 0,-2 3 0 0 0,0 1 0 0 0,-1 0 0 0 0,1-1 0 0 0,0 0 0 0 0,-1 1 0 0 0,0-1 0 0 0,0 0 0 0 0,0 0 0 0 0,0 0 0 0 0,0 0 0 0 0,0 0 0 0 0,-1 0 0 0 0,1 0 0 0 0,-1 0 0 0 0,0 0 0 0 0,0 0 0 0 0,0 0 0 0 0,0 0 0 0 0,-2-5 0 0 0,2 7 0 0 0,1 0 0 0 0,-1 0 0 0 0,0 0 0 0 0,0 0 0 0 0,0 0 0 0 0,0 0 0 0 0,-1 0 0 0 0,1 0 0 0 0,0 0 0 0 0,0 0 0 0 0,-1 0 0 0 0,1 0 0 0 0,0 0 0 0 0,-1 0 0 0 0,1 0 0 0 0,-1 0 0 0 0,1 0 0 0 0,-1 0 0 0 0,0 0 0 0 0,1 0 0 0 0,-1 1 0 0 0,0-1 0 0 0,0 0 0 0 0,1 0 0 0 0,-1 1 0 0 0,0-1 0 0 0,0 1 0 0 0,0-1 0 0 0,-1 0 0 0 0,-1 0 0 0 0,1-1 0 0 0,0 0 0 0 0,-1 0 0 0 0,1 1 0 0 0,-1-1 0 0 0,0 1 0 0 0,1 0 0 0 0,-1 0 0 0 0,0 0 0 0 0,0 0 0 0 0,0 0 0 0 0,1 0 0 0 0,-1 1 0 0 0,0 0 0 0 0,0-1 0 0 0,0 1 0 0 0,0 0 0 0 0,-4 1 0 0 0,-35 7 0 0 0,13 3-3936 0 0,-14 10-8734 0 0,35-16 3586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14 1680 0 0,'0'-2'14513'0'0,"0"-10"1584"0"0,-5 20-15685 0 0,-11 19-398 0 0,1 0-1 0 0,1 1 1 0 0,2 1-1 0 0,0 1 1 0 0,-12 55-1 0 0,13-38-17 0 0,3 0 0 0 0,2 0 0 0 0,0 66 0 0 0,5-102 4 0 0,1-7 0 0 0,0 0 0 0 0,0 0 0 0 0,0 0 0 0 0,1 1 0 0 0,-1-1 0 0 0,1 0 0 0 0,0 0 0 0 0,3 7 0 0 0,2-1 0 0 0,0-5-88 0 0,-4-6-178 0 0,-1 0 0 0 0,1 0 0 0 0,-1 1-1 0 0,1-1 1 0 0,-1 0 0 0 0,1-1 0 0 0,-1 1 0 0 0,0 0 0 0 0,1 0 0 0 0,-1-1-1 0 0,0 1 1 0 0,0-1 0 0 0,1-1 0 0 0,8-11-7028 0 0,-8 5-900 0 0,4-3 626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0 1316 0 0,'2'0'5746'0'0,"11"6"6134"0"0,-14-3-11119 0 0,1 1 0 0 0,-1 0 0 0 0,0 0 0 0 0,0 0 0 0 0,0-1-1 0 0,0 1 1 0 0,-1 0 0 0 0,-2 3 0 0 0,-37 57 4129 0 0,18-30-2880 0 0,-1 13-4153 0 0,24-46 517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1 820 0 0,'2'0'12507'0'0,"9"0"820"0"0,-12 8-12968 0 0,1-1 0 0 0,1 0 0 0 0,-1 1 0 0 0,1-1 0 0 0,1 0 0 0 0,-1 0 0 0 0,1 0 0 0 0,5 11 0 0 0,-5-15-199 0 0,0 1 0 0 0,0-1 0 0 0,1 0 0 0 0,-1 0 0 0 0,1 0 0 0 0,0 0 1 0 0,0 0-1 0 0,0 0 0 0 0,0-1 0 0 0,0 0 0 0 0,1 1 0 0 0,-1-1 0 0 0,1 0 1 0 0,-1-1-1 0 0,1 1 0 0 0,0-1 0 0 0,7 2 0 0 0,12 1-160 0 0,-12-3 0 0 0,0 1 0 0 0,0 0 0 0 0,0 1 0 0 0,15 6 0 0 0,-26-9 0 0 0,1 0 0 0 0,-1 0 0 0 0,0 0 0 0 0,1 0 0 0 0,-1 0 0 0 0,0 0 0 0 0,1 0 0 0 0,-1 1 0 0 0,0-1 0 0 0,1 0 0 0 0,-1 0 0 0 0,0 0 0 0 0,1 1 0 0 0,-1-1 0 0 0,0 0 0 0 0,0 0 0 0 0,0 0 0 0 0,1 1 0 0 0,-1-1 0 0 0,0 0 0 0 0,0 1 0 0 0,0-1 0 0 0,1 0 0 0 0,-1 1 0 0 0,0-1 0 0 0,0 0 0 0 0,0 0 0 0 0,0 1 0 0 0,0-1 0 0 0,0 0 0 0 0,0 1 0 0 0,0-1 0 0 0,0 1 0 0 0,-1 2-127 0 0,-1 0 0 0 0,1 0 1 0 0,-1 0-1 0 0,0 0 0 0 0,0 0 0 0 0,0 0 0 0 0,-1 0 1 0 0,1-1-1 0 0,-1 1 0 0 0,1-1 0 0 0,-1 0 0 0 0,0 0 1 0 0,0 0-1 0 0,-5 3 0 0 0,-54 26-2648 0 0,16-19-1708 0 0,29-11 399 0 0,-1-2-3478 0 0,-5-3 837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1452 0 0,'45'-24'16763'0'0,"-17"7"-9280"0"0,5 4-5498 0 0,48-8-4079 0 0,-54 13-1348 0 0,1 1-3395 0 0,-16 4 2574 0 0,8-2-1948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1 492 0 0,'0'0'28832'0'0,"-3"4"-28034"0"0,-42 58 247 0 0,28-40-645 0 0,0 1 0 0 0,2 1 0 0 0,-13 25 0 0 0,-3 15-400 0 0,7-15 0 0 0,-20 59 0 0 0,38-91 0 0 0,1 0 0 0 0,1 0 0 0 0,1 0 0 0 0,1 0 0 0 0,0 1 0 0 0,1-1 0 0 0,2 32 0 0 0,0-41 0 0 0,0 1 0 0 0,1-1 0 0 0,0 0 0 0 0,0 0 0 0 0,1 0 0 0 0,0 0 0 0 0,0 0 0 0 0,1 0 0 0 0,0-1 0 0 0,6 9 0 0 0,-3-7 0 0 0,1-1 0 0 0,-1 0 0 0 0,1 0 0 0 0,1 0 0 0 0,0-1 0 0 0,0-1 0 0 0,0 1 0 0 0,1-2 0 0 0,15 8 0 0 0,-14-8 0 0 0,-4-1 0 0 0,2 1-287 0 0,-7-3-1251 0 0,4-25-16457 0 0,-4 18 10717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1 520 0 0,'0'0'24128'0'0,"1"4"-23869"0"0,0 4 184 0 0,-1-1-1 0 0,0 1 1 0 0,0-1-1 0 0,0 1 1 0 0,-1-1-1 0 0,0 1 1 0 0,-1-1-1 0 0,-2 8 1 0 0,-13 54 1230 0 0,8-42-1185 0 0,8-25-475 0 0,1 1-1 0 0,-1-1 0 0 0,1 1 1 0 0,-1-1-1 0 0,0 0 0 0 0,0 1 1 0 0,0-1-1 0 0,0 0 0 0 0,0 0 1 0 0,0 1-1 0 0,-1-1 1 0 0,1 0-1 0 0,-1 0 0 0 0,1-1 1 0 0,-1 1-1 0 0,0 0 0 0 0,0 0 1 0 0,0-1-1 0 0,0 1 0 0 0,0-1 1 0 0,0 0-1 0 0,-3 2 1 0 0,4-2-249 0 0,0-1 0 0 0,0 1 0 0 0,0 0 0 0 0,0-1 1 0 0,0 1-1 0 0,0-1 0 0 0,0 1 0 0 0,0-1 1 0 0,0 0-1 0 0,0 1 0 0 0,0-1 0 0 0,0 0 1 0 0,0 0-1 0 0,0 0 0 0 0,-1 0 0 0 0,1 0 1 0 0,0 0-1 0 0,0 0 0 0 0,0 0 0 0 0,0 0 0 0 0,0 0 1 0 0,0-1-1 0 0,0 1 0 0 0,-1 0 0 0 0,1-1 1 0 0,0 1-1 0 0,0-1 0 0 0,0 1 0 0 0,0-1 1 0 0,-1-1-1 0 0,0 1 141 0 0,-1-1-1275 0 0,6-6-3225 0 0,-1 4 2251 0 0,-2 0-3625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0 544 0 0,'0'0'28078'0'0,"1"5"-26785"0"0,-1 12-843 0 0,-1 1 0 0 0,-1-1 1 0 0,0-1-1 0 0,-1 1 0 0 0,-8 27 1 0 0,4-20-301 0 0,-10 34-150 0 0,11-42 0 0 0,1 0 0 0 0,1 0 0 0 0,0 0 0 0 0,1 1 0 0 0,-1 19 0 0 0,-2-14 0 0 0,5-9 0 0 0,1-3-182 0 0,0-8-956 0 0,0-11-6846 0 0,0-28-893 0 0,0 16 676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0 796 0 0,'0'0'2291'0'0,"1"3"-1041"0"0,8 21 18676 0 0,-8-17-15759 0 0,-18 51 170 0 0,11-48-4337 0 0,2-1 0 0 0,3 0-119 0 0,1-7-483 0 0,0-8-9095 0 0,5-47 3472 0 0,-5 50 5560 0 0,1 0-1 0 0,0 0 1 0 0,1 1-1 0 0,-1-1 1 0 0,0 0 0 0 0,1 1-1 0 0,0-1 1 0 0,-1 1 0 0 0,1-1-1 0 0,0 1 1 0 0,0 0-1 0 0,0 0 1 0 0,1 0 0 0 0,-1 0-1 0 0,0 0 1 0 0,6-2-1 0 0,2-2-2042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0 368 0 0,'-1'10'10511'0'0,"0"-2"-5278"0"0,3 10-1647 0 0,4-8 1472 0 0,-5-9-4158 0 0,-1-1-859 0 0,0 0-1 0 0,0 1 0 0 0,0-1 0 0 0,0 0 1 0 0,0 0-1 0 0,0 0 0 0 0,0 1 0 0 0,0-1 1 0 0,0 0-1 0 0,0 0 0 0 0,0 0 1 0 0,-1 1-1 0 0,2-1 0 0 0,-1 0 0 0 0,0 0 1 0 0,0 0-1 0 0,0 1 0 0 0,0-1 0 0 0,0 0 1 0 0,0 0-1 0 0,0 0 0 0 0,0 1 0 0 0,0-1 1 0 0,0 0-1 0 0,0 0 0 0 0,0 0 1 0 0,0 1-1 0 0,1-1 0 0 0,-1 0 0 0 0,0 0 1 0 0,0 0-1 0 0,0 0 0 0 0,0 0 0 0 0,1 1 1 0 0,-1-1-1 0 0,0 0 0 0 0,0 0 0 0 0,0 0 1 0 0,0 0-1 0 0,1 0 0 0 0,-1 0 1 0 0,0 0-1 0 0,0 0 0 0 0,0 0 0 0 0,1 0 1 0 0,-1 0-1 0 0,0 0 0 0 0,0 0 0 0 0,0 0 1 0 0,1 0-1 0 0,-1 0 0 0 0,0 0 0 0 0,1 0 1 0 0,-1 0 49 0 0,0 0 1 0 0,1 0-1 0 0,-1 0 1 0 0,0 0-1 0 0,1 0 0 0 0,-1 0 1 0 0,0 0-1 0 0,0 0 1 0 0,1 0-1 0 0,-1 0 1 0 0,0 0-1 0 0,1 1 0 0 0,-1-1 1 0 0,0 0-1 0 0,1 0 1 0 0,-1 0-1 0 0,0 0 1 0 0,1 0-1 0 0,-1 1 1 0 0,0-1-1 0 0,0 0 0 0 0,1 0 1 0 0,-1 0-1 0 0,0 1 1 0 0,0-1-1 0 0,0 0 1 0 0,1 1-1 0 0,-1-1 0 0 0,0 0 1 0 0,0 0-1 0 0,0 1 1 0 0,0-1-1 0 0,1 0 1 0 0,-1 1-1 0 0,0-1 1 0 0,5 49 1589 0 0,-5-37-1680 0 0,0 1 0 0 0,1-3 0 0 0,5-4 0 0 0,10-2 0 0 0,-2-3 0 0 0,2 0 0 0 0,40 5 0 0 0,-44-2 0 0 0,-3 0 0 0 0,-9-4 0 0 0,1 0 0 0 0,-1 0 0 0 0,1 0 0 0 0,-1 0 0 0 0,0 0 0 0 0,1 0 0 0 0,-1 0 0 0 0,0 1 0 0 0,1-1 0 0 0,-1 0 0 0 0,0 0 0 0 0,1 0 0 0 0,-1 1 0 0 0,0-1 0 0 0,1 0 0 0 0,-1 0 0 0 0,0 1 0 0 0,0-1 0 0 0,1 0 0 0 0,-1 1 0 0 0,0-1 0 0 0,0 0 0 0 0,0 1 0 0 0,1-1 0 0 0,-1 0 0 0 0,0 1 0 0 0,0-1 0 0 0,0 1 0 0 0,0-1 0 0 0,0 0 0 0 0,0 1 0 0 0,0-1 0 0 0,0 1 0 0 0,0-1 0 0 0,0 0 0 0 0,0 1 0 0 0,0-1 0 0 0,0 1 0 0 0,0-1 0 0 0,0 0 0 0 0,0 1 0 0 0,0-1 0 0 0,-1 1 0 0 0,-20 18 0 0 0,15-15-57 0 0,0 0 1 0 0,0 0-1 0 0,-1-1 0 0 0,1 1 1 0 0,-1-2-1 0 0,0 1 1 0 0,0-1-1 0 0,0 0 0 0 0,0 0 1 0 0,0 0-1 0 0,0-1 0 0 0,0-1 1 0 0,-1 1-1 0 0,1-1 1 0 0,-12-1-1 0 0,-24-16-4585 0 0,28 8-317 0 0,1-2-4404 0 0,3 2 2111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0 249 316 0 0,'52'-14'11523'0'0,"-2"-4"-4514"0"0,9-6-2803 0 0,29-16-3062 0 0,60-24 950 0 0,-134 58-2002 0 0,-1 0-1 0 0,0 0 1 0 0,0-1 0 0 0,18-14 0 0 0,-25 17-1121 0 0,-1 0 1 0 0,0-1-1 0 0,0 1 0 0 0,-1-1 1 0 0,1 0-1 0 0,5-10 0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18 576 0 0,'-19'-18'28731'0'0,"43"51"-28128"0"0,-2 1-1 0 0,-1 1 0 0 0,-1 1 1 0 0,15 41-1 0 0,0-3-154 0 0,-29-63-448 0 0,29 59 0 0 0,-2 3 0 0 0,29 93 0 0 0,-58-148 1 0 0,0 0 0 0 0,-1 0 0 0 0,0 1 0 0 0,-2-1 0 0 0,0 1 0 0 0,-4 30 0 0 0,2-37-4 0 0,-1-1 1 0 0,0 0-1 0 0,-1 0 0 0 0,0-1 1 0 0,-1 1-1 0 0,0 0 0 0 0,-1-1 1 0 0,0 0-1 0 0,0 0 1 0 0,-1-1-1 0 0,-1 1 0 0 0,-8 9 1 0 0,12-16-315 0 0,1 0 1 0 0,-1-1 0 0 0,0 1 0 0 0,0-1 0 0 0,0 0-1 0 0,0 1 1 0 0,-1-1 0 0 0,1-1 0 0 0,-1 1 0 0 0,1 0-1 0 0,-1-1 1 0 0,1 0 0 0 0,-1 0 0 0 0,-5 1 0 0 0,3-2-1444 0 0,0 1 1 0 0,0-1-1 0 0,0-1 1 0 0,0 1 0 0 0,0-1-1 0 0,1 0 1 0 0,-1 0-1 0 0,-7-3 1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33 1644 0 0,'-22'-21'7281'0'0,"20"20"-5080"0"0,-10-9 18992 0 0,12 335-20745 0 0,4-247-448 0 0,-2-68 0 0 0,3 1-237 0 0,-7-16-2462 0 0,3-9 4187 0 0,0 7-6151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 1448 0 0,'0'0'28147'0'0,"-1"7"-27125"0"0,-21 120 1128 0 0,20-118-2150 0 0,-11 9-4891 0 0,2-20-4776 0 0,4 0 4023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68 1484 0 0,'-6'-7'25370'0'0,"0"13"-25043"0"0,0 1 1 0 0,1 0-1 0 0,-1 0 1 0 0,2 1-1 0 0,-1 0 1 0 0,1 0-1 0 0,0 0 0 0 0,-5 13 1 0 0,-20 79 2582 0 0,26-87-2854 0 0,3-11-56 0 0,-1 0 0 0 0,1 1 0 0 0,0-1 0 0 0,0 0 0 0 0,0 1 0 0 0,0-1 0 0 0,0 1 0 0 0,0-1 0 0 0,1 0 0 0 0,-1 1 0 0 0,1-1 0 0 0,0 0 0 0 0,-1 0 0 0 0,1 1 0 0 0,0-1 0 0 0,0 0 0 0 0,1 0 0 0 0,-1 0 0 0 0,0 0 0 0 0,1 0 0 0 0,-1 0 0 0 0,1-1 0 0 0,0 1 0 0 0,-1 0 0 0 0,1-1 0 0 0,0 1 0 0 0,0-1 0 0 0,0 0 0 0 0,0 1 0 0 0,0-1 0 0 0,0 0 0 0 0,1 0 0 0 0,-1-1 0 0 0,0 1 0 0 0,1 0 0 0 0,-1-1 0 0 0,0 1 0 0 0,1-1 0 0 0,-1 0 0 0 0,3 0 0 0 0,13-2 0 0 0,0-1 0 0 0,-1-1 0 0 0,0-1 0 0 0,1-1 0 0 0,-1 0 0 0 0,-1-1 0 0 0,0 0 0 0 0,0-2 0 0 0,0 0 0 0 0,-1-1 0 0 0,0 0 0 0 0,-1-1 0 0 0,0-1 0 0 0,-1 0 0 0 0,0-1 0 0 0,-1 0 0 0 0,12-18 0 0 0,-20 25 0 0 0,0-2 0 0 0,-1 1 0 0 0,0 0 0 0 0,0-1 0 0 0,-1 0 0 0 0,0 1 0 0 0,0-1 0 0 0,1-14 0 0 0,-9 5 0 0 0,5 13 0 0 0,-1 1 0 0 0,0 0 0 0 0,0 0 0 0 0,-1-1 0 0 0,1 1 0 0 0,0 0 0 0 0,-1 1 0 0 0,0-1 0 0 0,0 0 0 0 0,0 1 0 0 0,0 0 0 0 0,0-1 0 0 0,0 1 0 0 0,0 0 0 0 0,-1 1 0 0 0,1-1 0 0 0,-8-2 0 0 0,4 3 0 0 0,0 0 0 0 0,0 0 0 0 0,-1 1 0 0 0,1 0 0 0 0,0 0 0 0 0,0 1 0 0 0,-1 0 0 0 0,1 0 0 0 0,-8 3 0 0 0,7-3 0 0 0,5 0 0 0 0,0-1 0 0 0,-1 1 0 0 0,1 0 0 0 0,0 0 0 0 0,0 1 0 0 0,-1-1 0 0 0,1 1 0 0 0,0-1 0 0 0,0 1 0 0 0,1 0 0 0 0,-1 0 0 0 0,0 0 0 0 0,1 1 0 0 0,-1-1 0 0 0,1 1 0 0 0,-3 2 0 0 0,3-3 0 0 0,1-1 0 0 0,1-1 0 0 0,-1 1 0 0 0,1 0 0 0 0,-1-1 0 0 0,1 1 0 0 0,-1 0 0 0 0,1 0 0 0 0,-1-1 0 0 0,1 1 0 0 0,0 0 0 0 0,-1 0 0 0 0,1 0 0 0 0,0 0 0 0 0,0-1 0 0 0,-1 1 0 0 0,1 0 0 0 0,0 0 0 0 0,0 0 0 0 0,0 0 0 0 0,0 0 0 0 0,0-1 0 0 0,0 1 0 0 0,1 0 0 0 0,-1 1 0 0 0,0 2-772 0 0,0-1 1 0 0,0 1-1 0 0,0-1 1 0 0,1 1-1 0 0,-1-1 1 0 0,1 1-1 0 0,0-1 0 0 0,2 7 1 0 0,13 4-10617 0 0,-6-9 3274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17 1660 0 0,'1'-1'749'0'0,"0"0"750"0"0,-1 1-750 0 0,1-1 0 0 0,-1 1 0 0 0,0 0 0 0 0,1-1 0 0 0,-1 1 1 0 0,0-1-1 0 0,0 0 0 0 0,-3-10 18818 0 0,-4 11-15667 0 0,-1 0-6713 0 0,3 0 3870 0 0,2 1-212 0 0,-10 5-565 0 0,5 2-250 0 0,1-1-30 0 0,6 0-167 0 0,1-6-742 0 0,6-3-2111 0 0,26-17-3208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8 688 0 0,'4'2'19466'0'0,"-16"-7"-4185"0"0,6 3-15181 0 0,0-1-3483 0 0,2 4 3908 0 0,-21 6-420 0 0,19-3-109 0 0,-2 4-7 0 0,2-1 11 0 0,-1 2 0 0 0,7-8 0 0 0,-1 0 0 0 0,1 0 0 0 0,0 0 0 0 0,0 0 0 0 0,-1 0 0 0 0,1 0 0 0 0,0 0 0 0 0,0 0 0 0 0,0 0 0 0 0,0 0 0 0 0,0 0 0 0 0,0 0 0 0 0,0 0 0 0 0,0 0 0 0 0,1 0 0 0 0,-1 0 0 0 0,0 0 0 0 0,1 0 0 0 0,-1 0 0 0 0,0 0 0 0 0,1 0 0 0 0,-1 0 0 0 0,1 0 0 0 0,-1-1 0 0 0,1 1 0 0 0,0 0 0 0 0,-1 0 0 0 0,1-1 0 0 0,0 1 0 0 0,0 0 0 0 0,-1-1 0 0 0,1 1 0 0 0,0 0 0 0 0,1 0 0 0 0,0 0 0 0 0,4 3 0 0 0,0-1 0 0 0,1 0 0 0 0,0 0 0 0 0,0 0 0 0 0,0-1 0 0 0,0 0 0 0 0,0 0 0 0 0,1-1 0 0 0,-1 0 0 0 0,12 1 0 0 0,3 1 0 0 0,79 18 0 0 0,-90-16 0 0 0,-13 5 0 0 0,-2-7-135 0 0,-1 0 0 0 0,0-1-1 0 0,0 1 1 0 0,0-1 0 0 0,0 0 0 0 0,0-1 0 0 0,-1 1 0 0 0,1-1-1 0 0,0 0 1 0 0,-1 0 0 0 0,1 0 0 0 0,-1-1 0 0 0,1 0-1 0 0,-1 0 1 0 0,-5-1 0 0 0,3-1-1765 0 0,-7-2-740 0 0,9 1-1695 0 0,-1-1-3391 0 0,-13-8-148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1 274 2400 0 0,'31'-36'15429'0'0,"10"5"-8042"0"0,54-19-4355 0 0,-54 30-1629 0 0,15-10-1953 0 0,63-45-1 0 0,-81 53-2811 0 0,-37 21 1793 0 0,1-4-800 0 0,0 1 240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0 1404 0 0,'-3'6'2380'0'0,"-6"18"1809"0"0,0 1 0 0 0,-8 38 0 0 0,11-33-2465 0 0,2 0 0 0 0,1 1-1 0 0,1-1 1 0 0,3 33 0 0 0,0-30-976 0 0,2 0 0 0 0,2 0 0 0 0,1-1 0 0 0,1 0 0 0 0,1 0 0 0 0,2-1 0 0 0,2 0 0 0 0,1-1 0 0 0,17 30 0 0 0,-24-51-933 0 0,0 0 0 0 0,1 0 0 0 0,0-1-1 0 0,1 0 1 0 0,0 0 0 0 0,0-1 0 0 0,1 0-1 0 0,0 0 1 0 0,0-1 0 0 0,0 0 0 0 0,1-1-1 0 0,0 0 1 0 0,0-1 0 0 0,0 0 0 0 0,0 0-1 0 0,1-1 1 0 0,15 3 0 0 0,-7-3-1294 0 0,1-1 1 0 0,-1 0 0 0 0,31-3-1 0 0,-20-1-4238 0 0,48-10-1 0 0,-22-1-901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2 2400 0 0,'-10'-2'24636'0'0,"18"13"-23949"0"0,1 0 0 0 0,0-1 0 0 0,0 0-1 0 0,2-1 1 0 0,-1 0 0 0 0,19 12-1 0 0,-8-5-47 0 0,14 10-486 0 0,-15-12-127 0 0,-1 1 1 0 0,0 1-1 0 0,-1 0 1 0 0,25 30-1 0 0,-38-40-20 0 0,0 0 1 0 0,-1 0-1 0 0,0 1 0 0 0,0 0 0 0 0,-1 0 1 0 0,6 13-1 0 0,-9-16-16 0 0,1-1-1 0 0,-1 0 1 0 0,1 0-1 0 0,-1 0 1 0 0,0 1-1 0 0,0-1 1 0 0,-1 0-1 0 0,1 0 1 0 0,-1 0-1 0 0,1 1 1 0 0,-1-1-1 0 0,0 0 1 0 0,0 0-1 0 0,0 0 1 0 0,-1 0-1 0 0,1 0 1 0 0,-1 0-1 0 0,1-1 1 0 0,-1 1-1 0 0,-3 3 1 0 0,-5 5-1044 0 0,0 0 1 0 0,-1 0-1 0 0,0-1 1 0 0,-1 0-1 0 0,-23 15 0 0 0,-1-5-3980 0 0,0-2-3414 0 0,-2-4 1258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78 852 0 0,'0'-5'1242'0'0,"0"0"-1"0"0,0 1 1 0 0,0-1-1 0 0,-1 1 1 0 0,0-1-1 0 0,0 1 1 0 0,0-1-1 0 0,0 1 1 0 0,-5-9-1 0 0,1 3 931 0 0,-4-4 8414 0 0,8 14-10353 0 0,0 0-1 0 0,1 0 1 0 0,-1 0-1 0 0,1 1 1 0 0,-1-1-1 0 0,1 0 0 0 0,-1 0 1 0 0,0 0-1 0 0,1 1 1 0 0,-1-1-1 0 0,1 0 1 0 0,-1 1-1 0 0,1-1 1 0 0,-1 0-1 0 0,1 1 1 0 0,-1-1-1 0 0,1 0 1 0 0,0 1-1 0 0,-1-1 1 0 0,1 1-1 0 0,0-1 1 0 0,-1 1-1 0 0,1-1 1 0 0,0 1-1 0 0,-1-1 1 0 0,1 1-1 0 0,0 0 1 0 0,0 0-1 0 0,-5 11-232 0 0,0-1 0 0 0,2 1 0 0 0,-1 0 0 0 0,2 0 0 0 0,-1 0 0 0 0,0 16 0 0 0,0-5 0 0 0,-9 56 0 0 0,-2 125 0 0 0,9-131 0 0 0,10-83 42 0 0,-2 5-155 0 0,-1 1 0 0 0,1-1-1 0 0,-1 0 1 0 0,0 0 0 0 0,0 0 0 0 0,2-8-1 0 0,-2-1-1280 0 0,2-7-4116 0 0,-2-1-4835 0 0,-2 6 2043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1 572 0 0,'1'0'12255'0'0,"3"10"999"0"0,-6-5-12832 0 0,-1-1 0 0 0,1 0 0 0 0,0 0 0 0 0,0 1 0 0 0,0-1 0 0 0,0 1 0 0 0,1 0 0 0 0,-1 7 0 0 0,1 1 59 0 0,1-1 1 0 0,0 1-1 0 0,1 0 0 0 0,1-1 1 0 0,5 24-1 0 0,-2-28-481 0 0,3-7 0 0 0,-6-3-348 0 0,1 0 0 0 0,-1 0 0 0 0,0 0 0 0 0,0 0 0 0 0,-1 0 0 0 0,1 0 0 0 0,0 0 0 0 0,-1-1 0 0 0,1 1 0 0 0,-1 0 0 0 0,0-1 0 0 0,0 1 0 0 0,0-1 0 0 0,0 0 0 0 0,0 1 0 0 0,0-1 0 0 0,0-3 0 0 0,0-1-1489 0 0,0-1-1 0 0,-1 1 0 0 0,0-1 1 0 0,0 0-1 0 0,-2-13 0 0 0,-2 5-6862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3 660 0 0,'0'0'22339'0'0,"46"-2"-16020"0"0,-21 7-4521 0 0,-23-4-1344 0 0,5 8 699 0 0,-7 1-1148 0 0,-1 0-1 0 0,0 1 1 0 0,0-1 0 0 0,-1 0 0 0 0,-1 0-1 0 0,0 0 1 0 0,0-1 0 0 0,-1 1 0 0 0,0-1-1 0 0,-10 16 1 0 0,-11 30-13 0 0,-1-7 8 0 0,20-38 0 0 0,-1 1 0 0 0,2 0 0 0 0,-1 0 0 0 0,-6 22 0 0 0,11-20 0 0 0,2 0 0 0 0,7-2 0 0 0,7-9 0 0 0,-2-4 0 0 0,-2 0 0 0 0,1 0 0 0 0,0-2 0 0 0,0 1 0 0 0,-1-2 0 0 0,0 1 0 0 0,0-2 0 0 0,0 1 0 0 0,12-10 0 0 0,67-33 0 0 0,-84 43-295 0 0,-4 4-1314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58 1588 0 0,'-26'-31'13155'0'0,"20"22"-12218"0"0,-15-6 9843 0 0,13 13-10480 0 0,6 2 1886 0 0,-39 17 1635 0 0,33-10-3821 0 0,-4 7 0 0 0,8-6 0 0 0,1 1 0 0 0,0 4 0 0 0,6 11 0 0 0,-1-19 0 0 0,-2-5 0 0 0,-1 1 0 0 0,1 0 0 0 0,0 0 0 0 0,0 0 0 0 0,1 0 0 0 0,-1 0 0 0 0,0 0 0 0 0,0-1 0 0 0,0 1 0 0 0,1 0 0 0 0,-1 0 0 0 0,0 0 0 0 0,1 0 0 0 0,-1-1 0 0 0,0 1 0 0 0,1 0 0 0 0,-1 0 0 0 0,1-1 0 0 0,-1 1 0 0 0,1 0 0 0 0,0-1 0 0 0,-1 1 0 0 0,1 0 0 0 0,0-1 0 0 0,-1 1 0 0 0,1-1 0 0 0,0 0 0 0 0,0 1 0 0 0,0-1 0 0 0,1 1 0 0 0,2 2 0 0 0,-2-2 0 0 0,0 1 0 0 0,0-1 0 0 0,0 0 0 0 0,0 0 0 0 0,0 1 0 0 0,0-1 0 0 0,0-1 0 0 0,1 1 0 0 0,-1 0 0 0 0,0 0 0 0 0,1-1 0 0 0,-1 0 0 0 0,0 1 0 0 0,3-1 0 0 0,51 8 0 0 0,-52-8 0 0 0,24 11 0 0 0,-21-9 0 0 0,5 13 0 0 0,0 1 0 0 0,1 12 0 0 0,-9-18 0 0 0,-5 0 0 0 0,-8 2 0 0 0,0-7 0 0 0,-11-11 0 0 0,6-2 0 0 0,6-2 0 0 0,-21-16-4368 0 0,27 25 2327 0 0,-7-5-3091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0 157 1000 0 0,'5'-11'29838'0'0,"-2"8"-27890"0"0,1 1-3658 0 0,34-8 2664 0 0,72-29 1 0 0,-90 31-1124 0 0,-1-2 1 0 0,0 0 0 0 0,-1-1 0 0 0,0-1-1 0 0,25-21 1 0 0,-41 31-3184 0 0,3-4 2903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0 1060 0 0,'-64'32'5881'0'0,"62"-31"-5804"0"0,-21 10 186 0 0,-7-14-4416 0 0,27 2 2393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1156 0 0,'11'2'31596'0'0,"-14"31"-31590"0"0,2 0 0 0 0,3 39 0 0 0,1 2-9 0 0,-1 2 3 0 0,3 14 0 0 0,-4-78 0 0 0,-1-12 0 0 0,0 0 0 0 0,0 0 0 0 0,0 0 0 0 0,0 1 0 0 0,0-1 0 0 0,0 0 0 0 0,0 0 0 0 0,0 0 0 0 0,0 0 0 0 0,0 0 0 0 0,0 1 0 0 0,0-1 0 0 0,0 0 0 0 0,0 0 0 0 0,0 0 0 0 0,0 0 0 0 0,0 1 0 0 0,0-1 0 0 0,0 0 0 0 0,0 0 0 0 0,1 0 0 0 0,-1 0 0 0 0,0 0 0 0 0,0 1 0 0 0,0-1 0 0 0,0 0 0 0 0,0 0 0 0 0,0 0 0 0 0,1 0 0 0 0,-1 0 0 0 0,0 0 0 0 0,0 0 0 0 0,0 0 0 0 0,0 0 0 0 0,0 0 0 0 0,1 0 0 0 0,-1 1 0 0 0,0-1 0 0 0,0 0 0 0 0,0 0 0 0 0,0 0 0 0 0,1 0 0 0 0,-1 0 0 0 0,0 0 0 0 0,0 0 0 0 0,0 0 0 0 0,0-1 0 0 0,1 1 0 0 0,-1 0 0 0 0,0 0 0 0 0,0 0 0 0 0,10-16 0 0 0,1 3-5166 0 0,-1-5-8864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0 1152 0 0,'0'0'25241'0'0,"-4"5"-20920"0"0,-2 1-3409 0 0,-10 15-3207 0 0,6-7 5653 0 0,8-10-3350 0 0,0 0 0 0 0,0 0-1 0 0,1 0 1 0 0,-1 0 0 0 0,1 0 0 0 0,0 1 0 0 0,0-1-1 0 0,1 0 1 0 0,-1 6 0 0 0,1 4-8 0 0,1-1 0 0 0,5-4 0 0 0,-6-8-186 0 0,1-1 0 0 0,0 1 1 0 0,-1-1-1 0 0,1 1 0 0 0,-1-1 0 0 0,1 1 1 0 0,0-1-1 0 0,-1 0 0 0 0,1 1 0 0 0,0-1 0 0 0,-1 0 1 0 0,1 1-1 0 0,0-1 0 0 0,-1 0 0 0 0,1 0 1 0 0,0 0-1 0 0,0 0 0 0 0,-1 0 0 0 0,1 0 1 0 0,0 0-1 0 0,0 0 0 0 0,-1 0 0 0 0,1 0 0 0 0,0 0 1 0 0,-1 0-1 0 0,1-1 0 0 0,0 1 0 0 0,0 0 1 0 0,-1 0-1 0 0,1-1 0 0 0,0 1 0 0 0,-1 0 0 0 0,1-1 1 0 0,-1 1-1 0 0,1-1 0 0 0,-1 1 0 0 0,1-1 1 0 0,0 1-1 0 0,-1-1 0 0 0,0 0 0 0 0,1 1 1 0 0,0-2-1 0 0,14-21-11754 0 0,-9 15 4722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50 784 0 0,'0'0'22234'0'0,"13"6"-21323"0"0,-7-8 3397 0 0,1-4-4105 0 0,0 1 1 0 0,0 0 0 0 0,0 0-1 0 0,0 0 1 0 0,1 1 0 0 0,0 0 0 0 0,0 0-1 0 0,0 1 1 0 0,0 0 0 0 0,0 0-1 0 0,1 1 1 0 0,16-2 0 0 0,-24 4 64 0 0,22 32 1346 0 0,-22-27-1614 0 0,0 1 0 0 0,0 0 0 0 0,-1 0 0 0 0,0 0 0 0 0,0-1 0 0 0,0 1 0 0 0,-1 0 0 0 0,0 0 0 0 0,0 0 0 0 0,0-1 0 0 0,-1 1 0 0 0,0-1 0 0 0,0 1 0 0 0,0-1 0 0 0,-5 8 0 0 0,-6 10 0 0 0,-1-1 0 0 0,-18 22 0 0 0,21-29 0 0 0,-7 7 0 0 0,14-12 0 0 0,13 3 0 0 0,5-8 0 0 0,-5-4 0 0 0,-1-1 0 0 0,1 1 0 0 0,0-2 0 0 0,0 1 0 0 0,0-1 0 0 0,0 0 0 0 0,0-1 0 0 0,-1 0 0 0 0,16-6 0 0 0,39-10 0 0 0,-59 15 45 0 0,-1 0-57 0 0,36-2-256 0 0,-35 5-970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10 1664 0 0,'-4'-9'22220'0'0,"0"10"-21844"0"0,1 1 0 0 0,0 0-1 0 0,0 1 1 0 0,0-1 0 0 0,0 0 0 0 0,0 1-1 0 0,0 0 1 0 0,1 0 0 0 0,-1 0 0 0 0,1 0 0 0 0,-3 5-1 0 0,-6 7 466 0 0,8-12-633 0 0,1 0 0 0 0,0-1 0 0 0,0 1-1 0 0,0 0 1 0 0,1 1 0 0 0,-1-1 0 0 0,1 0 0 0 0,-1 0-1 0 0,1 1 1 0 0,0-1 0 0 0,1 1 0 0 0,-1-1 0 0 0,0 1 0 0 0,1-1-1 0 0,0 1 1 0 0,0 5 0 0 0,0-6-208 0 0,0 0 0 0 0,0 0 0 0 0,1 0 0 0 0,-1 0 0 0 0,1 0 0 0 0,0 0 0 0 0,-1 0 0 0 0,1 0 0 0 0,1 0 0 0 0,-1-1 0 0 0,0 1 0 0 0,1 0 0 0 0,-1-1 0 0 0,1 1 0 0 0,0-1 0 0 0,0 1 0 0 0,0-1 0 0 0,0 0 0 0 0,0 0 0 0 0,4 3 0 0 0,1 0 0 0 0,1-1 0 0 0,-1-1 0 0 0,0 1 0 0 0,1-1 0 0 0,11 3 0 0 0,1 1 0 0 0,59 23 0 0 0,-70-23 0 0 0,0 4 0 0 0,-8-11 0 0 0,-1 1 0 0 0,0-1 0 0 0,1 0 0 0 0,-1 1 0 0 0,0-1 0 0 0,1 1 0 0 0,-1-1 0 0 0,0 1 0 0 0,1 0 0 0 0,-1-1 0 0 0,0 1 0 0 0,0-1 0 0 0,0 1 0 0 0,0-1 0 0 0,0 1 0 0 0,0 0 0 0 0,1-1 0 0 0,-1 1 0 0 0,0-1 0 0 0,-1 1 0 0 0,1 0 0 0 0,0-1 0 0 0,0 1 0 0 0,0-1 0 0 0,0 2 0 0 0,-1 18 0 0 0,0-4 0 0 0,1-15 0 0 0,0 0 0 0 0,0 1 0 0 0,0-1 0 0 0,0 0 0 0 0,0 0 0 0 0,0 0 0 0 0,0 0 0 0 0,0 0 0 0 0,-1 0 0 0 0,1 0 0 0 0,0 0 0 0 0,-1 0 0 0 0,1 0 0 0 0,-1 0 0 0 0,1 0 0 0 0,-1 0 0 0 0,0 0 0 0 0,1 0 0 0 0,-1 0 0 0 0,0 0 0 0 0,0-1 0 0 0,1 1 0 0 0,-1 0 0 0 0,0-1 0 0 0,0 1 0 0 0,0 0 0 0 0,-2 0 0 0 0,1 0 0 0 0,-5 5 0 0 0,-2-5-287 0 0,5-3-267 0 0,0-1 0 0 0,0 1 1 0 0,0-1-1 0 0,0 0 1 0 0,1 0-1 0 0,0 0 0 0 0,-1-1 1 0 0,1 1-1 0 0,0-1 1 0 0,1 0-1 0 0,-1 1 0 0 0,1-1 1 0 0,-3-5-1 0 0,-12-37-12070 0 0,16 23 5819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1584 0 0,'0'0'1750'0'0,"20"-8"6428"0"0,-4 6-6444 0 0,0-1 1 0 0,-1-1-1 0 0,1 0 1 0 0,20-9-1 0 0,13-12-442 0 0,-44 21-1706 0 0,0 1-1 0 0,0-1 0 0 0,0 0 0 0 0,0 0 1 0 0,6-9-1 0 0,-10 12-868 0 0,3-8-2227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348 136 432 0 0,'-9'-11'6755'0'0,"7"9"-6136"0"0,0 1 0 0 0,0-1 0 0 0,-1 1 1 0 0,1 0-1 0 0,0 0 0 0 0,-1 0 0 0 0,1 0 0 0 0,-1 1 0 0 0,1-1 1 0 0,-1 1-1 0 0,1-1 0 0 0,-5 1 0 0 0,-3 0 155 0 0,-1 1 0 0 0,1 0 0 0 0,-1 1 0 0 0,1 0 0 0 0,-1 0 0 0 0,1 1 0 0 0,0 1 0 0 0,-14 6 0 0 0,-1 4 3918 0 0,-42 29 0 0 0,33-19-3511 0 0,26-16-1181 0 0,2 1 0 0 0,-5 0 0 0 0,53-21 0 0 0,-30 5 0 0 0,-1-1 0 0 0,0-1 0 0 0,0 0 0 0 0,-1-1 0 0 0,0 0 0 0 0,0 0 0 0 0,-1-1 0 0 0,-1 0 0 0 0,0-1 0 0 0,-1 0 0 0 0,10-20 0 0 0,-11 20 0 0 0,-7-1 0 0 0,-9-1 0 0 0,1 6 0 0 0,-8 9 0 0 0,8 2 0 0 0,1 0 0 0 0,-1 1 0 0 0,1 0 0 0 0,0 1 0 0 0,0 0 0 0 0,1 0 0 0 0,0 0 0 0 0,0 1 0 0 0,0 0 0 0 0,0 1 0 0 0,1 0 0 0 0,0 0 0 0 0,-6 9 0 0 0,1 1 0 0 0,0 0 0 0 0,0 1 0 0 0,2 0 0 0 0,-14 38 0 0 0,21-52 0 0 0,1 1 0 0 0,0-1 0 0 0,0 1 0 0 0,0 0 0 0 0,1 0 0 0 0,-1-1 0 0 0,1 1 0 0 0,0 0 0 0 0,0 0 0 0 0,1-1 0 0 0,0 1 0 0 0,0 0 0 0 0,0-1 0 0 0,0 1 0 0 0,2 4 0 0 0,-2-7 0 0 0,0 0 0 0 0,1 0 0 0 0,-1-1 0 0 0,0 1 0 0 0,0-1 0 0 0,1 1 0 0 0,-1-1 0 0 0,1 1 0 0 0,0-1 0 0 0,-1 0 0 0 0,1 1 0 0 0,0-1 0 0 0,0 0 0 0 0,-1 0 0 0 0,1-1 0 0 0,0 1 0 0 0,0 0 0 0 0,0 0 0 0 0,0-1 0 0 0,0 0 0 0 0,0 1 0 0 0,0-1 0 0 0,1 0 0 0 0,-1 0 0 0 0,0 0 0 0 0,0 0 0 0 0,0 0 0 0 0,0 0 0 0 0,0-1 0 0 0,0 1 0 0 0,0-1 0 0 0,0 0 0 0 0,0 1 0 0 0,0-1 0 0 0,3-2 0 0 0,13-3 0 0 0,-1-2 0 0 0,1 0 0 0 0,-2-1 0 0 0,1 0 0 0 0,-1-1 0 0 0,-1-1 0 0 0,0-1 0 0 0,0 0 0 0 0,22-25 0 0 0,-31 29 0 0 0,-1 0 0 0 0,-1 0 0 0 0,0-1 0 0 0,0 1 0 0 0,0-1 0 0 0,-1 0 0 0 0,-1 0 0 0 0,3-12 0 0 0,-9 9 0 0 0,1-6 0 0 0,-3 4 0 0 0,-16 5 0 0 0,16 7 0 0 0,0 1 0 0 0,1 0 0 0 0,-1 0 0 0 0,0 1 0 0 0,1 0 0 0 0,-1 0 0 0 0,0 0 0 0 0,0 0 0 0 0,1 1 0 0 0,-1 0 0 0 0,1 1 0 0 0,-1-1 0 0 0,1 1 0 0 0,-1 0 0 0 0,1 0 0 0 0,0 1 0 0 0,0-1 0 0 0,0 1 0 0 0,-7 5 0 0 0,-3 3 0 0 0,1 1 0 0 0,0 1 0 0 0,1 0 0 0 0,-13 17 0 0 0,22-25 0 0 0,0 1 0 0 0,0-1 0 0 0,1 1 0 0 0,0 0 0 0 0,0 1 0 0 0,0-1 0 0 0,1 0 0 0 0,0 1 0 0 0,1 0 0 0 0,-1-1 0 0 0,0 12 0 0 0,1-13 0 0 0,1 0 0 0 0,0 1 0 0 0,0-1 0 0 0,0 0 0 0 0,1 0 0 0 0,-1 0 0 0 0,1 0 0 0 0,1 0 0 0 0,-1 0 0 0 0,1 0 0 0 0,0 0 0 0 0,0 0 0 0 0,0 0 0 0 0,0-1 0 0 0,5 7 0 0 0,-6-10 0 0 0,1 0 0 0 0,-1 0 0 0 0,1 0 0 0 0,0 0 0 0 0,-1 0 0 0 0,1 0 0 0 0,0 0 0 0 0,0 0 0 0 0,0-1 0 0 0,-1 1 0 0 0,1-1 0 0 0,0 0 0 0 0,0 1 0 0 0,0-1 0 0 0,0 0 0 0 0,0 0 0 0 0,0 0 0 0 0,0 0 0 0 0,0 0 0 0 0,0-1 0 0 0,3 0 0 0 0,32-13 0 0 0,-33 10 0 0 0,8-5 0 0 0,0-1 0 0 0,0 0 0 0 0,-1-1 0 0 0,-1 0 0 0 0,0-1 0 0 0,0 0 0 0 0,14-25 0 0 0,-15 22 0 0 0,-1-1 0 0 0,-1 0 0 0 0,0 0 0 0 0,-2 0 0 0 0,0-1 0 0 0,0 0 0 0 0,-2 0 0 0 0,0 0 0 0 0,1-28 0 0 0,-7 21 0 0 0,1 20 0 0 0,1 3 0 0 0,1 0 0 0 0,-1-1 0 0 0,0 1 0 0 0,1 0 0 0 0,-1 0 0 0 0,0 0 0 0 0,0 0 0 0 0,0 0 0 0 0,0 0 0 0 0,0 0 0 0 0,0 0 0 0 0,0 1 0 0 0,0-1 0 0 0,0 0 0 0 0,0 0 0 0 0,-1 1 0 0 0,1-1 0 0 0,0 1 0 0 0,0-1 0 0 0,-1 1 0 0 0,1 0 0 0 0,0-1 0 0 0,-1 1 0 0 0,1 0 0 0 0,0 0 0 0 0,-1 0 0 0 0,1 0 0 0 0,-3 0 0 0 0,1 0 0 0 0,-2 1 0 0 0,-1-1 0 0 0,1 1 0 0 0,-1 0 0 0 0,1 1 0 0 0,0-1 0 0 0,-1 1 0 0 0,1 0 0 0 0,0 0 0 0 0,0 1 0 0 0,0-1 0 0 0,0 1 0 0 0,1 0 0 0 0,-1 0 0 0 0,1 1 0 0 0,-6 5 0 0 0,-1 1 0 0 0,1 1 0 0 0,0 0 0 0 0,0 1 0 0 0,-12 19 0 0 0,19-26 0 0 0,0-1 0 0 0,0 1 0 0 0,0 0 0 0 0,1 0 0 0 0,0 1 0 0 0,0-1 0 0 0,0 0 0 0 0,0 1 0 0 0,1-1 0 0 0,0 1 0 0 0,0-1 0 0 0,1 1 0 0 0,-1 0 0 0 0,1-1 0 0 0,1 1 0 0 0,-1 0 0 0 0,1-1 0 0 0,0 1 0 0 0,0-1 0 0 0,0 1 0 0 0,1-1 0 0 0,0 0 0 0 0,0 1 0 0 0,0-1 0 0 0,1 0 0 0 0,-1 0 0 0 0,6 7 0 0 0,-7-11 0 0 0,0 0 0 0 0,0 0 0 0 0,0 0 0 0 0,-1-1 0 0 0,1 1 0 0 0,0 0 0 0 0,0 0 0 0 0,0 0 0 0 0,1-1 0 0 0,-1 1 0 0 0,0 0 0 0 0,0-1 0 0 0,0 1 0 0 0,0-1 0 0 0,1 0 0 0 0,-1 1 0 0 0,0-1 0 0 0,0 0 0 0 0,1 0 0 0 0,-1 0 0 0 0,0 1 0 0 0,0-1 0 0 0,1-1 0 0 0,-1 1 0 0 0,0 0 0 0 0,3-1 0 0 0,2 1 0 0 0,-1-1-4 0 0,1 1 1 0 0,-1-1-1 0 0,0 0 0 0 0,1-1 1 0 0,-1 1-1 0 0,0-1 0 0 0,0 0 1 0 0,0 0-1 0 0,0 0 0 0 0,-1-1 1 0 0,1 0-1 0 0,5-4 0 0 0,-8 5 2 0 0,0 0 0 0 0,0 0 0 0 0,0 0 0 0 0,0 0 0 0 0,0 0 0 0 0,0-1 0 0 0,-1 1 0 0 0,1-1 0 0 0,-1 1 0 0 0,0-1 0 0 0,0 0 0 0 0,0 1 0 0 0,0-1 0 0 0,0 0-1 0 0,0 0 1 0 0,-1 0 0 0 0,1-5 0 0 0,-1 5 26 0 0,0 1 25 0 0,0 2-52 0 0,0-1 1 0 0,1 1-1 0 0,-1-1 0 0 0,0 1 1 0 0,0-1-1 0 0,0 0 0 0 0,0 1 1 0 0,0-1-1 0 0,0 1 0 0 0,0-1 0 0 0,0 1 1 0 0,0-1-1 0 0,0 1 0 0 0,0-1 1 0 0,0 0-1 0 0,-1 1 0 0 0,1-1 1 0 0,0 1-1 0 0,0-1 0 0 0,0 1 1 0 0,-1-1-1 0 0,1 1 0 0 0,0-1 1 0 0,-1 1-1 0 0,1 0 0 0 0,0-1 1 0 0,-1 1-1 0 0,1-1 0 0 0,-1 1 0 0 0,1 0 1 0 0,0-1-1 0 0,-1 1 0 0 0,1 0 1 0 0,-1-1-1 0 0,1 1 0 0 0,-1 0 1 0 0,1 0-1 0 0,-1 0 0 0 0,0 0 1 0 0,1-1-1 0 0,-1 1 0 0 0,-1-1-359 0 0,-19 8-2326 0 0,11 1 925 0 0,-5 4-2892 0 0,5-9-6317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36 348 0 0,'13'1'32384'0'0,"-17"0"-32587"0"0,-8-8 17 0 0,-2-5-3898 0 0,4 2-7813 0 0,5 1 2700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43 860 0 0,'0'0'1309'0'0,"3"-2"-38"0"0,21-7 27999 0 0,-34 19-29222 0 0,5-6-48 0 0,0 1 1 0 0,0 0 0 0 0,0 0 0 0 0,0 0 0 0 0,1 1 0 0 0,0-1 0 0 0,0 1 0 0 0,0 0 0 0 0,-4 12 0 0 0,-3 2-1 0 0,11-8 0 0 0,0-11 0 0 0,0 0 0 0 0,0 0 0 0 0,0 0 0 0 0,1-1 0 0 0,-1 1 0 0 0,0 0 0 0 0,0 0 0 0 0,0 0 0 0 0,1-1 0 0 0,-1 1 0 0 0,0 0 0 0 0,1-1 0 0 0,-1 1 0 0 0,0 0 0 0 0,1-1 0 0 0,-1 1 0 0 0,1 0 0 0 0,-1-1 0 0 0,1 1 0 0 0,0-1 0 0 0,-1 1 0 0 0,1-1 0 0 0,-1 1 0 0 0,1-1 0 0 0,0 1 0 0 0,-1-1 0 0 0,1 0 0 0 0,0 1 0 0 0,0-1 0 0 0,-1 0 0 0 0,1 0 0 0 0,0 1 0 0 0,0-1 0 0 0,0 0 0 0 0,-1 0 0 0 0,1 0 0 0 0,0 0 0 0 0,0 0 0 0 0,1 0 0 0 0,0 0 0 0 0,1 0 0 0 0,-1 1 0 0 0,1-1 0 0 0,-1 0 0 0 0,1 0 0 0 0,-1-1 0 0 0,1 1 0 0 0,-1 0 0 0 0,0-1 0 0 0,1 0 0 0 0,-1 1 0 0 0,0-1 0 0 0,1 0 0 0 0,-1 0 0 0 0,0 0 0 0 0,0-1 0 0 0,0 1 0 0 0,3-3 0 0 0,0 1 0 0 0,2-1 0 0 0,-3 3 0 0 0,0-1 0 0 0,0 0 0 0 0,0 0 0 0 0,0-1 0 0 0,0 1 0 0 0,-1-1 0 0 0,1 0 0 0 0,-1 0 0 0 0,1 0 0 0 0,-1 0 0 0 0,0 0 0 0 0,0-1 0 0 0,-1 1 0 0 0,1-1 0 0 0,-1 0 0 0 0,0 0 0 0 0,0 0 0 0 0,0 0 0 0 0,0 0 0 0 0,-1 0 0 0 0,0-1 0 0 0,0 1 0 0 0,1-5 0 0 0,-2-6 0 0 0,0 14 0 0 0,1 0 0 0 0,-1 0 0 0 0,0 0 0 0 0,0 0 0 0 0,1 0 0 0 0,-1 0 0 0 0,0 0 0 0 0,0 1 0 0 0,0-1 0 0 0,0 0 0 0 0,0 0 0 0 0,-1 0 0 0 0,1 0 0 0 0,0 0 0 0 0,0 0 0 0 0,-1 0 0 0 0,1 0 0 0 0,0 0 0 0 0,-1 0 0 0 0,1 1 0 0 0,-1-1 0 0 0,1 0 0 0 0,-1 0 0 0 0,1 0 0 0 0,-1 1 0 0 0,0-1 0 0 0,1 0 0 0 0,-1 1 0 0 0,0-1 0 0 0,0 1 0 0 0,1-1 0 0 0,-2 0 0 0 0,-7-4 0 0 0,-4-1 0 0 0,-4 4 0 0 0,4 3 0 0 0,-5 2 0 0 0,4 4 0 0 0,4-2 0 0 0,2 3 0 0 0,6 1 0 0 0,11 4 0 0 0,3-9 0 0 0,1-1 0 0 0,-1-1 0 0 0,1 1 0 0 0,2-4-260 0 0,-12 1-1083 0 0,-33-20-17471 0 0,24 9 11872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10 412 0 0,'-7'1'2227'0'0,"-24"6"761"0"0,14-2 1387 0 0,1-1-1 0 0,0 2 1 0 0,-25 12-1 0 0,21-11 5247 0 0,44-9-9616 0 0,1 0 1 0 0,-1-1-1 0 0,0-1 0 0 0,36-11 0 0 0,-30 6-7 0 0,1 2 1 0 0,45-4-1 0 0,-53 8 2 0 0,-21 3 0 0 0,-1 0 0 0 0,0-1 0 0 0,0 1 0 0 0,1 0 0 0 0,-1 0 0 0 0,0 0 0 0 0,0 0 0 0 0,1 0 0 0 0,-1 0 0 0 0,0 0 0 0 0,0 1 0 0 0,1-1 0 0 0,-1 0 0 0 0,0 1 0 0 0,0-1 0 0 0,0 1 0 0 0,1-1 0 0 0,-1 1 0 0 0,0 0 0 0 0,0 0 0 0 0,0-1 0 0 0,0 1 0 0 0,0 0 0 0 0,0 0 0 0 0,0 0 0 0 0,-1 0 0 0 0,1 0 0 0 0,0 0 0 0 0,0 0 0 0 0,-1 0 0 0 0,1 0 0 0 0,-1 0 0 0 0,1 0 0 0 0,-1 1 0 0 0,1-1 0 0 0,-1 0 0 0 0,0 0 0 0 0,1 1 0 0 0,-1-1 0 0 0,0 0 0 0 0,0 0 0 0 0,0 1 0 0 0,0-1 0 0 0,0 0 0 0 0,0 0 0 0 0,-1 1 0 0 0,1-1 0 0 0,0 0 0 0 0,-1 2 0 0 0,1 2 0 0 0,-3 17 0 0 0,-1-1 0 0 0,0 1 0 0 0,-2 0 0 0 0,-12 32 0 0 0,16-48 0 0 0,-13 33 0 0 0,8-22 0 0 0,1 0 0 0 0,0 1 0 0 0,-5 28 0 0 0,4-20 0 0 0,5-19 0 0 0,0-1 0 0 0,0 1 0 0 0,1-1 0 0 0,0 1 0 0 0,0 0 0 0 0,0 0 0 0 0,1-1 0 0 0,0 1 0 0 0,1 9 0 0 0,0-2 0 0 0,3-6 0 0 0,6-6 0 0 0,-8-3-312 0 0,0-1 0 0 0,1 0 0 0 0,-1 0 0 0 0,-1 0 0 0 0,1 0 0 0 0,0 0 0 0 0,0 0 0 0 0,-1 0 0 0 0,1 0 0 0 0,-1-1 0 0 0,0 1 0 0 0,0-1 0 0 0,0 1 0 0 0,0-1 0 0 0,0 1 0 0 0,0-1 0 0 0,-1 0 0 0 0,1 1 0 0 0,-1-1 0 0 0,0 0 0 0 0,1 0 0 0 0,-1 1 0 0 0,-1-1 0 0 0,1-3 0 0 0,-1-2-1004 0 0,1 1 1 0 0,-1-1-1 0 0,0 0 1 0 0,-1 1-1 0 0,0 0 0 0 0,0-1 1 0 0,0 1-1 0 0,-5-8 1 0 0,0 5-6067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0 174 772 0 0,'0'0'2184'0'0,"1"7"-307"0"0,-1-5 253 0 0,1 1 0 0 0,-1-1 0 0 0,0 0 1 0 0,1 1-1 0 0,0-1 0 0 0,-1 0 0 0 0,1 0 0 0 0,0 0 0 0 0,0 0 0 0 0,2 4 1 0 0,6-5-1733 0 0,0-1 1 0 0,0-1 0 0 0,0 1 0 0 0,0-1-1 0 0,0-1 1 0 0,0 1 0 0 0,0-1 0 0 0,-1-1 0 0 0,1 0-1 0 0,8-4 1 0 0,48-32-639 0 0,8-24-5848 0 0,-10-4-8743 0 0,-45 47 8371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 2324 0 0,'-19'17'11828'0'0,"12"-10"-4372"0"0,1-2-3360 0 0,-4-2 640 0 0,-22 21-2409 0 0,25-17-2327 0 0,2 2 0 0 0,4-9 0 0 0,1 1 0 0 0,-1 0 0 0 0,1 0 0 0 0,-1 0 0 0 0,1-1 0 0 0,0 1 0 0 0,-1 0 0 0 0,1 0 0 0 0,0 0 0 0 0,0 0 0 0 0,0 0 0 0 0,0 0 0 0 0,0-1 0 0 0,0 1 0 0 0,0 0 0 0 0,0 0 0 0 0,0 0 0 0 0,0 0 0 0 0,0 0 0 0 0,0 0 0 0 0,0 0 0 0 0,1-1 0 0 0,-1 1 0 0 0,0 0 0 0 0,1 0 0 0 0,-1 0 0 0 0,1 0 0 0 0,-1-1 0 0 0,1 1 0 0 0,-1 0 0 0 0,1-1 0 0 0,0 1 0 0 0,-1 0 0 0 0,1-1 0 0 0,0 1 0 0 0,1 0 0 0 0,23 9 0 0 0,-23-9 0 0 0,19 3 0 0 0,1 0 0 0 0,0-2 0 0 0,42 0 0 0 0,48 4 0 0 0,-96-3 0 0 0,-4 0 0 0 0,-5 5 0 0 0,-7 7 0 0 0,-2-7 0 0 0,-1 0 0 0 0,0 0 0 0 0,-1-1 0 0 0,0 0 0 0 0,0 1 0 0 0,0-1 0 0 0,-1-1 0 0 0,-8 11 0 0 0,-49 48 0 0 0,59-62-112 0 0,1 0 0 0 0,-1-1 0 0 0,-1 1 0 0 0,1-1 0 0 0,0 0 0 0 0,-1 0 0 0 0,1 0 0 0 0,-1 0 0 0 0,1-1 1 0 0,-1 1-1 0 0,0-1 0 0 0,0 0 0 0 0,0 0 0 0 0,0 0 0 0 0,1-1 0 0 0,-1 1 0 0 0,-6-1 0 0 0,6-1-220 0 0,0 1 0 0 0,0-1 0 0 0,0 0-1 0 0,0 0 1 0 0,0-1 0 0 0,0 1 0 0 0,0-1 0 0 0,1 0 0 0 0,-1 0 0 0 0,1 0 0 0 0,-1 0-1 0 0,1-1 1 0 0,0 1 0 0 0,0-1 0 0 0,0 0 0 0 0,0 0 0 0 0,-3-5 0 0 0,-8-12-9042 0 0,-4 1 715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0 206 2836 0 0,'49'-13'10953'0'0,"21"-21"-4438"0"0,-19 8-3540 0 0,189-74 4451 0 0,-195 81-8201 0 0,-18 6-5247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52 200 0 0,'-6'7'32552'0'0,"32"-9"-32537"0"0,-10-1-15 0 0,-2 0 0 0 0,3 3 0 0 0,-4 0 0 0 0,-1-1 0 0 0,2 1 0 0 0,3-3 0 0 0,-4 3 0 0 0,0-3 0 0 0,-1-1 0 0 0,1 2 0 0 0,4 3 0 0 0,-3-1 0 0 0,-1 0 0 0 0,3 0 0 0 0,4 0 0 0 0,-2 0 0 0 0,6-2 0 0 0,-23 2 0 0 0,37 0 0 0 0,84 12 0 0 0,-53-7 0 0 0,84 12 0 0 0,-146-15 0 0 0,0-2 0 0 0,-1 1 0 0 0,1-1 0 0 0,0 0 0 0 0,-1 0 0 0 0,8-2 0 0 0,5 0 0 0 0,6 5 0 0 0,4-7 0 0 0,-17 1 0 0 0,-6 1 0 0 0,42-5 0 0 0,-34 6 0 0 0,-2 0 0 0 0,2-1 0 0 0,206-19 0 0 0,-211 19 0 0 0,2-1 0 0 0,2 1 0 0 0,1 0 0 0 0,-1-2 0 0 0,-13-7-308 0 0,-13 4-4180 0 0,3 7 1349 0 0,-1 0-6256 0 0,-19 6 719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326 103 552 0 0,'-3'-5'1319'0'0,"1"0"-1"0"0,-1 0 1 0 0,1-1 0 0 0,0 1-1 0 0,0 0 1 0 0,1-1 0 0 0,-1 0-1 0 0,1 1 1 0 0,0-1 0 0 0,1 0-1 0 0,0-9 1 0 0,0 13-383 0 0,-1-1-729 0 0,-9-15 11336 0 0,6 14-10546 0 0,2 3 1501 0 0,-2 1-2309 0 0,-11 2-168 0 0,3 5-21 0 0,3 1 0 0 0,-1 1 0 0 0,8 0 0 0 0,-2 0 0 0 0,3 4 0 0 0,10 105 0 0 0,-6-95 0 0 0,-1 1 0 0 0,-1-1 0 0 0,-3 28 0 0 0,2-21 0 0 0,0 0 0 0 0,7 48 0 0 0,-1-29 0 0 0,3 41 0 0 0,5 104 0 0 0,-13-159 0 0 0,0-21 0 0 0,-1-1 0 0 0,0 1 0 0 0,-1 0 0 0 0,0 0 0 0 0,-6 20 0 0 0,-23 135 0 0 0,2-5 0 0 0,18-95 0 0 0,-20 69 0 0 0,14-72 0 0 0,-8 79 0 0 0,14-75 0 0 0,1 71 0 0 0,4-44 0 0 0,-2 25 0 0 0,5-61 0 0 0,-3-1 0 0 0,-16 83 0 0 0,-3 28 0 0 0,19-145 0 0 0,1 1 0 0 0,0 46 0 0 0,-9 228 0 0 0,-6-115 0 0 0,14-128 0 0 0,3-46 0 0 0,1 1 0 0 0,0 0 0 0 0,1 0 0 0 0,3 24 0 0 0,1 11 0 0 0,-4-38 0 0 0,1-1 0 0 0,0 1 0 0 0,0-1 0 0 0,4 14 0 0 0,2 8 0 0 0,-6-25 0 0 0,1 0 0 0 0,-1 1 0 0 0,1-1 0 0 0,0 0 0 0 0,0 0 0 0 0,6 10 0 0 0,-2-6 0 0 0,-2 1 0 0 0,1 0 0 0 0,-1 0 0 0 0,3 13 0 0 0,5 13 0 0 0,-5-12 0 0 0,0 0 0 0 0,4 28 0 0 0,7 30 0 0 0,1-14 0 0 0,-9-28 0 0 0,29 71 0 0 0,-7-19 0 0 0,-29-87 0 0 0,-1-1 0 0 0,1 1 0 0 0,-1 0 0 0 0,0 0 0 0 0,-1 0 0 0 0,1 0 0 0 0,0 8 0 0 0,5 12 0 0 0,-3-18 0 0 0,-1 0 0 0 0,0 0 0 0 0,0 0 0 0 0,-1 0 0 0 0,0 1 0 0 0,0-1 0 0 0,-1 1 0 0 0,0-1 0 0 0,0 1 0 0 0,-1 0 0 0 0,-1-1 0 0 0,1 1 0 0 0,-1 0 0 0 0,-4 14 0 0 0,4-15 0 0 0,-2 20 0 0 0,2 54 0 0 0,1-41 0 0 0,-17 58 0 0 0,16-84 0 0 0,-3 84 0 0 0,4-94 0 0 0,0 0 0 0 0,-1-1 0 0 0,0 1 0 0 0,0-1 0 0 0,0 1 0 0 0,-1-1 0 0 0,1 1 0 0 0,-1-1 0 0 0,0 1 0 0 0,0-1 0 0 0,-4 4 0 0 0,0 5 0 0 0,-19 62 0 0 0,14-47 0 0 0,2 0 0 0 0,-9 41 0 0 0,14-57 0 0 0,2-1 0 0 0,-2-1 0 0 0,2 1 0 0 0,4 2 0 0 0,2-2 0 0 0,-4 3 0 0 0,-4 2 0 0 0,1-2 0 0 0,-3-3 0 0 0,2-1 0 0 0,3 1 0 0 0,1 1 0 0 0,0 1 0 0 0,0 3 0 0 0,0-4 0 0 0,2 7 0 0 0,-4-13 0 0 0,-5 6 0 0 0,3 3 0 0 0,3 1 0 0 0,0-3 0 0 0,-4 0 0 0 0,5 0 0 0 0,5-1 0 0 0,-1-4 0 0 0,10-9 0 0 0,10-9-2828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143 77 788,'-10'-2'3257,"4"2"1053,-1-1-2822,0 0-1,0 1 0,0-1 0,0 2 0,0-1 0,0 1 0,0 0 0,0 1 0,-13 4 0,19-6-385,-14 8 2299,15-8-3290,-1 0 103,-1 0 0,1 0 1,0 0-1,-1 1 0,1-1 0,0 1 0,-1-1 1,1 1-1,0-1 0,0 1 0,0-1 1,-1 1-1,1 0 0,0 0 0,0 0 0,0 0 1,0 0-1,0 0 0,0 0 0,0 0 1,1 0-1,-2 2 0,2 8-214,12-4 0,7-3 0,0 0 0,0-2 0,0 0 0,0-2 0,21-1 0,101-15 0,-46 3 0,170-20 0,-41 2 0,-210 30 0,-1-1 0,-1-1 0,-3-2 0,-12-8-911,2 3-8373,6 1 4558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281 63 1520,'-33'-25'15338,"28"25"-14850,0-1-1,-1 1 1,1 1 0,0-1-1,0 1 1,0 0-1,0 0 1,0 0 0,0 1-1,1 0 1,-1 0-1,-5 3 1,-53 37 7815,37-23-7036,18-13-1267,-1 2 0,2-1 0,-1 1 0,1 0 0,0 1 0,1 0 0,0 0 0,0 0 0,1 1 0,0 0 0,-6 18 0,10-26 0,1 0 0,-1 0 0,1 0 0,-1-1 0,1 1 0,0 0 0,0 0 0,0 0 0,0 0 0,0 0 0,0 0 0,1-1 0,-1 1 0,1 0 0,-1 0 0,1 0 0,-1-1 0,1 1 0,2 3 0,-2-4 0,0 0 0,0 0 0,0 0 0,1-1 0,-1 1 0,0 0 0,1-1 0,-1 1 0,0 0 0,1-1 0,-1 0 0,1 1 0,-1-1 0,1 0 0,-1 0 0,1 0 0,-1 1 0,3-2 0,3 1 0,-1-1 0,1-1 0,-1 1 0,1-1 0,-1 0 0,0 0 0,9-5 0,2-4 0,-1 0 0,0-1 0,0-1 0,-2 0 0,0-1 0,0-1 0,20-28 0,-32 40 0,-1-1 0,1 0 0,-1 1 0,1-1 0,-1 0 0,0 0 0,-1 0 0,1 0 0,-1 0 0,0 0 0,0 0 0,0 0 0,-1-8 0,1 9 0,-1 0 0,1 0 0,-1 0 0,0 0 0,0 1 0,0-1 0,0 0 0,0 0 0,-1 0 0,1 1 0,-1-1 0,0 1 0,0-1 0,0 1 0,0 0 0,0 0 0,0-1 0,-1 2 0,-4-4 0,-1 0 0,5 3 0,1 1 0,-1-1 0,1 1 0,-1 0 0,1 0 0,-1 0 0,0 0 0,0 1 0,0-1 0,1 1 0,-1-1 0,0 1 0,-4 0 0,-11 2 0,2 0 0,30-3-2492,42-1-11598,-42-1 4990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2492,'0'0'27620,"-3"6"-25400,-10 19-1785,10-7-435,3-5 0,0 1 0,0-2 0,0 2 0,-1-14 0,1 0 0,0 0 0,0 0 0,0 0 0,0 0 0,0 0 0,0 1 0,0-1 0,0 0 0,0 0 0,0 0 0,-1 0 0,1 1 0,0-1 0,0 0 0,0 0 0,0 0 0,0 0 0,0 1 0,0-1 0,0 0 0,0 0 0,0 0 0,0 0 0,1 1 0,-1-1 0,0 0 0,0 0 0,0 0 0,0 0 0,0 0 0,0 1 0,0-1 0,0 0 0,0 0 0,0 0 0,1 0 0,-1 0 0,0 0 0,0 0 0,0 1 0,0-1 0,0 0 0,1 0 0,-1 0 0,0 0 0,0 0 0,0 0 0,0 0 0,1 0 0,-1 0 0,0 0 0,0 0 0,0 0 0,0 0 0,1 0 0,12-19 0,-9 4-2819,-5-5-7301,1 14 5770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66 1120,'0'0'17768,"-2"4"-15491,-8 14 8444,13-16-9965,4 3-748,0-1 0,0 0 1,0 0-1,1-1 0,0 0 1,-1 0-1,1-1 1,0 0-1,0 0 0,1-1 1,-1 0-1,0 0 0,0-1 1,11-1-1,-6 0-8,-1 0 0,0-1 0,0 0 0,0-1 0,0 0 0,0-1 0,0 0 0,-1-1 0,0 0 0,0-1 0,17-12 0,-12 9 0,-5-2 0,-9 10 0,-1-1-295,-1 1 0,1 0 0,0-1 0,0 1 0,-1-1 0,1 1 0,0-1 0,-1 1 0,0-1 0,1 0 0,-1 1 0,0-1 0,0-2 0,-6-21-12452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169 3 1928,'-9'-3'30709,"-25"125"-30548,23-75-176,-23 59-1,-27 65 16,53-157-3612,-4 12-10341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1056,'0'0'20537,"5"1"-18955,19 0 2239,24-5 1818,0 4-5507,-18 4-132,-1 0 0,0 2 0,37 13 0,-34-10 0,66 12 0,220 2 0,-232-19 0,-17 0 0,-56-5 0,1-3 0,-18-13-312,2 12 1373,-2-3-4033,-6-13-12147,3 7 6447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243 16 1304,'0'0'1919,"-9"-12"3350,2 8 1457,2 5-6073,-1 0-1,0-1 1,1 2-1,-1-1 1,1 1-1,-1 0 1,1 0-1,0 0 1,0 1-1,0-1 1,0 1-1,0 1 1,-6 4-1,-3 5 2153,0 0-1,-23 28 1,27-25-2805,-1 1 0,2 0 0,0 1 0,1 0 0,1 0 0,1 1 0,0 0 0,1 0 0,2 0 0,-3 26 0,5-42 0,1 0 0,-1 0 0,1 0 0,0 0 0,0 0 0,0 0 0,1 0 0,-1 0 0,1 0 0,-1 0 0,1-1 0,0 1 0,0 0 0,0 0 0,0-1 0,1 1 0,-1 0 0,1-1 0,0 0 0,0 1 0,-1-1 0,2 0 0,-1 0 0,0 0 0,0 0 0,0 0 0,1-1 0,-1 1 0,5 2 0,-1-3 0,-1 1 0,0-1 0,1 0 0,-1 0 0,0 0 0,1-1 0,-1 0 0,1 0 0,-1 0 0,1-1 0,-1 0 0,0 0 0,1 0 0,8-4 0,1-1 0,-1 0 0,0-2 0,-1 1 0,0-2 0,0 0 0,-1 0 0,0-1 0,16-17 0,-23 21 0,0 1 0,0-1 0,0 0 0,-1 0 0,0 0 0,0-1 0,-1 0 0,0 1 0,0-1 0,0 0 0,-1-1 0,0 1 0,-1 0 0,1-1 0,-1 1 0,-1-1 0,1 1 0,-1-1 0,-2-9 0,2 14 0,-1-1 0,0 1 0,0 0 0,0 0 0,-1-1 0,1 1 0,-1 0 0,1 0 0,-1 0 0,0 0 0,0 1 0,0-1 0,-1 1 0,1-1 0,-1 1 0,1 0 0,-1 0 0,0 0 0,0 0 0,0 0 0,0 0 0,0 1 0,0 0 0,0-1 0,-1 1 0,1 1 0,0-1 0,-1 0 0,1 1 0,-1-1 0,1 1 0,-1 0 0,1 0 0,0 1 0,-6 0 0,1 0 0,0 1 0,0-1 0,0 1 0,0 1 0,0 0 0,0 0 0,1 0 0,0 1 0,0 0 0,0 0 0,0 1 0,0 0 0,-9 10 0,15-14-1,0 0 1,0 1-1,0 0 0,0-1 1,0 1-1,0-1 0,1 1 0,-1 0 1,1 0-1,-1-1 0,1 1 1,-1 0-1,1 0 0,0 0 1,0-1-1,0 1 0,0 0 0,0 0 1,1 0-1,-1-1 0,0 1 1,1 0-1,-1 0 0,1-1 1,0 1-1,0 0 0,-1-1 1,1 1-1,0 0 0,0-1 0,1 0 1,-1 1-1,0-1 0,0 0 1,1 1-1,-1-1 0,1 0 1,-1 0-1,1 0 0,-1 0 0,1 0 1,0-1-1,-1 1 0,1 0 1,0-1-1,1 1 0,15 2-3062,-9-1-1864,0 0-5016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1 788,'0'0'15657,"-4"4"-12808,-1 0-2514,1-1 135,0 0-1,0 0 0,0 0 0,1 1 0,-1 0 1,1 0-1,0 0 0,0 0 0,0 0 0,1 0 1,-1 1-1,1 0 0,0-1 0,1 1 0,-1 0 1,1 0-1,0 0 0,0 0 0,0 0 0,1 0 1,-1 0-1,1 0 0,0 0 0,1 0 0,0 0 1,-1 0-1,4 8 0,3 6-469,4-8 0,-5-3 0,7-6 0,12-10 0,-21 0 0,-4 7 0,15-34-3766,-12-21-8360,-3 44 9857,0-1-5944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1 112 1744,'3'-30'11497,"1"18"-9454,-1 7-908,0 1 0,0 0 0,1 0 0,-1 0 0,1 0 0,6-4 1,44-21 6308,-40 22-5686,-9 7-1460,-1 0-296,0 0 1,1 1 0,-1-1 0,0 1-1,0 0 1,0 0 0,0 1 0,0-1-1,0 1 1,-1 0 0,1 0 0,0 0-1,-1 0 1,0 1 0,1-1 0,4 7-1,-6-7-2,-1 1-1,1 0 1,-1 0-1,0 0 1,0 0 0,0 0-1,0 0 1,0 0-1,-1 0 1,1 1-1,-1-1 1,0 0-1,0 0 1,0 0-1,0 1 1,-1-1-1,1 0 1,-1 0-1,-2 5 1,0 1 0,-1-1 0,0 1 0,-1-1 0,1 1 0,-2-1 0,1-1 0,-1 1 0,-1-1 0,-10 10 0,-15 19 0,-28 31 0,53-51 0,6-12 0,1-3 0,-1-1 0,1 1 0,-1-1 0,1 1 0,0 0 0,-1-1 0,1 1 0,0-1 0,-1 1 0,1 0 0,0-1 0,0 1 0,-1 0 0,1 0 0,0-1 0,0 1 0,0 0 0,0-1 0,0 1 0,0 0 0,0-1 0,0 1 0,0 0 0,1 0 0,-1-1 0,0 1 0,0 0 0,1-1 0,-1 1 0,0 0 0,1-1 0,-1 1 0,1-1 0,-1 1 0,0-1 0,1 1 0,-1-1 0,1 1 0,0-1 0,-1 1 0,1-1 0,-1 0 0,1 1 0,0-1 0,-1 0 0,1 1 0,0-1 0,-1 0 0,1 0 0,0 0 0,-1 1 0,1-1 0,0 0 0,0 0 0,-1 0 0,1 0 0,0-1 0,33-1 0,185-56 0,-165 38-123,-52 19-797,-5 5-1401,-10 11-757,9-11-1893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7 219 1316,'-7'-4'18504,"37"3"-17357,0-2 0,0-1 0,0-1 0,0-2 0,36-13-1,-28 6-1673,0-1 0,-2-3-1,57-34 1,-48 17-3453,-20 8-5938,-13 14 3904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168 17 524 0 0,'0'-1'7423'0'0,"-4"-12"3479"0"0,2 12-10772 0 0,0 1 0 0 0,-1-1 1 0 0,1 1-1 0 0,0 0 0 0 0,-1 0 0 0 0,1 0 0 0 0,0 0 0 0 0,-1 0 1 0 0,1 0-1 0 0,0 1 0 0 0,-1-1 0 0 0,1 1 0 0 0,0 0 1 0 0,-1-1-1 0 0,1 1 0 0 0,0 0 0 0 0,0 0 0 0 0,-3 3 0 0 0,-2 0 662 0 0,1 1 0 0 0,0 0 0 0 0,0 0 0 0 0,0 1 0 0 0,-8 10 0 0 0,2 0 546 0 0,1 0 1 0 0,1 0 0 0 0,0 1-1 0 0,-8 22 1 0 0,16-35-1339 0 0,0 1 0 0 0,0-1 0 0 0,1 1 0 0 0,-1 0 0 0 0,1 0 0 0 0,1-1 0 0 0,-1 1 0 0 0,0 0 0 0 0,1 0 0 0 0,0 0 0 0 0,0 0 0 0 0,1 0 0 0 0,0 0 0 0 0,-1 0 0 0 0,1 0 0 0 0,1-1 0 0 0,-1 1 0 0 0,1 0 0 0 0,0-1 0 0 0,4 8 0 0 0,-3-8 0 0 0,1 0 0 0 0,-1 0 0 0 0,1 0 0 0 0,0-1 0 0 0,0 1 0 0 0,1-1 0 0 0,-1 0 0 0 0,1 0 0 0 0,-1-1 0 0 0,1 1 0 0 0,0-1 0 0 0,0 0 0 0 0,0 0 0 0 0,0-1 0 0 0,1 1 0 0 0,-1-1 0 0 0,0-1 0 0 0,0 1 0 0 0,7 0 0 0 0,10-2 0 0 0,1 0 0 0 0,0-1 0 0 0,-1-1 0 0 0,1-1 0 0 0,-1-1 0 0 0,0-1 0 0 0,-1-1 0 0 0,26-11 0 0 0,-43 16 0 0 0,0-1 0 0 0,0 1 0 0 0,0-1 0 0 0,0 0 0 0 0,-1 1 0 0 0,1-2 0 0 0,-1 1 0 0 0,0 0 0 0 0,0-1 0 0 0,0 1 0 0 0,0-1 0 0 0,0 0 0 0 0,-1 0 0 0 0,0 0 0 0 0,0 0 0 0 0,0-1 0 0 0,2-6 0 0 0,-3 10 0 0 0,-1 0 0 0 0,1-1 0 0 0,-1 1 0 0 0,1 0 0 0 0,-1 0 0 0 0,0-1 0 0 0,1 1 0 0 0,-1 0 0 0 0,0 0 0 0 0,0-1 0 0 0,0 1 0 0 0,0 0 0 0 0,0-1 0 0 0,0 1 0 0 0,0 0 0 0 0,-1-1 0 0 0,1 1 0 0 0,0 0 0 0 0,-1 0 0 0 0,0-2 0 0 0,0 0 0 0 0,0-1 0 0 0,0 0 0 0 0,-1 0 0 0 0,1 1 0 0 0,-1-1 0 0 0,0 0 0 0 0,0 1 0 0 0,0 0 0 0 0,-1-1 0 0 0,1 1 0 0 0,-1 0 0 0 0,0 0 0 0 0,0 0 0 0 0,0 0 0 0 0,0 1 0 0 0,0-1 0 0 0,0 1 0 0 0,-1 0 0 0 0,1 0 0 0 0,-1 0 0 0 0,0 0 0 0 0,1 1 0 0 0,-1-1 0 0 0,-5 0 0 0 0,4 0 0 0 0,-8-2 0 0 0,-4 1 0 0 0,3 1 0 0 0,13 2-10 0 0,1 0 1 0 0,0 0-1 0 0,-1 0 1 0 0,1 0-1 0 0,0 0 1 0 0,-1 0-1 0 0,1 0 1 0 0,0 0-1 0 0,-1 0 0 0 0,1 0 1 0 0,-1 1-1 0 0,1-1 1 0 0,0 0-1 0 0,0 0 1 0 0,-1 0-1 0 0,1 0 1 0 0,0 1-1 0 0,-1-1 0 0 0,1 0 1 0 0,0 0-1 0 0,0 0 1 0 0,-1 1-1 0 0,1-1 1 0 0,0 0-1 0 0,0 1 1 0 0,-1-1-1 0 0,1 0 0 0 0,0 1 1 0 0,0-1-1 0 0,0 0 1 0 0,0 1-1 0 0,0-1 1 0 0,0 0-1 0 0,-1 1 1 0 0,1-1-1 0 0,18 17-3537 0 0,-9-11-1855 0 0,0-1-4025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 2584 0 0,'0'1'4024'0'0,"-2"13"7036"0"0,0-10-9409 0 0,1-4-1321 0 0,1 0 0 0 0,-1 1 0 0 0,1-1 0 0 0,-1 1 0 0 0,1-1 0 0 0,0 1 0 0 0,-1-1 0 0 0,1 1 0 0 0,0-1 0 0 0,-1 1 0 0 0,1-1 0 0 0,0 1 0 0 0,0 0 0 0 0,0-1 1 0 0,-1 1-1 0 0,1-1 0 0 0,0 1 0 0 0,0 0 0 0 0,0-1 0 0 0,0 1 0 0 0,0-1 0 0 0,0 1 0 0 0,0 0 0 0 0,1 0 0 0 0,0 3 190 0 0,1 0-1 0 0,0 0 1 0 0,0-1 0 0 0,0 1 0 0 0,0-1-1 0 0,1 1 1 0 0,0-1 0 0 0,-1 0-1 0 0,5 4 1 0 0,1-2-520 0 0,1-2-111 0 0,-7-2-678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40 532 0 0,'0'0'4258'0'0,"2"-2"-971"0"0,15-10 10398 0 0,-10 7-11111 0 0,36-2 2020 0 0,-24 2-3850 0 0,1 2-1 0 0,0 0 1 0 0,-1 2-1 0 0,29 0 1 0 0,-35 2-640 0 0,-3 2-89 0 0,-9-3-15 0 0,-1 1 0 0 0,1-1 0 0 0,-1 1 0 0 0,1-1 0 0 0,0 1 0 0 0,-1-1 0 0 0,1 1 0 0 0,-1-1 0 0 0,1 1 0 0 0,-1 0 0 0 0,0-1 0 0 0,1 1 0 0 0,-1 0 0 0 0,1 0 0 0 0,-1-1 0 0 0,0 1 0 0 0,0 0 0 0 0,0 0 0 0 0,1-1 0 0 0,-1 1 0 0 0,0 0 0 0 0,0 0 0 0 0,0 0 0 0 0,0-1 0 0 0,0 1 0 0 0,0 0 0 0 0,-1 0 0 0 0,1 0 0 0 0,0-1 0 0 0,0 1 0 0 0,0 0 0 0 0,-1 0 0 0 0,1-1 0 0 0,0 1 0 0 0,-1 0 0 0 0,1-1 0 0 0,-1 1 0 0 0,0 0 0 0 0,-3 10 0 0 0,-1-1 0 0 0,-1 1 0 0 0,0-2 0 0 0,0 1 0 0 0,-1 0 0 0 0,0-1 0 0 0,0-1 0 0 0,-13 12 0 0 0,-30 39 0 0 0,46-52 0 0 0,0-1 0 0 0,0 1 0 0 0,1-1 0 0 0,0 1 0 0 0,0 0 0 0 0,-4 15 0 0 0,7-20 0 0 0,0 1 0 0 0,-1-1 0 0 0,1 0 0 0 0,0 0 0 0 0,0 0 0 0 0,0 1 0 0 0,1-1 0 0 0,-1 0 0 0 0,1 0 0 0 0,-1 0 0 0 0,1 0 0 0 0,0 0 0 0 0,-1 0 0 0 0,1 0 0 0 0,0 0 0 0 0,0 0 0 0 0,1 0 0 0 0,-1 0 0 0 0,0 0 0 0 0,1-1 0 0 0,-1 1 0 0 0,1-1 0 0 0,-1 1 0 0 0,1-1 0 0 0,0 1 0 0 0,-1-1 0 0 0,1 0 0 0 0,3 1 0 0 0,5 3 0 0 0,1 0 0 0 0,-1-1 0 0 0,1 0 0 0 0,0-1 0 0 0,1 0 0 0 0,-1-1 0 0 0,0-1 0 0 0,1 1 0 0 0,-1-2 0 0 0,20 0 0 0 0,13-4 0 0 0,59-11 0 0 0,-81 11 0 0 0,-17 4 0 0 0,19-8 0 0 0,-20 6 0 0 0,-4 2 0 0 0,0 0 0 0 0,0 0 0 0 0,1 0 0 0 0,-1 0 0 0 0,0 0 0 0 0,0 0 0 0 0,1 0 0 0 0,-1 0 0 0 0,0 0 0 0 0,0 0 0 0 0,1 0 0 0 0,-1 0 0 0 0,0-1 0 0 0,0 1 0 0 0,0 0 0 0 0,1 0 0 0 0,-1 0 0 0 0,0 0 0 0 0,0-1 0 0 0,0 1 0 0 0,0 0 0 0 0,1 0 0 0 0,-1 0 0 0 0,0-1 0 0 0,0 1 0 0 0,0 0 0 0 0,0 0 0 0 0,0 0 0 0 0,0-1 0 0 0,1 1 0 0 0,-1 0 0 0 0,0 0 0 0 0,0-1 0 0 0,0 1 0 0 0,0 0 0 0 0,0 0 0 0 0,0-1 0 0 0,0 1 0 0 0,0-1 0 0 0,-17-10-31 0 0,-9 5-6369 0 0,11 10-6307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35 944 0 0,'0'0'2051'0'0,"5"-24"13714"0"0,-5 14-2165 0 0,-2 14-13236 0 0,-35 83-356 0 0,3 1 1 0 0,5 1 0 0 0,3 2-1 0 0,-25 179 1 0 0,43-194-9 0 0,4 0 0 0 0,4 0 0 0 0,10 89 0 0 0,3-41 0 0 0,-13-117 0 0 0,0 0 0 0 0,1 1 0 0 0,0-1 0 0 0,0 0 0 0 0,1 0 0 0 0,4 10 0 0 0,-4-9 0 0 0,-1 5 0 0 0,0-2 0 0 0,0-1 0 0 0,-11 1 0 0 0,9-11 0 0 0,1 0 0 0 0,-1 0 0 0 0,0 1 0 0 0,1-1 0 0 0,-1 0 0 0 0,1 0 0 0 0,-1 0 0 0 0,1 0 0 0 0,-1 0 0 0 0,0 0 0 0 0,1 0 0 0 0,-1 0 0 0 0,1 0 0 0 0,-1 0 0 0 0,1 0 0 0 0,-1-1 0 0 0,1 1 0 0 0,-1 0 0 0 0,0 0 0 0 0,1-1 0 0 0,-1 1 0 0 0,1 0 0 0 0,-1 0 0 0 0,1-1 0 0 0,0 1 0 0 0,-1-1 0 0 0,-3-19 0 0 0,5 14-843 0 0,0-1 0 0 0,0 0 0 0 0,0 1 0 0 0,1-1-1 0 0,0 0 1 0 0,0 1 0 0 0,4-8 0 0 0,-3 8-574 0 0,0 0 1 0 0,-1-1-1 0 0,0 1 0 0 0,0-1 1 0 0,-1 0-1 0 0,0 1 0 0 0,1-9 1 0 0,-2 4-6844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76 656 0 0,'0'-10'3144'0'0,"-1"5"1231"0"0,-9-16 1417 0 0,-3-4 3368 0 0,12 23-7625 0 0,-21-10 6387 0 0,17 13-7911 0 0,0 0 0 0 0,0 0 0 0 0,0 0-1 0 0,0 1 1 0 0,1 0 0 0 0,-1 0-1 0 0,0 0 1 0 0,1 0 0 0 0,0 1 0 0 0,-1 0-1 0 0,1 0 1 0 0,0 0 0 0 0,0 0 0 0 0,1 1-1 0 0,-1-1 1 0 0,1 1 0 0 0,-4 5 0 0 0,-2 1-22 0 0,3-3 11 0 0,0 0 0 0 0,1 0 0 0 0,-1 1 0 0 0,2 0 0 0 0,-1 0 0 0 0,1 0 0 0 0,0 0 0 0 0,-4 15 0 0 0,7-11 0 0 0,1-11 0 0 0,0 1 0 0 0,0 0 0 0 0,0-1 0 0 0,0 1 0 0 0,0-1 0 0 0,0 1 0 0 0,0-1 0 0 0,1 1 0 0 0,-1-1 0 0 0,1 1 0 0 0,-1-1 0 0 0,1 0 0 0 0,-1 1 0 0 0,1-1 0 0 0,0 0 0 0 0,0 1 0 0 0,0-1 0 0 0,-1 0 0 0 0,1 0 0 0 0,0 0 0 0 0,1 0 0 0 0,-1 1 0 0 0,0-2 0 0 0,0 1 0 0 0,0 0 0 0 0,1 0 0 0 0,-1 0 0 0 0,0 0 0 0 0,1-1 0 0 0,-1 1 0 0 0,0-1 0 0 0,1 1 0 0 0,-1-1 0 0 0,1 0 0 0 0,-1 1 0 0 0,1-1 0 0 0,-1 0 0 0 0,1 0 0 0 0,-1 0 0 0 0,3 0 0 0 0,3-1 0 0 0,0 0 0 0 0,0 0 0 0 0,1 0 0 0 0,-1-1 0 0 0,11-5 0 0 0,-17 7 0 0 0,14-6 0 0 0,0-1 0 0 0,0 0 0 0 0,0-1 0 0 0,14-11 0 0 0,-24 16 0 0 0,0-1 0 0 0,0 0 0 0 0,0-1 0 0 0,0 1 0 0 0,0-1 0 0 0,-1 0 0 0 0,0 0 0 0 0,0-1 0 0 0,-1 1 0 0 0,1-1 0 0 0,-1 0 0 0 0,0 0 0 0 0,2-6 0 0 0,-5 10 0 0 0,0 1 0 0 0,0-1 0 0 0,0 1 0 0 0,0-1 0 0 0,0 1 0 0 0,0-1 0 0 0,0 1 0 0 0,0-1 0 0 0,0 1 0 0 0,-1-1 0 0 0,1 1 0 0 0,-1-1 0 0 0,1 1 0 0 0,-1 0 0 0 0,0-1 0 0 0,1 1 0 0 0,-1 0 0 0 0,0-1 0 0 0,0 1 0 0 0,0 0 0 0 0,0 0 0 0 0,0 0 0 0 0,0 0 0 0 0,0 0 0 0 0,-2-1 0 0 0,-28-14 0 0 0,-1 12 0 0 0,8 3 0 0 0,24 0 0 0 0,-1 1 0 0 0,0 0 0 0 0,1 0 0 0 0,-1 0 0 0 0,1 0 0 0 0,-1 0 0 0 0,1 0 0 0 0,-1 0 0 0 0,0 0 0 0 0,1 0 0 0 0,-1 0 0 0 0,1 0 0 0 0,-1 0 0 0 0,0 0 0 0 0,1 0 0 0 0,-1 0 0 0 0,1 1 0 0 0,-1-1 0 0 0,1 0 0 0 0,-1 0 0 0 0,1 1 0 0 0,-1-1 0 0 0,1 0 0 0 0,-2 2 0 0 0,-7 5 0 0 0,-1 1 0 0 0,10 2-382 0 0,13 7-2529 0 0,-8-14-2097 0 0,2 0-4240 0 0,3-1 691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 2520 0 0,'0'1'9142'0'0,"-1"12"1976"0"0,0-8-10562 0 0,-1 10 4747 0 0,16 13-1200 0 0,-10-19-4078 0 0,1 2-25 0 0,1-3 0 0 0,0-3-15 0 0,-5-4-315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8 105 848 0 0,'-1'-2'3188'0'0,"-4"-7"-2602"0"0,3 3 8772 0 0,3 3-8812 0 0,-1 1 0 0 0,1-1 0 0 0,0 1 1 0 0,0-1-1 0 0,0 1 0 0 0,0 0 0 0 0,0 0 0 0 0,0-1 0 0 0,1 1 0 0 0,-1 0 1 0 0,1 0-1 0 0,0 0 0 0 0,-1 0 0 0 0,1 0 0 0 0,0 1 0 0 0,4-4 0 0 0,11-12 2165 0 0,-14 14-2265 0 0,0 0 0 0 0,0 0 0 0 0,0 1 1 0 0,0-1-1 0 0,1 1 0 0 0,-1 0 0 0 0,1 0 0 0 0,0 0 0 0 0,-1 0 0 0 0,1 0 0 0 0,0 1 1 0 0,0 0-1 0 0,0 0 0 0 0,5-1 0 0 0,2 5-346 0 0,-6 9-100 0 0,-4 2 0 0 0,-1 0 0 0 0,-1 0 0 0 0,0 0 0 0 0,-1 0 0 0 0,0 0 0 0 0,-1-1 0 0 0,0 1 0 0 0,-1-1 0 0 0,-8 18 0 0 0,-8 31 0 0 0,19-47 0 0 0,1-2 0 0 0,2-1 0 0 0,9-5 0 0 0,-9-7 0 0 0,1 1 0 0 0,-1 0 0 0 0,0-1 0 0 0,0 1 0 0 0,1-1 0 0 0,-1 0 0 0 0,0 0 0 0 0,1 0 0 0 0,-1 0 0 0 0,0 0 0 0 0,1 0 0 0 0,-1-1 0 0 0,0 1 0 0 0,1-1 0 0 0,2-1 0 0 0,4-1 0 0 0,78-21 0 0 0,-58 15 0 0 0,47-10 0 0 0,-66 17-385 0 0,-7 1-3203 0 0,6 1 1604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6 24 0 0,'1'-6'16931'0'0,"-6"10"-16404"0"0,1-1 0 0 0,0 1 0 0 0,0 0 0 0 0,0 1 0 0 0,0-1 0 0 0,1 1 0 0 0,0 0 0 0 0,0 0 0 0 0,0 0 0 0 0,0 0 0 0 0,1 0 0 0 0,0 0 0 0 0,0 1 0 0 0,0-1 0 0 0,1 1 0 0 0,0-1 0 0 0,0 1 0 0 0,0 8 0 0 0,0 35 38 0 0,0 12 1180 0 0,3 0-1 0 0,16 109 1 0 0,-5-89-1745 0 0,2 131 0 0 0,-6-52 0 0 0,-8-53 0 0 0,-1-101 0 0 0,-2-7 0 0 0,-20-53 0 0 0,16 36-7169 0 0,0 0-4858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8 884 0 0,'6'-8'26996'0'0,"-14"16"-20317"0"0,1 0-8770 0 0,6-7 2096 0 0,-7 11 44 0 0,0 1 0 0 0,1 0 0 0 0,1 0 0 0 0,-1 1 0 0 0,-7 28 0 0 0,13 7-49 0 0,1-37 0 0 0,1-2 0 0 0,6 1 0 0 0,10-8 0 0 0,-12-4 0 0 0,0 0 0 0 0,1 0 0 0 0,-1-1 0 0 0,0 0 0 0 0,0 0 0 0 0,0 0 0 0 0,-1-1 0 0 0,1 1 0 0 0,0-1 0 0 0,-1 0 0 0 0,0 0 0 0 0,5-5 0 0 0,1-1 0 0 0,-1 0 0 0 0,-1-1 0 0 0,0 1 0 0 0,7-13 0 0 0,-9 12 0 0 0,-5-5 0 0 0,-2 2 0 0 0,-6 2 0 0 0,-6 7 0 0 0,9 6-1839 0 0,10 2-2680 0 0,23 2-6557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0 60 0 0,'0'0'20998'0'0,"-4"3"-19367"0"0,-12 9-32 0 0,12-9 1512 0 0,-4 12 2102 0 0,11-3-5058 0 0,5-2-155 0 0,-5-2 0 0 0,3 0 0 0 0,-1-2 0 0 0,3-1 0 0 0,-5-4 0 0 0,-1 1 0 0 0,1-1 0 0 0,-1-1 0 0 0,1 1 0 0 0,0 0 0 0 0,0-1 0 0 0,-1 1 0 0 0,1-1 0 0 0,0 0 0 0 0,0 0 0 0 0,-1 0 0 0 0,1 0 0 0 0,4-1 0 0 0,76-4 0 0 0,-69 6 0 0 0,-6 5 0 0 0,-8 8 0 0 0,-24 49 0 0 0,-3-7 0 0 0,9-22 0 0 0,10-20 0 0 0,4-7 0 0 0,1 0 0 0 0,0 0 0 0 0,0 0 0 0 0,1 0 0 0 0,-4 13 0 0 0,6-19 0 0 0,0 0 0 0 0,0 0 0 0 0,0-1 0 0 0,1 1 0 0 0,-1 0 0 0 0,0 0 0 0 0,0 0 0 0 0,0-1 0 0 0,1 1 0 0 0,-1 0 0 0 0,0 0 0 0 0,1-1 0 0 0,-1 1 0 0 0,1 0 0 0 0,-1-1 0 0 0,1 1 0 0 0,-1 0 0 0 0,1-1 0 0 0,-1 1 0 0 0,1-1 0 0 0,0 1 0 0 0,-1-1 0 0 0,1 1 0 0 0,0-1 0 0 0,-1 1 0 0 0,1-1 0 0 0,0 0 0 0 0,0 1 0 0 0,-1-1 0 0 0,1 0 0 0 0,0 0 0 0 0,0 0 0 0 0,0 0 0 0 0,-1 1 0 0 0,1-1 0 0 0,0 0 0 0 0,0 0 0 0 0,0 0 0 0 0,-1-1 0 0 0,1 1 0 0 0,1 0 0 0 0,-1 0 0 0 0,17 0 0 0 0,1-1 0 0 0,-1 0 0 0 0,1-2 0 0 0,-1 0 0 0 0,0-1 0 0 0,0-1 0 0 0,0 0 0 0 0,28-14 0 0 0,40-11 0 0 0,-66 21 0 0 0,-8 4 0 0 0,4 2 0 0 0,-13 1 0 0 0,-5 3 0 0 0,-22 13-1793 0 0,20-9-5399 0 0,1 0-717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12 600 0 0,'2'-11'29515'0'0,"-30"44"-28106"0"0,19-24-1098 0 0,0 1 0 0 0,0-1-1 0 0,-13 21 1 0 0,16-19-311 0 0,0-1 0 0 0,0-3 0 0 0,5-4 0 0 0,18-18 0 0 0,-2 4 0 0 0,-10 1 0 0 0,-7-1 0 0 0,-13 3 0 0 0,1 6 0 0 0,13 2 0 0 0,1 0 0 0 0,0 0 0 0 0,0 0 0 0 0,-1 0 0 0 0,1 0 0 0 0,0 0 0 0 0,0 0 0 0 0,0 0 0 0 0,-1 0 0 0 0,1 0 0 0 0,0-1 0 0 0,0 1 0 0 0,-1 0 0 0 0,1 0 0 0 0,0 0 0 0 0,0 0 0 0 0,0-1 0 0 0,-1 1 0 0 0,1 0 0 0 0,0 0 0 0 0,0 0 0 0 0,0-1 0 0 0,0 1 0 0 0,0 0 0 0 0,0 0 0 0 0,-1 0 0 0 0,1-1 0 0 0,0 1 0 0 0,0 0 0 0 0,0 0 0 0 0,0-1 0 0 0,0 1 0 0 0,0 0 0 0 0,0 0 0 0 0,0-1 0 0 0,0 1 0 0 0,0 0 0 0 0,0-1 0 0 0,0 1 0 0 0,0 0 0 0 0,0 0 0 0 0,0 0 0 0 0,1-1 0 0 0,-1 1 0 0 0,0 0 0 0 0,0 0 0 0 0,0-1 0 0 0,0 1 0 0 0,0 0 0 0 0,0 0 0 0 0,1 0 0 0 0,-1-1 0 0 0,0 1 0 0 0,0 0 0 0 0,0 0 0 0 0,1-1 0 0 0,18-15 0 0 0,-15 15 0 0 0,1-1 0 0 0,0 0 0 0 0,0 0 0 0 0,0-1 0 0 0,0 1 0 0 0,0-1 0 0 0,0-1 0 0 0,-1 1 0 0 0,7-6 0 0 0,-69 68 0 0 0,49-48 0 0 0,6 1 0 0 0,-1-2-173 0 0,4-8-917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38 352 440 0 0,'1'-3'2772'0'0,"0"-2"-3078"0"0,-1 4 1104 0 0,1 1 0 0 0,-1-1 0 0 0,0 0 0 0 0,1 0 0 0 0,-1 1 0 0 0,0-1 0 0 0,0 0 0 0 0,0 0 0 0 0,0 0 0 0 0,0 1 0 0 0,0-1 0 0 0,-4-11 19142 0 0,2 16-19614 0 0,1-3-325 0 0,-1 1 0 0 0,1 0 0 0 0,0 0 0 0 0,0-1 0 0 0,0 1 1 0 0,0 0-1 0 0,0 0 0 0 0,0 0 0 0 0,1 0 0 0 0,-1 0 0 0 0,0 0 0 0 0,1 0 1 0 0,0 0-1 0 0,-1 0 0 0 0,1 0 0 0 0,0 1 0 0 0,0-1 0 0 0,0 0 0 0 0,1 3 1 0 0,0 7-6 0 0,-5 12 4 0 0,1-1 0 0 0,0 40 0 0 0,2-36 0 0 0,-5 44 0 0 0,5-56 0 0 0,-6 39 0 0 0,7-39 0 0 0,6-45 0 0 0,-6-22 0 0 0,2 0 0 0 0,2 1 0 0 0,14-65 0 0 0,-13 97 0 0 0,0-1 0 0 0,1 1 0 0 0,1 0 0 0 0,1 1 0 0 0,1-1 0 0 0,1 2 0 0 0,0-1 0 0 0,1 2 0 0 0,1-1 0 0 0,0 1 0 0 0,16-15 0 0 0,117-107 0 0 0,-145 137 0 0 0,0 1 0 0 0,1 0 0 0 0,-1 0 0 0 0,0-1 0 0 0,0 1 0 0 0,0 0 0 0 0,1 0 0 0 0,-1-1 0 0 0,0 1 0 0 0,0 0 0 0 0,1 0 0 0 0,-1 0 0 0 0,0 0 0 0 0,0-1 0 0 0,1 1 0 0 0,-1 0 0 0 0,0 0 0 0 0,1 0 0 0 0,-1 0 0 0 0,0 0 0 0 0,1 0 0 0 0,-1 0 0 0 0,0 0 0 0 0,0 0 0 0 0,1 0 0 0 0,-1 0 0 0 0,0 0 0 0 0,1 0 0 0 0,-1 0 0 0 0,0 0 0 0 0,1 0 0 0 0,-1 0 0 0 0,0 0 0 0 0,0 1 0 0 0,1-1 0 0 0,-1 0 0 0 0,0 0 0 0 0,1 0 0 0 0,-1 0 0 0 0,0 1 0 0 0,0-1 0 0 0,1 0 0 0 0,-1 0 0 0 0,0 0 0 0 0,0 1 0 0 0,0-1 0 0 0,0 0 0 0 0,1 0 0 0 0,-1 1 0 0 0,0-1 0 0 0,0 0 0 0 0,0 1 0 0 0,0-1 0 0 0,0 1 0 0 0,3 12 0 0 0,-3-13 0 0 0,0 0 0 0 0,-1 13 0 0 0,0 1 0 0 0,-1-1 0 0 0,-1 0 0 0 0,0 0 0 0 0,-5 14 0 0 0,-9 34 0 0 0,8-13 0 0 0,4-28 0 0 0,1 1 0 0 0,2 0 0 0 0,-2 21 0 0 0,4-25 0 0 0,0-9 0 0 0,-1 0 0 0 0,1-1 0 0 0,0 1 0 0 0,1 0 0 0 0,0-1 0 0 0,0 1 0 0 0,1-1 0 0 0,0 1 0 0 0,0-1 0 0 0,1 0 0 0 0,0 1 0 0 0,0-1 0 0 0,0-1 0 0 0,1 1 0 0 0,0 0 0 0 0,0-1 0 0 0,6 6 0 0 0,-2-6 0 0 0,3-3 0 0 0,3-5 0 0 0,2-4 0 0 0,-10-5 0 0 0,-6-2 0 0 0,0 12-9 0 0,0 1-1 0 0,0-1 1 0 0,0 0-1 0 0,0 0 1 0 0,0 0 0 0 0,0 0-1 0 0,0 0 1 0 0,0 0-1 0 0,-1 1 1 0 0,1-1 0 0 0,0 0-1 0 0,-1 0 1 0 0,1 0-1 0 0,0 1 1 0 0,-1-1 0 0 0,1 0-1 0 0,-1 0 1 0 0,1 1-1 0 0,-1-1 1 0 0,0 0 0 0 0,1 1-1 0 0,-1-1 1 0 0,0 1-1 0 0,1-1 1 0 0,-1 1 0 0 0,0-1-1 0 0,0 1 1 0 0,1-1-1 0 0,-1 1 1 0 0,0 0 0 0 0,0 0-1 0 0,0-1 1 0 0,1 1-1 0 0,-1 0 1 0 0,0 0 0 0 0,0 0-1 0 0,0 0 1 0 0,0 0-1 0 0,-1 0 1 0 0,-24-4-5379 0 0,10 5-1517 0 0,7 0 2039 0 0,-10 2-3697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0 131 2548,'5'1'24044,"265"-72"-19957,-60 13-1999,-196 55-2417,-19 6-546,-39 13-1822,-2 0-245,9-3-9911,24-8 5507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11 1004 0 0,'0'0'1868'0'0,"0"-10"28"0"0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304 205 148 0 0,'0'0'12499'0'0,"-4"-3"-10802"0"0,-12-11-118 0 0,12 10 3569 0 0,6 0-3996 0 0,10-10 5901 0 0,-11 12-6835 0 0,-1 1 1 0 0,1 0-1 0 0,0 0 0 0 0,-1-1 0 0 0,0 1 0 0 0,1 0 0 0 0,-1-1 1 0 0,0 1-1 0 0,1 0 0 0 0,-1-1 0 0 0,0 1 0 0 0,0-1 0 0 0,0 1 1 0 0,0 0-1 0 0,-1-2 0 0 0,-4-13-218 0 0,3 2 0 0 0,2-8 0 0 0,-11-9 0 0 0,9 25 0 0 0,0 1 0 0 0,-1-1 0 0 0,1 1 0 0 0,-1 0 0 0 0,0 0 0 0 0,-5-5 0 0 0,6 8 0 0 0,0 0 0 0 0,0 1 0 0 0,0-1 0 0 0,-1 1 0 0 0,1 0 0 0 0,0-1 0 0 0,-1 1 0 0 0,1 0 0 0 0,-1 1 0 0 0,1-1 0 0 0,-1 0 0 0 0,1 1 0 0 0,-6-1 0 0 0,1 0 0 0 0,0 1 0 0 0,-1 0 0 0 0,1 0 0 0 0,0 0 0 0 0,0 1 0 0 0,0 1 0 0 0,0-1 0 0 0,0 1 0 0 0,0 0 0 0 0,0 0 0 0 0,1 1 0 0 0,-1 0 0 0 0,1 0 0 0 0,-1 1 0 0 0,1 0 0 0 0,0 0 0 0 0,1 0 0 0 0,-1 0 0 0 0,1 1 0 0 0,0 0 0 0 0,-7 9 0 0 0,1 2 0 0 0,1 0 0 0 0,1 1 0 0 0,0 0 0 0 0,-11 32 0 0 0,18-45 0 0 0,0 1 0 0 0,1 0 0 0 0,-1 0 0 0 0,1 1 0 0 0,0-1 0 0 0,0 0 0 0 0,1 0 0 0 0,-1 0 0 0 0,1 1 0 0 0,0-1 0 0 0,1 0 0 0 0,-1 0 0 0 0,1 1 0 0 0,0-1 0 0 0,0 0 0 0 0,1 0 0 0 0,0 0 0 0 0,0 0 0 0 0,0 0 0 0 0,0-1 0 0 0,5 8 0 0 0,-4-9 0 0 0,0 0 0 0 0,0-1 0 0 0,0 1 0 0 0,0-1 0 0 0,1 1 0 0 0,-1-1 0 0 0,1 0 0 0 0,0 0 0 0 0,-1-1 0 0 0,1 1 0 0 0,0-1 0 0 0,0 0 0 0 0,0 0 0 0 0,0 0 0 0 0,0-1 0 0 0,6 1 0 0 0,-1-1 0 0 0,0 0 0 0 0,1-1 0 0 0,-1 0 0 0 0,0-1 0 0 0,0 0 0 0 0,0 0 0 0 0,10-5 0 0 0,-3 1 0 0 0,1-2 0 0 0,-1 0 0 0 0,-1-1 0 0 0,1 0 0 0 0,-1-1 0 0 0,-1-1 0 0 0,18-17 0 0 0,-26 21 0 0 0,2 0 0 0 0,0-1 0 0 0,-1 0 0 0 0,0 0 0 0 0,-1 0 0 0 0,1-1 0 0 0,-2 0 0 0 0,8-15 0 0 0,-12 12 0 0 0,-1 4 0 0 0,0 7 0 0 0,1 0 0 0 0,-1 0 0 0 0,0 0 0 0 0,0 0 0 0 0,0 0 0 0 0,0 0 0 0 0,0 0 0 0 0,0 0 0 0 0,0 0 0 0 0,0 0 0 0 0,0 0 0 0 0,0 0 0 0 0,-1 0 0 0 0,1 0 0 0 0,0 0 0 0 0,-1 0 0 0 0,1 0 0 0 0,0 0 0 0 0,-1 0 0 0 0,1 1 0 0 0,-1-1 0 0 0,0 0 0 0 0,1 0 0 0 0,-1 0 0 0 0,0 1 0 0 0,1-1 0 0 0,-1 0 0 0 0,0 1 0 0 0,0-1 0 0 0,0 1 0 0 0,-1-2 0 0 0,1 1 0 0 0,-12-4 0 0 0,-16-1-2296 0 0,9 8-6382 0 0,4 1 1242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218 6 552 0 0,'-5'-5'22235'0'0,"-4"22"-16976"0"0,-3 14-5816 0 0,7-14 4561 0 0,-11 75-3123 0 0,12-59-750 0 0,-2 0 0 0 0,-12 35 0 0 0,-25 87-131 0 0,27-111 0 0 0,10-28 0 0 0,0 1 0 0 0,-6 26 0 0 0,-2-4 0 0 0,-13 18 0 0 0,8-26-342 0 0,37-61-2512 0 0,-11 16-1999 0 0,0 0-4530 0 0,-2-3 761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355 1 1948 0 0,'0'0'11024'0'0,"-4"5"-8343"0"0,-71 152 8823 0 0,23-44-5894 0 0,-2 34-5610 0 0,-64 166 0 0 0,107-299 0 0 0,10-13 0 0 0,-1 1 0 0 0,1-1 0 0 0,-1 1 0 0 0,1-1 0 0 0,0 1 0 0 0,0 0 0 0 0,-1 0 0 0 0,1 0 0 0 0,0-1 0 0 0,1 1 0 0 0,-1 0 0 0 0,0 0 0 0 0,1 0 0 0 0,-1 0 0 0 0,0 3 0 0 0,-10 14 0 0 0,11-19-30 0 0,0 0 1 0 0,0 0-1 0 0,-1 0 1 0 0,1 1-1 0 0,0-1 1 0 0,0 0-1 0 0,-1 0 1 0 0,1 0-1 0 0,0 0 1 0 0,0 0-1 0 0,-1 0 1 0 0,1 0-1 0 0,0 0 0 0 0,0 0 1 0 0,-1 0-1 0 0,1 0 1 0 0,0 0-1 0 0,0 0 1 0 0,-1 0-1 0 0,1 0 1 0 0,0 0-1 0 0,0 0 1 0 0,-1 0-1 0 0,1 0 1 0 0,0 0-1 0 0,0-1 0 0 0,-1 1 1 0 0,1 0-1 0 0,0 0 1 0 0,0 0-1 0 0,-1 0 1 0 0,1 0-1 0 0,0-1 1 0 0,0 1-1 0 0,0 0 1 0 0,0 0-1 0 0,-1 0 1 0 0,1-1-1 0 0,0 1 0 0 0,0 0 1 0 0,0-1-1 0 0,-1 1-195 0 0,1-1-1 0 0,0 0 0 0 0,-1 1 0 0 0,1-1 1 0 0,0 0-1 0 0,-1 1 0 0 0,1-1 0 0 0,0 0 1 0 0,0 1-1 0 0,0-1 0 0 0,0 0 0 0 0,0 0 1 0 0,0 1-1 0 0,0-1 0 0 0,0 0 0 0 0,0 0 1 0 0,0 1-1 0 0,0-1 0 0 0,0 0 0 0 0,0 1 1 0 0,1-1-1 0 0,-1 0 0 0 0,1 0 0 0 0,7-16-9652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21 264 0 0,'-8'-1'32401'0'0,"30"-11"-32299"0"0,-7 4-102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137 6 32767 0 0,'6'-2'0'0'0,"1"1"0"0"0,0 0 0 0 0,0 0 0 0 0,0 1 0 0 0,0 0 0 0 0,8 0 0 0 0,-14 0 0 0 0,0 0 0 0 0,1 0 0 0 0,-1 0 0 0 0,1 0 0 0 0,-1 1 0 0 0,1-1 0 0 0,-1 0 0 0 0,1 1 0 0 0,-1-1 0 0 0,1 1 0 0 0,-1-1 0 0 0,0 1 0 0 0,1 0 0 0 0,-1-1 0 0 0,0 1 0 0 0,0 0 0 0 0,0 0 0 0 0,1 0 0 0 0,-1 0 0 0 0,0 0 0 0 0,0 0 0 0 0,0 0 0 0 0,-1 1 0 0 0,1-1 0 0 0,0 0 0 0 0,0 0 0 0 0,-1 1 0 0 0,1-1 0 0 0,0 1 0 0 0,-1-1 0 0 0,0 0 0 0 0,1 1 0 0 0,-1-1 0 0 0,0 2 0 0 0,0 4 0 0 0,-1 1 0 0 0,0-1 0 0 0,0 0 0 0 0,-1 0 0 0 0,0 0 0 0 0,0 0 0 0 0,-1-1 0 0 0,0 1 0 0 0,0-1 0 0 0,-1 1 0 0 0,-5 7 0 0 0,-8 10 0 0 0,-32 32 0 0 0,6-6 0 0 0,14-23 0 0 0,23-22 0 0 0,-1-1 0 0 0,2 2 0 0 0,-1-1 0 0 0,0 1 0 0 0,1-1 0 0 0,0 1 0 0 0,1 1 0 0 0,-1-1 0 0 0,-4 10 0 0 0,9-16 0 0 0,0 1 0 0 0,0-1 0 0 0,0 0 0 0 0,-1 0 0 0 0,1 0 0 0 0,0 0 0 0 0,0 0 0 0 0,0 0 0 0 0,0 1 0 0 0,0-1 0 0 0,0 0 0 0 0,0 0 0 0 0,0 0 0 0 0,0 0 0 0 0,0 0 0 0 0,0 0 0 0 0,0 1 0 0 0,0-1 0 0 0,0 0 0 0 0,0 0 0 0 0,0 0 0 0 0,0 0 0 0 0,0 1 0 0 0,0-1 0 0 0,0 0 0 0 0,0 0 0 0 0,0 0 0 0 0,0 0 0 0 0,0 0 0 0 0,0 1 0 0 0,0-1 0 0 0,0 0 0 0 0,0 0 0 0 0,0 0 0 0 0,0 0 0 0 0,0 0 0 0 0,0 0 0 0 0,0 1 0 0 0,1-1 0 0 0,-1 0 0 0 0,0 0 0 0 0,0 0 0 0 0,0 0 0 0 0,0 0 0 0 0,0 0 0 0 0,0 0 0 0 0,1 0 0 0 0,-1 0 0 0 0,0 0 0 0 0,0 1 0 0 0,0-1 0 0 0,0 0 0 0 0,0 0 0 0 0,1 0 0 0 0,-1 0 0 0 0,0 0 0 0 0,0 0 0 0 0,0 0 0 0 0,0 0 0 0 0,0 0 0 0 0,1 0 0 0 0,-1 0 0 0 0,0 0 0 0 0,0-1 0 0 0,15-1 0 0 0,0-1 0 0 0,0-1 0 0 0,-1 0 0 0 0,1-1 0 0 0,-1-1 0 0 0,22-12 0 0 0,23-8 0 0 0,-39 18 0 0 0,8-2 0 0 0,57-14 0 0 0,-85 24 0 0 0,1 0 0 0 0,-1 0 0 0 0,0-1 0 0 0,0 1 0 0 0,0 0 0 0 0,0 0 0 0 0,0 0 0 0 0,0 0 0 0 0,0 0 0 0 0,0 0 0 0 0,1 0 0 0 0,-1-1 0 0 0,0 1 0 0 0,0 0 0 0 0,0 0 0 0 0,0 0 0 0 0,0 0 0 0 0,1 0 0 0 0,-1 0 0 0 0,0 0 0 0 0,0 0 0 0 0,0 0 0 0 0,0 0 0 0 0,0 0 0 0 0,1 0 0 0 0,-1 0 0 0 0,0 0 0 0 0,0 0 0 0 0,0 0 0 0 0,0 0 0 0 0,1 0 0 0 0,-1 0 0 0 0,0 0 0 0 0,0 0 0 0 0,0 0 0 0 0,0 0 0 0 0,0 0 0 0 0,1 0 0 0 0,-1 0 0 0 0,0 1 0 0 0,0-1 0 0 0,0 0 0 0 0,0 0 0 0 0,0 0 0 0 0,0 0 0 0 0,1 0 0 0 0,-1 0 0 0 0,0 0 0 0 0,0 1 0 0 0,0-1 0 0 0,0 0 0 0 0,0 0 0 0 0,0 0 0 0 0,0 0 0 0 0,0 0 0 0 0,0 1 0 0 0,0-1 0 0 0,0 0 0 0 0,0 0 0 0 0,0 0 0 0 0,0 0 0 0 0,0 1 0 0 0,-16 15 0 0 0,-25 9-6695 0 0,11-7-3820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246 245 252 0 0,'9'1'11183'0'0,"0"-2"-5280"0"0,-7 1-5503 0 0,0-1 0 0 0,0 0 0 0 0,0 0 0 0 0,0 0-1 0 0,-1 0 1 0 0,1 0 0 0 0,0 0 0 0 0,-1 0 0 0 0,1-1 0 0 0,-1 1 0 0 0,1 0 0 0 0,-1-1 0 0 0,0 1 0 0 0,0-1 0 0 0,1 0 0 0 0,-1 1-1 0 0,0-1 1 0 0,1-3 0 0 0,-1 3 712 0 0,-1 1-246 0 0,1 1-742 0 0,0 0 1 0 0,-1-1-1 0 0,1 1 1 0 0,0-1-1 0 0,-1 0 1 0 0,1 1-1 0 0,0-1 1 0 0,-1 1 0 0 0,1-1-1 0 0,-1 0 1 0 0,1 1-1 0 0,-1-1 1 0 0,0 0-1 0 0,1 0 1 0 0,-1 1-1 0 0,0-1 1 0 0,1 0-1 0 0,-1 0 1 0 0,0 0-1 0 0,0 1 1 0 0,0-1 0 0 0,0 0-1 0 0,1 0 1 0 0,-1 0-1 0 0,0 1 1 0 0,-1-1-1 0 0,1 0 1 0 0,0 0-1 0 0,0 0 1 0 0,0 0-1 0 0,0 1 1 0 0,-1-1-1 0 0,1 0 1 0 0,0 0 0 0 0,-1 1-1 0 0,1-1 1 0 0,0 0-1 0 0,-1 0 1 0 0,1 1-1 0 0,-1-1 1 0 0,0 0-1 0 0,1 1 1 0 0,-1-1-1 0 0,1 1 1 0 0,-1-1-1 0 0,-1 0 1 0 0,-7-7-125 0 0,6 6 0 0 0,1 0 0 0 0,-1 1 0 0 0,-1-1 0 0 0,1 1 0 0 0,0 0 0 0 0,0 0 0 0 0,0 1 0 0 0,0-1 0 0 0,-1 0 0 0 0,1 1 0 0 0,0 0 0 0 0,-1 0 0 0 0,1 0 0 0 0,0 0 0 0 0,-1 0 0 0 0,1 1 0 0 0,0 0 0 0 0,0-1 0 0 0,0 1 0 0 0,-1 0 0 0 0,1 1 0 0 0,-5 2 0 0 0,0-1 0 0 0,-4 3 0 0 0,1 0 0 0 0,-1 0 0 0 0,1 1 0 0 0,0 1 0 0 0,1 0 0 0 0,0 0 0 0 0,0 1 0 0 0,1 0 0 0 0,0 1 0 0 0,-10 15 0 0 0,7-8 0 0 0,1 1 0 0 0,0 1 0 0 0,2 0 0 0 0,0 1 0 0 0,-10 31 0 0 0,18-49 0 0 0,0 1 0 0 0,0-1 0 0 0,1 0 0 0 0,-1 1 0 0 0,1-1 0 0 0,-1 1 0 0 0,1-1 0 0 0,0 1 0 0 0,0-1 0 0 0,0 1 0 0 0,0-1 0 0 0,0 1 0 0 0,1-1 0 0 0,-1 0 0 0 0,1 1 0 0 0,-1-1 0 0 0,1 1 0 0 0,0-1 0 0 0,0 0 0 0 0,0 0 0 0 0,0 1 0 0 0,1-1 0 0 0,-1 0 0 0 0,0 0 0 0 0,1 0 0 0 0,0 0 0 0 0,-1-1 0 0 0,1 1 0 0 0,0 0 0 0 0,0-1 0 0 0,3 3 0 0 0,0-2 0 0 0,-1 0 0 0 0,1 0 0 0 0,0-1 0 0 0,0 0 0 0 0,-1 1 0 0 0,1-2 0 0 0,0 1 0 0 0,0-1 0 0 0,0 1 0 0 0,0-1 0 0 0,0-1 0 0 0,0 1 0 0 0,0-1 0 0 0,0 0 0 0 0,6-1 0 0 0,8-4-161 0 0,0-1-1 0 0,0 0 1 0 0,-1-1 0 0 0,-1-1 0 0 0,1-1-1 0 0,-1-1 1 0 0,-1 0 0 0 0,0-1 0 0 0,-1-1-1 0 0,16-15 1 0 0,-21 17-22 0 0,0-1 0 0 0,0 1 0 0 0,-1-1-1 0 0,-1-1 1 0 0,0 0 0 0 0,0 0 0 0 0,-2-1 0 0 0,0 1-1 0 0,0-2 1 0 0,-1 1 0 0 0,-1 0 0 0 0,0-1 0 0 0,-1 0-1 0 0,1-17 1 0 0,-1-48-4785 0 0,-6 26-6353 0 0,-1 27 4597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242 0 1676 0 0,'-2'5'17857'0'0,"-3"4"-8720"0"0,0 4-6068 0 0,-14 29-4924 0 0,12-25 4492 0 0,-65 176-2330 0 0,3-8-368 0 0,54-146 61 0 0,1 0 0 0 0,-9 48 0 0 0,19-79 0 0 0,-1-1 0 0 0,3 31 0 0 0,32-100 0 0 0,-21 33-3842 0 0,8-15-8721 0 0,-4 21 3366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504 1 2540 0 0,'0'0'7556'0'0,"-2"4"-5079"0"0,-15 31 3133 0 0,-30 46-1 0 0,-17 30 564 0 0,-33 71-4014 0 0,26-56-1516 0 0,-71 136-643 0 0,81-155 0 0 0,59-98 0 0 0,2 4 0 0 0,0-13 0 0 0,0 0 0 0 0,0 0 0 0 0,0 1 0 0 0,0-1 0 0 0,0 0 0 0 0,0 0 0 0 0,0 0 0 0 0,0 1 0 0 0,0-1 0 0 0,0 0 0 0 0,0 0 0 0 0,0 0 0 0 0,0 1 0 0 0,0-1 0 0 0,0 0 0 0 0,0 0 0 0 0,0 0 0 0 0,0 1 0 0 0,0-1 0 0 0,0 0 0 0 0,0 0 0 0 0,0 0 0 0 0,0 1 0 0 0,1-1 0 0 0,-1 0 0 0 0,0 0 0 0 0,0 0 0 0 0,0 0 0 0 0,0 1 0 0 0,0-1 0 0 0,0 0 0 0 0,1 0 0 0 0,-1 0 0 0 0,0 0 0 0 0,0 0 0 0 0,0 0 0 0 0,1 0 0 0 0,-1 0 0 0 0,0 1 0 0 0,0-1 0 0 0,0 0 0 0 0,1 0 0 0 0,-1 0 0 0 0,0 0 0 0 0,0 0 0 0 0,0 0 0 0 0,1 0 0 0 0,-1 0 0 0 0,0 0 0 0 0,0 0 0 0 0,1 0 0 0 0,22-13 0 0 0,-16 8-2419 0 0,1-3-6617 0 0,-2 2 2799 0 0,0 1-2237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267 26 1856 0 0,'4'-3'3383'0'0,"25"-17"19124"0"0,-21 18-17651 0 0,2 10-4691 0 0,1-1-165 0 0,-5 3 0 0 0,-6-5 0 0 0,0 0 0 0 0,0-1 0 0 0,0 1 0 0 0,-1 0 0 0 0,1 0 0 0 0,-1 0 0 0 0,0-1 0 0 0,-1 1 0 0 0,1 0 0 0 0,-1-1 0 0 0,0 1 0 0 0,0-1 0 0 0,0 0 0 0 0,-1 1 0 0 0,1-1 0 0 0,-1 0 0 0 0,0-1 0 0 0,0 1 0 0 0,-6 5 0 0 0,4-2 0 0 0,-159 164 0 0 0,80-87 0 0 0,73-74 0 0 0,6-5 0 0 0,1-1 0 0 0,-1 2 0 0 0,1-1 0 0 0,0 0 0 0 0,1 1 0 0 0,-5 8 0 0 0,8-5 0 0 0,18-9 0 0 0,3-5 0 0 0,-1 0 0 0 0,0-2 0 0 0,32-16 0 0 0,-2 2 0 0 0,-17 9 2 0 0,1 0 1 0 0,52-9-1 0 0,21-3-208 0 0,-106 24-994 0 0,-28-14-24415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227 0 1892 0 0,'0'0'12376'0'0,"-4"4"-11338"0"0,0-1-757 0 0,0 0 0 0 0,0 1-1 0 0,1 0 1 0 0,-1-1 0 0 0,1 1 0 0 0,0 0 0 0 0,0 1-1 0 0,1-1 1 0 0,-1 1 0 0 0,1-1 0 0 0,0 1-1 0 0,0 0 1 0 0,0 0 0 0 0,0 0 0 0 0,0 8-1 0 0,-13 34 1330 0 0,12-40-1396 0 0,0 0-1 0 0,0 0 1 0 0,1 0 0 0 0,0 0-1 0 0,0 0 1 0 0,0 10-1 0 0,0 54 1592 0 0,9 82 0 0 0,1 9 41 0 0,2 95 128 0 0,-1-54-938 0 0,-8 519-200 0 0,-41-3-274 0 0,-15-327-562 0 0,-6 62 0 0 0,52-360 0 0 0,1-30 0 0 0,3 1 0 0 0,4 83 0 0 0,8-57 0 0 0,4 0 0 0 0,4-1 0 0 0,43 139 0 0 0,-44-185 0 0 0,37 92 0 0 0,-43-119 0 0 0,0-1 0 0 0,1 0 0 0 0,1-1 0 0 0,1 0 0 0 0,22 25 0 0 0,-27-32 0 0 0,-1 1 0 0 0,-26-24 0 0 0,14 8-201 0 0,1 0 0 0 0,0-1 0 0 0,0 0 0 0 0,1 0 0 0 0,-1 0-1 0 0,2-1 1 0 0,-1 1 0 0 0,1-1 0 0 0,1-1 0 0 0,0 1 0 0 0,0 0 0 0 0,1-1 0 0 0,0 1 0 0 0,0-1 0 0 0,0-19 0 0 0,1 13-534 0 0,0-1-2017 0 0,-3-23-8761 0 0,-2 11 3336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186 325 1932 0 0,'0'0'10689'0'0,"0"6"-8317"0"0,-5 82 5607 0 0,1-53-5520 0 0,3 0 0 0 0,3 49 0 0 0,-1-58-1616 0 0,-1-16-581 0 0,1 0 1 0 0,0 0-1 0 0,0 1 1 0 0,1-1-1 0 0,6 16 1 0 0,-3-16-287 0 0,-4-9-191 0 0,-6-6-4313 0 0,-4-6 3866 0 0,1 0 0 0 0,1 0 0 0 0,0 0 0 0 0,0-1 0 0 0,1 0 0 0 0,-6-16 0 0 0,-27-90-2077 0 0,15 41 1686 0 0,-6-32 936 0 0,4 13 4288 0 0,21 82-1926 0 0,-3-22 3242 0 0,8 34-4613 0 0,-1 0-416 0 0,0 1-455 0 0,1 0-1 0 0,-1 1 1 0 0,1-1 0 0 0,0 0 0 0 0,-1 0 0 0 0,1 0 0 0 0,0 0 0 0 0,-1 0 0 0 0,1 0 0 0 0,0 0 0 0 0,0 0 0 0 0,0 0 0 0 0,0 0-1 0 0,0 0 1 0 0,0 0 0 0 0,0 0 0 0 0,1 0 0 0 0,-1 0 0 0 0,0 0 0 0 0,1 0 0 0 0,-1 0 0 0 0,0 0 0 0 0,1 0 0 0 0,-1 0 0 0 0,1 0-1 0 0,-1 0 1 0 0,1 0 0 0 0,0 1 0 0 0,-1-1 0 0 0,1 0 0 0 0,1 0 0 0 0,23-14-18 0 0,-20 13 12 0 0,36-15 3 0 0,0 2 0 0 0,1 1 0 0 0,1 3 0 0 0,0 1 0 0 0,0 3 0 0 0,53-3 0 0 0,-40 9 0 0 0,-55 1 0 0 0,0 0 0 0 0,0 0 0 0 0,0 0 0 0 0,0 0 0 0 0,-1 0 0 0 0,1 1 0 0 0,0-1 0 0 0,0 0 0 0 0,0 0 0 0 0,-1 1 0 0 0,1-1 0 0 0,0 0 0 0 0,0 1 0 0 0,-1-1 0 0 0,1 1 0 0 0,0-1 0 0 0,-1 1 0 0 0,1-1 0 0 0,0 1 0 0 0,-1-1 0 0 0,1 1 0 0 0,-1 0 0 0 0,1-1 0 0 0,-1 1 0 0 0,1 0 0 0 0,-1 0 0 0 0,0-1 0 0 0,1 1 0 0 0,-1 0 0 0 0,0 0 0 0 0,0-1 0 0 0,1 1 0 0 0,-1 0 0 0 0,0 0 0 0 0,0 0 0 0 0,0 0 0 0 0,0-1 0 0 0,0 1 0 0 0,0 0 0 0 0,0 0 0 0 0,0 1 0 0 0,-10 19 0 0 0,10-20 0 0 0,-7 9 0 0 0,-1 0 0 0 0,-1 0 0 0 0,1-1 0 0 0,-1 0 0 0 0,-1-1 0 0 0,0 0 0 0 0,-18 12 0 0 0,-1 0 0 0 0,-46 28 0 0 0,55-37 0 0 0,1 1 0 0 0,0 0 0 0 0,1 2 0 0 0,-28 25 0 0 0,36-29 0 0 0,10-9 0 0 0,-1-1 0 0 0,1 0 0 0 0,0 1 0 0 0,-1-1 0 0 0,1 0 0 0 0,-1 1 0 0 0,1-1 0 0 0,0 1 0 0 0,0-1 0 0 0,-1 0 0 0 0,1 1 0 0 0,0-1 0 0 0,0 1 0 0 0,-1-1 0 0 0,1 1 0 0 0,0-1 0 0 0,0 1 0 0 0,0-1 0 0 0,0 1 0 0 0,0-1 0 0 0,0 1 0 0 0,0 0 0 0 0,0-1 0 0 0,0 1 0 0 0,0-1 0 0 0,0 1 0 0 0,0-1 0 0 0,0 1 0 0 0,0-1 0 0 0,0 1 0 0 0,0-1 0 0 0,1 1 0 0 0,-1-1 0 0 0,0 1 0 0 0,0-1 0 0 0,1 1 0 0 0,-1-1 0 0 0,0 0 0 0 0,1 1 0 0 0,-1-1 0 0 0,0 1 0 0 0,1-1 0 0 0,-1 0 0 0 0,1 1 0 0 0,0-1 0 0 0,15 7 0 0 0,14-5 0 0 0,0-2 0 0 0,1 0 0 0 0,-1-2 0 0 0,54-11 0 0 0,48-3 0 0 0,-119 16 0 0 0,83 1 0 0 0,-89-1 0 0 0,1 1 0 0 0,-1 0 0 0 0,0 1 0 0 0,-1 0 0 0 0,1 0 0 0 0,0 0 0 0 0,0 1 0 0 0,-1 0 0 0 0,0 0 0 0 0,1 1 0 0 0,5 4 0 0 0,-10-6 0 0 0,0 0 0 0 0,0 0 0 0 0,0 0 0 0 0,0 1 0 0 0,-1-1 0 0 0,1 0 0 0 0,-1 1 0 0 0,0-1 0 0 0,1 1 0 0 0,-1-1 0 0 0,0 1 0 0 0,0 0 0 0 0,-1-1 0 0 0,1 1 0 0 0,-1 0 0 0 0,1 0 0 0 0,-1 0 0 0 0,0-1 0 0 0,0 1 0 0 0,0 0 0 0 0,0 0 0 0 0,-1 0 0 0 0,1 0 0 0 0,-1-1 0 0 0,1 1 0 0 0,-1 0 0 0 0,0-1 0 0 0,0 1 0 0 0,-1 0 0 0 0,1-1 0 0 0,0 1 0 0 0,-1-1 0 0 0,1 0 0 0 0,-4 4 0 0 0,-5 7 0 0 0,1-1 0 0 0,-2 0 0 0 0,0-1 0 0 0,-20 18 0 0 0,21-21 0 0 0,1 0 0 0 0,-1-1 0 0 0,0 0 0 0 0,0-1 0 0 0,-1 0 0 0 0,0 0 0 0 0,0-1 0 0 0,0 0 0 0 0,-1-1 0 0 0,1-1 0 0 0,-1 0 0 0 0,0 0 0 0 0,-17 1 0 0 0,17-4 5 0 0,9 0-6 0 0,-1 0-1 0 0,1 0 0 0 0,0 0 1 0 0,-1 0-1 0 0,1-1 1 0 0,0 1-1 0 0,-1-1 0 0 0,1 0 1 0 0,0 0-1 0 0,0 0 0 0 0,0 0 1 0 0,0-1-1 0 0,-5-2 1 0 0,-25-12-209 0 0,34 22-1573 0 0,1 3 69 0 0,6 11-1362 0 0,4-3-7212 0 0,-1-7 1474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4 274 168 0 0,'0'0'10974'0'0,"11"-6"3472"0"0,-4 6-14523 0 0,12 9 5532 0 0,-17-7-4873 0 0,10 17 637 0 0,-11-18-1219 0 0,0 0 0 0 0,-1 0 0 0 0,1 0 0 0 0,0 0 0 0 0,-1-1 0 0 0,1 1 0 0 0,0 1 0 0 0,-1-1 0 0 0,1 0 0 0 0,-1 0 0 0 0,0 0 0 0 0,1 0 0 0 0,-1 0 0 0 0,0 0 0 0 0,0 0 0 0 0,1 1 0 0 0,-1 1 0 0 0,6 19 0 0 0,-4-19 0 0 0,-1-2 0 0 0,0 0 0 0 0,0-1 0 0 0,-1 1 0 0 0,1 0 0 0 0,0 0 0 0 0,-1-1 0 0 0,1 1 0 0 0,-1 0 0 0 0,1 0 0 0 0,-1 0 0 0 0,0 0 0 0 0,1 0 0 0 0,-1 0 0 0 0,0 0 0 0 0,0 0 0 0 0,1 0 0 0 0,-1 0 0 0 0,0 0 0 0 0,0 0 0 0 0,0 0 0 0 0,0 0 0 0 0,0 0 0 0 0,-1 0 0 0 0,1 2 0 0 0,0 8 0 0 0,1 0 0 0 0,0 0 0 0 0,1 0 0 0 0,5 18 0 0 0,-6-16 0 0 0,-1-1 0 0 0,0-12 0 0 0,0-1 0 0 0,0 1 0 0 0,0 0 0 0 0,0 0 0 0 0,0 0 0 0 0,0-1 0 0 0,0 1 0 0 0,-1 0 0 0 0,1 0 0 0 0,0 0 0 0 0,0 0 0 0 0,0-1 0 0 0,0 1 0 0 0,0 0 0 0 0,0 0 0 0 0,0 0 0 0 0,-1 0 0 0 0,1 0 0 0 0,0-1 0 0 0,0 1 0 0 0,0 0 0 0 0,0 0 0 0 0,-1 0 0 0 0,1 0 0 0 0,0 0 0 0 0,0 0 0 0 0,0 0 0 0 0,-1 0 0 0 0,1 0 0 0 0,0 0 0 0 0,0 0 0 0 0,0 0 0 0 0,-1 0 0 0 0,1 0 0 0 0,0 0 0 0 0,0 0 0 0 0,0 0 0 0 0,0 0 0 0 0,-1 0 0 0 0,1 0 0 0 0,0 0 0 0 0,0 0 0 0 0,0 0 0 0 0,-1 0 0 0 0,1 0 0 0 0,0 0 0 0 0,0 0 0 0 0,0 1 0 0 0,0-1 0 0 0,-1 0 0 0 0,1 0 0 0 0,0 0 0 0 0,0 0 0 0 0,0 0 0 0 0,0 1 0 0 0,0-1 0 0 0,0 0 0 0 0,-1 0 0 0 0,1 0 0 0 0,0 0 0 0 0,0 1 0 0 0,0-1 0 0 0,0 0 0 0 0,0 0 0 0 0,0 0 0 0 0,0 1 0 0 0,0-1 0 0 0,0 0 0 0 0,-11-21 0 0 0,8 10 0 0 0,-1 1 0 0 0,0-1 0 0 0,0 1 0 0 0,-6-9 0 0 0,6 11 0 0 0,0 0 0 0 0,0 1 0 0 0,1-1 0 0 0,0 0 0 0 0,0-1 0 0 0,1 1 0 0 0,0-1 0 0 0,-1-10 0 0 0,-1 1 0 0 0,-6-10 0 0 0,9 24 0 0 0,0 1 0 0 0,0-1 0 0 0,1 0 0 0 0,-1 1 0 0 0,1-1 0 0 0,0 0 0 0 0,0 0 0 0 0,0 1 0 0 0,0-1 0 0 0,0 0 0 0 0,1 0 0 0 0,0 1 0 0 0,0-1 0 0 0,0 1 0 0 0,3-7 0 0 0,0-1 0 0 0,-1 3 0 0 0,1 0 0 0 0,0 0 0 0 0,0 0 0 0 0,0 1 0 0 0,1-1 0 0 0,1 1 0 0 0,-1 0 0 0 0,8-6 0 0 0,54-47 0 0 0,-60 54 0 0 0,1 0 0 0 0,-1 0 0 0 0,1 1 0 0 0,1 0 0 0 0,-1 1 0 0 0,15-6 0 0 0,-11 7 0 0 0,4 8 0 0 0,-9 3 0 0 0,-5 2 0 0 0,3 1 0 0 0,-4 0 0 0 0,-1-9-227 0 0,0 0 0 0 0,0 0 0 0 0,0 0 0 0 0,-1 0 0 0 0,1 0 0 0 0,0 1 0 0 0,-1-1 0 0 0,0 0 0 0 0,1 0 0 0 0,-1-1 0 0 0,0 1 0 0 0,0 0 0 0 0,0 0 0 0 0,0 0 0 0 0,0 0 0 0 0,-1-1 0 0 0,1 1 0 0 0,-3 2 0 0 0,-5 8-4155 0 0,1 2-4725 0 0,-3 2 695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9 112 796 0 0,'0'0'1902'0'0,"-2"-4"-1285"0"0,-4-15 25713 0 0,6 19-25849 0 0,9 0-348 0 0,-1-1 0 0 0,1 0 0 0 0,-1 0 0 0 0,1 0 0 0 0,-1-1 0 0 0,0 0 0 0 0,0-1 0 0 0,0 0 0 0 0,0 0 0 0 0,0-1 0 0 0,-1 0 0 0 0,0 0 0 0 0,8-5 0 0 0,6-3 126 0 0,0 1 1 0 0,23-8 0 0 0,-32 15-260 0 0,-5 0-9 0 0,-6 3-131 0 0,-1 2-524 0 0,-1 1 575 0 0,1-1-1 0 0,0 0 0 0 0,-1 0 0 0 0,1 0 0 0 0,-1 1 0 0 0,1-1 0 0 0,-1 0 1 0 0,0 0-1 0 0,1 0 0 0 0,-1 0 0 0 0,0 0 0 0 0,0 0 0 0 0,0 0 1 0 0,0 0-1 0 0,0 0 0 0 0,-1 0 0 0 0,-12 16-1495 0 0,-18 19-4218 0 0,9-12-5470 0 0,17-11 4655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0 116 1412 0 0,'0'0'26160'0'0,"7"-4"-25453"0"0,36-23 262 0 0,31-19-1325 0 0,-28 13-10058 0 0,-37 28 3423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73 132 824 0 0,'0'0'3472'0'0,"3"-21"15671"0"0,-4 20-19079 0 0,0 1-1 0 0,1-1 0 0 0,-1 1 0 0 0,0-1 1 0 0,1 1-1 0 0,-1-1 0 0 0,0 1 0 0 0,0 0 1 0 0,1-1-1 0 0,-1 1 0 0 0,0 0 0 0 0,0 0 0 0 0,1-1 1 0 0,-1 1-1 0 0,0 0 0 0 0,0 0 0 0 0,0 0 1 0 0,0 0-1 0 0,1 0 0 0 0,-1 0 0 0 0,0 0 1 0 0,0 0-1 0 0,0 1 0 0 0,1-1 0 0 0,-1 0 0 0 0,-1 1 1 0 0,-19 17 3114 0 0,16-10-2437 0 0,0-1-1 0 0,1 1 0 0 0,0 0 0 0 0,1 0 1 0 0,-6 16-1 0 0,9-23-740 0 0,-1 1 0 0 0,1-1 0 0 0,-1 0 0 0 0,1 1 0 0 0,0-1 0 0 0,0 0 0 0 0,-1 1 0 0 0,1-1 0 0 0,0 0 0 0 0,0 1 0 0 0,1-1 0 0 0,-1 1 0 0 0,0-1 0 0 0,0 0 0 0 0,1 1 0 0 0,-1-1 0 0 0,0 0 0 0 0,1 0 0 0 0,0 1 0 0 0,-1-1 0 0 0,1 0 0 0 0,0 0 0 0 0,-1 0 0 0 0,1 1 0 0 0,0-1 0 0 0,0 0 0 0 0,0 0 0 0 0,0-1 0 0 0,0 1 0 0 0,0 0 0 0 0,0 0 0 0 0,0 0 0 0 0,1-1 0 0 0,-1 1 0 0 0,0 0 0 0 0,0-1 0 0 0,1 1 0 0 0,-1-1 0 0 0,0 0 0 0 0,1 1 0 0 0,-1-1 0 0 0,0 0 0 0 0,1 0 0 0 0,1 0 0 0 0,4 1 0 0 0,0-1 0 0 0,-1 0 0 0 0,1 0 0 0 0,0-1 0 0 0,12-2 0 0 0,0-2-17 0 0,0 0 1 0 0,0-2-1 0 0,0 0 1 0 0,-1-1-1 0 0,0-1 1 0 0,0-1-1 0 0,-1 0 1 0 0,19-16-1 0 0,-32 23 26 0 0,0-1-1 0 0,0 0 1 0 0,-1 1 0 0 0,1-1-1 0 0,-1 0 1 0 0,0 0-1 0 0,0-1 1 0 0,0 1 0 0 0,-1-1-1 0 0,1 1 1 0 0,-1-1-1 0 0,0 0 1 0 0,-1 0-1 0 0,1 0 1 0 0,0-8 0 0 0,-2 10-9 0 0,0 1 1 0 0,0-1-1 0 0,0 1 1 0 0,0 0-1 0 0,-1-1 1 0 0,1 1-1 0 0,-1-1 1 0 0,0 1-1 0 0,0 0 1 0 0,1 0-1 0 0,-2-1 1 0 0,1 1-1 0 0,0 0 1 0 0,0 0-1 0 0,-1 0 0 0 0,1 0 1 0 0,-1 0-1 0 0,1 0 1 0 0,-1 1-1 0 0,0-1 1 0 0,0 0-1 0 0,0 1 1 0 0,0 0-1 0 0,0-1 1 0 0,0 1-1 0 0,0 0 1 0 0,0 0-1 0 0,-4-1 1 0 0,-1 0-2 0 0,1 0 1 0 0,-1 1 0 0 0,1 0-1 0 0,-1 0 1 0 0,0 1-1 0 0,-13 0 1 0 0,14 0 0 0 0,-1 0 0 0 0,0 0 0 0 0,0 1 0 0 0,0 0 0 0 0,0 0 0 0 0,0 0 0 0 0,1 1 0 0 0,-1 0 0 0 0,0 1 0 0 0,1-1 0 0 0,0 1 0 0 0,0 0 0 0 0,0 1 0 0 0,0 0 0 0 0,-7 5 0 0 0,5 1-3743 0 0,-1 5-8337 0 0,6-9 9529 0 0,-3 6-5541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126 8 1816 0 0,'-1'-1'14418'0'0,"-7"-5"-14094"0"0,2 5 8470 0 0,0 3-8554 0 0,0 0 0 0 0,0 1 0 0 0,1 0 0 0 0,-1 0 0 0 0,1 0 0 0 0,0 1 0 0 0,-1-1 0 0 0,2 1 0 0 0,-1 1 0 0 0,0-1 0 0 0,1 0 0 0 0,0 1-1 0 0,0 0 1 0 0,0 0 0 0 0,1 0 0 0 0,-4 7 0 0 0,4-6-31 0 0,-1 0-1 0 0,1-1 1 0 0,0 1-1 0 0,1 0 1 0 0,0 0-1 0 0,0 1 1 0 0,0-1-1 0 0,0 0 1 0 0,1 1-1 0 0,0-1 1 0 0,1 1-1 0 0,-1-1 1 0 0,1 1-1 0 0,0-1 1 0 0,3 14-1 0 0,-2-17-208 0 0,1 0 0 0 0,0-1 0 0 0,0 1 0 0 0,0 0 0 0 0,0-1 0 0 0,0 1 0 0 0,0-1 0 0 0,1 0 0 0 0,-1 1 0 0 0,1-1 0 0 0,0 0 0 0 0,-1-1 0 0 0,1 1 0 0 0,0 0 0 0 0,0-1 0 0 0,0 0 0 0 0,0 0 0 0 0,0 0 0 0 0,1 0 0 0 0,-1 0 0 0 0,0 0 0 0 0,0-1 0 0 0,1 0 0 0 0,-1 1 0 0 0,0-1 0 0 0,1-1 0 0 0,3 1 0 0 0,12-1 0 0 0,1 0 0 0 0,0-2 0 0 0,20-4 0 0 0,-17 1 0 0 0,0-1 0 0 0,-1-1 0 0 0,1-1 0 0 0,-2-1 0 0 0,1 0 0 0 0,-1-2 0 0 0,33-25 0 0 0,-50 34 0 0 0,1 0 0 0 0,-1-1 0 0 0,0 1 0 0 0,-1-1 0 0 0,1 0 0 0 0,-1 0 0 0 0,1-1 0 0 0,-1 1 0 0 0,0-1 0 0 0,-1 1 0 0 0,1-1 0 0 0,-1 0 0 0 0,0 0 0 0 0,1-6 0 0 0,-3-3 0 0 0,-5 1 0 0 0,-7 6 0 0 0,11 7 0 0 0,0 0 0 0 0,0-1 0 0 0,0 1 0 0 0,0-1 0 0 0,0 1 0 0 0,0 0 0 0 0,0 0 0 0 0,0-1 0 0 0,0 1 0 0 0,0 0 0 0 0,-1 0 0 0 0,1 0 0 0 0,0 0 0 0 0,0 1 0 0 0,0-1 0 0 0,0 0 0 0 0,0 0 0 0 0,0 1 0 0 0,0-1 0 0 0,0 0 0 0 0,0 1 0 0 0,0-1 0 0 0,0 1 0 0 0,0-1 0 0 0,0 1 0 0 0,1 0 0 0 0,-1-1 0 0 0,0 1 0 0 0,0 0 0 0 0,1-1 0 0 0,-1 1 0 0 0,-1 1 0 0 0,-2 4 0 0 0,0-4-401 0 0,1 1 1 0 0,-1-1-1 0 0,1 1 1 0 0,0 0-1 0 0,0 0 1 0 0,0 0-1 0 0,0 1 1 0 0,-4 5-1 0 0,-17 20-5232 0 0,16-22-3269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16 115 1892 0 0,'-16'6'25998'0'0,"45"-15"-25371"0"0,0-2 1 0 0,0 0-1 0 0,-1-2 0 0 0,32-20 1 0 0,-3-9-4863 0 0,-55 40 3151 0 0,-31 28-14640 0 0,14-11 10108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0 190 424 0 0,'0'0'10132'0'0,"9"11"-7094"0"0,-2-11 2500 0 0,67-39-433 0 0,-41 23-3076 0 0,44-30 0 0 0,-67 38-2622 0 0,0 1 0 0 0,0-2 0 0 0,-1 1 0 0 0,13-17 0 0 0,-12 15-1320 0 0,-4 2 58 0 0,-1-4-8763 0 0,-1-1 4462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81 87 304 0 0,'0'0'26491'0'0,"-4"4"-25293"0"0,-6 8-602 0 0,0 0 1 0 0,1 1 0 0 0,1 0 0 0 0,0 1 0 0 0,1 0-1 0 0,1 0 1 0 0,-7 17 0 0 0,13-29-597 0 0,-1-1 0 0 0,0 1 0 0 0,0 0 0 0 0,1-1 0 0 0,-1 1 0 0 0,1 0 0 0 0,0 0 0 0 0,-1-1 0 0 0,1 1 0 0 0,0 0 0 0 0,0 0 0 0 0,0-1 0 0 0,0 1 0 0 0,1 0 0 0 0,-1 0 0 0 0,0-1 0 0 0,1 1 0 0 0,-1 0 0 0 0,1-1 0 0 0,-1 1 0 0 0,1 0 0 0 0,0-1 0 0 0,0 1 0 0 0,0-1 0 0 0,0 1 0 0 0,0-1 0 0 0,0 1 0 0 0,0-1 0 0 0,0 0 0 0 0,1 0 0 0 0,-1 1 0 0 0,0-1 0 0 0,1 0 0 0 0,-1 0 0 0 0,1 0 0 0 0,-1 0 0 0 0,1-1 0 0 0,-1 1 0 0 0,1 0 0 0 0,0-1 0 0 0,0 1 0 0 0,-1-1 0 0 0,3 1 0 0 0,2-1 0 0 0,0 1 0 0 0,-1-1 0 0 0,1 0 0 0 0,0 0 0 0 0,0-1 0 0 0,-1 0 0 0 0,1 0 0 0 0,0 0 0 0 0,-1 0 0 0 0,6-3 0 0 0,12-6 0 0 0,-1-1 0 0 0,-1 0 0 0 0,0-2 0 0 0,25-19 0 0 0,-37 24 0 0 0,-1 1 0 0 0,0-1 0 0 0,-1 0 0 0 0,0-1 0 0 0,0 0 0 0 0,-1 0 0 0 0,0 0 0 0 0,0-1 0 0 0,-1 1 0 0 0,-1-2 0 0 0,6-15 0 0 0,-9 24 0 0 0,-1 1 0 0 0,0 0 0 0 0,1-1 0 0 0,-1 1 0 0 0,0 0 0 0 0,0-1 0 0 0,0 1 0 0 0,0 0 0 0 0,0-1 0 0 0,-1 1 0 0 0,1-1 0 0 0,0 1 0 0 0,-1 0 0 0 0,1 0 0 0 0,0-1 0 0 0,-1 1 0 0 0,0 0 0 0 0,1 0 0 0 0,-1-1 0 0 0,0 1 0 0 0,0 0 0 0 0,1 0 0 0 0,-1 0 0 0 0,0 0 0 0 0,0 0 0 0 0,0 0 0 0 0,0 0 0 0 0,-2-1 0 0 0,0 0 0 0 0,1 0-5 0 0,1-1 0 0 0,-1 1-1 0 0,0 0 1 0 0,-1 0 0 0 0,1 0 0 0 0,0 1 0 0 0,0-1-1 0 0,-1 0 1 0 0,1 1 0 0 0,-1-1 0 0 0,0 1 0 0 0,1 0 0 0 0,-1 0-1 0 0,0 0 1 0 0,0 0 0 0 0,1 1 0 0 0,-1-1 0 0 0,-3 1-1 0 0,0-1-33 0 0,-1 2-1 0 0,1-1 1 0 0,-1 1-1 0 0,1-1 1 0 0,0 2-1 0 0,-1-1 0 0 0,-10 5 1 0 0,-6 3-314 0 0,1 2 0 0 0,1 1 0 0 0,-26 17 0 0 0,46-28 318 0 0,-20 12-2266 0 0,-2 1-2758 0 0,6-1-4158 0 0,-2-1 1162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428 102 1648 0 0,'-2'-4'697'0'0,"0"1"0"0"0,0 0 0 0 0,1-1 1 0 0,0 1-1 0 0,0-1 0 0 0,0 1 0 0 0,0-1 0 0 0,0 0 0 0 0,1 1 0 0 0,-1-6 0 0 0,-7-29 5892 0 0,8 37-6357 0 0,0 0-1 0 0,-1 0 1 0 0,1 0 0 0 0,0 0 0 0 0,-1 0 0 0 0,1 0-1 0 0,-1 0 1 0 0,1 1 0 0 0,-1-1 0 0 0,0 0 0 0 0,1 0-1 0 0,-1 0 1 0 0,0 0 0 0 0,0 1 0 0 0,0-1 0 0 0,1 0-1 0 0,-1 1 1 0 0,0-1 0 0 0,0 1 0 0 0,0-1 0 0 0,0 1-1 0 0,0-1 1 0 0,0 1 0 0 0,0 0 0 0 0,0-1 0 0 0,0 1-1 0 0,0 0 1 0 0,0 0 0 0 0,0 0 0 0 0,0 0 0 0 0,0 0-1 0 0,0 0 1 0 0,-1 0 0 0 0,1 0 0 0 0,0 0 0 0 0,0 1 0 0 0,0-1-1 0 0,0 0 1 0 0,0 0 0 0 0,0 1 0 0 0,-1 0 0 0 0,-4 2 319 0 0,1 1 1 0 0,-1-1 0 0 0,1 1-1 0 0,-1 0 1 0 0,-7 9 0 0 0,-15 17 231 0 0,1 1 1 0 0,-35 54-1 0 0,34-45-50 0 0,-39 44 0 0 0,66-83-733 0 0,-6 5-3 0 0,1 1-1 0 0,0 0 1 0 0,0 1-1 0 0,1-1 1 0 0,-8 15-1 0 0,12-22-122 0 0,1 1-1 0 0,0-1 1 0 0,-1 1-1 0 0,1-1 1 0 0,0 0 0 0 0,-1 0-1 0 0,1 1 1 0 0,-1-1-1 0 0,1 0 1 0 0,0 0-1 0 0,-1 1 1 0 0,1-1-1 0 0,-1 0 1 0 0,1 0-1 0 0,0 0 1 0 0,-1 0 0 0 0,1 0-1 0 0,-1 0 1 0 0,1 0-1 0 0,-1 0 1 0 0,1 0-1 0 0,-1 0 1 0 0,1 0-1 0 0,-1 0 1 0 0,1 0-1 0 0,-1 0 1 0 0,1 0 0 0 0,0 0-1 0 0,-1 0 1 0 0,1-1-1 0 0,-1 1 1 0 0,1 0-1 0 0,0 0 1 0 0,-1 0-1 0 0,1-1 1 0 0,-1 1-1 0 0,1 0 1 0 0,0-1-1 0 0,-1 1 1 0 0,1 0 0 0 0,0-1-1 0 0,0 1 1 0 0,-1 0-1 0 0,1-1 1 0 0,-18-11-4623 0 0,-2-10-3691 0 0,2-7 642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1880 0 0,'0'0'2726'0'0,"1"5"-70"0"0,2 12 59 0 0,1-1 0 0 0,0 0 0 0 0,11 26-1 0 0,-7-25-1246 0 0,0 0 0 0 0,1 0 0 0 0,13 16 0 0 0,-11-17-1249 0 0,2-1-1 0 0,0 0 0 0 0,1-1 0 0 0,0 0 0 0 0,1-1 1 0 0,0-1-1 0 0,1 0 0 0 0,1-1 0 0 0,0-1 1 0 0,0-1-1 0 0,1 0 0 0 0,0-1 0 0 0,21 6 0 0 0,-21-9-668 0 0,1 0 0 0 0,-1-2 0 0 0,22 2 0 0 0,-33-4-236 0 0,-1-1-1 0 0,1 0 0 0 0,0-1 0 0 0,0 0 0 0 0,10-2 0 0 0,-14 2-222 0 0,0 0-1 0 0,0 0 0 0 0,0 0 0 0 0,0-1 0 0 0,-1 1 1 0 0,1-1-1 0 0,0 1 0 0 0,-1-1 0 0 0,1 0 1 0 0,-1 0-1 0 0,1 0 0 0 0,3-5 0 0 0,-1-1-4322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73 25 2288 0 0,'0'0'2150'0'0,"-18"-4"1831"0"0,13 5-612 0 0,2 0-3019 0 0,1 0-1 0 0,-1 0 1 0 0,0 0-1 0 0,0 1 1 0 0,1 0-1 0 0,-1-1 1 0 0,1 1-1 0 0,-1 0 1 0 0,1 0-1 0 0,0 0 1 0 0,0 0-1 0 0,0 1 1 0 0,0-1-1 0 0,0 1 1 0 0,0-1-1 0 0,1 1 1 0 0,-1-1-1 0 0,1 1 1 0 0,-2 4-1 0 0,2-2-59 0 0,0 0 0 0 0,0 1-1 0 0,0-1 1 0 0,1 0-1 0 0,0 0 1 0 0,0 1 0 0 0,0-1-1 0 0,0 0 1 0 0,1 0 0 0 0,0 1-1 0 0,2 4 1 0 0,-3-7-181 0 0,1 1 0 0 0,0-1-1 0 0,0 0 1 0 0,0 0 0 0 0,0 0 0 0 0,0 0 0 0 0,1-1-1 0 0,-1 1 1 0 0,1 0 0 0 0,0 0 0 0 0,0-1 0 0 0,0 1-1 0 0,0-1 1 0 0,0 0 0 0 0,1 0 0 0 0,-1 1 0 0 0,1-2-1 0 0,-1 1 1 0 0,1 0 0 0 0,0 0 0 0 0,4 1 0 0 0,-3-2-79 0 0,0 0 1 0 0,0 0 0 0 0,0-1-1 0 0,1 0 1 0 0,-1 1 0 0 0,0-2-1 0 0,0 1 1 0 0,1 0 0 0 0,-1-1-1 0 0,0 0 1 0 0,0 0 0 0 0,0 0-1 0 0,1 0 1 0 0,3-3 0 0 0,3-1-115 0 0,0 0 0 0 0,0-1 0 0 0,0-1 1 0 0,-1 0-1 0 0,0 0 0 0 0,0-1 0 0 0,-1-1 1 0 0,0 1-1 0 0,-1-1 0 0 0,9-11 0 0 0,21-47-325 0 0,-38 65 348 0 0,3-18 1268 0 0,-3 20-1167 0 0,0 0-1 0 0,0 0 1 0 0,-1 1-1 0 0,1-1 1 0 0,0 0-1 0 0,0 0 1 0 0,0 0-1 0 0,0 0 1 0 0,-1 1-1 0 0,1-1 1 0 0,0 0-1 0 0,0 0 1 0 0,0 0-1 0 0,-1 0 1 0 0,1 0-1 0 0,0 0 1 0 0,0 0-1 0 0,0 0 0 0 0,-1 0 1 0 0,1 0-1 0 0,0 1 1 0 0,0-1-1 0 0,0 0 1 0 0,-1 0-1 0 0,1 0 1 0 0,0 0-1 0 0,0 0 1 0 0,-1-1-1 0 0,1 1 1 0 0,0 0-1 0 0,0 0 1 0 0,0 0-1 0 0,-1 0 1 0 0,1 0-1 0 0,0 0 1 0 0,0 0-1 0 0,0 0 0 0 0,-1 0 1 0 0,1-1-1 0 0,0 1 1 0 0,0 0-1 0 0,0 0 1 0 0,0 0-1 0 0,-1 0 1 0 0,1 0-1 0 0,0-1 1 0 0,0 1-1 0 0,0 0 1 0 0,0 0-1 0 0,0 0 1 0 0,0-1-1 0 0,-1 1 1 0 0,1 0-1 0 0,0 0 1 0 0,0 0-1 0 0,0-1 1 0 0,0 1-1 0 0,0 0 0 0 0,0 0 1 0 0,0-1-1 0 0,0 1 1 0 0,0 0-1 0 0,0 0 1 0 0,0-1-1 0 0,0 1 1 0 0,0 0-1 0 0,0 0 1 0 0,1-1-1 0 0,-5 5 83 0 0,0-1 0 0 0,0 1 0 0 0,1-1 0 0 0,0 1 0 0 0,0 0-1 0 0,0 0 1 0 0,0 0 0 0 0,0 1 0 0 0,1-1 0 0 0,0 1 0 0 0,0-1 0 0 0,0 1 0 0 0,0 0-1 0 0,1 0 1 0 0,0 0 0 0 0,0 0 0 0 0,0 0 0 0 0,1 0 0 0 0,0 7 0 0 0,0-2-40 0 0,0-1 1 0 0,1 0 0 0 0,1 0-1 0 0,0 0 1 0 0,0 0 0 0 0,0-1 0 0 0,1 1-1 0 0,1 0 1 0 0,-1-1 0 0 0,1 0-1 0 0,1 0 1 0 0,-1 0 0 0 0,2 0-1 0 0,-1-1 1 0 0,10 11 0 0 0,7 3-163 0 0,1 0 1 0 0,1-2-1 0 0,36 22 0 0 0,-36-25-167 0 0,0 2 0 0 0,0 0-1 0 0,32 33 1 0 0,-53-48 237 0 0,-1 0 0 0 0,0 0-1 0 0,1 0 1 0 0,-1 0 0 0 0,0 0 0 0 0,-1 0 0 0 0,1 0-1 0 0,0 1 1 0 0,-1-1 0 0 0,0 1 0 0 0,0-1-1 0 0,0 1 1 0 0,0-1 0 0 0,-1 1 0 0 0,1 0 0 0 0,-1-1-1 0 0,0 1 1 0 0,0 0 0 0 0,0 0 0 0 0,-1 6-1 0 0,-1-4 16 0 0,0-1-1 0 0,-1 1 0 0 0,1-1 1 0 0,-1 0-1 0 0,0 1 1 0 0,0-1-1 0 0,-1 0 0 0 0,1-1 1 0 0,-1 1-1 0 0,0-1 0 0 0,-9 8 1 0 0,0-1-3 0 0,-1-1-1 0 0,0-1 1 0 0,0 0 0 0 0,-1-1 0 0 0,0-1 0 0 0,0 0-1 0 0,-1-1 1 0 0,-25 7 0 0 0,28-10-238 0 0,0-1 1 0 0,-1-1-1 0 0,1 0 0 0 0,-1-1 0 0 0,1 0 1 0 0,0-1-1 0 0,-1-1 0 0 0,1 0 0 0 0,-21-6 1 0 0,24 4-463 0 0,0 1 1 0 0,0-2-1 0 0,0 1 1 0 0,1-1 0 0 0,-1-1-1 0 0,1 0 1 0 0,-13-11-1 0 0,2 1-2018 0 0,-7-6-5451 0 0,13 9 1905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9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5 632,'-2'-5'28347,"-7"23"-28091,7-13 1050,29 8-312,39-8 238,17 11-1232,-17-9 0,1-3 0,107-7 0,-48 1 0,-110 2 0,-2 2 0,2-2 0,-7 1 0,7 0 0,-2-1 0,-2 2 0,0 0 0,0 0 0,1 0 0,-1 0-120,-10-2-745,4-35-17523,0 21 10855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9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184 80 1448,'0'0'2860,"-35"-6"5232,23 7-6535,1 1 0,-1 0 0,-17 7 0,5-3-88,22-6-1100,-40 24 2159,40-22-1597,-8 3 638,6-3 263,10-3 3574,119-24-5388,212-16 1,-269 35-21,-16 1 2,17-2 0,-1 4 0,95 6 0,-150-3 0,-3 2-294,-30-17-3049,0-2-2786,9 11-2574,3 0 662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8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4 548,'0'0'24182,"6"-1"-23227,16-1-125,0 1-1,0 2 1,0 0-1,0 2 1,0 0-1,38 11 1,17 2 445,13-3-1275,0-5 0,0-3 0,101-8 0,-189 2-1484,-14-2-2092,-17-2-4609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80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187 20 1500,'-4'-3'1262,"0"1"-1,0 0 1,-1-1-1,1 2 1,-1-1 0,1 0-1,-1 1 1,1 0-1,-1 0 1,-5-1-1,8 2-13,-34 6 3207,30-3-3953,1 0-1,0 1 1,0 0-1,0 0 1,1 1-1,-1-1 1,1 1 0,0 0-1,0 0 1,1 0-1,0 0 1,0 1 0,-5 11-1,2-2 80,0 1 1,1 0-1,0 0 0,-2 18 0,6-31-535,1-1-1,0 1 0,-1-1 1,1 1-1,0-1 1,0 1-1,0-1 0,1 1 1,-1-1-1,0 1 0,1-1 1,0 1-1,-1-1 1,1 0-1,0 1 0,1-1 1,-1 0-1,0 0 1,0 1-1,1-1 0,0 0 1,1 2-1,0-2-62,0 0-1,1 0 1,-1-1-1,0 1 1,1-1 0,-1 0-1,0 0 1,1 0-1,-1 0 1,1 0 0,0-1-1,-1 0 1,7 0-1,5 0-279,-1-2-1,0 0 0,1-1 1,-1 0-1,0-1 0,20-9 1,-26 10 74,0-1-1,0 0 1,-1 0 0,1-1 0,-1 0-1,0 0 1,7-8 0,-11 10 314,0-1-1,-1 1 1,1 0 0,-1-1-1,0 1 1,0-1 0,0 0 0,-1 0-1,1 0 1,-1 0 0,0 0-1,0 0 1,-1 0 0,1 0-1,-1-8 1,0 10-23,0 0 1,0 1-1,0-1 0,0 0 1,-1 0-1,1 1 0,-1-1 1,0 0-1,1 1 0,-1-1 1,0 1-1,0-1 0,0 1 1,0-1-1,0 1 0,0-1 1,0 1-1,0 0 0,-1 0 0,1 0 1,-1 0-1,1 0 0,0 0 1,-1 0-1,-3-1 0,-39-9 1522,41 10-1579,3 1-11,-3-1 0,1 1 0,-1-1 0,0 0 0,1 1 0,-1-1 0,0 1 0,0 0 0,1 0 0,-1 0 0,0 0 0,0 1 0,0-1 0,1 1 0,-1 0 0,0-1 0,1 1 0,-1 1 0,1-1 0,-1 0 0,1 0 0,0 1 0,-1-1 0,1 1 0,0 0 0,-2 2 0,-5 7 0,9 2-189,2-11-179,0 0 0,0 1 0,0-1 0,0-1 0,1 1 0,-1 0 0,0 0 0,1-1 0,-1 1 0,1-1 0,0 0 0,-1 0 0,1 0 0,0 0 0,0 0 0,4 0 0,11 1-4897,-1-1-3430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8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36 0 2400,'0'0'9698,"-5"3"-7598,3-1-1715,-1 0 0,1-1 0,0 1 1,0 0-1,0 0 0,0 0 0,0 1 0,1-1 0,-1 0 1,1 1-1,-1-1 0,1 1 0,0-1 0,0 1 0,0 0 1,0-1-1,0 1 0,1 0 0,-1 0 0,1 0 0,0-1 1,0 1-1,0 0 0,0 0 0,0 0 0,1 0 0,-1-1 1,2 5-1,0 0 600,-2-5-878,1 0 0,-1 0 0,1 0 0,-1 0 0,1 0 0,0-1 0,0 1 0,-1 0 0,1 0 0,1-1-1,-1 1 1,0-1 0,0 1 0,0-1 0,1 1 0,1 0 0,-2-1-609,26-34-6505,-18 7-3227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211 72 64 0 0,'23'-5'4736'0'0,"-21"5"-2597"0"0,23-16 18658 0 0,-51 13-20476 0 0,20 2-9 0 0,-49 35 2168 0 0,29-18-2150 0 0,20-13-217 0 0,0 0 1 0 0,0 1-1 0 0,0 0 1 0 0,0 0-1 0 0,1 0 0 0 0,0 1 1 0 0,0 0-1 0 0,0 0 1 0 0,0 0-1 0 0,1 0 1 0 0,0 1-1 0 0,0 0 1 0 0,-4 9-1 0 0,-4 6-113 0 0,9-9 0 0 0,7 2 0 0 0,3-7 0 0 0,5-4 0 0 0,-11-3 0 0 0,1 1 0 0 0,-1-1 0 0 0,0 0 0 0 0,1 0 0 0 0,-1 1 0 0 0,1-1 0 0 0,-1 0 0 0 0,0 0 0 0 0,1-1 0 0 0,-1 1 0 0 0,1 0 0 0 0,-1 0 0 0 0,0-1 0 0 0,1 1 0 0 0,-1-1 0 0 0,0 1 0 0 0,1-1 0 0 0,-1 0 0 0 0,0 1 0 0 0,0-1 0 0 0,1 0 0 0 0,-1 0 0 0 0,1-1 0 0 0,1-1 0 0 0,9-3-76 0 0,-1 0 1 0 0,0 0-1 0 0,14-12 1 0 0,-22 15 51 0 0,0 1-1 0 0,1-1 1 0 0,-1-1-1 0 0,0 1 1 0 0,0 0-1 0 0,-1-1 1 0 0,1 1-1 0 0,-1-1 1 0 0,1 0-1 0 0,-1 0 1 0 0,-1 0-1 0 0,3-6 1 0 0,4-8-4 0 0,-7 16 38 0 0,0 0-1 0 0,0-1 0 0 0,0 1 1 0 0,0 0-1 0 0,0 0 1 0 0,0-1-1 0 0,-1 1 1 0 0,1 0-1 0 0,-1-1 0 0 0,0 1 1 0 0,1-4-1 0 0,-1-3 43 0 0,0 7-28 0 0,0-1 0 0 0,0 0 0 0 0,0 1 0 0 0,0-1 0 0 0,0 0 1 0 0,0 1-1 0 0,-1-1 0 0 0,0 0 0 0 0,1 1 0 0 0,-1-1 0 0 0,0 1 1 0 0,0-1-1 0 0,0 1 0 0 0,-1 0 0 0 0,1-1 0 0 0,-1 1 0 0 0,1 0 1 0 0,-1 0-1 0 0,-3-3 0 0 0,-7-5-24 0 0,-6 6 0 0 0,0 1 0 0 0,15 2 0 0 0,0 1 0 0 0,-1-1 0 0 0,1 1 0 0 0,0 0 0 0 0,-1 0 0 0 0,1 0 0 0 0,0 0 0 0 0,-1 1 0 0 0,1-1 0 0 0,0 1 0 0 0,-1 0 0 0 0,1 0 0 0 0,0 0 0 0 0,0 0 0 0 0,-4 3 0 0 0,1-1 0 0 0,-2 2 0 0 0,2-3 0 0 0,1 0 0 0 0,0 1 0 0 0,0-1 0 0 0,0 1 0 0 0,0 1 0 0 0,1-1 0 0 0,-1 1 0 0 0,1 0 0 0 0,0 0 0 0 0,0 0 0 0 0,0 0 0 0 0,1 1 0 0 0,-1-1 0 0 0,1 1 0 0 0,-4 8 0 0 0,0 11 0 0 0,4-10 0 0 0,6 2 0 0 0,-3-14 0 0 0,1 0 0 0 0,-1 0 0 0 0,0 0 0 0 0,0 0 0 0 0,1 0 0 0 0,-1 0 0 0 0,1 0 0 0 0,0 0 0 0 0,-1 0 0 0 0,1 0 0 0 0,0 0 0 0 0,0 0 0 0 0,0-1 0 0 0,1 1 0 0 0,-1 0 0 0 0,0-1 0 0 0,0 1 0 0 0,1-1 0 0 0,-1 1 0 0 0,1-1 0 0 0,0 0 0 0 0,-1 0 0 0 0,1 1 0 0 0,0-1 0 0 0,0 0 0 0 0,3 1 0 0 0,7 0 0 0 0,-6-2 0 0 0,0 1 0 0 0,0-2 0 0 0,0 1 0 0 0,0-1 0 0 0,0 1 0 0 0,0-2 0 0 0,0 1 0 0 0,-1-1 0 0 0,1 0 0 0 0,0 0 0 0 0,-1 0 0 0 0,1-1 0 0 0,-1 0 0 0 0,0 0 0 0 0,0 0 0 0 0,0 0 0 0 0,-1-1 0 0 0,1 0 0 0 0,4-5 0 0 0,7-5 0 0 0,-15 13 0 0 0,1 0 0 0 0,-1 0 0 0 0,0 0 0 0 0,0-1 0 0 0,0 1 0 0 0,1 0 0 0 0,-1-1 0 0 0,-1 1 0 0 0,1 0 0 0 0,0-1 0 0 0,0 1 0 0 0,0-1 0 0 0,0-2 0 0 0,9-18 0 0 0,-5 7 0 0 0,-5 0 0 0 0,0 1 0 0 0,-6 2 0 0 0,-5 4 0 0 0,-3 5 0 0 0,11 2 0 0 0,1 1 0 0 0,-1-1 0 0 0,1 1 0 0 0,-1 0 0 0 0,1 0 0 0 0,-1 0 0 0 0,0 0 0 0 0,1 0 0 0 0,-1 1 0 0 0,1-1 0 0 0,-1 1 0 0 0,1-1 0 0 0,-1 1 0 0 0,1 0 0 0 0,-1 0 0 0 0,-2 2 0 0 0,-3 2 0 0 0,-1-1 0 0 0,1 0 0 0 0,-1 0 0 0 0,1 1 0 0 0,0 1 0 0 0,1 0 0 0 0,-1 0 0 0 0,1 0 0 0 0,0 1 0 0 0,1-1 0 0 0,0 2 0 0 0,0-1 0 0 0,0 1 0 0 0,1 0 0 0 0,0 0 0 0 0,0 0 0 0 0,-4 12 0 0 0,3-10 0 0 0,0 3 0 0 0,6 1 0 0 0,10 7 0 0 0,-3-19 0 0 0,-6-1 0 0 0,8 3 0 0 0,3-3 0 0 0,-5-1 0 0 0,1-1 0 0 0,0 0 0 0 0,-1-1 0 0 0,0 0 0 0 0,1 0 0 0 0,-1 0 0 0 0,0-1 0 0 0,0 0 0 0 0,0 0 0 0 0,-1-1 0 0 0,12-7 0 0 0,8-4 0 0 0,-22 12 0 0 0,0 1 0 0 0,0-1 0 0 0,0 1 0 0 0,-1-1 0 0 0,1 0 0 0 0,-1-1 0 0 0,0 1 0 0 0,0-1 0 0 0,0 1 0 0 0,3-6 0 0 0,-7-2 0 0 0,-8-4 0 0 0,-1 11 0 0 0,-6 7 0 0 0,1 1 0 0 0,0 0 0 0 0,-27 13 0 0 0,36-14 0 0 0,0 1 0 0 0,1 0 0 0 0,-1 1 0 0 0,1-1 0 0 0,0 1 0 0 0,0 0 0 0 0,1 0 0 0 0,-1 1 0 0 0,1 0 0 0 0,1-1 0 0 0,-7 12 0 0 0,6-3 0 0 0,3 0 0 0 0,2 1 0 0 0,-1-14 0 0 0,1 0 0 0 0,-1 1 0 0 0,1-1 0 0 0,-1 0 0 0 0,1 1 0 0 0,-1-1 0 0 0,1 0 0 0 0,0 0 0 0 0,0 0 0 0 0,0 0 0 0 0,0 0 0 0 0,0 0 0 0 0,0 0 0 0 0,0 0 0 0 0,0 0 0 0 0,0 0 0 0 0,0 0 0 0 0,1-1 0 0 0,-1 1 0 0 0,0 0 0 0 0,0-1 0 0 0,1 1 0 0 0,-1-1 0 0 0,1 0 0 0 0,-1 1 0 0 0,0-1 0 0 0,1 0 0 0 0,1 0 0 0 0,27 0 0 0 0,-19-2 0 0 0,-1 0 0 0 0,1-1 0 0 0,-1 0 0 0 0,1-1 0 0 0,-1 0 0 0 0,-1-1 0 0 0,1 0 0 0 0,0 0 0 0 0,-1-1 0 0 0,0 0 0 0 0,-1-1 0 0 0,1 0 0 0 0,-1 0 0 0 0,12-14 0 0 0,-16 11 0 0 0,-4-6 0 0 0,-4 2 0 0 0,-3 2 0 0 0,-1-1 0 0 0,-4 5 0 0 0,9 7 0 0 0,-1-1 0 0 0,0 1 0 0 0,0 0 0 0 0,0 1 0 0 0,0-1 0 0 0,0 1 0 0 0,0-1 0 0 0,0 1 0 0 0,0 0 0 0 0,0 1 0 0 0,0-1 0 0 0,0 1 0 0 0,0-1 0 0 0,0 1 0 0 0,0 1 0 0 0,0-1 0 0 0,0 0 0 0 0,1 1 0 0 0,-7 3 0 0 0,-3 1 0 0 0,8-5 0 0 0,1 0 0 0 0,0 1 0 0 0,0-1 0 0 0,0 1 0 0 0,0 0 0 0 0,0 1 0 0 0,0-1 0 0 0,1 0 0 0 0,-1 1 0 0 0,1 0 0 0 0,0 0 0 0 0,-1 0 0 0 0,1 0 0 0 0,1 1 0 0 0,-1-1 0 0 0,0 1 0 0 0,1-1 0 0 0,0 1 0 0 0,0 0 0 0 0,0 0 0 0 0,0 0 0 0 0,-2 8 0 0 0,3 1 0 0 0,3 1 0 0 0,8-5 0 0 0,-5-7 0 0 0,0-1 0 0 0,-1 0 0 0 0,1 0 0 0 0,0 0 0 0 0,0 0 0 0 0,0-1 0 0 0,0 0 0 0 0,0 0 0 0 0,0 0 0 0 0,0 0 0 0 0,0-1 0 0 0,9-2 0 0 0,49-20 0 0 0,-55 20 0 0 0,0 0 0 0 0,-1-1 0 0 0,0 0 0 0 0,1-1 0 0 0,-2 0 0 0 0,1 0 0 0 0,0 0 0 0 0,10-13 0 0 0,-4-14 0 0 0,-8 22 0 0 0,-6-1 0 0 0,-10 2 0 0 0,-5 11 0 0 0,12-1 0 0 0,0 0 0 0 0,1 1 0 0 0,-1 0 0 0 0,0-1 0 0 0,1 1 0 0 0,-1 1 0 0 0,1-1 0 0 0,-1 0 0 0 0,1 1 0 0 0,0-1 0 0 0,0 1 0 0 0,0 0 0 0 0,1 0 0 0 0,-1 1 0 0 0,1-1 0 0 0,-1 0 0 0 0,1 1 0 0 0,0-1 0 0 0,1 1 0 0 0,-4 6 0 0 0,-6 12 0 0 0,7-9 0 0 0,3 1 0 0 0,2-3 0 0 0,4-1 0 0 0,7-7 0 0 0,-6-3 0 0 0,-1 0 0 0 0,1 0 0 0 0,0-1 0 0 0,-1 1 0 0 0,1-1 0 0 0,-1-1 0 0 0,1 1 0 0 0,-1-1 0 0 0,1 0 0 0 0,-1 0 0 0 0,0 0 0 0 0,0-1 0 0 0,0 0 0 0 0,0 0 0 0 0,5-5 0 0 0,2 0 0 0 0,-4 0 0 0 0,-2-2 0 0 0,-1-1 0 0 0,-6-2 0 0 0,1 11 0 0 0,-10-14 0 0 0,5 13 0 0 0,1 1 0 0 0,-1-1 0 0 0,1 1 0 0 0,-1-1 0 0 0,0 1 0 0 0,0 1 0 0 0,0-1 0 0 0,-5 0 0 0 0,-4 0 0 0 0,-4 2 0 0 0,-1 1 0 0 0,6 1 0 0 0,1 0 0 0 0,2 3 0 0 0,9 6 0 0 0,6 5 0 0 0,2-7 0 0 0,4-4 0 0 0,0-3 0 0 0,-2 1 0 0 0,3-2 0 0 0,3-9-3459 0 0,-11-2-8319 0 0,-4 0 1413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129 124 736 0 0,'0'0'4036'0'0,"3"-5"-2744"0"0,12-24 2236 0 0,-7 14 4423 0 0,-2 3 7060 0 0,-13 15-14817 0 0,-2 2-192 0 0,0 0-1 0 0,0 0 1 0 0,0 1 0 0 0,1 1-1 0 0,-1-1 1 0 0,2 2-1 0 0,-1-1 1 0 0,1 1-1 0 0,0 0 1 0 0,1 0-1 0 0,-6 10 1 0 0,-5 18-2 0 0,10-23 0 0 0,1 1 0 0 0,0-1 0 0 0,1 1 0 0 0,-6 26 0 0 0,10-36 0 0 0,1-1 0 0 0,0 1 0 0 0,-1-1 0 0 0,1 1 0 0 0,1-1 0 0 0,-1 1 0 0 0,0-1 0 0 0,1 1 0 0 0,0-1 0 0 0,-1 0 0 0 0,1 1 0 0 0,1-1 0 0 0,-1 0 0 0 0,0 1 0 0 0,1-1 0 0 0,0 0 0 0 0,0 0 0 0 0,0 0 0 0 0,0 0 0 0 0,0-1 0 0 0,0 1 0 0 0,1-1 0 0 0,-1 1 0 0 0,1-1 0 0 0,4 3 0 0 0,-3-3 0 0 0,0 0 0 0 0,0 0 0 0 0,1 0 0 0 0,-1-1 0 0 0,1 0 0 0 0,-1 0 0 0 0,1 0 0 0 0,-1 0 0 0 0,1-1 0 0 0,0 0 0 0 0,-1 0 0 0 0,1 0 0 0 0,0 0 0 0 0,-1-1 0 0 0,1 0 0 0 0,-1 0 0 0 0,1 0 0 0 0,7-3 0 0 0,10-4 0 0 0,0-2 0 0 0,28-15 0 0 0,-34 17 0 0 0,-7 3 0 0 0,1 0 0 0 0,-1 0 0 0 0,0-1 0 0 0,0-1 0 0 0,0 1 0 0 0,-1-1 0 0 0,0-1 0 0 0,-1 1 0 0 0,1-1 0 0 0,-1-1 0 0 0,-1 0 0 0 0,0 1 0 0 0,0-2 0 0 0,-1 1 0 0 0,0-1 0 0 0,0 0 0 0 0,6-20 0 0 0,-5 19 0 0 0,-5 9 0 0 0,-1 1 0 0 0,1-1 0 0 0,0 1 0 0 0,0-1 0 0 0,0 1 0 0 0,-1-1 0 0 0,1 0 0 0 0,-1 1 0 0 0,1-1 0 0 0,-1 0 0 0 0,0 1 0 0 0,0-1 0 0 0,0 0 0 0 0,0 1 0 0 0,0-1 0 0 0,0 0 0 0 0,0 0 0 0 0,0 1 0 0 0,-1-1 0 0 0,1 0 0 0 0,0 1 0 0 0,-1-1 0 0 0,0 0 0 0 0,1 1 0 0 0,-1-1 0 0 0,0 1 0 0 0,-1-2 0 0 0,0-2 0 0 0,1 1 0 0 0,-1 0 0 0 0,0 0 0 0 0,0 1 0 0 0,0-1 0 0 0,-1 0 0 0 0,1 1 0 0 0,-1-1 0 0 0,0 1 0 0 0,0 0 0 0 0,0 0 0 0 0,-1 0 0 0 0,1 0 0 0 0,0 1 0 0 0,-1-1 0 0 0,0 1 0 0 0,0 0 0 0 0,0 0 0 0 0,0 0 0 0 0,0 1 0 0 0,-6-2 0 0 0,-6-2 52 0 0,10 7-85 0 0,-35-12-211 0 0,39 9-986 0 0,6-1-689 0 0,13-6-321 0 0,16-5-12665 0 0,-23 10 8021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0 660 0 0,'19'8'17390'0'0,"-16"0"-16409"0"0,0 0 0 0 0,0 0 0 0 0,0 1 0 0 0,-1-1 0 0 0,0 1 1 0 0,-1-1-1 0 0,0 1 0 0 0,0-1 0 0 0,-1 1 0 0 0,0 0 0 0 0,0 0 1 0 0,-1-1-1 0 0,0 1 0 0 0,-4 12 0 0 0,4 33-981 0 0,2-42 0 0 0,5-3 0 0 0,-2-5-295 0 0,-1-9-4354 0 0,-2 1 3594 0 0,6-17-2822 0 0,-5 5-4974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0 269 480 0 0,'14'-30'5005'0'0,"-11"22"-3980"0"0,0 0-1 0 0,1 1 0 0 0,0-1 1 0 0,0 1-1 0 0,1 0 1 0 0,0 0-1 0 0,0 0 1 0 0,12-11-1 0 0,2 0 274 0 0,1 2 1 0 0,0 0-1 0 0,1 0 0 0 0,1 2 0 0 0,46-22 0 0 0,-34 21 116 0 0,-20 8-124 0 0,0 1 0 0 0,0 1 0 0 0,27-7 1 0 0,-40 12-1238 0 0,0 0 1 0 0,1 0 0 0 0,-1 0 0 0 0,0 0 0 0 0,0 0-1 0 0,0 1 1 0 0,0-1 0 0 0,0 1 0 0 0,0-1-1 0 0,0 0 1 0 0,0 1 0 0 0,0 0 0 0 0,0-1 0 0 0,0 1-1 0 0,0 0 1 0 0,0-1 0 0 0,-1 1 0 0 0,1 0 0 0 0,0 0-1 0 0,0 0 1 0 0,-1 0 0 0 0,1-1 0 0 0,0 1-1 0 0,-1 0 1 0 0,1 0 0 0 0,-1 0 0 0 0,0 1 0 0 0,1-1-1 0 0,-1 0 1 0 0,0 0 0 0 0,1 0 0 0 0,-1 1 0 0 0,7 41 1753 0 0,-6-37-1691 0 0,-1 88-116 0 0,2-56 0 0 0,-3 60 0 0 0,-1-66 0 0 0,1 0 0 0 0,2-1 0 0 0,5 37 0 0 0,1-36 0 0 0,-6-18 0 0 0,0-2 0 0 0,2-6-4 0 0,-2-5-312 0 0,-3-7-3220 0 0,-13-28-111 0 0,9 26-1106 0 0,-2-2-3741 0 0,-2-3 1737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1 191 2244 0 0,'0'-1'901'0'0,"0"-1"-1"0"0,1 0 1 0 0,-1 0 0 0 0,0 1-1 0 0,1-1 1 0 0,0 0-1 0 0,-1 1 1 0 0,1-1 0 0 0,0 1-1 0 0,0-1 1 0 0,0 1-1 0 0,0-1 1 0 0,0 1 0 0 0,2-3-1 0 0,28-20 4225 0 0,37-11-2034 0 0,-66 34-2687 0 0,106-58 1566 0 0,-58 29-8026 0 0,-28 15-9739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242 27 56 0 0,'-7'-5'2686'0'0,"-1"1"-1"0"0,0 0 1 0 0,0 1 0 0 0,0-1-1 0 0,-12-2 1 0 0,-10 6 3748 0 0,-4 11-3536 0 0,22-5-2090 0 0,0 0-1 0 0,0 1 0 0 0,1 0 0 0 0,-1 0 0 0 0,2 2 0 0 0,-1-1 1 0 0,1 1-1 0 0,-17 21 0 0 0,25-20-807 0 0,2-6 0 0 0,0-1 0 0 0,1 0 0 0 0,-1 1 0 0 0,0-1 0 0 0,1 1 0 0 0,0-1 0 0 0,0 0 0 0 0,0 1 0 0 0,0-1 0 0 0,1 0 0 0 0,-1 0 0 0 0,1 0 0 0 0,0 0 0 0 0,0 0 0 0 0,0 0 0 0 0,0-1 0 0 0,0 1 0 0 0,0-1 0 0 0,1 1 0 0 0,0-1 0 0 0,-1 0 0 0 0,1 0 0 0 0,5 3 0 0 0,2 0 0 0 0,0-1 0 0 0,0 0 0 0 0,0-1 0 0 0,0 0 0 0 0,17 2 0 0 0,-9-1 0 0 0,30 6 0 0 0,-16-3 0 0 0,0 0 0 0 0,47 19 0 0 0,-77-25 0 0 0,-1-1 0 0 0,0 1 0 0 0,0 0 0 0 0,0 0 0 0 0,0 0 0 0 0,0 0 0 0 0,0 1 0 0 0,0-1 0 0 0,0 0 0 0 0,0 0 0 0 0,0 0 0 0 0,0 1 0 0 0,-1-1 0 0 0,1 1 0 0 0,-1-1 0 0 0,1 0 0 0 0,-1 1 0 0 0,1-1 0 0 0,-1 1 0 0 0,0-1 0 0 0,0 1 0 0 0,0-1 0 0 0,1 1 0 0 0,-2-1 0 0 0,1 1 0 0 0,0-1 0 0 0,-1 3 0 0 0,-9 32 0 0 0,4-28 0 0 0,0-1 0 0 0,-1 0 0 0 0,0-1 0 0 0,0 1 0 0 0,0-1 0 0 0,-1-1 0 0 0,0 0 0 0 0,0 0 0 0 0,0 0 0 0 0,-1-1 0 0 0,-14 5 0 0 0,-15 0-3264 0 0,32-9 1994 0 0,-1 1 0 0 0,1-2 0 0 0,0 1 0 0 0,0-1 0 0 0,-1 1 0 0 0,1-2-1 0 0,0 1 1 0 0,0-1 0 0 0,0 0 0 0 0,0 0 0 0 0,0-1 0 0 0,-8-4 0 0 0,-4-4-6033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1 172 652 0 0,'21'-20'11456'0'0,"48"-13"-3588"0"0,6 4-5470 0 0,32-13-3315 0 0,-70 23-789 0 0,1 0-1934 0 0,-15 10-4185 0 0,-20 9 3167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180 12 168 0 0,'0'0'16037'0'0,"-1"-2"-13653"0"0,-13-8 10957 0 0,-18 41-13026 0 0,20-21-250 0 0,2 0 0 0 0,-1 1 1 0 0,2 0-1 0 0,-1 0 0 0 0,1 1 0 0 0,1 1 1 0 0,-8 15-1 0 0,4-1-65 0 0,2 1 0 0 0,2 0 0 0 0,-9 44 0 0 0,16-67 0 0 0,1-1 0 0 0,0 1 0 0 0,0-1 0 0 0,1 1 0 0 0,-1-1 0 0 0,1 1 0 0 0,0-1 0 0 0,0 1 0 0 0,0-1 0 0 0,1 0 0 0 0,0 0 0 0 0,-1 1 0 0 0,1-1 0 0 0,1-1 0 0 0,-1 1 0 0 0,1 0 0 0 0,-1 0 0 0 0,1-1 0 0 0,0 1 0 0 0,1-1 0 0 0,4 4 0 0 0,-2-2 0 0 0,-1 0 0 0 0,1-1 0 0 0,0 0 0 0 0,0 0 0 0 0,0 0 0 0 0,0-1 0 0 0,1 0 0 0 0,-1 0 0 0 0,1-1 0 0 0,0 0 0 0 0,0 0 0 0 0,0-1 0 0 0,9 2 0 0 0,-2-4 0 0 0,-1 1 0 0 0,1-2 0 0 0,-1 0 0 0 0,0-1 0 0 0,1 0 0 0 0,-1-1 0 0 0,-1 0 0 0 0,1-1 0 0 0,-1 0 0 0 0,1-1 0 0 0,12-9 0 0 0,-20 12 0 0 0,0 0 0 0 0,-1 0 0 0 0,1 0 0 0 0,-1 0 0 0 0,0-1 0 0 0,0 0 0 0 0,-1 0 0 0 0,1 0 0 0 0,-1 0 0 0 0,0 0 0 0 0,0-1 0 0 0,0 1 0 0 0,0-1 0 0 0,-1 0 0 0 0,0 0 0 0 0,0 0 0 0 0,0 0 0 0 0,-1 0 0 0 0,1 0 0 0 0,-1-1 0 0 0,-1 1 0 0 0,1 0 0 0 0,-1-1 0 0 0,0 1 0 0 0,0 0 0 0 0,0-1 0 0 0,-1 1 0 0 0,0 0 0 0 0,0-1 0 0 0,0 1 0 0 0,-3-6 0 0 0,-4-6 0 0 0,-1 1 0 0 0,-1 0 0 0 0,0 0 0 0 0,-1 1 0 0 0,-1 1 0 0 0,0 0 0 0 0,-1 0 0 0 0,-1 2 0 0 0,-22-18 0 0 0,3 9 0 0 0,21 17 0 0 0,0 1 0 0 0,0 5 0 0 0,2 5 0 0 0,10 5 0 0 0,1-9-697 0 0,0 0 0 0 0,1 0-1 0 0,0 0 1 0 0,-1-1 0 0 0,1 1 0 0 0,0 0 0 0 0,0-1-1 0 0,1 0 1 0 0,-1 1 0 0 0,1-1 0 0 0,-1 0 0 0 0,1 0-1 0 0,3 2 1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2212 0 0,'0'0'25349'0'0,"0"5"-23767"0"0,0 67 2042 0 0,1-61-3624 0 0,4 3-3194 0 0,5-2-7791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0 852 0 0,'0'0'3180'0'0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77 76 0 0,'0'0'19604'0'0,"8"-18"-8907"0"0,0 17-10017 0 0,51-17 1030 0 0,-36 10-1710 0 0,-9 2 0 0 0,2 0 0 0 0,-1 1 0 0 0,1 1 0 0 0,-1 1 0 0 0,1 0 0 0 0,29-1 0 0 0,-40 3 0 0 0,0 1 0 0 0,0 0 0 0 0,0 1 0 0 0,0-1 0 0 0,0 1 0 0 0,0 0 0 0 0,0 0 0 0 0,-1 0 0 0 0,1 1 0 0 0,0-1 0 0 0,-1 1 0 0 0,1 1 0 0 0,-1-1 0 0 0,1 0 0 0 0,-1 1 0 0 0,0 0 0 0 0,0 0 0 0 0,0 0 0 0 0,-1 1 0 0 0,1-1 0 0 0,-1 1 0 0 0,0 0 0 0 0,0 0 0 0 0,0 0 0 0 0,0 0 0 0 0,-1 1 0 0 0,0-1 0 0 0,1 1 0 0 0,-2-1 0 0 0,1 1 0 0 0,0 0 0 0 0,-1 0 0 0 0,0 0 0 0 0,0-1 0 0 0,0 11 0 0 0,0 3 0 0 0,-1 0 0 0 0,-1-1 0 0 0,-1 1 0 0 0,0-1 0 0 0,-1 1 0 0 0,-1-1 0 0 0,-11 33 0 0 0,10-38 0 0 0,-18 47 0 0 0,-19 81 0 0 0,30-90 0 0 0,10-44 0 0 0,21-28 0 0 0,-18 14 0 0 0,0-12 0 0 0,4-1-3300 0 0,-5 17 1917 0 0,1 1-1 0 0,-1-1 1 0 0,0 1 0 0 0,0-1 0 0 0,0 0-1 0 0,0 1 1 0 0,0-1 0 0 0,-1 1 0 0 0,0-1-1 0 0,1 1 1 0 0,-4-7 0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64 2128 0 0,'4'-10'24092'0'0,"13"14"-23331"0"0,1 0 1 0 0,0-2-1 0 0,0 0 0 0 0,0-1 1 0 0,0-1-1 0 0,0-1 1 0 0,27-4-1 0 0,-24 1-916 0 0,0 0 0 0 0,1-2 0 0 0,24-9 0 0 0,14-9-10416 0 0,-57 24 6583 0 0,9-7-8484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186 65 280 0 0,'-2'-4'1786'0'0,"1"-1"-1738"0"0,0 2 813 0 0,0-1 0 0 0,0 1 0 0 0,0-1 0 0 0,0 1 0 0 0,-1-1 0 0 0,1 1 0 0 0,-1 0 0 0 0,0 0 0 0 0,0 0 0 0 0,0 0-1 0 0,0 0 1 0 0,-1 0 0 0 0,-3-3 0 0 0,3 5-502 0 0,1 0 0 0 0,-1 0 0 0 0,0 0 0 0 0,1 0 1 0 0,-1 0-1 0 0,0 0 0 0 0,0 1 0 0 0,1 0 0 0 0,-1-1 0 0 0,0 1 0 0 0,0 0 0 0 0,0 0 0 0 0,0 1 0 0 0,1-1 0 0 0,-1 1 0 0 0,0-1 0 0 0,0 1 0 0 0,1 0 0 0 0,-1 0 0 0 0,0 0 0 0 0,1 0 0 0 0,-5 3 0 0 0,-5 4 2087 0 0,1 0 0 0 0,-1 0-1 0 0,-14 16 1 0 0,14-13-1887 0 0,9-10-559 0 0,-6 5 0 0 0,5 29 0 0 0,4-32 0 0 0,1 0 0 0 0,0 0 0 0 0,0 0 0 0 0,0 1 0 0 0,0-2 0 0 0,0 1 0 0 0,0 0 0 0 0,1 0 0 0 0,-1 0 0 0 0,1 0 0 0 0,0-1 0 0 0,0 1 0 0 0,0-1 0 0 0,0 0 0 0 0,0 1 0 0 0,1-1 0 0 0,-1 0 0 0 0,1 0 0 0 0,-1-1 0 0 0,1 1 0 0 0,0 0 0 0 0,0-1 0 0 0,0 0 0 0 0,0 1 0 0 0,5 0 0 0 0,13 6 0 0 0,0-2 0 0 0,38 7 0 0 0,-29-7 0 0 0,-27-6 0 0 0,1 0 0 0 0,1 0 0 0 0,-1 1 0 0 0,1-1 0 0 0,-1 1 0 0 0,0 0 0 0 0,1 1 0 0 0,-1-1 0 0 0,0 1 0 0 0,0 0 0 0 0,0 0 0 0 0,0 0 0 0 0,0 0 0 0 0,0 1 0 0 0,-1-1 0 0 0,1 1 0 0 0,-1 0 0 0 0,4 4 0 0 0,-2 5 0 0 0,-4-11 0 0 0,-1 0 0 0 0,0 0 0 0 0,1 0 0 0 0,-1-1 0 0 0,0 1 0 0 0,0 0 0 0 0,0 0 0 0 0,1 0 0 0 0,-1 0 0 0 0,0 0 0 0 0,0 0 0 0 0,-1 0 0 0 0,1 0 0 0 0,0 0 0 0 0,0 0 0 0 0,0 0 0 0 0,-1 0 0 0 0,1 0 0 0 0,0 0 0 0 0,-1 0 0 0 0,1 0 0 0 0,-1 0 0 0 0,1 0 0 0 0,-1 0 0 0 0,1-1 0 0 0,-1 1 0 0 0,0 0 0 0 0,1 0 0 0 0,-1-1 0 0 0,-1 2 0 0 0,0-1 0 0 0,0 5 0 0 0,-1-1 0 0 0,1 0 0 0 0,-1 0 0 0 0,0 0 0 0 0,0 0 0 0 0,0-1 0 0 0,-1 1 0 0 0,0-1 0 0 0,0 0 0 0 0,0 0 0 0 0,0 0 0 0 0,-1 0 0 0 0,1-1 0 0 0,-1 0 0 0 0,0 0 0 0 0,0 0 0 0 0,-9 3 0 0 0,13-5-20 0 0,0-1 0 0 0,-1 1 0 0 0,1 0 0 0 0,-1-1 0 0 0,1 0 0 0 0,-1 1 0 0 0,0-1 0 0 0,1 0 0 0 0,-1 0 0 0 0,1 0 0 0 0,-1 0 0 0 0,1 0 0 0 0,-1 0 0 0 0,0 0 0 0 0,1 0 0 0 0,-1-1 1 0 0,1 1-1 0 0,-1 0 0 0 0,1-1 0 0 0,-1 0 0 0 0,-1-1 0 0 0,0 1-380 0 0,0-1-267 0 0,1 1 0 0 0,0-1 0 0 0,-1 0-1 0 0,1 1 1 0 0,0-1 0 0 0,0-1 0 0 0,0 1-1 0 0,1 0 1 0 0,-1 0 0 0 0,0-1 0 0 0,1 1-1 0 0,0-1 1 0 0,-1 1 0 0 0,1-1 0 0 0,0 1-1 0 0,0-1 1 0 0,0 0 0 0 0,0-4 0 0 0,-3-3-5962 0 0,-1-6-468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0 217 76 0 0,'13'-29'8471'0'0,"23"-5"-2063"0"0,30-7-1883 0 0,-24 15-2250 0 0,-1 2-361 0 0,14-10-876 0 0,-23 7-4870 0 0,-31 26 2502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80 31 620 0 0,'0'-16'32122'0'0,"-10"24"-32116"0"0,0 1 0 0 0,0 1 0 0 0,1 0 0 0 0,-9 12 0 0 0,16-19-6 0 0,0 0 0 0 0,0 1-1 0 0,1-1 1 0 0,-1 1-1 0 0,1 0 1 0 0,0 0 0 0 0,0-1-1 0 0,-1 7 1 0 0,-2 12-2 0 0,3-18 2 0 0,0 0 0 0 0,0 0 0 0 0,0 1 0 0 0,0-1 0 0 0,1 0 0 0 0,0 1 0 0 0,0-1 0 0 0,0 1 0 0 0,1-1 0 0 0,-1 0 0 0 0,1 1 0 0 0,0-1 0 0 0,0 0 0 0 0,1 1 0 0 0,-1-1 0 0 0,1 0 0 0 0,0 0 0 0 0,0 0 0 0 0,0-1 0 0 0,5 8 0 0 0,-4-9 0 0 0,1 1 0 0 0,-1 0 0 0 0,0-1 0 0 0,0 0 0 0 0,1 0 0 0 0,0 0 0 0 0,-1 0 0 0 0,1 0 0 0 0,0-1 0 0 0,0 1 0 0 0,0-1 0 0 0,0 0 0 0 0,0 0 0 0 0,0-1 0 0 0,0 1 0 0 0,0-1 0 0 0,0 0 0 0 0,0 0 0 0 0,0 0 0 0 0,0-1 0 0 0,0 0 0 0 0,7-1 0 0 0,-3 0 0 0 0,-1-1 0 0 0,0 1 0 0 0,0-1 0 0 0,0-1 0 0 0,0 1 0 0 0,-1-1 0 0 0,1 0 0 0 0,-1-1 0 0 0,9-7 0 0 0,45-52 0 0 0,-54 55 0 0 0,-1 0 0 0 0,0-1 0 0 0,-1 0 0 0 0,6-18 0 0 0,-8 15 0 0 0,-2-4 0 0 0,-1 14 0 0 0,1 1 0 0 0,0 0 0 0 0,-1 0 0 0 0,1 0 0 0 0,-1 0 0 0 0,0 0 0 0 0,1 0 0 0 0,-1 0 0 0 0,0 0 0 0 0,0 0 0 0 0,-1 1 0 0 0,1-1 0 0 0,0 0 0 0 0,0 1 0 0 0,-1-1 0 0 0,1 1 0 0 0,-1-1 0 0 0,0 1 0 0 0,1-1 0 0 0,-1 1 0 0 0,0 0 0 0 0,0 0 0 0 0,-3-1 0 0 0,4 1 0 0 0,-13-3 0 0 0,6 3 0 0 0,-1 0 0 0 0,0 0 0 0 0,0 1 0 0 0,0 0 0 0 0,0 1 0 0 0,0 0 0 0 0,0 0 0 0 0,-17 5 0 0 0,17-2 0 0 0,-17 0 75 0 0,25-4-89 0 0,0 0-1 0 0,0 0 0 0 0,0 0 0 0 0,0 0 0 0 0,0 1 0 0 0,0-1 1 0 0,0 0-1 0 0,0 1 0 0 0,0-1 0 0 0,0 0 0 0 0,0 1 0 0 0,1-1 0 0 0,-1 1 1 0 0,0 0-1 0 0,0-1 0 0 0,1 1 0 0 0,-1 0 0 0 0,0-1 0 0 0,1 1 1 0 0,-1 0-1 0 0,0 0 0 0 0,1 0 0 0 0,-1-1 0 0 0,1 1 0 0 0,-1 0 1 0 0,1 2-1 0 0,0-3-165 0 0,-1 1 1 0 0,1-1 0 0 0,0 1-1 0 0,0-1 1 0 0,0 1 0 0 0,0-1-1 0 0,1 1 1 0 0,-1-1 0 0 0,0 1-1 0 0,0-1 1 0 0,0 1 0 0 0,0-1-1 0 0,0 1 1 0 0,1-1 0 0 0,-1 0-1 0 0,0 1 1 0 0,0-1 0 0 0,1 1-1 0 0,-1-1 1 0 0,0 1 0 0 0,1-1-1 0 0,-1 0 1 0 0,0 1 0 0 0,1-1-1 0 0,-1 0 1 0 0,0 1 0 0 0,1-1-1 0 0,-1 0 1 0 0,1 0 0 0 0,-1 0-1 0 0,1 1 1 0 0,0-1 0 0 0,12 8-12466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78 15 32 0 0,'-2'-10'12377'0'0,"-3"6"-4751"0"0,-11 6-1489 0 0,-9 13-4657 0 0,18-9 1531 0 0,-13 12-907 0 0,19-18-2104 0 0,1 0 0 0 0,0 0 0 0 0,0 0 0 0 0,0 0 0 0 0,0 1 0 0 0,0-1 0 0 0,0 0 0 0 0,-1 0 0 0 0,1 0 0 0 0,0 0 0 0 0,0 0 0 0 0,0 0 0 0 0,0 1 0 0 0,0-1 0 0 0,0 0 0 0 0,0 0 0 0 0,0 0 0 0 0,0 0 0 0 0,0 1 0 0 0,0-1 0 0 0,-1 0 0 0 0,1 0 0 0 0,0 0 0 0 0,0 0 0 0 0,0 1 0 0 0,0-1 0 0 0,0 0 0 0 0,0 0 0 0 0,1 0 0 0 0,-1 0 0 0 0,0 1 0 0 0,0-1 0 0 0,0 0 0 0 0,0 0 0 0 0,0 0 0 0 0,0 0 0 0 0,0 1 0 0 0,0-1 0 0 0,0 0 0 0 0,0 0 0 0 0,0 0 0 0 0,1 0 0 0 0,-1 0 0 0 0,0 0 0 0 0,0 1 0 0 0,0-1 0 0 0,20 4 0 0 0,8-4 0 0 0,55 3 0 0 0,-70-1 0 0 0,4 3 0 0 0,-13-3 0 0 0,8 6 0 0 0,-3 0 0 0 0,-6 2 0 0 0,0-2 0 0 0,-2-5 0 0 0,-1-1 0 0 0,1 1 0 0 0,-1 0 0 0 0,0-1 0 0 0,0 1 0 0 0,0 0 0 0 0,-1-1 0 0 0,1 1 0 0 0,-1 0 0 0 0,1-1 0 0 0,-1 1 0 0 0,0-1 0 0 0,0 1 0 0 0,0-1 0 0 0,0 1 0 0 0,0-1 0 0 0,-1 1 0 0 0,-2 3 0 0 0,1-2 0 0 0,-1 0 0 0 0,0 0 0 0 0,0-1 0 0 0,0 1 0 0 0,-1-1 0 0 0,1 0 0 0 0,-1 0 0 0 0,1 0 0 0 0,-8 2 0 0 0,5 0 0 0 0,-36 8 0 0 0,31-10 0 0 0,-1-2 0 0 0,-10-1 1 0 0,20-1-40 0 0,0 0-342 0 0,-1-10-9757 0 0,1-2-375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0 170 2048 0 0,'1'0'9237'0'0,"14"0"3750"0"0,0-2-12239 0 0,1-1 0 0 0,-2-1 0 0 0,1 0 0 0 0,0 0 0 0 0,19-10 0 0 0,71-39 3249 0 0,-101 51-3987 0 0,127-70-10 0 0,-120 66 0 0 0,2 0 0 0 0,-28 10-382 0 0,11-4 176 0 0,0 1 1 0 0,0 0-1 0 0,0 0 1 0 0,0 0-1 0 0,0 0 1 0 0,0 0-1 0 0,0 1 0 0 0,-4 2 1 0 0,-45 29-6827 0 0,20-8-3623 0 0,15-8 3432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202 77 924 0 0,'0'0'1620'0'0,"6"-9"919"0"0,-6 3 6282 0 0,-1 5-9069 0 0,-6-14 3196 0 0,6 14-2868 0 0,1 1 1 0 0,0 0-1 0 0,0 0 0 0 0,0-1 1 0 0,-1 1-1 0 0,1 0 1 0 0,0 0-1 0 0,0-1 0 0 0,0 1 1 0 0,0 0-1 0 0,0 0 1 0 0,0-1-1 0 0,0 1 1 0 0,-1 0-1 0 0,1 0 0 0 0,0-1 1 0 0,0 1-1 0 0,0 0 1 0 0,0-1-1 0 0,0 1 0 0 0,0 0 1 0 0,1-1-1 0 0,-1 1 1 0 0,0 0-1 0 0,0 0 1 0 0,0-1-1 0 0,0 1 0 0 0,0 0 1 0 0,0 0-1 0 0,0-1 1 0 0,0 1-1 0 0,1 0 0 0 0,-1 0 1 0 0,0-1-1 0 0,0 1 1 0 0,0 0-1 0 0,1 0 0 0 0,-1 0 1 0 0,0-1-1 0 0,0 1 1 0 0,1 0-1 0 0,-1 0 1 0 0,0 0-1 0 0,0 0 0 0 0,1 0 1 0 0,-1-1-1 0 0,-3-7 1445 0 0,-1 4 2527 0 0,4 3-4390 0 0,-7-6 2873 0 0,-26 6 2063 0 0,27 2-4597 0 0,-1 0 0 0 0,1 1 0 0 0,-1 0 0 0 0,1 0 0 0 0,-1 0 0 0 0,1 1 0 0 0,0 0 0 0 0,0 0 0 0 0,1 1 0 0 0,-1-1 0 0 0,0 1 0 0 0,1 0 0 0 0,0 1 0 0 0,-7 7 0 0 0,5-3-1 0 0,0 1-1 0 0,0 0 1 0 0,1 0-1 0 0,0 0 1 0 0,1 1-1 0 0,-5 11 1 0 0,8-17 0 0 0,0 0 0 0 0,1 0 0 0 0,-1 0 0 0 0,1 0 0 0 0,0 0 0 0 0,0 0 0 0 0,1 0 0 0 0,-1 0 0 0 0,1 0 0 0 0,1 0 0 0 0,-1 1 0 0 0,0-1 0 0 0,1 0 0 0 0,0 0 0 0 0,0 0 0 0 0,1 0 0 0 0,0 0 0 0 0,0 0 0 0 0,3 5 0 0 0,-3-6 0 0 0,1 0 0 0 0,0-1 0 0 0,0 0 0 0 0,0 1 0 0 0,0-1 0 0 0,1-1 0 0 0,-1 1 0 0 0,1 0 0 0 0,0-1 0 0 0,0 0 0 0 0,0 0 0 0 0,0 0 0 0 0,0 0 0 0 0,0-1 0 0 0,0 1 0 0 0,1-1 0 0 0,-1 0 0 0 0,0 0 0 0 0,1-1 0 0 0,-1 1 0 0 0,1-1 0 0 0,8-1 0 0 0,0 0 0 0 0,0-1 0 0 0,1 0 0 0 0,-1-1 0 0 0,0-1 0 0 0,0 0 0 0 0,-1-1 0 0 0,1 0 0 0 0,13-8 0 0 0,8-7 0 0 0,48-36 0 0 0,-79 54 0 0 0,0-1 0 0 0,0 1 0 0 0,0-1 0 0 0,0 0 0 0 0,0 1 0 0 0,-1-1 0 0 0,0-1 0 0 0,1 1 0 0 0,-1 0 0 0 0,0 0 0 0 0,-1-1 0 0 0,1 1 0 0 0,-1-1 0 0 0,1 0 0 0 0,-1 1 0 0 0,0-1 0 0 0,0 0 0 0 0,-1 0 0 0 0,1 0 0 0 0,-1 0 0 0 0,0 1 0 0 0,0-1 0 0 0,0 0 0 0 0,-1 0 0 0 0,1 0 0 0 0,-1 0 0 0 0,0 0 0 0 0,0 1 0 0 0,0-1 0 0 0,0 0 0 0 0,-1 1 0 0 0,0-1 0 0 0,1 1 0 0 0,-1-1 0 0 0,-1 1 0 0 0,1 0 0 0 0,-5-6 0 0 0,3 5 0 0 0,1 0 0 0 0,-1 1 0 0 0,1-1 0 0 0,-1 1 0 0 0,0 0 0 0 0,-1 0 0 0 0,1 0 0 0 0,0 0 0 0 0,-1 1 0 0 0,0-1 0 0 0,1 1 0 0 0,-1 0 0 0 0,0 1 0 0 0,0-1 0 0 0,0 1 0 0 0,0 0 0 0 0,0 1 0 0 0,-1-1 0 0 0,1 1 0 0 0,0 0 0 0 0,0 0 0 0 0,0 0 0 0 0,-9 2 0 0 0,8-1 0 0 0,0 1 0 0 0,0-1 0 0 0,0 1 0 0 0,1 0 0 0 0,-1 1 0 0 0,1-1 0 0 0,-1 1 0 0 0,1 0 0 0 0,0 0 0 0 0,0 1 0 0 0,0-1 0 0 0,0 1 0 0 0,1 0 0 0 0,0 1 0 0 0,-1-1 0 0 0,2 1 0 0 0,-1 0 0 0 0,0 0 0 0 0,-2 6 0 0 0,4-5-106 0 0,1-1 0 0 0,0 1 0 0 0,0-1 0 0 0,0 1 0 0 0,1-1 0 0 0,0 1 0 0 0,0 0 0 0 0,1-1 0 0 0,-1 1 0 0 0,1 0 0 0 0,0-1 0 0 0,1 1 0 0 0,-1-1 0 0 0,3 6 0 0 0,6-4-2348 0 0,8 4-13170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2336 0 0,'0'0'15010'0'0,"2"0"-11933"0"0,16 4 8843 0 0,-18 6-11555 0 0,5 0-306 0 0,1-3-127 0 0,-5-5-405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117 57 1152 0 0,'-1'-14'13514'0'0,"-1"4"-4678"0"0,-5 1-1096 0 0,5 9-7672 0 0,-1 1 0 0 0,1-1 0 0 0,-1 1 0 0 0,1 0 0 0 0,0 0 0 0 0,-1 0 0 0 0,1 0 0 0 0,0 0 0 0 0,0 1 0 0 0,0-1 0 0 0,-3 3 0 0 0,1-1 526 0 0,-2 1-589 0 0,0 1 0 0 0,1-1 0 0 0,-1 1 1 0 0,1 1-1 0 0,0-1 0 0 0,1 1 0 0 0,-1 0 1 0 0,1 0-1 0 0,0 0 0 0 0,1 0 0 0 0,-1 1 1 0 0,1 0-1 0 0,1-1 0 0 0,-1 1 0 0 0,1 0 1 0 0,0 0-1 0 0,1 1 0 0 0,0-1 0 0 0,0 0 1 0 0,0 0-1 0 0,1 9 0 0 0,1-14-5 0 0,-1 0 0 0 0,1 0 0 0 0,0 0 0 0 0,-1 1 0 0 0,1-1 0 0 0,0 0 0 0 0,0 0 0 0 0,0 0 0 0 0,1 0 0 0 0,-1 0 0 0 0,0-1 0 0 0,1 1 0 0 0,-1 0 0 0 0,1-1 0 0 0,0 1 0 0 0,0 0 0 0 0,-1-1 0 0 0,1 0 0 0 0,0 0 0 0 0,4 2 0 0 0,-2-1 0 0 0,1 0 0 0 0,0-1 0 0 0,0 0 0 0 0,0 0 0 0 0,0 0 0 0 0,0 0 0 0 0,0-1 0 0 0,0 0 0 0 0,6-1 0 0 0,5 0 0 0 0,0-2 0 0 0,-1 0 0 0 0,0-1 0 0 0,1 0 0 0 0,19-9 0 0 0,-16 4 0 0 0,0 0 0 0 0,0-1 0 0 0,28-20 0 0 0,-42 27 0 0 0,-1 0 0 0 0,0-1 0 0 0,0 1 0 0 0,0-1 0 0 0,-1 0 0 0 0,1 0 0 0 0,-1-1 0 0 0,0 1 0 0 0,0-1 0 0 0,0 1 0 0 0,0-1 0 0 0,-1 0 0 0 0,0 0 0 0 0,0 0 0 0 0,0 0 0 0 0,-1 0 0 0 0,0-1 0 0 0,0 1 0 0 0,0-8 0 0 0,-1 11 0 0 0,0 0 0 0 0,0 0 0 0 0,0 0 0 0 0,-1 0 0 0 0,1 0 0 0 0,0 1 0 0 0,-1-1 0 0 0,0 0 0 0 0,0 0 0 0 0,1 0 0 0 0,-1 0 0 0 0,0 1 0 0 0,0-1 0 0 0,-1 0 0 0 0,1 1 0 0 0,0-1 0 0 0,-1 1 0 0 0,1-1 0 0 0,0 1 0 0 0,-1 0 0 0 0,0 0 0 0 0,1 0 0 0 0,-1-1 0 0 0,0 1 0 0 0,1 1 0 0 0,-1-1 0 0 0,0 0 0 0 0,0 0 0 0 0,0 1 0 0 0,-2-1 0 0 0,-2-1 0 0 0,0 1 0 0 0,0 0 0 0 0,-1 1 0 0 0,1 0 0 0 0,0-1 0 0 0,-12 3 0 0 0,4 0 3 0 0,7-2-9 0 0,0 1 1 0 0,0 1-1 0 0,0-1 0 0 0,1 1 0 0 0,-1 1 0 0 0,0-1 0 0 0,1 1 0 0 0,-1 0 0 0 0,1 0 1 0 0,0 1-1 0 0,0 0 0 0 0,0 0 0 0 0,1 1 0 0 0,-1-1 0 0 0,-7 9 0 0 0,13-12-73 0 0,0-1 0 0 0,0 0 0 0 0,-1 1 0 0 0,1-1 0 0 0,0 0 0 0 0,0 0 0 0 0,0 1 0 0 0,0-1 0 0 0,0 0 0 0 0,0 1 0 0 0,0-1 0 0 0,0 0 0 0 0,0 1 0 0 0,-1-1 0 0 0,1 0 0 0 0,1 1 0 0 0,-1-1 1 0 0,0 0-1 0 0,0 1 0 0 0,0-1 0 0 0,0 0 0 0 0,0 1 0 0 0,0-1 0 0 0,0 0 0 0 0,0 1 0 0 0,0-1 0 0 0,1 0 0 0 0,-1 1 0 0 0,0-1 0 0 0,0 0 0 0 0,0 0 0 0 0,1 1 0 0 0,-1-1 0 0 0,0 0 0 0 0,0 0 0 0 0,1 0 0 0 0,-1 1 0 0 0,0-1 0 0 0,0 0 0 0 0,1 0 0 0 0,-1 0 0 0 0,0 0 0 0 0,1 1 0 0 0,-1-1 0 0 0,0 0 0 0 0,1 0 0 0 0,0 0 0 0 0,15 7-11606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60 7 1852 0 0,'0'0'15454'0'0,"-9"-7"-12700"0"0,3 10 4632 0 0,0 3-6888 0 0,1-2 76 0 0,1 0 0 0 0,-1 1 0 0 0,1 0 0 0 0,0 0 0 0 0,1 0 0 0 0,-1 0 0 0 0,-3 7 0 0 0,4 1-368 0 0,3 1-181 0 0,5 0-25 0 0,-5-13 0 0 0,1 0 0 0 0,0 0 0 0 0,0 0 0 0 0,0 0 0 0 0,0 0 0 0 0,0 0 0 0 0,0 0 0 0 0,0 0 0 0 0,0 0 0 0 0,0 0 0 0 0,1 0 0 0 0,-1-1 0 0 0,0 1 0 0 0,1 0 0 0 0,-1-1 0 0 0,0 1 0 0 0,1-1 0 0 0,-1 0 0 0 0,0 1 0 0 0,1-1 0 0 0,-1 0 0 0 0,1 0 0 0 0,-1 0 0 0 0,1 0 0 0 0,-1 0 0 0 0,1 0 0 0 0,-1 0 0 0 0,0 0 0 0 0,1-1 0 0 0,1 0 0 0 0,-1 1 0 0 0,48-4 0 0 0,53 0 0 0 0,-94 4 0 0 0,1 1 0 0 0,-1 0 0 0 0,0 1 0 0 0,1 0 0 0 0,-1 1 0 0 0,0 0 0 0 0,-1 0 0 0 0,16 8 0 0 0,-12-4 0 0 0,0 1 0 0 0,0-1 0 0 0,-1 2 0 0 0,0 0 0 0 0,-1 0 0 0 0,14 16 0 0 0,-21-22 0 0 0,-1-1 0 0 0,0 1 0 0 0,0 0 0 0 0,0 0 0 0 0,-1 0 0 0 0,1 0 0 0 0,-1 0 0 0 0,1 0 0 0 0,-1 1 0 0 0,0-1 0 0 0,0 0 0 0 0,-1 1 0 0 0,1-1 0 0 0,-1 0 0 0 0,1 1 0 0 0,-1-1 0 0 0,0 1 0 0 0,-1-1 0 0 0,1 1 0 0 0,0-1 0 0 0,-1 0 0 0 0,0 1 0 0 0,0-1 0 0 0,0 0 0 0 0,0 1 0 0 0,0-1 0 0 0,-1 0 0 0 0,0 0 0 0 0,1 0 0 0 0,-1 0 0 0 0,0 0 0 0 0,-4 4 0 0 0,-4 5 0 0 0,7-7 0 0 0,-1 0 0 0 0,1-1 0 0 0,-1 1 0 0 0,0-1 0 0 0,0 0 0 0 0,0 0 0 0 0,-1 0 0 0 0,1-1 0 0 0,-1 1 0 0 0,0-1 0 0 0,0-1 0 0 0,0 1 0 0 0,0 0 0 0 0,-1-1 0 0 0,1 0 0 0 0,-8 1 0 0 0,9-2-428 0 0,1-1-1 0 0,-1 1 1 0 0,1-1-1 0 0,-1 0 1 0 0,1-1-1 0 0,-1 1 1 0 0,1-1 0 0 0,-1 1-1 0 0,-5-3 1 0 0,5 1-837 0 0,0 0 1 0 0,0 0-1 0 0,1 0 1 0 0,-1-1-1 0 0,1 0 1 0 0,0 1-1 0 0,0-1 1 0 0,0 0-1 0 0,0 0 0 0 0,0-1 1 0 0,1 1-1 0 0,-1-1 1 0 0,1 1-1 0 0,-3-7 1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0 207 1012 0 0,'2'-5'1708'0'0,"-1"0"0"0"0,0 1 0 0 0,1-1-1 0 0,0 1 1 0 0,0-1 0 0 0,1 1 0 0 0,-1 0 0 0 0,1-1 0 0 0,0 1 0 0 0,0 1-1 0 0,7-8 1 0 0,-6 8-1197 0 0,0 1-1 0 0,0-1 1 0 0,1 1-1 0 0,-1 0 1 0 0,1 1-1 0 0,-1-1 0 0 0,1 1 1 0 0,6-2-1 0 0,11-1-313 0 0,46-10 1960 0 0,0-3-1 0 0,90-36 1 0 0,-146 49-2157 0 0,-5-1 0 0 0,-1-5 0 0 0,-6 10 1 0 0,0-1 0 0 0,1 1-1 0 0,-1-1 1 0 0,0 1 0 0 0,0 0 0 0 0,0-1-1 0 0,1 1 1 0 0,-1 0 0 0 0,0-1 0 0 0,0 1 0 0 0,0-1-1 0 0,0 1 1 0 0,0-1 0 0 0,0 1 0 0 0,0 0-1 0 0,0-1 1 0 0,0 1 0 0 0,0-1 0 0 0,0 1 0 0 0,0-1-1 0 0,0 1 1 0 0,0-1 0 0 0,0 1 0 0 0,0 0-1 0 0,0-1 1 0 0,0 1 0 0 0,-1-1 0 0 0,1 1 0 0 0,0 0-1 0 0,0-1 1 0 0,-1 1 0 0 0,1 0 0 0 0,0-1-1 0 0,0 1 1 0 0,-1 0 0 0 0,1-1 0 0 0,0 1 0 0 0,-1 0-1 0 0,1 0 1 0 0,0-1 0 0 0,-1 1 0 0 0,1 0-1 0 0,-1 0 1 0 0,1 0 0 0 0,-1-1 0 0 0,-11-2-180 0 0,-20 2-3396 0 0,-1 7-9241 0 0,32-6 12514 0 0,-27 7-8652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3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12 2704 0 0,'0'0'22295'0'0,"-1"-8"-20819"0"0,3 4 2 0 0,1 6 3200 0 0,1 2-4668 0 0,0 0 0 0 0,-1 1 0 0 0,1-1-1 0 0,-1 1 1 0 0,0 0 0 0 0,0-1 0 0 0,0 2 0 0 0,-1-1 0 0 0,0 0-1 0 0,0 0 1 0 0,0 1 0 0 0,-1-1 0 0 0,0 1 0 0 0,0-1 0 0 0,0 7-1 0 0,2 21-7 0 0,-2 51-1 0 0,-2-56-13 0 0,4 45 0 0 0,8 48 12 0 0,-9-85 0 0 0,1 0 0 0 0,1-1 0 0 0,13 46 0 0 0,-12-59 0 0 0,-4-16 0 0 0,1 0 0 0 0,-1 0 0 0 0,1 0 0 0 0,1 0 0 0 0,-1-1 0 0 0,1 1 0 0 0,0-1 0 0 0,0 1 0 0 0,5 6 0 0 0,4-8 0 0 0,3-18 0 0 0,-14 9 0 0 0,0 0 0 0 0,-1 0 0 0 0,1 0 0 0 0,-1 1 0 0 0,0-1 0 0 0,0 0 0 0 0,0 0 0 0 0,-1 0 0 0 0,0 0 0 0 0,0 0 0 0 0,0 0 0 0 0,0 0 0 0 0,-1 1 0 0 0,-4-9 0 0 0,5 8 0 0 0,-7-14 0 0 0,-7 6-1120 0 0,10 14-4210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3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127 89 2632 0 0,'-3'-3'2677'0'0,"-12"-9"60"0"0,-18-11 12074 0 0,17 12-7172 0 0,15 11-5811 0 0,4-3-1787 0 0,1 1-1 0 0,0 0 0 0 0,-1 0 0 0 0,1 0 1 0 0,0 0-1 0 0,0 1 0 0 0,0 0 0 0 0,0 0 0 0 0,0 0 1 0 0,7-1-1 0 0,-11 2-40 0 0,11-2 0 0 0,17-4 0 0 0,0 1 0 0 0,0 1 0 0 0,0 2 0 0 0,29 1 0 0 0,-55 1 0 0 0,0 0 0 0 0,0 0 0 0 0,-1 0 0 0 0,1 1 0 0 0,0-1 0 0 0,0 0 0 0 0,-1 1 0 0 0,1-1 0 0 0,0 1 0 0 0,-1 0 0 0 0,1 0 0 0 0,-1 0 0 0 0,1 0 0 0 0,-1 0 0 0 0,1 0 0 0 0,-1 0 0 0 0,0 0 0 0 0,1 0 0 0 0,-1 0 0 0 0,0 1 0 0 0,0-1 0 0 0,0 1 0 0 0,0-1 0 0 0,0 1 0 0 0,0-1 0 0 0,-1 1 0 0 0,1-1 0 0 0,0 1 0 0 0,-1 0 0 0 0,1-1 0 0 0,-1 1 0 0 0,0 0 0 0 0,1 0 0 0 0,-1-1 0 0 0,0 1 0 0 0,0 0 0 0 0,0 0 0 0 0,0-1 0 0 0,-1 1 0 0 0,1 0 0 0 0,0 0 0 0 0,-1-1 0 0 0,1 1 0 0 0,-2 2 0 0 0,-1 8 0 0 0,-1 0 0 0 0,-1 1 0 0 0,0-2 0 0 0,-8 16 0 0 0,12-25 0 0 0,-15 22 0 0 0,0-1 0 0 0,-1 0 0 0 0,-2-2 0 0 0,-28 28 0 0 0,5-6 0 0 0,0-1 0 0 0,21-23 0 0 0,1 2 0 0 0,-19 25 0 0 0,27-15 0 0 0,12-30 0 0 0,-1-1 0 0 0,1 1 0 0 0,-1 0 0 0 0,1-1 0 0 0,0 1 0 0 0,-1-1 0 0 0,1 1 0 0 0,0 0 0 0 0,0-1 0 0 0,0 1 0 0 0,0 0 0 0 0,-1 0 0 0 0,1-1 0 0 0,0 1 0 0 0,0 0 0 0 0,0-1 0 0 0,0 1 0 0 0,0 0 0 0 0,1-1 0 0 0,-1 1 0 0 0,0 0 0 0 0,0-1 0 0 0,0 1 0 0 0,0 0 0 0 0,1-1 0 0 0,-1 1 0 0 0,0 0 0 0 0,1-1 0 0 0,-1 1 0 0 0,1-1 0 0 0,-1 1 0 0 0,0-1 0 0 0,1 1 0 0 0,-1-1 0 0 0,1 1 0 0 0,0-1 0 0 0,-1 1 0 0 0,1-1 0 0 0,-1 0 0 0 0,2 1 0 0 0,-1 1 0 0 0,0-1 0 0 0,1 1 0 0 0,-1-1 0 0 0,1 0 0 0 0,0 1 0 0 0,-1-1 0 0 0,1 0 0 0 0,0 0 0 0 0,0 0 0 0 0,-1 0 0 0 0,1-1 0 0 0,0 1 0 0 0,0 0 0 0 0,0-1 0 0 0,0 1 0 0 0,0-1 0 0 0,0 0 0 0 0,3 1 0 0 0,35-4 0 0 0,-34 2 0 0 0,23-5 0 0 0,1-2 0 0 0,-1 0 0 0 0,0-2 0 0 0,-1-1 0 0 0,42-23 0 0 0,55-22 0 0 0,-113 50 0 0 0,-17 6 0 0 0,2 2 0 0 0,-1 0 0 0 0,1-1 0 0 0,0 1 0 0 0,0 0 0 0 0,0 1 0 0 0,1-1 0 0 0,-1 0 0 0 0,1 1 0 0 0,-5 5 0 0 0,-4 6-4104 0 0,-7 3-8756 0 0,10-11 3978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4:08.8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217 98 192,'2'-4'27715,"-4"8"-27715,-2-1 159,1 0-1,1 0 1,-1 1-1,0 0 0,1-1 1,0 1-1,-3 7 1,5-10 53,-7 11 870,13 9-674,-5-19-363,39 6 245,-36-8-286,0 0 0,0-1 1,-1 0-1,1 0 1,0 0-1,0 0 1,0 0-1,-1-1 0,1 0 1,0 0-1,-1 0 1,0 0-1,1-1 1,-1 1-1,0-1 0,0 0 1,4-5-1,-5 5 1,0 0 0,-1 1 1,0-1-1,0 0 0,0 0 0,0 1 0,0-1 0,0 0 0,-1 0 0,1 0 0,-1 0 0,0 0 0,0 0 1,0 0-1,0 0 0,-1 0 0,0-4 0,1 6 15,-1 0 0,1 0 0,-1 0 0,1 0-1,-1 0 1,0 0 0,1 0 0,-1 0 0,0 0 0,0 0 0,0 1 0,0-1 0,1 0 0,-1 0 0,0 1-1,0-1 1,0 1 0,0-1 0,-1 1 0,1-1 0,0 1 0,0 0 0,0 0 0,0-1 0,0 1 0,0 0-1,-1 0 1,1 0 0,0 0 0,0 0 0,0 0 0,0 1 0,0-1 0,-3 1 0,-31 11 370,21-4-329,2-1-22,1 0 0,0 1 1,1 0-1,0 1 1,-10 10-1,10-10-39,5 1 0,5 0 0,5 3 0,6-7 0,2-5 0,-8-1 0,-1 0 0,0 0 0,0 0 0,0-1 0,0 1 0,0-1 0,0 0 0,0 0 0,0-1 0,0 1 0,0-1 0,0 0 0,4-3 0,5-2 0,-2 3 0,-1-1 0,1 0 0,-1 0 0,0-1 0,0-1 0,-1 0 0,0 0 0,0-1 0,13-13 0,-19 13 0,-1-2 0,-7-4 0,-13 11 0,10 5 0,1 1 0,-1-1 0,1 1 0,0 1 0,0-1 0,0 1 0,0 0 0,1 1 0,-1 0 0,1 0 0,0 0 0,1 1 0,-1-1 0,1 2 0,-5 7 0,8-12 0,-3 4 0,-1 2 0,-1 10 0,1-6 0,5 0 0,3 2 0,9-7 0,6-7 0,-11-1 0,-1 0 0,0-1 0,0 0 0,0 0 0,0 0 0,0 0 0,-1-1 0,1 0 0,-1 0 0,1 0 0,-1 0 0,0-1 0,4-4 0,-1-1 0,-1-1 0,0 0 0,0 0 0,5-13 0,-7 7 0,-7 1 0,1 3 0,-3 2 0,-2 1 0,-4 2 0,-3 6 0,8 1 0,1 1 0,-1 0 0,1 0 0,-1 0 0,1 1 0,0-1 0,0 1 0,-1 1 0,1-1 0,0 1 0,1 0 0,-1 0 0,0 0 0,1 0 0,-8 8 0,3-2 0,-11 8 0,11-9 0,0-1 0,1 1 0,0 0 0,0 1 0,1 0 0,-12 18 0,15-18 0,4 5 0,6-2 0,7-7 0,4-3 0,-12-2 0,0 0 0,-1-1 0,1 1 0,-1-1 0,1 0 0,0 0 0,-1 0 0,0-1 0,1 0 0,-1 1 0,0-1 0,0-1 0,6-3 0,2-1 0,-9 5 0,1 0 0,0 0 0,-1 0 0,1-1 0,-1 1 0,0-1 0,0 0 0,0 0 0,0 0 0,2-3 0,8-10 0,-8 6 0,-5-4 0,0-3 0,-5 2 0,-2 6 0,0 1 0,0 1 0,-10 8 0,1 6 0,6 0 0,0 0 0,4 2 0,0 0 0,3 0 0,-2 3 0,1 0 0,9-1 0,6-3 0,-2-5 0,-6-3 0,-1 0 0,0 0 0,1 0 0,-1 0 0,0-1 0,0 1 0,1-1 0,-1 1 0,0-1 0,0 0 0,0 0 0,0 0 0,1 0 0,-1 0 0,-1 0 0,4-3 0,1 0 0,-1 0 0,1 0 0,-1-1 0,-1 0 0,1 1 0,-1-2 0,1 1 0,-1 0 0,-1-1 0,1 0 0,-1 0 0,0 0 0,0 0 0,-1 0 0,0-1 0,0 1 0,1-9 0,-4 1 0,1 13 0,0 0 0,0 0 0,-1 0 0,1 0 0,0 0 0,-1 0 0,1 0 0,-1 0 0,1 0 0,-1 0 0,1 0 0,-1 0 0,0 0 0,1 0 0,-1 1 0,0-1 0,0 0 0,0 1 0,0-1 0,1 0 0,-3 0 0,0-1 0,-5-4 0,4 4 0,0 0 0,0 1 0,0-1 0,0 1 0,0 0 0,-1 0 0,1 0 0,0 1 0,-1 0 0,1 0 0,-1 0 0,1 0 0,0 1 0,-1-1 0,-4 2 0,4-1 0,-6 2 0,-1 1 0,1 0 0,-1 0 0,2 1 0,-1 1 0,0 0 0,1 0 0,0 1 0,0 0 0,-16 17 0,-17 11 0,39-32 0,-9 14 0,7-6 0,2 1 0,3 2 0,3-1 0,8-4 0,-7-7 0,20 2 0,-19-4 0,0 0 0,0 0 0,0 0 0,0 0 0,0-1 0,0 1 0,0-1 0,-1 0 0,1-1 0,0 1 0,6-4 0,3 0 0,1 0 0,-1 0 0,1 0 0,-1-1 0,0-1 0,-1 0 0,1-1 0,-2 0 0,1-1 0,-1 0 0,14-15 0,-21 22 0,0-1 0,5-22 0,-10 11 0,-11 1 0,0 8 0,0 3 0,5 2 0,0 1 0,0 0 0,0 1 0,0 0 0,0 0 0,0 0 0,1 1 0,0 0 0,-1 0 0,1 1 0,-6 4 0,-6 4 0,10-7 0,0 0 0,0 0 0,1 1 0,0 0 0,0 0 0,0 1 0,1 0 0,0 0 0,-10 16 0,13-14 0,-1 3 0,0-1 0,13-1 0,5-6 0,0-8 0,-1-1 0,1-1 0,-1 1 0,0-2 0,-1 0 0,0-1 0,0 0 0,0 0 0,-1-1 0,-1-1 0,19-21 0,-26 27 0,0 0 0,0 0 0,-1 0 0,0 0 0,0-1 0,2-8 0,-3 12 0,3-11 0,-9-1 0,-1 3 0,-5 2 0,-4 5 0,-13 6 0,23 2 0,2-2 0,-8 1 0,-15 11 0,-11 28 0,30-34 0,3 1-239,3-8-2277,5 13 2591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4:14.09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1148,'0'0'1532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4:14.8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113 77 4076,'2'-4'10905,"-23"32"-5253,18-23-5169,2-3 469,3-6 4917,2-2-5771,1-1 0,0 1 0,0 0 0,1 0 0,0 0 0,0 1 0,9-6 0,-14 10 19,3-6 496,1-1 41,-8 6 1987,-5 5-2639,0 1 0,0-1 0,0 2 0,1-1 0,0 1 0,0 0-1,0 0 1,0 1 0,1 0 0,-9 10 0,0 1-2,10-10 0,-1-1 0,1 1 0,0 0 0,0 0 0,1 0 0,0 1 0,1-1 0,-6 17 0,8-11 0,3 1 0,9-7 0,6-11 0,-7 0 0,0-2 0,-1 1 0,1-1 0,-2-1 0,1 1 0,-1-2 0,0 1 0,0-1 0,-1 0 0,12-17 0,-15 23 0,4-29 0,-7 16 0,-3 3 0,-10 9 0,-8 13 0,15-5 0,-2 0 0,1 1 0,0 0 0,1 0 0,-1 1 0,1 0 0,0 0 0,1 0 0,0 0 0,0 1 0,-5 13 0,5-10 0,5-2 0,-1-8 0,1-1 0,-1 0 0,0 1 0,1-1 0,-1 0 0,1 0 0,-1 1 0,1-1 0,-1 0 0,0 0 0,1 0 0,-1 0 0,1 1 0,-1-1 0,1 0 0,-1 0 0,1 0 0,-1 0 0,1 0 0,-1 0 0,1 0 0,-1-1 0,1 1 0,-1 0 0,1 0 0,-1 0 0,1-1 0,12-5 0,-1-1 0,0 0 0,0-1 0,-1 0 0,0-1 0,10-10 0,20-14 0,-36 28 0,0 1 0,0-1 0,-1 0 0,1 0 0,5-10 0,0 1 0,-5 5 0,-5-5 0,-5 1 0,-4 6 0,-12 7 0,13 2 0,0 1 0,0-1 0,0 1 0,0 1 0,1-1 0,-1 1 0,1 1 0,0-1 0,0 1 0,1 0 0,-1 1 0,-7 8 0,5-5 0,8-9 0,0 1 0,-1 0 0,1 0 0,0 0 0,0 0 0,0 0 0,0 0 0,1 0 0,-1 0 0,0 0 0,0 0 0,1 0 0,-1 1 0,0-1 0,1 0 0,0 0 0,-1 1 0,0 1 0,-1 6 0,2 3 0,2 1 0,8-6 0,3-4 0,4-3 0,0-2 0,-3 0 0,-4 1-88,-8 0-444,-2 1 474,-1 0 0,1-1 1,-1 1-1,1-1 0,-1 1 0,1 0 1,-1-1-1,0 1 0,1 0 0,-1 0 1,1-1-1,-1 1 0,0 0 0,1 0 0,-1 0 1,1 0-1,-1 0 0,0 0 0,1 0 1,-1 0-1,0 0 0,1 0 0,-1 0 1,1 0-1,-1 0 0,0 1 0,0-1 0,0 0-47,0 1-1,0-1 0,0 0 1,1 0-1,-1 1 0,0-1 1,0 0-1,0 0 0,0 0 1,0 0-1,0-1 0,0 1 0,0 0 1,0 0-1,0 0 0,0-1 1,0 1-1,1-1 0,-1 1 1,0 0-1,0-1 0,-1 0 1,-8-11-4641,10 5 651,1-1-3383,3-6 854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47.9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349 11 1192 0 0,'3'-1'1659'0'0,"18"-8"28104"0"0,-73 47-29686 0 0,-74 73-1 0 0,-15 48-76 0 0,139-156 0 0 0,-36 51 0 0 0,32-43 0 0 0,2-26-2948 0 0,1-19-6103 0 0,4 28 1193 0 0,-1-11 601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48.31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9 584 0 0,'10'-8'28051'0'0,"24"110"-25152"0"0,-10-26-1666 0 0,-18-58-1233 0 0,1 1 0 0 0,1-1 0 0 0,1 0 0 0 0,0-1 0 0 0,1 0 0 0 0,21 27 0 0 0,-5-7 0 0 0,-20-29-23 0 0,-5-7-527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48.79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 44 336 0 0,'0'0'7950'0'0,"-20"22"14444"0"0,16-18-21104 0 0,4-3-1265 0 0,0-1 1 0 0,0 1 0 0 0,0 0-1 0 0,0-1 1 0 0,0 1 0 0 0,1 0 0 0 0,-1-1-1 0 0,0 1 1 0 0,0 0 0 0 0,0-1 0 0 0,1 1-1 0 0,-1-1 1 0 0,0 1 0 0 0,1-1-1 0 0,-1 1 1 0 0,1-1 0 0 0,-1 1 0 0 0,0-1-1 0 0,1 1 1 0 0,-1-1 0 0 0,1 1 0 0 0,-1-1-1 0 0,1 0 1 0 0,0 1 0 0 0,-1-1-1 0 0,1 0 1 0 0,-1 1 0 0 0,1-1 0 0 0,-1 0-1 0 0,2 1 1 0 0,10 1-26 0 0,2-1 0 0 0,-4-1 0 0 0,0-1 0 0 0,0 0 0 0 0,0 0 0 0 0,0-1 0 0 0,0 0 0 0 0,0-1 0 0 0,0 0 0 0 0,-1 0 0 0 0,10-6 0 0 0,13-4 0 0 0,-7 5 0 0 0,5-2 0 0 0,44-22 0 0 0,-78 33-3798 0 0,-40 17-14001 0 0,31-12 11517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49.2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 48 596 0 0,'0'0'1610'0'0,"-4"8"811"0"0,4-3 3249 0 0,0-4-5496 0 0,1 0 0 0 0,0 0 1 0 0,0 0-1 0 0,-1 0 0 0 0,1 0 0 0 0,0 0 1 0 0,0 0-1 0 0,0 0 0 0 0,0 0 0 0 0,0-1 0 0 0,0 1 1 0 0,0 0-1 0 0,0-1 0 0 0,0 1 0 0 0,1-1 1 0 0,-1 1-1 0 0,0-1 0 0 0,0 1 0 0 0,1-1 1 0 0,-1 0-1 0 0,0 1 0 0 0,0-1 0 0 0,1 0 0 0 0,-1 0 1 0 0,0 0-1 0 0,0 0 0 0 0,1 0 0 0 0,-1-1 1 0 0,0 1-1 0 0,2-1 0 0 0,53-12 3648 0 0,-29 6-2523 0 0,40-12 1320 0 0,25-4 1663 0 0,-33 19 755 0 0,-44 1-5027 0 0,-12 1-10 0 0,-5 2 0 0 0,-6 3-101 0 0,-26 6-5201 0 0,23-12-3706 0 0,6 0 6077 0 0,-12-6-5741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1.28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283 14 176 0 0,'3'-11'32534'0'0,"-23"9"-32477"0"0,14 2-57 0 0,1 1 0 0 0,-1 0 0 0 0,1 0 0 0 0,-1 0 0 0 0,1 0 0 0 0,0 1 0 0 0,0 0 0 0 0,0 0 0 0 0,0 0 0 0 0,0 1 0 0 0,0 0 0 0 0,1 0 0 0 0,-1 0 0 0 0,1 0 0 0 0,0 1 0 0 0,-5 4 0 0 0,3-2 0 0 0,-12 9 0 0 0,0 2 0 0 0,1 0 0 0 0,1 1 0 0 0,1 0 0 0 0,1 1 0 0 0,0 1 0 0 0,1 1 0 0 0,1-1 0 0 0,-12 31 0 0 0,23-48 0 0 0,-1 1 0 0 0,1 0 0 0 0,-1 0 0 0 0,1 0 0 0 0,0-1 0 0 0,1 1 0 0 0,-1 0 0 0 0,1 0 0 0 0,-1 1 0 0 0,1-1 0 0 0,0 0 0 0 0,1 0 0 0 0,-1 0 0 0 0,1 0 0 0 0,0 0 0 0 0,0 0 0 0 0,0-1 0 0 0,0 1 0 0 0,1 0 0 0 0,-1 0 0 0 0,1-1 0 0 0,0 1 0 0 0,0-1 0 0 0,1 1 0 0 0,-1-1 0 0 0,1 0 0 0 0,-1 0 0 0 0,1 0 0 0 0,4 3 0 0 0,-2-3 0 0 0,0 1 0 0 0,0-1 0 0 0,0-1 0 0 0,1 1 0 0 0,-1-1 0 0 0,1 1 0 0 0,0-2 0 0 0,0 1 0 0 0,0-1 0 0 0,0 0 0 0 0,0 0 0 0 0,0 0 0 0 0,0-1 0 0 0,0 0 0 0 0,0 0 0 0 0,0-1 0 0 0,0 1 0 0 0,9-4 0 0 0,3-1 0 0 0,1 0 0 0 0,-1-2 0 0 0,-1 0 0 0 0,1-1 0 0 0,-1-1 0 0 0,-1-1 0 0 0,0 0 0 0 0,0-1 0 0 0,-1-1 0 0 0,0 0 0 0 0,-1-1 0 0 0,0 0 0 0 0,-1-1 0 0 0,-1-1 0 0 0,15-23 0 0 0,-23 31 0 0 0,0-1 0 0 0,-1 1 0 0 0,0-1 0 0 0,0 0 0 0 0,0 0 0 0 0,-1 0 0 0 0,1-13 0 0 0,-3 20 0 0 0,1 0 0 0 0,-1 0 0 0 0,0 0 0 0 0,0-1 0 0 0,0 1 0 0 0,0 0 0 0 0,0 0 0 0 0,0-1 0 0 0,0 1 0 0 0,-1 0 0 0 0,1 0 0 0 0,0 0 0 0 0,-1-1 0 0 0,1 1 0 0 0,-1 0 0 0 0,1 0 0 0 0,-1 0 0 0 0,1 0 0 0 0,-1 0 0 0 0,0 0 0 0 0,-1-1 0 0 0,0-2 0 0 0,1 3 0 0 0,-9-19 0 0 0,8 19 0 0 0,-1 0 0 0 0,1-1 0 0 0,-1 1 0 0 0,1 0 0 0 0,-1 0 0 0 0,0 1 0 0 0,1-1 0 0 0,-1 0 0 0 0,0 1 0 0 0,0 0 0 0 0,1 0 0 0 0,-1-1 0 0 0,-4 2 0 0 0,1-2 0 0 0,-1 1 0 0 0,0 1 0 0 0,1-1 0 0 0,-1 1 0 0 0,0 0 0 0 0,1 1 0 0 0,-1-1 0 0 0,1 1 0 0 0,0 0 0 0 0,0 1 0 0 0,0 0 0 0 0,0 0 0 0 0,0 0 0 0 0,0 1 0 0 0,1-1 0 0 0,-1 1 0 0 0,1 1 0 0 0,-8 8 0 0 0,4-3 0 0 0,9 3 0 0 0,17-1-1754 0 0,-2-6-2942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1.64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81 1 2172 0 0,'0'0'24596'0'0,"-5"3"-22711"0"0,1-2-1309 0 0,2 0-421 0 0,1-1 1 0 0,-1 1-1 0 0,1-1 1 0 0,-1 1-1 0 0,1 0 1 0 0,-1-1-1 0 0,1 1 1 0 0,-1 0-1 0 0,1 0 1 0 0,0 0-1 0 0,0 0 1 0 0,0 0 0 0 0,-1 1-1 0 0,1-1 1 0 0,0 0-1 0 0,0 0 1 0 0,1 1-1 0 0,-1-1 1 0 0,0 1-1 0 0,0-1 1 0 0,0 3-1 0 0,-9 9-10 0 0,-5 17-173 0 0,9-18 28 0 0,4-2 0 0 0,-3-2 0 0 0,0 0-144 0 0,6-10-318 0 0,0-1 0 0 0,0 0 0 0 0,-1 1 1 0 0,1-1-1 0 0,-1 1 0 0 0,1-1 0 0 0,-1 0 0 0 0,0 1 0 0 0,0-1 1 0 0,0-3-1 0 0,0-1-1458 0 0,0-12-7773 0 0,-6 6 740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2.1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177 9 2092 0 0,'0'0'9992'0'0,"-3"-3"-8305"0"0,2 3-1304 0 0,0-1 0 0 0,0 0-1 0 0,-1 0 1 0 0,1 1-1 0 0,-1-1 1 0 0,1 1 0 0 0,0-1-1 0 0,-1 1 1 0 0,1 0 0 0 0,-1 0-1 0 0,1 0 1 0 0,-1-1 0 0 0,1 1-1 0 0,-1 0 1 0 0,1 1-1 0 0,-1-1 1 0 0,1 0 0 0 0,0 0-1 0 0,-1 1 1 0 0,1-1 0 0 0,-1 1-1 0 0,1-1 1 0 0,0 1 0 0 0,-1-1-1 0 0,1 1 1 0 0,0 0-1 0 0,-2 1 1 0 0,-8 3-154 0 0,7-3 441 0 0,1 1 1 0 0,-1-1-1 0 0,1 1 0 0 0,-1 0 0 0 0,1 0 0 0 0,0 1 0 0 0,0-1 0 0 0,1 1 0 0 0,-1-1 0 0 0,1 1 1 0 0,-3 4-1 0 0,-1 1-659 0 0,4 2-11 0 0,-1-2 0 0 0,2 2 0 0 0,1-8 0 0 0,0 0 0 0 0,0-1 0 0 0,1 1 0 0 0,-1-1 0 0 0,1 1 0 0 0,-1 0 0 0 0,1-1 0 0 0,0 1 0 0 0,0-1 0 0 0,0 0 0 0 0,0 1 0 0 0,0-1 0 0 0,1 0 0 0 0,-1 1 0 0 0,1-1 0 0 0,-1 0 0 0 0,1 0 0 0 0,0 0 0 0 0,0-1 0 0 0,0 1 0 0 0,0 0 0 0 0,3 1 0 0 0,2 1 0 0 0,1 0 0 0 0,-1-1 0 0 0,1 0 0 0 0,0 0 0 0 0,10 2 0 0 0,10 3 0 0 0,15 7 0 0 0,-36-14 0 0 0,0 1 0 0 0,1 0 0 0 0,-1 1 0 0 0,0 0 0 0 0,0 0 0 0 0,0 0 0 0 0,-1 1 0 0 0,1 0 0 0 0,-1 0 0 0 0,0 1 0 0 0,0-1 0 0 0,-1 1 0 0 0,1 1 0 0 0,-1-1 0 0 0,6 9 0 0 0,-7-4 0 0 0,-1 5 0 0 0,-7 0 0 0 0,2-10 0 0 0,-1-1 0 0 0,1 0 0 0 0,-1 1 0 0 0,1-1 0 0 0,-1 0 0 0 0,-1-1 0 0 0,1 1 0 0 0,0 0 0 0 0,-1-1 0 0 0,0 0 0 0 0,0 0 0 0 0,0 0 0 0 0,0 0 0 0 0,0-1 0 0 0,-1 0 0 0 0,1 1 0 0 0,-1-2 0 0 0,1 1 0 0 0,-1 0 0 0 0,0-1 0 0 0,0 0 0 0 0,1 0 0 0 0,-1 0 0 0 0,0-1 0 0 0,0 0 0 0 0,-8 0 0 0 0,-14-1 0 0 0,-1-1 0 0 0,1-1 0 0 0,-43-12 0 0 0,45 10 0 0 0,11 2 0 0 0,-3-2 0 0 0,5-1 0 0 0,7-5-354 0 0,9 3 539 0 0,7-13-8809 0 0,-3 7-1381 0 0,-3 5 2149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2.5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59 1984 0 0,'6'-1'441'0'0,"6"0"11011"0"0,-8 1-9616 0 0,-2 0 136 0 0,3 0-125 0 0,45 0 783 0 0,-1-2 1 0 0,0-3-1 0 0,0-1 1 0 0,50-14-1 0 0,-84 17-2547 0 0,-12 4-83 0 0,24-16 0 0 0,-20 10-38 0 0,-8 6-1 0 0,1-1 1 0 0,-1 0-1 0 0,1 0 0 0 0,-1 1 0 0 0,1-1 1 0 0,-1 0-1 0 0,0 0 0 0 0,1 0 1 0 0,-1 1-1 0 0,1-1 0 0 0,-1 0 0 0 0,0 0 1 0 0,1 0-1 0 0,-1 0 0 0 0,0 0 1 0 0,1 0-1 0 0,-1 0 0 0 0,0-1 0 0 0,1 1 1 0 0,-1 0-1 0 0,1 0 0 0 0,-2-1 1 0 0,0 1-164 0 0,1-1 1 0 0,-1 1 0 0 0,1-1 0 0 0,-1 1 0 0 0,0 0 0 0 0,1 0 0 0 0,-1 0 0 0 0,0 0 0 0 0,1 0 0 0 0,-1 0 0 0 0,0 0 0 0 0,1 1-1 0 0,-3-1 1 0 0,-17 4-2223 0 0,-3 1-4618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7.46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106 6 1368 0 0,'-10'-6'31163'0'0,"4"12"-31132"0"0,1 1 0 0 0,0-1 0 0 0,1 1 0 0 0,0 0 0 0 0,0 0 1 0 0,0 0-1 0 0,1 1 0 0 0,-5 15 0 0 0,-13 73-42 0 0,8-28-22 0 0,12-26 33 0 0,2-31 0 0 0,-1-10 0 0 0,0-1 0 0 0,0 0 0 0 0,0 0 0 0 0,0 0 0 0 0,0 0 0 0 0,0 1 0 0 0,0-1 0 0 0,0 0 0 0 0,0 0 0 0 0,0 0 0 0 0,0 0 0 0 0,1 1 0 0 0,-1-1 0 0 0,0 0 0 0 0,0 0 0 0 0,0 0 0 0 0,0 0 0 0 0,0 1 0 0 0,0-1 0 0 0,0 0 0 0 0,1 0 0 0 0,-1 0 0 0 0,0 0 0 0 0,0 0 0 0 0,0 0 0 0 0,0 0 0 0 0,1 0 0 0 0,-1 0 0 0 0,0 1 0 0 0,0-1 0 0 0,0 0 0 0 0,0 0 0 0 0,1 0 0 0 0,-1 0 0 0 0,0 0 0 0 0,0 0 0 0 0,0 0 0 0 0,0 0 0 0 0,1 0 0 0 0,-1 0 0 0 0,0 0 0 0 0,0 0 0 0 0,0 0 0 0 0,1 0 0 0 0,-1-1 0 0 0,0 1 0 0 0,0 0 0 0 0,0 0 0 0 0,0 0 0 0 0,1 0 0 0 0,-1 0 0 0 0,2-3-131 0 0,-1 1 1 0 0,1-1-1 0 0,-1 1 1 0 0,1-1-1 0 0,-1 0 1 0 0,0 1-1 0 0,0-1 1 0 0,-1 0-1 0 0,1 0 1 0 0,0 0-1 0 0,-1 0 1 0 0,0 0-1 0 0,1 0 1 0 0,-1 0-1 0 0,0 0 1 0 0,-1 0-1 0 0,0-3 0 0 0,1 0-560 0 0,-1 0 0 0 0,0 0-1 0 0,-1 0 1 0 0,1 0 0 0 0,-1 1 0 0 0,-1-1-1 0 0,1 0 1 0 0,-6-8 0 0 0,2 6-8466 0 0,-5 0 699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7.6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82 560 0 0,'0'0'545'0'0,"1"1"1"0"0,-1-1-1 0 0,0 1 0 0 0,0-1 1 0 0,0 1-1 0 0,0-1 0 0 0,1 1 1 0 0,-1-1-1 0 0,0 1 0 0 0,1-1 1 0 0,-1 1-1 0 0,0-1 1 0 0,1 0-1 0 0,-1 1 0 0 0,0-1 1 0 0,1 1-1 0 0,-1-1 0 0 0,1 0 1 0 0,-1 1-1 0 0,1-1 0 0 0,-1 0 1 0 0,0 0-1 0 0,1 1 0 0 0,-1-1 1 0 0,1 0-1 0 0,-1 0 0 0 0,1 0 1 0 0,0 0-1 0 0,0 0 0 0 0,26 3 6018 0 0,34-9-4726 0 0,-49 4 356 0 0,56-1 7 0 0,-33 3-673 0 0,56-9 0 0 0,-76 6-1527 0 0,-1-1 0 0 0,15-12-2654 0 0,-5-8-7115 0 0,-3 2 1249 0 0,-15 17 1872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8.31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169 23 36 0 0,'0'0'1316'0'0,"42"-22"29207"0"0,-49 24-29771 0 0,-22 7-612 0 0,14-5-140 0 0,1-1 0 0 0,5 3 0 0 0,-3 0 0 0 0,-20 5 0 0 0,25-9 0 0 0,0 0 0 0 0,0 1 0 0 0,0 0 0 0 0,0 0 0 0 0,1 0 0 0 0,-9 7 0 0 0,4-3 0 0 0,5 1 0 0 0,2 2 0 0 0,14 5 0 0 0,-4-11 0 0 0,0-1 0 0 0,0 0 0 0 0,0-1 0 0 0,0 1 0 0 0,1-1 0 0 0,-1-1 0 0 0,1 1 0 0 0,-1-1 0 0 0,1 0 0 0 0,8 0 0 0 0,-7 0 0 0 0,0 0 0 0 0,0 0 0 0 0,0 0 0 0 0,0 1 0 0 0,-1 1 0 0 0,15 5 0 0 0,-15-4 0 0 0,-1-1 0 0 0,0 1 0 0 0,0 0 0 0 0,0 1 0 0 0,0-1 0 0 0,-1 1 0 0 0,0 0 0 0 0,0 1 0 0 0,0-1 0 0 0,8 13 0 0 0,-11-14 0 0 0,1 1 0 0 0,-1-1 0 0 0,0 1 0 0 0,0-1 0 0 0,-1 1 0 0 0,0 0 0 0 0,1 0 0 0 0,-2 0 0 0 0,1-1 0 0 0,0 1 0 0 0,-1 0 0 0 0,0 0 0 0 0,0 0 0 0 0,-1 0 0 0 0,1 0 0 0 0,-1 0 0 0 0,0 0 0 0 0,0 0 0 0 0,-1-1 0 0 0,0 1 0 0 0,1 0 0 0 0,-1-1 0 0 0,-1 1 0 0 0,1-1 0 0 0,-1 0 0 0 0,0 0 0 0 0,0 0 0 0 0,0 0 0 0 0,-5 5 0 0 0,6-8 0 0 0,-1 2 0 0 0,0-1 0 0 0,-1 1 0 0 0,1-1 0 0 0,0 0 0 0 0,-1 0 0 0 0,1 0 0 0 0,-1-1 0 0 0,0 1 0 0 0,0-1 0 0 0,0 0 0 0 0,0 0 0 0 0,1 0 0 0 0,-1-1 0 0 0,0 1 0 0 0,0-1 0 0 0,0 0 0 0 0,0 0 0 0 0,0-1 0 0 0,0 1 0 0 0,0-1 0 0 0,-6-1 0 0 0,-6 0 0 0 0,9 1 0 0 0,-1 0 0 0 0,1 0 0 0 0,0-1 0 0 0,0 0 0 0 0,0 0 0 0 0,1-1 0 0 0,-1 0 0 0 0,0 0 0 0 0,1-1 0 0 0,0 1 0 0 0,0-1 0 0 0,0-1 0 0 0,0 1 0 0 0,-5-6 0 0 0,5 2 0 0 0,-1 0 0 0 0,7 1 0 0 0,15 4-377 0 0,-11 2-1981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8.9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49 5 1708 0 0,'4'-5'31002'0'0,"-10"16"-30994"0"0,1 0 0 0 0,0 1-1 0 0,1-1 1 0 0,1 1 0 0 0,-1 0 0 0 0,2 0-1 0 0,0 0 1 0 0,-1 17 0 0 0,0-9-12 0 0,0 0-1 0 0,-9 27 1 0 0,11-36 4 0 0,1 5 0 0 0,0-4 0 0 0,0 0 0 0 0,1-1 0 0 0,6-3 0 0 0,3-2-160 0 0,-8-5-785 0 0,2-21-18909 0 0,-3 16 13214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9.4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 1 120 0 0,'-1'0'16686'0'0,"-18"6"-1494"0"0,20 1-14542 0 0,16 9-531 0 0,-10-13-119 0 0,-1-1 0 0 0,1 0 0 0 0,0 0 0 0 0,-1 0 0 0 0,1-1 0 0 0,0 0 0 0 0,0-1 0 0 0,0 0 0 0 0,0 0 0 0 0,0 0 0 0 0,0-1 0 0 0,7-1 0 0 0,4 1 0 0 0,7-3 0 0 0,-8 0 0 0 0,-1 1 0 0 0,1 1 0 0 0,31-1 0 0 0,-38 4-68 0 0,-8-1-718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0.88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39 8 492 0 0,'-3'-7'25284'0'0,"1"11"-24905"0"0,-1 0 1 0 0,2 0-1 0 0,-1 1 1 0 0,0-1-1 0 0,1 1 0 0 0,0 0 1 0 0,0-1-1 0 0,0 1 1 0 0,1 0-1 0 0,0 8 1 0 0,-3 18 1136 0 0,-1 57-695 0 0,4-66-661 0 0,-1-1 0 0 0,-4 32 0 0 0,4-36-160 0 0,2-11 0 0 0,-1-1 0 0 0,1 1 0 0 0,-2-1 0 0 0,1 1 0 0 0,0-1 0 0 0,-1 1 0 0 0,0-1 0 0 0,0 0 0 0 0,-4 9 0 0 0,4 1 0 0 0,1-4 0 0 0,0-1-265 0 0,6-32-2648 0 0,3-11-5341 0 0,-9 26 2853 0 0,2 2 2609 0 0,0 0 418 0 0,-1-5-3678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1.60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 29 996 0 0,'0'0'5653'0'0,"-2"-5"-4136"0"0,2 4-572 0 0,-1 0-1 0 0,1 1 1 0 0,0-1-1 0 0,0 0 1 0 0,-1 0 0 0 0,1 0-1 0 0,0 0 1 0 0,0 0-1 0 0,0 0 1 0 0,0 1 0 0 0,0-1-1 0 0,0 0 1 0 0,0 0-1 0 0,0 0 1 0 0,0 0-1 0 0,0 0 1 0 0,0 0 0 0 0,1 0-1 0 0,0-1 1 0 0,26-1-311 0 0,-1 2 1 0 0,1 1-1 0 0,0 1 0 0 0,0 1 1 0 0,0 1-1 0 0,-1 2 0 0 0,1 0 1 0 0,26 10-1 0 0,-52-14-634 0 0,0 0 0 0 0,0 0 0 0 0,0 0 0 0 0,0 1 0 0 0,0-1 0 0 0,0 0 0 0 0,0 0 0 0 0,0 0 0 0 0,-1 1 0 0 0,1-1 0 0 0,-1 1 0 0 0,1-1 0 0 0,-1 0 0 0 0,1 1 0 0 0,-1-1 0 0 0,0 1 0 0 0,0-1 0 0 0,1 1 0 0 0,-1-1 0 0 0,0 1 0 0 0,-1 2 0 0 0,-2 3 0 0 0,0 1 0 0 0,-1-1 0 0 0,0 0 0 0 0,0 0 0 0 0,-1-1 0 0 0,0 1 0 0 0,0-1 0 0 0,0 0 0 0 0,-1 0 0 0 0,0-1 0 0 0,-10 8 0 0 0,-19 14 0 0 0,-38 23 0 0 0,36-26 0 0 0,-41 34 0 0 0,71-52 0 0 0,-4 1 0 0 0,11-7 0 0 0,0 0 0 0 0,0 1 0 0 0,0-1 0 0 0,0 0 0 0 0,-1 0 0 0 0,1 1 0 0 0,0-1 0 0 0,0 0 0 0 0,0 1 0 0 0,0-1 0 0 0,0 0 0 0 0,0 0 0 0 0,0 1 0 0 0,0-1 0 0 0,0 0 0 0 0,0 1 0 0 0,0-1 0 0 0,0 0 0 0 0,0 0 0 0 0,0 1 0 0 0,0-1 0 0 0,0 0 0 0 0,0 1 0 0 0,0-1 0 0 0,0 0 0 0 0,0 0 0 0 0,1 1 0 0 0,-1-1 0 0 0,0 0 0 0 0,0 0 0 0 0,0 1 0 0 0,0-1 0 0 0,1 0 0 0 0,-1 0 0 0 0,0 1 0 0 0,11 2 0 0 0,-1 0 0 0 0,1-1 0 0 0,-1-1 0 0 0,12 1 0 0 0,-13-1 0 0 0,0-1 0 0 0,-1 1 0 0 0,1 0 0 0 0,0 1 0 0 0,0 0 0 0 0,-1 0 0 0 0,1 1 0 0 0,-1 0 0 0 0,0 0 0 0 0,16 10 0 0 0,-18-8 0 0 0,0 0 0 0 0,-1 0 0 0 0,1 1 0 0 0,-1-1 0 0 0,0 1 0 0 0,-1 1 0 0 0,1-1 0 0 0,-1 1 0 0 0,-1-1 0 0 0,1 1 0 0 0,-1 0 0 0 0,0 1 0 0 0,-1-1 0 0 0,3 12 0 0 0,-3-4 0 0 0,1-4 0 0 0,0-3 0 0 0,7-4 0 0 0,4-6 0 0 0,2-5 0 0 0,-10-1 0 0 0,-4-12 18 0 0,-3 18-299 0 0,1-1-1114 0 0,-20 2-17495 0 0,15 1 12019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4.3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98 5 1760 0 0,'0'0'18337'0'0,"-5"-1"-17533"0"0,-19-2 10810 0 0,22 3-11393 0 0,-9 0-190 0 0,0 13-31 0 0,8-6 0 0 0,1 0 0 0 0,1 0 0 0 0,-1 1 0 0 0,1-1 0 0 0,0 9 0 0 0,-3 18 0 0 0,-4-4 0 0 0,-14 81 0 0 0,22-96 0 0 0,0-1 0 0 0,0-3 0 0 0,8-9-187 0 0,9-10-911 0 0,-13 6-869 0 0,-4-9-5758 0 0,7-3-8665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4.82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1992 0 0,'0'0'29301'0'0,"1"4"-28371"0"0,-1-2-913 0 0,1 0 0 0 0,0 0 0 0 0,0 0 0 0 0,0-1 0 0 0,0 1 0 0 0,0 0 0 0 0,0 0 0 0 0,0-1 0 0 0,1 1 0 0 0,-1 0 0 0 0,0-1 0 0 0,1 1 0 0 0,-1-1 0 0 0,1 0 0 0 0,0 1 0 0 0,0-1 0 0 0,-1 0 0 0 0,1 0 0 0 0,0 0 0 0 0,0 0 0 0 0,0-1 0 0 0,0 1 0 0 0,0 0 0 0 0,0-1 0 0 0,0 1 0 0 0,0-1 0 0 0,0 0 0 0 0,0 0 0 0 0,0 0 0 0 0,0 0 0 0 0,3 0 0 0 0,11 2-17 0 0,0-1 0 0 0,1 0 0 0 0,-1-1 0 0 0,1-1 0 0 0,-1-1 0 0 0,0 0 0 0 0,24-7 0 0 0,-7 3 0 0 0,-6-1 0 0 0,-18 4 0 0 0,1 0 0 0 0,0 1 0 0 0,-1 0 0 0 0,18-1 0 0 0,-26 3 0 0 0,5 0 0 0 0,-7 2 0 0 0,-18 10 0 0 0,9-5 0 0 0,4-2-156 0 0,5-4-1353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6.7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 88 52 0 0,'1'1'151'0'0,"10"19"10949"0"0,-11-18-6958 0 0,4 28 3985 0 0,0 1-3085 0 0,-4-29-4563 0 0,0 40 2539 0 0,1-23-2723 0 0,2 88 66 0 0,-1-95-361 0 0,0-8 0 0 0,-1-5 0 0 0,-5-26 0 0 0,-1 12 0 0 0,3 4 0 0 0,-3 0 0 0 0,-1 0 0 0 0,0-1 0 0 0,4 1 0 0 0,-1-2 0 0 0,2 9 0 0 0,1 1 0 0 0,-1-1 0 0 0,1 0 0 0 0,0 1 0 0 0,0-1 0 0 0,0 0 0 0 0,1 0 0 0 0,-1 1 0 0 0,1-1 0 0 0,0 1 0 0 0,0-1 0 0 0,0 1 0 0 0,0-1 0 0 0,1 1 0 0 0,-1-1 0 0 0,1 1 0 0 0,3-5 0 0 0,9-22 0 0 0,-12 23 0 0 0,2-1 0 0 0,-1 1 0 0 0,1 0 0 0 0,0 0 0 0 0,0 0 0 0 0,1 1 0 0 0,0-1 0 0 0,0 1 0 0 0,8-6 0 0 0,8-13 0 0 0,29-19 0 0 0,-44 41 0 0 0,4 12 0 0 0,-1 1 0 0 0,1-3 0 0 0,-3-1 0 0 0,0 3 0 0 0,-3-4-57 0 0,-3-4-497 0 0,6 1-9300 0 0,-1-1 6966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7.1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142 1 648 0 0,'6'0'-209'0'0,"12"1"19212"0"0,-22 3-17760 0 0,-85 68 8591 0 0,80-62-9600 0 0,1 0 0 0 0,0 1 0 0 0,0 0 0 0 0,1 0 0 0 0,-10 21 0 0 0,15-27-185 0 0,-1 0 1 0 0,1 0 0 0 0,0 1-1 0 0,1-1 1 0 0,-1 0 0 0 0,1 1-1 0 0,0-1 1 0 0,1 1 0 0 0,-1-1-1 0 0,1 1 1 0 0,0 0 0 0 0,0-1-1 0 0,1 1 1 0 0,-1-1 0 0 0,1 1-1 0 0,2 5 1 0 0,-1-9-50 0 0,-1 0 0 0 0,1 0 0 0 0,-1-1 0 0 0,1 1 0 0 0,0 0 0 0 0,0 0 0 0 0,0-1 0 0 0,0 0 0 0 0,0 1 0 0 0,0-1 0 0 0,0 0 0 0 0,0 0 0 0 0,0 0 0 0 0,1 0 0 0 0,-1 0 0 0 0,0 0 0 0 0,1-1 0 0 0,-1 1 0 0 0,1-1 0 0 0,-1 0 0 0 0,1 0 0 0 0,-1 0 0 0 0,1 0 0 0 0,-1 0 0 0 0,0 0 0 0 0,5-1 0 0 0,2 0 0 0 0,1-1 0 0 0,0 0 0 0 0,-1 0 0 0 0,1-1 0 0 0,9-4 0 0 0,-14 5 0 0 0,8-4 0 0 0,-1 1 0 0 0,0-2 0 0 0,0 0 0 0 0,17-13 0 0 0,-26 17 0 0 0,1 0 0 0 0,-1 0 0 0 0,1-1 0 0 0,-1 0 0 0 0,0 1 0 0 0,-1-1 0 0 0,1-1 0 0 0,-1 1 0 0 0,1 0 0 0 0,-1 0 0 0 0,-1-1 0 0 0,1 1 0 0 0,-1-1 0 0 0,1 0 0 0 0,-1 1 0 0 0,0-1 0 0 0,-1 0 0 0 0,1-8 0 0 0,-2-3 0 0 0,-3 2 0 0 0,4 14 0 0 0,-1-2 0 0 0,1 1 0 0 0,0 0 0 0 0,0 0 0 0 0,-1-1 0 0 0,1 1 0 0 0,0 0 0 0 0,-1 0 0 0 0,0 0 0 0 0,1 0 0 0 0,-1 0 0 0 0,1 0 0 0 0,-1 0 0 0 0,0 0 0 0 0,0 0 0 0 0,0 0 0 0 0,0 0 0 0 0,1 0 0 0 0,-1 0 0 0 0,0 1 0 0 0,0-1 0 0 0,0 0 0 0 0,-3 0 0 0 0,-4-3 0 0 0,-4 1 0 0 0,-5 0 0 0 0,4 0 0 0 0,7 0-293 0 0,4 2-1288 0 0,6 0-3731 0 0,12-4 2421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7.8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85 1 956 0 0,'0'1'2783'0'0,"-2"11"7409"0"0,-4-7-8284 0 0,0 0-1 0 0,0 0 0 0 0,0-1 0 0 0,0 1 1 0 0,-9 3-1 0 0,-10 22 4280 0 0,17-10-4982 0 0,3-7-1205 0 0,5 0 0 0 0,5-1 0 0 0,0-2 0 0 0,-5-9 0 0 0,0 0 0 0 0,0-1 0 0 0,1 1 0 0 0,-1 0 0 0 0,0-1 0 0 0,1 1 0 0 0,-1-1 0 0 0,0 1 0 0 0,1-1 0 0 0,-1 1 0 0 0,1-1 0 0 0,-1 1 0 0 0,0-1 0 0 0,1 1 0 0 0,0-1 0 0 0,-1 0 0 0 0,1 1 0 0 0,-1-1 0 0 0,1 0 0 0 0,-1 1 0 0 0,1-1 0 0 0,1 1 0 0 0,2 0 0 0 0,8 2 0 0 0,-8-2 0 0 0,1-1 0 0 0,-1 0 0 0 0,0 1 0 0 0,1-2 0 0 0,-1 1 0 0 0,0 0 0 0 0,0-1 0 0 0,1 0 0 0 0,-1 0 0 0 0,0 0 0 0 0,0 0 0 0 0,0-1 0 0 0,0 0 0 0 0,0 1 0 0 0,7-6 0 0 0,3-1 0 0 0,1 2 0 0 0,-8 4 0 0 0,-1-1 0 0 0,0 0 0 0 0,0-1 0 0 0,0 1 0 0 0,0-1 0 0 0,0 0 0 0 0,-1-1 0 0 0,0 1 0 0 0,5-6 0 0 0,-3 3 0 0 0,-7 6 0 0 0,0 1 0 0 0,0 0 0 0 0,1 0 0 0 0,-1 0 0 0 0,0 0 0 0 0,0 0 0 0 0,0 0 0 0 0,0 0 0 0 0,0 0 0 0 0,0 0 0 0 0,0-1 0 0 0,0 1 0 0 0,1 0 0 0 0,-1 0 0 0 0,0 0 0 0 0,0 0 0 0 0,0 0 0 0 0,0 0 0 0 0,0 0 0 0 0,0-1 0 0 0,0 1 0 0 0,0 0 0 0 0,0 0 0 0 0,0 0 0 0 0,0 0 0 0 0,0 0 0 0 0,0-1 0 0 0,0 1 0 0 0,0 0 0 0 0,0 0 0 0 0,0 0 0 0 0,0 0 0 0 0,0 0 0 0 0,0 0 0 0 0,0-1 0 0 0,0 1 0 0 0,0 0 0 0 0,0 0 0 0 0,0 0 0 0 0,0 0 0 0 0,0 0 0 0 0,0 0 0 0 0,0-1 0 0 0,0 1 0 0 0,0 0 0 0 0,0 0 0 0 0,-1 0 0 0 0,1 0 0 0 0,0 0 0 0 0,0 0 0 0 0,0 0 0 0 0,0 0 0 0 0,0-1 0 0 0,0 1 0 0 0,0 0 0 0 0,-1 0 0 0 0,-23-1 0 0 0,20 3 0 0 0,-1-1 0 0 0,1 1 0 0 0,-1 0 0 0 0,1 1 0 0 0,0-1 0 0 0,0 1 0 0 0,0-1 0 0 0,0 1 0 0 0,1 0 0 0 0,-1 1 0 0 0,1-1 0 0 0,0 1 0 0 0,-1-1 0 0 0,2 1 0 0 0,-1 0 0 0 0,0 0 0 0 0,-3 8 0 0 0,2 2 0 0 0,3-13 0 0 0,1-1 0 0 0,0 1 0 0 0,-1 0 0 0 0,1-1 0 0 0,0 1 0 0 0,0 0 0 0 0,0 0 0 0 0,0-1 0 0 0,0 1 0 0 0,0 0 0 0 0,0 0 0 0 0,0 0 0 0 0,0-1 0 0 0,0 1 0 0 0,0 0 0 0 0,1-1 0 0 0,-1 1 0 0 0,0 0 0 0 0,0 0 0 0 0,1-1 0 0 0,-1 1 0 0 0,0 0 0 0 0,1-1 0 0 0,-1 1 0 0 0,1 0 0 0 0,-1-1 0 0 0,1 1 0 0 0,-1-1 0 0 0,1 1 0 0 0,-1-1 0 0 0,1 1 0 0 0,0-1 0 0 0,-1 0 0 0 0,1 1 0 0 0,0-1 0 0 0,1 1 0 0 0,0 0 0 0 0,0 0 0 0 0,0 1 0 0 0,0-1 0 0 0,1-1 0 0 0,-1 1 0 0 0,0 0 0 0 0,1 0 0 0 0,-1-1 0 0 0,0 0 0 0 0,1 1 0 0 0,-1-1 0 0 0,1 0 0 0 0,-1 0 0 0 0,1 0 0 0 0,-1-1 0 0 0,0 1 0 0 0,1 0 0 0 0,-1-1 0 0 0,0 0 0 0 0,5-1 0 0 0,-3 1 0 0 0,27-6 0 0 0,-1-1 0 0 0,0-1 0 0 0,0-2 0 0 0,-2-1 0 0 0,38-20 0 0 0,-61 30 0 0 0,18-19 0 0 0,-14 11 0 0 0,-6 0 0 0 0,-2-2 0 0 0,-8 1-345 0 0,5 9-1890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8.26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219 7 1464 0 0,'-2'-6'11843'0'0,"-3"6"-4881"0"0,-10 10-2734 0 0,-5 11-5302 0 0,12-10 3985 0 0,-122 209 3522 0 0,123-205-6433 0 0,1-1 0 0 0,0 1 0 0 0,1 0 0 0 0,1 0 0 0 0,1 1 0 0 0,0 0 0 0 0,1-1 0 0 0,0 1 0 0 0,2 0 0 0 0,1 30 0 0 0,0-42 0 0 0,0 1 0 0 0,0 0 0 0 0,0-1 0 0 0,1 0 0 0 0,-1 1 0 0 0,1-1 0 0 0,0 0 0 0 0,1 0 0 0 0,-1 0 0 0 0,1 0 0 0 0,-1 0 0 0 0,1 0 0 0 0,0-1 0 0 0,0 1 0 0 0,1-1 0 0 0,-1 0 0 0 0,1 0 0 0 0,0 0 0 0 0,0-1 0 0 0,0 1 0 0 0,0-1 0 0 0,0 0 0 0 0,0 0 0 0 0,1 0 0 0 0,-1-1 0 0 0,0 0 0 0 0,1 0 0 0 0,0 0 0 0 0,-1 0 0 0 0,8 0 0 0 0,1 0 0 0 0,-1 0 0 0 0,1-2 0 0 0,-1 1 0 0 0,1-1 0 0 0,-1-1 0 0 0,1 0 0 0 0,-1-1 0 0 0,0-1 0 0 0,0 1 0 0 0,17-9 0 0 0,-4-5 0 0 0,-25 17 0 0 0,0 0 0 0 0,0 0 0 0 0,0 0 0 0 0,1 0 0 0 0,-1 0 0 0 0,0 0 0 0 0,0 0 0 0 0,0 0 0 0 0,0 0 0 0 0,1 0 0 0 0,-1-1 0 0 0,0 1 0 0 0,0 0 0 0 0,0 0 0 0 0,0 0 0 0 0,0 0 0 0 0,1 0 0 0 0,-1-1 0 0 0,0 1 0 0 0,0 0 0 0 0,0 0 0 0 0,0 0 0 0 0,0 0 0 0 0,0-1 0 0 0,0 1 0 0 0,0 0 0 0 0,0 0 0 0 0,0 0 0 0 0,0-1 0 0 0,0 1 0 0 0,0 0 0 0 0,0 0 0 0 0,0 0 0 0 0,0-1 0 0 0,0 1 0 0 0,0 0 0 0 0,0 0 0 0 0,0 0 0 0 0,0 0 0 0 0,0-1 0 0 0,0 1 0 0 0,0 0 0 0 0,0 0 0 0 0,0 0 0 0 0,-1 0 0 0 0,1-1 0 0 0,0 1 0 0 0,0 0 0 0 0,0 0 0 0 0,0 0 0 0 0,0 0 0 0 0,-1-1 0 0 0,-14-3-2717 0 0,-32 6-12461 0 0,45-2 14646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8.8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99 0 644 0 0,'-1'1'16694'0'0,"2"9"-1303"0"0,4-12-15363 0 0,3 0-27 0 0,0 0 0 0 0,0 1 0 0 0,0-1 0 0 0,0 2 0 0 0,0-1-1 0 0,0 1 1 0 0,0 0 0 0 0,0 1 0 0 0,0 0 0 0 0,16 4 0 0 0,-23-6-1 0 0,0 1 0 0 0,0 0 0 0 0,-1 0 0 0 0,1 0 0 0 0,0 0 0 0 0,-1 0 0 0 0,1 0 0 0 0,0 0 0 0 0,-1 0 0 0 0,1 0 0 0 0,0 0 0 0 0,-1 0 0 0 0,1 1 0 0 0,0-1 0 0 0,-1 0 0 0 0,1 0 0 0 0,0 1 0 0 0,-1-1 0 0 0,1 0 0 0 0,-1 1 0 0 0,1-1 0 0 0,-1 0 0 0 0,1 1 0 0 0,-1-1 0 0 0,1 1 0 0 0,-1-1 0 0 0,1 1 0 0 0,-1-1 0 0 0,1 1 0 0 0,-1 0 0 0 0,0-1 0 0 0,1 2 0 0 0,0-2 0 0 0,-1 1 0 0 0,1 0 0 0 0,-1-1 0 0 0,1 1 0 0 0,-1 0 0 0 0,1-1 0 0 0,-1 1 0 0 0,1 0 0 0 0,-1 0 0 0 0,0 0 0 0 0,1-1 0 0 0,-1 1 0 0 0,0 0 0 0 0,0 0 0 0 0,0 0 0 0 0,1 0 0 0 0,-1-1 0 0 0,0 1 0 0 0,0 0 0 0 0,0 0 0 0 0,-1 0 0 0 0,1 0 0 0 0,0-1 0 0 0,0 1 0 0 0,0 0 0 0 0,-1 0 0 0 0,1 0 0 0 0,0 0 0 0 0,-1-1 0 0 0,1 1 0 0 0,0 0 0 0 0,-1 0 0 0 0,1-1 0 0 0,-1 1 0 0 0,1 0 0 0 0,-1-1 0 0 0,0 1 0 0 0,0 0 0 0 0,-14 19 0 0 0,0-1 0 0 0,-2-1 0 0 0,0 0 0 0 0,-1-1 0 0 0,-1 0 0 0 0,-28 17 0 0 0,-9 11 0 0 0,52-44 0 0 0,3 0 0 0 0,0-1 0 0 0,0 0 0 0 0,1 1 0 0 0,-1-1 0 0 0,0 1 0 0 0,0-1 0 0 0,0 1 0 0 0,1-1 0 0 0,-1 1 0 0 0,0 0 0 0 0,1-1 0 0 0,-1 1 0 0 0,0 0 0 0 0,1-1 0 0 0,-1 1 0 0 0,1 0 0 0 0,-1 0 0 0 0,1 0 0 0 0,-1 0 0 0 0,1-1 0 0 0,-1 2 0 0 0,-2 11 0 0 0,8-1 0 0 0,-1-11 0 0 0,1 0 0 0 0,-1 1 0 0 0,0-1 0 0 0,0-1 0 0 0,1 1 0 0 0,-1-1 0 0 0,1 1 0 0 0,-1-1 0 0 0,0 0 0 0 0,8-2 0 0 0,51-7 0 0 0,-58 8 0 0 0,13-2 0 0 0,62-18 0 0 0,-77 20 0 0 0,-7 2 0 0 0,-25 4 0 0 0,14 0-129 0 0,5-3-1489 0 0,1 0-2629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0.77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253 0 860 0 0,'8'4'31806'0'0,"-37"-1"-31705"0"0,17-1-101 0 0,0 0 0 0 0,0 0 0 0 0,0 1 0 0 0,0 1 0 0 0,-17 7 0 0 0,17-6 0 0 0,-40 19 0 0 0,41-19 0 0 0,5 3 0 0 0,1 1 0 0 0,9 9 0 0 0,-2-3 0 0 0,1-3 0 0 0,-1-2 0 0 0,0-6 0 0 0,1 1 0 0 0,-1-1 0 0 0,0 0 0 0 0,1 0 0 0 0,0 0 0 0 0,0 0 0 0 0,0-1 0 0 0,1 1 0 0 0,-1-1 0 0 0,1 1 0 0 0,0-1 0 0 0,0 0 0 0 0,0-1 0 0 0,0 1 0 0 0,0-1 0 0 0,1 0 0 0 0,-1 0 0 0 0,9 3 0 0 0,11 6 0 0 0,34 19 0 0 0,-48-25 0 0 0,-10 6 0 0 0,-3-8 0 0 0,1 0 0 0 0,-1 0 0 0 0,0 0 0 0 0,1 0 0 0 0,-1 0 0 0 0,-1 0 0 0 0,1-1 0 0 0,0 1 0 0 0,-1-1 0 0 0,1 0 0 0 0,-1 0 0 0 0,1-1 0 0 0,-1 1 0 0 0,-6 1 0 0 0,-63 18 0 0 0,64-19 0 0 0,-34 4 0 0 0,29-6 0 0 0,-3-4 0 0 0,4-1 0 0 0,3-3 0 0 0,10-3 0 0 0,9-3 0 0 0,0 7 0 0 0,0 4-41 0 0,-6 3-488 0 0,-10-15-17771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1.8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79 1 1004 0 0,'0'0'31294'0'0,"-4"5"-30888"0"0,-4 7-398 0 0,0 0 0 0 0,1 1-1 0 0,1 0 1 0 0,0 0 0 0 0,0 1 0 0 0,2 0 0 0 0,-4 15 0 0 0,1-8-8 0 0,4-15 0 0 0,1 0 0 0 0,1 0 0 0 0,-1 0 0 0 0,1 0 0 0 0,0 1 0 0 0,0-1 0 0 0,0 11 0 0 0,1-1 0 0 0,0-3 0 0 0,-3-1 0 0 0,6-4-47 0 0,-3-6-456 0 0,4-6-3225 0 0,4-10 1832 0 0,0-15-12901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2.05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55 640 0 0,'0'0'16032'0'0,"5"3"-14782"0"0,2 2-849 0 0,0-2-1 0 0,0 1 0 0 0,0-1 0 0 0,1 0 0 0 0,0-1 1 0 0,-1 0-1 0 0,1 0 0 0 0,0 0 0 0 0,0-1 0 0 0,0 0 1 0 0,0-1-1 0 0,0 0 0 0 0,0 0 0 0 0,12-2 1 0 0,19-3 353 0 0,64-16 0 0 0,-78 16-1804 0 0,39-13 160 0 0,-44 8-3772 0 0,-3-4-4474 0 0,-7 4 3680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2.51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131 0 1248 0 0,'-5'4'2446'0'0,"-25"20"20778"0"0,41-23-22701 0 0,0 0-1 0 0,0 1 1 0 0,0 0 0 0 0,0 1 0 0 0,-1 1 0 0 0,1-1-1 0 0,-1 2 1 0 0,14 6 0 0 0,-12 21 621 0 0,-12-29-1144 0 0,0-1 0 0 0,0 1 0 0 0,-1-1 0 0 0,1 1 0 0 0,0-1 0 0 0,-1 0 0 0 0,0 1 0 0 0,0-1 0 0 0,1 1 0 0 0,-1-1 0 0 0,-1 0 0 0 0,1 0 0 0 0,0 0 0 0 0,0 0 0 0 0,-1 0 0 0 0,0 0 0 0 0,1 0 0 0 0,-3 2 0 0 0,-31 29 0 0 0,-116 75 0 0 0,141-100 0 0 0,8 0 0 0 0,17-2 0 0 0,0-5 0 0 0,0-2 0 0 0,0 0 0 0 0,-1 0 0 0 0,1-2 0 0 0,-1 0 0 0 0,25-8 0 0 0,26-6 0 0 0,-49 12 0 0 0,-8 2 0 0 0,1 1-358 0 0,-7 2-1925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3.2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35 98 720 0 0,'0'0'18878'0'0,"1"5"-17611"0"0,-1 9 158 0 0,0 1-1 0 0,-1 0 0 0 0,-1 0 0 0 0,0-1 1 0 0,0 1-1 0 0,-10 27 0 0 0,-1 9 480 0 0,12-50-1903 0 0,1 0 1 0 0,0 0-1 0 0,-1 0 1 0 0,1-1-1 0 0,0 1 1 0 0,0 0-1 0 0,-1 0 1 0 0,1 0-1 0 0,0 0 1 0 0,0-1-1 0 0,0 1 0 0 0,0 0 1 0 0,0 0-1 0 0,0 0 1 0 0,0 0-1 0 0,0 0 1 0 0,0-1-1 0 0,1 1 1 0 0,-1 0-1 0 0,0 0 1 0 0,1 0-1 0 0,-1-1 0 0 0,1 2 1 0 0,3 15-9 0 0,-2-8 7 0 0,12-7 0 0 0,-11-3-25 0 0,-1 0-1 0 0,0 0 1 0 0,1 0 0 0 0,-1 0-1 0 0,0-1 1 0 0,0 1 0 0 0,0-1 0 0 0,0 0-1 0 0,0 1 1 0 0,0-1 0 0 0,0 0-1 0 0,-1 0 1 0 0,1 0 0 0 0,-1 0-1 0 0,1 0 1 0 0,-1-1 0 0 0,1-2 0 0 0,1-1-120 0 0,-1-1 1 0 0,0 1 0 0 0,0-1 0 0 0,0 0-1 0 0,-1 1 1 0 0,0-11 0 0 0,0-2-165 0 0,-1 0 1 0 0,-1 1-1 0 0,-1-1 0 0 0,-5-19 1 0 0,3 27 313 0 0,0 0 1 0 0,-1 0 0 0 0,0 0 0 0 0,-11-15-1 0 0,14 24 52 0 0,3 1-53 0 0,-1 0-1 0 0,1 0 1 0 0,-1-1-1 0 0,1 1 0 0 0,0 0 1 0 0,-1 0-1 0 0,1 0 1 0 0,0 0-1 0 0,0-1 1 0 0,0 1-1 0 0,0 0 1 0 0,0 1-1 0 0,0-1 1 0 0,0 0-1 0 0,0 0 1 0 0,0 0-1 0 0,0 1 1 0 0,1-1-1 0 0,-1 0 1 0 0,0 1-1 0 0,0-1 1 0 0,1 1-1 0 0,-1 0 1 0 0,0-1-1 0 0,2 1 1 0 0,48-11-31 0 0,-29 7 22 0 0,12-3 388 0 0,0 1-1 0 0,37-2 1 0 0,-64 8-86 0 0,-5-1-119 0 0,12 4 980 0 0,-14 5-1075 0 0,-5-2-83 0 0,0 0 0 0 0,0 0 0 0 0,-1-1 0 0 0,1 0 0 0 0,-1 0 0 0 0,-1 0 0 0 0,-11 7 0 0 0,-61 29 0 0 0,22-11 0 0 0,40-21 0 0 0,11-6 0 0 0,0 0 0 0 0,0 0 0 0 0,1 0 0 0 0,0 1 0 0 0,0 0 0 0 0,0 0 0 0 0,0 0 0 0 0,0 1 0 0 0,-4 5 0 0 0,8-9 0 0 0,1 0 0 0 0,-1 0 0 0 0,1 1 0 0 0,-1-1 0 0 0,1 0 0 0 0,-1 0 0 0 0,1 0 0 0 0,0 0 0 0 0,0 1 0 0 0,-1-1 0 0 0,1 0 0 0 0,0 0 0 0 0,0 1 0 0 0,0-1 0 0 0,0 0 0 0 0,1 0 0 0 0,-1 0 0 0 0,0 1 0 0 0,0-1 0 0 0,1 0 0 0 0,-1 0 0 0 0,1 0 0 0 0,-1 0 0 0 0,1 1 0 0 0,-1-1 0 0 0,1 0 0 0 0,0 0 0 0 0,-1 0 0 0 0,1 0 0 0 0,0 0 0 0 0,0-1 0 0 0,0 1 0 0 0,0 0 0 0 0,0 0 0 0 0,0 0 0 0 0,0-1 0 0 0,0 1 0 0 0,0-1 0 0 0,1 1 0 0 0,42 19 0 0 0,12-8 0 0 0,1-2 0 0 0,0-2 0 0 0,1-3 0 0 0,91-3 0 0 0,-132-2 0 0 0,-11 0 0 0 0,-8-1 0 0 0,-43-7-1231 0 0,41 10-656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3.5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166 0 1064 0 0,'-1'1'628'0'0,"0"0"0"0"0,0 0 0 0 0,0 0-1 0 0,0 0 1 0 0,0-1 0 0 0,0 2 0 0 0,0-1 0 0 0,0 0-1 0 0,0 0 1 0 0,0 0 0 0 0,1 0 0 0 0,-1 0 0 0 0,1 1 0 0 0,-1-1-1 0 0,1 0 1 0 0,-1 1 0 0 0,1-1 0 0 0,0 0 0 0 0,-1 1-1 0 0,1-1 1 0 0,0 1 0 0 0,0-1 0 0 0,0 0 0 0 0,0 1 0 0 0,1 1-1 0 0,0 1 8 0 0,0 0-1 0 0,0-1 0 0 0,0 1 0 0 0,1 0 0 0 0,0-1 1 0 0,0 1-1 0 0,0-1 0 0 0,0 0 0 0 0,3 4 1 0 0,4 4 100 0 0,1-1 0 0 0,0 0 0 0 0,0 0 0 0 0,16 10 0 0 0,26 18 1946 0 0,61 57 0 0 0,-111-93-2681 0 0,0 0 0 0 0,0 0 0 0 0,0 1 0 0 0,0-1 0 0 0,0 0 0 0 0,0 1 0 0 0,-1-1 0 0 0,1 1 0 0 0,-1 0 0 0 0,0-1 0 0 0,1 1 0 0 0,-1 0 0 0 0,-1 0 0 0 0,1 0 0 0 0,0-1 0 0 0,-1 1 0 0 0,1 0 0 0 0,-1 0 0 0 0,0 0 0 0 0,0 0 0 0 0,0 4 0 0 0,-2-2 0 0 0,1-1 0 0 0,0 1 0 0 0,-1 0 0 0 0,0-1 0 0 0,0 1 0 0 0,-1-1 0 0 0,1 0 0 0 0,-1 0 0 0 0,0 0 0 0 0,0 0 0 0 0,-7 6 0 0 0,1-1 0 0 0,-1 0 0 0 0,0-1 0 0 0,-1 0 0 0 0,0-1 0 0 0,0 0 0 0 0,-1-1 0 0 0,0 0 0 0 0,-20 6 0 0 0,21-9-373 0 0,1-1 1 0 0,-1 0-1 0 0,-1-1 0 0 0,1 0 1 0 0,0 0-1 0 0,0-2 0 0 0,-16-1 0 0 0,16 0-385 0 0,-1 0 0 0 0,1-1 0 0 0,0-1-1 0 0,1 0 1 0 0,-1 0 0 0 0,1-1 0 0 0,0 0 0 0 0,0-1-1 0 0,0 0 1 0 0,1-1 0 0 0,-15-13 0 0 0,6 5-7069 0 0,5 0 596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5.32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189 0 1236 0 0,'0'0'20419'0'0,"-3"2"-19534"0"0,-12 10-48 0 0,1 0 1 0 0,0 1-1 0 0,0 0 0 0 0,2 2 0 0 0,0-1 0 0 0,-14 22 1 0 0,15-20-521 0 0,1 1 1 0 0,1-1 0 0 0,1 2 0 0 0,0-1 0 0 0,1 1-1 0 0,1 0 1 0 0,0 1 0 0 0,2-1 0 0 0,0 1-1 0 0,-2 34 1 0 0,6-46-247 0 0,0 1-1 0 0,1-1 1 0 0,0 0-1 0 0,0 1 0 0 0,0-1 1 0 0,1 0-1 0 0,0 0 1 0 0,1 0-1 0 0,-1 0 1 0 0,2 0-1 0 0,6 12 1 0 0,-8-16-91 0 0,1 0 0 0 0,-1 0 0 0 0,1 0 0 0 0,0 0 0 0 0,0-1 0 0 0,0 1 0 0 0,0-1 0 0 0,0 0 0 0 0,1 0 0 0 0,-1 0 0 0 0,1 0 0 0 0,-1-1 0 0 0,1 1 0 0 0,0-1 0 0 0,0 0 0 0 0,-1 0 1 0 0,1-1-1 0 0,0 1 0 0 0,0-1 0 0 0,0 1 0 0 0,0-1 0 0 0,0 0 0 0 0,0-1 0 0 0,4 0 0 0 0,6-2-105 0 0,1 0 1 0 0,-1 0-1 0 0,0-2 0 0 0,-1 0 0 0 0,1 0 1 0 0,-1-2-1 0 0,0 1 0 0 0,21-16 0 0 0,-25 17 80 0 0,-1-2-1 0 0,0 1 1 0 0,0-1-1 0 0,-1 0 1 0 0,0-1-1 0 0,0 0 1 0 0,-1 0-1 0 0,0 0 1 0 0,0-1-1 0 0,-1 0 1 0 0,0 0-1 0 0,0 0 1 0 0,3-12-1 0 0,-7 18 160 0 0,0 0 0 0 0,-1 1-1 0 0,1-1 1 0 0,-1 0 0 0 0,1 0-1 0 0,-1 1 1 0 0,0-1 0 0 0,0 0-1 0 0,-1 0 1 0 0,1 0-1 0 0,-1 1 1 0 0,1-1 0 0 0,-1 0-1 0 0,0 1 1 0 0,0-1 0 0 0,0 0-1 0 0,-2-4 1 0 0,-5 1 90 0 0,-9 5-170 0 0,15 2-34 0 0,-1 0 0 0 0,1 0 0 0 0,-1 0 0 0 0,1 0 0 0 0,0 0 0 0 0,-1 1 0 0 0,1-1 0 0 0,0 1 0 0 0,0-1 0 0 0,0 1 0 0 0,0 0 0 0 0,1 0 0 0 0,-1 0 0 0 0,0 0 0 0 0,1 0 0 0 0,-1 0 0 0 0,1 0 0 0 0,0 1 0 0 0,0-1 0 0 0,0 1 0 0 0,0-1 0 0 0,0 0 0 0 0,0 1 0 0 0,1 0 0 0 0,-1-1 0 0 0,1 1 0 0 0,-1-1 0 0 0,1 1 0 0 0,0-1 0 0 0,0 1 0 0 0,0 0 0 0 0,1-1 0 0 0,-1 1 0 0 0,1 2 0 0 0,1 5 0 0 0,-1 0 0 0 0,2 0 0 0 0,-1 0 0 0 0,1-1 0 0 0,1 1 0 0 0,0-1 0 0 0,8 15 0 0 0,7 2 0 0 0,2 0 0 0 0,1-1 0 0 0,1-2 0 0 0,0 0 0 0 0,33 23 0 0 0,40 39 0 0 0,-92-81 0 0 0,0 0 0 0 0,-1 1 0 0 0,1 0 0 0 0,-1-1 0 0 0,0 1 0 0 0,0 0 0 0 0,0 1 0 0 0,-1-1 0 0 0,1 0 0 0 0,-1 1 0 0 0,-1-1 0 0 0,1 1 0 0 0,-1 0 0 0 0,0 0 0 0 0,0-1 0 0 0,-1 1 0 0 0,0 0 0 0 0,0 0 0 0 0,0 0 0 0 0,0 0 0 0 0,-1-1 0 0 0,0 1 0 0 0,-1 0 0 0 0,1 0 0 0 0,-1-1 0 0 0,0 1 0 0 0,0-1 0 0 0,-1 0 0 0 0,0 1 0 0 0,0-1 0 0 0,0-1 0 0 0,0 1 0 0 0,-1 0 0 0 0,1-1 0 0 0,-10 9 0 0 0,-7 6 0 0 0,-2-1 0 0 0,1 0 0 0 0,-2-2 0 0 0,-34 19 0 0 0,43-28 0 0 0,0 0 0 0 0,-1-1 0 0 0,1 0 0 0 0,-1-1 0 0 0,-1-1 0 0 0,1 0 0 0 0,-1-1 0 0 0,1-1 0 0 0,-19 1 0 0 0,3-5 0 0 0,22-6 0 0 0,6 3 0 0 0,2 4 0 0 0,0-1 0 0 0,0 0 0 0 0,1 0 0 0 0,-1 0 0 0 0,0 0 0 0 0,1 0 0 0 0,-1 0 0 0 0,1 0 0 0 0,0 0 0 0 0,-1 0 0 0 0,1 0 0 0 0,0-1 0 0 0,0 1 0 0 0,0 0 0 0 0,1 0 0 0 0,-1 0 0 0 0,0 0 0 0 0,1 0 0 0 0,1-3 0 0 0,17-32 0 0 0,-15 31 0 0 0,9-11-103 0 0,1 1-1 0 0,0 0 1 0 0,1 1 0 0 0,32-26-1 0 0,-23 22-439 0 0,32-36-1 0 0,-53 51-531 0 0,17-21-4317 0 0,-12 7-6900 0 0,-7 8 5316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5.51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34 2016 0 0,'0'0'17492'0'0,"4"-1"-16488"0"0,111-13 2927 0 0,-50 8-4108 0 0,-45 3-292 0 0,33-3-1629 0 0,-21 2-2615 0 0,-28 4 1531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5.6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34 1 1388 0 0,'-2'1'564'0'0,"-1"0"0"0"0,1 1 0 0 0,0-1 0 0 0,-1 1-1 0 0,1 0 1 0 0,0 0 0 0 0,0 0 0 0 0,0 0 0 0 0,0 0 0 0 0,0 0-1 0 0,1 0 1 0 0,-1 1 0 0 0,1-1 0 0 0,-2 4 0 0 0,2-5-230 0 0,1 1 0 0 0,-1-1 1 0 0,1 1-1 0 0,0 0 0 0 0,0-1 1 0 0,0 1-1 0 0,0-1 0 0 0,0 1 0 0 0,0 0 1 0 0,0-1-1 0 0,0 1 0 0 0,1-1 0 0 0,-1 1 1 0 0,1-1-1 0 0,-1 1 0 0 0,1-1 1 0 0,0 1-1 0 0,1 2 0 0 0,1 0 4 0 0,0-1 0 0 0,0 1-1 0 0,1 0 1 0 0,-1-1 0 0 0,1 0 0 0 0,0 0 0 0 0,0 0-1 0 0,0 0 1 0 0,0-1 0 0 0,1 1 0 0 0,-1-1 0 0 0,1 0-1 0 0,-1 0 1 0 0,6 1 0 0 0,1-1-351 0 0,0 0-1 0 0,0-1 1 0 0,0 0-1 0 0,0-1 1 0 0,0 0 0 0 0,1-1-1 0 0,-1 0 1 0 0,18-4-1 0 0,9-7-3933 0 0,-6-3-4256 0 0,-20 7 3146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6.12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137 100 416 0 0,'-7'-10'25886'0'0,"-3"11"-25497"0"0,1 1 1 0 0,0 1 0 0 0,-1-1-1 0 0,1 2 1 0 0,1-1 0 0 0,-1 1 0 0 0,0 0-1 0 0,-10 8 1 0 0,17-11-308 0 0,-1 0 0 0 0,1 1 0 0 0,0-1 1 0 0,-1 1-1 0 0,1-1 0 0 0,0 1 0 0 0,0 0 0 0 0,0 0 0 0 0,0 0 1 0 0,0 0-1 0 0,1 0 0 0 0,-1 1 0 0 0,1-1 0 0 0,-1 0 0 0 0,1 1 1 0 0,0-1-1 0 0,0 1 0 0 0,0-1 0 0 0,0 1 0 0 0,0 0 0 0 0,1 0 1 0 0,-1-1-1 0 0,1 1 0 0 0,0 0 0 0 0,0 0 0 0 0,0-1 0 0 0,0 1 1 0 0,0 0-1 0 0,0 0 0 0 0,1-1 0 0 0,-1 1 0 0 0,1 0 0 0 0,0-1 1 0 0,0 1-1 0 0,1 2 0 0 0,0-2-117 0 0,1 0 1 0 0,-1-1-1 0 0,0 1 0 0 0,1-1 0 0 0,0 0 1 0 0,-1 0-1 0 0,1 0 0 0 0,0 0 0 0 0,0 0 1 0 0,0 0-1 0 0,0-1 0 0 0,0 0 1 0 0,1 0-1 0 0,-1 1 0 0 0,0-2 0 0 0,1 1 1 0 0,-1 0-1 0 0,0-1 0 0 0,1 1 0 0 0,-1-1 1 0 0,7-1-1 0 0,10 1-395 0 0,0-2 0 0 0,29-5 0 0 0,-35 5 236 0 0,-1 0-109 0 0,17-3-677 0 0,1-1 0 0 0,45-15 0 0 0,-69 19 890 0 0,0-1 0 0 0,0 0-1 0 0,0 0 1 0 0,0-1 0 0 0,-1 0 0 0 0,0 0 0 0 0,1 0 0 0 0,-1-1-1 0 0,-1 0 1 0 0,1 0 0 0 0,-1 0 0 0 0,0-1 0 0 0,0 0 0 0 0,-1 0-1 0 0,1 0 1 0 0,3-8 0 0 0,-6 11 184 0 0,-1 1 0 0 0,0-1 1 0 0,0 0-1 0 0,0 1 0 0 0,0-1 0 0 0,-1 0 1 0 0,1 0-1 0 0,-1 1 0 0 0,0-1 0 0 0,0 0 1 0 0,0 0-1 0 0,0 0 0 0 0,0 1 0 0 0,0-1 0 0 0,-1 0 1 0 0,1 0-1 0 0,-1 1 0 0 0,0-1 0 0 0,0 0 1 0 0,0 1-1 0 0,0-1 0 0 0,0 1 0 0 0,-1-1 0 0 0,1 1 1 0 0,-1-1-1 0 0,0 1 0 0 0,1 0 0 0 0,-1 0 1 0 0,0 0-1 0 0,0 0 0 0 0,0 0 0 0 0,-1 1 0 0 0,1-1 1 0 0,0 0-1 0 0,-1 1 0 0 0,1 0 0 0 0,-4-2 1 0 0,-4-1 191 0 0,1 1 1 0 0,-1 0 0 0 0,1 0 0 0 0,-1 1 0 0 0,0 0 0 0 0,0 0 0 0 0,0 2 0 0 0,0-1 0 0 0,0 1 0 0 0,0 0 0 0 0,-12 3 0 0 0,18-2-589 0 0,1 0 0 0 0,0 0 0 0 0,-1 0 0 0 0,1 1 0 0 0,0-1 0 0 0,0 1-1 0 0,0 0 1 0 0,0 0 0 0 0,0 0 0 0 0,-4 4 0 0 0,6-6 213 0 0,1 1-1 0 0,-1-1 0 0 0,1 1 1 0 0,-1 0-1 0 0,1-1 0 0 0,-1 1 0 0 0,1-1 1 0 0,-1 1-1 0 0,1 0 0 0 0,-1 0 1 0 0,1-1-1 0 0,0 1 0 0 0,-1 0 1 0 0,1-1-1 0 0,0 1 0 0 0,0 0 1 0 0,0 0-1 0 0,0 0 0 0 0,-1-1 1 0 0,1 1-1 0 0,0 0 0 0 0,0 0 1 0 0,0-1-1 0 0,1 1 0 0 0,-1 0 1 0 0,0 0-1 0 0,0 0 0 0 0,0-1 1 0 0,1 1-1 0 0,-1 0 0 0 0,0 0 1 0 0,0-1-1 0 0,1 1 0 0 0,-1 0 1 0 0,1-1-1 0 0,-1 1 0 0 0,1 0 1 0 0,-1-1-1 0 0,1 1 0 0 0,-1-1 1 0 0,1 1-1 0 0,0-1 0 0 0,-1 1 1 0 0,1-1-1 0 0,0 1 0 0 0,-1-1 1 0 0,1 0-1 0 0,0 1 0 0 0,-1-1 1 0 0,1 0-1 0 0,0 0 0 0 0,0 1 1 0 0,-1-1-1 0 0,2 0 0 0 0,1 1-1223 0 0,2 1-89 0 0,3 0-8003 0 0,8 0 2437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6.4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35 0 216 0 0,'0'0'19362'0'0,"-3"5"-17781"0"0,-18 30 2350 0 0,21-34-2860 0 0,-3 3 7 0 0,-3 8 2407 0 0,5-9-5021 0 0,5-3-4772 0 0,3-3 4965 0 0,10-6-866 0 0,-4-4-5562 0 0,-8 5 1274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6.7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75 34 1012 0 0,'-1'-9'2043'0'0,"-6"-9"8327"0"0,-2 12-9026 0 0,7 5 96 0 0,-14 3 3062 0 0,12 1-4106 0 0,0 0 0 0 0,1 0 0 0 0,-1 0 0 0 0,1 1 0 0 0,-1-1 0 0 0,1 1 1 0 0,-4 5-1 0 0,6-8-311 0 0,0 1 0 0 0,1-1 0 0 0,-1 1 0 0 0,0-1 0 0 0,0 0 0 0 0,1 1 0 0 0,-1 0-1 0 0,1-1 1 0 0,-1 1 0 0 0,1-1 0 0 0,0 1 0 0 0,-1 0 0 0 0,1-1 0 0 0,0 1 0 0 0,0 0 0 0 0,0-1 0 0 0,0 1 0 0 0,1 0 0 0 0,-1-1 0 0 0,0 1 0 0 0,1-1 0 0 0,-1 1 0 0 0,1 0 0 0 0,-1-1 0 0 0,2 3 0 0 0,6 18 693 0 0,-8-20-733 0 0,0 0 0 0 0,1 0-1 0 0,-1 0 1 0 0,1 0 0 0 0,-1 0 0 0 0,1 0-1 0 0,0 0 1 0 0,0-1 0 0 0,0 1 0 0 0,0 0 0 0 0,0 0-1 0 0,0-1 1 0 0,2 3 0 0 0,11 8 152 0 0,1 1 0 0 0,0-2 0 0 0,1 0 0 0 0,0-1 0 0 0,27 12 0 0 0,-1 1 39 0 0,-37-21-88 0 0,0 1 0 0 0,0 0 0 0 0,0 0-1 0 0,-1 1 1 0 0,0-1 0 0 0,1 1 0 0 0,-1 0 0 0 0,0 0 0 0 0,-1 1-1 0 0,1-1 1 0 0,2 6 0 0 0,-6-8-91 0 0,1-1 0 0 0,-1 1 1 0 0,-1 0-1 0 0,1-1 0 0 0,0 1 0 0 0,0-1 0 0 0,0 1 0 0 0,-1 0 0 0 0,1-1 0 0 0,-1 1 0 0 0,1-1 1 0 0,-1 1-1 0 0,0-1 0 0 0,0 1 0 0 0,0-1 0 0 0,0 1 0 0 0,0-1 0 0 0,-1 2 0 0 0,-23 27 927 0 0,24-29-972 0 0,-4 5-12 0 0,-1 0 0 0 0,1-1 0 0 0,-1 0 0 0 0,0 0 0 0 0,-1-1 0 0 0,1 0 0 0 0,-1 0 0 0 0,1 0 0 0 0,-1-1 0 0 0,-14 5 0 0 0,19-8-146 0 0,0 1 0 0 0,-1 0 1 0 0,1-1-1 0 0,0 0 0 0 0,0 0 0 0 0,-1 0 1 0 0,1 0-1 0 0,0 0 0 0 0,0 0 0 0 0,-1 0 1 0 0,-1-1-1 0 0,2 0-270 0 0,0 1 0 0 0,0-1 0 0 0,1 0 0 0 0,-1 0 0 0 0,0 0 0 0 0,1 0 0 0 0,-1 0 0 0 0,1 0 1 0 0,-1-1-1 0 0,1 1 0 0 0,0 0 0 0 0,-1-1 0 0 0,1 1 0 0 0,0-1 0 0 0,0 1 0 0 0,-1-3 0 0 0,0 0-960 0 0,0 0 1 0 0,1-1-1 0 0,-1 1 0 0 0,1 0 1 0 0,0-1-1 0 0,0 1 0 0 0,0-1 0 0 0,1-5 1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7.01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12 2536 0 0,'0'0'4921'0'0,"11"-4"-653"0"0,-6 3-800 0 0,64-4 4257 0 0,-34 4-8428 0 0,-1 0-3585 0 0,-32 1 929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7.25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71 0 1540 0 0,'-1'3'832'0'0,"0"0"0"0"0,-1 0-1 0 0,1 0 1 0 0,-1 0 0 0 0,0 0 0 0 0,0-1-1 0 0,0 1 1 0 0,0 0 0 0 0,-4 2 0 0 0,-10 14 3257 0 0,11-11-2799 0 0,0 1 1 0 0,1-1-1 0 0,0 0 0 0 0,1 1 0 0 0,0 0 0 0 0,0 0 0 0 0,-1 12 1 0 0,3-13-529 0 0,0 0 0 0 0,0 0 1 0 0,1 0-1 0 0,1 0 1 0 0,-1 0-1 0 0,1 0 0 0 0,0 0 1 0 0,5 15-1 0 0,8 20 875 0 0,-10-37-1660 0 0,-3-4-1922 0 0,6 2 5210 0 0,-5-4-4914 0 0,-4-30-25458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7.4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22 876 0 0,'34'2'12115'0'0,"5"5"-4673"0"0,11 1-4079 0 0,-28-7-3484 0 0,0-1 0 0 0,-1-1 0 0 0,43-7 0 0 0,-23-2-4615 0 0,2-5-4843 0 0,-25 10 4518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7.87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198 13 1440 0 0,'0'0'9869'0'0,"-4"-2"-8000"0"0,-12-6-65 0 0,11 6-68 0 0,1 3-72 0 0,-22 6 1557 0 0,14-5-1839 0 0,1 1 0 0 0,0 0 0 0 0,0 1 0 0 0,0 1 1 0 0,1-1-1 0 0,-1 1 0 0 0,-16 12 0 0 0,24-14-1276 0 0,-2 4-105 0 0,5-6-1 0 0,-1 0 0 0 0,1 0 0 0 0,-1 0 0 0 0,1 1 0 0 0,0-1 0 0 0,0 0 0 0 0,-1 0 0 0 0,1 0 0 0 0,0 0 0 0 0,0 0 0 0 0,0 1 0 0 0,0-1 0 0 0,0 0 0 0 0,0 0 0 0 0,0 0 0 0 0,1 0 0 0 0,-1 1 0 0 0,0-1 0 0 0,1 0 0 0 0,-1 0 0 0 0,1 0 0 0 0,-1 0 0 0 0,1 0 0 0 0,-1 0 0 0 0,1 0 0 0 0,0 0 0 0 0,-1 0 0 0 0,1 0 0 0 0,0 0 0 0 0,0-1 0 0 0,0 1 0 0 0,0 0 0 0 0,0 0 0 0 0,-1-1 0 0 0,1 1 0 0 0,2 0 0 0 0,19 11 0 0 0,35 6 0 0 0,-48-16 0 0 0,0 0 0 0 0,0 0 0 0 0,-1 0 0 0 0,1 1 0 0 0,-1 1 0 0 0,0-1 0 0 0,0 2 0 0 0,0-1 0 0 0,0 1 0 0 0,-1 0 0 0 0,0 0 0 0 0,0 1 0 0 0,12 12 0 0 0,-18-16 0 0 0,0 0 0 0 0,0-1 0 0 0,0 1 0 0 0,0 0 0 0 0,0 0 0 0 0,-1 0 0 0 0,1 0 0 0 0,-1 0 0 0 0,1 0 0 0 0,-1 0 0 0 0,0 0 0 0 0,0 0 0 0 0,0 0 0 0 0,0 0 0 0 0,0 0 0 0 0,0 0 0 0 0,-1 0 0 0 0,1 0 0 0 0,-1 0 0 0 0,1 0 0 0 0,-1 0 0 0 0,0 0 0 0 0,1 0 0 0 0,-1 0 0 0 0,-2 2 0 0 0,-29 33 0 0 0,27-33 0 0 0,-5 7 0 0 0,-1-1 0 0 0,0-1 0 0 0,0 0 0 0 0,-1 0 0 0 0,0-1 0 0 0,0-1 0 0 0,-21 9 0 0 0,30-15 0 0 0,-1 0 0 0 0,0 0 0 0 0,1 0 0 0 0,-1-1 0 0 0,0 1 0 0 0,1-1 0 0 0,-1 0 0 0 0,0 0 0 0 0,1-1 0 0 0,-1 1 0 0 0,0-1 0 0 0,1 1 0 0 0,-1-1 0 0 0,0-1 0 0 0,1 1 0 0 0,-1 0 0 0 0,1-1 0 0 0,0 1 0 0 0,0-1 0 0 0,-1 0 0 0 0,1 0 0 0 0,0-1 0 0 0,1 1 0 0 0,-1 0 0 0 0,-3-4 0 0 0,1-4 0 0 0,4-3 0 0 0,2 11-205 0 0,-1-1 0 0 0,1 1 1 0 0,-1-1-1 0 0,1 1 0 0 0,0-1 0 0 0,0 1 0 0 0,0-1 1 0 0,1 1-1 0 0,-1 0 0 0 0,1-1 0 0 0,-1 1 0 0 0,1 0 0 0 0,-1 0 1 0 0,1 0-1 0 0,0 0 0 0 0,0 1 0 0 0,0-1 0 0 0,0 0 1 0 0,1 1-1 0 0,-1 0 0 0 0,0-1 0 0 0,1 1 0 0 0,-1 0 1 0 0,0 0-1 0 0,1 0 0 0 0,0 1 0 0 0,3-2 0 0 0,1 0-386 0 0,3-3-721 0 0,18-11-13883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8.17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57 0 912 0 0,'0'0'9436'0'0,"-8"3"-7309"0"0,0-1-1308 0 0,-11 4 51 0 0,4 6 3044 0 0,9 19 3390 0 0,7-8-6073 0 0,1-1-1 0 0,1 1 1 0 0,1 0 0 0 0,1-1 0 0 0,15 41 0 0 0,-19-63-1254 0 0,-1 1 1 0 0,1 0-1 0 0,-1 0 1 0 0,1 0-1 0 0,-1-1 1 0 0,0 1-1 0 0,1 0 1 0 0,-1 0-1 0 0,0 0 1 0 0,0 0-1 0 0,1 0 1 0 0,-1 0-1 0 0,0 0 1 0 0,0-1-1 0 0,0 1 1 0 0,0 0-1 0 0,0 0 1 0 0,0 0-1 0 0,-1 0 1 0 0,1 0-1 0 0,0 0 1 0 0,0 0-1 0 0,-1 0 1 0 0,0 1-1 0 0,0 0-517 0 0,1 0-841 0 0,-19 4-5402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8.3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1 400 0 0,'0'0'8539'0'0,"3"6"-6572"0"0,1 0-1277 0 0,0 0 0 0 0,1 0 0 0 0,-1 0-1 0 0,1-1 1 0 0,1 0 0 0 0,-1 1 0 0 0,1-2 0 0 0,0 1-1 0 0,0-1 1 0 0,0 0 0 0 0,0 0 0 0 0,1 0-1 0 0,0-1 1 0 0,-1 0 0 0 0,10 2 0 0 0,43 5 619 0 0,-44-9-1579 0 0,-1 0 0 0 0,1-2-1 0 0,-1 0 1 0 0,0 0 0 0 0,19-5-1 0 0,-1-7-3652 0 0,1-6-4401 0 0,-15 7 3045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8.99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82 110 1092 0 0,'-2'4'2140'0'0,"-23"38"4195"0"0,18-33-5356 0 0,1 1 1 0 0,0 0 0 0 0,0 0 0 0 0,1 0-1 0 0,1 1 1 0 0,0-1 0 0 0,0 1 0 0 0,1 0 0 0 0,0 0-1 0 0,1 1 1 0 0,-1 16 0 0 0,2-22-660 0 0,0 0 0 0 0,1 0-1 0 0,0-1 1 0 0,1 1 0 0 0,-1 0 0 0 0,1 0 0 0 0,0 0-1 0 0,1 0 1 0 0,-1-1 0 0 0,1 1 0 0 0,0-1 0 0 0,1 1-1 0 0,-1-1 1 0 0,1 0 0 0 0,0 0 0 0 0,0 0 0 0 0,1 0-1 0 0,0 0 1 0 0,-1-1 0 0 0,7 6 0 0 0,-9-9-262 0 0,0-1 0 0 0,0 1-1 0 0,0 0 1 0 0,1 0 0 0 0,-1-1 0 0 0,0 1 0 0 0,0-1 0 0 0,1 1-1 0 0,-1-1 1 0 0,0 1 0 0 0,1-1 0 0 0,-1 0 0 0 0,0 0-1 0 0,1 0 1 0 0,-1 0 0 0 0,0 0 0 0 0,1 0 0 0 0,-1 0 0 0 0,0 0-1 0 0,1 0 1 0 0,-1-1 0 0 0,0 1 0 0 0,1 0 0 0 0,-1-1 0 0 0,0 1-1 0 0,1-1 1 0 0,-1 0 0 0 0,0 1 0 0 0,0-1 0 0 0,0 0 0 0 0,0 0-1 0 0,0 1 1 0 0,0-1 0 0 0,0 0 0 0 0,2-2 0 0 0,-2 1-110 0 0,0 1 1 0 0,1-1 0 0 0,-1 1-1 0 0,0-1 1 0 0,0 0-1 0 0,0 0 1 0 0,0 1 0 0 0,0-1-1 0 0,-1 0 1 0 0,1 0-1 0 0,0 0 1 0 0,-1 0 0 0 0,0 0-1 0 0,1 0 1 0 0,-1 0-1 0 0,0 0 1 0 0,0 0 0 0 0,0 0-1 0 0,0 0 1 0 0,0 0-1 0 0,-1 0 1 0 0,1 0 0 0 0,0 0-1 0 0,-1 0 1 0 0,0 0-1 0 0,-1-3 1 0 0,-6-10-612 0 0,0 0 1 0 0,0 0 0 0 0,2-1-1 0 0,0 0 1 0 0,1-1-1 0 0,0 1 1 0 0,-3-23-1 0 0,6 6 251 0 0,1 30 542 0 0,0 0 0 0 0,0 0 0 0 0,1 0 0 0 0,0 0 0 0 0,0 0 0 0 0,0 0 0 0 0,0 0 0 0 0,0 0 0 0 0,0 0 0 0 0,1 0-1 0 0,-1 0 1 0 0,1 0 0 0 0,0 0 0 0 0,0 0 0 0 0,0 0 0 0 0,1 0 0 0 0,-1 0 0 0 0,0 1 0 0 0,1-1 0 0 0,0 1 0 0 0,0-1 0 0 0,0 1 0 0 0,3-4 0 0 0,8-5 111 0 0,1 1-1 0 0,0 0 0 0 0,1 1 1 0 0,0 0-1 0 0,1 1 1 0 0,-1 1-1 0 0,1 0 1 0 0,1 1-1 0 0,-1 1 1 0 0,28-5-1 0 0,-11 1 5 0 0,-31 8-183 0 0,-1 1-1 0 0,1-1 1 0 0,0 1 0 0 0,-1-1 0 0 0,1 1 0 0 0,0 0 0 0 0,0 0 0 0 0,-1 0-1 0 0,1 0 1 0 0,0 0 0 0 0,0 0 0 0 0,-1 0 0 0 0,1 0 0 0 0,0 1 0 0 0,-1-1 0 0 0,1 1-1 0 0,0-1 1 0 0,-1 1 0 0 0,1 0 0 0 0,0-1 0 0 0,-1 1 0 0 0,1 0 0 0 0,-1 0 0 0 0,0 0-1 0 0,1 0 1 0 0,-1 1 0 0 0,0-1 0 0 0,1 0 0 0 0,-1 1 0 0 0,0-1 0 0 0,0 0-1 0 0,0 1 1 0 0,0-1 0 0 0,-1 1 0 0 0,1-1 0 0 0,0 1 0 0 0,-1 0 0 0 0,1-1 0 0 0,-1 1-1 0 0,1 0 1 0 0,-1 0 0 0 0,0-1 0 0 0,1 1 0 0 0,-1 0 0 0 0,0 0 0 0 0,0-1 0 0 0,-1 1-1 0 0,1 0 1 0 0,0 0 0 0 0,0-1 0 0 0,-1 1 0 0 0,1 0 0 0 0,-2 2 0 0 0,-7 11-19 0 0,-1 0 0 0 0,0-1 1 0 0,-1 0-1 0 0,-1 0 1 0 0,0-1-1 0 0,-1-1 1 0 0,0 0-1 0 0,-24 16 1 0 0,16-12-40 0 0,13-12-4 0 0,6-4 0 0 0,1 1 0 0 0,-1-1 0 0 0,1 1 0 0 0,-1 0 0 0 0,1 0 0 0 0,0-1 0 0 0,-1 1 0 0 0,1 0 0 0 0,0 0 0 0 0,0 1 0 0 0,0-1 0 0 0,-1 0 0 0 0,1 0 0 0 0,0 0 0 0 0,0 1 0 0 0,1-1 0 0 0,-1 1 0 0 0,0-1 0 0 0,0 0 0 0 0,0 2 0 0 0,1-2 0 0 0,0-1 0 0 0,0 1 0 0 0,-1-1 0 0 0,1 1 0 0 0,0-1 0 0 0,0 0 0 0 0,0 1 0 0 0,0-1 0 0 0,0 1 0 0 0,0-1 0 0 0,0 1 0 0 0,0-1 0 0 0,0 1 0 0 0,0-1 0 0 0,0 0 0 0 0,0 1 0 0 0,0-1 0 0 0,0 1 0 0 0,0-1 0 0 0,1 1 0 0 0,-1-1 0 0 0,0 0 0 0 0,0 1 0 0 0,0-1 0 0 0,1 1 0 0 0,-1-1 0 0 0,0 0 0 0 0,0 1 0 0 0,1-1 0 0 0,-1 0 0 0 0,0 1 0 0 0,1-1 0 0 0,-1 0 0 0 0,0 0 0 0 0,1 1 0 0 0,-1-1 0 0 0,1 0 0 0 0,-1 0 0 0 0,1 1 0 0 0,11 4 0 0 0,-3-2 0 0 0,1-1 0 0 0,-1 0 0 0 0,1-1 0 0 0,0 0 0 0 0,0 0 0 0 0,0-1 0 0 0,0 0 0 0 0,13-3 0 0 0,19 2 0 0 0,32 1 0 0 0,-60 1 0 0 0,-4 3 0 0 0,-15 10 0 0 0,-7-2 0 0 0,1-4 0 0 0,4-2-275 0 0,6-4-1198 0 0,27-2-16423 0 0,-20 0 10518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9.26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 9 1120 0 0,'11'-8'13522'0'0,"-4"9"-5342"0"0,-1 19-2460 0 0,-9 21-6140 0 0,1-30 2925 0 0,-4 8-2309 0 0,1 0-1 0 0,-3 30 1 0 0,2-37-3617 0 0,2-6-2244 0 0,2 0-4823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9.4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33 1016 0 0,'0'0'11214'0'0,"6"2"-9603"0"0,25 2 385 0 0,1 0 1 0 0,-1-2-1 0 0,50-4 1 0 0,97-16 1296 0 0,-172 12-3913 0 0,-37-12-19640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0.2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274 29 1472 0 0,'0'0'4167'0'0,"4"-22"3350"0"0,-6 16 1737 0 0,-4 6-8838 0 0,1 0 0 0 0,-1 0 0 0 0,1 0 0 0 0,0 1 0 0 0,-1 0 0 0 0,1 1 1 0 0,0-1-1 0 0,0 1 0 0 0,0 0 0 0 0,0 0 0 0 0,0 0 0 0 0,0 1 0 0 0,0 0 0 0 0,1 0 0 0 0,-5 3 0 0 0,-13 10 1166 0 0,-35 32 1 0 0,43-35-1508 0 0,1 0 1 0 0,0 1 0 0 0,1 1 0 0 0,0 0 0 0 0,-13 22 0 0 0,22-31-72 0 0,0 0 0 0 0,0 0 0 0 0,1 0 0 0 0,0 1 0 0 0,0-1 0 0 0,0 0 0 0 0,1 1 0 0 0,0-1 0 0 0,0 1 0 0 0,0 0 0 0 0,1-1 0 0 0,0 1 0 0 0,0-1 0 0 0,1 1 0 0 0,0 0 0 0 0,0-1 0 0 0,1 1 0 0 0,-1-1 0 0 0,4 8 0 0 0,-3-11-26 0 0,0-1-1 0 0,0 1 1 0 0,0-1 0 0 0,0 1-1 0 0,1-1 1 0 0,-1 0 0 0 0,0 0-1 0 0,1 0 1 0 0,0 0-1 0 0,-1-1 1 0 0,1 1 0 0 0,0-1-1 0 0,0 1 1 0 0,0-1 0 0 0,0 0-1 0 0,0 0 1 0 0,0 0 0 0 0,0-1-1 0 0,0 1 1 0 0,1-1 0 0 0,-1 0-1 0 0,0 0 1 0 0,0 0 0 0 0,0 0-1 0 0,0 0 1 0 0,1-1-1 0 0,2 0 1 0 0,11-1-351 0 0,-1-1 1 0 0,1-1-1 0 0,24-8 0 0 0,-34 9-422 0 0,1 1-1 0 0,-1-1 0 0 0,0-1 1 0 0,0 1-1 0 0,0-1 0 0 0,-1-1 1 0 0,0 1-1 0 0,1-1 0 0 0,9-10 1 0 0,7-18-10794 0 0,-17 17 5344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0.65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202 19 1712 0 0,'0'-1'316'0'0,"0"0"-1"0"0,0 1 1 0 0,0-1-1 0 0,0 0 1 0 0,0 0-1 0 0,0 1 1 0 0,-1-1 0 0 0,1 0-1 0 0,0 0 1 0 0,0 1-1 0 0,-1-1 1 0 0,1 0-1 0 0,0 1 1 0 0,-1-1-1 0 0,1 1 1 0 0,-1-1 0 0 0,1 0-1 0 0,-1 1 1 0 0,1-1-1 0 0,-1 1 1 0 0,1-1-1 0 0,-1 1 1 0 0,1-1-1 0 0,-1 1 1 0 0,0 0 0 0 0,1-1-1 0 0,-1 1 1 0 0,0 0-1 0 0,1-1 1 0 0,-1 1-1 0 0,0 0 1 0 0,-1 0-1 0 0,-32 2 4500 0 0,23 1-3868 0 0,0 1 1 0 0,1 0-1 0 0,0 0 0 0 0,-12 8 1 0 0,13-6-264 0 0,0 0 1 0 0,1 0 0 0 0,-1 1 0 0 0,1 1-1 0 0,1-1 1 0 0,-12 15 0 0 0,17-18-502 0 0,-1 0 1 0 0,1-1-1 0 0,0 2 1 0 0,0-1 0 0 0,0 0-1 0 0,1 0 1 0 0,-1 0-1 0 0,1 1 1 0 0,0-1 0 0 0,0 1-1 0 0,1-1 1 0 0,-1 1-1 0 0,1-1 1 0 0,0 1 0 0 0,0-1-1 0 0,1 1 1 0 0,-1-1-1 0 0,2 5 1 0 0,-1-6-117 0 0,-1 0 0 0 0,1-1 0 0 0,0 1 1 0 0,1-1-1 0 0,-1 1 0 0 0,0-1 0 0 0,1 1 0 0 0,-1-1 0 0 0,1 0 0 0 0,0 0 0 0 0,-1 0 0 0 0,1 0 1 0 0,0 0-1 0 0,0 0 0 0 0,1 0 0 0 0,-1-1 0 0 0,4 3 0 0 0,-1-1-37 0 0,1-1 0 0 0,-1 0 0 0 0,1 0 0 0 0,0 0 0 0 0,-1-1 0 0 0,1 0 0 0 0,11 1 0 0 0,7-1-223 0 0,0-2 0 0 0,-1-1 1 0 0,29-5-1 0 0,-46 6 140 0 0,6-1-71 0 0,0 0-1 0 0,0-1 1 0 0,0 0 0 0 0,0-1-1 0 0,16-8 1 0 0,-25 10 140 0 0,0 1 0 0 0,0-1 0 0 0,0 0 0 0 0,0 0 0 0 0,0 0 0 0 0,-1 0 0 0 0,1 0 0 0 0,-1 0 0 0 0,1-1 0 0 0,-1 0 0 0 0,0 1 0 0 0,0-1 0 0 0,0 0 0 0 0,0 0 0 0 0,-1 0 0 0 0,1 0 0 0 0,-1 0 0 0 0,0 0 0 0 0,0 0 0 0 0,0-1 0 0 0,0 1 0 0 0,0 0 0 0 0,0-7 0 0 0,-1 7 38 0 0,0 1 0 0 0,0-1 0 0 0,-1 1 0 0 0,1-1 0 0 0,0 1 1 0 0,-1-1-1 0 0,0 1 0 0 0,1 0 0 0 0,-1-1 0 0 0,0 1 0 0 0,0 0 0 0 0,-1-1 0 0 0,1 1 0 0 0,0 0 0 0 0,-1 0 0 0 0,1 0 0 0 0,-1 0 0 0 0,0 0 1 0 0,0 0-1 0 0,1 1 0 0 0,-1-1 0 0 0,0 1 0 0 0,-5-3 0 0 0,-4-1 194 0 0,0 0 0 0 0,-1 0 1 0 0,0 2-1 0 0,-16-4 0 0 0,22 5-240 0 0,-11-1-8 0 0,5 2-17 0 0,10 1-273 0 0,7 3-2427 0 0,22 7 450 0 0,-8-3-2840 0 0,-3-1-5475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1.0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83 1 1164 0 0,'-6'0'17627'0'0,"7"11"-16953"0"0,0 0-1 0 0,0 1 1 0 0,-1-1-1 0 0,-1 1 1 0 0,0-1-1 0 0,0 0 1 0 0,-5 18 0 0 0,-29 91 6571 0 0,19-67-5903 0 0,11-41-1342 0 0,2 0 0 0 0,0 0 0 0 0,0 0 0 0 0,1 0 0 0 0,0 1 0 0 0,1-1 0 0 0,1 0 0 0 0,0 1 0 0 0,2 18 0 0 0,2-20 0 0 0,3 3 0 0 0,-1-3 0 0 0,3-7 0 0 0,7-9 0 0 0,-14 5 0 0 0,-1-1 0 0 0,-1 1 0 0 0,1 0 0 0 0,0-1 0 0 0,-1 1 0 0 0,1 0 0 0 0,0-1 0 0 0,-1 1 0 0 0,1-1 0 0 0,-1 1 0 0 0,1 0 0 0 0,-1-1 0 0 0,1 0 0 0 0,-1 1 0 0 0,1-1 0 0 0,-1 1 0 0 0,1-1 0 0 0,-1 0 0 0 0,0 1 0 0 0,1-1 0 0 0,-1 0 0 0 0,0 1 0 0 0,0-1 0 0 0,1 0 0 0 0,-1 1 0 0 0,0-1 0 0 0,0 0 0 0 0,0 0 0 0 0,0 1 0 0 0,0-1 0 0 0,0 0 0 0 0,0 0 0 0 0,0 1 0 0 0,0-1 0 0 0,-1-1 0 0 0,0-16 0 0 0,-10-27-1695 0 0,10 42 780 0 0,-1 0 1 0 0,0 0-1 0 0,0 0 0 0 0,0 0 0 0 0,0 1 0 0 0,-1-1 1 0 0,1 1-1 0 0,-5-4 0 0 0,-1-2-9698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1.3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196 24 536 0 0,'-2'-7'-149'0'0,"-4"-5"12167"0"0,2 7-6601 0 0,1 8-3815 0 0,-4 5-429 0 0,1-1-1 0 0,0 1 0 0 0,0 0 0 0 0,-7 14 0 0 0,-28 76 3540 0 0,17-36-2659 0 0,2-4-1694 0 0,-29 118-1 0 0,50-169-358 0 0,0 0 0 0 0,0 0 0 0 0,0 0 0 0 0,1 0 0 0 0,0 0 0 0 0,0 0 0 0 0,1 0 0 0 0,0 0 0 0 0,0 0 0 0 0,1 0 0 0 0,4 12 0 0 0,-5-16 0 0 0,0 0 0 0 0,1 0 0 0 0,-1 0 0 0 0,1-1 0 0 0,0 1 0 0 0,0 0 0 0 0,0-1 0 0 0,0 1 0 0 0,0-1 0 0 0,0 0 0 0 0,1 1 0 0 0,-1-1 0 0 0,1 0 0 0 0,0 0 0 0 0,-1-1 0 0 0,1 1 0 0 0,0-1 0 0 0,0 1 0 0 0,0-1 0 0 0,0 0 0 0 0,0 0 0 0 0,1 0 0 0 0,-1-1 0 0 0,0 1 0 0 0,0-1 0 0 0,0 1 0 0 0,6-1 0 0 0,-2-1-458 0 0,0 0 1 0 0,1 0-1 0 0,-1 0 0 0 0,0-1 0 0 0,0 0 1 0 0,-1-1-1 0 0,12-4 0 0 0,-10 3-633 0 0,0-1-1 0 0,0 0 0 0 0,-1-1 0 0 0,1 1 0 0 0,-1-1 0 0 0,-1-1 0 0 0,1 1 1 0 0,-1-1-1 0 0,0 0 0 0 0,-1-1 0 0 0,1 1 0 0 0,-1-1 0 0 0,-1 0 0 0 0,0 0 1 0 0,6-17-1 0 0,-5 8-5452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1.86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 52 852 0 0,'-4'-13'2566'0'0,"5"8"2369"0"0,10-6-1285 0 0,-9 9-3249 0 0,0 0 0 0 0,1 0 0 0 0,-1 0 0 0 0,0 0 0 0 0,1 1 0 0 0,-1-1 0 0 0,0 1 0 0 0,1-1 0 0 0,0 1 0 0 0,-1 0 0 0 0,1 0 0 0 0,0 0 0 0 0,0 1 0 0 0,-1-1 0 0 0,1 0 0 0 0,0 1 0 0 0,0 0 0 0 0,0 0 0 0 0,0 0 0 0 0,3 0 0 0 0,-1 0 58 0 0,0 0 0 0 0,0 0 0 0 0,-1 0 0 0 0,1 1 0 0 0,0 0 0 0 0,0-1 0 0 0,-1 2 0 0 0,1-1 0 0 0,5 2 0 0 0,-9-2-342 0 0,0 0-1 0 0,0 0 1 0 0,0 1 0 0 0,0-1 0 0 0,0 0-1 0 0,0 0 1 0 0,0 0 0 0 0,-1 1 0 0 0,1-1 0 0 0,0 0-1 0 0,-1 1 1 0 0,1-1 0 0 0,-1 0 0 0 0,1 1-1 0 0,-1-1 1 0 0,0 1 0 0 0,1-1 0 0 0,-1 1-1 0 0,0-1 1 0 0,0 1 0 0 0,0-1 0 0 0,0 1 0 0 0,0-1-1 0 0,-1 1 1 0 0,1-1 0 0 0,0 0 0 0 0,-1 1-1 0 0,1-1 1 0 0,-1 1 0 0 0,1-1 0 0 0,-1 0-1 0 0,0 1 1 0 0,-1 1 0 0 0,-7 18 423 0 0,0-1 1 0 0,-1-1-1 0 0,-1 0 1 0 0,-1 0-1 0 0,0-1 1 0 0,-30 32-1 0 0,39-47-540 0 0,1-1 0 0 0,0 0 0 0 0,0-1 0 0 0,0 1 0 0 0,1 0 0 0 0,-1 0 0 0 0,1 0 0 0 0,-1 0 0 0 0,1 1 0 0 0,0-1 0 0 0,0 0 0 0 0,0 1 0 0 0,0-1 0 0 0,0 0 0 0 0,0 4 0 0 0,1 9 0 0 0,0-14 0 0 0,0 0 0 0 0,0 0 0 0 0,0 0 0 0 0,0 0 0 0 0,0 0 0 0 0,1 0 0 0 0,-1 0 0 0 0,0 0 0 0 0,1 0 0 0 0,-1 0 0 0 0,1 0 0 0 0,-1 0 0 0 0,1 0 0 0 0,-1 0 0 0 0,1 0 0 0 0,0 0 0 0 0,-1 0 0 0 0,1-1 0 0 0,0 1 0 0 0,0 0 0 0 0,0-1 0 0 0,0 1 0 0 0,0 0 0 0 0,-1-1 0 0 0,1 1 0 0 0,0-1 0 0 0,0 1 0 0 0,0-1 0 0 0,0 0 0 0 0,1 1 0 0 0,-1-1 0 0 0,0 0 0 0 0,0 0 0 0 0,0 0 0 0 0,0 1 0 0 0,0-1 0 0 0,0-1 0 0 0,0 1 0 0 0,0 0 0 0 0,0 0 0 0 0,0 0 0 0 0,1 0 0 0 0,0-1 0 0 0,1 0 0 0 0,24 0 0 0 0,1-1 0 0 0,-1-1 0 0 0,0-2 0 0 0,37-11 0 0 0,-62 16-62 0 0,0 0 0 0 0,0-1 0 0 0,0 1 0 0 0,-1-1 0 0 0,1 0 0 0 0,0 1 0 0 0,0-1 0 0 0,-1 0 0 0 0,1 0 0 0 0,0 0-1 0 0,-1 0 1 0 0,1-1 0 0 0,-1 1 0 0 0,0 0 0 0 0,1-1 0 0 0,-1 1 0 0 0,0-1 0 0 0,0 1 0 0 0,0-1 0 0 0,0 1 0 0 0,1-3 0 0 0,-1 3-78 0 0,0-1-1220 0 0,-2-2-244 0 0,-7-12-1823 0 0,-3 2-5494 0 0,7 10 5071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2.3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196 32 460 0 0,'0'0'1813'0'0,"0"-11"1049"0"0,-1 6 2747 0 0,1 4-5194 0 0,-1 0 0 0 0,1 0 0 0 0,-1 0 0 0 0,1 0 1 0 0,-1 0-1 0 0,1 1 0 0 0,-1-1 0 0 0,1 0 0 0 0,-1 0 1 0 0,0 1-1 0 0,1-1 0 0 0,-1 0 0 0 0,0 1 1 0 0,0-1-1 0 0,1 1 0 0 0,-1-1 0 0 0,0 1 0 0 0,0-1 1 0 0,0 1-1 0 0,0-1 0 0 0,0 1 0 0 0,0 0 0 0 0,0 0 1 0 0,1-1-1 0 0,-1 1 0 0 0,0 0 0 0 0,0 0 0 0 0,-2 0 1 0 0,-1 0 215 0 0,0 1 0 0 0,1 0 1 0 0,-1-1-1 0 0,0 1 0 0 0,0 1 1 0 0,1-1-1 0 0,-7 4 1 0 0,-4 2 796 0 0,1 1 0 0 0,-25 19 0 0 0,31-21-1331 0 0,-1 1-13 0 0,0 0 1 0 0,0 0-1 0 0,1 0 0 0 0,-9 12 1 0 0,14-16-78 0 0,0 0 0 0 0,0 0 0 0 0,0 1 0 0 0,1-1 0 0 0,-1 0 0 0 0,1 1 1 0 0,0-1-1 0 0,0 1 0 0 0,0 0 0 0 0,0-1 0 0 0,1 1 0 0 0,-1 0 0 0 0,1-1 0 0 0,0 1 1 0 0,0 0-1 0 0,1 0 0 0 0,0 5 0 0 0,0-7-7 0 0,0 1 0 0 0,0-1 0 0 0,0 0 0 0 0,0 0 0 0 0,1 0 0 0 0,-1 0 0 0 0,1 0 0 0 0,-1 0 0 0 0,1 0 0 0 0,0 0 0 0 0,0-1 0 0 0,0 1 0 0 0,0-1 0 0 0,0 1 0 0 0,0-1 0 0 0,0 0 0 0 0,0 0 0 0 0,1 0 0 0 0,-1 0 0 0 0,0 0 0 0 0,1 0 0 0 0,-1 0 0 0 0,1-1 0 0 0,3 1 0 0 0,71 6 0 0 0,-54-6 0 0 0,69 4 0 0 0,-77-2 0 0 0,-3 2 0 0 0,-1-1 0 0 0,-9 4 0 0 0,-1-7 0 0 0,-1 0 0 0 0,1 0 0 0 0,-1 0 0 0 0,0 0 0 0 0,1 0 0 0 0,-1 0 0 0 0,0 0 0 0 0,0 0 0 0 0,0 0 0 0 0,0 0 0 0 0,0 0 0 0 0,0 0 0 0 0,0 0 0 0 0,0 0 0 0 0,0 0 0 0 0,0 0 0 0 0,0 0 0 0 0,-1-1 0 0 0,1 1 0 0 0,0 0 0 0 0,-1 0 0 0 0,1 0 0 0 0,-1 0 0 0 0,1 0 0 0 0,-1 0 0 0 0,1-1 0 0 0,-1 1 0 0 0,1 0 0 0 0,-1 0 0 0 0,0-1 0 0 0,-1 2 0 0 0,-11 13 0 0 0,11-8 0 0 0,-1-1 0 0 0,-25 15 0 0 0,26-17 0 0 0,-2 0 0 0 0,-27 0 0 0 0,13-4 0 0 0,16 0-127 0 0,0-1-1 0 0,1 1 1 0 0,-1-1 0 0 0,0 1 0 0 0,0-1-1 0 0,0 0 1 0 0,0 0 0 0 0,0 0-1 0 0,1 0 1 0 0,-1 0 0 0 0,0 0-1 0 0,1 0 1 0 0,-1-1 0 0 0,1 1 0 0 0,-1 0-1 0 0,1-1 1 0 0,0 0 0 0 0,-1 1-1 0 0,1-1 1 0 0,0 0 0 0 0,0 1 0 0 0,0-1-1 0 0,1 0 1 0 0,-1 0 0 0 0,0 0-1 0 0,1 0 1 0 0,-1-2 0 0 0,-1-2-710 0 0,-1-6-1746 0 0,7-7-6541 0 0,-2 12 4680 0 0,-1-4-2423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2.64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110 0 1976 0 0,'-36'9'2072'0'0,"28"-7"-77"0"0,-6 18 6513 0 0,0-2-5190 0 0,6 28 2282 0 0,8-38-5007 0 0,0 0 1 0 0,0-1-1 0 0,0 1 1 0 0,1 0-1 0 0,0 0 1 0 0,3 10-1 0 0,-2-4 204 0 0,0 0 0 0 0,0 1 0 0 0,-2 17 0 0 0,2-15-1371 0 0,-3-5-414 0 0,0-10 92 0 0,1-1 722 0 0,0-1 1 0 0,0 1-1 0 0,-1 0 1 0 0,1-1-1 0 0,0 1 1 0 0,0 0 0 0 0,-1-1-1 0 0,1 1 1 0 0,0 0-1 0 0,-1-1 1 0 0,1 1-1 0 0,0-1 1 0 0,-1 1 0 0 0,1-1-1 0 0,-1 1 1 0 0,1-1-1 0 0,-1 1 1 0 0,1-1-1 0 0,-1 0 1 0 0,0 1 0 0 0,1-1-1 0 0,-1 0 1 0 0,1 1-1 0 0,-1-1 1 0 0,0 0-1 0 0,1 0 1 0 0,-1 0 0 0 0,0 1-1 0 0,0-1 1 0 0,-22 2-7464 0 0,18-1 3216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2.8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41 2352 0 0,'0'0'6752'0'0,"20"11"2774"0"0,-7-5-6885 0 0,-3-5-2655 0 0,-1 0 1 0 0,1-1 0 0 0,-1 0-1 0 0,0-1 1 0 0,1 0 0 0 0,-1-1 0 0 0,0 1-1 0 0,0-2 1 0 0,11-3 0 0 0,13-9-4196 0 0,-4-5-4119 0 0,-16 9 3491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3.22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62 1 608 0 0,'0'0'12723'0'0,"4"3"-11247"0"0,5 3-197 0 0,1 0-1 0 0,0 0 0 0 0,20 7 0 0 0,-21-10-510 0 0,-1 1 0 0 0,1-1-1 0 0,-1 2 1 0 0,1-1 0 0 0,-1 1-1 0 0,-1 0 1 0 0,1 1 0 0 0,-1 0 0 0 0,11 11-1 0 0,-17-15-709 0 0,1-1 1 0 0,-1 1-1 0 0,0 0 0 0 0,0 0 0 0 0,0 0 0 0 0,0 0 0 0 0,0 0 1 0 0,0 1-1 0 0,-1-1 0 0 0,1 0 0 0 0,-1 0 0 0 0,1 0 1 0 0,-1 1-1 0 0,0-1 0 0 0,0 0 0 0 0,0 1 0 0 0,0-1 0 0 0,0 0 1 0 0,0 0-1 0 0,-1 1 0 0 0,1-1 0 0 0,-1 0 0 0 0,0 0 1 0 0,1 0-1 0 0,-1 0 0 0 0,0 0 0 0 0,0 0 0 0 0,-1 0 0 0 0,1 0 1 0 0,0 0-1 0 0,-1 0 0 0 0,1 0 0 0 0,-4 2 0 0 0,-5 5 463 0 0,0 0-1 0 0,-1 0 0 0 0,-1-1 1 0 0,-20 10-1 0 0,-4 4 70 0 0,-1 1-590 0 0,28-18 0 0 0,0 0 0 0 0,1 0 0 0 0,-1 1 0 0 0,-8 8 0 0 0,7-4 0 0 0,10 3 0 0 0,11-1 0 0 0,-6-9 0 0 0,0 0 0 0 0,0-1 0 0 0,0 1 0 0 0,0-1 0 0 0,0-1 0 0 0,1 1 0 0 0,-1-1 0 0 0,1 0 0 0 0,-1 0 0 0 0,1-1 0 0 0,-1 1 0 0 0,8-1 0 0 0,65-9 0 0 0,-70 8 0 0 0,17-2-63 0 0,32-9-522 0 0,-54 11 520 0 0,0 0 0 0 0,0-1 1 0 0,0 1-1 0 0,0-1 0 0 0,-1 0 0 0 0,1 0 0 0 0,0 0 0 0 0,-1 0 0 0 0,1-1 0 0 0,-1 1 0 0 0,0-1 0 0 0,0 1 0 0 0,0-1 0 0 0,0 0 0 0 0,1-3 0 0 0,-2 4-286 0 0,0 0 0 0 0,0 0 1 0 0,0 0-1 0 0,0 0 0 0 0,-1 0 0 0 0,1 0 0 0 0,-1 0 0 0 0,0 0 0 0 0,1 0 0 0 0,-1 0 0 0 0,0 0 1 0 0,0 0-1 0 0,0-1 0 0 0,-1 1 0 0 0,1 0 0 0 0,0 0 0 0 0,-1 0 0 0 0,1 0 0 0 0,-3-3 0 0 0,-5-14-5825 0 0,2 9 40 0 0,1-3-474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3.9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83 30 656 0 0,'0'0'9184'0'0,"-3"-3"-7696"0"0,1 0-1193 0 0,-21-14 14123 0 0,23 17-14418 0 0,2 13 803 0 0,-1 0 0 0 0,0 0 1 0 0,0 0-1 0 0,-3 20 0 0 0,-6 15-133 0 0,2-13 350 0 0,-4 62 0 0 0,12-84-1020 0 0,3 3 0 0 0,-4-2 0 0 0,0-15 0 0 0,8-6 0 0 0,-8 5 0 0 0,-1 0 0 0 0,1 0 0 0 0,-1 0 0 0 0,0 0 0 0 0,1 0 0 0 0,-1 0 0 0 0,0 0 0 0 0,0 0 0 0 0,0 0 0 0 0,-1 0 0 0 0,1 0 0 0 0,-1-3 0 0 0,-2-10-67 0 0,0 0 0 0 0,-1 0 0 0 0,-1 1 0 0 0,0-1 1 0 0,-12-20-1 0 0,16 33 46 0 0,1 1 0 0 0,-1 0 1 0 0,1-1-1 0 0,-1 1 1 0 0,1 0-1 0 0,0-1 1 0 0,-1 1-1 0 0,1-1 0 0 0,0 1 1 0 0,0-1-1 0 0,0 1 1 0 0,0-1-1 0 0,0 1 1 0 0,0 0-1 0 0,1-1 0 0 0,-1 1 1 0 0,0-1-1 0 0,1 1 1 0 0,-1 0-1 0 0,2-3 1 0 0,14-26-270 0 0,-13 25 241 0 0,2-1 22 0 0,0 0 1 0 0,0 1-1 0 0,0-1 0 0 0,1 1 1 0 0,0 0-1 0 0,0 1 1 0 0,0 0-1 0 0,1 0 0 0 0,0 0 1 0 0,-1 0-1 0 0,1 1 0 0 0,0 1 1 0 0,9-3-1 0 0,45-25-105 0 0,-41 23 515 0 0,-8 6 852 0 0,-31 16-1212 0 0,-1-1 1 0 0,-21 13 0 0 0,25-19-26 0 0,0 2 1 0 0,1 0-1 0 0,0 1 1 0 0,1 0-1 0 0,1 1 1 0 0,-1 0 0 0 0,-15 21-1 0 0,26-30 2 0 0,-2 14 0 0 0,4-15 0 0 0,1 1 0 0 0,0-1 0 0 0,0 1 0 0 0,-1 0 0 0 0,1-1 0 0 0,1 1 0 0 0,-1-1 0 0 0,0 1 0 0 0,1-1 0 0 0,-1 1 0 0 0,1-1 0 0 0,0 1 0 0 0,0-1 0 0 0,0 1 0 0 0,0-1 0 0 0,0 0 0 0 0,1 1 0 0 0,-1-1 0 0 0,0 0 0 0 0,1 0 0 0 0,0 0 0 0 0,0 0 0 0 0,-1 0 0 0 0,1-1 0 0 0,3 3 0 0 0,2 1 0 0 0,1-1 0 0 0,-1 0 0 0 0,1-1 0 0 0,-1 0 0 0 0,14 4 0 0 0,-8-3 0 0 0,1 1 0 0 0,0-1 0 0 0,0-1 0 0 0,0 0 0 0 0,1-1 0 0 0,-1-1 0 0 0,1 0 0 0 0,26-2 0 0 0,-27 0 0 0 0,-4-2-121 0 0,-8 2-738 0 0,-18-11-6578 0 0,11 9 4143 0 0,0 0-4236 0 0,-6-4-75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4.2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223 8 368 0 0,'0'0'14331'0'0,"2"-7"-2832"0"0,14 39-10604 0 0,-2 1 0 0 0,-1 1 0 0 0,18 69 0 0 0,-27-81-522 0 0,0 1 1 0 0,-1-1 0 0 0,-1 1-1 0 0,-1-1 1 0 0,-1 1 0 0 0,-1 0-1 0 0,-7 41 1 0 0,5-53-374 0 0,0 0 0 0 0,-1 0 0 0 0,-1 0 0 0 0,1 0 0 0 0,-1-1 0 0 0,-1 0 0 0 0,0 0 0 0 0,-1 0 0 0 0,0-1 0 0 0,0 0 0 0 0,-1 0 0 0 0,0-1 0 0 0,0 0 0 0 0,-1 0 0 0 0,0-1 0 0 0,-1 0 0 0 0,-16 9 0 0 0,24-14 0 0 0,1-2 0 0 0,1 1 0 0 0,-1-1 0 0 0,0 1 0 0 0,1-1 0 0 0,-1 0 0 0 0,0 0 0 0 0,1 1 0 0 0,-1-1 0 0 0,0 0 0 0 0,0 0 0 0 0,1 1 0 0 0,-1-1 0 0 0,0 0 0 0 0,0 0 0 0 0,1 0 0 0 0,-1 0 0 0 0,0 0 0 0 0,0 0 0 0 0,1-1 0 0 0,-1 1 0 0 0,0 0 0 0 0,0 0 0 0 0,1 0 0 0 0,-1-1 0 0 0,0 1 0 0 0,-1-1 0 0 0,-39-12-3125 0 0,29 6 814 0 0,1 0 0 0 0,-1-1 0 0 0,2 0 0 0 0,-1 0 0 0 0,1-1 0 0 0,-11-13 0 0 0,4 2-5257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0.81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494 8 1616 0 0,'0'0'30673'0'0,"-4"-2"-30263"0"0,-16-3-342 0 0,16 6-68 0 0,1 0 0 0 0,-1 1 0 0 0,1-1 0 0 0,-1 1 0 0 0,1 0 0 0 0,0 0 0 0 0,0 0 0 0 0,0 0 0 0 0,0 1 0 0 0,0-1 0 0 0,-3 5 0 0 0,-35 38 0 0 0,31-33 0 0 0,-207 251 0 0 0,146-158 0 0 0,6-8 0 0 0,45-58 0 0 0,20-38 0 0 0,0-1 0 0 0,0 0 0 0 0,0 0 0 0 0,0 0 0 0 0,0-1 0 0 0,-1 1 0 0 0,1 0 0 0 0,0 0 0 0 0,0 0 0 0 0,0 0 0 0 0,0 0 0 0 0,0 0 0 0 0,0 0 0 0 0,0 0 0 0 0,0 0 0 0 0,0 0 0 0 0,-1 0 0 0 0,1 0 0 0 0,0 0 0 0 0,0 0 0 0 0,0 0 0 0 0,0 0 0 0 0,0 0 0 0 0,0 0 0 0 0,0 0 0 0 0,0 0 0 0 0,0 1 0 0 0,-1-1 0 0 0,1 0 0 0 0,0 0 0 0 0,0 0 0 0 0,0 0 0 0 0,0 0 0 0 0,0 0 0 0 0,0 0 0 0 0,0 0 0 0 0,0 0 0 0 0,0 0 0 0 0,0 0 0 0 0,0 0 0 0 0,0 0 0 0 0,0 1 0 0 0,0-1 0 0 0,0 0 0 0 0,0 0 0 0 0,-1 0 0 0 0,4-36-185 0 0,1 27-411 0 0,0-6-987 0 0,-5 5-827 0 0,-4-7-11774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1.1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55 1676 0 0,'6'-20'3987'0'0,"-5"-15"19847"0"0,-2 44-22803 0 0,-1 7-835 0 0,1 1-1 0 0,1 0 1 0 0,0 0 0 0 0,1-1-1 0 0,1 1 1 0 0,5 21 0 0 0,-4-27-117 0 0,0 0 0 0 0,0 0 0 0 0,1 0 0 0 0,1-1 0 0 0,-1 1 0 0 0,2-1 0 0 0,-1 0 0 0 0,2 0 0 0 0,-1-1 0 0 0,16 16 0 0 0,-18-21-79 0 0,0 0 0 0 0,1-1 0 0 0,-1 0 0 0 0,1 0 0 0 0,0-1 0 0 0,0 1 0 0 0,0-1 0 0 0,0 0 0 0 0,1 0 0 0 0,-1-1 0 0 0,7 2 0 0 0,46 16 0 0 0,-55-18 0 0 0,-18-13-98 0 0,14 12-2 0 0,0 0 1 0 0,0-1-1 0 0,-1 1 1 0 0,1 0-1 0 0,0 0 1 0 0,0 0-1 0 0,0 0 1 0 0,-1 0-1 0 0,1 0 1 0 0,0 0-1 0 0,0 0 1 0 0,0 1-1 0 0,0-1 1 0 0,-1 0-1 0 0,1 1 1 0 0,0-1-1 0 0,0 0 1 0 0,0 1-1 0 0,0 0 1 0 0,0-1-1 0 0,0 1 1 0 0,-2 1-1 0 0,3-2-159 0 0,-29 19-6647 0 0,20-12-3778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1.9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214 11 1528 0 0,'0'-1'12714'0'0,"-12"-9"5392"0"0,-12 21-17748 0 0,-6 9-284 0 0,20-11-87 0 0,-4-1 13 0 0,2 1 0 0 0,-1 1 0 0 0,1 0 0 0 0,1 1 0 0 0,0 0 0 0 0,0 0 0 0 0,1 1 0 0 0,1 1 0 0 0,-12 17 0 0 0,10 4 0 0 0,11-32 0 0 0,-1-1 0 0 0,1 0 0 0 0,-1 0 0 0 0,1 1 0 0 0,0-1 0 0 0,0 0 0 0 0,0 1 0 0 0,0-1 0 0 0,0 0 0 0 0,0 1 0 0 0,0-1 0 0 0,0 0 0 0 0,0 1 0 0 0,1-1 0 0 0,-1 0 0 0 0,0 1 0 0 0,1-1 0 0 0,-1 0 0 0 0,1 0 0 0 0,0 0 0 0 0,-1 1 0 0 0,1-1 0 0 0,0 0 0 0 0,0 0 0 0 0,0 0 0 0 0,0 0 0 0 0,0 0 0 0 0,0 0 0 0 0,0-1 0 0 0,0 1 0 0 0,0 0 0 0 0,0 0 0 0 0,2 0 0 0 0,32 9 0 0 0,-16-8 0 0 0,-1-1 0 0 0,1-2 0 0 0,0 0 0 0 0,-1 0 0 0 0,29-8 0 0 0,90-30 0 0 0,-106 29 0 0 0,-24 7 0 0 0,3-3 0 0 0,-10 6 0 0 0,0 0 0 0 0,0 0 0 0 0,0 0 0 0 0,0 0 0 0 0,0 0 0 0 0,0 0 0 0 0,0-1 0 0 0,0 1 0 0 0,0 0 0 0 0,0 0 0 0 0,0 0 0 0 0,0 0 0 0 0,0 0 0 0 0,0 0 0 0 0,0 0 0 0 0,0 0 0 0 0,0 0 0 0 0,0-1 0 0 0,0 1 0 0 0,0 0 0 0 0,0 0 0 0 0,0 0 0 0 0,0 0 0 0 0,0 0 0 0 0,0 0 0 0 0,0 0 0 0 0,0 0 0 0 0,0 0 0 0 0,0-1 0 0 0,0 1 0 0 0,0 0 0 0 0,0 0 0 0 0,0 0 0 0 0,1 0 0 0 0,-1 0 0 0 0,0 0 0 0 0,0 0 0 0 0,0 0 0 0 0,0 0 0 0 0,0 0 0 0 0,0 0 0 0 0,-29 5 0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2.04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1 32767 0 0,'0'0'0'0'0,"-7"6"0"0"0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4.48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37 1304 0 0,'0'0'22886'0'0,"0"-1"-22727"0"0,0 1-1 0 0,-1-1 1 0 0,1 1 0 0 0,0-1 0 0 0,0 1 0 0 0,0-1 0 0 0,0 1 0 0 0,0-1 0 0 0,0 1 0 0 0,0-1 0 0 0,0 1 0 0 0,0-1 0 0 0,0 1 0 0 0,0 0 0 0 0,0-1 0 0 0,1 1 0 0 0,-1-1 0 0 0,0 1 0 0 0,0-1 0 0 0,0 1 0 0 0,1-1 0 0 0,-1 1 0 0 0,0 0-1 0 0,0-1 1 0 0,1 1 0 0 0,-1-1 0 0 0,0 1 0 0 0,1-1 0 0 0,50-4 1065 0 0,114-11 1520 0 0,-148 16-2744 0 0,-6-1-263 0 0,-11 1 50 0 0,1 1-1 0 0,-1 0 1 0 0,0-1-1 0 0,1 1 1 0 0,-1 0-1 0 0,0 0 1 0 0,0-1-1 0 0,0 1 1 0 0,0 0-1 0 0,1 0 1 0 0,-1 0-1 0 0,0-1 1 0 0,0 1-1 0 0,-1 0 1 0 0,1 0-1 0 0,0-1 1 0 0,0 1-1 0 0,0 0 1 0 0,0 0-1 0 0,-1-1 1 0 0,1 1-1 0 0,0 0 1 0 0,-1 0-1 0 0,1-1 1 0 0,-1 2-1 0 0,-7 2-1184 0 0,-9 7-2911 0 0,6-1-4759 0 0,6-4 2218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4.74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59 1364 0 0,'-3'9'15472'0'0,"10"-5"-6180"0"0,10-5-4729 0 0,4-4-3368 0 0,44-14-4168 0 0,-47 13 4295 0 0,40-20-7711 0 0,-37 12-6727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5.8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243 45 292 0 0,'0'0'1574'0'0,"8"-20"6537"0"0,-6 6 9391 0 0,-6 11-17081 0 0,-10-5 2495 0 0,-26 8-965 0 0,32 3-1951 0 0,0 0 0 0 0,1 0 0 0 0,-1 0 0 0 0,0 1 0 0 0,-10 8 0 0 0,0 1 0 0 0,1 1 0 0 0,1 1 0 0 0,-24 27 0 0 0,35-37 0 0 0,0 2 0 0 0,1-1 0 0 0,-1 1 0 0 0,1 0 0 0 0,0-1 0 0 0,1 2 0 0 0,0-1 0 0 0,0 0 0 0 0,1 1 0 0 0,-1-1 0 0 0,2 1 0 0 0,-1 0 0 0 0,0 12 0 0 0,2-16 0 0 0,0 0 0 0 0,0-1 0 0 0,1 1 0 0 0,-1 0 0 0 0,1 0 0 0 0,0-1 0 0 0,0 1 0 0 0,1 0 0 0 0,-1-1 0 0 0,1 1 0 0 0,-1-1 0 0 0,1 0 0 0 0,0 1 0 0 0,0-1 0 0 0,1 0 0 0 0,-1 0 0 0 0,1 0 0 0 0,-1-1 0 0 0,1 1 0 0 0,0 0 0 0 0,0-1 0 0 0,0 0 0 0 0,0 0 0 0 0,1 0 0 0 0,-1 0 0 0 0,0 0 0 0 0,1-1 0 0 0,-1 0 0 0 0,1 1 0 0 0,0-1 0 0 0,0 0 0 0 0,-1-1 0 0 0,5 1 0 0 0,5 1 0 0 0,0-1 0 0 0,1-1 0 0 0,-1 0 0 0 0,0 0 0 0 0,0-1 0 0 0,0-1 0 0 0,0-1 0 0 0,19-5 0 0 0,-18 4 0 0 0,-1 0 0 0 0,1-1 0 0 0,-1 0 0 0 0,0-2 0 0 0,0 1 0 0 0,0-1 0 0 0,-1-1 0 0 0,0 0 0 0 0,-1-1 0 0 0,0-1 0 0 0,0 1 0 0 0,-1-2 0 0 0,0 1 0 0 0,11-18 0 0 0,-8-12 0 0 0,-12 38 0 0 0,-1-1 0 0 0,1 1 0 0 0,-1 0 0 0 0,0 0 0 0 0,0-1 0 0 0,0 1 0 0 0,-1 0 0 0 0,1 0 0 0 0,0-1 0 0 0,-1 1 0 0 0,1 0 0 0 0,-1 0 0 0 0,0 0 0 0 0,0-1 0 0 0,0 1 0 0 0,0 0 0 0 0,0 0 0 0 0,0 0 0 0 0,0 1 0 0 0,-1-1 0 0 0,1 0 0 0 0,-1 0 0 0 0,1 1 0 0 0,-5-4 0 0 0,-1 0 0 0 0,5 3 0 0 0,0 0 0 0 0,0 0 0 0 0,-1 1 0 0 0,1 0 0 0 0,0-1 0 0 0,-1 1 0 0 0,1 0 0 0 0,-1 0 0 0 0,1 0 0 0 0,-1 0 0 0 0,1 1 0 0 0,-1-1 0 0 0,0 1 0 0 0,1 0 0 0 0,-6-1 0 0 0,6 1 0 0 0,-1-1 0 0 0,1 1 0 0 0,-1 0 0 0 0,1 0 0 0 0,-1 0 0 0 0,1 0 0 0 0,0 0 0 0 0,-1 0 0 0 0,1 1 0 0 0,-1-1 0 0 0,1 1 0 0 0,-1 0 0 0 0,1-1 0 0 0,0 1 0 0 0,0 0 0 0 0,-1 1 0 0 0,1-1 0 0 0,0 0 0 0 0,-3 3 0 0 0,-2 1 0 0 0,-1 1 0 0 0,6 6 0 0 0,12 11 0 0 0,-5-23 0 0 0,9 6-2792 0 0,20-1-12584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6.0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1 1468 0 0,'7'3'30406'0'0,"-9"0"-29638"0"0,-7 10-643 0 0,2-3-565 0 0,6-9-2158 0 0,7-2-2935 0 0,18-6-3624 0 0,-18 6 699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6.4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220 29 2472 0 0,'-3'-2'2537'0'0,"-2"-1"-1749"0"0,0-1 0 0 0,0 1-1 0 0,0 0 1 0 0,-1 1 0 0 0,-10-4-1 0 0,10 5 408 0 0,0-1-1 0 0,0 1 1 0 0,0 1-1 0 0,0-1 1 0 0,-1 1-1 0 0,1 0 1 0 0,0 0-1 0 0,0 1 0 0 0,0 0 1 0 0,0 0-1 0 0,0 0 1 0 0,0 1-1 0 0,0 0 1 0 0,0 0-1 0 0,0 1 1 0 0,-9 5-1 0 0,-26 22 1532 0 0,29-13-2726 0 0,6-5 0 0 0,6-11 0 0 0,-1 0 0 0 0,1-1 0 0 0,0 1 0 0 0,-1 0 0 0 0,1-1 0 0 0,0 1 0 0 0,-1 0 0 0 0,1-1 0 0 0,0 1 0 0 0,0 0 0 0 0,0-1 0 0 0,0 1 0 0 0,0 0 0 0 0,0 0 0 0 0,0-1 0 0 0,0 1 0 0 0,0 0 0 0 0,0-1 0 0 0,0 1 0 0 0,0 0 0 0 0,1 0 0 0 0,-1-1 0 0 0,0 1 0 0 0,0 0 0 0 0,1-1 0 0 0,-1 1 0 0 0,1 0 0 0 0,-1-1 0 0 0,0 1 0 0 0,1-1 0 0 0,-1 1 0 0 0,1-1 0 0 0,-1 1 0 0 0,1-1 0 0 0,-1 1 0 0 0,1-1 0 0 0,0 1 0 0 0,0-1 0 0 0,4 7 0 0 0,0-1 0 0 0,0 0 0 0 0,0 0 0 0 0,1 0 0 0 0,0-1 0 0 0,1 0 0 0 0,-1 0 0 0 0,1-1 0 0 0,9 6 0 0 0,-15-10 0 0 0,11 8 0 0 0,1 0 0 0 0,-1 1 0 0 0,0 0 0 0 0,-1 1 0 0 0,0 1 0 0 0,10 11 0 0 0,-17-17 0 0 0,2 6 0 0 0,-4 5 0 0 0,-2-12 0 0 0,2 17 0 0 0,-8-5 0 0 0,3-4 0 0 0,-7-2 0 0 0,1-2 0 0 0,-8-6 0 0 0,0-9 0 0 0,14 5-257 0 0,0-1-1 0 0,-1 0 1 0 0,1 0-1 0 0,0 0 1 0 0,1-1-1 0 0,-1 1 1 0 0,1-1-1 0 0,-1 1 1 0 0,1-1-1 0 0,0 0 1 0 0,0 0-1 0 0,1 0 1 0 0,-1 0 0 0 0,1 0-1 0 0,0 0 1 0 0,-1-6-1 0 0,-1-6-2311 0 0,2 0-1 0 0,0-29 0 0 0,1 36 1731 0 0,0 3-6669 0 0,0-8 574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6.7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44 1572 0 0,'0'0'4599'0'0,"43"-11"8965"0"0,-3 9-10422 0 0,74-15 0 0 0,-40 4-5177 0 0,-72 13 1003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7.18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45 1 304 0 0,'0'0'25342'0'0,"-3"6"-23782"0"0,-4 8-864 0 0,1 0-1 0 0,0 1 0 0 0,1-1 0 0 0,0 1 0 0 0,2 0 0 0 0,0 0 0 0 0,-2 24 0 0 0,4-16-695 0 0,1-12 0 0 0,0 0 0 0 0,0 0 0 0 0,1 0 0 0 0,0 0 0 0 0,4 12 0 0 0,9 28 0 0 0,-13-51-143 0 0,0 0 0 0 0,0-1 1 0 0,0 1-1 0 0,0-1 0 0 0,-1 1 0 0 0,1-1 0 0 0,0 0 0 0 0,0 1 1 0 0,0-1-1 0 0,-1 0 0 0 0,1 1 0 0 0,0-1 0 0 0,-1 0 0 0 0,1 0 1 0 0,0 0-1 0 0,-1 0 0 0 0,1 1 0 0 0,-1-1 0 0 0,0 0 1 0 0,1 0-1 0 0,-1 0 0 0 0,0 0 0 0 0,1 0 0 0 0,-1 0 0 0 0,0 0 1 0 0,0 0-1 0 0,0-2 0 0 0,-5-36-15535 0 0,-2 23 8321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7.3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64 1480 0 0,'0'0'8844'0'0,"4"3"-7118"0"0,2 0-1063 0 0,1 0-1 0 0,0 0 1 0 0,-1-1-1 0 0,1 1 1 0 0,0-2-1 0 0,1 1 1 0 0,-1-1 0 0 0,0 0-1 0 0,0-1 1 0 0,1 1-1 0 0,-1-1 1 0 0,0-1-1 0 0,12-1 1 0 0,10-2-108 0 0,0-1 0 0 0,36-11 0 0 0,13-9-3245 0 0,-52 14-1091 0 0,-1-1-3598 0 0,-6 1 2238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7.80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278 20 1348 0 0,'-3'-3'2563'0'0,"1"1"-1893"0"0,0 0 0 0 0,0 1-1 0 0,0-1 1 0 0,-1 1 0 0 0,1 0 0 0 0,0-1-1 0 0,-1 1 1 0 0,1 0 0 0 0,-1 1-1 0 0,1-1 1 0 0,-1 0 0 0 0,0 1 0 0 0,1-1-1 0 0,-1 1 1 0 0,-5 0 0 0 0,0 0 843 0 0,-1 0 1 0 0,0 1-1 0 0,0 0 1 0 0,-15 5-1 0 0,3 0 885 0 0,1 2 0 0 0,0 0 0 0 0,-27 15 0 0 0,35-17-2008 0 0,8-4-344 0 0,1 0-1 0 0,-1 0 1 0 0,0 0-1 0 0,1 1 1 0 0,-1-1-1 0 0,1 1 0 0 0,-1-1 1 0 0,1 1-1 0 0,0 0 1 0 0,1 1-1 0 0,-1-1 1 0 0,-3 5-1 0 0,2 5-45 0 0,3-12 0 0 0,1 0 0 0 0,0 0 0 0 0,0 0 0 0 0,0 0 0 0 0,-1 0 0 0 0,1 0 0 0 0,0 0 0 0 0,0 0 0 0 0,0 0 0 0 0,1 1 0 0 0,-1-1 0 0 0,0 0 0 0 0,0 0 0 0 0,0 0 0 0 0,1 0 0 0 0,-1 0 0 0 0,1 0 0 0 0,-1 0 0 0 0,1 0 0 0 0,-1 0 0 0 0,1 0 0 0 0,0 0 0 0 0,1 1 0 0 0,-1-1 0 0 0,10 5 0 0 0,-1-2 0 0 0,0-1 0 0 0,1-1 0 0 0,0 1 0 0 0,0-1 0 0 0,-1-1 0 0 0,1 0 0 0 0,15-1 0 0 0,-9 0 0 0 0,0 1 0 0 0,1 1 0 0 0,26 5 0 0 0,-42-6 0 0 0,1 0 0 0 0,-1 0 0 0 0,1 0 0 0 0,-1 0 0 0 0,1 1 0 0 0,-1-1 0 0 0,0 1 0 0 0,0-1 0 0 0,0 1 0 0 0,0 0 0 0 0,0 0 0 0 0,0 0 0 0 0,0 0 0 0 0,-1 0 0 0 0,1 0 0 0 0,-1 1 0 0 0,1-1 0 0 0,-1 0 0 0 0,0 1 0 0 0,0-1 0 0 0,1 4 0 0 0,-1-2 0 0 0,1 41 0 0 0,-4-38 0 0 0,-1 1 0 0 0,0-1 0 0 0,-1 1 0 0 0,0-1 0 0 0,0 0 0 0 0,-1 0 0 0 0,0-1 0 0 0,0 1 0 0 0,0-1 0 0 0,-1 0 0 0 0,0-1 0 0 0,0 1 0 0 0,0-1 0 0 0,-1 0 0 0 0,1-1 0 0 0,-1 0 0 0 0,-10 5 0 0 0,15-6 0 0 0,-2 0 0 0 0,-32 0 0 0 0,35-2 0 0 0,0-1 0 0 0,0 0 0 0 0,0 1 0 0 0,0-1 0 0 0,0 0 0 0 0,0 0 0 0 0,0 0 0 0 0,0 0 0 0 0,0 0 0 0 0,0 0 0 0 0,0 0 0 0 0,1-1 0 0 0,-1 1 0 0 0,0 0 0 0 0,0 0 0 0 0,0-1 0 0 0,0 1 0 0 0,0 0 0 0 0,0-1 0 0 0,0 1 0 0 0,1-1 0 0 0,-1 1 0 0 0,0-1 0 0 0,0 0 0 0 0,1 1 0 0 0,-1-1 0 0 0,0 0 0 0 0,1 1 0 0 0,-1-1 0 0 0,1 0 0 0 0,-1 0 0 0 0,1 0 0 0 0,-1 1 0 0 0,1-1 0 0 0,0 0 0 0 0,-1 0 0 0 0,1 0 0 0 0,0 0 0 0 0,-1 0 0 0 0,1 0 0 0 0,0-2 0 0 0,0-10 0 0 0,1 8-517 0 0,0 0-1 0 0,0 0 1 0 0,0 0-1 0 0,1 1 1 0 0,-1-1-1 0 0,1 1 1 0 0,3-5-1 0 0,-3 6-661 0 0,0 0 1 0 0,0 0-1 0 0,0 1 0 0 0,0-1 0 0 0,1 1 1 0 0,0 0-1 0 0,-1-1 0 0 0,1 1 0 0 0,0 1 1 0 0,3-3-1 0 0,5-3-2358 0 0,-6 3-3279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8.09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86 1 1432 0 0,'0'0'12971'0'0,"-5"4"-10551"0"0,-2 1-1660 0 0,0 0 0 0 0,1 1 0 0 0,0 0-1 0 0,0 1 1 0 0,0 0 0 0 0,1-1 0 0 0,0 2 0 0 0,0-1 0 0 0,1 0 0 0 0,0 1 0 0 0,1 0 0 0 0,-1 0 0 0 0,1 0-1 0 0,1 0 1 0 0,-1 1 0 0 0,2-1 0 0 0,-1 1 0 0 0,0 8 0 0 0,6 30 746 0 0,-3-44-1506 0 0,0 5 0 0 0,1 0 0 0 0,0 1 0 0 0,1-1 0 0 0,0 0 0 0 0,0 0 0 0 0,7 12 0 0 0,-5-13 0 0 0,-4-1-170 0 0,-1-5-864 0 0,1-6-950 0 0,1-27-4600 0 0,-11 8-4147 0 0,3 15 3835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8.26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42 920 0 0,'0'0'1608'0'0,"-2"1"861"0"0,-4 7 7177 0 0,12-3-8978 0 0,1 0 0 0 0,-1-1-1 0 0,1 0 1 0 0,0 0-1 0 0,0-1 1 0 0,1 0-1 0 0,-1 0 1 0 0,1 0 0 0 0,-1-1-1 0 0,1 0 1 0 0,0-1-1 0 0,0 0 1 0 0,12 0 0 0 0,11 0 433 0 0,1-3 0 0 0,36-5 0 0 0,-2-1-633 0 0,-57 8-936 0 0,-1-1 1 0 0,1-1-1 0 0,-1 0 0 0 0,1 0 0 0 0,-1-1 0 0 0,0 0 0 0 0,0 0 1 0 0,11-6-1 0 0,3-8-4582 0 0,-5-5-3517 0 0,-15 11 2981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8.8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93 72 2236 0 0,'0'0'8827'0'0,"-3"3"-6805"0"0,-2 3-716 0 0,0 0 1 0 0,0 0-1 0 0,0 0 0 0 0,1 1 0 0 0,0 0 0 0 0,-5 11 0 0 0,3-3 515 0 0,1 0-1 0 0,-8 31 0 0 0,10-29-1097 0 0,0 0 0 0 0,2 0 1 0 0,-1 0-1 0 0,2 0 0 0 0,1 1 0 0 0,4 32 1 0 0,-3-43-723 0 0,0-1 1 0 0,0 0 0 0 0,0 1-1 0 0,1-1 1 0 0,0 0 0 0 0,0-1 0 0 0,1 1-1 0 0,6 8 1 0 0,-2-10-2 0 0,-7-3-52 0 0,1-1-1 0 0,-1 0 1 0 0,1 0-1 0 0,-1 1 1 0 0,1-1 0 0 0,-1 0-1 0 0,1 0 1 0 0,-1 0 0 0 0,1-1-1 0 0,-1 1 1 0 0,1 0-1 0 0,-1 0 1 0 0,1-1 0 0 0,-1 1-1 0 0,1-1 1 0 0,-1 0 0 0 0,0 1-1 0 0,1-1 1 0 0,-1 0-1 0 0,0 0 1 0 0,1 0 0 0 0,-1 0-1 0 0,0 0 1 0 0,0 0-1 0 0,0 0 1 0 0,0 0 0 0 0,0 0-1 0 0,0 0 1 0 0,0-1 0 0 0,0 1-1 0 0,-1 0 1 0 0,1-1-1 0 0,0 1 1 0 0,-1 0 0 0 0,1-1-1 0 0,-1 1 1 0 0,1-1 0 0 0,-1 1-1 0 0,0-1 1 0 0,0 1-1 0 0,0-1 1 0 0,0-1 0 0 0,3-5-352 0 0,-1 2 145 0 0,0-1 0 0 0,0 1 0 0 0,0-1 0 0 0,-1 1 1 0 0,0-1-1 0 0,0 0 0 0 0,-1 0 0 0 0,0 1 0 0 0,0-1 0 0 0,-2-10 1 0 0,-15-69-1400 0 0,12 68 1348 0 0,0 1 207 0 0,-1 1 0 0 0,0 0 0 0 0,-1 0 0 0 0,-1 0 0 0 0,-11-16 0 0 0,-28-32 3775 0 0,45 62-2428 0 0,6 1-867 0 0,20-5-12 0 0,-1 2-1 0 0,0 1 1 0 0,1 1 0 0 0,-1 1-1 0 0,44 3 1 0 0,-12-1 36 0 0,-26-2-367 0 0,0 2 1 0 0,0 0-1 0 0,0 2 1 0 0,0 2-1 0 0,36 9 1 0 0,-64-14-35 0 0,-1 0 0 0 0,1 0 0 0 0,0 0 0 0 0,-1 0 0 0 0,1 0 0 0 0,-1 0 0 0 0,1 0 0 0 0,-1 0 0 0 0,1 0 0 0 0,-1 0 0 0 0,1 0 0 0 0,0 0 0 0 0,-1 0 0 0 0,1 1 0 0 0,-1-1 0 0 0,1 0 0 0 0,-1 0 0 0 0,1 0 0 0 0,-1 1 0 0 0,1-1 0 0 0,-1 0 0 0 0,0 1 0 0 0,1-1 0 0 0,-1 1 0 0 0,1-1 0 0 0,-1 0 0 0 0,0 1 0 0 0,1-1 0 0 0,-1 1 0 0 0,0-1 0 0 0,1 1 0 0 0,-1-1 0 0 0,0 1 0 0 0,1 0 0 0 0,0 14 0 0 0,-3-10 0 0 0,1 0 0 0 0,-1 0 0 0 0,0 0 0 0 0,0 0 0 0 0,-1 0 0 0 0,0 0 0 0 0,1 0 0 0 0,-2-1 0 0 0,1 1 0 0 0,0-1 0 0 0,-1 0 0 0 0,0 0 0 0 0,-5 4 0 0 0,-64 49 0 0 0,54-44 0 0 0,4-1 0 0 0,-1-3 0 0 0,2 2 0 0 0,0 0 0 0 0,0 1 0 0 0,1 0 0 0 0,0 1 0 0 0,1 0 0 0 0,-19 28 0 0 0,31-40 0 0 0,-1 0 0 0 0,0 0 0 0 0,1 0 0 0 0,-1 0 0 0 0,1 1 0 0 0,-1-1 0 0 0,1 0 0 0 0,0 0 0 0 0,0 1 0 0 0,-1-1 0 0 0,1 0 0 0 0,0 1 0 0 0,0-1 0 0 0,0 0 0 0 0,0 1 0 0 0,1-1 0 0 0,-1 0 0 0 0,0 0 0 0 0,1 1 0 0 0,-1-1 0 0 0,0 0 0 0 0,1 0 0 0 0,-1 1 0 0 0,1-1 0 0 0,0 0 0 0 0,-1 0 0 0 0,1 0 0 0 0,0 0 0 0 0,0 0 0 0 0,0 0 0 0 0,0 0 0 0 0,0 0 0 0 0,0 0 0 0 0,0 0 0 0 0,0-1 0 0 0,1 2 0 0 0,36 16 0 0 0,-37-18 0 0 0,20 5 0 0 0,0-1 0 0 0,1 0 0 0 0,0-2 0 0 0,0-1 0 0 0,0 0 0 0 0,26-3 0 0 0,10 0 0 0 0,-33 0-2762 0 0,-1-1-3621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7:00.04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57 4 1276 0 0,'0'0'10025'0'0,"7"-4"-2534"0"0,-28 16-7151 0 0,16-9-1 0 0,4-2-187 0 0,1 0 1 0 0,-1-1-1 0 0,1 1 0 0 0,-1 0 1 0 0,0 0-1 0 0,1-1 0 0 0,-1 1 1 0 0,0 0-1 0 0,1-1 0 0 0,-1 1 1 0 0,0 0-1 0 0,0-1 0 0 0,1 0 1 0 0,-1 1-1 0 0,0-1 0 0 0,0 1 1 0 0,0-1-1 0 0,0 0 0 0 0,0 1 1 0 0,-2-1-1 0 0,-14 6 9447 0 0,15 2-15640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7:15.6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 27 848 0 0,'0'0'6232'0'0,"-9"-3"-5267"0"0,-6 5 23726 0 0,35-13-24660 0 0,-10 4-42 0 0,-9 6-62 0 0,5-2 591 0 0,0 1 505 0 0,-3 0-5264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7:22.6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0 109 32515,'2713'0'0,"-2931"-109"0,436 218 0,-436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7:27.5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2478 141 144 0 0,'0'0'19536'0'0,"3"11"-6481"0"0,-21-5-13023 0 0,4 0-32 0 0,-7 1 0 0 0,1 0 0 0 0,-1-2 0 0 0,-24 3 0 0 0,8-1 0 0 0,-83 15 0 0 0,-131 6 0 0 0,201-23 0 0 0,-47 10 0 0 0,62-8 0 0 0,-1-1 0 0 0,0-2 0 0 0,-45-1 0 0 0,63-3 0 0 0,3 0 0 0 0,-2 1 0 0 0,3-2 0 0 0,-186-11 0 0 0,-6 6 0 0 0,192 5 0 0 0,0 1 0 0 0,-2 1 0 0 0,3-4 0 0 0,1-1 0 0 0,-65-26 0 0 0,28 9 0 0 0,17 10 0 0 0,-3 0 0 0 0,1 1 0 0 0,-2 2 0 0 0,-51-5 0 0 0,71 12 0 0 0,2-1 0 0 0,-4-2 0 0 0,-1 2 0 0 0,5 1 0 0 0,-55 1 0 0 0,28-3 0 0 0,-125-6 0 0 0,151 8 0 0 0,-2-1 0 0 0,4 5 0 0 0,0-1 0 0 0,1 0 0 0 0,-1 0 0 0 0,-4 0 0 0 0,-1-2 0 0 0,12 2 0 0 0,-37 11 0 0 0,30-9 0 0 0,5 0 0 0 0,-3-1 0 0 0,-1 1 0 0 0,0-1 0 0 0,5 1 0 0 0,0 3 0 0 0,-3 0 0 0 0,2-1 0 0 0,81-98 0 0 0,3 12 0 0 0,-57 54 0 0 0,-19 26 0 0 0,0 0 0 0 0,0 0 0 0 0,0-1 0 0 0,-1 1 0 0 0,1 0 0 0 0,0 0 0 0 0,0 0 0 0 0,0-1 0 0 0,0 1 0 0 0,0 0 0 0 0,0 0 0 0 0,0 0 0 0 0,-1 0 0 0 0,1-1 0 0 0,0 1 0 0 0,0 0 0 0 0,0 0 0 0 0,0 0 0 0 0,-1 0 0 0 0,1 0 0 0 0,0 0 0 0 0,0-1 0 0 0,0 1 0 0 0,-1 0 0 0 0,1 0 0 0 0,0 0 0 0 0,0 0 0 0 0,0 0 0 0 0,-1 0 0 0 0,1 0 0 0 0,0 0 0 0 0,0 0 0 0 0,0 0 0 0 0,-1 0 0 0 0,1 0 0 0 0,0 0 0 0 0,0 0 0 0 0,0 0 0 0 0,-1 0 0 0 0,1 0 0 0 0,0 1 0 0 0,0-1 0 0 0,0 0 0 0 0,-1 0 0 0 0,1 0 0 0 0,0 0 0 0 0,0 0 0 0 0,0 0 0 0 0,-1 0 0 0 0,1 1 0 0 0,0-1 0 0 0,0 0 0 0 0,0 0 0 0 0,0 0 0 0 0,0 1 0 0 0,-13 3 0 0 0,3 3 0 0 0,0 1 0 0 0,0 1 0 0 0,1 0 0 0 0,0 0 0 0 0,1 0 0 0 0,0 1 0 0 0,1 0 0 0 0,-8 14 0 0 0,-14 16 0 0 0,7-13 0 0 0,6-8 0 0 0,-27 42 0 0 0,36-54 0 0 0,-3 1 0 0 0,7 1 0 0 0,-3-1 0 0 0,1 1 0 0 0,-2 1 0 0 0,2-1 0 0 0,1 0 0 0 0,12 1 0 0 0,1-5 0 0 0,21 6 0 0 0,0-3 0 0 0,0 0 0 0 0,1-2 0 0 0,0-1 0 0 0,0-2 0 0 0,1-1 0 0 0,-1-1 0 0 0,32-4 0 0 0,-7 0 0 0 0,-50 1 0 0 0,35 2 0 0 0,-29 2 0 0 0,-17 9 0 0 0,-10 2 0 0 0,6-6 0 0 0,3 1 0 0 0,-1 0 0 0 0,-3-2-911 0 0,5-4-7400 0 0,0-1 4116 0 0,3-1 1207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2:07.34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11 1004 0 0,'0'0'1868'0'0,"0"-10"28"0"0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26"/>
    </inkml:context>
    <inkml:brush xml:id="br0">
      <inkml:brushProperty name="width" value="0.025" units="cm"/>
      <inkml:brushProperty name="height" value="0.025" units="cm"/>
      <inkml:brushProperty name="color" value="#AB008B"/>
    </inkml:brush>
  </inkml:definitions>
  <inkml:trace contextRef="#ctx0" brushRef="#br0">29 1 864,'0'0'30428,"-4"3"-29187,-16 9-1266,15-9-1475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2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370 1 1532,'0'0'22656,"-5"2"-22054,-57 31 4229,61-32-4348,-30 15 1863,28-14-2081,-7 3-213,-124 79-52,122-75 0,1 0 0,0 0 0,0 1 0,1 1 0,1 0 0,0 0 0,-12 21 0,10-18 0,9-12 0,0 0 0,1 0 0,-1 0 0,1 0 0,-1 0 0,1 0 0,0 0 0,0 1 0,0-1 0,0 0 0,0 1 0,1-1 0,-1 0 0,1 1 0,-1-1 0,1 1 0,0-1 0,0 1 0,0-1 0,0 1 0,0-1 0,1 1 0,-1-1 0,1 1 0,1 2 0,-1-2 0,0-1 0,0 0 0,0 0 0,0 0 0,1-1 0,-1 1 0,1 0 0,-1 0 0,1-1 0,0 1 0,-1-1 0,1 1 0,0-1 0,0 0 0,0 1 0,0-1 0,0 0 0,0-1 0,1 1 0,-1 0 0,0-1 0,0 1 0,1-1 0,-1 1 0,0-1 0,0 0 0,1 0 0,-1 0 0,4-1 0,8 0 0,1-1 0,-1 0 0,19-6 0,-26 7 0,35-10 0,0-1 0,78-35 0,-120 47 3,6-6 11,-6 3-37,-5 5-44,-1 0-1125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24 576,'0'0'31295,"2"1"-30539,5 4-616,4-2-140,7-3 0,0-1 0,1 0 0,-1-1 0,23-7 0,24-2 0,-52 9 0,-5-1 0,8 2 0,-4 0-1151,2 0-11301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0 140,'0'0'16894,"7"20"-8166,1-15-8349,1 0 0,-1-1-1,1 0 1,0 0 0,0-1-1,1 0 1,10 1 0,78 6 3180,-55-8-3143,-27-1-416,-3-2 0,-1-1 0,1-2 0,-6-7 0,-7 10-302,0 1 0,1-1 1,-1 0-1,0 0 0,1 0 0,-1 1 1,1-1-1,-1 0 0,1 0 0,-1 1 1,1-1-1,0 0 0,-1 1 0,1-1 1,0 1-1,-1-1 0,1 1 0,0-1 1,0 1-1,-1-1 0,1 1 0,0 0 1,1-1-1,10-5-8862,4-9-32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5 1480,'14'-4'31194,"6"56"-31087,-21-29-104,0 0-20,3 3 17,-1 0 0,-1 0 0,-1 0 0,-6 29 0,-1 50 0,6-90 0,-1-3 0,1 44 0,3-44 0,-1-11 0,0-1 0,0 0 0,0 0 0,0 1 0,1-1 0,-1 0 0,0 1 0,0-1 0,0 0 0,0 0 0,1 1 0,-1-1 0,0 0 0,0 0 0,1 1 0,-1-1 0,0 0 0,0 0 0,1 0 0,-1 0 0,0 1 0,0-1 0,1 0 0,-1 0 0,0 0 0,1 0 0,-1 0 0,0 0 0,1 0 0,-1 0 0,0 0 0,0 0 0,1 0 0,-1 0 0,1 0 0,16-9-911,-12 6-4628,-30-23-13613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3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 1 896,'-1'2'30145,"1"1"-27794,-3 6-7041,1-5 7270,0 3-1797,-3 2-195,-1 2-474,1-1-114,5-1 0,7-2 0,10-11 0,-10 3 0,17-10 0,-13 3 0,-5-2 0,-6 1 0,-8-2 0,-11 11-91,16 1-2036,-6 5 4066,6-4-3513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3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120 46 1616,'0'-1'14668,"-10"0"1496,0 12-16025,-4 5-79,1 1 0,-14 23 0,20-30-60,1 1 0,1 0 0,0 1 0,0-1 0,1 1 0,0 0 0,1 0 0,1 1 0,0-1 0,0 21 0,1-31 0,2 1 0,-1-1 0,0 1 0,1-1 0,-1 1 0,1-1 0,-1 0 0,1 1 0,0-1 0,0 0 0,0 1 0,1-1 0,-1 0 0,0 0 0,1 0 0,-1 0 0,1 0 0,0-1 0,3 4 0,0-2 0,0 0 0,-1 0 0,1-1 0,0 0 0,0 0 0,1 0 0,-1 0 0,9 0 0,5 1 0,-1-2 0,0 0 0,0-1 0,23-3 0,-13-1 0,-1 0 0,0-2 0,40-14 0,-54 15 0,0 0 0,-1-1 0,0-1 0,0 0 0,0 0 0,-1-1 0,0-1 0,18-16 0,-25 20 0,0 0 0,-1 0 0,1 0 0,-1 0 0,0-1 0,-1 1 0,1-1 0,-1 0 0,0 1 0,-1-1 0,1 0 0,-1 0 0,0 0 0,0-12 0,-1 14 0,0-1 0,-1 1 0,1-1 0,-1 1 0,0-1 0,0 1 0,0 0 0,-1-1 0,0 1 0,1 0 0,-1 0 0,-1 0 0,1 0 0,-1 1 0,1-1 0,-1 1 0,0-1 0,0 1 0,-6-4 0,-1 0 0,0 0 0,0 1 0,0 1 0,-1-1 0,0 2 0,0 0 0,-1 0 0,1 1 0,-1 0 0,0 1 0,1 0 0,-1 1 0,0 1 0,0-1 0,0 2 0,0 0 0,0 0 0,0 1 0,1 1 0,-1 0 0,1 0 0,-13 6 0,0-2 0,11-1 0,6 3 0,5 3 0,17 0 0,-4-7-3063,-8-4 1460,0 0 0,0 0 0,1 0 0,-1-1 0,0 1 0,0-1 0,0 0 0,0 0 0,4 0 0,3-2-6086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507 1 660,'0'0'21531,"3"4"-20241,-2-2-970,-1-1 1,1 1 0,0 0-1,0 0 1,-1 0-1,1 0 1,-1 0 0,1 0-1,-1 0 1,0 0 0,0 0-1,0 0 1,0 0-1,0 3 1,-1-3 750,-7 27 2260,7-17-3322,0-1-1,-2 1 0,1-1 1,-2 0-1,1 0 0,-1-1 1,-1 1-1,-7 12 0,10-20-8,-82 187 0,-128 160 0,63-134 0,131-179 0,12-27 0,7-2 0,9-2 0,3-7 0,3-10-911,-12 6-223,-2 1-2740,14-13-15809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38 145 252 0 0,'0'0'32444'0'0,"-2"0"-32384"0"0,-8 6-49 0 0,3 6-11 0 0,-6 71 0 0 0,8-28 0 0 0,5 20 0 0 0,1-62 0 0 0,3-5 0 0 0,-2-11 0 0 0,-1 0 0 0 0,1 0 0 0 0,-1 1 0 0 0,0-1 0 0 0,0 0 0 0 0,0 0 0 0 0,-1 0 0 0 0,1 0 0 0 0,-1 0 0 0 0,1-4 0 0 0,-1 4 0 0 0,8-57 0 0 0,-6 39 0 0 0,0 0 0 0 0,10-33 0 0 0,-10 47 0 0 0,0 1 0 0 0,0-1 0 0 0,1 1 0 0 0,0 0 0 0 0,1 0 0 0 0,-1 0 0 0 0,1 0 0 0 0,0 1 0 0 0,1 0 0 0 0,-1-1 0 0 0,1 2 0 0 0,7-7 0 0 0,25-26 0 0 0,-30 28 0 0 0,1 0 0 0 0,0 1 0 0 0,1 0 0 0 0,18-13 0 0 0,-13 11 0 0 0,-10 9 0 0 0,36-11 0 0 0,-28 8 0 0 0,0 3 0 0 0,-1 9 0 0 0,-9-6 0 0 0,-1 1 0 0 0,1 0 0 0 0,-1-1 0 0 0,0 1 0 0 0,0 0 0 0 0,-1 0 0 0 0,1 0 0 0 0,0 0 0 0 0,-1 0 0 0 0,0 0 0 0 0,0 0 0 0 0,0 0 0 0 0,0 0 0 0 0,-1 4 0 0 0,-8 53 0 0 0,4-33 0 0 0,2-6 0 0 0,0-5 0 0 0,0 1 0 0 0,1 0 0 0 0,1 0 0 0 0,0 0 0 0 0,1 0 0 0 0,1 0 0 0 0,1 0 0 0 0,0 0 0 0 0,7 21 0 0 0,22 45 0 0 0,-29-72 0 0 0,1-1 0 0 0,-2 2 0 0 0,-1 2 0 0 0,0-3-911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94 127 212 0 0,'4'2'32500'0'0,"-6"11"-32483"0"0,0 0 0 0 0,-1 0 0 0 0,-8 20 1 0 0,9-27-20 0 0,0-1 1 0 0,0 0-1 0 0,1 1 1 0 0,0 0-1 0 0,0-1 1 0 0,0 1-1 0 0,1-1 1 0 0,0 10-1 0 0,-1-5 2 0 0,-4 1 0 0 0,3 1 0 0 0,2-12 0 0 0,0 1 0 0 0,0-1 0 0 0,0 0 0 0 0,0 0 0 0 0,-1 0 0 0 0,1 1 0 0 0,0-1 0 0 0,0 0 0 0 0,0 0 0 0 0,-1 0 0 0 0,1 0 0 0 0,0 1 0 0 0,0-1 0 0 0,-1 0 0 0 0,1 0 0 0 0,0 0 0 0 0,-1 0 0 0 0,1 0 0 0 0,0 0 0 0 0,0 0 0 0 0,-1 0 0 0 0,1 0 0 0 0,0 0 0 0 0,-1 0 0 0 0,1 0 0 0 0,0 0 0 0 0,0 0 0 0 0,-1 0 0 0 0,1 0 0 0 0,0 0 0 0 0,0 0 0 0 0,-1 0 0 0 0,1 0 0 0 0,0 0 0 0 0,-1 0 0 0 0,1-1 0 0 0,0 1 0 0 0,0 0 0 0 0,-1 0 0 0 0,1 0 0 0 0,-2-1 0 0 0,0 0 0 0 0,1 0 0 0 0,-1-1 0 0 0,0 1 0 0 0,1 0 0 0 0,-1 0 0 0 0,1-1 0 0 0,-1 1 0 0 0,1-1 0 0 0,0 0 0 0 0,0 1 0 0 0,-2-3 0 0 0,-9-13 0 0 0,10 13 0 0 0,-8-21 0 0 0,5 9 0 0 0,5 12 0 0 0,-1-1 0 0 0,1 1 0 0 0,0-1 0 0 0,0 1 0 0 0,0-1 0 0 0,1 1 0 0 0,-1-1 0 0 0,1 1 0 0 0,0-1 0 0 0,1 1 0 0 0,-1 0 0 0 0,1-1 0 0 0,0 1 0 0 0,0 0 0 0 0,0 0 0 0 0,5-6 0 0 0,2-6 0 0 0,-5 8 0 0 0,1 0 0 0 0,0 0 0 0 0,0 0 0 0 0,1 1 0 0 0,0 0 0 0 0,0 0 0 0 0,1 0 0 0 0,0 1 0 0 0,0 0 0 0 0,0 0 0 0 0,1 1 0 0 0,0 0 0 0 0,0 0 0 0 0,0 1 0 0 0,1 0 0 0 0,-1 1 0 0 0,1 0 0 0 0,12-3 0 0 0,-8 3 0 0 0,3 4 0 0 0,-10 11 0 0 0,-6-10 0 0 0,0-1 0 0 0,1 0 0 0 0,-1 1 0 0 0,0-1 0 0 0,0 0 0 0 0,0 0 0 0 0,0 1 0 0 0,0-1 0 0 0,0 0 0 0 0,0 0 0 0 0,-1 1 0 0 0,1-1 0 0 0,0 0 0 0 0,-1 0 0 0 0,1 1 0 0 0,-1-1 0 0 0,1 0 0 0 0,-1 0 0 0 0,0 0 0 0 0,1 0 0 0 0,-1 0 0 0 0,0 0 0 0 0,-1 2 0 0 0,-1-1 0 0 0,-5 14 0 0 0,-2 0 0 0 0,0-1 0 0 0,0 0 0 0 0,-1-1 0 0 0,-1 0 0 0 0,0-1 0 0 0,-1 0 0 0 0,-29 21 0 0 0,34-27 0 0 0,8-7 0 0 0,-1 1 0 0 0,1-1 0 0 0,0 0 0 0 0,0 1 0 0 0,-1-1 0 0 0,1 0 0 0 0,0 1 0 0 0,0-1 0 0 0,0 0 0 0 0,0 1 0 0 0,-1-1 0 0 0,1 0 0 0 0,0 1 0 0 0,0-1 0 0 0,0 1 0 0 0,0-1 0 0 0,0 0 0 0 0,0 1 0 0 0,0-1 0 0 0,0 0 0 0 0,0 1 0 0 0,0-1 0 0 0,0 1 0 0 0,0-1 0 0 0,0 0 0 0 0,1 1 0 0 0,-1-1 0 0 0,0 0 0 0 0,0 1 0 0 0,0-1 0 0 0,0 0 0 0 0,1 1 0 0 0,-1-1 0 0 0,0 0 0 0 0,0 1 0 0 0,1-1 0 0 0,-1 0 0 0 0,0 0 0 0 0,1 1 0 0 0,-1-1 0 0 0,0 0 0 0 0,1 0 0 0 0,-1 1 0 0 0,9 2 0 0 0,-1-2 0 0 0,0 1 0 0 0,0-1 0 0 0,-1-1 0 0 0,1 0 0 0 0,0 0 0 0 0,0 0 0 0 0,0-1 0 0 0,13-3 0 0 0,21-2 0 0 0,2 3 0 0 0,-29 4 0 0 0,-2 2 0 0 0,-4 4 0 0 0,1-1 0 0 0,-2-1 0 0 0,-4-1-911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14 1788 0 0,'0'0'2757'0'0,"-4"2"168"0"0,-18 7 22334 0 0,209-24-25217 0 0,-140 10-46 0 0,-35 3 4 0 0,8 0 0 0 0,-5 2 0 0 0,-2 2 0 0 0,-13-2 0 0 0,1 0 0 0 0,-1 0 0 0 0,0 1 0 0 0,0-1 0 0 0,0 0 0 0 0,0 0 0 0 0,1 0 0 0 0,-1 1 0 0 0,0-1 0 0 0,0 0 0 0 0,0 0 0 0 0,0 0 0 0 0,0 1 0 0 0,0-1 0 0 0,0 0 0 0 0,0 0 0 0 0,0 1 0 0 0,0-1 0 0 0,0 0 0 0 0,0 0 0 0 0,0 0 0 0 0,0 1 0 0 0,0-1 0 0 0,0 0 0 0 0,0 0 0 0 0,0 1 0 0 0,0-1 0 0 0,0 0 0 0 0,0 0 0 0 0,0 1 0 0 0,0-1 0 0 0,0 0 0 0 0,0 0 0 0 0,0 0 0 0 0,-1 1 0 0 0,1-1 0 0 0,0 0 0 0 0,0 0 0 0 0,0 0 0 0 0,-1 1 0 0 0,0 1 1 0 0,0 0-1 0 0,0 0 1 0 0,-1 0 0 0 0,1 0-1 0 0,-1 0 1 0 0,1 0 0 0 0,-1 0-1 0 0,0 0 1 0 0,1-1 0 0 0,-1 1-1 0 0,0-1 1 0 0,0 1-1 0 0,0-1 1 0 0,-1 0 0 0 0,1 0-1 0 0,0 0 1 0 0,-4 1 0 0 0,-6 3-124 0 0,-63 33-7867 0 0,4-3 3423 0 0,69-34 4732 0 0,1-1 0 0 0,0 1 0 0 0,-1 0 1 0 0,1-1-1 0 0,0 1 0 0 0,0 0 0 0 0,-1 0 0 0 0,1 0 0 0 0,0 0 0 0 0,0 0 0 0 0,0 0 0 0 0,0 0 1 0 0,0 0-1 0 0,-1 3 0 0 0,3-3-42 0 0,0 0 0 0 0,0 0 0 0 0,0 1 0 0 0,0-1 0 0 0,0 0 0 0 0,1 0 0 0 0,-1-1 0 0 0,0 1 0 0 0,0 0 0 0 0,1 0 0 0 0,-1-1 0 0 0,0 1 1 0 0,1 0-1 0 0,-1-1 0 0 0,1 0 0 0 0,-1 1 0 0 0,1-1 0 0 0,-1 0 0 0 0,3 1 0 0 0,24 7 413 0 0,1-2-1 0 0,48 6 1 0 0,-61-10-1893 0 0,-1-2 1 0 0,0 0-1 0 0,31-5 1 0 0,-41 4 1136 0 0,-1-1-1948 0 0,2 1-6925 0 0,8-2 3616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14 1344 0 0,'5'-14'30983'0'0,"-16"85"-30543"0"0,8-54-440 0 0,1-1 0 0 0,1 1 0 0 0,1 30 0 0 0,0-14 0 0 0,1-22 0 0 0,2 3 0 0 0,-2-2 0 0 0,-1-1 0 0 0,1 0 0 0 0,4-2 0 0 0,-4 5 0 0 0,-1-1 0 0 0,1-1 0 0 0,-1-12 0 0 0,0 1 0 0 0,0-1 0 0 0,0 0 0 0 0,0 0 0 0 0,0 0 0 0 0,0 0 0 0 0,0 1 0 0 0,0-1 0 0 0,0 0 0 0 0,0 0 0 0 0,0 0 0 0 0,0 0 0 0 0,0 1 0 0 0,0-1 0 0 0,0 0 0 0 0,1 0 0 0 0,-1 0 0 0 0,0 0 0 0 0,0 0 0 0 0,0 0 0 0 0,0 1 0 0 0,0-1 0 0 0,0 0 0 0 0,0 0 0 0 0,1 0 0 0 0,-1 0 0 0 0,0 0 0 0 0,0 0 0 0 0,0 0 0 0 0,0 0 0 0 0,0 0 0 0 0,1 0 0 0 0,-1 0 0 0 0,0 0 0 0 0,0 1 0 0 0,0-1 0 0 0,0 0 0 0 0,1 0 0 0 0,-1 0 0 0 0,0 0 0 0 0,0-1 0 0 0,0 1 0 0 0,0 0 0 0 0,1 0 0 0 0,-1 0 0 0 0,0 0 0 0 0,0 0 0 0 0,0 0 0 0 0,0 0 0 0 0,1 0 0 0 0,-1 0 0 0 0,0 0 0 0 0,0 0 0 0 0,0 0 0 0 0,0-1 0 0 0,17-16-2683 0 0,-13 10 528 0 0,-1-1 0 0 0,-1 1-1 0 0,1 0 1 0 0,-1-1 0 0 0,0 1-1 0 0,0-12 1 0 0,-1 17 1757 0 0,5-20-7808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 12 1608 0 0,'0'0'20507'0'0,"6"6"-18426"0"0,-7-1 3728 0 0,-5 1-5138 0 0,-6 6 698 0 0,-3 42-647 0 0,14-42-722 0 0,1-12-3 0 0,0 1 0 0 0,0-1 0 0 0,0 0 1 0 0,0 1-1 0 0,0-1 0 0 0,0 0 0 0 0,0 1 0 0 0,0-1 0 0 0,1 0 1 0 0,-1 1-1 0 0,0-1 0 0 0,0 0 0 0 0,0 1 0 0 0,0-1 0 0 0,1 0 0 0 0,-1 0 1 0 0,0 1-1 0 0,0-1 0 0 0,1 0 0 0 0,-1 0 0 0 0,0 0 0 0 0,1 1 0 0 0,-1-1 1 0 0,0 0-1 0 0,0 0 0 0 0,1 0 0 0 0,-1 0 0 0 0,0 0 0 0 0,1 0 1 0 0,-1 0-1 0 0,0 1 0 0 0,1-1 0 0 0,-1 0 0 0 0,0 0 0 0 0,1 0 0 0 0,-1 0 1 0 0,0 0-1 0 0,1 0 0 0 0,-1-1 0 0 0,0 1 0 0 0,1 0 0 0 0,-1 0 0 0 0,0 0 1 0 0,1 0-1 0 0,-1 0 0 0 0,0 0 0 0 0,1-1 0 0 0,-1 1 0 0 0,0 0 1 0 0,0 0-1 0 0,1 0 0 0 0,-1-1 0 0 0,0 1 0 0 0,1-1 0 0 0,12-7-837 0 0,15-18-2209 0 0,-10-3-3620 0 0,-5 6-1546 0 0,6-2 435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79 12 452 0 0,'3'14'10094'0'0,"-9"4"-3829"0"0,-21 21-323 0 0,13-19-3513 0 0,3 7 277 0 0,9-22-2265 0 0,0-1 0 0 0,1 1 0 0 0,-1 0 0 0 0,-1-1 0 0 0,1 0 0 0 0,-5 7 0 0 0,6-10-412 0 0,1-1-1 0 0,-1 1 0 0 0,1 0 0 0 0,0-1 0 0 0,-1 1 0 0 0,1 0 1 0 0,0-1-1 0 0,-1 1 0 0 0,1 0 0 0 0,0 0 0 0 0,0-1 0 0 0,0 1 1 0 0,0 0-1 0 0,0-1 0 0 0,0 1 0 0 0,0 0 0 0 0,0 0 0 0 0,0-1 1 0 0,0 1-1 0 0,0 0 0 0 0,0 0 0 0 0,1-1 0 0 0,-1 1 0 0 0,0 0 1 0 0,1-1-1 0 0,-1 1 0 0 0,0 0 0 0 0,1-1 0 0 0,-1 1 0 0 0,1 0 1 0 0,-1-1-1 0 0,1 1 0 0 0,-1-1 0 0 0,1 1 0 0 0,-1-1 0 0 0,1 1 1 0 0,0 0-1 0 0,25 14 693 0 0,-16-14-721 0 0,-1-1 0 0 0,1 0 0 0 0,0-1 0 0 0,0 0 0 0 0,-1-1 0 0 0,1 0 0 0 0,-1 0 0 0 0,0-1 0 0 0,13-5 0 0 0,82-44 0 0 0,-82 40 0 0 0,-12 7 0 0 0,0 0 0 0 0,-1-1 0 0 0,0 0 0 0 0,0 0 0 0 0,0-1 0 0 0,-1 0 0 0 0,0 0 0 0 0,0-1 0 0 0,-1 0 0 0 0,7-10 0 0 0,-11 16 0 0 0,-3 2 0 0 0,1-1 0 0 0,-1 1 0 0 0,1-1 0 0 0,-1 1 0 0 0,1 0 0 0 0,-1-1 0 0 0,1 1 0 0 0,-1-1 0 0 0,1 1 0 0 0,-1-1 0 0 0,1 0 0 0 0,-1 1 0 0 0,0-1 0 0 0,1 1 0 0 0,-1-1 0 0 0,0 0 0 0 0,0 1 0 0 0,1-1 0 0 0,-1 0 0 0 0,0 1 0 0 0,0-1 0 0 0,0 0 0 0 0,0 1 0 0 0,0-1 0 0 0,0-1 0 0 0,-1-11 0 0 0,-13 4 0 0 0,7 8-22 0 0,0 0 1 0 0,0 0-1 0 0,0 1 0 0 0,-1 0 1 0 0,1 0-1 0 0,0 0 0 0 0,0 1 1 0 0,-1 0-1 0 0,1 1 0 0 0,0 0 1 0 0,0 0-1 0 0,-7 3 0 0 0,-7 4-330 0 0,0 0 0 0 0,-30 20 1 0 0,33-15-4811 0 0,13-9 75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598 1 180 0 0,'0'0'5270'0'0,"-4"5"-2779"0"0,-49 54 5133 0 0,36-43-5382 0 0,2 0-1 0 0,-27 35 0 0 0,-82 171 5417 0 0,21 11-4844 0 0,5-19-2807 0 0,-9 21-8 0 0,73-148 1 0 0,34-83-470 0 0,2-9-822 0 0,6-22-3055 0 0,20-59-8021 0 0,-21 71 4335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239 2 884 0 0,'0'0'22274'0'0,"7"0"-21098"0"0,1 0-1241 0 0,3-1 1697 0 0,1 1 1 0 0,-1 0 0 0 0,23 4-1 0 0,-33-4-1572 0 0,-1 0 0 0 0,1 0-1 0 0,-1 0 1 0 0,0 0 0 0 0,1 0 0 0 0,-1 0-1 0 0,1 1 1 0 0,-1-1 0 0 0,0 0-1 0 0,1 0 1 0 0,-1 0 0 0 0,1 1-1 0 0,-1-1 1 0 0,0 0 0 0 0,1 0-1 0 0,-1 1 1 0 0,0-1 0 0 0,0 0-1 0 0,1 1 1 0 0,-1-1 0 0 0,0 0-1 0 0,0 1 1 0 0,1-1 0 0 0,-1 0-1 0 0,0 1 1 0 0,0-1 0 0 0,0 1-1 0 0,0-1 1 0 0,1 0 0 0 0,-1 1-1 0 0,0 0 1 0 0,0 0-57 0 0,0 1 0 0 0,0 0-1 0 0,0-1 1 0 0,0 1 0 0 0,0 0 0 0 0,0-1 0 0 0,0 1 0 0 0,-1-1-1 0 0,1 1 1 0 0,-1 0 0 0 0,1-1 0 0 0,-1 1 0 0 0,1-1-1 0 0,-1 1 1 0 0,0-1 0 0 0,0 0 0 0 0,0 1 0 0 0,0-1 0 0 0,0 0-1 0 0,0 1 1 0 0,0-1 0 0 0,-2 1 0 0 0,-2 3-10 0 0,-25 35 7 0 0,-2-2 0 0 0,-1-1 0 0 0,-69 59 0 0 0,57-55 0 0 0,-22 13 0 0 0,64-48 0 0 0,3-5 0 0 0,0-1 0 0 0,0 0 0 0 0,0 0 0 0 0,0 0 0 0 0,0 0 0 0 0,0 0 0 0 0,0 0 0 0 0,0 0 0 0 0,0 1 0 0 0,0-1 0 0 0,0 0 0 0 0,0 0 0 0 0,0 0 0 0 0,0 0 0 0 0,0 0 0 0 0,0 0 0 0 0,0 1 0 0 0,0-1 0 0 0,0 0 0 0 0,0 0 0 0 0,0 0 0 0 0,0 0 0 0 0,0 0 0 0 0,0 0 0 0 0,0 0 0 0 0,0 1 0 0 0,0-1 0 0 0,0 0 0 0 0,0 0 0 0 0,0 0 0 0 0,0 0 0 0 0,0 0 0 0 0,0 0 0 0 0,1 0 0 0 0,-1 0 0 0 0,0 1 0 0 0,0-1 0 0 0,0 0 0 0 0,0 0 0 0 0,0 0 0 0 0,0 0 0 0 0,0 0 0 0 0,0 0 0 0 0,1 0 0 0 0,-1 0 0 0 0,0 0 0 0 0,0 0 0 0 0,0 0 0 0 0,0 0 0 0 0,0 0 0 0 0,0 0 0 0 0,1 0 0 0 0,-1 0 0 0 0,0 0 0 0 0,0 0 0 0 0,0 0 0 0 0,0 0 0 0 0,0 0 0 0 0,0 0 0 0 0,0 0 0 0 0,1 0 0 0 0,-1 0 0 0 0,0 0 0 0 0,0 0 0 0 0,0 0 0 0 0,0-1 0 0 0,0 1 0 0 0,0 0 0 0 0,31-4 0 0 0,0-2 0 0 0,-1-1 0 0 0,46-17 0 0 0,2 0 0 0 0,32-2 0 0 0,-100 23 0 0 0,4 0-63 0 0,-11 3-1091 0 0,-10-17-23319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 6 2028 0 0,'-2'9'10835'0'0,"5"-3"-3523"0"0,18 0-341 0 0,32-8-4943 0 0,-47 1-693 0 0,152-22 923 0 0,-144 23-2258 0 0,-3 3-231 0 0,-9-3-987 0 0,-6 3-532 0 0,-30 18-3151 0 0,-7-4-7206 0 0,23-10 5048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 2196 0 0,'28'12'11678'0'0,"5"-9"-3770"0"0,38-10 229 0 0,-24 2-5365 0 0,-24 4-2911 0 0,27-3 444 0 0,-8-9-3191 0 0,-40 12 252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57 0 1320 0 0,'-2'5'2555'0'0,"-11"13"21507"0"0,-3-6-19232 0 0,10-4-4830 0 0,-1 1 0 0 0,2 0 0 0 0,-1 0 0 0 0,5 1-171 0 0,1-8-867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150 1 2108 0 0,'0'0'9609'0'0,"-4"4"-7475"0"0,-16 14 421 0 0,-34 35 6914 0 0,38-28-7777 0 0,-6 13-203 0 0,18-34-1283 0 0,0 1 1 0 0,1 0-1 0 0,0-1 0 0 0,0 2 0 0 0,0-1 0 0 0,1 0 0 0 0,-1 0 0 0 0,1 1 1 0 0,1 0-1 0 0,-1-1 0 0 0,1 1 0 0 0,0 0 0 0 0,0 0 0 0 0,0-1 1 0 0,1 1-1 0 0,0 0 0 0 0,2 11 0 0 0,-2-15-206 0 0,0 0 0 0 0,1 0 0 0 0,-1-1 0 0 0,1 1 0 0 0,0 0 0 0 0,0 0 0 0 0,-1-1 0 0 0,1 1 0 0 0,0-1 0 0 0,0 1 0 0 0,1-1 0 0 0,-1 1 0 0 0,0-1 0 0 0,0 1 0 0 0,1-1 0 0 0,-1 0 0 0 0,1 0 0 0 0,-1 0 0 0 0,1 0 0 0 0,-1 0 0 0 0,3 1 0 0 0,1 0 0 0 0,0-1 0 0 0,-1 1 0 0 0,1-1 0 0 0,0 0 0 0 0,0-1 0 0 0,0 1 0 0 0,0-1 0 0 0,5 0 0 0 0,4-1 0 0 0,1 0 0 0 0,-1-1 0 0 0,0-1 0 0 0,25-7 0 0 0,-21 3 0 0 0,0 0 0 0 0,26-15 0 0 0,-39 19 0 0 0,0 0 0 0 0,0-1 0 0 0,-1 1 0 0 0,1-1 0 0 0,-1 0 0 0 0,0 0 0 0 0,1 0 0 0 0,-2 0 0 0 0,1-1 0 0 0,0 0 0 0 0,-1 0 0 0 0,4-7 0 0 0,-7 2 0 0 0,-1 8 0 0 0,0 0 0 0 0,0 0 0 0 0,0 0 0 0 0,0 0 0 0 0,0 0 0 0 0,0 0 0 0 0,0 0 0 0 0,-1 0 0 0 0,1 1 0 0 0,0-1 0 0 0,-1 0 0 0 0,0 1 0 0 0,1-1 0 0 0,-1 1 0 0 0,0 0 0 0 0,0 0 0 0 0,0-1 0 0 0,0 1 0 0 0,0 0 0 0 0,0 1 0 0 0,0-1 0 0 0,0 0 0 0 0,0 1 0 0 0,0-1 0 0 0,-1 1 0 0 0,1-1 0 0 0,0 1 0 0 0,0 0 0 0 0,-1 0 0 0 0,1 0 0 0 0,0 0 0 0 0,0 1 0 0 0,-3 0 0 0 0,-1-1 0 0 0,-13 1-984 0 0,-1 1 1 0 0,0 1-1 0 0,1 0 0 0 0,-1 2 0 0 0,1 0 1 0 0,-30 14-1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281 12 1608 0 0,'0'0'12877'0'0,"-5"-2"-11111"0"0,-16-6-129 0 0,16 6 1284 0 0,-2 3-1838 0 0,0-1-1 0 0,0 1 0 0 0,0 1 1 0 0,0-1-1 0 0,-8 4 0 0 0,0 2-718 0 0,0 0 1 0 0,1 1-1 0 0,0 1 0 0 0,1 0 0 0 0,0 1 1 0 0,0 1-1 0 0,1 0 0 0 0,0 0 0 0 0,1 1 1 0 0,1 1-1 0 0,0 0 0 0 0,0 0 0 0 0,1 1 1 0 0,-12 25-1 0 0,20-37-364 0 0,0 0 0 0 0,0-1 0 0 0,1 1 0 0 0,-1 0 0 0 0,0 0 0 0 0,0 0 0 0 0,1 0 0 0 0,-1 0 0 0 0,1 0 0 0 0,0 0 0 0 0,0 0 0 0 0,0 0 0 0 0,0 0 0 0 0,0 0 0 0 0,0-1 0 0 0,0 1 0 0 0,0 0 0 0 0,1 0 0 0 0,-1 0 0 0 0,1 0 0 0 0,0 0 0 0 0,-1 0 0 0 0,1 0 0 0 0,2 2 0 0 0,-1-2 0 0 0,0 0 0 0 0,0 0 0 0 0,1 0 0 0 0,-1 0 0 0 0,1 0 0 0 0,-1-1 0 0 0,1 1 0 0 0,0-1 0 0 0,0 0 0 0 0,-1 0 0 0 0,1 0 0 0 0,0 0 0 0 0,0 0 0 0 0,4 0 0 0 0,7 0 0 0 0,1 1 0 0 0,-1-2 0 0 0,1 0 0 0 0,-1-1 0 0 0,19-2 0 0 0,-15 0 0 0 0,-1-1 0 0 0,1-1 0 0 0,-1 0 0 0 0,0-1 0 0 0,0-1 0 0 0,-1 0 0 0 0,0-2 0 0 0,0 1 0 0 0,25-20 0 0 0,-28 18 0 0 0,-9 7 0 0 0,0 1 0 0 0,-1-1 0 0 0,1 0 0 0 0,-1-1 0 0 0,0 1 0 0 0,6-8 0 0 0,-4 1 0 0 0,0 0 0 0 0,-1 0 0 0 0,0 0 0 0 0,3-14 0 0 0,-8 11 0 0 0,-8 2 0 0 0,0 6 0 0 0,-5 2 0 0 0,-7 3 0 0 0,3 2 0 0 0,9 1 0 0 0,0 4 0 0 0,7 0-86 0 0,2-5-706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86 0 752 0 0,'-1'1'12802'0'0,"-5"13"6123"0"0,-24 33-18637 0 0,-8-3-288 0 0,29-36-490 0 0,7-7-2299 0 0,7-6-2742 0 0,19-18-3532 0 0,-4 1 690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140 1 900 0 0,'0'0'14762'0'0,"-7"1"-12996"0"0,-6 2 10 0 0,-1 2 1 0 0,1-1-1 0 0,0 2 1 0 0,0 0-1 0 0,0 0 1 0 0,1 1-1 0 0,-21 16 1 0 0,27-6-881 0 0,5-6-665 0 0,0-10-231 0 0,1 1 0 0 0,0 0 0 0 0,-1-1 0 0 0,1 1 0 0 0,0-1 0 0 0,0 1 0 0 0,0 0 0 0 0,0-1 0 0 0,0 1 0 0 0,1 0 0 0 0,-1-1 0 0 0,0 1 0 0 0,1-1 0 0 0,-1 1 0 0 0,1-1 0 0 0,-1 1 0 0 0,1-1 0 0 0,0 1 0 0 0,0-1 0 0 0,0 1 0 0 0,0-1 0 0 0,0 0 0 0 0,0 1 0 0 0,0-1 0 0 0,0 0 0 0 0,2 1 0 0 0,32 19 0 0 0,-27-17 0 0 0,44 22 0 0 0,-41-22 0 0 0,0 1 0 0 0,0 0 0 0 0,-1 1 0 0 0,0 1 0 0 0,0-1 0 0 0,17 17 0 0 0,-25-22 0 0 0,-1 1 0 0 0,1 0 0 0 0,-1 0 0 0 0,1 0 0 0 0,-1 0 0 0 0,0 0 0 0 0,0 0 0 0 0,0 0 0 0 0,0 0 0 0 0,0 0 0 0 0,-1 0 0 0 0,1 1 0 0 0,-1-1 0 0 0,1 0 0 0 0,-1 1 0 0 0,0-1 0 0 0,0 0 0 0 0,0 1 0 0 0,0-1 0 0 0,0 0 0 0 0,0 0 0 0 0,-1 1 0 0 0,1-1 0 0 0,-1 0 0 0 0,1 1 0 0 0,-3 2 0 0 0,-2 5 0 0 0,0 0 0 0 0,-1 0 0 0 0,0 0 0 0 0,-12 12 0 0 0,4-4 0 0 0,14-17-110 0 0,-1-1-1 0 0,0 1 1 0 0,0-1-1 0 0,0 0 1 0 0,0 1-1 0 0,0-1 1 0 0,0 0-1 0 0,0 0 1 0 0,0 1-1 0 0,0-1 1 0 0,1 0 0 0 0,-1 0-1 0 0,0 0 1 0 0,0 0-1 0 0,0 0 1 0 0,0 0-1 0 0,0-1 1 0 0,0 1-1 0 0,0 0 1 0 0,0 0-1 0 0,0-1 1 0 0,0 1 0 0 0,0-1-1 0 0,0 1 1 0 0,1 0-1 0 0,-1-1 1 0 0,0 0-1 0 0,0 1 1 0 0,1-1-1 0 0,-1 1 1 0 0,0-1-1 0 0,1 0 1 0 0,-1 0 0 0 0,0 1-1 0 0,1-1 1 0 0,-2-1-1 0 0,-21-27-7369 0 0,17 11-543 0 0,-1-6 615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91 148 0 0,'32'4'6981'0'0,"-16"-1"-4759"0"0,1-1 0 0 0,-1 0 0 0 0,0-2 0 0 0,1 1 0 0 0,16-3 0 0 0,1-3-895 0 0,0 0-1 0 0,-1-3 1 0 0,33-11 0 0 0,-56 16-1963 0 0,-1 0 0 0 0,0-1 0 0 0,0-1 0 0 0,12-7 0 0 0,-6-1-3529 0 0,-5-1-3922 0 0,-9 4 2275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379 43 448 0 0,'0'0'23739'0'0,"-7"0"-23371"0"0,-21-4 1032 0 0,-1 1 0 0 0,-55 2 0 0 0,73 2-1035 0 0,-1 1 0 0 0,1 0 0 0 0,-1 0-1 0 0,1 1 1 0 0,0 1 0 0 0,0 0-1 0 0,0 0 1 0 0,0 1 0 0 0,1 0-1 0 0,-19 14 1 0 0,25-17-365 0 0,-52 46 0 0 0,53-45 0 0 0,0 0 0 0 0,0 1 0 0 0,0-1 0 0 0,1 1 0 0 0,-1-1 0 0 0,1 1 0 0 0,0 0 0 0 0,0 0 0 0 0,1 0 0 0 0,-1 0 0 0 0,1 0 0 0 0,0 0 0 0 0,0 0 0 0 0,0 1 0 0 0,0 4 0 0 0,1-7 0 0 0,0 0 0 0 0,0 1 0 0 0,0-1 0 0 0,1 0 0 0 0,-1 0 0 0 0,1 1 0 0 0,-1-1 0 0 0,1 0 0 0 0,0 0 0 0 0,0 0 0 0 0,0 1 0 0 0,0-1 0 0 0,0 0 0 0 0,0 0 0 0 0,0-1 0 0 0,1 1 0 0 0,-1 0 0 0 0,1 0 0 0 0,0-1 0 0 0,-1 1 0 0 0,1-1 0 0 0,0 1 0 0 0,0-1 0 0 0,0 0 0 0 0,0 1 0 0 0,0-1 0 0 0,0 0 0 0 0,0 0 0 0 0,0-1 0 0 0,1 1 0 0 0,-1 0 0 0 0,0-1 0 0 0,0 0 0 0 0,4 1 0 0 0,3 0 0 0 0,0-1 0 0 0,1 0 0 0 0,-1 0 0 0 0,0-1 0 0 0,18-3 0 0 0,-9 0 0 0 0,0-1 0 0 0,0-1 0 0 0,0 0 0 0 0,0-2 0 0 0,30-17 0 0 0,-37 18 0 0 0,-1 0 0 0 0,0 0 0 0 0,0-1 0 0 0,0 0 0 0 0,-1-1 0 0 0,-1 0 0 0 0,1-1 0 0 0,-1 0 0 0 0,10-17 0 0 0,-13 19 0 0 0,-3 3 0 0 0,0 0 0 0 0,0 0 0 0 0,0-1 0 0 0,-1 1 0 0 0,0 0 0 0 0,0-1 0 0 0,0 0 0 0 0,0-6 0 0 0,-1-2 0 0 0,-5 0 0 0 0,-3 7 0 0 0,-5 8-29 0 0,10 0-337 0 0,-12 6-3845 0 0,12-5-909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7 432 0 0,'0'0'2402'0'0,"-19"-7"16657"0"0,16 29-17351 0 0,1-1 0 0 0,1 0 1 0 0,0 1-1 0 0,2-1 0 0 0,5 34 0 0 0,-4-27-1083 0 0,10 250-625 0 0,-7-178 0 0 0,-5-100 0 0 0,0 0 0 0 0,0 0 0 0 0,0 0 0 0 0,1 0 0 0 0,-1 0 0 0 0,0 1 0 0 0,0-1 0 0 0,1 0 0 0 0,-1 0 0 0 0,0 0 0 0 0,0 0 0 0 0,1 0 0 0 0,-1 0 0 0 0,0 0 0 0 0,0 0 0 0 0,1 0 0 0 0,-1 0 0 0 0,0 0 0 0 0,0 0 0 0 0,1 0 0 0 0,-1 0 0 0 0,0 0 0 0 0,1 0 0 0 0,-1 0 0 0 0,0 0 0 0 0,0 0 0 0 0,1 0 0 0 0,-1 0 0 0 0,0-1 0 0 0,0 1 0 0 0,0 0 0 0 0,1 0 0 0 0,-1 0 0 0 0,0 0 0 0 0,0-1 0 0 0,0 1 0 0 0,1 0 0 0 0,-1 0 0 0 0,0 0 0 0 0,0-1 0 0 0,0 1 0 0 0,0 0 0 0 0,0 0 0 0 0,1-1 0 0 0,-1 1 0 0 0,0 0 0 0 0,11-11 0 0 0,-11 11 0 0 0,17-21-6438 0 0,-3 6-5444 0 0,-3 8 3760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 9 2524 0 0,'0'0'2655'0'0,"-3"-2"-50"0"0,-14-5 7041 0 0,14 8-6520 0 0,-5 6 9024 0 0,16-3-12086 0 0,-5-2-65 0 0,0-1 1 0 0,0 0 0 0 0,0 0 0 0 0,0 0 0 0 0,0 0-1 0 0,1 0 1 0 0,-1-1 0 0 0,0 1 0 0 0,0-1 0 0 0,0 0 0 0 0,1 0-1 0 0,-1 0 1 0 0,5-1 0 0 0,111-15-113 0 0,-115 16-574 0 0,2-2 117 0 0,-3 1-925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 0 168 0 0,'-17'13'9631'0'0,"12"-3"6032"0"0,9-7-15466 0 0,0-1 0 0 0,0 1 0 0 0,0-1 0 0 0,1 0-1 0 0,-1 0 1 0 0,1 0 0 0 0,0 0 0 0 0,-1-1 0 0 0,1 0 0 0 0,0 0-1 0 0,0 0 1 0 0,-1-1 0 0 0,1 1 0 0 0,0-1 0 0 0,0 0 0 0 0,6-1-1 0 0,19-3 1673 0 0,49-12 0 0 0,-51 9-1648 0 0,-11 4-221 0 0,-4 0 0 0 0,-3 1-23 0 0,-8 2-151 0 0,-7 3-7322 0 0,-9 6 6693 0 0,-4 3-3602 0 0,7-5-4717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315 0 1120 0 0,'0'0'11225'0'0,"1"2"-8789"0"0,-5 9 11588 0 0,-20-14-11190 0 0,22 3-2391 0 0,-13 2 204 0 0,0 2-644 0 0,1 1 0 0 0,0 1 0 0 0,0 0 1 0 0,1 1-1 0 0,-1 0 0 0 0,1 1 0 0 0,1 0 0 0 0,0 1 0 0 0,0 1 1 0 0,1 0-1 0 0,-18 20 0 0 0,20-21-3 0 0,-49 58 0 0 0,54-62 0 0 0,0 1 0 0 0,1-1 0 0 0,0 1 0 0 0,0 0 0 0 0,0-1 0 0 0,1 1 0 0 0,0 0 0 0 0,0 1 0 0 0,1-1 0 0 0,-1 0 0 0 0,0 12 0 0 0,2-16 0 0 0,0 0 0 0 0,0 0 0 0 0,1 0 0 0 0,-1-1 0 0 0,0 1 0 0 0,1 0 0 0 0,-1 0 0 0 0,1-1 0 0 0,-1 1 0 0 0,1 0 0 0 0,0-1 0 0 0,0 1 0 0 0,-1 0 0 0 0,1-1 0 0 0,1 1 0 0 0,-1-1 0 0 0,0 0 0 0 0,0 1 0 0 0,0-1 0 0 0,1 0 0 0 0,1 2 0 0 0,0-1 0 0 0,0-1 0 0 0,1 1 0 0 0,-1-1 0 0 0,1 1 0 0 0,-1-1 0 0 0,1 0 0 0 0,-1 0 0 0 0,1-1 0 0 0,7 1 0 0 0,6-1 0 0 0,1 0 0 0 0,-1-2 0 0 0,26-4 0 0 0,-33 4 0 0 0,8-1 0 0 0,11-1 0 0 0,-2-1 0 0 0,1-1 0 0 0,-1-2 0 0 0,0-1 0 0 0,0 0 0 0 0,-1-2 0 0 0,39-23 0 0 0,-65 34 0 0 0,0 0 0 0 0,0 0 0 0 0,0 0 0 0 0,0 0 0 0 0,0 0 0 0 0,-1 0 0 0 0,1 0 0 0 0,0 0 0 0 0,0 0 0 0 0,0-1 0 0 0,0 1 0 0 0,0 0 0 0 0,0 0 0 0 0,0 0 0 0 0,0 0 0 0 0,0 0 0 0 0,0 0 0 0 0,0 0 0 0 0,0 0 0 0 0,0-1 0 0 0,0 1 0 0 0,0 0 0 0 0,0 0 0 0 0,0 0 0 0 0,0 0 0 0 0,0 0 0 0 0,0 0 0 0 0,0 0 0 0 0,0 0 0 0 0,0-1 0 0 0,0 1 0 0 0,0 0 0 0 0,0 0 0 0 0,0 0 0 0 0,0 0 0 0 0,0 0 0 0 0,0 0 0 0 0,0 0 0 0 0,0 0 0 0 0,0 0 0 0 0,1-1 0 0 0,-1 1 0 0 0,0 0 0 0 0,0 0 0 0 0,0 0 0 0 0,0 0 0 0 0,0 0 0 0 0,0 0 0 0 0,0 0 0 0 0,0 0 0 0 0,0 0 0 0 0,0 0 0 0 0,1 0 0 0 0,-1 0 0 0 0,0 0 0 0 0,0 0 0 0 0,0 0 0 0 0,0 0 0 0 0,0 0 0 0 0,0 0 0 0 0,1 0 0 0 0,-23 1 0 0 0,6 5 0 0 0,6-2-51 0 0,8-3-587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 61 336 0 0,'0'0'32325'0'0,"-3"3"-32220"0"0,4-3-105 0 0,-1 0 0 0 0,0 0 0 0 0,0 0 0 0 0,1 0 0 0 0,-1 0 0 0 0,0 0 0 0 0,0 0 0 0 0,1 0 0 0 0,-1 0 0 0 0,0 0 0 0 0,0 0 0 0 0,1 0 0 0 0,-1 0 0 0 0,0 0 0 0 0,0 0 0 0 0,1 0 0 0 0,-1 0 0 0 0,0 1 0 0 0,0-1 0 0 0,1 0 0 0 0,-1 0 0 0 0,0 0 0 0 0,0 0 0 0 0,0 0 0 0 0,1 1 0 0 0,-1-1 0 0 0,0 0 0 0 0,0 0 0 0 0,0 0 0 0 0,0 1 0 0 0,0-1 0 0 0,1 0 1 0 0,-1 0-1 0 0,0 0 0 0 0,0 1 0 0 0,0-1 0 0 0,0 0 0 0 0,0 0 0 0 0,0 1 0 0 0,0-1 0 0 0,0 0 0 0 0,0 0 0 0 0,0 1 0 0 0,0-1 0 0 0,0 0 0 0 0,0 0 0 0 0,0 1 0 0 0,0-1 0 0 0,0 0 0 0 0,0 0 0 0 0,0 1 0 0 0,0-1 0 0 0,0 0 0 0 0,-1 0 0 0 0,1 1 0 0 0,0-1 0 0 0,0 0 0 0 0,0 0 0 0 0,0 0 0 0 0,0 1 0 0 0,-1-1 0 0 0,1 0 0 0 0,0 0 0 0 0,0 0 0 0 0,0 0 0 0 0,-1 1 0 0 0,29-6 0 0 0,-21 3 0 0 0,92-14 0 0 0,112-23 0 0 0,-199 34 0 0 0,-9-2-911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154 67 112 0 0,'0'0'1559'0'0,"-22"-13"29347"0"0,31-2-30738 0 0,-8 13-167 0 0,1 0 1 0 0,-1 0-1 0 0,1 0 0 0 0,-1 0 0 0 0,1 0 1 0 0,0 0-1 0 0,0 1 0 0 0,0-1 1 0 0,0 1-1 0 0,0-1 0 0 0,1 1 0 0 0,-1 0 1 0 0,0 0-1 0 0,0 0 0 0 0,1 0 1 0 0,-1 0-1 0 0,4 0 0 0 0,-1 0-2 0 0,15-7 1 0 0,-16 7 0 0 0,16 1 0 0 0,-17-1 0 0 0,0 1 0 0 0,0 0 0 0 0,1 0 0 0 0,-1 0 0 0 0,0 0 0 0 0,0 1 0 0 0,0-1 0 0 0,1 1 0 0 0,-1 0 0 0 0,0-1 0 0 0,0 2 0 0 0,0-1 0 0 0,0 0 0 0 0,0 1 0 0 0,0-1 0 0 0,-1 1 0 0 0,1 0 0 0 0,0 0 0 0 0,2 2 0 0 0,-3-2 0 0 0,-1 1 0 0 0,1-1 0 0 0,-1 1 0 0 0,0-1 0 0 0,1 1 0 0 0,-1 0 0 0 0,0 0 0 0 0,-1-1 0 0 0,1 1 0 0 0,0 0 0 0 0,-1 0 0 0 0,0 0 0 0 0,1 0 0 0 0,-1 0 0 0 0,0 0 0 0 0,-1 4 0 0 0,-1 3 0 0 0,0 0 0 0 0,0 0 0 0 0,-1 0 0 0 0,0 0 0 0 0,-1-1 0 0 0,0 1 0 0 0,-1-1 0 0 0,-10 16 0 0 0,5-11 0 0 0,-2 1 0 0 0,0-2 0 0 0,0 0 0 0 0,-1 0 0 0 0,-1-1 0 0 0,0-1 0 0 0,-1 0 0 0 0,0-1 0 0 0,0-1 0 0 0,-1 0 0 0 0,-33 13 0 0 0,40-20 0 0 0,-8-1 0 0 0,-1-3 0 0 0,1-3 0 0 0,10-4 0 0 0,13-6 0 0 0,-3 12 0 0 0,0 0 0 0 0,0 0 0 0 0,0 0 0 0 0,1 1 0 0 0,-1-1 0 0 0,1 1 0 0 0,-1 0 0 0 0,1 0 0 0 0,0 0 0 0 0,0 0 0 0 0,0 1 0 0 0,7-3 0 0 0,56-9 0 0 0,-51 10 0 0 0,22-5 0 0 0,-15 4 0 0 0,0 0 0 0 0,-1 1 0 0 0,47 1 0 0 0,-54 3 0 0 0,-7 4 0 0 0,-2 3 0 0 0,-5 1 0 0 0,0 3 0 0 0,2-1 0 0 0,-2-11-52 0 0,-1 0 1 0 0,0 1-1 0 0,1-1 1 0 0,-1 0-1 0 0,1 1 0 0 0,-1-1 1 0 0,1 0-1 0 0,-1 0 1 0 0,1 0-1 0 0,-1 1 0 0 0,1-1 1 0 0,-1 0-1 0 0,1 0 1 0 0,-1 0-1 0 0,1 0 0 0 0,-1 0 1 0 0,1 0-1 0 0,-1 0 1 0 0,1 0-1 0 0,-1 0 0 0 0,1 0 1 0 0,-1 0-1 0 0,1 0 1 0 0,-1-1-1 0 0,1 1 0 0 0,-1 0 1 0 0,1 0-1 0 0,-1 0 1 0 0,1-1-1 0 0,-1 1 0 0 0,1 0 1 0 0,-1-1-1 0 0,1 0 1 0 0,7-9-4645 0 0,-8 3-5260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157 155 1468 0 0,'-4'-2'2917'0'0,"-4"-3"-2783"0"0,-14-5 12250 0 0,12 5 3107 0 0,10 12-15161 0 0,-13 170-287 0 0,10-193-43 0 0,-1-1 0 0 0,-1 1 0 0 0,0 0 1 0 0,-2 1-1 0 0,1-1 0 0 0,-15-22 0 0 0,-2-9-18 0 0,14 31 6 0 0,-6-15 26 0 0,15 30-14 0 0,-1-1 1 0 0,1 1 0 0 0,0 0-1 0 0,0 0 1 0 0,0 0-1 0 0,0-1 1 0 0,0 1 0 0 0,0 0-1 0 0,0 0 1 0 0,0 0 0 0 0,0-1-1 0 0,0 1 1 0 0,1 0 0 0 0,-1 0-1 0 0,0 0 1 0 0,1 0 0 0 0,-1 0-1 0 0,1-1 1 0 0,0 1-1 0 0,-1 0 1 0 0,1 0 0 0 0,0 0-1 0 0,1-1 1 0 0,6-4-1 0 0,-1 0 0 0 0,1 0 0 0 0,1 1 0 0 0,-1 0 0 0 0,1 1 0 0 0,0 0 0 0 0,0 0 0 0 0,0 1 0 0 0,1 0 0 0 0,-1 1 0 0 0,15-3 0 0 0,2 2 0 0 0,0 0 0 0 0,1 2 0 0 0,29 2 0 0 0,-54-1 0 0 0,0 0 0 0 0,-1 0 0 0 0,1 0 0 0 0,-1 0 0 0 0,1 0 0 0 0,0 0 0 0 0,-1 0 0 0 0,1 1 0 0 0,-1-1 0 0 0,1 0 0 0 0,-1 1 0 0 0,1-1 0 0 0,-1 1 0 0 0,1 0 0 0 0,-1-1 0 0 0,0 1 0 0 0,1 0 0 0 0,-1 0 0 0 0,0 0 0 0 0,0 0 0 0 0,1 0 0 0 0,-1 0 0 0 0,0 0 0 0 0,0 1 0 0 0,0-1 0 0 0,0 0 0 0 0,-1 0 0 0 0,1 1 0 0 0,0-1 0 0 0,0 1 0 0 0,-1-1 0 0 0,1 1 0 0 0,-1-1 0 0 0,1 1 0 0 0,-1-1 0 0 0,0 1 0 0 0,0-1 0 0 0,0 1 0 0 0,1-1 0 0 0,-1 1 0 0 0,-1 0 0 0 0,1 1 0 0 0,-1 5 0 0 0,-1 0 0 0 0,0 1 0 0 0,0-1 0 0 0,0 0 0 0 0,-1-1 0 0 0,-1 1 0 0 0,1 0 0 0 0,-1-1 0 0 0,0 0 0 0 0,-1 0 0 0 0,0 0 0 0 0,-10 11 0 0 0,-9 9 0 0 0,-44 38 0 0 0,53-52 0 0 0,6-5 0 0 0,-1 0 0 0 0,1 1 0 0 0,1 0 0 0 0,-1 1 0 0 0,-11 19 0 0 0,15-19 0 0 0,5 1 0 0 0,8-1 0 0 0,-1-6 0 0 0,0-1 0 0 0,0 0 0 0 0,1-1 0 0 0,0 0 0 0 0,-1 0 0 0 0,1 0 0 0 0,0-1 0 0 0,9 0 0 0 0,73 1 0 0 0,-63-2 0 0 0,79 0 0 0 0,-92 0 0 0 0,-3 3 0 0 0,-7 5 0 0 0,-6 5-513 0 0,1-10-2366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27 31 688 0 0,'0'0'-88'0'0,"-10"1"4036"0"0,-7 2 24263 0 0,120-16-28206 0 0,-35 3-165 0 0,123-2 0 0 0,-189 12-988 0 0,-8 4-4064 0 0,-31 13 1195 0 0,4-3-6185 0 0,9-5 3529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75 232 0 0,'0'1'701'0'0,"0"0"-1"0"0,0 0 1 0 0,0 0 0 0 0,1 0-1 0 0,-1 0 1 0 0,0 0 0 0 0,0 0-1 0 0,0 0 1 0 0,1 0 0 0 0,-1 0-1 0 0,1 0 1 0 0,-1 0 0 0 0,0 0-1 0 0,1-1 1 0 0,0 1 0 0 0,-1 0-1 0 0,1 0 1 0 0,-1 0 0 0 0,1-1-1 0 0,1 2 1 0 0,149-13 11402 0 0,-38 0-8173 0 0,-93 9-3880 0 0,0-1-1 0 0,1-1 0 0 0,-1 0 0 0 0,28-11 0 0 0,-6-3-5479 0 0,-2-2-7773 0 0,-28 13 6124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287 83 624 0 0,'-7'-36'16586'0'0,"6"34"-16033"0"0,0 0 0 0 0,0 0 1 0 0,0 1-1 0 0,0-1 0 0 0,0 0 0 0 0,0 1 0 0 0,0-1 0 0 0,-1 1 1 0 0,1-1-1 0 0,-1 1 0 0 0,1 0 0 0 0,-1 0 0 0 0,0 0 0 0 0,-2-2 1 0 0,1 2 1861 0 0,-4-18 2393 0 0,6 18-4806 0 0,-1 1-1 0 0,1-1 1 0 0,-1 1 0 0 0,1 0-1 0 0,-1-1 1 0 0,1 1 0 0 0,-1 0 0 0 0,1 0-1 0 0,-1 0 1 0 0,1 0 0 0 0,-1 0-1 0 0,1 1 1 0 0,-1-1 0 0 0,1 0-1 0 0,-1 1 1 0 0,1-1 0 0 0,-1 1 0 0 0,1 0-1 0 0,0-1 1 0 0,-1 1 0 0 0,1 0-1 0 0,-2 1 1 0 0,0 0-5 0 0,-14 6 3 0 0,1 1 0 0 0,1 1 0 0 0,0 1 0 0 0,0 0 0 0 0,1 0 0 0 0,0 2 0 0 0,1-1 0 0 0,1 2 0 0 0,0 0 0 0 0,1 0 0 0 0,-16 27 0 0 0,23-34 0 0 0,0 0 0 0 0,0 0 0 0 0,1 0 0 0 0,0 1 0 0 0,1-1 0 0 0,0 1 0 0 0,0-1 0 0 0,0 1 0 0 0,1 0 0 0 0,0-1 0 0 0,1 1 0 0 0,-1 0 0 0 0,2 0 0 0 0,0 10 0 0 0,0-15 0 0 0,0 1 0 0 0,0 0 0 0 0,0-1 0 0 0,0 1 0 0 0,1-1 0 0 0,-1 1 0 0 0,1-1 0 0 0,0 1 0 0 0,0-1 0 0 0,0 0 0 0 0,0 0 0 0 0,1 0 0 0 0,-1 0 0 0 0,1-1 0 0 0,0 1 0 0 0,0-1 0 0 0,0 1 0 0 0,0-1 0 0 0,0 0 0 0 0,0 0 0 0 0,1 0 0 0 0,-1-1 0 0 0,1 1 0 0 0,-1-1 0 0 0,1 0 0 0 0,0 0 0 0 0,-1 0 0 0 0,1 0 0 0 0,0-1 0 0 0,0 1 0 0 0,4-1 0 0 0,12-1 0 0 0,0 0 0 0 0,0-2 0 0 0,0 0 0 0 0,0-1 0 0 0,-1-1 0 0 0,1 0 0 0 0,-1-2 0 0 0,-1 0 0 0 0,1-2 0 0 0,-2 1 0 0 0,33-23 0 0 0,-42 26 0 0 0,-1-1 0 0 0,0 0 0 0 0,0-1 0 0 0,-1 1 0 0 0,0-1 0 0 0,0-1 0 0 0,-1 1 0 0 0,0-1 0 0 0,0 0 0 0 0,0 0 0 0 0,-1 0 0 0 0,-1-1 0 0 0,1 1 0 0 0,-1-1 0 0 0,-1 0 0 0 0,0 0 0 0 0,0 0 0 0 0,0 0 0 0 0,-1-15 0 0 0,-1 21 0 0 0,0 0 0 0 0,0 0 0 0 0,0 0 0 0 0,0 0 0 0 0,-1 0 0 0 0,1 0 0 0 0,-1 0 0 0 0,0 0 0 0 0,0 0 0 0 0,0 0 0 0 0,0 0 0 0 0,-1 0 0 0 0,1 1 0 0 0,-1-1 0 0 0,0 0 0 0 0,1 1 0 0 0,-1 0 0 0 0,0-1 0 0 0,-1 1 0 0 0,1 0 0 0 0,0 0 0 0 0,-1 0 0 0 0,1 0 0 0 0,-1 0 0 0 0,1 1 0 0 0,-1-1 0 0 0,0 1 0 0 0,0 0 0 0 0,0 0 0 0 0,0 0 0 0 0,1 0 0 0 0,-2 0 0 0 0,1 0 0 0 0,0 1 0 0 0,0 0 0 0 0,0-1 0 0 0,0 1 0 0 0,0 0 0 0 0,0 1 0 0 0,-5 0 0 0 0,-2-1 0 0 0,4 0 0 0 0,-1 0 0 0 0,1 0 0 0 0,0 1 0 0 0,0 0 0 0 0,0 0 0 0 0,0 0 0 0 0,0 1 0 0 0,0 0 0 0 0,0 0 0 0 0,0 0 0 0 0,1 1 0 0 0,-9 5 0 0 0,4 1 0 0 0,10 2-8 0 0,9 0-159 0 0,-6-10-1549 0 0,-1 1 1 0 0,0-1 0 0 0,1 0-1 0 0,-1 0 1 0 0,0 0-1 0 0,1-1 1 0 0,-1 1 0 0 0,1 0-1 0 0,0-1 1 0 0,2 1 0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119 1 1028 0 0,'0'0'19422'0'0,"-3"3"-17254"0"0,-95 107 7981 0 0,91-103-10149 0 0,-4 3 0 0 0,20-18-1350 0 0,-3 2-724 0 0,0 1 0 0 0,-1-1 0 0 0,1 0 0 0 0,-1 0 0 0 0,-1-1 0 0 0,1 1 0 0 0,5-12 0 0 0,-3 2-6262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123 0 1076 0 0,'-4'0'27327'0'0,"0"1"-25144"0"0,-12 2-6157 0 0,8-1 6343 0 0,4-1-2065 0 0,-1 0-1 0 0,0 0 1 0 0,1 1-1 0 0,-1 0 0 0 0,1 0 1 0 0,0 0-1 0 0,0 0 1 0 0,0 0-1 0 0,0 1 0 0 0,-5 4 1 0 0,-19 13 144 0 0,19-12-448 0 0,8 2 0 0 0,1-10 0 0 0,0 1 0 0 0,0 0 0 0 0,0 0 0 0 0,0 0 0 0 0,0 0 0 0 0,0 0 0 0 0,0-1 0 0 0,0 1 0 0 0,1 0 0 0 0,-1 0 0 0 0,0 0 0 0 0,0 0 0 0 0,1-1 0 0 0,-1 1 0 0 0,0 0 0 0 0,1 0 0 0 0,-1-1 0 0 0,1 1 0 0 0,-1 0 0 0 0,1-1 0 0 0,0 1 0 0 0,-1 0 0 0 0,1-1 0 0 0,-1 1 0 0 0,1-1 0 0 0,0 1 0 0 0,0-1 0 0 0,-1 0 0 0 0,1 1 0 0 0,0-1 0 0 0,0 1 0 0 0,0-1 0 0 0,-1 0 0 0 0,1 0 0 0 0,0 0 0 0 0,0 1 0 0 0,0-1 0 0 0,0 0 0 0 0,-1 0 0 0 0,2 0 0 0 0,56 19 0 0 0,-49-17 0 0 0,1 1 0 0 0,-1 0 0 0 0,1 0 0 0 0,-1 1 0 0 0,0 0 0 0 0,9 7 0 0 0,-12-8 0 0 0,-1 1 0 0 0,1-1 0 0 0,-1 1 0 0 0,0 0 0 0 0,-1 1 0 0 0,1-1 0 0 0,-1 1 0 0 0,0 0 0 0 0,0 0 0 0 0,0 0 0 0 0,-1 1 0 0 0,5 7 0 0 0,5 5 0 0 0,-9-4 0 0 0,-3 1 0 0 0,-1-1 0 0 0,-1-1 0 0 0,1-12 0 0 0,0-1 0 0 0,0 1 0 0 0,0 0 0 0 0,0 0 0 0 0,0 0 0 0 0,0 0 0 0 0,-1-1 0 0 0,1 1 0 0 0,0 0 0 0 0,-1 0 0 0 0,1 0 0 0 0,0-1 0 0 0,-1 1 0 0 0,1 0 0 0 0,-1-1 0 0 0,1 1 0 0 0,-1 0 0 0 0,1-1 0 0 0,-1 1 0 0 0,1 0 0 0 0,-1-1 0 0 0,0 1 0 0 0,1-1 0 0 0,-1 1 0 0 0,0-1 0 0 0,0 0 0 0 0,1 1 0 0 0,-1-1 0 0 0,0 0 0 0 0,0 1 0 0 0,0-1 0 0 0,0 0 0 0 0,0 0 0 0 0,-5 5 0 0 0,5-5 0 0 0,0 1 0 0 0,0 0 0 0 0,0 0 0 0 0,0-1 0 0 0,0 1 0 0 0,0-1 0 0 0,0 1 0 0 0,0-1 0 0 0,-1 0 0 0 0,1 1 0 0 0,0-1 0 0 0,0 0 0 0 0,0 0 0 0 0,-1 0 0 0 0,1 1 0 0 0,0-1 0 0 0,0-1 0 0 0,-1 1 0 0 0,1 0 0 0 0,0 0 0 0 0,0 0 0 0 0,-2-1 0 0 0,-2 1 0 0 0,2 0 0 0 0,0-1 0 0 0,0 1 0 0 0,1 0 0 0 0,-1-1 0 0 0,0 1 0 0 0,0-1 0 0 0,1 0 0 0 0,-1 0 0 0 0,0 0 0 0 0,1 0 0 0 0,-1 0 0 0 0,1-1 0 0 0,0 1 0 0 0,-1-1 0 0 0,1 0 0 0 0,0 0 0 0 0,0 1 0 0 0,0-1 0 0 0,-3-4 0 0 0,-2-2 0 0 0,-12-16-3431 0 0,16 18 1552 0 0,1 0-1 0 0,0-1 1 0 0,0 1-1 0 0,1-1 1 0 0,0 1-1 0 0,0-1 1 0 0,0 0 0 0 0,1-8-1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60 1948 0 0,'0'0'25993'0'0,"24"-2"-23127"0"0,32-12-1068 0 0,-15 3-2079 0 0,53-20 0 0 0,-92 30-556 0 0,-28 9-18044 0 0,21-6 11948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 13 1432 0 0,'0'0'4279'0'0,"-32"17"22043"0"0,54-19-25744 0 0,14-8-422 0 0,-12 6-156 0 0,0 1 0 0 0,38-1 0 0 0,73-2 0 0 0,-123 6 0 0 0,2 2 0 0 0,1-2-121 0 0,-12 0-865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230 0 528 0 0,'-3'1'28722'0'0,"-1"0"-26512"0"0,-10 4-6555 0 0,8-2 6774 0 0,-19 11-1784 0 0,1 1-1 0 0,1 1 1 0 0,1 1-1 0 0,-29 28 1 0 0,41-35-645 0 0,5-7 0 0 0,0 1 0 0 0,1 0 0 0 0,0 0 0 0 0,0 1 0 0 0,0-1 0 0 0,0 1 0 0 0,1 0 0 0 0,-1 0 0 0 0,1 0 0 0 0,-3 9 0 0 0,5-4 0 0 0,1-8 0 0 0,0-1 0 0 0,0 0 0 0 0,0 0 0 0 0,0 1 0 0 0,0-1 0 0 0,0 0 0 0 0,0 0 0 0 0,1 0 0 0 0,-1 1 0 0 0,0-1 0 0 0,1 0 0 0 0,-1 0 0 0 0,1 0 0 0 0,0 0 0 0 0,-1 0 0 0 0,1 0 0 0 0,0 0 0 0 0,0 0 0 0 0,-1 0 0 0 0,1 0 0 0 0,0 0 0 0 0,0 0 0 0 0,0-1 0 0 0,0 1 0 0 0,0 0 0 0 0,0 0 0 0 0,0-1 0 0 0,0 1 0 0 0,1-1 0 0 0,-1 1 0 0 0,0-1 0 0 0,0 0 0 0 0,0 1 0 0 0,1-1 0 0 0,1 0 0 0 0,23-2 0 0 0,7-3 0 0 0,-2-2 0 0 0,1-1 0 0 0,-1-2 0 0 0,0-1 0 0 0,-1-1 0 0 0,50-28 0 0 0,-41 14 0 0 0,-30 17 0 0 0,-9-1 0 0 0,-12-3 0 0 0,9 11 0 0 0,-1 0 0 0 0,0 0 0 0 0,0 1 0 0 0,0 0 0 0 0,-1 0 0 0 0,1 0 0 0 0,0 0 0 0 0,0 0 0 0 0,-1 1 0 0 0,1 0 0 0 0,0 0 0 0 0,-8 1 0 0 0,-20-3 0 0 0,26 3 0 0 0,-11 4 0 0 0,5 0 0 0 0,1 1 0 0 0,4-2-86 0 0,6-3-743 0 0,17 12-16371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29 1 1512,'4'7'30386,"-17"11"-29640,5-6-623,2-1-123,5 1 0,0-1 0,-2-1-118,2-8-765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6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44 1 160,'0'0'16828,"1"1"-14225,2 11-2045,-4-4 6566,-25 47-1630,23-45-5494,-2 3 0,-1 0 0,1 0 0,5-13 0,0 1 0,0 0 0,-1-1 0,1 1 0,0 0 0,0-1 0,0 1 0,0 0 0,0-1 0,0 1 0,0 0 0,0-1 0,0 1 0,0 0 0,0-1 0,0 1 0,1 0 0,-1-1 0,0 1 0,0-1 0,1 1 0,-1 0 0,1-1 0,-1 1 0,0-1 0,1 1 0,-1-1 0,1 1 0,-1-1 0,1 1 0,-1-1 0,1 0 0,-1 1 0,1-1 0,0 0 0,-1 1 0,1-1 0,-1 0 0,2 1 0,6 3 0,0-1 0,1 1 0,-1-1 0,1-1 0,-1 0 0,1 0 0,0 0 0,-1-1 0,1 0 0,0-1 0,0 0 0,10-2 0,33 4 0,-35-2 0,-4 0 0,-12 0-1,0 0 1,-1 1-1,1-1 0,0 0 1,0 0-1,-1 0 0,1 0 1,0 0-1,0 0 0,0 0 1,-1 0-1,1 0 0,0 0 0,0 0 1,-1 0-1,1-1 0,0 1 1,0 0-1,-1-1 0,1 1 1,0 0-1,-1-1 0,1 1 1,0-1-1,-1 1 0,1-1 1,-1 1-1,2-2 0,-1 1-192,1-1-1051,-13-19-16898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6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100 2 396,'1'-1'9910,"8"3"4020,-35 89-10295,-17 107 0,22-94-2374,4 33-1261,17-136 0,-1 0 0,1 1 0,0-1 0,-1 0 0,1 0 0,0 0 0,0 0 0,0 0 0,0 0 0,0 1 0,0-1 0,0 0 0,0 0 0,1 0 0,-1 0 0,0 0 0,1 0 0,-1 0 0,1 0 0,0 2 0,2 4 0,-2-7 0,-1 0 0,0 0 0,0 0 0,0 1 0,0-1 0,0 0 0,0 0 0,0 0 0,0 0 0,0 0 0,0 1 0,1-1 0,-1 0 0,0 0 0,0 0 0,0 0 0,0 0 0,0 0 0,1 0 0,-1 1 0,0-1 0,0 0 0,0 0 0,0 0 0,1 0 0,-1 0 0,0 0 0,0 0 0,0 0 0,1 0 0,-1 0 0,0 0 0,0 0 0,0 0 0,0 0 0,1 0 0,-1 0 0,0 0 0,0 0 0,0-1 0,0 1 0,1 0 0,-1 0 0,0 0 0,0 0 0,0 0 0,2-3 0,0 0 0,0 0 0,-1 0 0,1 0 0,-1 0 0,0-1 0,0 1 0,0 0 0,-1-1 0,2-5 0,1-6 0,4-12-3603,-7 24 2159,1 0 0,0-1 0,-1 1 0,0 0 0,0 0 1,0-1-1,0 1 0,-1 0 0,1-1 0,-1 1 0,-1-6 0,-4-2-5209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6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0 460,'0'0'10386,"-1"5"-8003,0-3-3581,0 4 1135,0 1 7421,6-4 804,3-4-6795,-5 0-476,1 0-80,85-7 1399,-64 5-2181,31 5-173,-29 1-577,-12 2-3411,-10-2-2013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7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17 188,'0'2'1170,"0"-1"0,-1 1-1,1-1 1,0 1 0,0-1 0,0 1-1,0 0 1,1-1 0,-1 1 0,0-1 0,1 1-1,-1-1 1,0 0 0,1 1 0,1 1-1,149-11 7870,-131 5-10090,1 0-1,36-12 0,-48 11-2285,-5-5-7526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7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193 10 2020,'3'-9'26593,"-10"8"-26455,1 2-1,0-1 1,-1 1 0,1 0 0,-1 0 0,1 0 0,0 1 0,0 0 0,0 1 0,0-1 0,0 1 0,1 0 0,-1 1 0,1-1-1,-1 1 1,-6 6 0,4-3 43,-1 0 0,1 1 0,0 0 0,1 0 0,0 0 0,1 1 0,-1 0 0,2 1 0,-8 13 0,11-19-181,1 0 0,0 0 0,0 0 0,0 0 0,0 0 0,0 0 0,1 0 0,0 0 0,0 0 0,0 0 0,0 0 0,1 0 0,-1 0 0,3 6 0,-2-7 0,0 0 0,1-1 0,-1 1 0,1-1 0,0 0 0,-1 1 0,1-1 0,0 0 0,1 0 0,-1 0 0,0 0 0,0 0 0,1-1 0,-1 1 0,1-1 0,2 2 0,5 0 0,0 0 0,0-1 0,0 0 0,0 0 0,0-1 0,0 0 0,0-1 0,0 0 0,1-1 0,12-2 0,-1 0 0,-1-2 0,1 0 0,-1-2 0,40-17 0,-54 21 0,1-1 0,-1 0 0,0 0 0,-1 0 0,1-1 0,-1 0 0,1-1 0,-2 1 0,1-1 0,0 0 0,-1 0 0,-1-1 0,1 0 0,-1 0 0,0 0 0,6-15 0,-10 20 0,1-1 0,-1 0 0,0 0 0,0 0 0,0 0 0,0 1 0,-1-1 0,1 0 0,-1 0 0,0 1 0,0-1 0,0 0 0,0 1 0,0-1 0,0 1 0,-1-1 0,1 1 0,-1-1 0,0 1 0,0 0 0,0 0 0,0 0 0,0 0 0,0 0 0,0 1 0,-1-1 0,1 0 0,0 1 0,-1 0 0,0 0 0,1 0 0,-1 0 0,0 0 0,-5-1 0,-5-1 0,-5 0 0,1 1 0,2 2 0,4 5 0,5 1 0,5 2-31,8 3-2297,9 0-12556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7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 1 240,'9'11'3840,"-11"2"8996,-7 14-268,6 9-9285,3-25-3283,-1 2 0,-3-1 0,9-1 0,0-1 0,2 1 0,10 4-3838,6-16-8416,-19 0 9849,13-4-5616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49 1 224,'0'0'21775,"14"0"-20211,-12 5 7537,-3 6-9083,1 0 0,0 0 0,0 0 1,1 0-1,0 0 0,5 18 0,3 35-42,-4 119 24,-6-179 0,8 15 0,-6-9 0,-2-6 0,-13-44-1426,14 39 1354,0 1-1,0 0 0,0 0 1,0-1-1,-1 1 1,1 0-1,0 0 0,0 0 1,0-1-1,-1 1 0,1 0 1,0 0-1,0 0 0,-1-1 1,1 1-1,0 0 0,0 0 1,-1 0-1,1 0 1,0 0-1,0 0 0,-1 0 1,1 0-1,0 0 0,0 0 1,-1 0-1,1 0 0,0 0 1,-1 0-1,1 0 1,0 0-1,0 0 0,-1 0 1,1 0-1,0 0 0,0 0 1,-1 0-1,1 0 0,0 1 1,0-1-1,-1 0 1,-10 3-1773,-6 1-2900,0 0-3615,-6-1 860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203 13 1436 0 0,'0'0'7177'0'0,"15"-8"13534"0"0,-18 7-17287 0 0,-18-2-3405 0 0,11 3-19 0 0,1 0 0 0 0,-1 0 0 0 0,1 1 0 0 0,0 1 0 0 0,0-1 0 0 0,0 1 0 0 0,0 1 0 0 0,0 0 0 0 0,0 0 0 0 0,0 1 0 0 0,1 0 0 0 0,0 0 0 0 0,-1 1 0 0 0,2 0 0 0 0,-13 10 0 0 0,-10 4 0 0 0,24-12 0 0 0,1 5 0 0 0,11-1 0 0 0,7-7 0 0 0,0-5 0 0 0,0 0 0 0 0,0-1 0 0 0,0-1 0 0 0,0 0 0 0 0,0 0 0 0 0,15-7 0 0 0,-13 4 0 0 0,0 1 0 0 0,0 1 0 0 0,0 1 0 0 0,20-3 0 0 0,-30 6 0 0 0,-1 0 0 0 0,1 0 0 0 0,0 1 0 0 0,0-1 0 0 0,0 1 0 0 0,0 0 0 0 0,-1 0 0 0 0,1 1 0 0 0,0-1 0 0 0,-1 1 0 0 0,1 0 0 0 0,-1 0 0 0 0,0 1 0 0 0,0-1 0 0 0,1 1 0 0 0,-2 0 0 0 0,8 7 0 0 0,-3-3 0 0 0,-1 1 0 0 0,0 0 0 0 0,0 0 0 0 0,0 1 0 0 0,-1-1 0 0 0,-1 2 0 0 0,0-1 0 0 0,0 1 0 0 0,0-1 0 0 0,-1 1 0 0 0,-1 1 0 0 0,0-1 0 0 0,0 0 0 0 0,-1 1 0 0 0,1 14 0 0 0,-2-22 0 0 0,-1 0 0 0 0,0-1 0 0 0,0 1 0 0 0,0 0 0 0 0,-1 0 0 0 0,1-1 0 0 0,0 1 0 0 0,-1 0 0 0 0,0-1 0 0 0,0 1 0 0 0,0-1 0 0 0,0 1 0 0 0,0-1 0 0 0,0 1 0 0 0,-1-1 0 0 0,1 0 0 0 0,-1 0 0 0 0,1 1 0 0 0,-1-1 0 0 0,0 0 0 0 0,0 0 0 0 0,0-1 0 0 0,0 1 0 0 0,0 0 0 0 0,-1-1 0 0 0,1 1 0 0 0,0-1 0 0 0,-1 0 0 0 0,1 0 0 0 0,-1 0 0 0 0,1 0 0 0 0,-1 0 0 0 0,0 0 0 0 0,1-1 0 0 0,-1 0 0 0 0,0 1 0 0 0,1-1 0 0 0,-1 0 0 0 0,0 0 0 0 0,0 0 0 0 0,1 0 0 0 0,-1-1 0 0 0,-3 0 0 0 0,-11-2 0 0 0,0-1 0 0 0,1 0 0 0 0,-1-1 0 0 0,-28-13 0 0 0,43 17 0 0 0,-14-6 0 0 0,-71-39 0 0 0,73 38 0 0 0,70 26-26 0 0,-47-16-196 0 0,13 2-3845 0 0,-14-4-1537 0 0,-1 0-3562 0 0,8-3 1473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43 768 0 0,'-7'6'31119'0'0,"18"-4"-31050"0"0,-1-1 0 0 0,1-1 1 0 0,0 0-1 0 0,0 0 0 0 0,0-1 0 0 0,-1 0 0 0 0,1-1 1 0 0,0 0-1 0 0,-1-1 0 0 0,14-6 0 0 0,75-16 50 0 0,-85 21-119 0 0,-4 1-34 0 0,-8 2-311 0 0,-6 5-2160 0 0,-75 58-5424 0 0,32-26-4848 0 0,35-26 7616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 1 7705 0 0,'-6'8'8'0'0,"-3"6"1487"0"0,7 0 5490 0 0,-3-5 1908 0 0,9-7-8646 0 0,0 0 0 0 0,0 1 1 0 0,0-2-1 0 0,0 1 1 0 0,0 0-1 0 0,0-1 1 0 0,1 0-1 0 0,-1 0 0 0 0,1 0 1 0 0,-1 0-1 0 0,1-1 1 0 0,-1 0-1 0 0,1 0 1 0 0,-1 0-1 0 0,1 0 0 0 0,8-3 1 0 0,5 0 621 0 0,0-1-1 0 0,0 0 1 0 0,18-9 0 0 0,38-7-869 0 0,-24 9 0 0 0,-40 9-161 0 0,-8 2-758 0 0,-6 4-649 0 0,0-1 780 0 0,-17 13-2319 0 0,15-12-1826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325 162 1152 0 0,'0'0'3684'0'0,"37"-20"5291"0"0,-33 15-7759 0 0,-1 1 0 0 0,1-1 0 0 0,-1 0 0 0 0,-1 0 0 0 0,1 0 0 0 0,-1 0-1 0 0,0 0 1 0 0,0 0 0 0 0,0-1 0 0 0,-1 1 0 0 0,2-12 0 0 0,-3 16-573 0 0,-7-28 1950 0 0,2 25-2540 0 0,-1 0 1 0 0,1 0 0 0 0,-1 0 0 0 0,0 0-1 0 0,0 1 1 0 0,-1 0 0 0 0,1 1 0 0 0,-1-1 0 0 0,1 1-1 0 0,-1 0 1 0 0,0 1 0 0 0,0 0 0 0 0,1 0 0 0 0,-1 0-1 0 0,0 1 1 0 0,0 0 0 0 0,0 0 0 0 0,0 1-1 0 0,0-1 1 0 0,-10 4 0 0 0,-3 1-54 0 0,1 0 0 0 0,-1 1 0 0 0,1 2 0 0 0,0 0 0 0 0,-25 15 0 0 0,36-19 0 0 0,1 0 0 0 0,0 1 0 0 0,0 0 0 0 0,0 1 0 0 0,1-1 0 0 0,0 1 0 0 0,0 0 0 0 0,0 1 0 0 0,1 0 0 0 0,0 0 0 0 0,0 0 0 0 0,1 0 0 0 0,0 1 0 0 0,0-1 0 0 0,-4 15 0 0 0,7-20 0 0 0,0 0 0 0 0,1 0 0 0 0,-1 0 0 0 0,1 1 0 0 0,-1-1 0 0 0,1 0 0 0 0,0 1 0 0 0,0-1 0 0 0,0 0 0 0 0,1 1 0 0 0,-1-1 0 0 0,0 0 0 0 0,1 0 0 0 0,-1 1 0 0 0,1-1 0 0 0,0 0 0 0 0,2 4 0 0 0,-2-5 0 0 0,0 0 0 0 0,0 1 0 0 0,1-1 0 0 0,-1 0 0 0 0,0 0 0 0 0,1 0 0 0 0,-1 0 0 0 0,1 0 0 0 0,-1 0 0 0 0,1-1 0 0 0,0 1 0 0 0,-1 0 0 0 0,1-1 0 0 0,0 1 0 0 0,-1-1 0 0 0,1 0 0 0 0,3 1 0 0 0,2-1 0 0 0,1 0 0 0 0,0-1 0 0 0,0 1 0 0 0,0-2 0 0 0,-1 1 0 0 0,1-1 0 0 0,9-3 0 0 0,8-5 0 0 0,0 0 0 0 0,0-2 0 0 0,31-20 0 0 0,-48 27 0 0 0,-1 0 0 0 0,1 0 0 0 0,-1-1 0 0 0,0 0 0 0 0,-1 0 0 0 0,1-1 0 0 0,-1 1 0 0 0,0-1 0 0 0,-1-1 0 0 0,0 1 0 0 0,0-1 0 0 0,-1 0 0 0 0,7-15 0 0 0,-10 6-3163 0 0,-1 16 2000 0 0,0-1 1 0 0,0 0 0 0 0,-1 0 0 0 0,1 1 0 0 0,-1-1 0 0 0,1 0-1 0 0,-1 1 1 0 0,0-1 0 0 0,1 1 0 0 0,-1-1 0 0 0,0 1 0 0 0,0-1-1 0 0,-2-2 1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230 50 1916 0 0,'1'-46'16088'0'0,"1"43"-13378"0"0,-10 30 7551 0 0,5-9-8469 0 0,-6 32-1792 0 0,-3-1 0 0 0,-1 0 0 0 0,-33 76 0 0 0,2-3 0 0 0,31-82 0 0 0,-1 6 0 0 0,-27 57 0 0 0,31-71 0 0 0,-4 6 0 0 0,11-36 0 0 0,1 29 0 0 0,2-30 0 0 0,0-1 0 0 0,0 0 0 0 0,0 0 0 0 0,0 0 0 0 0,0 1 0 0 0,1-1 0 0 0,-1 0 0 0 0,0 0 0 0 0,0 0 0 0 0,0 1 0 0 0,0-1 0 0 0,1 0 0 0 0,-1 0 0 0 0,0 0 0 0 0,0 0 0 0 0,0 1 0 0 0,0-1 0 0 0,1 0 0 0 0,-1 0 0 0 0,0 0 0 0 0,0 0 0 0 0,1 0 0 0 0,-1 0 0 0 0,0 0 0 0 0,0 0 0 0 0,1 0 0 0 0,-1 0 0 0 0,0 0 0 0 0,0 0 0 0 0,0 0 0 0 0,1 0 0 0 0,-1 0 0 0 0,0 0 0 0 0,0 0 0 0 0,1 0 0 0 0,-1 0 0 0 0,0 0 0 0 0,0 0 0 0 0,1 0 0 0 0,-1 0 0 0 0,0 0 0 0 0,0 0 0 0 0,0-1 0 0 0,1 1 0 0 0,-1 0 0 0 0,0 0 0 0 0,0 0 0 0 0,0 0 0 0 0,0-1 0 0 0,1 1 0 0 0,-1 0 0 0 0,0 0 0 0 0,0 0 0 0 0,0-1 0 0 0,0 1 0 0 0,0 0 0 0 0,0 0 0 0 0,1 0 0 0 0,-1-1 0 0 0,0 1 0 0 0,0 0 0 0 0,0-1 0 0 0,11-11 0 0 0,22-51-911 0 0,-3 1-14584 0 0,-17 26 6299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318 0 192 0 0,'-4'7'2514'0'0,"-18"35"1622"0"0,-29 56 4055 0 0,-72 175 3646 0 0,69-97-7642 0 0,21-63-2493 0 0,22-84-1702 0 0,7-20 0 0 0,1-1 0 0 0,0 1 0 0 0,0 0 0 0 0,1 0 0 0 0,0 0 0 0 0,1 1 0 0 0,0-1 0 0 0,0 0 0 0 0,1 14 0 0 0,2-11 0 0 0,-2-11-4 0 0,0-1 0 0 0,0 0 0 0 0,0 0 1 0 0,0 0-1 0 0,0 1 0 0 0,0-1 0 0 0,0 0 0 0 0,0 0 0 0 0,1 0 1 0 0,-1 0-1 0 0,0 1 0 0 0,0-1 0 0 0,0 0 0 0 0,0 0 0 0 0,1 0 0 0 0,-1 0 1 0 0,0 0-1 0 0,0 0 0 0 0,0 0 0 0 0,1 0 0 0 0,-1 1 0 0 0,0-1 1 0 0,0 0-1 0 0,0 0 0 0 0,1 0 0 0 0,-1 0 0 0 0,0 0 0 0 0,0 0 0 0 0,0 0 1 0 0,1 0-1 0 0,-1 0 0 0 0,0 0 0 0 0,0 0 0 0 0,1 0 0 0 0,-1 0 1 0 0,0-1-1 0 0,0 1 0 0 0,0 0 0 0 0,1 0 0 0 0,-1 0 0 0 0,0 0 0 0 0,0 0 1 0 0,0 0-1 0 0,0 0 0 0 0,1-1 0 0 0,-1 1 0 0 0,0 0 0 0 0,0 0 1 0 0,0 0-1 0 0,0 0 0 0 0,0-1 0 0 0,26-31-3780 0 0,-18 18-1537 0 0,-1-1-3678 0 0,-2-1 865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171 8 180 0 0,'-8'-4'26154'0'0,"0"0"-22593"0"0,7 10-1565 0 0,11 12-1120 0 0,-4-3-876 0 0,-5-10 0 0 0,0 1 0 0 0,-1 0 0 0 0,0 0 0 0 0,0 0 0 0 0,0 0 0 0 0,-1 0 0 0 0,0 0 0 0 0,0 0 0 0 0,0 0 0 0 0,-1-1 0 0 0,-3 10 0 0 0,3-11 0 0 0,-12 28 0 0 0,-2 0 0 0 0,-2-2 0 0 0,-1 1 0 0 0,-31 38 0 0 0,37-56 0 0 0,10-11 0 0 0,0 1 0 0 0,1 0 0 0 0,-1 0 0 0 0,1 0 0 0 0,-1 0 0 0 0,1 1 0 0 0,0-1 0 0 0,-2 6 0 0 0,0 4 0 0 0,14-2 0 0 0,-3-10 0 0 0,0 1 0 0 0,0-1 0 0 0,0 0 0 0 0,1 0 0 0 0,-1-1 0 0 0,0 0 0 0 0,0-1 0 0 0,13-1 0 0 0,58-16 0 0 0,-3-5 0 0 0,-64 22 0 0 0,3 5 0 0 0,-1-9-73 0 0,1-2-1232 0 0,8-6-11115 0 0,-18 11 9590 0 0,9-7-6244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1 1700 0 0,'-1'8'28140'0'0,"24"-5"-27520"0"0,1-1-1 0 0,-1-2 1 0 0,0 0-1 0 0,34-5 1 0 0,28-1-2576 0 0,-82 6 657 0 0,-1 2-822 0 0,5 1 1702 0 0,-8 2-6173 0 0,-20 9 2662 0 0,4-3-2329 0 0,10-3 433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40 67 908 0 0,'-9'8'1134'0'0,"-15"17"3385"0"0,18-5 7029 0 0,28-20-8114 0 0,-1-2-1642 0 0,0 0 0 0 0,-1-1 0 0 0,1-1 0 0 0,22-7 0 0 0,13-3-385 0 0,-24 7-2557 0 0,0-2 0 0 0,35-14-1 0 0,-25 5-4558 0 0,-2-1-5377 0 0,-23 11 4526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288 9 540 0 0,'0'0'27225'0'0,"-4"-1"-26356"0"0,-9-5 19 0 0,10 4 39 0 0,-1 4 39 0 0,-26 13-539 0 0,11-7-242 0 0,1 1 0 0 0,1 1 0 0 0,0 0 0 0 0,-29 23 0 0 0,18-10-185 0 0,15-14 0 0 0,0 2 0 0 0,1 0 0 0 0,-20 22 0 0 0,30-30 0 0 0,0-1 0 0 0,0 0 0 0 0,0 1 0 0 0,1-1 0 0 0,-1 1 0 0 0,1-1 0 0 0,0 1 0 0 0,0 0 0 0 0,0-1 0 0 0,0 1 0 0 0,0 0 0 0 0,0 0 0 0 0,1 0 0 0 0,-1 0 0 0 0,1 0 0 0 0,0 0 0 0 0,0-1 0 0 0,0 1 0 0 0,0 0 0 0 0,1 0 0 0 0,-1 0 0 0 0,1 0 0 0 0,0 0 0 0 0,0 0 0 0 0,0-1 0 0 0,0 1 0 0 0,2 3 0 0 0,-1-4 0 0 0,0 0 0 0 0,0 0 0 0 0,1 0 0 0 0,-1 0 0 0 0,1-1 0 0 0,-1 1 0 0 0,1-1 0 0 0,-1 0 0 0 0,1 1 0 0 0,0-1 0 0 0,0-1 0 0 0,0 1 0 0 0,-1 0 0 0 0,1-1 0 0 0,0 1 0 0 0,0-1 0 0 0,4 0 0 0 0,52-1 0 0 0,-30-2 0 0 0,46-12 0 0 0,-65 13 0 0 0,0-1 0 0 0,-1-1 0 0 0,1 1 0 0 0,-1-2 0 0 0,0 1 0 0 0,-1-1 0 0 0,1 0 0 0 0,9-9 0 0 0,-18 14 0 0 0,3-2 0 0 0,-1 1 0 0 0,0-1 0 0 0,0 0 0 0 0,0 0 0 0 0,-1-1 0 0 0,1 1 0 0 0,0 0 0 0 0,-1 0 0 0 0,1-1 0 0 0,-1 1 0 0 0,0-1 0 0 0,0 1 0 0 0,0-1 0 0 0,0 0 0 0 0,0 1 0 0 0,-1-1 0 0 0,1 0 0 0 0,-1-4 0 0 0,0-7 0 0 0,0 12 0 0 0,0 0 0 0 0,-1 1 0 0 0,1-1 0 0 0,-1 0 0 0 0,0 0 0 0 0,1 1 0 0 0,-1-1 0 0 0,0 1 0 0 0,0-1 0 0 0,0 1 0 0 0,0-1 0 0 0,0 1 0 0 0,-1-1 0 0 0,1 1 0 0 0,0 0 0 0 0,-1 0 0 0 0,1 0 0 0 0,0 0 0 0 0,-1 0 0 0 0,0 0 0 0 0,1 0 0 0 0,-1 0 0 0 0,1 0 0 0 0,-1 1 0 0 0,0-1 0 0 0,0 1 0 0 0,-2-1 0 0 0,3 0 0 0 0,-13-1 0 0 0,-3 1 0 0 0,3 0 0 0 0,0 2-418 0 0,12 0-2095 0 0,7 4-5659 0 0,12 4 1617 0 0,-3-5-1937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67 0 1300 0 0,'10'8'30305'0'0,"-25"10"-29650"0"0,6-8-554 0 0,1 1 1 0 0,0-1-1 0 0,1 1 0 0 0,-10 20 1 0 0,4-8-102 0 0,13-13 0 0 0,8-1 0 0 0,11-9-1 0 0,16-11-3198 0 0,-18 1-2559 0 0,0 0-3316 0 0,6-4 792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135 0 496 0 0,'0'0'26764'0'0,"-5"3"-25463"0"0,-10 7-700 0 0,0 0-1 0 0,1 1 1 0 0,0 0 0 0 0,1 1 0 0 0,0 0 0 0 0,-20 27 0 0 0,30-36-601 0 0,2-2 0 0 0,0 0 0 0 0,0 0 0 0 0,0 0 0 0 0,1 0 0 0 0,-1 0 0 0 0,0 0 0 0 0,1 0 0 0 0,-1 0 0 0 0,1 0 0 0 0,-1 0 0 0 0,1 0 0 0 0,-1 0 0 0 0,1 0 0 0 0,0 1 0 0 0,0-1 0 0 0,-1 0 0 0 0,1 0 0 0 0,0 0 0 0 0,0 1 0 0 0,0-1 0 0 0,0 0 0 0 0,1 2 0 0 0,4 12 0 0 0,-4-12 0 0 0,1-1 0 0 0,0 0 0 0 0,0 1 0 0 0,0-1 0 0 0,0 0 0 0 0,1 0 0 0 0,-1 0 0 0 0,0-1 0 0 0,1 1 0 0 0,-1 0 0 0 0,1-1 0 0 0,0 0 0 0 0,-1 1 0 0 0,1-1 0 0 0,0 0 0 0 0,0-1 0 0 0,0 1 0 0 0,0 0 0 0 0,0-1 0 0 0,0 0 0 0 0,0 1 0 0 0,0-1 0 0 0,-1 0 0 0 0,5-1 0 0 0,12 0 0 0 0,1-1 0 0 0,30-8 0 0 0,-32 7 0 0 0,0-1 0 0 0,1 2 0 0 0,0-2 0 0 0,-1 0 0 0 0,0-1 0 0 0,0-1 0 0 0,0 0 0 0 0,19-11 0 0 0,-34 16 0 0 0,-2 0 0 0 0,0 1 0 0 0,0-1 0 0 0,0 1 0 0 0,0-1 0 0 0,0 0 0 0 0,-1 1 0 0 0,1-1 0 0 0,0 0 0 0 0,0 0 0 0 0,0 0 0 0 0,-1 0 0 0 0,1 0 0 0 0,0 1 0 0 0,-1-1 0 0 0,1 0 0 0 0,-1-1 0 0 0,1 1 0 0 0,-1 0 0 0 0,1 0 0 0 0,-1 0 0 0 0,0 0 0 0 0,1 0 0 0 0,-1-2 0 0 0,0 1 0 0 0,0 0 0 0 0,0 0 0 0 0,0 0 0 0 0,0 0 0 0 0,0 0 0 0 0,0-1 0 0 0,-1 1 0 0 0,1 0 0 0 0,-1 0 0 0 0,0 0 0 0 0,1 0 0 0 0,-1 0 0 0 0,0 0 0 0 0,0 0 0 0 0,0 1 0 0 0,0-1 0 0 0,-1 0 0 0 0,1 0 0 0 0,0 1 0 0 0,-1-1 0 0 0,1 1 0 0 0,-1-1 0 0 0,0 1 0 0 0,1 0 0 0 0,-1 0 0 0 0,0-1 0 0 0,0 1 0 0 0,0 0 0 0 0,0 1 0 0 0,0-1 0 0 0,0 0 0 0 0,0 1 0 0 0,0-1 0 0 0,0 1 0 0 0,0-1 0 0 0,0 1 0 0 0,0 0 0 0 0,0 0 0 0 0,-4 0 0 0 0,1-1 0 0 0,-16-6 0 0 0,2 2 0 0 0,-48 6 0 0 0,49-1 0 0 0,7 0-175 0 0,9 0-1053 0 0,10 0-1845 0 0,2 2 1546 0 0,5-1-605 0 0,4 0-8243 0 0,-3-1 2359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203 24 1992 0 0,'0'-1'431'0'0,"1"1"0"0"0,-1 0 0 0 0,1-1 1 0 0,-1 1-1 0 0,0-1 0 0 0,1 1 0 0 0,-1 0 0 0 0,0-1 0 0 0,0 1 0 0 0,1-1 0 0 0,-1 1 0 0 0,0-1 0 0 0,0 1 1 0 0,0-1-1 0 0,0 1 0 0 0,1-1 0 0 0,-1 1 0 0 0,0-1 0 0 0,0 1 0 0 0,0-1 0 0 0,0 1 0 0 0,0-1 0 0 0,0 1 1 0 0,0-1-1 0 0,0 1 0 0 0,0-1 0 0 0,-1 1 0 0 0,1-1 0 0 0,0 1 0 0 0,0-1 0 0 0,0 1 0 0 0,-1 0 0 0 0,1-1 1 0 0,0 1-1 0 0,0-1 0 0 0,-1 1 0 0 0,1-1 0 0 0,0 1 0 0 0,-1-1 0 0 0,-24-3 7587 0 0,-31 12-2651 0 0,35-1-5331 0 0,0 2 1 0 0,1 0 0 0 0,-26 15-1 0 0,36-15-36 0 0,9-8 0 0 0,1-1 0 0 0,-1 1 0 0 0,1 0 0 0 0,0-1 0 0 0,-1 1 0 0 0,1 0 0 0 0,0 0 0 0 0,-1-1 0 0 0,1 1 0 0 0,0 0 0 0 0,0 0 0 0 0,-1 0 0 0 0,1-1 0 0 0,0 1 0 0 0,0 0 0 0 0,0 0 0 0 0,0 0 0 0 0,0 0 0 0 0,1-1 0 0 0,-1 1 0 0 0,0 0 0 0 0,0 0 0 0 0,0 0 0 0 0,1-1 0 0 0,-1 1 0 0 0,0 0 0 0 0,1 0 0 0 0,-1-1 0 0 0,1 1 0 0 0,0 1 0 0 0,10 6 0 0 0,9 2 0 0 0,0-1 0 0 0,30 10 0 0 0,-34-15 0 0 0,0 2 0 0 0,0 0 0 0 0,-1 1 0 0 0,0 0 0 0 0,-1 1 0 0 0,23 16 0 0 0,-34-22 0 0 0,0 1 0 0 0,1-1 0 0 0,-1 1 0 0 0,1-1 0 0 0,-1 1 0 0 0,0 0 0 0 0,0 1 0 0 0,0-1 0 0 0,-1 0 0 0 0,1 1 0 0 0,-1-1 0 0 0,1 1 0 0 0,-1 0 0 0 0,-1 0 0 0 0,1 0 0 0 0,0 0 0 0 0,1 6 0 0 0,-3-9 0 0 0,0 1 0 0 0,0 0 0 0 0,-1 0 0 0 0,1 0 0 0 0,0-1 0 0 0,0 1 0 0 0,-1 0 0 0 0,1 0 0 0 0,-1-1 0 0 0,0 1 0 0 0,1 0 0 0 0,-1-1 0 0 0,0 1 0 0 0,0-1 0 0 0,0 1 0 0 0,0-1 0 0 0,0 1 0 0 0,-1-1 0 0 0,1 0 0 0 0,0 1 0 0 0,0-1 0 0 0,-1 0 0 0 0,1 0 0 0 0,-1 0 0 0 0,1 0 0 0 0,-1 0 0 0 0,0-1 0 0 0,1 1 0 0 0,-1 0 0 0 0,0-1 0 0 0,1 1 0 0 0,-1-1 0 0 0,0 0 0 0 0,0 1 0 0 0,0-1 0 0 0,1 0 0 0 0,-1 0 0 0 0,0 0 0 0 0,0 0 0 0 0,0 0 0 0 0,1-1 0 0 0,-4 0 0 0 0,-1 0-462 0 0,-1 0-1 0 0,1 0 1 0 0,0-1-1 0 0,-1 1 1 0 0,1-2-1 0 0,0 1 1 0 0,0-1 0 0 0,-7-4-1 0 0,1-1-2122 0 0,-1-2 0 0 0,1 1 0 0 0,0-2 0 0 0,-15-17-1 0 0,7 6-6228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0 173 2136 0 0,'25'-6'892'0'0,"37"-10"4457"0"0,79-31 13562 0 0,-57 7-13432 0 0,-67 30-5914 0 0,-4 3-1238 0 0,0 0-1 0 0,-1 0 0 0 0,0-2 1 0 0,13-10-1 0 0,-20 14-7395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7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513 40 732 0 0,'3'-1'3866'0'0,"11"-5"8729"0"0,-11-5-1867 0 0,-21-3-5882 0 0,4 9-4846 0 0,5 3 0 0 0,0 2 0 0 0,-1-1 0 0 0,1 1 0 0 0,0 1 0 0 0,0-1 0 0 0,0 2 0 0 0,0-1 0 0 0,0 1 0 0 0,0 1 0 0 0,0-1 0 0 0,0 2 0 0 0,1-1 0 0 0,-12 7 0 0 0,0-1 0 0 0,-13 5 0 0 0,0 2 0 0 0,1 1 0 0 0,1 1 0 0 0,-39 31 0 0 0,57-39 0 0 0,0 1 0 0 0,1 1 0 0 0,0-1 0 0 0,1 2 0 0 0,0 0 0 0 0,1 0 0 0 0,1 1 0 0 0,0 0 0 0 0,1 0 0 0 0,0 1 0 0 0,-10 29 0 0 0,15-34 0 0 0,1-1 0 0 0,0 1 0 0 0,1 0 0 0 0,-1-1 0 0 0,2 1 0 0 0,-1 0 0 0 0,2 0 0 0 0,-1 0 0 0 0,1-1 0 0 0,1 1 0 0 0,-1 0 0 0 0,2-1 0 0 0,5 18 0 0 0,-5-20 0 0 0,1-1 0 0 0,0 1 0 0 0,-1-1 0 0 0,2 0 0 0 0,-1 0 0 0 0,1 0 0 0 0,0-1 0 0 0,0 0 0 0 0,0 0 0 0 0,1 0 0 0 0,0 0 0 0 0,0-1 0 0 0,0 0 0 0 0,1-1 0 0 0,-1 1 0 0 0,1-1 0 0 0,0 0 0 0 0,-1-1 0 0 0,10 3 0 0 0,4-1 0 0 0,0-2 0 0 0,-1 0 0 0 0,1-1 0 0 0,0-1 0 0 0,0 0 0 0 0,0-2 0 0 0,0 0 0 0 0,0-2 0 0 0,-1 0 0 0 0,1-1 0 0 0,-1-1 0 0 0,-1 0 0 0 0,26-14 0 0 0,-42 20 0 0 0,30-19 0 0 0,-30 18 0 0 0,-1 0 0 0 0,1-1 0 0 0,0 1 0 0 0,-1 0 0 0 0,1-1 0 0 0,-1 1 0 0 0,1-1 0 0 0,-1 0 0 0 0,0 1 0 0 0,1-1 0 0 0,-1 0 0 0 0,0 0 0 0 0,0 1 0 0 0,0-1 0 0 0,-1 0 0 0 0,1 0 0 0 0,0 0 0 0 0,0-3 0 0 0,-3-10 0 0 0,-9 6 0 0 0,6 6 0 0 0,38 15-29 0 0,-24-16-471 0 0,-6 2-118 0 0,30-8-16589 0 0,-25 7 9103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7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3 944 0 0,'-8'-3'30806'0'0,"10"7"-30405"0"0,4 3 53 0 0,25-3-292 0 0,113-9-162 0 0,-2-2 0 0 0,-141 7-141 0 0,0 0-1 0 0,0 0 1 0 0,0 0-1 0 0,0 0 1 0 0,0 0-1 0 0,0 0 1 0 0,0 0-1 0 0,0 0 1 0 0,0 0-1 0 0,0 0 1 0 0,0 1-1 0 0,0-1 1 0 0,0 0-1 0 0,0 1 1 0 0,0-1-1 0 0,-1 1 1 0 0,1-1-1 0 0,0 1 1 0 0,1 0-1 0 0,-8 12-6412 0 0,-32 10-6126 0 0,25-16 6661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7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 1884 0 0,'-23'13'2320'0'0,"15"-8"485"0"0,-1 0 0 0 0,1 1-1 0 0,1-1 1 0 0,-11 11 5512 0 0,42-4-5003 0 0,110 2-827 0 0,47 7 739 0 0,-171-18-5246 0 0,12 8-8997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8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39 1452 0 0,'-3'-23'9268'0'0,"2"8"2199"0"0,-14 47-5803 0 0,-1 32-748 0 0,0 24-4916 0 0,11-63 0 0 0,0 0 0 0 0,-2 46 0 0 0,7-60 0 0 0,1 1 0 0 0,0-1 0 0 0,0 1 0 0 0,4 12 0 0 0,0-12 0 0 0,6-6 0 0 0,3-9 0 0 0,-12 2-204 0 0,1-1 1 0 0,-1 0-1 0 0,1 1 0 0 0,-1-1 0 0 0,0 0 1 0 0,0 0-1 0 0,0 0 0 0 0,0 0 0 0 0,3-4 1 0 0,21-45-7558 0 0,-22 42-930 0 0,3 1 662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8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0 472 0 0,'0'0'31100'0'0,"-4"4"-30089"0"0,-12 11-827 0 0,12-5-387 0 0,4-8-2139 0 0,9 7 1980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9.1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22 1000 0 0,'0'-1'2882'0'0,"-1"-13"8957"0"0,0 13-11744 0 0,1 1 1 0 0,-1-1 0 0 0,1 1-1 0 0,-1-1 1 0 0,1 1 0 0 0,-1-1-1 0 0,1 1 1 0 0,-1 0 0 0 0,0-1-1 0 0,1 1 1 0 0,-1-1 0 0 0,0 1-1 0 0,1 0 1 0 0,-1 0 0 0 0,0 0-1 0 0,0-1 1 0 0,1 1 0 0 0,-1 0-1 0 0,0 0 1 0 0,0 0 0 0 0,1 0-1 0 0,-1 0 1 0 0,0 0 0 0 0,0 0-1 0 0,1 0 1 0 0,-1 1 0 0 0,0-1-1 0 0,0 0 1 0 0,1 0 0 0 0,-1 0-1 0 0,0 1 1 0 0,0 0 0 0 0,-33 20 5708 0 0,23-12-3782 0 0,1 1-1 0 0,-1 1 0 0 0,-10 15 0 0 0,10-11-2021 0 0,7-10 0 0 0,0 0 0 0 0,1 0 0 0 0,0 1 0 0 0,0 0 0 0 0,0 0 0 0 0,0 0 0 0 0,-2 10 0 0 0,3-10 0 0 0,0 1 0 0 0,1-1 0 0 0,0 1 0 0 0,0 0 0 0 0,1-1 0 0 0,0 13 0 0 0,0-17 0 0 0,1 1 0 0 0,-1-1 0 0 0,1 0 0 0 0,0 0 0 0 0,0 1 0 0 0,0-1 0 0 0,0 0 0 0 0,0 0 0 0 0,0 0 0 0 0,1 0 0 0 0,-1 0 0 0 0,1 0 0 0 0,-1-1 0 0 0,1 1 0 0 0,0 0 0 0 0,-1-1 0 0 0,1 1 0 0 0,0-1 0 0 0,0 0 0 0 0,0 0 0 0 0,0 1 0 0 0,0-1 0 0 0,0-1 0 0 0,4 2 0 0 0,6 2 0 0 0,1-1 0 0 0,0 0 0 0 0,0-1 0 0 0,0-1 0 0 0,0 0 0 0 0,1 0 0 0 0,-1-2 0 0 0,0 1 0 0 0,0-2 0 0 0,19-3 0 0 0,-6-1 0 0 0,0-2 0 0 0,0 0 0 0 0,-1-1 0 0 0,25-13 0 0 0,-44 18 0 0 0,-1 1 0 0 0,1-1 0 0 0,-1 0 0 0 0,0 0 0 0 0,0 0 0 0 0,0-1 0 0 0,-1 0 0 0 0,0 1 0 0 0,0-2 0 0 0,0 1 0 0 0,0 0 0 0 0,-1-1 0 0 0,0 0 0 0 0,0 0 0 0 0,0 0 0 0 0,1-7 0 0 0,-3 12 0 0 0,-1 0 0 0 0,0 0 0 0 0,0-1 0 0 0,0 1 0 0 0,1 0 0 0 0,-1 0 0 0 0,0 0 0 0 0,0 0 0 0 0,-1 0 0 0 0,1-1 0 0 0,0 1 0 0 0,0 0 0 0 0,0 0 0 0 0,-1 0 0 0 0,1 0 0 0 0,-1 0 0 0 0,1 0 0 0 0,-1 0 0 0 0,1 0 0 0 0,-1 0 0 0 0,0 0 0 0 0,1 0 0 0 0,-1 0 0 0 0,0 0 0 0 0,0 0 0 0 0,-1 0 0 0 0,1-1 0 0 0,-2-2-9 0 0,0 0 0 0 0,0 0 0 0 0,-1 0 0 0 0,0 0 0 0 0,1 1 0 0 0,-1-1-1 0 0,-1 1 1 0 0,1 0 0 0 0,0 0 0 0 0,-1 1 0 0 0,1-1 0 0 0,-1 1 0 0 0,0 0 0 0 0,0 0 0 0 0,0 1 0 0 0,0-1 0 0 0,0 1 0 0 0,0 0 0 0 0,0 1 0 0 0,-1-1-1 0 0,1 1 1 0 0,0 0 0 0 0,0 0 0 0 0,0 0 0 0 0,-7 2 0 0 0,5-1-92 0 0,0 0 0 0 0,1 0-1 0 0,-1 1 1 0 0,0-1 0 0 0,1 2-1 0 0,-1-1 1 0 0,1 1 0 0 0,-1 0-1 0 0,1 0 1 0 0,0 0 0 0 0,0 1-1 0 0,1 0 1 0 0,-1 1 0 0 0,1-1-1 0 0,0 1 1 0 0,0 0 0 0 0,1 0-1 0 0,-6 8 1 0 0,4-4-5117 0 0,0-2-4585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9.9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10 696 0 0,'0'0'31842'0'0,"5"0"-31634"0"0,16 2-187 0 0,-6 1-21 0 0,-4-1 0 0 0,0 0 0 0 0,0-1 0 0 0,0-1 0 0 0,0 1 0 0 0,0-2 0 0 0,11-1 0 0 0,17 0 0 0 0,174 8 0 0 0,728-7 0 0 0,-843-2 0 0 0,98-9 0 0 0,-181 10 0 0 0,-5 0-492 0 0,-8 1-2305 0 0,-16 1-4911 0 0,0 2 3895 0 0,6-1 742 0 0,0 0-5298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0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11 1192 0 0,'0'-2'3930'0'0,"9"-6"9498"0"0,-9 8-13259 0 0,0 0 0 0 0,0 0 1 0 0,1 0-1 0 0,-1 0 1 0 0,0 0-1 0 0,0 0 0 0 0,3 1 4743 0 0,-3-1-4742 0 0,0 0-1 0 0,0 0 0 0 0,0 0 1 0 0,0 0-1 0 0,0 0 0 0 0,0 1 1 0 0,0-1-1 0 0,0 0 1 0 0,0 0-1 0 0,0 0 0 0 0,0 0 1 0 0,0 0-1 0 0,0 0 0 0 0,0 0 1 0 0,0 1-1 0 0,0-1 1 0 0,0 0-1 0 0,0 0 0 0 0,0 0 1 0 0,-7 24 4562 0 0,-16 21-4732 0 0,18-35 0 0 0,-1-1 0 0 0,1 1 0 0 0,1 1 0 0 0,0-1 0 0 0,-3 13 0 0 0,6-10 0 0 0,1 1 0 0 0,0-1 0 0 0,0 0 0 0 0,2-1 0 0 0,8-5 0 0 0,-7-6 0 0 0,-1 0 0 0 0,1 0 0 0 0,0 0 0 0 0,0-1 0 0 0,-1 1 0 0 0,1-1 0 0 0,0 1 0 0 0,0-1 0 0 0,0 0 0 0 0,0 0 0 0 0,0-1 0 0 0,0 1 0 0 0,-1-1 0 0 0,1 1 0 0 0,0-1 0 0 0,4-2 0 0 0,4 0 0 0 0,145-28 0 0 0,47-9 0 0 0,-156 32-106 0 0,-45 8-622 0 0,-9 0-2854 0 0,-3 1 2552 0 0,-9-1 220 0 0,1-6-6479 0 0,11-3-6705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1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0 200 0 0,'0'0'14203'0'0,"-2"6"-12168"0"0,-35 210 13215 0 0,13-53-14171 0 0,-13 64-1079 0 0,33-165 0 0 0,5-50 0 0 0,-1 0 0 0 0,-1 0 0 0 0,0 0 0 0 0,0-1 0 0 0,-4 14 0 0 0,3-14 0 0 0,4 1 0 0 0,2-1 0 0 0,-2-1 0 0 0,-2 0 0 0 0,4-24-3842 0 0,5-30-8721 0 0,-5 30 3366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2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12 988 0 0,'0'0'19483'0'0,"16"1"-16119"0"0,13-1-2455 0 0,24 0 3103 0 0,73-11-1 0 0,-115 9-4111 0 0,-9 2-446 0 0,10 15-5319 0 0,-12-13 4173 0 0,-3 0-215 0 0,-11 9-314 0 0,-13 8-7939 0 0,15-10 4384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2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1212 0 0,'-1'11'9300'0'0,"1"6"1804"0"0,1-16-11036 0 0,-1-1 1 0 0,1 1 0 0 0,-1 0 0 0 0,1-1 0 0 0,-1 1 0 0 0,1-1-1 0 0,-1 1 1 0 0,1-1 0 0 0,-1 1 0 0 0,1-1 0 0 0,0 1 0 0 0,-1-1-1 0 0,1 1 1 0 0,0-1 0 0 0,0 0 0 0 0,-1 0 0 0 0,1 1-1 0 0,0-1 1 0 0,-1 0 0 0 0,1 0 0 0 0,0 0 0 0 0,0 0 0 0 0,1 0-1 0 0,111 10 3228 0 0,-1-14-8983 0 0,-83-3-4618 0 0,-16 4 4362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3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0 1204 0 0,'2'0'31464'0'0,"-28"17"-31439"0"0,2 1 0 0 0,0 1-1 0 0,1 1 1 0 0,-30 35 0 0 0,41-42-28 0 0,2 0 1 0 0,0 0 0 0 0,1 1 0 0 0,0 0-1 0 0,1 1 1 0 0,1 0 0 0 0,0 0 0 0 0,1 1-1 0 0,1 0 1 0 0,-5 18 0 0 0,10-30 2 0 0,-1 0 0 0 0,1-1 0 0 0,0 1 0 0 0,0-1 0 0 0,0 1 0 0 0,0-1 0 0 0,1 1 0 0 0,0-1 0 0 0,-1 1 0 0 0,1-1 0 0 0,0 1 0 0 0,1-1 0 0 0,-1 1 0 0 0,1-1 0 0 0,-1 0 0 0 0,1 0 0 0 0,0 0 0 0 0,0 0 0 0 0,0 0 0 0 0,1 0 0 0 0,-1-1 0 0 0,1 1 0 0 0,-1-1 0 0 0,1 0 0 0 0,0 1 0 0 0,0-1 0 0 0,0-1 0 0 0,0 1 0 0 0,0 0 0 0 0,1-1 0 0 0,-1 1 0 0 0,0-1 0 0 0,7 1 0 0 0,4 2 0 0 0,0 0 0 0 0,1-2 0 0 0,-1 1 0 0 0,1-2 0 0 0,-1 0 0 0 0,27-2 0 0 0,-27 0 0 0 0,0-1 0 0 0,0 0 0 0 0,0-1 0 0 0,0 0 0 0 0,-1-1 0 0 0,0 0 0 0 0,1-2 0 0 0,-2 1 0 0 0,1-2 0 0 0,0 1 0 0 0,-1-2 0 0 0,-1 1 0 0 0,1-2 0 0 0,-1 0 0 0 0,-1 0 0 0 0,13-14 0 0 0,-20 18 0 0 0,0 0 0 0 0,-1 0 0 0 0,0 0 0 0 0,1 0 0 0 0,-2 0 0 0 0,1-1 0 0 0,-1 1 0 0 0,1 0 0 0 0,-2-1 0 0 0,2-6 0 0 0,3-17 0 0 0,-5 25 0 0 0,0 0 0 0 0,0 1 0 0 0,0-1 0 0 0,0 0 0 0 0,-1 1 0 0 0,1-1 0 0 0,-1 1 0 0 0,0-1 0 0 0,0 1 0 0 0,-1-1 0 0 0,1 1 0 0 0,-1-1 0 0 0,1 1 0 0 0,-1 0 0 0 0,0 0 0 0 0,0 0 0 0 0,0 0 0 0 0,-1 0 0 0 0,1 0 0 0 0,-1 1 0 0 0,1-1 0 0 0,-1 1 0 0 0,0 0 0 0 0,0 0 0 0 0,-5-3 0 0 0,7 5 0 0 0,-5-3 0 0 0,-1 1 0 0 0,0 0 0 0 0,0 0 0 0 0,-1 0 0 0 0,1 1 0 0 0,0 0 0 0 0,0 1 0 0 0,-1 0 0 0 0,-10 0 0 0 0,-4 6 0 0 0,7 0 0 0 0,8 4 0 0 0,7-9-17 0 0,0 0 0 0 0,0-1 0 0 0,0 1 0 0 0,0 0 0 0 0,0 0 0 0 0,0-1 0 0 0,0 1 0 0 0,0 0 0 0 0,0 0-1 0 0,0-1 1 0 0,0 1 0 0 0,0 0 0 0 0,0 0 0 0 0,1-1 0 0 0,-1 1 0 0 0,0 0 0 0 0,1-1 0 0 0,-1 1 0 0 0,0 0 0 0 0,1-1 0 0 0,-1 1 0 0 0,1 0 0 0 0,-1-1 0 0 0,1 1 0 0 0,-1-1 0 0 0,2 1 0 0 0,5 2-2290 0 0,0 0-5918 0 0,-1-3 4343 0 0,-4 0 1200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3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2756 0 0,'0'2'18997'0'0,"0"9"-17039"0"0,0-8 2723 0 0,-2 43-306 0 0,0-30-4375 0 0,1-2 0 0 0,1 0 0 0 0,0-5-216 0 0,5-29-4839 0 0,0 10 1572 0 0,-2-3-4818 0 0,1-3-534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4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1 224 0 0,'0'0'21624'0'0,"5"0"-20383"0"0,8-1-669 0 0,-1 2 0 0 0,0-1 0 0 0,0 2 1 0 0,0-1-1 0 0,-1 2 0 0 0,1-1 0 0 0,0 2 1 0 0,20 8-1 0 0,-27-10-391 0 0,-1 0 0 0 0,1 0 0 0 0,-1 1 0 0 0,0-1 1 0 0,0 1-1 0 0,0 0 0 0 0,0 0 0 0 0,-1 1 0 0 0,1-1 0 0 0,-1 1 0 0 0,0-1 0 0 0,0 1 1 0 0,0 0-1 0 0,0 0 0 0 0,-1 1 0 0 0,1-1 0 0 0,-1 0 0 0 0,0 1 0 0 0,-1 0 0 0 0,1-1 1 0 0,-1 1-1 0 0,0 0 0 0 0,0 0 0 0 0,0 9 0 0 0,-1-6-181 0 0,0 0 0 0 0,-1 0 0 0 0,0 0 0 0 0,0 0 0 0 0,-1-1 0 0 0,0 1 0 0 0,0 0 0 0 0,-1-1 0 0 0,0 1 0 0 0,0-1 0 0 0,-1 0 0 0 0,-4 8 0 0 0,-4 0 0 0 0,-1 0 0 0 0,0-1 0 0 0,-24 20 0 0 0,11-10 0 0 0,20-18 0 0 0,-2 1 0 0 0,90-19 0 0 0,-24 1 0 0 0,-41 10 0 0 0,0 1 0 0 0,-4-2 0 0 0,1-1 0 0 0,-3 1-141 0 0,2-1-3070 0 0,16-11-14490 0 0,-21 9 11115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4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44 664 0 0,'3'-13'6063'0'0,"-2"11"-4877"0"0,-1 0 0 0 0,1 1 0 0 0,-1-1 1 0 0,1 0-1 0 0,-1 1 0 0 0,0-1 0 0 0,0 0 0 0 0,0 1 0 0 0,0-1 0 0 0,0 0 0 0 0,0 1 1 0 0,-1-1-1 0 0,1 0 0 0 0,-1-2 0 0 0,-3 3-908 0 0,-1 0 0 0 0,1 1 0 0 0,-1-1 0 0 0,1 1 0 0 0,-1 0 0 0 0,1 0 0 0 0,-1 1 0 0 0,1-1 0 0 0,0 1 0 0 0,-1 0 0 0 0,1 0 0 0 0,-1 0 0 0 0,1 1 0 0 0,0-1 0 0 0,-6 4-1 0 0,0 0 199 0 0,1 0-1 0 0,0 1 0 0 0,0 0 0 0 0,0 1 0 0 0,1 0 0 0 0,0 0 0 0 0,-8 9 0 0 0,6-4-475 0 0,6 1 0 0 0,8 2 0 0 0,-1-10 0 0 0,1-1 0 0 0,-1 0 0 0 0,1 0 0 0 0,0 0 0 0 0,0-1 0 0 0,0 1 0 0 0,0-1 0 0 0,1 0 0 0 0,-1 0 0 0 0,1-1 0 0 0,0 1 0 0 0,6 2 0 0 0,70 20 0 0 0,-49-17 0 0 0,-19-5 0 0 0,36 13 0 0 0,-46-15 0 0 0,0 0 0 0 0,-1 1 0 0 0,1-1 0 0 0,0 1 0 0 0,-1 0 0 0 0,0 0 0 0 0,1 0 0 0 0,-1 0 0 0 0,0 0 0 0 0,0 0 0 0 0,0 1 0 0 0,0-1 0 0 0,0 1 0 0 0,-1-1 0 0 0,1 1 0 0 0,0 3 0 0 0,3 6 0 0 0,-5 2 0 0 0,0-11 0 0 0,0-1 0 0 0,-1 1 0 0 0,1-1 0 0 0,-1 1 0 0 0,0-1 0 0 0,0 0 0 0 0,1 1 0 0 0,-2-1 0 0 0,1 0 0 0 0,0 0 0 0 0,0 1 0 0 0,-1-1 0 0 0,1 0 0 0 0,-1 0 0 0 0,0-1 0 0 0,1 1 0 0 0,-1 0 0 0 0,0 0 0 0 0,0-1 0 0 0,0 0 0 0 0,-1 1 0 0 0,1-1 0 0 0,0 0 0 0 0,0 0 0 0 0,-4 1 0 0 0,4-1 0 0 0,-10 2-375 0 0,1-1-1 0 0,-1 0 1 0 0,1 0 0 0 0,-1-2-1 0 0,0 1 1 0 0,1-1 0 0 0,-1-1-1 0 0,1 0 1 0 0,-1-1 0 0 0,1 0-1 0 0,-1-1 1 0 0,1 0 0 0 0,0-1-1 0 0,0 0 1 0 0,0-1 0 0 0,1 0-1 0 0,-15-9 1 0 0,15 6-4260 0 0,0-3-3581 0 0,-1-1 817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4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84 692 0 0,'14'3'7925'0'0,"38"7"2716"0"0,4-8-4461 0 0,-18-4-3920 0 0,-1-2 1 0 0,56-12 0 0 0,-34-5-2763 0 0,-7-10-4307 0 0,-46 23 2837 0 0,-5-5-7945 0 0,-1 9 6340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3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1908 0 0,'0'0'7708'0'0,"4"-12"1953"0"0,-4 12-9494 0 0,0 1 0 0 0,0-1 1 0 0,0 0-1 0 0,1 0 0 0 0,-1 0 0 0 0,0 0 1 0 0,0 0-1 0 0,0 0 0 0 0,0 0 0 0 0,1 0 0 0 0,-1 0 1 0 0,0 0-1 0 0,0 0 0 0 0,0 0 0 0 0,0 0 1 0 0,1 0-1 0 0,-1 0 0 0 0,0 0 0 0 0,0 0 1 0 0,0 0-1 0 0,0 0 0 0 0,2-1 2174 0 0,-2 0-2173 0 0,0 1-1 0 0,0 0 0 0 0,1 0 0 0 0,-1 0 1 0 0,0 0-1 0 0,0 0 0 0 0,0-1 0 0 0,0 1 0 0 0,0 0 1 0 0,0 0-1 0 0,0 0 0 0 0,0 0 0 0 0,0-1 1 0 0,0 1-1 0 0,0 0 0 0 0,0 0 0 0 0,0 0 1 0 0,0 0-1 0 0,0-1 0 0 0,0 1 0 0 0,0 0 1 0 0,0 0-1 0 0,0 0 0 0 0,0 0 0 0 0,0 0 0 0 0,-1-1 1 0 0,10 30 324 0 0,-1-1 0 0 0,-2 1 1 0 0,-1 1-1 0 0,-1-1 1 0 0,-1 57-1 0 0,0-46-492 0 0,-2-32 0 0 0,-1 1 0 0 0,1-1 0 0 0,-1 1 0 0 0,0-1 0 0 0,-1 1 0 0 0,-2 9 0 0 0,-2 25 0 0 0,4-28 0 0 0,1-4 0 0 0,1 2 0 0 0,-1-13 0 0 0,0 1 0 0 0,0-1 0 0 0,0 0 0 0 0,0 0 0 0 0,0 0 0 0 0,1 0 0 0 0,-1 0 0 0 0,0 1 0 0 0,0-1 0 0 0,0 0 0 0 0,0 0 0 0 0,0 0 0 0 0,1 0 0 0 0,-1 0 0 0 0,0 0 0 0 0,0 1 0 0 0,0-1 0 0 0,0 0 0 0 0,1 0 0 0 0,-1 0 0 0 0,0 0 0 0 0,0 0 0 0 0,0 0 0 0 0,1 0 0 0 0,-1 0 0 0 0,0 0 0 0 0,0 0 0 0 0,0 0 0 0 0,1 0 0 0 0,-1 0 0 0 0,0 0 0 0 0,0 0 0 0 0,0 0 0 0 0,0 0 0 0 0,1 0 0 0 0,-1-1 0 0 0,0 1 0 0 0,0 0 0 0 0,0 0 0 0 0,1 0 0 0 0,-1 0 0 0 0,0 0 0 0 0,0 0 0 0 0,0 0 0 0 0,0-1 0 0 0,0 1 0 0 0,0 0 0 0 0,1 0 0 0 0,-1 0 0 0 0,0 0 0 0 0,0-1 0 0 0,0 1 0 0 0,0 0 0 0 0,0 0 0 0 0,0 0 0 0 0,0 0 0 0 0,0-1 0 0 0,0 1 0 0 0,0 0 0 0 0,0 0 0 0 0,0 0 0 0 0,0-1 0 0 0,0 1 0 0 0,0 0 0 0 0,7-11 0 0 0,-7 11 0 0 0,0 0 0 0 0,15-30-2638 0 0,-6 13-3154 0 0,0 0-4628 0 0,-2 5 2596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4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1484 0 0,'2'0'20703'0'0,"3"1"-16067"0"0,31 8-3271 0 0,124 14 3253 0 0,-80-18-4631 0 0,0-4 0 0 0,133-15 0 0 0,-40-10 13 0 0,-161 21 0 0 0,-3-1 0 0 0,4 1 0 0 0,2 1 0 0 0,-12-6-169 0 0,-4-1-3074 0 0,-3-8-11173 0 0,2 13 13076 0 0,-6-2-6306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4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1364 0 0,'0'0'22377'0'0,"0"17"-19370"0"0,2 31 3 0 0,12 74-1 0 0,-5-87-3009 0 0,-5-22 0 0 0,1-12 0 0 0,-2-10 0 0 0,1-14 0 0 0,-5-1 0 0 0,0 0 0 0 0,-10-45 0 0 0,8 53 0 0 0,2 11 0 0 0,0 0 0 0 0,0 0 0 0 0,1 0 0 0 0,-1 1 0 0 0,1-1 0 0 0,1 0 0 0 0,-1 0 0 0 0,1 0 0 0 0,1-8 0 0 0,-1 11 0 0 0,0 0 0 0 0,0-1 0 0 0,0 1 0 0 0,1 0 0 0 0,-1 0 0 0 0,1 0 0 0 0,-1 0 0 0 0,1 0 0 0 0,0 1 0 0 0,3-3 0 0 0,6-8 0 0 0,-8 9 0 0 0,1-1 0 0 0,1 1 0 0 0,-1-1 0 0 0,1 1 0 0 0,-1 0 0 0 0,1 1 0 0 0,0-1 0 0 0,0 1 0 0 0,0 0 0 0 0,0 0 0 0 0,0 1 0 0 0,6-2 0 0 0,3 0 0 0 0,0 0 0 0 0,0 1 0 0 0,20 0 0 0 0,-22 2 0 0 0,12 2 0 0 0,52 23 0 0 0,-62-22 0 0 0,-1-2-275 0 0,-10-1-1199 0 0,8-20-16520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6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68 584 0 0,'15'-2'9233'0'0,"5"11"-5324"0"0,-18-9-2274 0 0,10 2 5355 0 0,-12-10-6782 0 0,1 4-79 0 0,-1 0 0 0 0,0 1 0 0 0,0-1 0 0 0,-1 0 0 0 0,1 1 1 0 0,-1-1-1 0 0,0 0 0 0 0,-1-4 0 0 0,1 6-49 0 0,0 0 0 0 0,-1 0 0 0 0,1 0 0 0 0,-1 0 0 0 0,1 0 0 0 0,-1 0 0 0 0,0 1 0 0 0,1-1 0 0 0,-1 0 0 0 0,0 1 0 0 0,0 0 0 0 0,0-1 0 0 0,0 1 0 0 0,-1 0 0 0 0,1 0 0 0 0,0 0 0 0 0,0 0 0 0 0,-1 0 0 0 0,1 1 0 0 0,-1-1 0 0 0,1 1 0 0 0,0-1 0 0 0,-1 1 0 0 0,1 0 0 0 0,-1 0 0 0 0,1 0 0 0 0,-1 0 0 0 0,1 1 0 0 0,-1-1 0 0 0,1 1 0 0 0,0-1 0 0 0,-4 2 0 0 0,-7 2 232 0 0,0 0 0 0 0,1 1 0 0 0,-1 0 0 0 0,-14 9 0 0 0,14-6 13 0 0,0 0 1 0 0,1 1 0 0 0,0 1-1 0 0,0-1 1 0 0,-10 13 0 0 0,16-16-180 0 0,1 0 1 0 0,0 0 0 0 0,0 1-1 0 0,0-1 1 0 0,1 1 0 0 0,0 0-1 0 0,1 0 1 0 0,-1 0 0 0 0,1 1 0 0 0,1-1-1 0 0,-4 12 1 0 0,6-16-107 0 0,-1 0 0 0 0,1 0 0 0 0,0 0 0 0 0,0-1 0 0 0,0 1 0 0 0,0 0 0 0 0,0 0 1 0 0,0 0-1 0 0,1 0 0 0 0,0-1 0 0 0,-1 1 0 0 0,1 0 0 0 0,0 0 0 0 0,0-1 0 0 0,0 1 0 0 0,1-1 0 0 0,-1 1 0 0 0,1-1 0 0 0,-1 1 1 0 0,4 2-1 0 0,-2-3-20 0 0,0 1 1 0 0,0-1-1 0 0,1 0 1 0 0,-1 0-1 0 0,0 0 0 0 0,1-1 1 0 0,0 1-1 0 0,-1-1 1 0 0,1 0-1 0 0,0 0 1 0 0,0 0-1 0 0,0-1 1 0 0,4 1-1 0 0,9 0-19 0 0,-1-1 0 0 0,1-1-1 0 0,0-1 1 0 0,-1-1-1 0 0,28-7 1 0 0,-21 5-1 0 0,-2-2 0 0 0,1-1 0 0 0,-1 0 0 0 0,0-2 0 0 0,0 0 0 0 0,-1-1 0 0 0,-1-1 0 0 0,0-1 0 0 0,19-17 0 0 0,-36 28 0 0 0,0 0 0 0 0,1 0 0 0 0,-1-1 0 0 0,0 1 0 0 0,0-1 0 0 0,-1 1 0 0 0,1-1 0 0 0,0 0 0 0 0,-1 0 0 0 0,0 0 0 0 0,1 0 0 0 0,-1 0 0 0 0,0 0 0 0 0,-1 0 0 0 0,2-4 0 0 0,-2 5 0 0 0,0 0 0 0 0,0 0 0 0 0,-1 0 0 0 0,1 0 0 0 0,0 0 0 0 0,-1 0 0 0 0,1 0 0 0 0,-1 0 0 0 0,0 1 0 0 0,1-1 0 0 0,-1 0 0 0 0,0 0 0 0 0,0 0 0 0 0,-1 1 0 0 0,1-1 0 0 0,0 0 0 0 0,0 1 0 0 0,-1-1 0 0 0,-1 0 0 0 0,-1-1 0 0 0,0 0 0 0 0,-1 0 0 0 0,1 1 0 0 0,-1 0 0 0 0,0 0 0 0 0,0 0 0 0 0,0 0 0 0 0,0 1 0 0 0,0 0 0 0 0,0 0 0 0 0,0 0 0 0 0,0 0 0 0 0,0 1 0 0 0,0 0 0 0 0,-1 0 0 0 0,1 1 0 0 0,0-1 0 0 0,0 1 0 0 0,-10 3 0 0 0,14-4-109 0 0,0 0 0 0 0,0 0 1 0 0,-1 0-1 0 0,1 1 0 0 0,0-1 0 0 0,0 0 0 0 0,0 0 0 0 0,0 1 1 0 0,0-1-1 0 0,0 1 0 0 0,0-1 0 0 0,0 1 0 0 0,0-1 1 0 0,0 1-1 0 0,0 0 0 0 0,0-1 0 0 0,0 1 0 0 0,0 0 1 0 0,0 0-1 0 0,0 0 0 0 0,1 0 0 0 0,-1 0 0 0 0,0 0 0 0 0,1 0 1 0 0,-1 0-1 0 0,1 0 0 0 0,-1 0 0 0 0,1 0 0 0 0,-1 2 1 0 0,2-1-138 0 0,-1-1 0 0 0,1 1 0 0 0,0-1-1 0 0,0 1 1 0 0,0-1 0 0 0,0 0 0 0 0,0 0 0 0 0,0 1 0 0 0,0-1 0 0 0,0 0 0 0 0,0 0 0 0 0,1 0 0 0 0,-1 0 0 0 0,0 0 0 0 0,1 0 0 0 0,-1-1 0 0 0,1 1 0 0 0,2 1 0 0 0,-2-2-325 0 0,1 1-1 0 0,0-1 1 0 0,0 1-1 0 0,-1-1 1 0 0,1 0 0 0 0,0 0-1 0 0,-1 0 1 0 0,1-1-1 0 0,0 1 1 0 0,-1-1-1 0 0,1 1 1 0 0,0-1-1 0 0,-1 0 1 0 0,1 0 0 0 0,-1 0-1 0 0,1 0 1 0 0,3-3-1 0 0,2 0-4089 0 0,3-1-896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7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1 368 0 0,'-7'3'17730'0'0,"23"55"-14302"0"0,-6-20-963 0 0,6 42 0 0 0,-8-10 691 0 0,-3 130-1 0 0,-6-189-3155 0 0,-4 2 0 0 0,4-1-110 0 0,1-10-643 0 0,2-10-986 0 0,-1 4 611 0 0,6-24-21 0 0,-5 17-3358 0 0,-2-1-4905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8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88 132 0 0,'0'0'9879'0'0,"-23"-16"12860"0"0,86 26-22735 0 0,1-3 0 0 0,-1-2 1 0 0,97-6-1 0 0,284-49-4 0 0,-433 48 0 0 0,4-3 0 0 0,-3 2 0 0 0,-2 0 0 0 0,7-4-6457 0 0,-19-2 3942 0 0,-12-1-474 0 0,6 6-1926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8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468 29 1160 0 0,'0'0'17838'0'0,"-4"-3"-17481"0"0,-3-1-104 0 0,-1 0 1 0 0,0 1-1 0 0,0 0 1 0 0,0 0-1 0 0,0 1 0 0 0,0 0 1 0 0,0 0-1 0 0,-1 1 1 0 0,1 0-1 0 0,-1 0 0 0 0,1 1 1 0 0,0 1-1 0 0,-17 1 1 0 0,-11 4 997 0 0,-66 19 0 0 0,91-22-930 0 0,-4 2 106 0 0,1 0 1 0 0,0 1 0 0 0,0 1 0 0 0,1 0 0 0 0,-25 18 0 0 0,30-20-204 0 0,1 0 1 0 0,1 1 0 0 0,-1 0-1 0 0,1 0 1 0 0,0 1 0 0 0,0 0-1 0 0,1 0 1 0 0,0 0 0 0 0,0 0-1 0 0,1 1 1 0 0,-5 10 0 0 0,8-16-188 0 0,1 0 0 0 0,-1 0 1 0 0,1 1-1 0 0,0-1 0 0 0,0 0 0 0 0,-1 1 1 0 0,1-1-1 0 0,1 0 0 0 0,-1 1 0 0 0,0-1 0 0 0,1 0 1 0 0,-1 0-1 0 0,1 1 0 0 0,-1-1 0 0 0,1 0 1 0 0,0 0-1 0 0,0 0 0 0 0,0 0 0 0 0,0 0 1 0 0,1 0-1 0 0,-1 0 0 0 0,0 0 0 0 0,1 0 1 0 0,0-1-1 0 0,-1 1 0 0 0,1 0 0 0 0,0-1 0 0 0,0 0 1 0 0,0 1-1 0 0,-1-1 0 0 0,1 0 0 0 0,1 0 1 0 0,-1 0-1 0 0,0 0 0 0 0,0 0 0 0 0,0-1 1 0 0,4 2-1 0 0,6 1 15 0 0,-1 0 0 0 0,1 0-1 0 0,0-1 1 0 0,-1-1 0 0 0,1 0 0 0 0,12 0 0 0 0,5-4-120 0 0,-1 0 1 0 0,0-3-1 0 0,1 0 0 0 0,-2-1 0 0 0,1-2 1 0 0,-1-1-1 0 0,-1-1 0 0 0,43-24 1 0 0,-64 32-32 0 0,0 0 0 0 0,0 0 0 0 0,-1-1 0 0 0,1 0 1 0 0,-1 1-1 0 0,0-2 0 0 0,0 1 0 0 0,0 0 0 0 0,-1-1 1 0 0,5-6-1 0 0,-8 9 77 0 0,1 1 1 0 0,0-1-1 0 0,-1 1 1 0 0,1-1-1 0 0,-1 1 1 0 0,0-1-1 0 0,0 0 1 0 0,1 1-1 0 0,-1-1 1 0 0,0 0-1 0 0,0 1 1 0 0,0-1-1 0 0,-1 1 1 0 0,1-1-1 0 0,0 0 0 0 0,0 1 1 0 0,-1-1-1 0 0,1 1 1 0 0,-1-1-1 0 0,0 1 1 0 0,1-1-1 0 0,-1 1 1 0 0,0 0-1 0 0,0-1 1 0 0,0 1-1 0 0,0 0 1 0 0,0-1-1 0 0,0 1 1 0 0,0 0-1 0 0,0 0 1 0 0,-1 0-1 0 0,1 0 1 0 0,0 0-1 0 0,-1 0 1 0 0,1 1-1 0 0,-1-1 1 0 0,1 0-1 0 0,-1 1 1 0 0,-1-1-1 0 0,-2-1-43 0 0,-1 0 1 0 0,1 1-1 0 0,0 0 0 0 0,-1 0 1 0 0,1 1-1 0 0,0-1 0 0 0,-1 1 1 0 0,1 0-1 0 0,-1 1 0 0 0,1-1 0 0 0,-1 1 1 0 0,1 0-1 0 0,0 0 0 0 0,0 1 1 0 0,-6 2-1 0 0,10-4 35 0 0,-1 1-362 0 0,32-11-8559 0 0,-3-6 4963 0 0,-17 5-2106 0 0,-9 9 4681 0 0,4-5-3258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9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1300 0 0,'0'0'9646'0'0,"2"6"-8048"0"0,12 42 2672 0 0,-1 2-1 0 0,8 84 0 0 0,-16-102-3149 0 0,-1 8 1348 0 0,-2 47 0 0 0,1-77-1814 0 0,0-7-577 0 0,-2 30 551 0 0,0-21-628 0 0,3-3-61 0 0,-4-7-269 0 0,0 1-3125 0 0,0-3 3355 0 0,0 0-1 0 0,1 1 1 0 0,-1-1 0 0 0,0 0-1 0 0,0 1 1 0 0,0-1-1 0 0,0 0 1 0 0,0 0 0 0 0,1 1-1 0 0,-1-1 1 0 0,0 0 0 0 0,0 0-1 0 0,0 1 1 0 0,1-1-1 0 0,-1 0 1 0 0,0 0 0 0 0,0 0-1 0 0,1 1 1 0 0,-1-1-1 0 0,0 0 1 0 0,0 0 0 0 0,1 0-1 0 0,-1 0 1 0 0,0 0-1 0 0,1 0 1 0 0,-1 0 0 0 0,0 1-1 0 0,0-1 1 0 0,1 0-1 0 0,-1 0 1 0 0,0 0 0 0 0,1 0-1 0 0,-1 0 1 0 0,0 0 0 0 0,1 0-1 0 0,-1-1 1 0 0,0 1-1 0 0,1 0 1 0 0,-1 0 0 0 0,0 0-1 0 0,0 0 1 0 0,1 0-1 0 0,-1 0 1 0 0,0-1 0 0 0,1 1-1 0 0,-1 0 1 0 0,0 0-1 0 0,1-1 1 0 0,15-10-3982 0 0,-15 11 4549 0 0,20-21-10554 0 0,-16 8 4295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9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1 153 1128 0 0,'5'27'12053'0'0,"-2"-17"-9560"0"0,19 97 7583 0 0,-16-84-8593 0 0,-3-6 604 0 0,-19-31-1639 0 0,15 13-458 0 0,-1 0 9 0 0,1-1-1 0 0,-1 1 1 0 0,1-1 0 0 0,0 0-1 0 0,-1 0 1 0 0,1 0-1 0 0,0 0 1 0 0,0 0 0 0 0,0 0-1 0 0,0 0 1 0 0,0 0 0 0 0,1 0-1 0 0,-1-1 1 0 0,1 1 0 0 0,-1 0-1 0 0,1 0 1 0 0,0-1-1 0 0,0 1 1 0 0,0 0 0 0 0,0-1-1 0 0,0 1 1 0 0,0 0 0 0 0,1 0-1 0 0,-1-1 1 0 0,1 1-1 0 0,0 0 1 0 0,-1 0 0 0 0,1 0-1 0 0,0 0 1 0 0,0 0 0 0 0,0 0-1 0 0,1 0 1 0 0,2-3 0 0 0,4-6-18 0 0,1 0 0 0 0,1 1 0 0 0,0 1 0 0 0,16-13 0 0 0,-8 6-2 0 0,5-5 361 0 0,0 1 1 0 0,1 1-1 0 0,0 1 0 0 0,54-29 1 0 0,-76 47 102 0 0,17 5 581 0 0,-13 2-1022 0 0,6-1-2 0 0,-11-6-79 0 0,0 0 1 0 0,-1 0-1 0 0,1 1 0 0 0,0-1 1 0 0,0 0-1 0 0,0 0 0 0 0,0 0 1 0 0,0-1-1 0 0,-1 1 0 0 0,1 0 1 0 0,0 0-1 0 0,0 0 0 0 0,0-1 1 0 0,0 1-1 0 0,-1 0 0 0 0,1-1 1 0 0,0 1-1 0 0,0 0 0 0 0,-1-1 1 0 0,1 1-1 0 0,0-1 0 0 0,0 0 0 0 0,-1 1 1 0 0,1-1-1 0 0,-1 1 0 0 0,1-1 1 0 0,-1 0-1 0 0,1 0 0 0 0,-1 1 1 0 0,1-1-1 0 0,-1 0 0 0 0,1-1 1 0 0,6-22-5440 0 0,-6 23 4521 0 0,-1-23-17419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2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0 500 0 0,'0'0'31974'0'0,"-7"3"-31806"0"0,-11 6-159 0 0,1 1 0 0 0,0 1 0 0 0,1 0 0 0 0,0 1 0 0 0,0 1 0 0 0,2 0 0 0 0,-1 1 0 0 0,2 1-1 0 0,0 0 1 0 0,1 1 0 0 0,0 0 0 0 0,1 1 0 0 0,-10 22 0 0 0,2 3-9 0 0,-1 0 0 0 0,2 0 0 0 0,-17 63 0 0 0,27-76 0 0 0,3 2 0 0 0,0-1 0 0 0,2 1 0 0 0,1-1 0 0 0,2 1 0 0 0,4 42 0 0 0,-2-59 0 0 0,1-1 0 0 0,0 0 0 0 0,1 1 0 0 0,0-2 0 0 0,1 1 0 0 0,1 0 0 0 0,0-1 0 0 0,0 0 0 0 0,11 14 0 0 0,-13-22 0 0 0,0 0 0 0 0,0 0 0 0 0,0 0 0 0 0,1 0 0 0 0,-1-1 0 0 0,1 0 0 0 0,0 0 0 0 0,0 0 0 0 0,0 0 0 0 0,0-1 0 0 0,1 0 0 0 0,-1 0 0 0 0,1 0 0 0 0,-1-1 0 0 0,10 2 0 0 0,1 0 0 0 0,-1-1 0 0 0,2-1 0 0 0,-15-1 6 0 0,0 0 0 0 0,0 0 0 0 0,0-1 0 0 0,0 1 1 0 0,0-1-1 0 0,0 1 0 0 0,0-1 0 0 0,0 0 0 0 0,-1 0 0 0 0,1 0 0 0 0,0 0 0 0 0,0 0 0 0 0,0 0 1 0 0,-1 0-1 0 0,1 0 0 0 0,-1-1 0 0 0,1 1 0 0 0,-1-1 0 0 0,0 1 0 0 0,3-3 0 0 0,13-27-2596 0 0,-16 29 1470 0 0,5-12-3820 0 0,-1-3-4555 0 0,-4 0 1202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3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4 263 888 0 0,'4'-8'300'0'0,"-4"7"269"0"0,1 0 0 0 0,0 0 0 0 0,0 0 0 0 0,-1 0 0 0 0,1 0 0 0 0,-1 0 0 0 0,1 0 0 0 0,-1 0 0 0 0,1 0 0 0 0,-1 0 0 0 0,0 0 0 0 0,1 0 0 0 0,-1-1 0 0 0,0 1 0 0 0,0 0 0 0 0,0 0 1 0 0,0 0-1 0 0,0-1 0 0 0,-7-13 18576 0 0,3 33-18032 0 0,3-17-1088 0 0,1 1 0 0 0,-1-1 1 0 0,1 0-1 0 0,0 0 1 0 0,-1 1-1 0 0,1-1 1 0 0,0 0-1 0 0,0 1 1 0 0,-1-1-1 0 0,1 0 1 0 0,0 0-1 0 0,0 1 1 0 0,1-1-1 0 0,-1 0 1 0 0,0 1-1 0 0,0-1 1 0 0,1 0-1 0 0,-1 0 1 0 0,1 2-1 0 0,29 70-25 0 0,-23-60 0 0 0,-2-1 0 0 0,2-2 0 0 0,0 0 0 0 0,-4-10 0 0 0,-2-9 0 0 0,1-22 0 0 0,-1 9 0 0 0,5-14 0 0 0,-2 6 0 0 0,2 0 0 0 0,14-40 0 0 0,-5 42 0 0 0,-12 23 0 0 0,0 0 0 0 0,0 0 0 0 0,0-1 0 0 0,0 1 0 0 0,-1-1 0 0 0,0 0 0 0 0,0 1 0 0 0,1-11 0 0 0,-3 11 0 0 0,2 1 0 0 0,13-20 0 0 0,-13 21 0 0 0,0 1 0 0 0,0 0 0 0 0,0-1 0 0 0,0 1 0 0 0,0 0 0 0 0,1 1 0 0 0,-1-1 0 0 0,1 0 0 0 0,-1 1 0 0 0,1-1 0 0 0,0 1 0 0 0,0 0 0 0 0,0 0 0 0 0,0 0 0 0 0,-1 0 0 0 0,1 0 0 0 0,0 1 0 0 0,0-1 0 0 0,0 1 0 0 0,1 0 0 0 0,3 0 0 0 0,0-1 0 0 0,8 0 0 0 0,-3-1 0 0 0,0 1 0 0 0,0 1 0 0 0,1 0 0 0 0,-1 1 0 0 0,0 0 0 0 0,0 1 0 0 0,13 4 0 0 0,-10-3 0 0 0,-7 4 0 0 0,-1 5 0 0 0,-4 2 0 0 0,-5 2 0 0 0,2-2 0 0 0,3-3-149 0 0,-2-9-881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4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64 324 0 0,'0'0'12282'0'0,"23"-14"-9450"0"0,-17 8 2003 0 0,-6 5-4662 0 0,0-1 0 0 0,0 0 0 0 0,0 1 0 0 0,0-1 1 0 0,-1 1-1 0 0,1-1 0 0 0,0 1 0 0 0,-1-1 0 0 0,0 1 0 0 0,1-1 0 0 0,-1 1 0 0 0,0 0 0 0 0,1-1 0 0 0,-1 1 0 0 0,0 0 0 0 0,0-1 0 0 0,0 1 1 0 0,0 0-1 0 0,-1 0 0 0 0,1 0 0 0 0,0 0 0 0 0,0 0 0 0 0,-3-1 0 0 0,1 0 45 0 0,-1 1 1 0 0,0-1-1 0 0,0 1 0 0 0,-1 0 1 0 0,1 0-1 0 0,0 0 0 0 0,0 0 1 0 0,-8 0-1 0 0,0 1 116 0 0,0 1-1 0 0,0 0 1 0 0,0 0 0 0 0,0 1-1 0 0,-20 7 1 0 0,9-1 340 0 0,1 2 1 0 0,-26 14-1 0 0,41-20-509 0 0,0 0 0 0 0,0 1-1 0 0,0-1 1 0 0,1 2 0 0 0,0-1 0 0 0,0 1-1 0 0,0 0 1 0 0,1 0 0 0 0,0 0-1 0 0,-7 10 1 0 0,7 6 233 0 0,5-20-392 0 0,0 0-1 0 0,1 0 1 0 0,-1 0 0 0 0,0 0-1 0 0,1 0 1 0 0,-1 0 0 0 0,1 0-1 0 0,0 0 1 0 0,0 0 0 0 0,0 0-1 0 0,0-1 1 0 0,0 1 0 0 0,0 0-1 0 0,0 0 1 0 0,0-1 0 0 0,1 1-1 0 0,-1-1 1 0 0,1 1 0 0 0,-1-1-1 0 0,1 0 1 0 0,0 1 0 0 0,-1-1-1 0 0,1 0 1 0 0,0 0 0 0 0,0 0-1 0 0,2 0 1 0 0,42 10-26 0 0,-44-11 27 0 0,30 2-7 0 0,0-2 0 0 0,-1-1 0 0 0,1-2 0 0 0,-1-1 0 0 0,1-2 0 0 0,-1 0 0 0 0,39-15 0 0 0,-60 16 0 0 0,-10-4 0 0 0,-15-2 0 0 0,5 8-42 0 0,0 1-1 0 0,0 1 1 0 0,0 0-1 0 0,-16 0 1 0 0,24 1-383 0 0,0 0-1196 0 0,-4-2 3373 0 0,4 1-3707 0 0,13 1-11178 0 0,8 2 11643 0 0,-4-6-4987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4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1 224 0 0,'0'0'22128'0'0,"0"8"-21222"0"0,0 12-433 0 0,6 150 5215 0 0,-2-137-4915 0 0,-3-20-559 0 0,0 0 1 0 0,1-1-1 0 0,0 1 1 0 0,1-1 0 0 0,0 0-1 0 0,1 1 1 0 0,0-2 0 0 0,1 1-1 0 0,1 0 1 0 0,0-1-1 0 0,7 11 1 0 0,32 34-215 0 0,-37-48 0 0 0,1-1-97 0 0,-7-5-575 0 0,-21-31-25581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6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13 764 0 0,'1'-1'407'0'0,"15"-5"967"0"0,9 0 24751 0 0,-29 23-25683 0 0,1 0 0 0 0,0-1 0 0 0,2 1 0 0 0,0 0 0 0 0,0 0 0 0 0,2 0 0 0 0,2 19 0 0 0,0-7 20 0 0,-1-12-442 0 0,1-1 0 0 0,0 0-1 0 0,0 0 1 0 0,8 18 0 0 0,-6-25-20 0 0,7 13-279 0 0,-11-20-221 0 0,17-23-6635 0 0,-17 19 6430 0 0,0 1-1 0 0,0-1 1 0 0,0 1 0 0 0,0-1-1 0 0,-1 1 1 0 0,1-1-1 0 0,0 0 1 0 0,-1 1 0 0 0,0-1-1 0 0,1 0 1 0 0,-1 0-1 0 0,0 1 1 0 0,0-1-1 0 0,0 0 1 0 0,0 0 0 0 0,0 1-1 0 0,0-1 1 0 0,0 0-1 0 0,-1 0 1 0 0,0-2 0 0 0,-6-8-4943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7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 1548 0 0,'15'10'14800'0'0,"7"-2"-5838"0"0,35 5-3129 0 0,31-3-7303 0 0,-58-8 3844 0 0,45-4-2146 0 0,0-3 1 0 0,143-28-1 0 0,-81 10-193 0 0,59-23-35 0 0,-184 44 0 0 0,6 1 825 0 0,-15 1-1770 0 0,1 0 0 0 0,-1 0 0 0 0,1-1 0 0 0,-1 1 0 0 0,0-1 0 0 0,1 0 0 0 0,-1 0 0 0 0,7-2 0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8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180 146 292 0 0,'0'0'2429'0'0,"46"-10"4379"0"0,-36 4-5114 0 0,0-1 0 0 0,0 0 1 0 0,-1-1-1 0 0,0 0 0 0 0,13-15 0 0 0,-21 21-1301 0 0,0 0 0 0 0,0 1 0 0 0,1-1 0 0 0,-1 0 0 0 0,0 0-1 0 0,-1 0 1 0 0,1 0 0 0 0,0 0 0 0 0,-1 0 0 0 0,1 0-1 0 0,-1 0 1 0 0,1 0 0 0 0,-1 0 0 0 0,0 0 0 0 0,0 0-1 0 0,0 0 1 0 0,0-1 0 0 0,0 1 0 0 0,-1-3 0 0 0,0 3-210 0 0,0 0 0 0 0,0 1 0 0 0,0-1 0 0 0,0 0 0 0 0,0 1 0 0 0,-1-1 0 0 0,1 1 1 0 0,0 0-1 0 0,-1-1 0 0 0,1 1 0 0 0,-1 0 0 0 0,1 0 0 0 0,-1 0 0 0 0,0 0 0 0 0,1 0 0 0 0,-1 0 0 0 0,-2 0 1 0 0,-4-1-40 0 0,1 0 0 0 0,0 0 0 0 0,-1 1-1 0 0,1 0 1 0 0,-1 0 0 0 0,1 1 0 0 0,-1 0 0 0 0,0 0 0 0 0,-8 2 0 0 0,0 1-60 0 0,0 1 0 0 0,1 1 0 0 0,0 0 0 0 0,0 1 0 0 0,-25 14 0 0 0,34-16-85 0 0,0-1-1 0 0,0 1 1 0 0,1 0-1 0 0,-1 0 1 0 0,1 1-1 0 0,0 0 1 0 0,0 0-1 0 0,1 0 1 0 0,-1 0 0 0 0,1 1-1 0 0,0-1 1 0 0,1 1-1 0 0,-1 0 1 0 0,1 0-1 0 0,-3 10 1 0 0,6-12 1 0 0,0 0 0 0 0,0 1 0 0 0,0-1 0 0 0,1 0 0 0 0,0 1 0 0 0,0-1 0 0 0,2 7 0 0 0,-2-8 0 0 0,1 0 0 0 0,0 0 0 0 0,1-1 0 0 0,-1 1 0 0 0,0 0 0 0 0,1-1 0 0 0,-1 0 0 0 0,1 1 0 0 0,0-1 0 0 0,0 0 0 0 0,0 0 0 0 0,0-1 0 0 0,0 1 0 0 0,0 0 0 0 0,0-1 0 0 0,1 0 0 0 0,-1 0 0 0 0,0 0 0 0 0,7 1 0 0 0,1 0 0 0 0,0-1 0 0 0,-1 1 0 0 0,1-2 0 0 0,0 0 0 0 0,10-1 0 0 0,-4 0-55 0 0,0 0 0 0 0,-1-2 0 0 0,1 0 1 0 0,-1-1-1 0 0,0 0 0 0 0,0-1 0 0 0,0-1 0 0 0,-1-1 0 0 0,28-16 0 0 0,-42 21-282 0 0,0 0 1 0 0,-1 0-1 0 0,1 1 0 0 0,-1-1 0 0 0,0 0 0 0 0,0 0 0 0 0,1 0 0 0 0,-1 0 0 0 0,0 0 1 0 0,-1 0-1 0 0,1 0 0 0 0,0 0 0 0 0,-1 0 0 0 0,1 0 0 0 0,-1 0 0 0 0,1 0 0 0 0,-1 0 1 0 0,-1-2-1 0 0,1 3-829 0 0,-7-9-2365 0 0,4 0-4384 0 0,4-2 2917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8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1 212 0 0,'-13'3'21691'0'0,"15"10"-20493"0"0,-1-1 0 0 0,2 0 0 0 0,4 17 0 0 0,6 23 935 0 0,-9-25-1346 0 0,-2-7-393 0 0,0 0 0 0 0,2 0 0 0 0,0-1 0 0 0,2 1 0 0 0,0-1 0 0 0,1 0 0 0 0,13 26 0 0 0,17-11-394 0 0,-36-33-345 0 0,1 1 0 0 0,0-1 0 0 0,-1 1 0 0 0,1-1 0 0 0,0 0 0 0 0,0 0 0 0 0,0 0 0 0 0,0 0 0 0 0,0 0 0 0 0,0 0 0 0 0,0 0 0 0 0,0 0 0 0 0,0-1 0 0 0,0 1 0 0 0,0-1 0 0 0,0 0 0 0 0,1 0 0 0 0,-1 0 0 0 0,0 0 0 0 0,0 0 0 0 0,0 0 0 0 0,1 0 0 0 0,-1-1 0 0 0,0 1-1 0 0,0-1 1 0 0,0 1 0 0 0,0-1 0 0 0,3-1 0 0 0,-3 1-1418 0 0,7-3-2191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9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25 107 452 0 0,'-8'-1'15218'0'0,"3"17"-13605"0"0,3-9-425 0 0,-1 0 0 0 0,1 1 0 0 0,1-1 0 0 0,0 0 0 0 0,-1 13 1 0 0,2-7-458 0 0,2 51 2994 0 0,-2-60-3458 0 0,1 0 1 0 0,-1 0 0 0 0,1 0 0 0 0,0 0 0 0 0,1 0 0 0 0,-1 0 0 0 0,1 0 0 0 0,-1 0 0 0 0,1-1 0 0 0,0 1 0 0 0,1 0-1 0 0,-1-1 1 0 0,3 4 0 0 0,2-2-136 0 0,-6-4-132 0 0,0-1 1 0 0,-1 1-1 0 0,1-1 0 0 0,0 0 1 0 0,-1 1-1 0 0,1-1 1 0 0,0 0-1 0 0,-1 0 1 0 0,1 1-1 0 0,0-1 1 0 0,0 0-1 0 0,-1 0 0 0 0,1 0 1 0 0,0 0-1 0 0,0 0 1 0 0,0 0-1 0 0,-1 0 1 0 0,1 0-1 0 0,0 0 1 0 0,0 0-1 0 0,-1-1 0 0 0,1 1 1 0 0,0 0-1 0 0,0 0 1 0 0,-1-1-1 0 0,1 1 1 0 0,0-1-1 0 0,-1 1 1 0 0,1 0-1 0 0,-1-1 0 0 0,1 1 1 0 0,0-1-1 0 0,-1 0 1 0 0,1 1-1 0 0,-1-1 1 0 0,1 1-1 0 0,-1-1 1 0 0,1-1-1 0 0,2 0 0 0 0,-1-1 0 0 0,0 0 0 0 0,1 0 0 0 0,-1 1 0 0 0,0-1 0 0 0,-1-1 0 0 0,1 1 0 0 0,0 0 0 0 0,-1 0 0 0 0,0-1 0 0 0,0 1 0 0 0,0 0 0 0 0,1-6 0 0 0,3-50 0 0 0,-3 19 0 0 0,-1 34 0 0 0,-1 0 0 0 0,0 1 0 0 0,0-1 0 0 0,-1 1 0 0 0,0-1 0 0 0,0 0 0 0 0,-2-5 0 0 0,-3-26 0 0 0,0 15 0 0 0,6 7 0 0 0,6 2 0 0 0,-4 11 0 0 0,0-1 0 0 0,0 1 0 0 0,0 0 0 0 0,0 0 0 0 0,1 1 0 0 0,-1-1 0 0 0,1 0 0 0 0,-1 1 0 0 0,1 0 0 0 0,0-1 0 0 0,-1 1 0 0 0,1 0 0 0 0,0 0 0 0 0,0 1 0 0 0,0-1 0 0 0,0 0 0 0 0,0 1 0 0 0,0 0 0 0 0,0 0 0 0 0,-1 0 0 0 0,1 0 0 0 0,0 0 0 0 0,5 2 0 0 0,-2-2 0 0 0,9 1 0 0 0,79 9 0 0 0,-30-1 0 0 0,-50-7 0 0 0,0-1 0 0 0,-1 1-105 0 0,-10-2-537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30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1456 0 0,'0'0'15650'0'0,"9"22"-12621"0"0,79 7 629 0 0,-73-26-3464 0 0,0 1 0 0 0,-1 1 1 0 0,1 0-1 0 0,-1 1 0 0 0,0 0 1 0 0,0 1-1 0 0,-1 1 0 0 0,0 0 0 0 0,17 15 1 0 0,-16-9-79 0 0,-1 1-1 0 0,0 1 1 0 0,-1 0 0 0 0,-1 1 0 0 0,-1 0 0 0 0,0 0-1 0 0,-1 1 1 0 0,-1 1 0 0 0,-1-1 0 0 0,-1 1 0 0 0,0 0-1 0 0,-2 1 1 0 0,0 0 0 0 0,2 23 0 0 0,-1 31 406 0 0,-3-1 0 0 0,-11 109 1 0 0,9-171-470 0 0,-5 25 408 0 0,-14 57-1 0 0,12-64 181 0 0,1 1 1 0 0,1-1-1 0 0,-1 37 1 0 0,7-60-582 0 0,0-8-17 0 0,-16 48 41 0 0,13-34-84 0 0,2-2 0 0 0,-5 1 0 0 0,-1 0 0 0 0,0-3 0 0 0,-2 6 0 0 0,0-1 0 0 0,1 1 0 0 0,0 0 0 0 0,-8 28 0 0 0,10-33-1 0 0,9-33-21113 0 0,-9 5 14562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9:07:44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8 792 0 0,'0'0'31730'0'0,"1"-2"-31514"0"0,7-4-187 0 0,8 7-29 0 0,6 2 0 0 0,60 7 0 0 0,-56-8 0 0 0,-25-4 0 0 0,-3 0 0 0 0,9 0 0 0 0,60 5 0 0 0,-52-3 0 0 0,0 2 0 0 0,-5 2-211 0 0,-8-3-887 0 0,1 14-8087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9:07:45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2 296 0 0,'-6'2'20233'0'0,"2"-2"-15819"0"0,-2 1-4009 0 0,13-3-1874 0 0,2 1 4258 0 0,6 0 3310 0 0,27 0-6099 0 0,1 3 0 0 0,0 0 0 0 0,52 12 0 0 0,-69-9 0 0 0,66 7 0 0 0,-77-10 0 0 0,0 0 0 0 0,-14-2-23 0 0,0 0 0 0 0,-1-1-1 0 0,1 1 1 0 0,0 0 0 0 0,-1 0 0 0 0,1 0 0 0 0,0 0-1 0 0,-1 0 1 0 0,1 1 0 0 0,0-1 0 0 0,0 0 0 0 0,-1 0-1 0 0,1 0 1 0 0,-1 1 0 0 0,1-1 0 0 0,0 0 0 0 0,-1 0 0 0 0,1 1-1 0 0,0-1 1 0 0,-1 1 0 0 0,1-1 0 0 0,-1 1 0 0 0,1-1-1 0 0,-1 1 1 0 0,1-1 0 0 0,-1 1 0 0 0,0-1 0 0 0,1 1-1 0 0,-1-1 1 0 0,1 1 0 0 0,-1 0 0 0 0,0-1 0 0 0,1 2-1 0 0,-13 19-25697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9:07:57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15 896 0 0,'-7'6'29603'0'0,"25"2"-29328"0"0,0-2-1 0 0,1 0 0 0 0,-1-1 0 0 0,1-1 0 0 0,0-1 0 0 0,1 0 0 0 0,-1-2 0 0 0,30 0 0 0 0,-8-4-324 0 0,1-1 0 0 0,-1-2 1 0 0,59-17-1 0 0,-94 21 50 0 0,-4-1 0 0 0,44-13 0 0 0,-46 16 0 0 0,0 0 0 0 0,1 0 0 0 0,-1 0 0 0 0,0 0 0 0 0,0 0 0 0 0,0 0 0 0 0,1 0 0 0 0,-1 0 0 0 0,0 0 0 0 0,0 0 0 0 0,1 0 0 0 0,-1 0 0 0 0,0 0 0 0 0,0 0 0 0 0,0 0 0 0 0,1 0 0 0 0,-1 0 0 0 0,0 0 0 0 0,0 0 0 0 0,1 0 0 0 0,-1 0 0 0 0,0 0 0 0 0,0 0 0 0 0,0 1 0 0 0,1-1 0 0 0,-1 0 0 0 0,0 0 0 0 0,0 0 0 0 0,0 0 0 0 0,0 0 0 0 0,1 1 0 0 0,-1-1 0 0 0,0 0 0 0 0,0 0 0 0 0,0 0 0 0 0,0 1 0 0 0,0-1 0 0 0,0 0 0 0 0,1 0 0 0 0,-1 0 0 0 0,0 1 0 0 0,0 4 0 0 0,0 1 0 0 0,0-1 0 0 0,-1 0 0 0 0,0 0 0 0 0,0 1 0 0 0,-2 7 0 0 0,-5 32 0 0 0,3-23 0 0 0,9-4 0 0 0,-3-2 0 0 0,0-2 0 0 0,3-5 0 0 0,4-1 0 0 0,4-4 0 0 0,2-4-293 0 0,-11 0-1358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1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37 224 0 0,'3'-10'13970'0'0,"-8"2"-5931"0"0,-22-3-3717 0 0,-20 3-6906 0 0,34 8 4934 0 0,1 2-2088 0 0,0 1 1 0 0,0 0-1 0 0,0 0 0 0 0,1 1 0 0 0,-1 1 1 0 0,1 0-1 0 0,0 0 0 0 0,1 1 1 0 0,-1 1-1 0 0,-13 10 0 0 0,7-3 190 0 0,0 0 0 0 0,1 1 0 0 0,0 1 0 0 0,-23 33 0 0 0,35-44-373 0 0,1 0 1 0 0,0 0 0 0 0,0 0 0 0 0,1 0-1 0 0,-1 1 1 0 0,1-1 0 0 0,0 1 0 0 0,1 0 0 0 0,-1 0-1 0 0,1 0 1 0 0,1-1 0 0 0,-1 1 0 0 0,1 0-1 0 0,0 8 1 0 0,1-10-76 0 0,-1-1-1 0 0,1 0 1 0 0,-1 0 0 0 0,1 0-1 0 0,1 0 1 0 0,-1 0-1 0 0,0 0 1 0 0,0 0 0 0 0,1 0-1 0 0,0 0 1 0 0,0-1 0 0 0,0 1-1 0 0,0-1 1 0 0,0 1-1 0 0,0-1 1 0 0,0 0 0 0 0,1 0-1 0 0,-1 0 1 0 0,1 0-1 0 0,0 0 1 0 0,-1 0 0 0 0,1-1-1 0 0,0 0 1 0 0,0 1 0 0 0,0-1-1 0 0,0 0 1 0 0,0 0-1 0 0,4 0 1 0 0,9 3-4 0 0,1-2 0 0 0,0 0 0 0 0,0 0 0 0 0,0-2 0 0 0,1 0 0 0 0,-1-1 0 0 0,0-1 0 0 0,-1 0 0 0 0,1-1 0 0 0,0-1 0 0 0,-1-1 0 0 0,1 0 0 0 0,-1-1 0 0 0,-1-1 0 0 0,1 0 0 0 0,-1-1 0 0 0,-1-1 0 0 0,1-1 0 0 0,-1 0 0 0 0,16-15 0 0 0,-28 23 0 0 0,-1 1 0 0 0,0 0 0 0 0,0 0 0 0 0,0 0 0 0 0,0 0 0 0 0,0 0 0 0 0,0 0 0 0 0,0 0 0 0 0,0-1 0 0 0,-1 1 0 0 0,1 0 0 0 0,0-1 0 0 0,-1 1 0 0 0,1-1 0 0 0,-1 1 0 0 0,1 0 0 0 0,-1-1 0 0 0,0 1 0 0 0,0-1 0 0 0,0 1 0 0 0,0-3 0 0 0,1 2 0 0 0,-1 0 0 0 0,0 0 0 0 0,0 0 0 0 0,0 0 0 0 0,0 0 0 0 0,0 0 0 0 0,0 0 0 0 0,-1 0 0 0 0,1 0 0 0 0,0 0 0 0 0,-1 0 0 0 0,0 0 0 0 0,1 0 0 0 0,-3-2 0 0 0,0-1 0 0 0,2 4 0 0 0,1-1 0 0 0,-1 1 0 0 0,0 0 0 0 0,1 0 0 0 0,-1 1 0 0 0,0-1 0 0 0,0 0 0 0 0,0 0 0 0 0,0 0 0 0 0,0 0 0 0 0,0 1 0 0 0,0-1 0 0 0,0 0 0 0 0,0 1 0 0 0,0-1 0 0 0,-1 1 0 0 0,1 0 0 0 0,0-1 0 0 0,0 1 0 0 0,0 0 0 0 0,-3-1 0 0 0,-2 0 0 0 0,-6-3 0 0 0,-2-1 0 0 0,-9-7-2837 0 0,34 5-2384 0 0,-10 6 4861 0 0,1 1 0 0 0,-1-1 1 0 0,1 0-1 0 0,-1 0 0 0 0,1 1 0 0 0,-1-1 0 0 0,1 0 1 0 0,-1 0-1 0 0,0 0 0 0 0,1 0 0 0 0,-1-1 0 0 0,0 1 1 0 0,0 0-1 0 0,0 0 0 0 0,0-1 0 0 0,1-1 0 0 0,9-20-8824 0 0,-6 12 3892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1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17 720 0 0,'-7'-13'5368'0'0,"6"13"-5186"0"0,1 1 0 0 0,0-1 1 0 0,0 0-1 0 0,0 0 0 0 0,0 1 0 0 0,0-1 0 0 0,-1 0 1 0 0,1 0-1 0 0,0 0 0 0 0,0 0 0 0 0,0 1 0 0 0,0-1 1 0 0,-1 0-1 0 0,1 0 0 0 0,0 0 0 0 0,0 0 1 0 0,-1 0-1 0 0,1 0 0 0 0,0 0 0 0 0,0 0 0 0 0,-1 1 1 0 0,1-1-1 0 0,0 0 0 0 0,0 0 0 0 0,0 0 0 0 0,-1 0 1 0 0,1 0-1 0 0,0 0 0 0 0,0 0 0 0 0,-1 0 1 0 0,1-1-1 0 0,0 1 0 0 0,0 0 0 0 0,-1 0 0 0 0,1 0 1 0 0,0 0-1 0 0,0 0 0 0 0,-1 0 0 0 0,1 0 0 0 0,0 0 1 0 0,0-1-1 0 0,0 1 0 0 0,-1 0 0 0 0,1 0 1 0 0,0 0-1 0 0,0 0 0 0 0,0-1 0 0 0,0 1 0 0 0,0 0 1 0 0,-1 0-1 0 0,1 0 0 0 0,0-1 0 0 0,0 1 0 0 0,0 0 1 0 0,0 0-1 0 0,0-1 0 0 0,0 1 0 0 0,0 0 1 0 0,0 0-1 0 0,0-1 0 0 0,0 1 0 0 0,0 0 0 0 0,0 0 1 0 0,0-1-1 0 0,0 1 0 0 0,0 0 0 0 0,0-1 0 0 0,-11 34 3862 0 0,-3 43-1111 0 0,10-32-812 0 0,1 0 0 0 0,4 56 0 0 0,12 26-1172 0 0,-12-117-949 0 0,0 2 0 0 0,0-1 0 0 0,1 1 0 0 0,0 0 0 0 0,1-1 0 0 0,0 1 0 0 0,1-1 0 0 0,0 0 0 0 0,0 0 0 0 0,1 0 0 0 0,0 0 0 0 0,1-1 0 0 0,7 9 0 0 0,-3-8 0 0 0,-3-1 0 0 0,-7-9 0 0 0,0 0 0 0 0,0 0 0 0 0,0 0 0 0 0,0 0 0 0 0,1 0 0 0 0,-1 0 0 0 0,0 0 0 0 0,0 0 0 0 0,0 0 0 0 0,0 0 0 0 0,0 0 0 0 0,0 0 0 0 0,0 0 0 0 0,0-1 0 0 0,0 1 0 0 0,0 0 0 0 0,0 0 0 0 0,0 0 0 0 0,1 0 0 0 0,-1 0 0 0 0,0 0 0 0 0,0 0 0 0 0,0 0 0 0 0,0 0 0 0 0,0 0 0 0 0,0 0 0 0 0,0 0 0 0 0,0 0 0 0 0,0 0 0 0 0,1 0 0 0 0,-1 0 0 0 0,0 0 0 0 0,0 0 0 0 0,0 0 0 0 0,0 0 0 0 0,0 0 0 0 0,0 0 0 0 0,0 0 0 0 0,0 0 0 0 0,0 0 0 0 0,1 0 0 0 0,-1 0 0 0 0,0 1 0 0 0,0-1 0 0 0,0 0 0 0 0,0 0 0 0 0,0 0 0 0 0,0 0 0 0 0,0 0 0 0 0,0 0 0 0 0,0 0 0 0 0,0 0 0 0 0,0 0 0 0 0,0 0 0 0 0,0 0 0 0 0,0 1 0 0 0,0-1 0 0 0,0 0 0 0 0,0 0 0 0 0,0 0 0 0 0,0 0 0 0 0,0 0 0 0 0,0 0 0 0 0,0 0 0 0 0,0 0 0 0 0,0 0 0 0 0,0 1 0 0 0,0-1 0 0 0,1-20 0 0 0,-1-9-221 0 0,0 27-926 0 0,-2-4-1758 0 0,-6-15-13571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2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22 412 0 0,'-47'4'5715'0'0,"45"-3"-5065"0"0,-33 10 19559 0 0,40-12-20072 0 0,1 1 0 0 0,-1-1 0 0 0,0 1 0 0 0,1 0 0 0 0,-1 0 0 0 0,1 1 0 0 0,4 1 0 0 0,27 0 354 0 0,246-20 1867 0 0,57-1-897 0 0,-322 17-1384 0 0,6 0-337 0 0,28 6-9784 0 0,-102-2 6045 0 0,12 5-5470 0 0,20-2 4580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2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0 200 0 0,'-20'23'24525'0'0,"20"-24"-24494"0"0,0 0 0 0 0,0 1 0 0 0,0-1-1 0 0,0 1 1 0 0,0-1 0 0 0,0 1 0 0 0,-1-1 0 0 0,1 0 0 0 0,0 1 0 0 0,0-1-1 0 0,-1 1 1 0 0,1-1 0 0 0,0 1 0 0 0,-1-1 0 0 0,1 1 0 0 0,-1-1 0 0 0,1 1 0 0 0,-1 0-1 0 0,1-1 1 0 0,0 1 0 0 0,-1 0 0 0 0,1-1 0 0 0,-1 1 0 0 0,0 0 0 0 0,1-1 0 0 0,-1 1-1 0 0,1 0 1 0 0,-1 0 0 0 0,1 0 0 0 0,-1 0 0 0 0,0 0 0 0 0,1-1 0 0 0,-1 1-1 0 0,1 0 1 0 0,-1 0 0 0 0,0 1 0 0 0,-30 12 946 0 0,7 1-160 0 0,1 2-1 0 0,0 0 0 0 0,2 2 0 0 0,-24 23 0 0 0,36-32-674 0 0,2 0-1 0 0,-1 0 1 0 0,1 0 0 0 0,1 1-1 0 0,0 0 1 0 0,0 0 0 0 0,1 1 0 0 0,0-1-1 0 0,1 1 1 0 0,0 0 0 0 0,1 1-1 0 0,-3 17 1 0 0,5-25-142 0 0,1-1 0 0 0,-1 1 0 0 0,1-1 0 0 0,0 1 0 0 0,0 0 0 0 0,0 0 0 0 0,1-1 0 0 0,-1 1 0 0 0,1-1 0 0 0,0 1 0 0 0,0-1 0 0 0,0 1 0 0 0,0-1 0 0 0,1 1 0 0 0,-1-1 0 0 0,1 0 0 0 0,0 0 0 0 0,0 0 0 0 0,0 0 0 0 0,0 0 0 0 0,1 0 0 0 0,-1 0 0 0 0,1-1 0 0 0,0 1 0 0 0,0-1 0 0 0,0 0 0 0 0,0 0 0 0 0,0 0 0 0 0,0 0 0 0 0,0-1 0 0 0,1 1 0 0 0,-1-1 0 0 0,1 0 0 0 0,-1 0 0 0 0,1 0 0 0 0,-1 0 0 0 0,1 0 0 0 0,7-1 0 0 0,3 2 0 0 0,0-2 0 0 0,1 0 0 0 0,-1-1 0 0 0,1 0 0 0 0,-1-1 0 0 0,0 0 0 0 0,0-2 0 0 0,20-6 0 0 0,-24 6 5 0 0,0 0 0 0 0,-1-1-1 0 0,0 0 1 0 0,0 0 0 0 0,0-1 0 0 0,0 0 0 0 0,-1-1-1 0 0,0 0 1 0 0,13-14 0 0 0,-18 17-31 0 0,0 0 0 0 0,0 0 0 0 0,0 0 0 0 0,-1 0 0 0 0,0 0 1 0 0,1 0-1 0 0,-2-1 0 0 0,1 0 0 0 0,0 1 0 0 0,-1-1 0 0 0,0 0 0 0 0,0 1 0 0 0,0-1 0 0 0,-1 0 0 0 0,1 0 0 0 0,-1 0 0 0 0,0 0 1 0 0,-1 1-1 0 0,1-1 0 0 0,-1 0 0 0 0,0 0 0 0 0,-3-8 0 0 0,2 9-109 0 0,0 1 0 0 0,0-1-1 0 0,0 0 1 0 0,0 1 0 0 0,-1-1 0 0 0,0 1-1 0 0,1 0 1 0 0,-1 0 0 0 0,-1 0 0 0 0,1 0-1 0 0,0 0 1 0 0,-1 1 0 0 0,1 0 0 0 0,-1-1 0 0 0,0 1-1 0 0,1 1 1 0 0,-1-1 0 0 0,0 0 0 0 0,0 1-1 0 0,0 0 1 0 0,-6-1 0 0 0,9 2-306 0 0,-5-3-815 0 0,-2-1-4300 0 0,3-13-12827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2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52 0 0,'5'-1'21426'0'0,"-14"48"-18019"0"0,-3 50 0 0 0,6-41-1624 0 0,6 37 528 0 0,-1-79-2284 0 0,0-1 0 0 0,1 1 0 0 0,0 0 1 0 0,1-1-1 0 0,0 1 0 0 0,1-1 0 0 0,1 1 1 0 0,0-1-1 0 0,1 0 0 0 0,1 0 0 0 0,0 0 1 0 0,0 0-1 0 0,9 12 0 0 0,-14-23-27 0 0,0-2 0 0 0,0 1 0 0 0,0 0 0 0 0,1-1 0 0 0,-1 1 0 0 0,0-1 0 0 0,1 1 0 0 0,-1 0 0 0 0,0-1 0 0 0,1 1 0 0 0,-1-1 0 0 0,0 1 0 0 0,1-1 0 0 0,-1 1 0 0 0,1-1 0 0 0,-1 1 0 0 0,1-1 0 0 0,-1 0 0 0 0,1 1 0 0 0,0-1 0 0 0,-1 0 0 0 0,1 1 0 0 0,-1-1 0 0 0,1 0 0 0 0,0 0 0 0 0,-1 1 0 0 0,1-1 0 0 0,0 0 0 0 0,-1 0 0 0 0,1 0 0 0 0,0 0 0 0 0,-1 0 0 0 0,1 0 0 0 0,1 0 0 0 0,16 1-133 0 0,-14-3-265 0 0,0 1 0 0 0,1-1 0 0 0,-1 0 1 0 0,-1-1-1 0 0,1 1 0 0 0,0-1 1 0 0,-1 1-1 0 0,1-1 0 0 0,-1 0 0 0 0,0-1 1 0 0,0 1-1 0 0,0-1 0 0 0,0 1 0 0 0,0-1 1 0 0,3-8-1 0 0,15-28-5029 0 0,-8 5-4455 0 0,-11 16 3717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3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 1044 0 0,'0'0'16386'0'0,"0"7"-15257"0"0,5 181 7048 0 0,-6-121-6426 0 0,8-6-150 0 0,-6-59-1472 0 0,0 1 1 0 0,-1-1-1 0 0,1 1 1 0 0,0-1-1 0 0,0 1 0 0 0,1-1 1 0 0,-1 0-1 0 0,0 0 0 0 0,4 5 1 0 0,-4-6 528 0 0,4-15-594 0 0,-1-1 1 0 0,0 0 0 0 0,-1 0-1 0 0,-1 0 1 0 0,0 0 0 0 0,-1 0-1 0 0,0-1 1 0 0,-3-15 0 0 0,2 29-61 0 0,2-35 68 0 0,-1 19-55 0 0,-1-1 1 0 0,-1 1-1 0 0,-5-29 0 0 0,6 44-17 0 0,0 1 0 0 0,-1 0 0 0 0,1 0 0 0 0,0 0 0 0 0,0 0 0 0 0,0-1 0 0 0,0 1 0 0 0,0 0 0 0 0,1 0 0 0 0,-1 0 0 0 0,1 0 0 0 0,-1 0 0 0 0,1-1 0 0 0,0 1 0 0 0,0 0 0 0 0,0 1 0 0 0,0-1 0 0 0,0 0 0 0 0,0 0 0 0 0,0 0 0 0 0,1 0 0 0 0,-1 1 0 0 0,1-1 0 0 0,-1 1 0 0 0,1-1 0 0 0,0 1 0 0 0,-1 0 0 0 0,1 0 0 0 0,0-1 0 0 0,0 1 0 0 0,0 0 0 0 0,0 1 0 0 0,0-1 0 0 0,4-1 0 0 0,0-1 0 0 0,0 1 0 0 0,0 0 0 0 0,-1 0 0 0 0,2 1 0 0 0,-1-1 0 0 0,0 1 0 0 0,0 1 0 0 0,0-1 0 0 0,10 1 0 0 0,-10-2 0 0 0,53 7 0 0 0,-55-4 0 0 0,9 1 0 0 0,-3 4 0 0 0,-2 0 0 0 0,-4 1-57 0 0,-3-6-493 0 0,-1-24-6196 0 0,0 12-242 0 0,0 4 3726 0 0,0 2 929 0 0,0-9-4881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3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44 460 0 0,'-1'-3'477'0'0,"0"1"1"0"0,1 0-1 0 0,-1-1 1 0 0,0 1-1 0 0,-1 0 1 0 0,1 0-1 0 0,0-1 0 0 0,-1 1 1 0 0,1 0-1 0 0,-1 0 1 0 0,0 1-1 0 0,1-1 1 0 0,-1 0-1 0 0,0 0 0 0 0,0 1 1 0 0,0 0-1 0 0,0-1 1 0 0,-1 1-1 0 0,1 0 1 0 0,0 0-1 0 0,-5-2 0 0 0,3 3 49 0 0,0-1 0 0 0,0 1-1 0 0,0-1 1 0 0,-1 1-1 0 0,1 0 1 0 0,0 1 0 0 0,0-1-1 0 0,0 1 1 0 0,-1 0 0 0 0,1 0-1 0 0,0 0 1 0 0,-4 2-1 0 0,-1 1 125 0 0,0 0 0 0 0,0 1 1 0 0,0 0-1 0 0,1 0 0 0 0,0 1 0 0 0,0 0 0 0 0,0 0 0 0 0,1 1 0 0 0,0 0 0 0 0,-9 10 0 0 0,0 8 316 0 0,0 0 1 0 0,2 1-1 0 0,1 1 0 0 0,1 0 1 0 0,1 1-1 0 0,-13 53 1 0 0,13-26-835 0 0,3 0-1 0 0,2 1 1 0 0,2 0 0 0 0,3 0 0 0 0,2 0 0 0 0,3 0 0 0 0,15 78 0 0 0,-15-118-132 0 0,0-1 0 0 0,1 1 0 0 0,1-1 0 0 0,1 0 0 0 0,0 0 0 0 0,1-1 0 0 0,16 22 0 0 0,-19-28 0 0 0,1 0 0 0 0,0-1 0 0 0,1 0 0 0 0,0 0 0 0 0,0-1 0 0 0,0 1 0 0 0,1-2 0 0 0,0 1 0 0 0,0-1 0 0 0,1 0 0 0 0,-1-1 0 0 0,1 0 0 0 0,0 0 0 0 0,13 3 0 0 0,-10-6 0 0 0,4-3 0 0 0,6-4 0 0 0,-17-4 0 0 0,-3 2 0 0 0,0-5 0 0 0,2-1 0 0 0,-9 1 0 0 0,-12-25-1265 0 0,13 24-4449 0 0,2 2-6712 0 0,2 0 4913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4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47 892 0 0,'-12'32'10201'0'0,"11"-10"-6521"0"0,1-12-2648 0 0,-1-1 1 0 0,1 1 0 0 0,1 0 0 0 0,-1-1-1 0 0,2 0 1 0 0,4 19 0 0 0,2-1 1637 0 0,11 56-1 0 0,-12-60-845 0 0,-4-37-186 0 0,-4-41-729 0 0,-1 34-795 0 0,0-1 0 0 0,2 1 0 0 0,0-1-1 0 0,1 1 1 0 0,7-34 0 0 0,8 10 18 0 0,-15 42-118 0 0,1 0 0 0 0,-1 1 0 0 0,1-1 0 0 0,-1 1 0 0 0,1-1 0 0 0,0 1 0 0 0,0 0 0 0 0,0 0 0 0 0,0-1 0 0 0,0 1 0 0 0,0 1 0 0 0,1-1 0 0 0,-1 0-1 0 0,0 1 1 0 0,5-3 0 0 0,6 0 3 0 0,0 3-17 0 0,5 1 0 0 0,0 4 0 0 0,-6 2 0 0 0,0 2 0 0 0,-1 0 0 0 0,-5-1 0 0 0,1-1 0 0 0,2 1-147 0 0,-7-5-674 0 0,-6-31-13834 0 0,4 23 8168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4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62 360 0 0,'0'0'6917'0'0,"-2"-3"-5657"0"0,-19-25 4524 0 0,21 27-4755 0 0,-34-16 5051 0 0,23 20-5552 0 0,0 0-1 0 0,0 1 1 0 0,0 0 0 0 0,0 0-1 0 0,1 2 1 0 0,0-1 0 0 0,0 1-1 0 0,0 1 1 0 0,1 0 0 0 0,0 0-1 0 0,0 0 1 0 0,-11 14 0 0 0,15-15-293 0 0,-1 0 0 0 0,1 1 1 0 0,0 0-1 0 0,0 0 0 0 0,1 0 1 0 0,0 0-1 0 0,0 1 0 0 0,1-1 1 0 0,-1 1-1 0 0,2 0 0 0 0,-1 0 1 0 0,1 0-1 0 0,1 0 0 0 0,-1 1 1 0 0,1-1-1 0 0,1 0 0 0 0,0 1 1 0 0,0 9-1 0 0,1-15-235 0 0,0-1 0 0 0,0 1 1 0 0,0 0-1 0 0,0 0 0 0 0,0 0 0 0 0,1-1 0 0 0,-1 1 1 0 0,1-1-1 0 0,0 1 0 0 0,0-1 0 0 0,0 0 1 0 0,0 1-1 0 0,0-1 0 0 0,0 0 0 0 0,1 0 0 0 0,-1-1 1 0 0,0 1-1 0 0,1 0 0 0 0,0-1 0 0 0,-1 1 0 0 0,1-1 1 0 0,0 0-1 0 0,0 0 0 0 0,0 0 0 0 0,0-1 0 0 0,0 1 1 0 0,0 0-1 0 0,0-1 0 0 0,0 0 0 0 0,3 0 1 0 0,7 1-2 0 0,1-1 1 0 0,0 0 0 0 0,-1-1 0 0 0,1-1 0 0 0,20-5 0 0 0,-9 1-37 0 0,1-2 0 0 0,-1 0 0 0 0,0-2 0 0 0,39-22-1 0 0,-57 29-239 0 0,-1 0 0 0 0,0-1 0 0 0,0 0 0 0 0,0 0 0 0 0,0-1 0 0 0,-1 0 0 0 0,0 0 0 0 0,0 0 0 0 0,0 0-1 0 0,0-1 1 0 0,-1 0 0 0 0,0 0 0 0 0,0 0 0 0 0,-1 0 0 0 0,0-1 0 0 0,0 1 0 0 0,0-1 0 0 0,-1 0-1 0 0,0 0 1 0 0,0 0 0 0 0,1-14 0 0 0,-3 17-117 0 0,-1 0-1 0 0,1 0 1 0 0,-1 1 0 0 0,0-1-1 0 0,0 0 1 0 0,-1 0-1 0 0,1 0 1 0 0,-1 1 0 0 0,0-1-1 0 0,0 1 1 0 0,0-1-1 0 0,0 1 1 0 0,-1 0 0 0 0,1 0-1 0 0,-1 0 1 0 0,-4-4-1 0 0,2 3-1314 0 0,1 0 0 0 0,-1 0 1 0 0,0 0-1 0 0,-1 1 0 0 0,-9-5 0 0 0,-2 2-3650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5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0 1620 0 0,'-2'0'542'0'0,"0"0"0"0"0,0 0-1 0 0,-1 1 1 0 0,1-1 0 0 0,0 1 0 0 0,0-1 0 0 0,-1 1-1 0 0,1 0 1 0 0,0 0 0 0 0,0 0 0 0 0,0 0-1 0 0,0 0 1 0 0,0 0 0 0 0,0 0 0 0 0,1 1-1 0 0,-1-1 1 0 0,-3 4 0 0 0,2-2 54 0 0,1 1 0 0 0,-1 0 0 0 0,1 0 1 0 0,-1 0-1 0 0,1 1 0 0 0,0-1 0 0 0,1 0 0 0 0,-3 7 0 0 0,0 8 550 0 0,0 1 1 0 0,2 0-1 0 0,-1 25 0 0 0,2-26-5 0 0,0 25 578 0 0,3 1 1 0 0,1-1-1 0 0,3 0 0 0 0,12 51 0 0 0,19-2-11 0 0,-36-90-1706 0 0,-1 0-1 0 0,1 0 1 0 0,0 0 0 0 0,0 0 0 0 0,0 0-1 0 0,0 0 1 0 0,1 0 0 0 0,-1 0 0 0 0,3 3-1 0 0,15 4-3246 0 0,-18-10 3006 0 0,1 1-1158 0 0,10-20-5122 0 0,0 2-3776 0 0,-6 8 4058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5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1 372 0 0,'0'0'10246'0'0,"-1"7"-8788"0"0,-4 37 2053 0 0,2 0 1 0 0,4 48-1 0 0,0-26-1267 0 0,1-48-1690 0 0,0 0-1 0 0,1 0 1 0 0,1-1 0 0 0,8 21 0 0 0,-12-38-677 0 0,1 1-1 0 0,0 0 0 0 0,0 0 1 0 0,0-1-1 0 0,0 1 1 0 0,0 0-1 0 0,0-1 0 0 0,0 1 1 0 0,0-1-1 0 0,0 1 1 0 0,1-1-1 0 0,-1 0 0 0 0,0 0 1 0 0,0 1-1 0 0,0-1 1 0 0,0 0-1 0 0,1 0 0 0 0,-1 0 1 0 0,0 0-1 0 0,0 0 1 0 0,0 0-1 0 0,0-1 0 0 0,1 1 1 0 0,-1 0-1 0 0,0 0 1 0 0,0-1-1 0 0,0 1 0 0 0,2-2 1 0 0,20-36-4290 0 0,-6-7-5611 0 0,-12 21 4626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5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35 1392 0 0,'-22'-8'1997'0'0,"-41"-13"4219"0"0,21 16 2141 0 0,42 5-8226 0 0,-1 0 1 0 0,0 1 0 0 0,0-1 0 0 0,1 1 0 0 0,-1-1 0 0 0,0 1-1 0 0,1-1 1 0 0,-1 1 0 0 0,1 0 0 0 0,-1-1 0 0 0,1 1 0 0 0,-1 0-1 0 0,1-1 1 0 0,-1 1 0 0 0,1 0 0 0 0,-1 0 0 0 0,1-1-1 0 0,0 1 1 0 0,-1 0 0 0 0,1 0 0 0 0,0 0 0 0 0,0-1 0 0 0,0 1-1 0 0,0 0 1 0 0,0 0 0 0 0,0 0 0 0 0,0 1 0 0 0,0 0 1147 0 0,2 2-674 0 0,0 0-451 0 0,1-1 0 0 0,0 1 0 0 0,0-1 0 0 0,1 0-1 0 0,-1 1 1 0 0,1-1 0 0 0,-1-1 0 0 0,1 1 0 0 0,0-1 0 0 0,0 1 0 0 0,0-1 0 0 0,1 0 0 0 0,-1-1 0 0 0,0 1 0 0 0,1-1 0 0 0,-1 1 0 0 0,1-2 0 0 0,-1 1 0 0 0,1 0-1 0 0,0-1 1 0 0,7 0 0 0 0,18 1 228 0 0,-1-2 1 0 0,40-7-1 0 0,-25 4-6 0 0,35-10 81 0 0,-60 10 770 0 0,-1 0 0 0 0,38-2 0 0 0,-56 11-1063 0 0,-1 0-162 0 0,-1 1 0 0 0,1 0 0 0 0,-1 0 0 0 0,0-1 0 0 0,0 1 0 0 0,0-1 0 0 0,-1 0 1 0 0,0 1-1 0 0,-6 7 0 0 0,7-10-2 0 0,0 0 0 0 0,0 0-1 0 0,0 0 1 0 0,1 0 0 0 0,-1 0 0 0 0,1 0 0 0 0,-1 1 0 0 0,1-1 0 0 0,0 0 0 0 0,1 1 0 0 0,-1-1-1 0 0,0 1 1 0 0,1-1 0 0 0,0 1 0 0 0,0 4 0 0 0,0-6-7 0 0,-1 0-1 0 0,1 1 1 0 0,0-1-1 0 0,0 0 1 0 0,0 0-1 0 0,0 1 1 0 0,1-1-1 0 0,-1 0 1 0 0,1 0-1 0 0,-1 1 1 0 0,1-1 0 0 0,0 0-1 0 0,0 0 1 0 0,0 0-1 0 0,0 0 1 0 0,0 0-1 0 0,0 0 1 0 0,0 0-1 0 0,1 0 1 0 0,-1 0 0 0 0,1-1-1 0 0,2 3 1 0 0,-2-2-87 0 0,-1-1-245 0 0,1-1 1 0 0,-1 1 0 0 0,1 0-1 0 0,0-1 1 0 0,-1 1 0 0 0,1-1-1 0 0,-1 1 1 0 0,1-1 0 0 0,0 0-1 0 0,-1 0 1 0 0,1 0 0 0 0,0 0-1 0 0,0 0 1 0 0,-1 0 0 0 0,1 0-1 0 0,0-1 1 0 0,-1 1 0 0 0,1 0-1 0 0,-1-1 1 0 0,3-1 0 0 0,5-1-4341 0 0,-2 0-3388 0 0,9-5 953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6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95 860 0 0,'-12'5'3407'0'0,"-11"13"15119"0"0,27-17-17519 0 0,16 1-295 0 0,0 0 0 0 0,0-1 0 0 0,0-1-1 0 0,0-1 1 0 0,0-1 0 0 0,30-7 0 0 0,-5 3-205 0 0,695-72 2970 0 0,-491 51-3477 0 0,-259 36-101 0 0,-11 2-709 0 0,-53 10-5045 0 0,22-11-2621 0 0,30-6 1846 0 0,-2 3 503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7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0 568 0 0,'0'0'9291'0'0,"-14"6"-290"0"0,11-2-8429 0 0,0-1 0 0 0,0 1 0 0 0,0 0 0 0 0,1 0 0 0 0,-1 0 0 0 0,1 0 0 0 0,0 0 0 0 0,0 0 0 0 0,0 1 0 0 0,-2 7 0 0 0,-14 60 2057 0 0,13-49-1709 0 0,-2 17 707 0 0,-3 42 0 0 0,5-37-858 0 0,2-28-731 0 0,2-8-37 0 0,1 0 0 0 0,0 0-1 0 0,0-1 1 0 0,1 1 0 0 0,0 0-1 0 0,4 16 1 0 0,-3-10-1 0 0,-2-15 0 0 0,0-1 0 0 0,0 1 0 0 0,0 0 0 0 0,0 0 0 0 0,0 0 0 0 0,0 0 0 0 0,1 0 0 0 0,-1 0 0 0 0,0 0 0 0 0,0 0 0 0 0,0 0 0 0 0,0 0 0 0 0,0-1 0 0 0,0 1 0 0 0,1 0 0 0 0,-1 0 0 0 0,0 0 0 0 0,0 0 0 0 0,0 0 0 0 0,0 0 0 0 0,0 0 0 0 0,0 0 0 0 0,1 0 0 0 0,-1 0 0 0 0,0 0 0 0 0,0 0 0 0 0,0 0 0 0 0,0 0 0 0 0,0 0 0 0 0,0 0 0 0 0,1 0 0 0 0,-1 0 0 0 0,0 1 0 0 0,0-1 0 0 0,0 0 0 0 0,0 0 0 0 0,0 0 0 0 0,0 0 0 0 0,1 0 0 0 0,-1 0 0 0 0,0 0 0 0 0,0 0 0 0 0,0 0 0 0 0,0 0 0 0 0,0 1 0 0 0,0-1 0 0 0,0 0 0 0 0,0 0 0 0 0,0 0 0 0 0,0 0 0 0 0,0 0 0 0 0,0 0 0 0 0,1 1 0 0 0,-1-1 0 0 0,0 0 0 0 0,0 0 0 0 0,0 0 0 0 0,0 0 0 0 0,0 0 0 0 0,0 0 0 0 0,0 1 0 0 0,0-1 0 0 0,0 0 0 0 0,0 0 0 0 0,-1 0 0 0 0,1 0 0 0 0,5-25 0 0 0,-5 7 0 0 0,0 4 0 0 0,-3 2 0 0 0,2 0 0 0 0,0 1 0 0 0,-5 2 0 0 0,1 0 0 0 0,-2 0 0 0 0,1 1 0 0 0,3 6 0 0 0,0 0 0 0 0,-1 1 0 0 0,1 0 0 0 0,0-1 0 0 0,-1 1 0 0 0,0 0 0 0 0,1 1 0 0 0,-1-1 0 0 0,1 1 0 0 0,-1-1 0 0 0,0 1 0 0 0,1 0 0 0 0,-1 0 0 0 0,0 1 0 0 0,1-1 0 0 0,-1 1 0 0 0,-4 1 0 0 0,-1 0 0 0 0,-4 1 0 0 0,-1 1 0 0 0,2 0 0 0 0,-1 1 0 0 0,0 0 0 0 0,1 1 0 0 0,0 1 0 0 0,0 0 0 0 0,1 0 0 0 0,0 1 0 0 0,0 1 0 0 0,1 0 0 0 0,0 0 0 0 0,1 1 0 0 0,0 0 0 0 0,0 1 0 0 0,1 0 0 0 0,0 0 0 0 0,-9 20 0 0 0,16-29 0 0 0,-1 1 0 0 0,1-1 0 0 0,1 0 0 0 0,-1 0 0 0 0,0 1 0 0 0,0-1 0 0 0,1 0 0 0 0,0 1 0 0 0,-1-1 0 0 0,1 1 0 0 0,0-1 0 0 0,0 0 0 0 0,0 1 0 0 0,0-1 0 0 0,1 1 0 0 0,-1-1 0 0 0,1 0 0 0 0,0 1 0 0 0,-1-1 0 0 0,1 0 0 0 0,0 1 0 0 0,0-1 0 0 0,0 0 0 0 0,1 0 0 0 0,-1 0 0 0 0,0 0 0 0 0,1 0 0 0 0,-1 0 0 0 0,1 0 0 0 0,0-1 0 0 0,0 1 0 0 0,-1-1 0 0 0,1 1 0 0 0,0-1 0 0 0,1 0 0 0 0,-1 1 0 0 0,0-1 0 0 0,0 0 0 0 0,0 0 0 0 0,4 0 0 0 0,4 3 0 0 0,1-1 0 0 0,0-1 0 0 0,0 0 0 0 0,0 0 0 0 0,0-1 0 0 0,12 0 0 0 0,13-4 0 0 0,0-1 0 0 0,-1-1 0 0 0,0-2 0 0 0,0-2 0 0 0,-1-1 0 0 0,0-2 0 0 0,49-23 0 0 0,-78 33 0 0 0,-1 0 0 0 0,1 0 0 0 0,-1 0 0 0 0,1-1 0 0 0,-1 0 0 0 0,0 1 0 0 0,0-2 0 0 0,0 1 0 0 0,0 0 0 0 0,0-1 0 0 0,-1 0 0 0 0,0 1 0 0 0,0-1 0 0 0,0-1 0 0 0,0 1 0 0 0,4-8 0 0 0,-7 11 0 0 0,1-1 0 0 0,-1 1 0 0 0,1-1 0 0 0,-1 1 0 0 0,1-1 0 0 0,-1 1 0 0 0,0-1 0 0 0,0 1 0 0 0,1-1 0 0 0,-1 1 0 0 0,0-1 0 0 0,-1 1 0 0 0,1-1 0 0 0,0 1 0 0 0,0-1 0 0 0,-1 1 0 0 0,1-1 0 0 0,0 1 0 0 0,-1 0 0 0 0,0-1 0 0 0,1 1 0 0 0,-1-1 0 0 0,0 1 0 0 0,0 0 0 0 0,1 0 0 0 0,-1-1 0 0 0,0 1 0 0 0,0 0 0 0 0,-1 0 0 0 0,1 0 0 0 0,0 0 0 0 0,0 0 0 0 0,0 0 0 0 0,-1 1 0 0 0,1-1 0 0 0,-2-1 0 0 0,-3 0 0 0 0,-1 0 0 0 0,0 0 0 0 0,0 0 0 0 0,1 1 0 0 0,-15-1 0 0 0,9 1 0 0 0,-49 2-86 0 0,52-1-107 0 0,24-1-142 0 0,-9 1-420 0 0,-1-1 1 0 0,1 0-1 0 0,-1 0 1 0 0,1 0-1 0 0,-1-1 0 0 0,0 0 1 0 0,9-4-1 0 0,4-4-5093 0 0,-5 2-2250 0 0,-1 2 1256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7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41 1360 0 0,'0'0'1364'0'0,"-22"28"6141"0"0,21-21-6719 0 0,0 1 0 0 0,1 0 0 0 0,0 0 0 0 0,1-1 0 0 0,0 1 0 0 0,0 0 0 0 0,2 9 0 0 0,4 27 2274 0 0,-7-42-2840 0 0,0 1-1 0 0,0 0 1 0 0,1 0 0 0 0,-1 0-1 0 0,1 0 1 0 0,0-1 0 0 0,0 1 0 0 0,0 0-1 0 0,0-1 1 0 0,1 1 0 0 0,-1-1-1 0 0,1 1 1 0 0,-1-1 0 0 0,1 1-1 0 0,0-1 1 0 0,0 0 0 0 0,0 0-1 0 0,0 0 1 0 0,0 0 0 0 0,0-1-1 0 0,1 1 1 0 0,-1 0 0 0 0,1-1-1 0 0,3 2 1 0 0,-4-2 89 0 0,26-24 637 0 0,-24 15-853 0 0,0 1 1 0 0,-1-1 0 0 0,0 0 0 0 0,0 0-1 0 0,-1 0 1 0 0,0 0 0 0 0,0-1-1 0 0,-1 1 1 0 0,0-1 0 0 0,-1 1-1 0 0,0-9 1 0 0,5-33 359 0 0,-5 47-376 0 0,1 1 0 0 0,-1-1 1 0 0,1 0-1 0 0,0 0 1 0 0,0 1-1 0 0,0-1 1 0 0,1 0-1 0 0,-1 1 0 0 0,0-1 1 0 0,1 1-1 0 0,0 0 1 0 0,0-1-1 0 0,-1 1 1 0 0,1 0-1 0 0,1 0 1 0 0,-1 0-1 0 0,0 0 0 0 0,0 1 1 0 0,4-3-1 0 0,-1 2 162 0 0,-1 0-1 0 0,1 1 1 0 0,-1-1-1 0 0,1 1 1 0 0,0 0 0 0 0,-1 1-1 0 0,1-1 1 0 0,0 1-1 0 0,0 0 1 0 0,0 0-1 0 0,-1 0 1 0 0,7 2-1 0 0,-1-2-112 0 0,2 2-115 0 0,1 0 0 0 0,0 0 1 0 0,-1 2-1 0 0,1-1 1 0 0,-1 1-1 0 0,0 1 1 0 0,12 6-1 0 0,-13-5-11 0 0,-1-3-4 0 0,-8-2-273 0 0,-2-4-1556 0 0,0 1 1345 0 0,0 0 1 0 0,0 0-1 0 0,0 0 1 0 0,1 0-1 0 0,-1 0 0 0 0,1 0 1 0 0,-1 0-1 0 0,1 0 1 0 0,0 1-1 0 0,0-1 1 0 0,1-2-1 0 0,11-11-11770 0 0,-2 7 5207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8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5 1244 0 0,'-3'-1'657'0'0,"0"0"1"0"0,1 0-1 0 0,-1 1 0 0 0,0-1 1 0 0,0 1-1 0 0,0 0 0 0 0,1 0 0 0 0,-1 0 1 0 0,0 0-1 0 0,0 0 0 0 0,0 1 1 0 0,1-1-1 0 0,-1 1 0 0 0,0 0 0 0 0,1 0 1 0 0,-1 0-1 0 0,-4 3 2169 0 0,7-2-2503 0 0,0 1 1 0 0,1 0-1 0 0,0 0 0 0 0,0-1 0 0 0,-1 1 1 0 0,1-1-1 0 0,1 1 0 0 0,-1-1 0 0 0,0 1 1 0 0,1-1-1 0 0,-1 1 0 0 0,1-1 0 0 0,0 0 1 0 0,3 4-1 0 0,37 30 1181 0 0,-18-16-472 0 0,65 56 1106 0 0,-36-32-510 0 0,65 70-1 0 0,-103-97-1339 0 0,0 2 0 0 0,-1-1 1 0 0,-1 2-1 0 0,-1 0 0 0 0,0 0 0 0 0,-2 1 1 0 0,-1 0-1 0 0,8 24 0 0 0,-10-20-122 0 0,-1-1-1 0 0,-1 1 0 0 0,-2 0 1 0 0,0 0-1 0 0,-2 0 1 0 0,0 0-1 0 0,-2 0 1 0 0,-1 0-1 0 0,0 0 1 0 0,-2 0-1 0 0,-1 0 1 0 0,-17 46-1 0 0,7-36-165 0 0,-7 22 0 0 0,18-48 0 0 0,-5-4 0 0 0,-5-14 0 0 0,8-2 0 0 0,5 0 0 0 0,2-1 0 0 0,-1 10-78 0 0,0 0-1 0 0,0 0 1 0 0,1 0 0 0 0,-1 0-1 0 0,1 0 1 0 0,0 0 0 0 0,-1 0 0 0 0,1 0-1 0 0,0 0 1 0 0,0 1 0 0 0,0-1-1 0 0,1 0 1 0 0,-1 0 0 0 0,0 1-1 0 0,1-1 1 0 0,-1 1 0 0 0,1 0 0 0 0,-1-1-1 0 0,1 1 1 0 0,-1 0 0 0 0,4-2-1 0 0,3-3-1606 0 0,7-11-3701 0 0,2 0-5200 0 0,-1 3 3060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8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15 324 0 0,'-5'3'22191'0'0,"41"1"-21393"0"0,-1-2-1 0 0,1-2 1 0 0,0 0 0 0 0,0-3 0 0 0,68-13 0 0 0,-72 12-1548 0 0,-52 18-22086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8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12 732 0 0,'8'6'2517'0'0,"-1"-4"2916"0"0,82-10 5343 0 0,135-4-523 0 0,-209 17-11742 0 0,-17 3-1287 0 0,-8 2-2661 0 0,-3-3-4034 0 0,-1-1 3545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0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33 164 0 0,'0'0'2220'0'0,"-16"-23"190"0"0,16 13-2291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1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42 368 0 0,'0'0'2248'0'0,"12"-41"24297"0"0,-22 99-24724 0 0,1-13-722 0 0,-18 164-413 0 0,26-140-686 0 0,2-58 0 0 0,-1-11 0 0 0,0 0 0 0 0,0 1 0 0 0,0-1 0 0 0,0 0 0 0 0,0 0 0 0 0,1 1 0 0 0,-1-1 0 0 0,0 0 0 0 0,0 0 0 0 0,0 1 0 0 0,0-1 0 0 0,0 0 0 0 0,1 0 0 0 0,-1 1 0 0 0,0-1 0 0 0,0 0 0 0 0,0 0 0 0 0,1 0 0 0 0,-1 0 0 0 0,0 1 0 0 0,0-1 0 0 0,0 0 0 0 0,1 0 0 0 0,-1 0 0 0 0,0 0 0 0 0,0 0 0 0 0,1 0 0 0 0,-1 0 0 0 0,0 1 0 0 0,1-1 0 0 0,-1 0 0 0 0,0 0 0 0 0,0 0 0 0 0,1 0 0 0 0,-1 0 0 0 0,0 0 0 0 0,0 0 0 0 0,1-1 0 0 0,-1 1 0 0 0,0 0 0 0 0,1 0 0 0 0,-1 0 0 0 0,0 0 0 0 0,0 0 0 0 0,1 0 0 0 0,-1 0 0 0 0,0-1 0 0 0,0 1 0 0 0,0 0 0 0 0,1 0 0 0 0,-1 0 0 0 0,0 0 0 0 0,0-1 0 0 0,0 1 0 0 0,1 0 0 0 0,-1 0 0 0 0,0-1 0 0 0,0 1 0 0 0,0 0 0 0 0,8-9 0 0 0,-4 4-383 0 0,-1 0 0 0 0,-1 0 0 0 0,1 0 0 0 0,-1 0 0 0 0,0 0 0 0 0,0 0 0 0 0,2-11 0 0 0,-1-2-5446 0 0,-2-1-6101 0 0,-1 3 5214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1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50 980 0 0,'-11'-30'5000'0'0,"8"14"1005"0"0,-2 13-4479 0 0,0 5 4379 0 0,-8 8-4942 0 0,1 1 0 0 0,0 1-1 0 0,1 0 1 0 0,0 1 0 0 0,1 0 0 0 0,0 0 0 0 0,1 1 0 0 0,0 0 0 0 0,-8 21 0 0 0,-1 5 277 0 0,3 0 1 0 0,-17 63 0 0 0,29-92-1241 0 0,1 1 0 0 0,0-1 0 0 0,1 1 0 0 0,0 0 0 0 0,1-1 0 0 0,0 1 0 0 0,0 0 0 0 0,2 0 0 0 0,-1-1 0 0 0,2 1 0 0 0,5 17 0 0 0,-5-21 0 0 0,0 0 0 0 0,1 0 0 0 0,0 0 0 0 0,0-1 0 0 0,1 0 0 0 0,0 0 0 0 0,0 0 0 0 0,1-1 0 0 0,0 1 0 0 0,0-1 0 0 0,0-1 0 0 0,1 1 0 0 0,-1-1 0 0 0,2 0 0 0 0,-1 0 0 0 0,10 3 0 0 0,-12-5-51 0 0,2 0 1 0 0,-1-1-1 0 0,0 0 1 0 0,0 0-1 0 0,1 0 1 0 0,-1-1-1 0 0,1 0 1 0 0,-1 0-1 0 0,1-1 1 0 0,0 0-1 0 0,-1 0 1 0 0,1-1-1 0 0,-1 1 1 0 0,1-1-1 0 0,7-3 1 0 0,20-10-5641 0 0,-2-10-7330 0 0,-23 14 5571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2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 0 0,'0'0'14069'0'0,"3"5"-12791"0"0,5 6-408 0 0,1-1 0 0 0,0 0 0 0 0,1-1 0 0 0,0 0 0 0 0,0-1 0 0 0,1 0 0 0 0,0 0 0 0 0,19 9-1 0 0,-15-9-365 0 0,-1 1 0 0 0,1 1 0 0 0,-2 1 0 0 0,1 0 0 0 0,-1 0 0 0 0,13 17 0 0 0,-13-13-191 0 0,-1 2-1 0 0,0-1 1 0 0,-2 1-1 0 0,0 1 1 0 0,-1 0-1 0 0,0 1 1 0 0,-2-1-1 0 0,0 1 1 0 0,-1 1-1 0 0,-2-1 1 0 0,1 1-1 0 0,-2 0 1 0 0,-1 0-1 0 0,0 39 1 0 0,-2-46-176 0 0,-1 0 0 0 0,-1-1 0 0 0,1 0 0 0 0,-2 1 0 0 0,0-1 0 0 0,-1 0 1 0 0,0 0-1 0 0,0 0 0 0 0,-8 13 0 0 0,5-14-137 0 0,-1 4 0 0 0,-1-1 0 0 0,-1 0 0 0 0,0 0 0 0 0,-14 13 0 0 0,15-26 0 0 0,5-16 0 0 0,5 7 0 0 0,0 1 0 0 0,0-1 0 0 0,0 1 0 0 0,1-1 0 0 0,0 1 0 0 0,1 0 0 0 0,0 0 0 0 0,0 0 0 0 0,0 0 0 0 0,1 0 0 0 0,0 0 0 0 0,0 1 0 0 0,1 0 0 0 0,8-9 0 0 0,13-21 0 0 0,-26 36-4 0 0,0-1 1 0 0,0 1-1 0 0,0-1 0 0 0,1 0 1 0 0,-1 1-1 0 0,0-1 0 0 0,1 1 1 0 0,-1-1-1 0 0,0 1 0 0 0,1-1 1 0 0,-1 1-1 0 0,1-1 0 0 0,-1 1 0 0 0,1-1 1 0 0,-1 1-1 0 0,1 0 0 0 0,-1-1 1 0 0,1 1-1 0 0,0 0 0 0 0,-1-1 1 0 0,1 1-1 0 0,-1 0 0 0 0,1 0 1 0 0,0 0-1 0 0,-1-1 0 0 0,2 1 1 0 0,-1 0-108 0 0,1-1-1015 0 0,4-2-1852 0 0,17-8-13824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2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1 224 0 0,'-6'0'14606'0'0,"-8"2"-6814"0"0,-4 3-4840 0 0,-37 13-3357 0 0,41-11 2576 0 0,-4 3-1354 0 0,1 1 0 0 0,1 1 0 0 0,-1 1 0 0 0,-17 18 0 0 0,28-25-714 0 0,0 0 1 0 0,0 1-1 0 0,1 0 0 0 0,0 0 0 0 0,1 1 0 0 0,-1-1 1 0 0,1 1-1 0 0,1 0 0 0 0,-1 0 0 0 0,1 1 1 0 0,1-1-1 0 0,-3 11 0 0 0,4-14-103 0 0,1-1 0 0 0,-1 0 0 0 0,1 1 0 0 0,0-1 0 0 0,0 1 0 0 0,0-1 0 0 0,0 1 0 0 0,1-1 0 0 0,0 1 0 0 0,0-1 0 0 0,0 0 0 0 0,0 1 0 0 0,4 6 0 0 0,-3-8 0 0 0,1 0 0 0 0,-1 0 0 0 0,1-1 0 0 0,-1 1 0 0 0,1-1 0 0 0,0 0 0 0 0,0 1 0 0 0,0-1 0 0 0,0-1 0 0 0,0 1 0 0 0,0 0 0 0 0,1-1 0 0 0,-1 0 0 0 0,0 1 0 0 0,1-1 0 0 0,0-1 0 0 0,-1 1 0 0 0,5 0 0 0 0,10 2 13 0 0,-1-1 0 0 0,1-1 0 0 0,0 0 0 0 0,0-2 0 0 0,0 0 0 0 0,33-7 0 0 0,-42 6-88 0 0,0 0 0 0 0,0-1 0 0 0,0 0 0 0 0,0 0 0 0 0,0-1 0 0 0,-1 0 0 0 0,1-1 0 0 0,-1 0 0 0 0,0 0 0 0 0,-1-1 0 0 0,0 0 0 0 0,1 0 0 0 0,-2-1 1 0 0,11-11-1 0 0,-16 16-63 0 0,-1 1 0 0 0,1 0 0 0 0,0 0 0 0 0,-1-1 0 0 0,1 1 0 0 0,-1 0 0 0 0,1-1 0 0 0,-1 1 0 0 0,1 0 0 0 0,-1-1-1 0 0,0 1 1 0 0,0-1 0 0 0,0 1 0 0 0,0-1 0 0 0,0 1 0 0 0,0 0 0 0 0,0-1 0 0 0,0 1 0 0 0,-1-1 0 0 0,1 1 0 0 0,0 0 0 0 0,-2-3 0 0 0,0 1-165 0 0,0-1-1 0 0,0 0 0 0 0,0 1 1 0 0,0 0-1 0 0,-1-1 0 0 0,0 1 1 0 0,-5-5-1 0 0,-28-19-5098 0 0,6 10-6691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2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1396 0 0,'0'0'12141'0'0,"0"4"-10869"0"0,-10 147 8431 0 0,6-108-7282 0 0,2 51-1 0 0,2-75-1786 0 0,0-13-340 0 0,-1 22 120 0 0,1 0 0 0 0,2 0 1 0 0,0-1-1 0 0,2 1 1 0 0,12 43-1 0 0,-10-43-414 0 0,-5-23 0 0 0,0 0 0 0 0,0 0 0 0 0,0 0 0 0 0,1 0 0 0 0,0-1 0 0 0,0 1 0 0 0,0-1 0 0 0,0 1 0 0 0,0-1 0 0 0,1 0 0 0 0,0 0 0 0 0,0 0 0 0 0,0 0 0 0 0,5 4 0 0 0,-2-1 0 0 0,5-6 0 0 0,1-10 0 0 0,-9 5-265 0 0,-1 1-1 0 0,1-1 1 0 0,-1 0-1 0 0,0 0 1 0 0,1 0 0 0 0,-2 0-1 0 0,1-1 1 0 0,0 1-1 0 0,1-8 1 0 0,1-23-6886 0 0,0 7-3748 0 0,0 14 4116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3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1384 0 0,'0'0'6802'0'0,"-3"5"-5167"0"0,-3 6-616 0 0,1 0 0 0 0,0 1 1 0 0,1 0-1 0 0,0-1 0 0 0,1 2 1 0 0,0-1-1 0 0,1 0 0 0 0,1 0 0 0 0,0 1 1 0 0,0-1-1 0 0,3 22 0 0 0,2 19 2093 0 0,17 72 0 0 0,-20-121-3200 0 0,0 1-1 0 0,1 0 1 0 0,0 0 0 0 0,0-1 0 0 0,0 1 0 0 0,0-1-1 0 0,1 1 1 0 0,0-1 0 0 0,0 0 0 0 0,0 0-1 0 0,5 5 1 0 0,-6-7-841 0 0,-1-6-3064 0 0,2-7 2415 0 0,0-11-8875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3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22 720 0 0,'0'0'2688'0'0,"0"-21"20348"0"0,-4 51-21255 0 0,35 2 1488 0 0,-23-28-3097 0 0,0-1 0 0 0,0 0-1 0 0,1 0 1 0 0,-1-1 0 0 0,1 0 0 0 0,0 0 0 0 0,14 0 0 0 0,68 0-374 0 0,-64-3 302 0 0,27 4-100 0 0,-51-3 0 0 0,-1 0 0 0 0,1 1 0 0 0,-1-1 0 0 0,1 1 0 0 0,-1-1 0 0 0,1 1 0 0 0,-1 0 0 0 0,0 0 0 0 0,0 0 0 0 0,1 1 0 0 0,-1-1 0 0 0,0 1 0 0 0,0-1 0 0 0,0 1 0 0 0,0-1 0 0 0,0 1 0 0 0,-1 0 0 0 0,1 0 0 0 0,-1 0 0 0 0,1 0 0 0 0,-1 0 0 0 0,1 0 0 0 0,-1 1 0 0 0,0-1 0 0 0,0 0 0 0 0,0 1 0 0 0,-1-1 0 0 0,1 0 0 0 0,0 1 0 0 0,-1-1 0 0 0,0 1 0 0 0,1-1 0 0 0,-1 1 0 0 0,0 3 0 0 0,1 80 0 0 0,2-72 0 0 0,-1-2 0 0 0,5-4 0 0 0,5-4-14 0 0,-9-4-350 0 0,1-4-2079 0 0,10-11-2084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4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93 776 0 0,'-4'10'9951'0'0,"7"-4"-3963"0"0,19-1-1899 0 0,35-10-2078 0 0,259-43 3994 0 0,-85 15-4040 0 0,-31 5-218 0 0,-192 28-4282 0 0,-21 4 765 0 0,-40 9-5483 0 0,30-7-2212 0 0,6-1 2996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4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0 112 0 0,'0'0'1826'0'0,"-2"4"-2"0"0,0 1-1682 0 0,-1 0 1373 0 0,1 0 1 0 0,0 0 0 0 0,0 0-1 0 0,1 0 1 0 0,-1 0-1 0 0,1 0 1 0 0,0 1-1 0 0,0 8 1 0 0,-1 83 5473 0 0,-11 46-797 0 0,7-118-5094 0 0,4-17-1019 0 0,1-1 0 0 0,0 1-1 0 0,0 0 1 0 0,0-1 0 0 0,1 1-1 0 0,1 0 1 0 0,-1-1-1 0 0,1 1 1 0 0,0 0 0 0 0,1-1-1 0 0,3 11 1 0 0,-3-4-79 0 0,2-2 0 0 0,2-3 0 0 0,2-3 0 0 0,6-16 0 0 0,-6-2 0 0 0,-7-2 0 0 0,-2 0 0 0 0,-5 3 0 0 0,2 1 0 0 0,1 1 0 0 0,-8 2 0 0 0,8 6 0 0 0,1-1 0 0 0,0 1 0 0 0,-1 0 0 0 0,1 0 0 0 0,-1 0 0 0 0,1 0 0 0 0,-1 0 0 0 0,0 1 0 0 0,1-1 0 0 0,-1 1 0 0 0,0-1 0 0 0,1 1 0 0 0,-1 0 0 0 0,0 0 0 0 0,0 0 0 0 0,1 1 0 0 0,-1-1 0 0 0,0 1 0 0 0,-3 1 0 0 0,-3 0 0 0 0,-20 7 0 0 0,1 1 0 0 0,0 1 0 0 0,1 1 0 0 0,0 2 0 0 0,1 1 0 0 0,0 0 0 0 0,-27 24 0 0 0,48-36 0 0 0,0 1 0 0 0,1 1 0 0 0,-1-1 0 0 0,1 1 0 0 0,0-1 0 0 0,0 1 0 0 0,0 0 0 0 0,1 1 0 0 0,0-1 0 0 0,0 1 0 0 0,0-1 0 0 0,-2 7 0 0 0,4-10 0 0 0,1 0 0 0 0,-1 0 0 0 0,1 0 0 0 0,0 0 0 0 0,-1 0 0 0 0,1 0 0 0 0,0 0 0 0 0,0 0 0 0 0,0 0 0 0 0,1 0 0 0 0,-1 0 0 0 0,0 0 0 0 0,1 0 0 0 0,-1 0 0 0 0,1 0 0 0 0,0 0 0 0 0,-1 0 0 0 0,1 0 0 0 0,0 0 0 0 0,0-1 0 0 0,0 1 0 0 0,1 0 0 0 0,-1-1 0 0 0,0 1 0 0 0,1-1 0 0 0,-1 1 0 0 0,1-1 0 0 0,-1 0 0 0 0,1 1 0 0 0,-1-1 0 0 0,1 0 0 0 0,0 0 0 0 0,0 0 0 0 0,0 0 0 0 0,0-1 0 0 0,-1 1 0 0 0,4 0 0 0 0,10 3 0 0 0,1 0 0 0 0,-1-2 0 0 0,1 0 0 0 0,0 0 0 0 0,0-2 0 0 0,0 0 0 0 0,0 0 0 0 0,-1-2 0 0 0,1 0 0 0 0,27-7 0 0 0,4-4 0 0 0,-1-2 0 0 0,52-24 0 0 0,-92 37 0 0 0,1-1 0 0 0,-1 1 0 0 0,0-1 0 0 0,-1 0 0 0 0,1-1 0 0 0,0 1 0 0 0,-1-1 0 0 0,0 0 0 0 0,0-1 0 0 0,0 1 0 0 0,0-1 0 0 0,-1 0 0 0 0,0 0 0 0 0,5-8 0 0 0,-9 11 0 0 0,1 1 0 0 0,-1 0 0 0 0,0-1 0 0 0,0 1 0 0 0,0-1 0 0 0,0 1 0 0 0,0-1 0 0 0,0 1 0 0 0,0-1 0 0 0,0 1 0 0 0,-1-1 0 0 0,1 1 0 0 0,0-1 0 0 0,-1 1 0 0 0,1 0 0 0 0,-1-1 0 0 0,0 1 0 0 0,0 0 0 0 0,1 0 0 0 0,-1-1 0 0 0,0 1 0 0 0,0 0 0 0 0,0 0 0 0 0,0 0 0 0 0,0 0 0 0 0,-2-1 0 0 0,-25-16 0 0 0,15 10 0 0 0,7 6 0 0 0,1-1 0 0 0,-1 1 0 0 0,0 0 0 0 0,1 0 0 0 0,-1 1 0 0 0,0 0 0 0 0,0 0 0 0 0,-11 0 0 0 0,4-3 0 0 0,2 0 0 0 0,11 4 0 0 0,0 0-1 0 0,0 0 1 0 0,0-1 0 0 0,-1 1-1 0 0,1 0 1 0 0,0 0 0 0 0,0 0-1 0 0,0-1 1 0 0,0 1 0 0 0,0 0-1 0 0,0 0 1 0 0,0 0 0 0 0,0-1-1 0 0,0 1 1 0 0,0 0 0 0 0,0 0-1 0 0,0 0 1 0 0,0-1 0 0 0,0 1 0 0 0,0 0-1 0 0,0 0 1 0 0,0 0 0 0 0,0-1-1 0 0,0 1 1 0 0,0 0 0 0 0,0 0-1 0 0,0 0 1 0 0,0-1 0 0 0,1 1-1 0 0,-1 0 1 0 0,0 0 0 0 0,0 0-1 0 0,0 0 1 0 0,0-1 0 0 0,0 1-1 0 0,1 0 1 0 0,-1 0 0 0 0,0 0-1 0 0,0 0 1 0 0,0 0 0 0 0,0 0-1 0 0,1 0 1 0 0,-1-1 0 0 0,0 1-1 0 0,0 0 1 0 0,0 0 0 0 0,1 0-1 0 0,-1 0 1 0 0,0 0 0 0 0,0 0-1 0 0,0 0 1 0 0,1 0 0 0 0,-1 0 0 0 0,0 0-1 0 0,13-5-123 0 0,-12 5 38 0 0,27-11-6783 0 0,-4 4-6331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5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61 832 0 0,'-4'5'1457'0'0,"-2"3"-848"0"0,-14 16 2914 0 0,14 22 4400 0 0,6 110 2460 0 0,0-154-10239 0 0,1 0-1 0 0,-1 0 1 0 0,0 1 0 0 0,0-1-1 0 0,1 0 1 0 0,-1 0 0 0 0,1 0-1 0 0,0 0 1 0 0,-1 0 0 0 0,1 0-1 0 0,0 0 1 0 0,0-1 0 0 0,1 1-1 0 0,-1 0 1 0 0,0 0 0 0 0,0-1-1 0 0,1 1 1 0 0,-1-1 0 0 0,1 1-1 0 0,-1-1 1 0 0,1 1 0 0 0,0-1-1 0 0,0 0 1 0 0,3 2 0 0 0,-3-3 196 0 0,2-2-42 0 0,2-3-219 0 0,0 0 0 0 0,1 0 0 0 0,-2-1 0 0 0,1 1 0 0 0,-1-1 0 0 0,0 0 0 0 0,0-1-1 0 0,-1 1 1 0 0,0-1 0 0 0,0 0 0 0 0,0 0 0 0 0,-1-1 0 0 0,0 1 0 0 0,0 0 0 0 0,-1-1-1 0 0,0 0 1 0 0,-1 0 0 0 0,2-12 0 0 0,-3 14-39 0 0,0-9 212 0 0,0-1 1 0 0,-1 0-1 0 0,-1 1 0 0 0,-1-1 1 0 0,0 1-1 0 0,-1-1 0 0 0,0 1 1 0 0,-8-17-1 0 0,11 31-252 0 0,1 1 0 0 0,0-1 0 0 0,0 0 0 0 0,0 0 0 0 0,0 0 0 0 0,0 1 0 0 0,0-1 0 0 0,0 0 0 0 0,0 0 0 0 0,0 0 0 0 0,1 1 0 0 0,-1-1 0 0 0,0 0 0 0 0,0 0 0 0 0,1 1 0 0 0,-1-1 0 0 0,0 0 0 0 0,1 0 0 0 0,-1 1 0 0 0,1-1 0 0 0,-1 0 0 0 0,1 1 0 0 0,-1-1 0 0 0,1 1 0 0 0,0-1 0 0 0,-1 1 0 0 0,1-1 0 0 0,-1 1 0 0 0,1-1 0 0 0,0 1 0 0 0,0-1 0 0 0,-1 1 0 0 0,2-1 0 0 0,6-2 0 0 0,0-1 0 0 0,1 1 0 0 0,-1 1 0 0 0,1-1 0 0 0,0 1 0 0 0,-1 1 0 0 0,1 0 0 0 0,0 0 0 0 0,0 1 0 0 0,0 0 0 0 0,17 2 0 0 0,2-1 0 0 0,24 2 0 0 0,-39-1 0 0 0,-1 1 0 0 0,-1 0 0 0 0,1 1 0 0 0,-2-1-325 0 0,-8-2-1378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6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16 804 0 0,'13'-16'26620'0'0,"-6"30"-25494"0"0,-1 0 0 0 0,-1 0 0 0 0,6 23 0 0 0,-3 2-667 0 0,3 47-1 0 0,6 38-536 0 0,-10-75 78 0 0,-4-39-63 0 0,-2-8-471 0 0,-3-27-4537 0 0,2 2-495 0 0,-4 7-3769 0 0,-2 7 2477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6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23 1052 0 0,'-25'-4'19136'0'0,"25"4"-19053"0"0,-1 1 1 0 0,1-1 0 0 0,0 0-1 0 0,0 0 1 0 0,-1 0 0 0 0,1 0-1 0 0,0 1 1 0 0,0-1 0 0 0,-1 0-1 0 0,1 0 1 0 0,0 1 0 0 0,0-1-1 0 0,0 0 1 0 0,-1 0-1 0 0,1 1 1 0 0,0-1 0 0 0,0 0-1 0 0,0 0 1 0 0,0 1 0 0 0,0-1-1 0 0,0 0 1 0 0,0 1 0 0 0,0-1-1 0 0,-1 0 1 0 0,1 0 0 0 0,0 1-1 0 0,0-1 1 0 0,0 0-1 0 0,0 1 1 0 0,1-1 0 0 0,-1 0-1 0 0,0 1 1 0 0,0-1 0 0 0,0 0-1 0 0,0 0 1 0 0,0 1 0 0 0,0-1-1 0 0,0 0 1 0 0,0 1 0 0 0,1-1-1 0 0,-1 0 1 0 0,0 0-1 0 0,0 1 1 0 0,0-1 0 0 0,1 0-1 0 0,-1 0 1 0 0,0 0 0 0 0,0 1-1 0 0,1-1 1 0 0,22 11 1217 0 0,36 1-180 0 0,-9-12-530 0 0,0-2 0 0 0,63-11 0 0 0,-77 6-2226 0 0,64-19 1 0 0,-93 23-1208 0 0,2-1 3115 0 0,-55 8-19220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7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26 127 1180 0 0,'-1'0'687'0'0,"-1"0"0"0"0,1 1 0 0 0,0-1 0 0 0,0 0 0 0 0,-1 1 0 0 0,1 0 0 0 0,0-1 0 0 0,0 1 0 0 0,0 0 0 0 0,0 0 0 0 0,-1-1 0 0 0,1 1 0 0 0,0 0 0 0 0,1 0 0 0 0,-1 0 0 0 0,0 0 0 0 0,0 1 1 0 0,0-1-1 0 0,1 0 0 0 0,-1 0 0 0 0,0 0 0 0 0,1 1 0 0 0,-1-1 0 0 0,1 0 0 0 0,-1 0 0 0 0,1 1 0 0 0,0-1 0 0 0,0 0 0 0 0,-1 2 0 0 0,5 17 3026 0 0,-1-8-4684 0 0,34 127 8059 0 0,-36-135-6988 0 0,0-1 1 0 0,0 0-1 0 0,0 1 0 0 0,1-1 0 0 0,-1 0 1 0 0,1 0-1 0 0,0 0 0 0 0,0 0 1 0 0,0 0-1 0 0,4 3 0 0 0,14 21-57 0 0,-13-24-43 0 0,3-16 0 0 0,-8 5 0 0 0,-1 0 0 0 0,0-1 0 0 0,0 1 0 0 0,-1-1 0 0 0,0 1 0 0 0,-1 0 0 0 0,0-1 0 0 0,0 1 0 0 0,-1 0 0 0 0,-3-13 0 0 0,-1-9 0 0 0,-5-19 0 0 0,7 36 0 0 0,1 1 0 0 0,1-1 0 0 0,0 1 0 0 0,0-1 0 0 0,1 0 0 0 0,1 0 0 0 0,0 0 0 0 0,3-16 0 0 0,-2 26 0 0 0,-1 0 0 0 0,1 0 0 0 0,0 1 0 0 0,0-1 0 0 0,0 0 0 0 0,1 1 0 0 0,-1-1 0 0 0,1 1 0 0 0,-1 0 0 0 0,1-1 0 0 0,0 1 0 0 0,0 0 0 0 0,0 0 0 0 0,0 0 0 0 0,0 0 0 0 0,0 0 0 0 0,1 1 0 0 0,-1-1 0 0 0,0 1 0 0 0,1-1 0 0 0,0 1 0 0 0,3-1 0 0 0,2-1 0 0 0,2 0 0 0 0,-1 1 0 0 0,0 0 0 0 0,16-1 0 0 0,-18 2 0 0 0,15-1 0 0 0,0 1 0 0 0,0 1 0 0 0,30 3 0 0 0,-46-3 0 0 0,1 1 0 0 0,-1 0 0 0 0,0 0 0 0 0,0 1 0 0 0,0 0 0 0 0,0 0 0 0 0,-1 0 0 0 0,1 1 0 0 0,-1-1 0 0 0,1 1 0 0 0,-1 1 0 0 0,0-1 0 0 0,0 1 0 0 0,0 0 0 0 0,0 0 0 0 0,7 9 0 0 0,-6 6 0 0 0,-3-2 0 0 0,-2 0 0 0 0,-2-9 0 0 0,-9 15 0 0 0,5-13-147 0 0,4-8-782 0 0,8-42-25318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8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 26 1480 0 0,'-12'-25'16259'0'0,"10"26"-15912"0"0,1 0 0 0 0,0 0 0 0 0,0 0 0 0 0,0 0-1 0 0,0 0 1 0 0,0 0 0 0 0,0 1 0 0 0,0-1 0 0 0,0 0 0 0 0,0 0 0 0 0,1 1 0 0 0,-1-1 0 0 0,1 1-1 0 0,-1-1 1 0 0,1 1 0 0 0,-1-1 0 0 0,1 1 0 0 0,0-1 0 0 0,-1 3 0 0 0,-11 41 1537 0 0,-29 210 4146 0 0,34-202-5854 0 0,3-19-176 0 0,2 0 0 0 0,2 35 0 0 0,0 23 0 0 0,0-92 0 0 0,0 0 0 0 0,0 0 0 0 0,1 0 0 0 0,-1 1 0 0 0,0-1 0 0 0,0 0 0 0 0,0 0 0 0 0,0 0 0 0 0,0 0 0 0 0,0 1 0 0 0,0-1 0 0 0,0 0 0 0 0,1 0 0 0 0,-1 0 0 0 0,0 0 0 0 0,0 0 0 0 0,0 0 0 0 0,0 0 0 0 0,0 1 0 0 0,1-1 0 0 0,-1 0 0 0 0,0 0 0 0 0,0 0 0 0 0,0 0 0 0 0,0 0 0 0 0,1 0 0 0 0,-1 0 0 0 0,0 0 0 0 0,0 0 0 0 0,0 0 0 0 0,1 0 0 0 0,-1 0 0 0 0,0 0 0 0 0,0 0 0 0 0,0 0 0 0 0,0 0 0 0 0,1 0 0 0 0,-1 0 0 0 0,0 0 0 0 0,0 0 0 0 0,0 0 0 0 0,0-1 0 0 0,1 1 0 0 0,-1 0 0 0 0,0 0 0 0 0,0 0 0 0 0,0 0 0 0 0,0 0 0 0 0,0 0 0 0 0,1 0 0 0 0,-1-1 0 0 0,0 1 0 0 0,0 0 0 0 0,0 0 0 0 0,0 0 0 0 0,0 0 0 0 0,0 0 0 0 0,0-1 0 0 0,0 1 0 0 0,0 0 0 0 0,0 0 0 0 0,0-1 0 0 0,11-9 0 0 0,-10 9 0 0 0,1-3 0 0 0,1 0 0 0 0,-1-1 0 0 0,0 1 0 0 0,0-1 0 0 0,-1 1 0 0 0,1-1 0 0 0,-1 1 0 0 0,0-1 0 0 0,0 0 0 0 0,-1 0 0 0 0,1 0 0 0 0,-1 1 0 0 0,0-1 0 0 0,-2-9 0 0 0,1-12 0 0 0,1 22 0 0 0,0 1 0 0 0,-1-1 0 0 0,0 1 0 0 0,1 0 0 0 0,-1-1 0 0 0,-1 1 0 0 0,1 0 0 0 0,0 0 0 0 0,-1 0 0 0 0,0 0 0 0 0,1 0 0 0 0,-1 0 0 0 0,0 0 0 0 0,-1 1 0 0 0,1-1 0 0 0,0 1 0 0 0,-1-1 0 0 0,1 1 0 0 0,-1 0 0 0 0,0 0 0 0 0,0 0 0 0 0,0 0 0 0 0,-5-2 0 0 0,4 2 0 0 0,0 1 0 0 0,0-1 0 0 0,0 1 0 0 0,0-1 0 0 0,0 1 0 0 0,-1 1 0 0 0,1-1 0 0 0,0 0 0 0 0,-1 1 0 0 0,1 0 0 0 0,-1 0 0 0 0,1 0 0 0 0,0 1 0 0 0,-1 0 0 0 0,1-1 0 0 0,0 1 0 0 0,-1 1 0 0 0,-6 2 0 0 0,-2 2 0 0 0,1 0 0 0 0,0 1 0 0 0,-21 15 0 0 0,31-20 0 0 0,-28 20 0 0 0,1 2 0 0 0,-33 33 0 0 0,50-45 0 0 0,1 1 0 0 0,1 0 0 0 0,0 0 0 0 0,1 1 0 0 0,0 0 0 0 0,1 1 0 0 0,-10 22 0 0 0,16-32 0 0 0,1-1 0 0 0,-1 0 0 0 0,1 1 0 0 0,0-1 0 0 0,0 1 0 0 0,0 0 0 0 0,0-1 0 0 0,1 1 0 0 0,0 0 0 0 0,0-1 0 0 0,0 1 0 0 0,0 0 0 0 0,1-1 0 0 0,0 1 0 0 0,0 0 0 0 0,0-1 0 0 0,0 1 0 0 0,1-1 0 0 0,0 0 0 0 0,0 1 0 0 0,0-1 0 0 0,1 0 0 0 0,-1 0 0 0 0,1 0 0 0 0,0 0 0 0 0,0-1 0 0 0,0 1 0 0 0,0-1 0 0 0,1 0 0 0 0,-1 0 0 0 0,1 0 0 0 0,0 0 0 0 0,0-1 0 0 0,0 0 0 0 0,0 1 0 0 0,1-1 0 0 0,5 1 0 0 0,6 3 0 0 0,1-1 0 0 0,0-1 0 0 0,0 0 0 0 0,0-1 0 0 0,1-1 0 0 0,-1-1 0 0 0,1-1 0 0 0,29-2 0 0 0,-4-2 0 0 0,0-2 0 0 0,-1-2 0 0 0,0-2 0 0 0,0-2 0 0 0,74-31 0 0 0,-113 42 0 0 0,0-1 0 0 0,0 0 0 0 0,0 0 0 0 0,0 0 0 0 0,-1 0 0 0 0,1 0 0 0 0,0-1 0 0 0,-1 1 0 0 0,0-1 0 0 0,1 1 0 0 0,-1-1 0 0 0,0 0 0 0 0,-1 0 0 0 0,1 0 0 0 0,1-4 0 0 0,-3 6 0 0 0,1-1 0 0 0,-1 0 0 0 0,0 1 0 0 0,-1-1 0 0 0,1 0 0 0 0,0 1 0 0 0,0-1 0 0 0,-1 0 0 0 0,1 1 0 0 0,-1-1 0 0 0,1 1 0 0 0,-1-1 0 0 0,0 0 0 0 0,0 1 0 0 0,1 0 0 0 0,-1-1 0 0 0,0 1 0 0 0,0-1 0 0 0,-1 1 0 0 0,1 0 0 0 0,0 0 0 0 0,0 0 0 0 0,-1 0 0 0 0,1 0 0 0 0,0 0 0 0 0,-1 0 0 0 0,-1-1 0 0 0,2 1 0 0 0,-9-4 0 0 0,-1-1 0 0 0,1 2 0 0 0,-1-1 0 0 0,0 1 0 0 0,-1 1 0 0 0,1 0 0 0 0,0 1 0 0 0,-1 0 0 0 0,-15 0 0 0 0,-19 0 0 0 0,-52 5 0 0 0,81-1 0 0 0,12 0 0 0 0,7 0 0 0 0,25 3 0 0 0,-22-5-269 0 0,1-1 0 0 0,-1 1 0 0 0,1-1-1 0 0,-1 0 1 0 0,1-1 0 0 0,-1 1 0 0 0,0-1 0 0 0,0 0 0 0 0,6-3-1 0 0,26-15-11512 0 0,-29 15 6423 0 0,4-2-1914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9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0 1272 0 0,'0'0'3099'0'0,"-28"6"7552"0"0,36 17-5493 0 0,19 5-2155 0 0,-11-13-1917 0 0,-16-14-870 0 0,1-1-162 0 0,-1 0 0 0 0,1 1 0 0 0,-1-1 0 0 0,1 0 0 0 0,-1 1 0 0 0,0-1 0 0 0,1 1 0 0 0,-1-1 0 0 0,0 1 0 0 0,1-1 0 0 0,-1 1 0 0 0,0-1 0 0 0,0 1 0 0 0,1-1 0 0 0,-1 1 0 0 0,0-1 0 0 0,0 1-1 0 0,0 0 1 0 0,0-1 0 0 0,0 1 0 0 0,0-1 0 0 0,0 2 0 0 0,-5 7 206 0 0,-1-1 0 0 0,0 0-1 0 0,0 0 1 0 0,-1 0 0 0 0,0-1-1 0 0,-1 0 1 0 0,0 0 0 0 0,0-1-1 0 0,0 0 1 0 0,-11 6 0 0 0,-33 29 1004 0 0,51-41-1241 0 0,-1 1-1 0 0,1 0 1 0 0,0-1 0 0 0,0 1 0 0 0,0 0 0 0 0,0 0 0 0 0,1 0 0 0 0,-1 0 0 0 0,0 0-1 0 0,0 0 1 0 0,0 0 0 0 0,1 0 0 0 0,-1 0 0 0 0,1 1 0 0 0,-1-1 0 0 0,1 0-1 0 0,-1 0 1 0 0,1 0 0 0 0,0 1 0 0 0,-1-1 0 0 0,1 0 0 0 0,0 1 0 0 0,0-1 0 0 0,0 0-1 0 0,0 0 1 0 0,0 1 0 0 0,0-1 0 0 0,0 0 0 0 0,1 1 0 0 0,-1-1 0 0 0,0 0 0 0 0,1 0-1 0 0,-1 1 1 0 0,1-1 0 0 0,-1 0 0 0 0,1 0 0 0 0,0 0 0 0 0,0 0 0 0 0,-1 0-1 0 0,1 0 1 0 0,0 0 0 0 0,0 0 0 0 0,0 0 0 0 0,0 0 0 0 0,0 0 0 0 0,0-1 0 0 0,0 1-1 0 0,0 0 1 0 0,2 0 0 0 0,71 27 318 0 0,-62-25-71 0 0,-1-1 0 0 0,1 0 0 0 0,0-1 1 0 0,14 1-1 0 0,-25 1-104 0 0,0 0 1574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9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1 148 0 0,'0'0'1417'0'0,"5"26"5547"0"0,-7-1-4751 0 0,-1 0-1 0 0,-1-1 1 0 0,-12 41 0 0 0,-6 27 1408 0 0,-7 135 4005 0 0,28-212-7109 0 0,0 1 1 0 0,2 0-1 0 0,0-1 0 0 0,0 1 0 0 0,2-1 0 0 0,0 1 0 0 0,8 22 0 0 0,1-7-514 0 0,-5-23-3 0 0,4-4 0 0 0,-9-3 0 0 0,-1-1 0 0 0,0 0 0 0 0,0 0 0 0 0,0 1 0 0 0,0-1 0 0 0,0 0 0 0 0,0 0 0 0 0,0 0 0 0 0,0 0 0 0 0,1 0 0 0 0,-1 0 0 0 0,0-1 0 0 0,0 1 0 0 0,0 0 0 0 0,0-1 0 0 0,0 1 0 0 0,0 0 0 0 0,0-1 0 0 0,0 0 0 0 0,0 1 0 0 0,0-1 0 0 0,0 1 0 0 0,0-1 0 0 0,0 0 0 0 0,-1 0 0 0 0,1 1 0 0 0,0-1 0 0 0,0 0 0 0 0,-1 0 0 0 0,1 0 0 0 0,0 0 0 0 0,-1 0 0 0 0,1 0 0 0 0,0-2 0 0 0,0 1 0 0 0,2-3-170 0 0,0 0 1 0 0,-1 0-1 0 0,1 0 1 0 0,-1 0-1 0 0,0 0 1 0 0,-1-1-1 0 0,1 1 1 0 0,-1-1-1 0 0,0 1 0 0 0,0-1 1 0 0,-1 0-1 0 0,1 1 1 0 0,-2-11-1 0 0,-4-32-4620 0 0,-3 4-5049 0 0,6 32 5583 0 0,-4-6-2212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30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29 185 852 0 0,'-29'6'18563'0'0,"422"-158"-15655"0"0,-354 139-2787 0 0,27-12 1270 0 0,-64 24-220 0 0,-2 3-1026 0 0,1 0 0 0 0,-1 0 0 0 0,0 0-1 0 0,0 1 1 0 0,0-1 0 0 0,0 0-1 0 0,0 0 1 0 0,-1 0 0 0 0,1 0 0 0 0,0 0-1 0 0,-1 0 1 0 0,0 0 0 0 0,1 0 0 0 0,-1 0-1 0 0,0 0 1 0 0,-2 2 0 0 0,-15 37 1478 0 0,10-26-1226 0 0,1-3 175 0 0,1 1 1 0 0,0 0-1 0 0,-7 22 1 0 0,11-32-521 0 0,2 1 0 0 0,-1 0 0 0 0,0 0 0 0 0,1 0 0 0 0,-1-1 1 0 0,1 1-1 0 0,0 0 0 0 0,1 0 0 0 0,-1 0 0 0 0,1 0 0 0 0,-1 0 0 0 0,1-1 0 0 0,0 1 0 0 0,1 0 1 0 0,-1-1-1 0 0,1 1 0 0 0,-1-1 0 0 0,4 6 0 0 0,-3-7-92 0 0,-1 0 1 0 0,0 0-1 0 0,1 0 1 0 0,0 0-1 0 0,-1 0 1 0 0,1 0-1 0 0,0 0 1 0 0,0-1-1 0 0,0 1 1 0 0,0-1-1 0 0,0 1 1 0 0,0-1-1 0 0,0 0 1 0 0,1 0-1 0 0,-1 0 1 0 0,0 0-1 0 0,1 0 1 0 0,-1-1-1 0 0,1 1 1 0 0,-1-1-1 0 0,1 1 1 0 0,3-1-1 0 0,19-6-2294 0 0,-2-4-4987 0 0,-7 2-2992 0 0,-6 4 3627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30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6 229 932 0 0,'-6'-8'13056'0'0,"8"6"-12735"0"0,0 0 1 0 0,1 0-1 0 0,-1 0 0 0 0,0 0 0 0 0,0 1 1 0 0,1-1-1 0 0,-1 1 0 0 0,1-1 1 0 0,-1 1-1 0 0,1 0 0 0 0,0 0 0 0 0,-1 0 1 0 0,1 1-1 0 0,4-2 0 0 0,54-6 3950 0 0,-20 4-3164 0 0,818-154 7471 0 0,-828 153-8574 0 0,-8 1-4 0 0,0 0 0 0 0,33-12 0 0 0,-72 24-506 0 0,-1 0 0 0 0,1 1 0 0 0,-23 17 0 0 0,-12 7-5800 0 0,0-6-7358 0 0,33-20 7607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31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1 752 0 0,'0'0'17596'0'0,"-3"5"-16580"0"0,-3 5-326 0 0,1 2 0 0 0,0-1-1 0 0,1 1 1 0 0,0 0 0 0 0,1-1-1 0 0,0 2 1 0 0,1-1 0 0 0,-1 16-1 0 0,-1 112 2899 0 0,4-110-2914 0 0,0-17-418 0 0,-1 0-13 0 0,1 1 1 0 0,0-1-1 0 0,1 1 1 0 0,1-1-1 0 0,0 0 1 0 0,1 0-1 0 0,0 0 1 0 0,1 0-1 0 0,0 0 1 0 0,8 15-1 0 0,-7-16-243 0 0,2-1 0 0 0,-7-11 0 0 0,0 0 0 0 0,0 0 0 0 0,0 0 0 0 0,0 0 0 0 0,0 0 0 0 0,0 0 0 0 0,0 0 0 0 0,0 0 0 0 0,1 0 0 0 0,-1 0 0 0 0,0 0 0 0 0,0 0 0 0 0,0 0 0 0 0,0 0 0 0 0,0 0 0 0 0,0 0 0 0 0,0 0 0 0 0,0 0 0 0 0,0 0 0 0 0,1 0 0 0 0,-1 0 0 0 0,0 0 0 0 0,0 0 0 0 0,0 0 0 0 0,0 0 0 0 0,0 0 0 0 0,0 0 0 0 0,0 0 0 0 0,0 0 0 0 0,0 0 0 0 0,0 0 0 0 0,0 0 0 0 0,1 0 0 0 0,-1 0 0 0 0,0 0 0 0 0,0 0 0 0 0,0 0 0 0 0,0 1 0 0 0,0-1 0 0 0,0 0 0 0 0,0 0 0 0 0,0 0 0 0 0,0 0 0 0 0,0 0 0 0 0,0 0 0 0 0,0 0 0 0 0,0 0 0 0 0,0 0 0 0 0,-3-22 0 0 0,-1 8 0 0 0,1 7 0 0 0,-14-11 0 0 0,15 15 0 0 0,-1 0 0 0 0,0-1 0 0 0,0 2 0 0 0,0-1 0 0 0,-1 0 0 0 0,1 1 0 0 0,-1-1 0 0 0,1 1 0 0 0,-1 0 0 0 0,0 0 0 0 0,1 1 0 0 0,-1-1 0 0 0,0 1 0 0 0,0 0 0 0 0,0 0 0 0 0,-1 0 0 0 0,1 0 0 0 0,0 1 0 0 0,0 0 0 0 0,0 0 0 0 0,-5 0 0 0 0,-2 1 0 0 0,0 0 0 0 0,0 0 0 0 0,0 1 0 0 0,0 0 0 0 0,-18 7 0 0 0,7-2 0 0 0,12-4 0 0 0,1 1 0 0 0,-1 0 0 0 0,1 0 0 0 0,0 1 0 0 0,1 0 0 0 0,-1 1 0 0 0,1-1 0 0 0,0 2 0 0 0,1-1 0 0 0,-1 1 0 0 0,-8 11 0 0 0,13-7 0 0 0,1 5 0 0 0,2-13 0 0 0,0-1 0 0 0,0 0 0 0 0,1 0 0 0 0,-1 0 0 0 0,1 1 0 0 0,-1-1 0 0 0,1 0 0 0 0,0 0 0 0 0,0 0 0 0 0,0 0 0 0 0,0 0 0 0 0,0 0 0 0 0,0 0 0 0 0,0-1 0 0 0,1 1 0 0 0,-1 0 0 0 0,1-1 0 0 0,-1 1 0 0 0,1-1 0 0 0,0 1 0 0 0,0-1 0 0 0,-1 0 0 0 0,1 0 0 0 0,0 1 0 0 0,0-1 0 0 0,0-1 0 0 0,0 1 0 0 0,1 0 0 0 0,-1 0 0 0 0,0-1 0 0 0,0 1 0 0 0,0-1 0 0 0,0 0 0 0 0,4 0 0 0 0,-1 1 0 0 0,16 2 0 0 0,1-1 0 0 0,0-1 0 0 0,0-1 0 0 0,-1-1 0 0 0,1-1 0 0 0,0-1 0 0 0,-1-1 0 0 0,1 0 0 0 0,33-14 0 0 0,-49 16 0 0 0,0 0 0 0 0,-1-1 0 0 0,1 0 0 0 0,-1 0 0 0 0,0-1 0 0 0,0 1 0 0 0,0-1 0 0 0,8-8 0 0 0,-11 10 0 0 0,-1 0 0 0 0,1 0 0 0 0,0 0 0 0 0,-1 0 0 0 0,1-1 0 0 0,-1 1 0 0 0,0 0 0 0 0,0-1 0 0 0,0 1 0 0 0,0-1 0 0 0,0 1 0 0 0,0-1 0 0 0,-1 1 0 0 0,1-1 0 0 0,-1 1 0 0 0,0-1 0 0 0,0 0 0 0 0,0 1 0 0 0,0-1 0 0 0,0 1 0 0 0,-1-1 0 0 0,1 0 0 0 0,-1 1 0 0 0,1-1 0 0 0,-1 1 0 0 0,0-1 0 0 0,0 1 0 0 0,-2-4 0 0 0,-2-3 0 0 0,2 3 0 0 0,1 1 0 0 0,-1 0 0 0 0,0 1 0 0 0,0-1 0 0 0,-1 1 0 0 0,1-1 0 0 0,-1 1 0 0 0,0 0 0 0 0,0 0 0 0 0,0 0 0 0 0,-1 1 0 0 0,0 0 0 0 0,1 0 0 0 0,-7-3 0 0 0,0 2 0 0 0,-1 1 0 0 0,6-1 0 0 0,-2-1 0 0 0,-1 2-109 0 0,30 10-1844 0 0,5 1-3983 0 0,1-4-6929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32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38 161 788 0 0,'0'0'5289'0'0,"-5"2"-4331"0"0,-20 6 1928 0 0,18 48 7264 0 0,7-52-9740 0 0,0 0 1 0 0,0 1 0 0 0,0-1-1 0 0,1 0 1 0 0,0 0 0 0 0,0 0-1 0 0,0 0 1 0 0,0 0 0 0 0,0 0 0 0 0,4 5-1 0 0,13 36 3853 0 0,-17-44-3707 0 0,4 4-93 0 0,-5-8 2415 0 0,-3-6-2876 0 0,1 0 0 0 0,0 0-1 0 0,0-1 1 0 0,1 1 0 0 0,0 0-1 0 0,1-1 1 0 0,0 1 0 0 0,0-1 0 0 0,1 1-1 0 0,0-1 1 0 0,4-13 0 0 0,-1 8-3 0 0,0 1 1 0 0,1 0 0 0 0,1-1 0 0 0,0 2-1 0 0,0-1 1 0 0,10-13 0 0 0,-9 19 0 0 0,0 0 0 0 0,0 1 0 0 0,1 0 0 0 0,0 0 0 0 0,0 1 0 0 0,0 0 0 0 0,1 0 0 0 0,0 1 0 0 0,0 1 0 0 0,1-1 0 0 0,-1 1 0 0 0,1 1 0 0 0,0 0 0 0 0,13-3 0 0 0,-9 5 0 0 0,7 2 0 0 0,-7 1 0 0 0,-2 3 0 0 0,-1 3 0 0 0,-5 0 0 0 0,0 1 0 0 0,0-1 0 0 0,6-6 0 0 0,4-10 0 0 0,-8 0 0 0 0,3-6-1098 0 0,-6 4-6955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32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1 404 0 0,'0'0'4727'0'0,"-13"14"-1333"0"0,10-4 8734 0 0,8-7-11638 0 0,-1-1-1 0 0,1-1 1 0 0,0 1 0 0 0,0-1-1 0 0,0 0 1 0 0,0 0 0 0 0,1 0-1 0 0,-1-1 1 0 0,0 0-1 0 0,0 0 1 0 0,0 0 0 0 0,10-2-1 0 0,-5 1-136 0 0,0 0-1 0 0,-1 1 1 0 0,1 0 0 0 0,11 2-1 0 0,-15-1-130 0 0,-1 1 0 0 0,1-1 0 0 0,0 1 0 0 0,-1 0 0 0 0,0 0 0 0 0,1 0 0 0 0,7 5 0 0 0,-12-5-135 0 0,1-1 1 0 0,0 1-1 0 0,-1-1 0 0 0,1 1 1 0 0,-1 0-1 0 0,0-1 0 0 0,0 1 1 0 0,0 0-1 0 0,0 0 0 0 0,0 0 1 0 0,0 0-1 0 0,0 0 0 0 0,0 0 1 0 0,-1 0-1 0 0,1 0 0 0 0,-1 0 1 0 0,0 0-1 0 0,1 0 0 0 0,-1 0 1 0 0,0 0-1 0 0,0 0 0 0 0,0 0 1 0 0,-1 1-1 0 0,1 1 0 0 0,-2 7-82 0 0,-1 0-1 0 0,0-1 1 0 0,0 1-1 0 0,-1-1 1 0 0,-9 17-1 0 0,-5-2-4 0 0,12-15 0 0 0,8-1 0 0 0,14-2 0 0 0,-8-7 0 0 0,-1 0 0 0 0,0 0 0 0 0,1-1 0 0 0,-1 1 0 0 0,1-2 0 0 0,-1 1 0 0 0,0-1 0 0 0,0 0 0 0 0,9-4 0 0 0,4-1 0 0 0,0 1 0 0 0,0 0 0 0 0,26-2 0 0 0,-37 6 0 0 0,-2 1-1694 0 0,1 6 5162 0 0,-7-1-4758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39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0 324 0 0,'-2'2'17039'0'0,"-2"7"-8552"0"0,-3 6-5734 0 0,-11 26-4858 0 0,14-30 4889 0 0,-6 18-1622 0 0,1-1-1 0 0,-7 45 1 0 0,16-58-1162 0 0,5 0 0 0 0,1-5 0 0 0,-5-9-89 0 0,0 0 0 0 0,0 0 0 0 0,1-1 0 0 0,-1 1 1 0 0,0 0-1 0 0,0 0 0 0 0,1-1 0 0 0,-1 1 0 0 0,0-1 0 0 0,1 1 0 0 0,-1-1 0 0 0,0 0 1 0 0,1 1-1 0 0,-1-1 0 0 0,0 0 0 0 0,1 0 0 0 0,-1 0 0 0 0,1 0 0 0 0,-1 0 0 0 0,1 0 1 0 0,1-1-1 0 0,26-7-5008 0 0,-25 7 4047 0 0,-2 0-1356 0 0,8-2-8611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39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75 228 0 0,'-40'11'11193'0'0,"22"-7"-1032"0"0,20-4-10036 0 0,0 0 1 0 0,0 0-1 0 0,0 0 1 0 0,0 0-1 0 0,0 0 1 0 0,0 1-1 0 0,0-1 1 0 0,0 1-1 0 0,0-1 1 0 0,0 1-1 0 0,0 0 1 0 0,2 1-1 0 0,7 1 198 0 0,23-2 478 0 0,0-1 1 0 0,0-1 0 0 0,0-2 0 0 0,48-11 0 0 0,-11 3-54 0 0,326-56 3210 0 0,-374 63-3552 0 0,-26 8-256 0 0,-41 14-216 0 0,16-7 92 0 0,9-2-776 0 0,1 1 0 0 0,-21 14 0 0 0,18-7-3683 0 0,0 3-4165 0 0,19-8-4132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0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24 748 0 0,'0'0'13439'0'0,"-13"0"-9530"0"0,8 7-2896 0 0,0 1 1 0 0,1 1 0 0 0,0-1-1 0 0,1 1 1 0 0,-1-1 0 0 0,-2 13 0 0 0,3-7-233 0 0,1-1 1 0 0,0 0-1 0 0,1 1 1 0 0,0-1 0 0 0,1 1-1 0 0,3 24 1 0 0,12 15 1309 0 0,-10-44-2078 0 0,-5-9-13 0 0,0 0 0 0 0,0 0 0 0 0,1 0 0 0 0,-1 0 0 0 0,0 0 0 0 0,0 0 0 0 0,0 0 0 0 0,1 0 0 0 0,-1 1 0 0 0,0-1 0 0 0,0 0 0 0 0,0 0 0 0 0,1 0 0 0 0,-1 0 0 0 0,0 0 0 0 0,0 0 0 0 0,1 0 0 0 0,-1-1 0 0 0,0 1 0 0 0,0 0 0 0 0,1 0 0 0 0,-1 0 0 0 0,0 0 0 0 0,0 0 0 0 0,0 0 0 0 0,1 0 0 0 0,-1 0 0 0 0,0 0 0 0 0,0-1 0 0 0,0 1 0 0 0,0 0 0 0 0,1 0 0 0 0,-1 0 0 0 0,0 0 0 0 0,0-1 0 0 0,0 1 0 0 0,0 0 0 0 0,0 0 0 0 0,1 0 0 0 0,-1-1 0 0 0,0 1 0 0 0,0 0 0 0 0,0 0 0 0 0,0 0 0 0 0,0-1 0 0 0,0 1 0 0 0,0 0 0 0 0,0 0 0 0 0,0-1 0 0 0,0 1 0 0 0,0 0 0 0 0,0 0 0 0 0,0 0 0 0 0,0-1 0 0 0,0 1 0 0 0,0 0 0 0 0,0 0 0 0 0,0-1 0 0 0,0 1 0 0 0,-1 0 0 0 0,1 0 0 0 0,0-1 0 0 0,2-14 0 0 0,-5-33 0 0 0,1 41 0 0 0,1-1 0 0 0,1 1 0 0 0,-1 0 0 0 0,1-1 0 0 0,1 1 0 0 0,1-12 0 0 0,1 7 0 0 0,-2 3 0 0 0,1 0 0 0 0,1-1 0 0 0,-1 1 0 0 0,7-12 0 0 0,-7 17 0 0 0,0 1 0 0 0,0 0 0 0 0,0 0 0 0 0,1 0 0 0 0,0 0 0 0 0,-1 0 0 0 0,1 0 0 0 0,0 1 0 0 0,0 0 0 0 0,0-1 0 0 0,1 1 0 0 0,-1 0 0 0 0,0 0 0 0 0,5-1 0 0 0,8-3 0 0 0,0 1 0 0 0,0 0 0 0 0,1 1 0 0 0,-1 0 0 0 0,1 2 0 0 0,0 0 0 0 0,0 1 0 0 0,0 0 0 0 0,0 2 0 0 0,0 0 0 0 0,0 0 0 0 0,0 2 0 0 0,27 7 0 0 0,-27-4 0 0 0,-17-6 0 0 0,1 0 0 0 0,0 0 0 0 0,-1 1 0 0 0,1-1 0 0 0,0 0 0 0 0,-1 0 0 0 0,1 1 0 0 0,0-1 0 0 0,-1 1 0 0 0,1-1 0 0 0,-1 1 0 0 0,1-1 0 0 0,0 1 0 0 0,-1-1 0 0 0,0 1 0 0 0,1-1 0 0 0,-1 1 0 0 0,1-1 0 0 0,-1 1 0 0 0,0 0 0 0 0,1-1 0 0 0,-1 1 0 0 0,0 0 0 0 0,1 0 0 0 0,0 1 0 0 0,4 10 0 0 0,-3-1 0 0 0,-4 5 0 0 0,-3-5 0 0 0,-2-6 0 0 0,-4-17 0 0 0,5 0 989 0 0,4 1-3663 0 0,7-12-12777 0 0,-4 21 13207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1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259 164 4 0 0,'0'0'7688'0'0,"2"-3"-5329"0"0,11-16 9109 0 0,-11 15-10259 0 0,50-79 3632 0 0,-51 82-4783 0 0,0 0-1 0 0,-1 0 1 0 0,1 0-1 0 0,-1 0 0 0 0,1 0 1 0 0,-1 0-1 0 0,1 0 1 0 0,-1-1-1 0 0,1 1 1 0 0,-1 0-1 0 0,0 0 0 0 0,0 0 1 0 0,0 0-1 0 0,0-1 1 0 0,0 1-1 0 0,0 0 1 0 0,0 0-1 0 0,0 0 0 0 0,0 0 1 0 0,0-1-1 0 0,-1 1 1 0 0,1 0-1 0 0,0 0 1 0 0,-1 0-1 0 0,1 0 1 0 0,-1 0-1 0 0,1 0 0 0 0,-1 0 1 0 0,0 0-1 0 0,1 0 1 0 0,-1 0-1 0 0,0 0 1 0 0,0 0-1 0 0,0 1 0 0 0,-1-3 1 0 0,0 2 73 0 0,-1-1 0 0 0,1 0-1 0 0,-1 1 1 0 0,1 0 0 0 0,-1-1 0 0 0,1 1 0 0 0,-1 0 0 0 0,0 0-1 0 0,0 1 1 0 0,-5-2 0 0 0,1 2 25 0 0,-1 0 0 0 0,0 1-1 0 0,1 0 1 0 0,-1 0 0 0 0,1 1-1 0 0,0 0 1 0 0,0 0 0 0 0,-1 1-1 0 0,1 0 1 0 0,-7 4 0 0 0,-63 45-250 0 0,45-29 166 0 0,-25 24-72 0 0,54-45 0 0 0,0 1 0 0 0,0 1 0 0 0,0-1 0 0 0,0 0 0 0 0,1 1 0 0 0,-1-1 0 0 0,1 1 0 0 0,0 0 0 0 0,0-1 0 0 0,0 1 0 0 0,1 0 0 0 0,-1 0 0 0 0,1 1 0 0 0,-1 7 0 0 0,2-10 0 0 0,0 0 0 0 0,0 0 0 0 0,0 0 0 0 0,0 0 0 0 0,0 0 0 0 0,1 0 0 0 0,-1 0 0 0 0,1 0 0 0 0,0 0 0 0 0,-1 0 0 0 0,1 0 0 0 0,0 0 0 0 0,0 0 0 0 0,0 0 0 0 0,0-1 0 0 0,1 1 0 0 0,-1 0 0 0 0,0-1 0 0 0,1 1 0 0 0,-1-1 0 0 0,1 0 0 0 0,-1 1 0 0 0,1-1 0 0 0,0 0 0 0 0,-1 0 0 0 0,1 0 0 0 0,0 0 0 0 0,0 0 0 0 0,0 0 0 0 0,0-1 0 0 0,3 2 0 0 0,2-1 0 0 0,0 0 0 0 0,0 0 0 0 0,1-1 0 0 0,-1 0 0 0 0,0 0 0 0 0,9-2 0 0 0,-11 2 0 0 0,18-3 102 0 0,0-1 0 0 0,0-1 0 0 0,39-13 0 0 0,1-11-1493 0 0,-55 24 92 0 0,0-1 0 0 0,0 1 0 0 0,0-1 0 0 0,10-11 0 0 0,-7 1-4414 0 0,-4 6-2339 0 0,-1 2 1572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1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14 44 0 0,'0'-9'2621'0'0,"-2"6"1249"0"0,1 3-3450 0 0,0-1 1 0 0,0 1-1 0 0,0 0 1 0 0,0 0 0 0 0,0 0-1 0 0,0 0 1 0 0,0 0-1 0 0,0 0 1 0 0,0 0-1 0 0,0 0 1 0 0,0 0 0 0 0,0 0-1 0 0,-1 0 1 0 0,1 1-1 0 0,0-1 1 0 0,0 0 0 0 0,1 1-1 0 0,-1-1 1 0 0,0 1-1 0 0,0-1 1 0 0,0 1-1 0 0,0-1 1 0 0,0 1 0 0 0,0 0-1 0 0,1-1 1 0 0,-2 3-1 0 0,-21 32 4150 0 0,-3 46-454 0 0,-4 59 1279 0 0,28-120-5236 0 0,0 1 1 0 0,1-1-1 0 0,1 1 0 0 0,4 38 0 0 0,-3-45-159 0 0,-1-12 0 0 0,0 0 0 0 0,0 0 0 0 0,1-1 0 0 0,-1 1 0 0 0,0 0 0 0 0,1 0 0 0 0,-1-1 0 0 0,1 1 0 0 0,-1 0 0 0 0,1 0 0 0 0,0-1 0 0 0,1 3 0 0 0,2 5 0 0 0,-1 5 0 0 0,6-3 0 0 0,-1-3 0 0 0,3-1 0 0 0,-10-6-5 0 0,0-1-1 0 0,-1 0 1 0 0,1 1 0 0 0,0-1-1 0 0,0 1 1 0 0,-1-1 0 0 0,1 0-1 0 0,0 0 1 0 0,0 1 0 0 0,0-1-1 0 0,0 0 1 0 0,-1 0 0 0 0,1 0-1 0 0,0 0 1 0 0,0 0 0 0 0,0 0-1 0 0,0 0 1 0 0,-1 0 0 0 0,1 0-1 0 0,0-1 1 0 0,0 1 0 0 0,0 0-1 0 0,0 0 1 0 0,-1-1 0 0 0,1 1-1 0 0,0-1 1 0 0,0 1 0 0 0,-1 0-1 0 0,1-1 1 0 0,0 0 0 0 0,-1 1-1 0 0,1-1 1 0 0,-1 1 0 0 0,2-2-1 0 0,1 1-1036 0 0,15-8-6889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1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35 152 100 0 0,'-17'0'6274'0'0,"-1"-3"3962"0"0,19 1-9903 0 0,0 1 1 0 0,0-1 0 0 0,0 0 0 0 0,0 0 0 0 0,0 1 0 0 0,1-1 0 0 0,-1 0 0 0 0,0 1 0 0 0,1-1 0 0 0,-1 1 0 0 0,1 0 0 0 0,0-1 0 0 0,-1 1 0 0 0,1 0 0 0 0,0 0 0 0 0,0 0 0 0 0,0 0 0 0 0,-1 1 0 0 0,1-1 0 0 0,4-1 0 0 0,52-17 897 0 0,-48 16-551 0 0,113-27 2472 0 0,230-24-1 0 0,-261 42-2221 0 0,-81 11-930 0 0,3 1 0 0 0,-14 0-7 0 0,0 0 1 0 0,0 0-1 0 0,0 1 0 0 0,0-1 0 0 0,1 0 1 0 0,-1 0-1 0 0,0 1 0 0 0,0-1 0 0 0,0 0 1 0 0,0 0-1 0 0,0 1 0 0 0,0-1 0 0 0,0 0 1 0 0,0 1-1 0 0,0-1 0 0 0,1 0 0 0 0,-1 0 1 0 0,0 1-1 0 0,-1-1 0 0 0,1 0 0 0 0,0 0 1 0 0,0 1-1 0 0,0-1 0 0 0,0 0 1 0 0,0 1-1 0 0,0-1 0 0 0,0 0 0 0 0,0 0 1 0 0,0 1-1 0 0,-1-1 0 0 0,1 0 0 0 0,0 0 1 0 0,0 1-1 0 0,0-1 0 0 0,0 0 0 0 0,-1 0 1 0 0,1 0-1 0 0,0 0 0 0 0,0 1 0 0 0,0-1 1 0 0,-1 0-1 0 0,1 0 0 0 0,0 0 0 0 0,0 0 1 0 0,-1 0-1 0 0,1 1 0 0 0,0-1 0 0 0,-1 0 1 0 0,-19 17-1322 0 0,-2-4-1657 0 0,-11 7-3386 0 0,12-5-4104 0 0,9-7 4133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2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40 836 0 0,'24'-40'31692'0'0,"-28"46"-31660"0"0,1 0 1 0 0,-1-1 0 0 0,1 1 0 0 0,0 0 0 0 0,0 1 0 0 0,1-1-1 0 0,-4 14 1 0 0,-11 58-76 0 0,14-60 63 0 0,0-5-20 0 0,0 40 0 0 0,3-3 0 0 0,3-44 0 0 0,9-22 0 0 0,-10 12 0 0 0,1-1 0 0 0,-1 0 0 0 0,0-1 0 0 0,-1 1 0 0 0,1 0 0 0 0,-1 0 0 0 0,0-1 0 0 0,0-7 0 0 0,-1 9 0 0 0,0 0 0 0 0,0-1 0 0 0,0 1 0 0 0,-1 0 0 0 0,0 0 0 0 0,1 0 0 0 0,-2 0 0 0 0,1 1 0 0 0,0-1 0 0 0,-3-5 0 0 0,3 7 0 0 0,0 1 0 0 0,0-1 0 0 0,-1 1 0 0 0,1-1 0 0 0,0 1 0 0 0,0 0 0 0 0,-1 0 0 0 0,1 0 0 0 0,-1 0 0 0 0,1 0 0 0 0,-1 0 0 0 0,1 0 0 0 0,-1 0 0 0 0,0 0 0 0 0,1 1 0 0 0,-3-1 0 0 0,0 0 0 0 0,-1 1 0 0 0,0-1 0 0 0,0 1 0 0 0,1 0 0 0 0,-1 1 0 0 0,0-1 0 0 0,1 1 0 0 0,-1 0 0 0 0,0 0 0 0 0,-4 2 0 0 0,-1 0 0 0 0,-1-1 0 0 0,-1 0 0 0 0,1 0 0 0 0,0 2 0 0 0,0-1 0 0 0,0 1 0 0 0,0 1 0 0 0,1 0 0 0 0,0 0 0 0 0,0 1 0 0 0,0 1 0 0 0,0 0 0 0 0,-13 12 0 0 0,11-7 0 0 0,1 0 0 0 0,0 0 0 0 0,1 1 0 0 0,1 1 0 0 0,0-1 0 0 0,0 1 0 0 0,1 1 0 0 0,-6 17 0 0 0,13-30 0 0 0,0 0 0 0 0,0 0 0 0 0,0 0 0 0 0,1 0 0 0 0,-1 0 0 0 0,1 0 0 0 0,-1 1 0 0 0,1-1 0 0 0,0 0 0 0 0,0 0 0 0 0,0 0 0 0 0,0 0 0 0 0,0 1 0 0 0,1-1 0 0 0,-1 0 0 0 0,0 0 0 0 0,1 0 0 0 0,0 0 0 0 0,-1 0 0 0 0,1 0 0 0 0,0 0 0 0 0,0 0 0 0 0,0 0 0 0 0,0 0 0 0 0,1-1 0 0 0,-1 1 0 0 0,0 0 0 0 0,1-1 0 0 0,-1 1 0 0 0,1-1 0 0 0,0 1 0 0 0,-1-1 0 0 0,1 0 0 0 0,0 0 0 0 0,0 0 0 0 0,0 0 0 0 0,0 0 0 0 0,0 0 0 0 0,0 0 0 0 0,0-1 0 0 0,0 1 0 0 0,0-1 0 0 0,4 1 0 0 0,5 1 0 0 0,-1 0 0 0 0,1-1 0 0 0,0 0 0 0 0,-1-1 0 0 0,1 0 0 0 0,0-1 0 0 0,18-3 0 0 0,5-4 0 0 0,-1-1 0 0 0,0-1 0 0 0,0-2 0 0 0,-2-2 0 0 0,1-1 0 0 0,-2-1 0 0 0,45-32 0 0 0,-71 45 0 0 0,0 0 0 0 0,-1-1 0 0 0,1 0 0 0 0,-1 1 0 0 0,0-2 0 0 0,0 1 0 0 0,0 0 0 0 0,-1 0 0 0 0,1-1 0 0 0,-1 1 0 0 0,0-1 0 0 0,-1 0 0 0 0,3-9 0 0 0,-4 13 0 0 0,1 0 0 0 0,-1 0 0 0 0,0 0 0 0 0,0 0 0 0 0,0 0 0 0 0,0 0 0 0 0,0 0 0 0 0,0 0 0 0 0,0 0 0 0 0,0 0 0 0 0,0 0 0 0 0,0 0 0 0 0,0 0 0 0 0,-1 0 0 0 0,1 0 0 0 0,0 0 0 0 0,-1 0 0 0 0,1 0 0 0 0,-1 0 0 0 0,1 0 0 0 0,-1 0 0 0 0,1 1 0 0 0,-1-1 0 0 0,0 0 0 0 0,0 0 0 0 0,1 1 0 0 0,-1-1 0 0 0,-1 0 0 0 0,1 0 0 0 0,-1-1 0 0 0,0 0 0 0 0,0 0 0 0 0,0 0 0 0 0,-1 0 0 0 0,1 1 0 0 0,-1-1 0 0 0,1 1 0 0 0,-1 0 0 0 0,1-1 0 0 0,-1 1 0 0 0,0 1 0 0 0,0-1 0 0 0,1 0 0 0 0,-1 0 0 0 0,0 1 0 0 0,0 0 0 0 0,-4 0 0 0 0,-49 0 0 0 0,32 4 0 0 0,-47 4 0 0 0,59-6 0 0 0,12-2 0 0 0,0 0 0 0 0,0 0 0 0 0,0 0 0 0 0,0 0 0 0 0,0 0 0 0 0,1 0 0 0 0,-1 0 0 0 0,0 0 0 0 0,0 0 0 0 0,0 0 0 0 0,0 0 0 0 0,0 0 0 0 0,0 0 0 0 0,0 0 0 0 0,1 0 0 0 0,-1 1 0 0 0,0-1 0 0 0,0 0 0 0 0,0 0 0 0 0,0 0 0 0 0,0 0 0 0 0,0 0 0 0 0,0 0 0 0 0,0 0 0 0 0,0 1 0 0 0,0-1 0 0 0,0 0 0 0 0,0 0 0 0 0,0 0 0 0 0,0 0 0 0 0,0 0 0 0 0,0 0 0 0 0,0 1 0 0 0,0-1 0 0 0,0 0 0 0 0,0 0 0 0 0,0 0 0 0 0,0 0 0 0 0,0 0 0 0 0,0 1 0 0 0,0-1 0 0 0,0 0 0 0 0,0 0 0 0 0,0 0 0 0 0,0 0 0 0 0,0 0 0 0 0,0 0 0 0 0,0 0 0 0 0,0 1 0 0 0,0-1 0 0 0,0 0 0 0 0,-1 0 0 0 0,1 0 0 0 0,0 0 0 0 0,0 0 0 0 0,0 0 0 0 0,0 0 0 0 0,0 0 0 0 0,0 0 0 0 0,0 0 0 0 0,-1 0 0 0 0,1 0 0 0 0,0 1 0 0 0,0-1 0 0 0,0 0 0 0 0,0 0 0 0 0,0 0 0 0 0,0 0 0 0 0,-1 0 0 0 0,29 3 0 0 0,-16-4-756 0 0,-1 0 0 0 0,0 0 0 0 0,19-5 1 0 0,11-5-9931 0 0,-26 6 3374 0 0,-1 1 706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3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76 420 0 0,'0'0'9403'0'0,"-5"2"-8028"0"0,2 1-957 0 0,0-1 1 0 0,-1 1 0 0 0,1-1 0 0 0,0 1-1 0 0,1 0 1 0 0,-1 0 0 0 0,1 0-1 0 0,-1 1 1 0 0,1-1 0 0 0,0 1-1 0 0,0-1 1 0 0,0 1 0 0 0,1 0 0 0 0,-1-1-1 0 0,1 1 1 0 0,0 0 0 0 0,0 0-1 0 0,0 0 1 0 0,0 0 0 0 0,1 0-1 0 0,0 0 1 0 0,0 0 0 0 0,0 7 0 0 0,0-2 342 0 0,0 1 0 0 0,1 0 0 0 0,0 0 0 0 0,1-1 0 0 0,0 1 0 0 0,0-1 0 0 0,1 1 0 0 0,0-1 0 0 0,1 0 0 0 0,0 0 0 0 0,8 15 0 0 0,-10-23 1278 0 0,-4-12-2004 0 0,0-1 0 0 0,0 1-1 0 0,-1 0 1 0 0,0 0 0 0 0,-1 0 0 0 0,-1 0 0 0 0,1 0 0 0 0,-2 1 0 0 0,-11-18 0 0 0,-1-27-35 0 0,18 54 0 0 0,0-1 0 0 0,0 1 0 0 0,1-1 0 0 0,-1 1 0 0 0,0-1 0 0 0,1 1 0 0 0,-1-1 0 0 0,1 1 0 0 0,0-1 0 0 0,-1 1 0 0 0,1 0 0 0 0,0-1 0 0 0,0 1 0 0 0,0 0 0 0 0,0 0 0 0 0,0 0 0 0 0,0 0 0 0 0,0 0 0 0 0,0 0 0 0 0,0 0 0 0 0,1 0 0 0 0,0-1 0 0 0,31-11 0 0 0,-24 10 0 0 0,15-6 0 0 0,1 1 0 0 0,0 1 0 0 0,1 1 0 0 0,0 1 0 0 0,0 2 0 0 0,0 0 0 0 0,26 2 0 0 0,-38 0 0 0 0,-4 2-210 0 0,-8 0-911 0 0,-9-29-25215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3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38 1528 0 0,'-11'-16'5935'0'0,"-7"-5"4033"0"0,17 20-8531 0 0,-19 4 2609 0 0,10 3-3302 0 0,1 0-1 0 0,-1 1 0 0 0,1 0 1 0 0,0 1-1 0 0,1 0 1 0 0,0 0-1 0 0,0 0 0 0 0,1 1 1 0 0,0 1-1 0 0,1-1 1 0 0,-9 17-1 0 0,-1 3-432 0 0,2 1-1 0 0,-20 61 1 0 0,24-54-311 0 0,2 1 0 0 0,2 0 0 0 0,1 0 0 0 0,2 0 0 0 0,1 1 0 0 0,7 64 0 0 0,-3-86 0 0 0,2-1 0 0 0,0-1 0 0 0,0 1 0 0 0,2 0 0 0 0,0-1 0 0 0,0 0 0 0 0,2-1 0 0 0,0 1 0 0 0,0-1 0 0 0,2-1 0 0 0,-1 0 0 0 0,2 0 0 0 0,0-1 0 0 0,0 0 0 0 0,18 13 0 0 0,-9-13 30 0 0,36 9-440 0 0,-58-23-2833 0 0,-5-16 2917 0 0,6 13-4536 0 0,5-13-13009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4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27 227 1292 0 0,'-9'-2'20311'0'0,"7"3"-20031"0"0,1 0-1 0 0,0 1 0 0 0,0-1 1 0 0,0 1-1 0 0,0 0 0 0 0,1-1 1 0 0,-1 1-1 0 0,0 0 0 0 0,1-1 0 0 0,-1 1 1 0 0,1 0-1 0 0,-1 0 0 0 0,1 0 1 0 0,0 0-1 0 0,0-1 0 0 0,0 5 1 0 0,-4 23 3246 0 0,2-23-3041 0 0,2 9 1250 0 0,4 7-1147 0 0,7 30-507 0 0,-7-41-81 0 0,-4-81 0 0 0,-1 53 0 0 0,1 0 0 0 0,0 0 0 0 0,1 0 0 0 0,1 1 0 0 0,1-1 0 0 0,0 0 0 0 0,1 1 0 0 0,1 0 0 0 0,0 0 0 0 0,1 0 0 0 0,14-25 0 0 0,-16 34 0 0 0,0 1 0 0 0,0-1 0 0 0,0 1 0 0 0,1 0 0 0 0,0 0 0 0 0,1 1 0 0 0,-1-1 0 0 0,1 1 0 0 0,0 0 0 0 0,0 1 0 0 0,1-1 0 0 0,-1 1 0 0 0,1 0 0 0 0,0 1 0 0 0,0 0 0 0 0,0 0 0 0 0,1 0 0 0 0,-1 1 0 0 0,0 0 0 0 0,1 1 0 0 0,14-2 0 0 0,-10 2 0 0 0,-10 0 0 0 0,-1 1 0 0 0,0 0 0 0 0,1 0 0 0 0,-1-1 0 0 0,0 1 0 0 0,1 0 0 0 0,-1 0 0 0 0,0 0 0 0 0,0 1 0 0 0,1-1 0 0 0,-1 0 0 0 0,0 0 0 0 0,1 1 0 0 0,-1-1 0 0 0,0 1 0 0 0,0-1 0 0 0,0 1 0 0 0,1 0 0 0 0,-1-1 0 0 0,0 1 0 0 0,0 0 0 0 0,1 1 0 0 0,0-1 0 0 0,8 7 0 0 0,-4 2 0 0 0,0-1 0 0 0,0 2 0 0 0,-1-6-259 0 0,-3-4-1192 0 0,-2-28-23325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5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323 21 324 0 0,'0'0'2733'0'0,"-14"-20"21196"0"0,9 27-23415 0 0,1 0-1 0 0,0 1 1 0 0,1-1 0 0 0,-1 1-1 0 0,1 0 1 0 0,1 0 0 0 0,0 0 0 0 0,-1 9-1 0 0,-7 76 755 0 0,0-1-1378 0 0,7-61 110 0 0,4 28 0 0 0,1-44 0 0 0,3-2 0 0 0,-5-13 0 0 0,0 0 0 0 0,0 0 0 0 0,0 0 0 0 0,0 0 0 0 0,0 1 0 0 0,0-1 0 0 0,0 0 0 0 0,0 0 0 0 0,0 0 0 0 0,0 0 0 0 0,0 0 0 0 0,0 1 0 0 0,0-1 0 0 0,0 0 0 0 0,0 0 0 0 0,0 0 0 0 0,0 0 0 0 0,0 0 0 0 0,0 0 0 0 0,0 1 0 0 0,0-1 0 0 0,1 0 0 0 0,-1 0 0 0 0,0 0 0 0 0,0 0 0 0 0,0 0 0 0 0,0 0 0 0 0,0 0 0 0 0,0 0 0 0 0,0 1 0 0 0,0-1 0 0 0,1 0 0 0 0,-1 0 0 0 0,0 0 0 0 0,0 0 0 0 0,0 0 0 0 0,0 0 0 0 0,0 0 0 0 0,1 0 0 0 0,-1 0 0 0 0,0 0 0 0 0,0 0 0 0 0,0 0 0 0 0,0 0 0 0 0,0 0 0 0 0,0 0 0 0 0,1 0 0 0 0,-1 0 0 0 0,0 0 0 0 0,0 0 0 0 0,0 0 0 0 0,0 0 0 0 0,0 0 0 0 0,1 0 0 0 0,-1 0 0 0 0,0 0 0 0 0,0-1 0 0 0,0 1 0 0 0,0 0 0 0 0,0 0 0 0 0,0 0 0 0 0,1 0 0 0 0,4-21 0 0 0,14-59 0 0 0,-18 63 0 0 0,-1 8 0 0 0,-2-9 0 0 0,-4 8 0 0 0,5 9 0 0 0,0-1 0 0 0,0 1 0 0 0,0 0 0 0 0,-1 0 0 0 0,1 0 0 0 0,0 0 0 0 0,0 0 0 0 0,-1 0 0 0 0,1 0 0 0 0,-1 0 0 0 0,1 0 0 0 0,-1 0 0 0 0,1 1 0 0 0,-1-1 0 0 0,1 1 0 0 0,-1-1 0 0 0,1 1 0 0 0,-1 0 0 0 0,0-1 0 0 0,1 1 0 0 0,-1 0 0 0 0,0 0 0 0 0,-2 1 0 0 0,-24 2 0 0 0,13 1 0 0 0,0 0 0 0 0,0 2 0 0 0,0-1 0 0 0,1 2 0 0 0,0 0 0 0 0,0 0 0 0 0,0 1 0 0 0,1 1 0 0 0,1 1 0 0 0,-1 0 0 0 0,1 0 0 0 0,1 1 0 0 0,-13 15 0 0 0,7 9 0 0 0,17-33 0 0 0,-1-1 0 0 0,1 1 0 0 0,-1 0 0 0 0,1-1 0 0 0,-1 1 0 0 0,1 0 0 0 0,0-1 0 0 0,0 1 0 0 0,0 0 0 0 0,0-1 0 0 0,0 1 0 0 0,0 0 0 0 0,1-1 0 0 0,-1 1 0 0 0,0 0 0 0 0,1-1 0 0 0,-1 1 0 0 0,1 0 0 0 0,0-1 0 0 0,0 1 0 0 0,-1-1 0 0 0,1 1 0 0 0,2 1 0 0 0,4 2 0 0 0,0 0 0 0 0,1-1 0 0 0,0 0 0 0 0,0 0 0 0 0,0-1 0 0 0,1 0 0 0 0,-1 0 0 0 0,1-1 0 0 0,-1 0 0 0 0,1 0 0 0 0,0-1 0 0 0,-1-1 0 0 0,1 1 0 0 0,0-1 0 0 0,12-2 0 0 0,14-1 0 0 0,-1-2 0 0 0,53-14 0 0 0,-79 17 0 0 0,-4 2 0 0 0,1-1 0 0 0,-1 0 0 0 0,0 0 0 0 0,0-1 0 0 0,1 1 0 0 0,-1-1 0 0 0,0 0 0 0 0,-1 0 0 0 0,1 0 0 0 0,0 0 0 0 0,0-1 0 0 0,-1 0 0 0 0,0 1 0 0 0,1-1 0 0 0,-1-1 0 0 0,5-6 0 0 0,-4-2 0 0 0,-3 11 0 0 0,-1-1 0 0 0,0 1 0 0 0,0 0 0 0 0,1 0 0 0 0,-1 0 0 0 0,0 0 0 0 0,0 0 0 0 0,0-1 0 0 0,-1 1 0 0 0,1 0 0 0 0,0 0 0 0 0,0 0 0 0 0,-1 0 0 0 0,1 0 0 0 0,0 0 0 0 0,-1 0 0 0 0,1 0 0 0 0,-1 0 0 0 0,1 0 0 0 0,-1 0 0 0 0,0 0 0 0 0,1 0 0 0 0,-1 0 0 0 0,-1-1 0 0 0,0 0 0 0 0,1 0 0 0 0,0 0 0 0 0,-1 0 0 0 0,1 0 0 0 0,0 0 0 0 0,0 0 0 0 0,-1 0 0 0 0,0 0 0 0 0,1 0 0 0 0,-1 1 0 0 0,0-1 0 0 0,0 1 0 0 0,1-1 0 0 0,-5-1 0 0 0,0-1 0 0 0,0 0 0 0 0,1 0 0 0 0,0 0 0 0 0,-1-1 0 0 0,-7-10 0 0 0,6 9 0 0 0,-3-1 0 0 0,35 16-2397 0 0,-10-6-3035 0 0,1 0-6271 0 0,-1-2 4265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5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42 88 0 0,'0'-4'20'0'0,"-1"-11"4610"0"0,1 13-3664 0 0,0 1 1 0 0,0-1-1 0 0,-1 1 0 0 0,1 0 0 0 0,-1-1 1 0 0,1 1-1 0 0,-9-11 13760 0 0,3 98-9409 0 0,0 4-4095 0 0,6-84-1222 0 0,0 0 0 0 0,-1 0 0 0 0,1 0 0 0 0,0 0 0 0 0,1 1 0 0 0,0-1 0 0 0,0 0 0 0 0,0 0 0 0 0,1 0 0 0 0,0 0 0 0 0,3 9 0 0 0,3-5 0 0 0,5-6-58 0 0,-11-5-201 0 0,1 0 0 0 0,-1 0 0 0 0,0 0 0 0 0,1 0 0 0 0,-1 0 0 0 0,0-1 0 0 0,0 1 0 0 0,0-1 0 0 0,0 0 0 0 0,0 0 0 0 0,0 1 0 0 0,-1-1 0 0 0,1 0 0 0 0,0-1 0 0 0,-1 1 0 0 0,0 0 0 0 0,1 0 0 0 0,-1-1 0 0 0,0 1 0 0 0,0 0 0 0 0,0-1 0 0 0,0-4 0 0 0,3-6-3585 0 0,0 0 1 0 0,-1 0-1 0 0,2-18 0 0 0,-5 8-2553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5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146 150 108 0 0,'-13'-8'1494'0'0,"-1"0"1"0"0,0 0-1 0 0,0 2 0 0 0,-20-8 1 0 0,-14-6 7563 0 0,46 19-8016 0 0,-5-2 161 0 0,7 3-1128 0 0,0 0-1 0 0,1 0 1 0 0,-1 0-1 0 0,0 0 1 0 0,0 0-1 0 0,0 0 1 0 0,0 0-1 0 0,0 0 1 0 0,0 0-1 0 0,0 0 1 0 0,0 0-1 0 0,0 0 1 0 0,1 0 0 0 0,-1 0-1 0 0,0 0 1 0 0,0 0-1 0 0,0-1 1 0 0,0 1-1 0 0,0 0 1 0 0,0 0-1 0 0,0 0 1 0 0,0 0-1 0 0,0 0 1 0 0,0 0-1 0 0,0 0 1 0 0,0 0 0 0 0,0-1-1 0 0,0 1 1 0 0,0 0-1 0 0,0 0 1 0 0,0 0-1 0 0,0 0 1 0 0,0 0-1 0 0,0 0 1 0 0,0 0-1 0 0,0 0 1 0 0,0-1-1 0 0,0 1 1 0 0,0 0 0 0 0,0 0-1 0 0,0 0 1 0 0,0 0-1 0 0,0 0 1 0 0,0 0-1 0 0,0 0 1 0 0,0 0-1 0 0,0-1 1 0 0,0 1-1 0 0,0 0 1 0 0,0 0-1 0 0,0 0 1 0 0,-1 0 0 0 0,1 0-1 0 0,0 0 1 0 0,0 0-1 0 0,0 0 1 0 0,0 0-1 0 0,0 0 1 0 0,440-75 6045 0 0,-432 73-5550 0 0,16 1 2178 0 0,-16 7-2700 0 0,-6 5-48 0 0,-2 5 0 0 0,0 31 0 0 0,2-40 0 0 0,-1 0 0 0 0,1 0 0 0 0,1-1 0 0 0,-1 1 0 0 0,1-1 0 0 0,1 0 0 0 0,-1 1 0 0 0,8 9 0 0 0,-10-15-12 0 0,0 0-1 0 0,0 0 1 0 0,0 0 0 0 0,0 0-1 0 0,0 0 1 0 0,0 0 0 0 0,0 0-1 0 0,1 0 1 0 0,-1 0 0 0 0,0 0-1 0 0,0-1 1 0 0,1 1 0 0 0,-1-1-1 0 0,3 2 1 0 0,23-1-4414 0 0,-24-1 3803 0 0,1 0-2306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6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113 102 864 0 0,'-38'-8'8101'0'0,"22"6"-6312"0"0,11 1-163 0 0,1 0-1 0 0,-1 0 1 0 0,0 1-1 0 0,0 0 1 0 0,0 0 0 0 0,0 0-1 0 0,0 0 1 0 0,1 1-1 0 0,-12 3 3558 0 0,137 2-2983 0 0,204-44-2200 0 0,-175 15 0 0 0,-57 7 0 0 0,-52 8 0 0 0,0 2 0 0 0,67-3 0 0 0,-105 12-1 0 0,-10 4-3 0 0,-7 3-34 0 0,-33 16-2867 0 0,2-2-3970 0 0,14-10-4413 0 0,15-8 4736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6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462 1 344 0 0,'0'0'14875'0'0,"-3"5"-13486"0"0,-9 14 274 0 0,1 0-1 0 0,1 1 1 0 0,1 1-1 0 0,1-1 1 0 0,1 2-1 0 0,-7 28 1 0 0,6-11-533 0 0,2 0 0 0 0,2 1 1 0 0,0 47-1 0 0,5-70-1130 0 0,5-3 0 0 0,1-4 0 0 0,0-4 0 0 0,9-9 0 0 0,-14 2 0 0 0,0 0 0 0 0,1-1 0 0 0,-1 1 0 0 0,0 0 0 0 0,0-1 0 0 0,0 0 0 0 0,0 1 0 0 0,0-1 0 0 0,0 0 0 0 0,-1 0 0 0 0,1 0 0 0 0,0 0 0 0 0,-1-1 0 0 0,0 1 0 0 0,1 0 0 0 0,-1-1 0 0 0,0 1 0 0 0,0 0 0 0 0,1-4 0 0 0,-2 5 0 0 0,1-10 0 0 0,0-3 0 0 0,2 0 0 0 0,-3 1 0 0 0,-5 0 0 0 0,-1 3 0 0 0,1 1 0 0 0,3 7 0 0 0,0 0 0 0 0,0 1 0 0 0,-1-1 0 0 0,1 0 0 0 0,0 1 0 0 0,-1 0 0 0 0,1 0 0 0 0,0-1 0 0 0,-1 1 0 0 0,0 1 0 0 0,1-1 0 0 0,-1 0 0 0 0,1 1 0 0 0,-1-1 0 0 0,0 1 0 0 0,-4 0 0 0 0,-33 1 0 0 0,18 4 0 0 0,0 1 0 0 0,0 1 0 0 0,0 0 0 0 0,1 2 0 0 0,1 1 0 0 0,0 1 0 0 0,0 0 0 0 0,-30 23 0 0 0,38-26 0 0 0,0 1 0 0 0,1 0 0 0 0,-1 1 0 0 0,2 0 0 0 0,-1 1 0 0 0,2 0 0 0 0,-1 0 0 0 0,2 1 0 0 0,-14 23 0 0 0,21-34 0 0 0,0 0 0 0 0,1 1 0 0 0,-1-1 0 0 0,1 1 0 0 0,-1-1 0 0 0,1 0 0 0 0,0 1 0 0 0,0-1 0 0 0,-1 1 0 0 0,1-1 0 0 0,0 1 0 0 0,0-1 0 0 0,0 1 0 0 0,1 0 0 0 0,-1-1 0 0 0,0 0 0 0 0,0 1 0 0 0,1-1 0 0 0,-1 1 0 0 0,1-1 0 0 0,-1 1 0 0 0,1-1 0 0 0,0 0 0 0 0,0 1 0 0 0,-1-1 0 0 0,1 0 0 0 0,2 2 0 0 0,0-1 0 0 0,0 0 0 0 0,0 1 0 0 0,0-1 0 0 0,0-1 0 0 0,1 1 0 0 0,-1-1 0 0 0,1 1 0 0 0,-1-1 0 0 0,1 0 0 0 0,7 1 0 0 0,6 1 0 0 0,1-2 0 0 0,-1 0 0 0 0,30-2 0 0 0,-15-3 0 0 0,-1-1 0 0 0,1-1 0 0 0,-1-2 0 0 0,-1-1 0 0 0,0-1 0 0 0,0-2 0 0 0,-1-1 0 0 0,28-17 0 0 0,-52 27 0 0 0,-1 0 0 0 0,0 0 0 0 0,0 0 0 0 0,0-1 0 0 0,0 0 0 0 0,-1 0 0 0 0,1 0 0 0 0,-1 0 0 0 0,0-1 0 0 0,3-5 0 0 0,-5 9 0 0 0,-1 0 0 0 0,1-1 0 0 0,0 1 0 0 0,-1-1 0 0 0,1 1 0 0 0,-1-1 0 0 0,1 0 0 0 0,-1 1 0 0 0,0-1 0 0 0,0 1 0 0 0,0-1 0 0 0,0 0 0 0 0,0 1 0 0 0,0-1 0 0 0,0 1 0 0 0,0-1 0 0 0,-1 0 0 0 0,1 1 0 0 0,-1-1 0 0 0,1 1 0 0 0,-1-1 0 0 0,1 1 0 0 0,-1-1 0 0 0,0 1 0 0 0,0 0 0 0 0,0-1 0 0 0,0 1 0 0 0,0 0 0 0 0,0 0 0 0 0,0-1 0 0 0,0 1 0 0 0,0 0 0 0 0,-1 0 0 0 0,1 0 0 0 0,0 1 0 0 0,-1-1 0 0 0,-2-1 0 0 0,-3-2 0 0 0,-25-8 0 0 0,-40 10 0 0 0,65 2 0 0 0,-6-1 0 0 0,51-6-1704 0 0,-8 1-4483 0 0,-5 1-5249 0 0,-10 4 3881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7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2 102 600 0 0,'0'0'15339'0'0,"-1"5"-14171"0"0,0 5-457 0 0,1 0 1 0 0,1 0-1 0 0,0 0 1 0 0,0 0-1 0 0,1 0 1 0 0,0-1-1 0 0,3 11 1 0 0,-1-7 484 0 0,-1-1 0 0 0,-1 1 0 0 0,2 23 0 0 0,8-8 3973 0 0,-12-44-5167 0 0,0 0-1 0 0,2-1 1 0 0,0 1 0 0 0,0 0 0 0 0,2 0 0 0 0,0 0 0 0 0,1 0-1 0 0,8-17 1 0 0,-9 25-2 0 0,1-1 0 0 0,0 0 0 0 0,1 1 0 0 0,0 0 0 0 0,0 0 0 0 0,0 1 0 0 0,1 0 0 0 0,0 0 0 0 0,1 1 0 0 0,0-1-1 0 0,0 2 1 0 0,0-1 0 0 0,1 1 0 0 0,-1 0 0 0 0,15-5 0 0 0,-10 7 0 0 0,2 1 0 0 0,-12 2 0 0 0,-3-1 0 0 0,1 1 0 0 0,0-1 0 0 0,0 1 0 0 0,0 0 0 0 0,0 0 0 0 0,0-1 0 0 0,0 1 0 0 0,0 0 0 0 0,0 0 0 0 0,0 0 0 0 0,0 0 0 0 0,0 0 0 0 0,0 0 0 0 0,0 0 0 0 0,0 1 0 0 0,0-1 0 0 0,0 0 0 0 0,0 0 0 0 0,-1 1 0 0 0,1-1 0 0 0,0 1 0 0 0,0-1 0 0 0,0 1 0 0 0,0-1 0 0 0,0 1 0 0 0,0 0 0 0 0,9 7 0 0 0,1 0 0 0 0,-5 2 0 0 0,0 2 0 0 0,-4-2 0 0 0,-2-9-4 0 0,0-1 0 0 0,0 0 1 0 0,0 0-1 0 0,0 1 0 0 0,0-1 0 0 0,0 0 0 0 0,0 0 0 0 0,0 0 1 0 0,0 1-1 0 0,0-1 0 0 0,1 0 0 0 0,-1 0 0 0 0,0 0 0 0 0,0 1 1 0 0,0-1-1 0 0,0 0 0 0 0,0 0 0 0 0,1 0 0 0 0,-1 0 1 0 0,0 1-1 0 0,0-1 0 0 0,0 0 0 0 0,1 0 0 0 0,-1 0 0 0 0,0 0 1 0 0,0 0-1 0 0,0 0 0 0 0,1 0 0 0 0,-1 0 0 0 0,0 0 1 0 0,0 1-1 0 0,1-1 0 0 0,-1 0 0 0 0,0 0 0 0 0,0 0 0 0 0,1 0 1 0 0,-1 0-1 0 0,0-1 0 0 0,0 1 0 0 0,1 0 0 0 0,26-16-2076 0 0,-8-2-2148 0 0,6-5-8466 0 0,-3 9 5043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7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3 1420 0 0,'-8'-2'9670'0'0,"6"2"-9405"0"0,1 0-1 0 0,-1 1 0 0 0,1-1 0 0 0,-1 1 0 0 0,1 0 0 0 0,0-1 1 0 0,-1 1-1 0 0,1 0 0 0 0,0 0 0 0 0,0 0 0 0 0,-1 0 1 0 0,1 0-1 0 0,0 0 0 0 0,0 0 0 0 0,0 0 0 0 0,0 0 0 0 0,0 0 1 0 0,1 1-1 0 0,-1-1 0 0 0,0 0 0 0 0,0 1 0 0 0,1-1 0 0 0,-1 1 1 0 0,1-1-1 0 0,-1 1 0 0 0,1-1 0 0 0,0 3 0 0 0,-1 1 188 0 0,1-1 0 0 0,1 1 0 0 0,-1 0 0 0 0,1 0 0 0 0,0 0 0 0 0,0 0 0 0 0,0 0 0 0 0,4 8 0 0 0,3 6 493 0 0,1-1-1 0 0,0 0 1 0 0,17 22 0 0 0,112 124 3698 0 0,-3-4-2805 0 0,-120-139-1846 0 0,-1 0 0 0 0,0 1 0 0 0,-2 1 0 0 0,-1 0 0 0 0,16 48 0 0 0,-23-55 8 0 0,-1 0 0 0 0,-1 1 0 0 0,0-1 0 0 0,-1 1 0 0 0,-1-1 0 0 0,0 1 0 0 0,-2-1 0 0 0,1 1 0 0 0,-2-1 0 0 0,-1 0 0 0 0,0 0 0 0 0,0 0 0 0 0,-11 21 0 0 0,8-21 0 0 0,0 0 0 0 0,-2 0 0 0 0,0-1 0 0 0,0 0 0 0 0,-2-1 0 0 0,0 0 0 0 0,0-1 0 0 0,-1 0 0 0 0,-1-1 0 0 0,0 0 0 0 0,-1-1 0 0 0,-23 15 0 0 0,35-24 0 0 0,-19 3 0 0 0,19-4 0 0 0,0-1 0 0 0,-1 1 0 0 0,1-1 0 0 0,0 0 0 0 0,0 0 0 0 0,0 0 0 0 0,-1 0 0 0 0,1-1 0 0 0,0 1 0 0 0,0-1 0 0 0,0 1 0 0 0,0-1 0 0 0,0 0 0 0 0,0 1 0 0 0,0-1 0 0 0,0 0 0 0 0,0 0 0 0 0,0-1 0 0 0,0 1 0 0 0,0 0 0 0 0,1-1 0 0 0,-1 1 0 0 0,-2-4 0 0 0,3 4-235 0 0,0-1 0 0 0,1 1 0 0 0,-1-1 0 0 0,1 1 0 0 0,-1-1 0 0 0,1 1 0 0 0,0-1 0 0 0,0 0 0 0 0,0 1 0 0 0,-1-1 1 0 0,1 1-1 0 0,1-1 0 0 0,-1 1 0 0 0,0-1 0 0 0,0 0 0 0 0,1 1 0 0 0,-1-1 0 0 0,1 1 0 0 0,-1-1 0 0 0,1 1 0 0 0,-1-1 0 0 0,3-1 0 0 0,9-15-9476 0 0,-5 8-2124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8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51 1016 0 0,'-8'-2'27909'0'0,"50"3"-27303"0"0,1-1 1 0 0,-1-1-1 0 0,1-3 0 0 0,60-13 0 0 0,-11 3-1252 0 0,-10 7-1335 0 0,-5 1-4731 0 0,-75 6 4511 0 0,8 6-7903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8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7 732 0 0,'-5'2'1608'0'0,"1"1"-1"0"0,-1-1 1 0 0,1 1-1 0 0,-1-1 0 0 0,0-1 1 0 0,0 1-1 0 0,-9 1 6409 0 0,22-3-6811 0 0,129-8 4405 0 0,52-4-2334 0 0,-177 11-3999 0 0,54-2-323 0 0,-45 5-4479 0 0,-4 2-5850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0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5 1856 0 0,'-7'-4'28470'0'0,"10"6"-28340"0"0,-1 0-1 0 0,1 1 1 0 0,0 0-1 0 0,-1-1 1 0 0,0 1-1 0 0,1 0 1 0 0,-1 1-1 0 0,-1-1 1 0 0,1 0-1 0 0,0 0 1 0 0,-1 1-1 0 0,1-1 1 0 0,-1 1-1 0 0,0-1 1 0 0,0 1-1 0 0,0 3 1 0 0,0 2-96 0 0,0-1 0 0 0,0 0 0 0 0,-1 1 0 0 0,0-1 1 0 0,0 1-1 0 0,-4 15 0 0 0,4-19-34 0 0,-1-1 0 0 0,0 1 0 0 0,1-1 0 0 0,0 1 0 0 0,0-1 0 0 0,0 1 0 0 0,1-1 0 0 0,1 7 0 0 0,3 44 0 0 0,-6-33 0 0 0,0-21 0 0 0,1-1 0 0 0,0 1 0 0 0,0-1 0 0 0,0 0 0 0 0,0 1 0 0 0,0-1 0 0 0,0 0 0 0 0,0 1 0 0 0,0-1 0 0 0,0 0 0 0 0,0 1 0 0 0,0-1 0 0 0,0 1 0 0 0,0-1 0 0 0,0 0 0 0 0,1 1 0 0 0,-1-1 0 0 0,0 0 0 0 0,0 1 0 0 0,0-1 0 0 0,0 0 0 0 0,1 1 0 0 0,-1-1 0 0 0,0 0 0 0 0,0 0 0 0 0,1 1 0 0 0,-1-1 0 0 0,0 0 0 0 0,1 0 0 0 0,-1 1 0 0 0,0-1 0 0 0,0 0 0 0 0,1 0 0 0 0,0 0 0 0 0,1 3 0 0 0,10 4 0 0 0,13-3 0 0 0,-18-9 0 0 0,-7 4 0 0 0,6-1-252 0 0,-1-1 0 0 0,0 0 1 0 0,0 0-1 0 0,-1 0 0 0 0,9-8 0 0 0,10-7-4771 0 0,-17 10-273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1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45 147 1564 0 0,'-17'0'1683'0'0,"3"0"3813"0"0,1 0 10417 0 0,18 1-11306 0 0,11 2-5843 0 0,-2-2 1591 0 0,0-1 0 0 0,0 0 0 0 0,0-1 0 0 0,0 0 0 0 0,0-1 0 0 0,19-5 0 0 0,0 0 42 0 0,308-66 1467 0 0,-137 26-1870 0 0,-146 33 6 0 0,-87 42 0 0 0,-27 9-82 0 0,27-19-749 0 0,2 1 1 0 0,-39 35-1 0 0,64-52 451 0 0,1 0-1 0 0,-1 0 0 0 0,1 0 1 0 0,-1 0-1 0 0,1 0 0 0 0,0 0 0 0 0,0 1 1 0 0,0-1-1 0 0,0 0 0 0 0,1 1 0 0 0,-2 3 1 0 0,1 6-4505 0 0,0-2-4393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1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47 380 0 0,'0'0'7769'0'0,"-19"16"-542"0"0,11 47-656 0 0,0 9-3162 0 0,7-51-2603 0 0,1-10-340 0 0,0 0-1 0 0,0 0 1 0 0,1 0-1 0 0,0 0 1 0 0,1 0-1 0 0,0 0 1 0 0,4 11-1 0 0,1-1 233 0 0,-6-18-594 0 0,-1 0 0 0 0,2 1 0 0 0,-1-1 0 0 0,0 0 0 0 0,1 0 0 0 0,-1 0-1 0 0,1 0 1 0 0,0 0 0 0 0,0 0 0 0 0,0 0 0 0 0,0-1 0 0 0,0 1 0 0 0,1-1 0 0 0,-1 1 0 0 0,1-1 0 0 0,0 0 0 0 0,0 0 0 0 0,0 0 0 0 0,0-1 0 0 0,5 3 0 0 0,4 0-104 0 0,2-10 0 0 0,-12 4 0 0 0,-1-1 0 0 0,1 1 0 0 0,-1-1 0 0 0,1 0 0 0 0,-1 1 0 0 0,0-1 0 0 0,0 0 0 0 0,0 0 0 0 0,-1 0 0 0 0,1 0 0 0 0,-1 0 0 0 0,1-6 0 0 0,-1-45 0 0 0,-1 36 0 0 0,1-18 0 0 0,8-58 0 0 0,-7 84 0 0 0,1 0 0 0 0,0-1 0 0 0,1 1 0 0 0,0 0 0 0 0,1 0 0 0 0,0 1 0 0 0,0-1 0 0 0,1 1 0 0 0,1 0 0 0 0,7-11 0 0 0,-9 16 0 0 0,0 1 0 0 0,1 0 0 0 0,-1 0 0 0 0,1 0 0 0 0,-1 1 0 0 0,1-1 0 0 0,0 1 0 0 0,0 0 0 0 0,0 1 0 0 0,0-1 0 0 0,0 1 0 0 0,0 0 0 0 0,1 0 0 0 0,-1 1 0 0 0,0-1 0 0 0,1 1 0 0 0,-1 0 0 0 0,0 1 0 0 0,0-1 0 0 0,9 3 0 0 0,13 2 0 0 0,-1 0 0 0 0,39 15 0 0 0,-65-20 0 0 0,6 3 0 0 0,13 2 0 0 0,0 2 0 0 0,-1 0 0 0 0,0 1 0 0 0,0 1 0 0 0,22 15 0 0 0,-34-17 0 0 0,2 3 0 0 0,2-1 0 0 0,-4-2 0 0 0,1-5 0 0 0,3-14-123 0 0,-7 9 318 0 0,4-7-5403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2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9 824 0 0,'-13'6'23845'0'0,"11"-7"-23696"0"0,0-1 1 0 0,0 1-1 0 0,0 0 1 0 0,0-1-1 0 0,0 1 1 0 0,0 0-1 0 0,0 0 1 0 0,0 0-1 0 0,0 1 1 0 0,0-1-1 0 0,-1 0 1 0 0,1 1-1 0 0,0 0 1 0 0,-1-1-1 0 0,1 1 1 0 0,0 0-1 0 0,0 0 1 0 0,-1 0-1 0 0,1 0 1 0 0,0 1-1 0 0,-1-1 0 0 0,1 1 1 0 0,0-1-1 0 0,0 1 1 0 0,-1 0-1 0 0,1 0 1 0 0,0 0-1 0 0,-2 1 1 0 0,-12 6 479 0 0,1 0 0 0 0,-26 18 0 0 0,35-22-444 0 0,-12 8 138 0 0,1 1-1 0 0,1 1 1 0 0,0 0-1 0 0,-17 22 1 0 0,28-31-318 0 0,0 0-1 0 0,1 1 1 0 0,0-1-1 0 0,0 1 1 0 0,1 0 0 0 0,-1 0-1 0 0,1 1 1 0 0,1-1-1 0 0,-1 1 1 0 0,1-1-1 0 0,0 1 1 0 0,1 0 0 0 0,0 0-1 0 0,0 0 1 0 0,0 0-1 0 0,1 13 1 0 0,0-17-5 0 0,1 0 0 0 0,0 0 0 0 0,0 0 0 0 0,0 0 0 0 0,1 0 0 0 0,-1 0 0 0 0,1 0 0 0 0,0 0 0 0 0,-1-1 0 0 0,1 1 0 0 0,0-1 0 0 0,1 1 0 0 0,-1-1 0 0 0,0 0 0 0 0,1 0 0 0 0,-1 0 0 0 0,1 0 0 0 0,-1 0 0 0 0,1-1 0 0 0,0 1 0 0 0,0-1 0 0 0,0 1 0 0 0,0-1 0 0 0,0 0 0 0 0,0 0 0 0 0,0-1 0 0 0,0 1 0 0 0,1-1 0 0 0,-1 1 0 0 0,0-1 0 0 0,6-1 0 0 0,5 2 0 0 0,1-2 0 0 0,0 0 0 0 0,0-1 0 0 0,0 0 0 0 0,22-7 0 0 0,-18 3 43 0 0,-1 0-1 0 0,1-2 1 0 0,-1 0-1 0 0,0 0 1 0 0,19-14 0 0 0,-33 20-214 0 0,0-1 0 0 0,0 0 1 0 0,0 0-1 0 0,0 0 1 0 0,0 0-1 0 0,0-1 1 0 0,-1 0-1 0 0,0 1 0 0 0,0-1 1 0 0,0 0-1 0 0,0-1 1 0 0,-1 1-1 0 0,1 0 0 0 0,-1-1 1 0 0,0 1-1 0 0,0-1 1 0 0,-1 0-1 0 0,1 0 0 0 0,-1 0 1 0 0,0 0-1 0 0,-1 1 1 0 0,1-1-1 0 0,-1 0 0 0 0,0 0 1 0 0,0 0-1 0 0,-1-6 1 0 0,0 8-137 0 0,0 0 1 0 0,-1 1 0 0 0,1-1 0 0 0,0 1-1 0 0,-1-1 1 0 0,0 1 0 0 0,1-1 0 0 0,-1 1-1 0 0,0 0 1 0 0,0 0 0 0 0,0 0-1 0 0,-1 0 1 0 0,1 0 0 0 0,0 0 0 0 0,-1 1-1 0 0,1-1 1 0 0,-5-1 0 0 0,-23-9-4600 0 0,3 5-4050 0 0,15 3 3874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2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6 404 0 0,'0'0'244'0'0,"-1"-1"-1"0"0,1 1 1 0 0,0 0 0 0 0,-1-1 0 0 0,1 1-1 0 0,-1-1 1 0 0,1 1 0 0 0,-1 0-1 0 0,0-1 1 0 0,1 1 0 0 0,-1 0-1 0 0,1 0 1 0 0,-1-1 0 0 0,1 1 0 0 0,-1 0-1 0 0,0 0 1 0 0,1 0 0 0 0,-1 0-1 0 0,1 0 1 0 0,-1 0 0 0 0,0 0-1 0 0,1 0 1 0 0,-1 0 0 0 0,0 0-1 0 0,1 0 1 0 0,-1 0 0 0 0,1 0 0 0 0,-1 0-1 0 0,0 1 1 0 0,1-1 0 0 0,-1 0-1 0 0,0 1 1 0 0,-13 20 4192 0 0,-1 32 462 0 0,15-51-4506 0 0,-5 42 2230 0 0,2 0-1 0 0,2 0 0 0 0,2 0 1 0 0,8 58-1 0 0,-8-93-2232 0 0,23 91 710 0 0,-2-64-1099 0 0,-17-30 0 0 0,3 1 0 0 0,4-5-49 0 0,-10-2-202 0 0,-1-1 0 0 0,1 0 0 0 0,0 0 1 0 0,-1 0-1 0 0,1 0 0 0 0,0 0 0 0 0,-1-1 1 0 0,0 1-1 0 0,1 0 0 0 0,-1-1 0 0 0,0 1 1 0 0,1-1-1 0 0,-1 1 0 0 0,1-3 0 0 0,8-12-5881 0 0,-3-1-3597 0 0,-2 4 2367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2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 1504 0 0,'-3'0'530'0'0,"0"0"1"0"0,0 1-1 0 0,0-1 0 0 0,0 1 1 0 0,0 0-1 0 0,0 0 0 0 0,0 0 1 0 0,0 0-1 0 0,0 1 0 0 0,0-1 0 0 0,0 1 1 0 0,1-1-1 0 0,-1 1 0 0 0,1 0 1 0 0,-1 0-1 0 0,1 0 0 0 0,0 1 1 0 0,0-1-1 0 0,0 0 0 0 0,0 1 0 0 0,0 0 1 0 0,0-1-1 0 0,-1 5 0 0 0,-6 7 786 0 0,2 0 0 0 0,0 0 0 0 0,-7 20-1 0 0,8-14-495 0 0,0 0-1 0 0,1 0 1 0 0,1 0-1 0 0,1 1 1 0 0,1 0 0 0 0,0 0-1 0 0,2 0 1 0 0,1-1-1 0 0,0 1 1 0 0,1 0-1 0 0,2 0 1 0 0,6 23-1 0 0,-9-41-839 0 0,0 0-1 0 0,0-1 0 0 0,0 1 1 0 0,1 0-1 0 0,-1-1 1 0 0,1 1-1 0 0,0-1 1 0 0,0 1-1 0 0,0-1 0 0 0,0 0 1 0 0,0 0-1 0 0,0 1 1 0 0,0-2-1 0 0,1 1 1 0 0,-1 0-1 0 0,1 0 1 0 0,0-1-1 0 0,-1 0 0 0 0,1 1 1 0 0,4 0-1 0 0,-5-2-167 0 0,0 1 1 0 0,0-1-1 0 0,0 0 0 0 0,0 0 0 0 0,0-1 0 0 0,0 1 0 0 0,0 0 0 0 0,0-1 0 0 0,0 1 0 0 0,0-1 0 0 0,0 0 0 0 0,0 1 1 0 0,0-1-1 0 0,0 0 0 0 0,0 0 0 0 0,-1 0 0 0 0,1-1 0 0 0,0 1 0 0 0,-1 0 0 0 0,1-1 0 0 0,-1 1 0 0 0,1-1 1 0 0,-1 1-1 0 0,0-1 0 0 0,0 0 0 0 0,0 1 0 0 0,0-1 0 0 0,0 0 0 0 0,0 0 0 0 0,0 0 0 0 0,1-2 0 0 0,10-28-4441 0 0,-5 0-3570 0 0,-3 10 2084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3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97 752 0 0,'-1'0'197'0'0,"0"0"1"0"0,1 0-1 0 0,-1 0 1 0 0,1 0-1 0 0,-1-1 1 0 0,0 1-1 0 0,1 0 0 0 0,-1 0 1 0 0,1 0-1 0 0,-1-1 1 0 0,1 1-1 0 0,-1 0 0 0 0,1-1 1 0 0,-1 1-1 0 0,1 0 1 0 0,-1-1-1 0 0,1 1 1 0 0,0-1-1 0 0,-1 1 0 0 0,1-1 1 0 0,0 1-1 0 0,-1-1 1 0 0,1 1-1 0 0,0-1 0 0 0,-1 1 1 0 0,1-1-1 0 0,0 1 1 0 0,0-1-1 0 0,0 1 1 0 0,0-1-1 0 0,-1 0 0 0 0,1 1 1 0 0,0-1-1 0 0,0 1 1 0 0,0-1-1 0 0,0 0 0 0 0,0 1 1 0 0,0-1-1 0 0,1 1 1 0 0,-1-1-1 0 0,0 0 0 0 0,0 1 1 0 0,0-1-1 0 0,0 1 1 0 0,1-1-1 0 0,-1 1 1 0 0,0-1-1 0 0,1 1 0 0 0,-1-1 1 0 0,0 1-1 0 0,1-1 1 0 0,-1 1-1 0 0,1-1 0 0 0,-1 1 1 0 0,0 0-1 0 0,1-1 1 0 0,-1 1-1 0 0,1 0 1 0 0,-1-1-1 0 0,1 1 0 0 0,1-1 1 0 0,1-1 399 0 0,1 0 1 0 0,1 0-1 0 0,-1 0 1 0 0,0 0-1 0 0,0 1 1 0 0,1-1-1 0 0,5 0 1 0 0,229-29 5175 0 0,-111 7-2579 0 0,-125 24-1546 0 0,-2 1-1569 0 0,-1 0 0 0 0,1-1 1 0 0,0 1-1 0 0,-1 0 1 0 0,1 0-1 0 0,-1 0 1 0 0,1 0-1 0 0,-1 0 0 0 0,0 0 1 0 0,1 0-1 0 0,-1 0 1 0 0,0 0-1 0 0,0 0 0 0 0,1 0 1 0 0,-1 0-1 0 0,0 0 1 0 0,0 0-1 0 0,0 0 1 0 0,0 0-1 0 0,0 0 0 0 0,-1 0 1 0 0,1 0-1 0 0,0 0 1 0 0,0 0-1 0 0,-1 0 0 0 0,1 0 1 0 0,-1 1-1 0 0,-9 28 875 0 0,6-18-1000 0 0,1-1-1 0 0,0 1 1 0 0,0 0-1 0 0,1 0 0 0 0,0 18 1 0 0,2-29-260 0 0,1 0 0 0 0,0 1 0 0 0,-1-1 0 0 0,1 0 0 0 0,0 0 0 0 0,0 0-1 0 0,0 1 1 0 0,0-1 0 0 0,0 0 0 0 0,0 0 0 0 0,0-1 0 0 0,1 1 0 0 0,-1 0 0 0 0,0 0 0 0 0,0 0 0 0 0,1-1 0 0 0,1 2 0 0 0,6 1-4705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3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1 128 436 0 0,'6'0'11394'0'0,"14"-2"-5454"0"0,129-15-2006 0 0,532-91 6048 0 0,-679 107-9320 0 0,-23 19-2129 0 0,-28 19-3521 0 0,33-25-103 0 0,0 0-4981 0 0,5-6 4038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4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 1224 0 0,'0'0'7659'0'0,"-2"3"-6332"0"0,-1 11 1250 0 0,0 0 0 0 0,1 1 0 0 0,0 18 1 0 0,2-31-1940 0 0,-1 19 3745 0 0,2-19-3115 0 0,3 0-949 0 0,-3-2-272 0 0,-1 0 0 0 0,0 0 0 0 0,1 0-1 0 0,-1 0 1 0 0,0 0 0 0 0,0 0 0 0 0,1 1-1 0 0,-1-1 1 0 0,0 0 0 0 0,1 0 0 0 0,-1 0-1 0 0,0 0 1 0 0,0 0 0 0 0,1 0 0 0 0,-1 0-1 0 0,0 1 1 0 0,0-1 0 0 0,0 0 0 0 0,1 0-1 0 0,-1 0 1 0 0,0 1 0 0 0,0-1 0 0 0,0 0-1 0 0,1 0 1 0 0,-1 0 0 0 0,0 1 0 0 0,0-1 0 0 0,0 0-1 0 0,0 0 1 0 0,0 1 0 0 0,0-1 0 0 0,0 0-1 0 0,1 1 1 0 0,-1-1 0 0 0,0 0 0 0 0,0 1-1 0 0,-12 180 3864 0 0,13-166-3910 0 0,3 0 0 0 0,1-3 0 0 0,-3 0 0 0 0,3-4 0 0 0,0 2 0 0 0,-2-4 0 0 0,5-24 0 0 0,23-70 0 0 0,-26 67 0 0 0,-4 18 0 0 0,-1 0 0 0 0,0 0 0 0 0,0 0 0 0 0,0 0 0 0 0,0 0 0 0 0,-1 0 0 0 0,1 0 0 0 0,-1 0 0 0 0,0 0 0 0 0,1 0 0 0 0,-1 0 0 0 0,-1 0 0 0 0,1 0 0 0 0,0 1 0 0 0,-1-1 0 0 0,1 0 0 0 0,-1 1 0 0 0,0-1 0 0 0,0 1 0 0 0,-3-3 0 0 0,5 5 0 0 0,-4-3 0 0 0,1 1 0 0 0,0-1 0 0 0,-1 1 0 0 0,0 0 0 0 0,1 0 0 0 0,-1 1 0 0 0,0-1 0 0 0,0 1 0 0 0,0 0 0 0 0,0 0 0 0 0,0 0 0 0 0,0 1 0 0 0,0-1 0 0 0,0 1 0 0 0,0 0 0 0 0,0 0 0 0 0,0 0 0 0 0,-1 1 0 0 0,1-1 0 0 0,0 1 0 0 0,0 0-1 0 0,-7 3 1 0 0,-9 3 1 0 0,0 1-1 0 0,-38 20 0 0 0,55-26 0 0 0,-7 4 0 0 0,1 0 0 0 0,0 0 0 0 0,0 1 0 0 0,0 1 0 0 0,1-1 0 0 0,0 1 0 0 0,1 1 0 0 0,0-1 0 0 0,-8 14 0 0 0,13-20 0 0 0,1 0 0 0 0,-1 0 0 0 0,1 0 0 0 0,0 0 0 0 0,0 0 0 0 0,0 1 0 0 0,0-1 0 0 0,0 0 0 0 0,0 1 0 0 0,1-1 0 0 0,-1 1 0 0 0,1-1 0 0 0,0 1 0 0 0,-1-1 0 0 0,1 1 0 0 0,0-1 0 0 0,1 1 0 0 0,-1-1 0 0 0,0 1 0 0 0,1-1 0 0 0,-1 1 0 0 0,1-1 0 0 0,0 1 0 0 0,0-1 0 0 0,0 0 0 0 0,0 0 0 0 0,0 1 0 0 0,0-1 0 0 0,1 0 0 0 0,-1 0 0 0 0,1 0 0 0 0,0 0 0 0 0,-1 0 0 0 0,1-1 0 0 0,0 1 0 0 0,0 0 0 0 0,0-1 0 0 0,0 1 0 0 0,0-1 0 0 0,1 0 0 0 0,-1 0 0 0 0,0 0 0 0 0,0 0 0 0 0,1 0 0 0 0,3 0 0 0 0,7 4 0 0 0,1-1 0 0 0,-1-1 0 0 0,1 0 0 0 0,0-1 0 0 0,0-1 0 0 0,0 0 0 0 0,0 0 0 0 0,0-2 0 0 0,0 0 0 0 0,0 0 0 0 0,20-6 0 0 0,-14 2 0 0 0,0-1 0 0 0,-1-1 0 0 0,0-1 0 0 0,0-1 0 0 0,0 0 0 0 0,-2-1 0 0 0,19-14 0 0 0,-30 17 0 0 0,-4-7 0 0 0,-2 12 0 0 0,-1 0 0 0 0,1 0 0 0 0,0 1 0 0 0,0-1 0 0 0,-1 0 0 0 0,1 0 0 0 0,-1 1 0 0 0,0-1 0 0 0,1 0 0 0 0,-1 0 0 0 0,0 1 0 0 0,0-1 0 0 0,0 1 0 0 0,0-1 0 0 0,0 1 0 0 0,0-1 0 0 0,-1 1 0 0 0,1 0 0 0 0,0 0 0 0 0,-1-1 0 0 0,1 1 0 0 0,-1 0 0 0 0,1 0 0 0 0,-3 0 0 0 0,-4-3 0 0 0,-1 0 0 0 0,0 1 0 0 0,0 0 0 0 0,-16-3 0 0 0,70-8-4621 0 0,-20 5-1098 0 0,-5 2-4268 0 0,-2 3 2991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4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40 170 1196 0 0,'-20'5'11628'0'0,"17"-1"-10884"0"0,1 0 0 0 0,0 1 0 0 0,-1-1 0 0 0,2 1 0 0 0,-1 0 0 0 0,0 0 0 0 0,1-1 0 0 0,0 1 0 0 0,0 0 0 0 0,0 8 0 0 0,1 56 3258 0 0,1-37-1830 0 0,0-30-1976 0 0,-1-1 0 0 0,1 1 1 0 0,-1 0-1 0 0,1-1 0 0 0,0 1 1 0 0,-1-1-1 0 0,1 1 0 0 0,0-1 1 0 0,0 1-1 0 0,0-1 0 0 0,0 0 0 0 0,1 0 1 0 0,-1 1-1 0 0,0-1 0 0 0,0 0 1 0 0,1 0-1 0 0,-1 0 0 0 0,3 1 0 0 0,3-24 60 0 0,-1-1 0 0 0,4-35 0 0 0,-8 39-160 0 0,1 1-1 0 0,1-1 1 0 0,0 1-1 0 0,2 0 1 0 0,0 0-1 0 0,14-28 1 0 0,-17 39-80 0 0,1 0 0 0 0,0 0 0 0 0,1 1 0 0 0,0 0 0 0 0,0-1 0 0 0,0 2 1 0 0,1-1-1 0 0,-1 1 0 0 0,1-1 0 0 0,1 2 0 0 0,-1-1 0 0 0,1 1 0 0 0,0 0 0 0 0,0 0 1 0 0,0 1-1 0 0,0-1 0 0 0,0 2 0 0 0,1-1 0 0 0,0 1 0 0 0,-1 0 0 0 0,1 1 0 0 0,0 0 1 0 0,0 0-1 0 0,0 1 0 0 0,8 0 0 0 0,16 1-16 0 0,-14 0 0 0 0,0 0 0 0 0,0 1 0 0 0,0 1 0 0 0,20 6 0 0 0,-26-5 0 0 0,-6 0-161 0 0,-4-3-680 0 0,-9-2-4650 0 0,4 1 4724 0 0,-24-5-1108 0 0,17 1-2714 0 0,2-4-4270 0 0,2 0 3131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5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 1180 0 0,'-12'-3'11866'0'0,"4"5"-4319"0"0,2 13-1535 0 0,12 35-5795 0 0,-4-42 1871 0 0,5 29-486 0 0,-1-5-474 0 0,17 53-1 0 0,1-28-722 0 0,-8-19-5465 0 0,-16-36 3222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5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48 1056 0 0,'-24'11'7604'0'0,"24"-11"-7493"0"0,0 0 0 0 0,0 0-1 0 0,0 0 1 0 0,0 1 0 0 0,0-1 0 0 0,-1 0-1 0 0,1 0 1 0 0,0 0 0 0 0,0 0-1 0 0,0 0 1 0 0,0 1 0 0 0,0-1 0 0 0,0 0-1 0 0,0 0 1 0 0,0 0 0 0 0,0 0 0 0 0,0 1-1 0 0,0-1 1 0 0,0 0 0 0 0,0 0-1 0 0,0 0 1 0 0,0 0 0 0 0,0 1 0 0 0,0-1-1 0 0,0 0 1 0 0,0 0 0 0 0,0 0 0 0 0,0 0-1 0 0,0 1 1 0 0,0-1 0 0 0,0 0-1 0 0,0 0 1 0 0,0 0 0 0 0,0 0 0 0 0,0 0-1 0 0,1 1 1 0 0,-1-1 0 0 0,0 0-1 0 0,0 0 1 0 0,0 0 0 0 0,0 0 0 0 0,0 0-1 0 0,0 0 1 0 0,1 0 0 0 0,-1 1 0 0 0,0-1-1 0 0,0 0 1 0 0,0 0 0 0 0,0 0-1 0 0,0 0 1 0 0,1 0 0 0 0,-1 0 0 0 0,0 0-1 0 0,0 0 1 0 0,0 0 0 0 0,1 0 0 0 0,19 4 3805 0 0,8-3-3590 0 0,178-6 4918 0 0,-69-13-5472 0 0,-75-2-3964 0 0,-24 1-5792 0 0,-25 11 4330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6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13 384 0 0,'3'-13'20371'0'0,"-5"25"-12804"0"0,1 19-4162 0 0,2 80-2365 0 0,1-64-1040 0 0,6 30 0 0 0,-7-50 0 0 0,0-3 0 0 0,20 45 0 0 0,0-137 0 0 0,-19 57 0 0 0,1 0 0 0 0,-1-1 0 0 0,0 0 0 0 0,-1 1 0 0 0,0-23 0 0 0,-1 33 0 0 0,-1-1 0 0 0,1 0 0 0 0,0 0 0 0 0,0 0 0 0 0,-1 1 0 0 0,1-1 0 0 0,-1 0 0 0 0,0 1 0 0 0,1-1 0 0 0,-1 0 0 0 0,0 1 0 0 0,0-1 0 0 0,0 1 0 0 0,0-1 0 0 0,0 1 0 0 0,-1 0 0 0 0,1-1 0 0 0,0 1 0 0 0,0 0 0 0 0,-1 0 0 0 0,1 0 0 0 0,-1 0 0 0 0,1 0 0 0 0,-1 0 0 0 0,0 0 0 0 0,1 1 0 0 0,-1-1 0 0 0,0 1 0 0 0,1-1 0 0 0,-1 1 0 0 0,0-1 0 0 0,-2 1 0 0 0,-5-1 0 0 0,0 0 0 0 0,1 0 0 0 0,-1 1 0 0 0,-13 2 0 0 0,22-2 0 0 0,-15 2 0 0 0,1 0 0 0 0,0 2 0 0 0,0-1 0 0 0,0 2 0 0 0,0 0 0 0 0,1 0 0 0 0,-1 1 0 0 0,2 1 0 0 0,-1 0 0 0 0,1 1 0 0 0,0 1 0 0 0,0-1 0 0 0,1 2 0 0 0,0 0 0 0 0,1 0 0 0 0,0 1 0 0 0,-13 18 0 0 0,21-27 0 0 0,1 0 0 0 0,0 0 0 0 0,-1 0 0 0 0,1 1 0 0 0,0-1 0 0 0,0 0 0 0 0,0 0 0 0 0,0 1 0 0 0,0-1 0 0 0,1 1 0 0 0,-1-1 0 0 0,1 0 0 0 0,0 1 0 0 0,-1-1 0 0 0,1 1 0 0 0,0-1 0 0 0,1 1 0 0 0,-1-1 0 0 0,0 1 0 0 0,1-1 0 0 0,-1 1 0 0 0,1-1 0 0 0,1 4 0 0 0,0-2 0 0 0,1-1 0 0 0,-1 0 0 0 0,1 0 0 0 0,-1 0 0 0 0,1 0 0 0 0,0-1 0 0 0,0 1 0 0 0,1-1 0 0 0,-1 0 0 0 0,0 0 0 0 0,1 0 0 0 0,-1 0 0 0 0,6 2 0 0 0,6 1 0 0 0,0 0 0 0 0,0-1 0 0 0,0-1 0 0 0,0 0 0 0 0,0-1 0 0 0,26 0 0 0 0,-25-2 0 0 0,0 0 0 0 0,0-2 0 0 0,0 0 0 0 0,0 0 0 0 0,0-2 0 0 0,0 0 0 0 0,-1 0 0 0 0,1-2 0 0 0,-1 0 0 0 0,19-11 0 0 0,-31 16 0 0 0,7-13 0 0 0,-9 12 0 0 0,-1 1 0 0 0,1 0 0 0 0,-1-1 0 0 0,1 1 0 0 0,-1-1 0 0 0,0 1 0 0 0,1-1 0 0 0,-1 1 0 0 0,0-1 0 0 0,0 1 0 0 0,0-1 0 0 0,0 1 0 0 0,0-1 0 0 0,0 1 0 0 0,-1-1 0 0 0,1 1 0 0 0,0-1 0 0 0,-1 1 0 0 0,1 0 0 0 0,-1-1 0 0 0,0 1 0 0 0,1-1 0 0 0,-1 1 0 0 0,0 0 0 0 0,0 0 0 0 0,0-1 0 0 0,-2-1 0 0 0,-22-16 0 0 0,24 18 0 0 0,-56-27 0 0 0,41 16 0 0 0,15 12 0 0 0,1 0 1 0 0,0-1-1 0 0,0 1 0 0 0,0-1 0 0 0,0 1 1 0 0,0 0-1 0 0,0-1 0 0 0,0 1 0 0 0,0-1 1 0 0,0 1-1 0 0,0 0 0 0 0,0-1 0 0 0,0 1 1 0 0,0-1-1 0 0,0 1 0 0 0,0 0 0 0 0,0-1 1 0 0,0 1-1 0 0,0-1 0 0 0,0 1 1 0 0,1 0-1 0 0,-1-1 0 0 0,0 1 0 0 0,0 0 1 0 0,0-1-1 0 0,1 1 0 0 0,-1 0 0 0 0,0-1 1 0 0,1 1-1 0 0,-1 0 0 0 0,0-1 0 0 0,1 1 1 0 0,-1 0-1 0 0,0 0 0 0 0,1-1 0 0 0,-1 1 1 0 0,0 0-1 0 0,1 0 0 0 0,-1 0 0 0 0,1 0 1 0 0,-1 0-1 0 0,0 0 0 0 0,1-1 1 0 0,-1 1-1 0 0,1 0 0 0 0,19-9-195 0 0,39-17-7344 0 0,-23 6-5214 0 0,-23 8 5841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6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 1164 0 0,'-6'0'1200'0'0,"0"0"1"0"0,0 1-1 0 0,0 0 1 0 0,0 1-1 0 0,0-1 0 0 0,0 1 1 0 0,0 0-1 0 0,0 1 0 0 0,1-1 1 0 0,-1 1-1 0 0,1 0 1 0 0,0 0-1 0 0,0 1 0 0 0,0 0 1 0 0,0 0-1 0 0,1 0 0 0 0,-8 9 1 0 0,10-12 398 0 0,17 23 330 0 0,1-18-1358 0 0,1-1 1 0 0,-1 0-1 0 0,1-2 0 0 0,0 0 0 0 0,32 2 1 0 0,6-1 933 0 0,-53-4-316 0 0,-3 2-1160 0 0,0 0 0 0 0,0 0 0 0 0,-1 0 0 0 0,1-1 1 0 0,-1 1-1 0 0,1-1 0 0 0,-1 1 0 0 0,0-1 0 0 0,0 0 0 0 0,-3 3 0 0 0,3-3-3 0 0,-29 24-26 0 0,16-14 0 0 0,0 2 0 0 0,0 0 0 0 0,-25 29 0 0 0,36-32 0 0 0,4-9 0 0 0,0-1 0 0 0,-1 1 0 0 0,1 0 0 0 0,0 0 0 0 0,0 0 0 0 0,0 0 0 0 0,0 0 0 0 0,0 0 0 0 0,0 0 0 0 0,0 0 0 0 0,0-1 0 0 0,0 1 0 0 0,0 0 0 0 0,0 0 0 0 0,1 0 0 0 0,-1 0 0 0 0,0 0 0 0 0,1-1 0 0 0,-1 1 0 0 0,1 0 0 0 0,-1 0 0 0 0,1 0 0 0 0,-1-1 0 0 0,1 1 0 0 0,-1 0 0 0 0,1-1 0 0 0,0 1 0 0 0,-1-1 0 0 0,1 1 0 0 0,0 0 0 0 0,-1-1 0 0 0,1 0 0 0 0,0 1 0 0 0,0-1 0 0 0,0 1 0 0 0,0-1 0 0 0,-1 0 0 0 0,1 0 0 0 0,0 1 0 0 0,0-1 0 0 0,0 0 0 0 0,0 0 0 0 0,0 0 0 0 0,0 0 0 0 0,1 0 0 0 0,-1 0 0 0 0,3 1-1 0 0,0 0 0 0 0,0-1 0 0 0,0 0 0 0 0,0 0 0 0 0,0 0 0 0 0,0 0 0 0 0,0 0 0 0 0,0-1 0 0 0,0 0 1 0 0,0 0-1 0 0,0 0 0 0 0,0 0 0 0 0,4-2 0 0 0,9-3-144 0 0,51-14-3174 0 0,-24 3-2822 0 0,-9 3-3551 0 0,-8 3 2124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6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0 188 0 0,'0'0'3633'0'0,"-19"13"4610"0"0,16 21-2610 0 0,-6 17-1748 0 0,-2 10-865 0 0,9-46-2337 0 0,1-7-177 0 0,0 0-1 0 0,1 0 1 0 0,0-1 0 0 0,0 1 0 0 0,2 14 0 0 0,0-10 250 0 0,-1 0 1 0 0,-1 0-1 0 0,-1 20 1 0 0,0-9-253 0 0,1-23-543 0 0,0 0-1 0 0,0 1 1 0 0,0-1-1 0 0,0 1 1 0 0,0-1-1 0 0,0 0 1 0 0,-1 1-1 0 0,1-1 1 0 0,0 1 0 0 0,0-1-1 0 0,0 1 1 0 0,1-1-1 0 0,-1 0 1 0 0,0 1-1 0 0,0-1 1 0 0,0 1-1 0 0,0-1 1 0 0,0 0-1 0 0,0 1 1 0 0,1-1-1 0 0,-1 0 1 0 0,0 1-1 0 0,0-1 1 0 0,0 1-1 0 0,1-1 1 0 0,-1 0 0 0 0,0 0-1 0 0,1 1 1 0 0,-1-1-1 0 0,0 0 1 0 0,1 1-1 0 0,-1-1 1 0 0,0 0-1 0 0,1 0 1 0 0,-1 0-1 0 0,0 1 1 0 0,1-1-1 0 0,-1 0 1 0 0,1 0-1 0 0,-1 0 1 0 0,0 0-1 0 0,1 0 1 0 0,-1 0 0 0 0,1 0-1 0 0,-1 0 1 0 0,0 0-1 0 0,1 0 1 0 0,-1 0-1 0 0,1 0 1 0 0,-1 0-1 0 0,1 0 1 0 0,-1 0-1 0 0,0 0 1 0 0,1 0-1 0 0,-1-1 1 0 0,0 1-1 0 0,1 0 1 0 0,-1 0-1 0 0,1 0 1 0 0,-1-1 0 0 0,0 1-1 0 0,1 0 1 0 0,-1 0-1 0 0,1-1 1 0 0,17-17-3041 0 0,-15 13 2258 0 0,0-1 0 0 0,0 0 0 0 0,0 0 0 0 0,-1-1 0 0 0,0 1-1 0 0,0 0 1 0 0,0-1 0 0 0,-1 1 0 0 0,1-10 0 0 0,-1-19-7610 0 0,-1 18 3060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7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52 121 920 0 0,'-47'-25'9758'0'0,"47"25"-9643"0"0,-1 0 0 0 0,1 0 0 0 0,0 0 0 0 0,0 0 0 0 0,0 0 0 0 0,-1 0-1 0 0,1 0 1 0 0,0 0 0 0 0,0 0 0 0 0,0-1 0 0 0,-1 1 0 0 0,1 0 0 0 0,0 0 0 0 0,0 0-1 0 0,0 0 1 0 0,-1 0 0 0 0,1-1 0 0 0,0 1 0 0 0,0 0 0 0 0,0 0 0 0 0,0 0 0 0 0,0-1-1 0 0,0 1 1 0 0,-1 0 0 0 0,1 0 0 0 0,0 0 0 0 0,0-1 0 0 0,0 1 0 0 0,0 0-1 0 0,0 0 1 0 0,0 0 0 0 0,0-1 0 0 0,0 1 0 0 0,0 0 0 0 0,0 0 0 0 0,0-1 0 0 0,0 1-1 0 0,0 0 1 0 0,0 0 0 0 0,0-1 0 0 0,0 1 0 0 0,0 0 0 0 0,0 0 0 0 0,1-1 0 0 0,10-6 1369 0 0,16-1-520 0 0,34-1 748 0 0,140-28-1699 0 0,-96 12-3166 0 0,-103 24 3159 0 0,-1 1 122 0 0,0-1 0 0 0,0 1 0 0 0,0 0 0 0 0,0 0 0 0 0,0 0-1 0 0,0 0 1 0 0,0 0 0 0 0,0 0 0 0 0,0 0 0 0 0,0 1 0 0 0,0-1 0 0 0,0 0 0 0 0,0 0-1 0 0,0 1 1 0 0,0-1 0 0 0,0 1 0 0 0,-1-1 0 0 0,1 1 0 0 0,0-1 0 0 0,0 1 0 0 0,0-1-1 0 0,-1 1 1 0 0,1 0 0 0 0,0-1 0 0 0,-1 1 0 0 0,1 0 0 0 0,0 0 0 0 0,0 1 0 0 0,-1 17 1407 0 0,1-7-626 0 0,-1 0 1 0 0,-1 1-1 0 0,0-1 1 0 0,-4 21-1 0 0,5-28-697 0 0,0 0 0 0 0,0 0 1 0 0,0 0-1 0 0,1 0 0 0 0,0 0 0 0 0,0 0 0 0 0,0 0 0 0 0,1-1 0 0 0,2 6 1 0 0,-4-9-322 0 0,0-1 1 0 0,1 1-1 0 0,-1 0 1 0 0,0-1 0 0 0,1 1-1 0 0,-1 0 1 0 0,0-1-1 0 0,1 1 1 0 0,-1 0 0 0 0,1-1-1 0 0,-1 1 1 0 0,1-1 0 0 0,-1 1-1 0 0,1-1 1 0 0,0 1-1 0 0,-1-1 1 0 0,1 1 0 0 0,0-1-1 0 0,-1 0 1 0 0,1 1-1 0 0,0-1 1 0 0,0 0 0 0 0,-1 0-1 0 0,1 0 1 0 0,0 1-1 0 0,0-1 1 0 0,-1 0 0 0 0,1 0-1 0 0,0 0 1 0 0,0 0-1 0 0,-1 0 1 0 0,1 0 0 0 0,0 0-1 0 0,0-1 1 0 0,-1 1-1 0 0,1 0 1 0 0,0 0 0 0 0,0 0-1 0 0,-1-1 1 0 0,1 1-1 0 0,0-1 1 0 0,-1 1 0 0 0,2-1-1 0 0,13-10-4069 0 0,-4 1-4605 0 0,-6 3 2567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8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67 158 100 0 0,'-42'-6'7951'0'0,"17"4"2260"0"0,34 0-4656 0 0,52-4-2646 0 0,275-37 2393 0 0,-167 16-4564 0 0,-112 19-737 0 0,307-36-1 0 0,-228 24 0 0 0,-205 36-1646 0 0,16 0-4336 0 0,4 0-6613 0 0,25-10 5544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8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463 1 1684 0 0,'-1'0'518'0'0,"-1"0"-1"0"0,1 0 1 0 0,0 1-1 0 0,-1-1 1 0 0,1 1 0 0 0,0-1-1 0 0,0 1 1 0 0,0 0-1 0 0,-1 0 1 0 0,1-1-1 0 0,0 1 1 0 0,0 0 0 0 0,0 0-1 0 0,0 0 1 0 0,0 0-1 0 0,0 0 1 0 0,-1 2 0 0 0,-14 30 5195 0 0,-5 51-277 0 0,14-52-3338 0 0,0-4-267 0 0,2 0-1 0 0,0 1 0 0 0,-1 47 1 0 0,3-66-1338 0 0,-1-1-108 0 0,10 27-66 0 0,-3-24-319 0 0,6-4 0 0 0,-8-7 0 0 0,0-1 0 0 0,0 1 0 0 0,0-1 0 0 0,0 0 0 0 0,0 1 0 0 0,1-1 0 0 0,-1 0 0 0 0,0 0 0 0 0,0 0 0 0 0,0 0 0 0 0,1 0 0 0 0,-1 0 0 0 0,0 0 0 0 0,0-1 0 0 0,0 1 0 0 0,0 0 0 0 0,1-1 0 0 0,-1 1 0 0 0,0-1 0 0 0,0 1 0 0 0,0-1 0 0 0,0 1 0 0 0,1-2 0 0 0,-1 2 0 0 0,1-1-207 0 0,0 1-1 0 0,0-1 1 0 0,0 0 0 0 0,1 1 0 0 0,-1-1-1 0 0,0 0 1 0 0,-1 0 0 0 0,1 0-1 0 0,0-1 1 0 0,0 1 0 0 0,0 0 0 0 0,-1-1-1 0 0,1 1 1 0 0,0-1 0 0 0,-1 1-1 0 0,0-1 1 0 0,1 0 0 0 0,-1 0 0 0 0,0 0-1 0 0,0 0 1 0 0,0 0 0 0 0,0 0-1 0 0,0 0 1 0 0,0 0 0 0 0,-1 0 0 0 0,1 0-1 0 0,-1 0 1 0 0,1 0 0 0 0,-1-1-1 0 0,0 1 1 0 0,0 0 0 0 0,0 0 0 0 0,0 0-1 0 0,0-1 1 0 0,-1 1 0 0 0,1 0-1 0 0,-1 0 1 0 0,1 0 0 0 0,-2-2 0 0 0,1 2-210 0 0,-17-35-1335 0 0,14 32 1854 0 0,1 1 0 0 0,-2-1 0 0 0,1 1 0 0 0,0-1 0 0 0,-1 1 0 0 0,0 1 0 0 0,0-1 0 0 0,0 1 0 0 0,0-1 0 0 0,0 1 0 0 0,-1 1 0 0 0,0-1 0 0 0,1 1 0 0 0,-11-3 0 0 0,6 4 119 0 0,1-1 0 0 0,-1 1 0 0 0,0 1 0 0 0,0 0 0 0 0,1 0 1 0 0,-1 1-1 0 0,0 0 0 0 0,-15 4 0 0 0,3 1 318 0 0,1 2 1 0 0,-1 0-1 0 0,1 1 1 0 0,1 1-1 0 0,0 1 1 0 0,0 1-1 0 0,-22 18 1 0 0,37-26-374 0 0,0 0 0 0 0,0 0 0 0 0,0 1 0 0 0,1 0 0 0 0,-1 0 0 0 0,1 0 1 0 0,1 0-1 0 0,-1 0 0 0 0,1 1 0 0 0,0 0 0 0 0,0-1 0 0 0,0 1 0 0 0,-2 11 0 0 0,4-14-157 0 0,1-1-1 0 0,0 1 0 0 0,0-1 0 0 0,0 1 1 0 0,0-1-1 0 0,0 1 0 0 0,1 0 1 0 0,-1-1-1 0 0,1 0 0 0 0,-1 1 1 0 0,1-1-1 0 0,0 1 0 0 0,0-1 0 0 0,0 0 1 0 0,0 1-1 0 0,1-1 0 0 0,-1 0 1 0 0,1 0-1 0 0,-1 0 0 0 0,1 0 1 0 0,0 0-1 0 0,-1-1 0 0 0,1 1 0 0 0,0 0 1 0 0,0-1-1 0 0,0 1 0 0 0,1-1 1 0 0,-1 0-1 0 0,0 0 0 0 0,0 0 0 0 0,1 0 1 0 0,-1 0-1 0 0,1 0 0 0 0,-1 0 1 0 0,3 0-1 0 0,14 3-8 0 0,0 0 0 0 0,0-1 0 0 0,0-1 0 0 0,0 0 0 0 0,0-2 0 0 0,0 0 0 0 0,0-1 0 0 0,0-1 0 0 0,0-1 0 0 0,0 0 0 0 0,0-2 0 0 0,-1 0 0 0 0,0-1 0 0 0,0-1 0 0 0,0-1 0 0 0,-1 0 0 0 0,0-1 0 0 0,-1-1 0 0 0,0 0 0 0 0,22-20 0 0 0,-36 29 0 0 0,-1 1 0 0 0,0-1 0 0 0,-1 1 0 0 0,1 0 0 0 0,0-1 0 0 0,-1 1 0 0 0,1-1 0 0 0,-1 1 0 0 0,1-1 0 0 0,-1 0 0 0 0,1 1 0 0 0,-1-1 0 0 0,1 0 0 0 0,-1 1 0 0 0,0-1 0 0 0,1 0 0 0 0,-1 1 0 0 0,0-1 0 0 0,1 0 0 0 0,-1 1 0 0 0,0-1 0 0 0,0 0 0 0 0,0 0 0 0 0,0 0 0 0 0,0 1 0 0 0,0-1 0 0 0,0-1 0 0 0,0 0 0 0 0,0 0 0 0 0,0-1 0 0 0,0 1 0 0 0,0 0 0 0 0,-1 0 0 0 0,1 0 0 0 0,-1 0 0 0 0,1 0 0 0 0,-1 0 0 0 0,0 0 0 0 0,0 0 0 0 0,0 0 0 0 0,0 0 0 0 0,0 0 0 0 0,0 0 0 0 0,-1 1 0 0 0,1-1 0 0 0,0 1 0 0 0,-1-1 0 0 0,1 1 0 0 0,-1-1 0 0 0,0 1 0 0 0,0 0 0 0 0,1-1 0 0 0,-1 1 0 0 0,0 0 0 0 0,0 0 0 0 0,0 1 0 0 0,0-1 0 0 0,0 0 0 0 0,0 1 0 0 0,-4-2 0 0 0,4 2 0 0 0,-51-15-115 0 0,51 14-506 0 0,60-8-9732 0 0,-31 1-125 0 0,-11 2 4182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9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53 163 460 0 0,'0'0'15114'0'0,"-6"2"-13982"0"0,-17 3-32 0 0,21-3-829 0 0,0 1 0 0 0,1-1 0 0 0,-1 0 0 0 0,1 0 0 0 0,0 1 0 0 0,0-1 0 0 0,0 1 0 0 0,0-1 0 0 0,0 1 0 0 0,0-1 0 0 0,1 1 0 0 0,-1-1 0 0 0,1 1 0 0 0,-1 0 0 0 0,1-1 0 0 0,0 4 0 0 0,-1 3 367 0 0,-1 5 406 0 0,0 1 0 0 0,1 0 0 0 0,1 0 0 0 0,0 0 0 0 0,1 0 0 0 0,3 15 0 0 0,2-19 1215 0 0,-6-32-1901 0 0,-8-45-567 0 0,7 61 209 0 0,-1-1 0 0 0,1 1 0 0 0,1-1 0 0 0,-1 0 0 0 0,1 1 0 0 0,0-1 0 0 0,0 0 0 0 0,1 0 0 0 0,0 1 0 0 0,0-1 0 0 0,0 1 0 0 0,1-1 0 0 0,0 1 0 0 0,0-1 0 0 0,0 1 0 0 0,0 0 0 0 0,1 0 0 0 0,0 0 0 0 0,0 0 0 0 0,0 0 0 0 0,1 1 0 0 0,0 0 0 0 0,-1-1 0 0 0,1 1 0 0 0,1 1 0 0 0,-1-1 0 0 0,1 1 0 0 0,-1-1 0 0 0,1 1 0 0 0,9-4 0 0 0,5-1 0 0 0,0 0 0 0 0,0 1 0 0 0,1 1 0 0 0,0 0 0 0 0,30-3 0 0 0,117-1 0 0 0,-60 6 0 0 0,-93 4 0 0 0,0 0 0 0 0,-6-4-57 0 0,-10-7-1189 0 0,-1 5-410 0 0,2 0-4110 0 0,1-8-3331 0 0,0 2 697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9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0 952 0 0,'2'2'20833'0'0,"18"3"-20196"0"0,-13-5 22 0 0,1-1-1 0 0,-1 2 1 0 0,0-1 0 0 0,1 1 0 0 0,-1 1-1 0 0,0-1 1 0 0,0 1 0 0 0,0 0 0 0 0,0 1-1 0 0,0 0 1 0 0,-1 0 0 0 0,1 0 0 0 0,-1 1-1 0 0,9 6 1 0 0,-14-9-647 0 0,0 0 1 0 0,0 1-1 0 0,0-1 0 0 0,0 1 0 0 0,0-1 1 0 0,-1 1-1 0 0,1 0 0 0 0,0-1 1 0 0,-1 1-1 0 0,1 0 0 0 0,-1 0 0 0 0,0-1 1 0 0,1 1-1 0 0,-1 0 0 0 0,0 0 1 0 0,0-1-1 0 0,0 1 0 0 0,0 0 0 0 0,-1 0 1 0 0,1-1-1 0 0,0 1 0 0 0,-1 0 1 0 0,1 0-1 0 0,-1-1 0 0 0,0 1 0 0 0,1 0 1 0 0,-1-1-1 0 0,0 1 0 0 0,0-1 1 0 0,0 1-1 0 0,0-1 0 0 0,0 0 0 0 0,-1 1 1 0 0,-1 1-1 0 0,-4 7 22 0 0,6-7-34 0 0,0-1 0 0 0,0 1 0 0 0,-1-1 0 0 0,1 1 0 0 0,-1-1 0 0 0,0 0 0 0 0,0 0 0 0 0,0 1 0 0 0,0-1 0 0 0,0 0 0 0 0,0-1 0 0 0,-1 1 0 0 0,-2 1 0 0 0,0 1 0 0 0,0 0 0 0 0,0 0 0 0 0,1 0 0 0 0,-1 1 0 0 0,1-1 0 0 0,0 1 0 0 0,0 0 0 0 0,1 0 0 0 0,-1 1 0 0 0,-2 5 0 0 0,2-1 0 0 0,10 4 0 0 0,-3-11 0 0 0,1-1 0 0 0,-1 1 0 0 0,0-1 0 0 0,1 0 0 0 0,-1 0 0 0 0,1-1 0 0 0,0 1 0 0 0,0-1 0 0 0,0 1 0 0 0,-1-1 0 0 0,1 0 0 0 0,0-1 0 0 0,5 1 0 0 0,56 0 0 0 0,-39-2 0 0 0,32 0-323 0 0,-56 1-1828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6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40 36 0 0,'0'0'4723'0'0,"-3"-5"-3706"0"0,-1 0-223 0 0,-5-8-889 0 0,6-4 17299 0 0,6 24-16890 0 0,4 20 159 0 0,-1 0 0 0 0,4 51 1 0 0,7 36 313 0 0,-12-83-613 0 0,-4-22-103 0 0,0-1 0 0 0,1 0 0 0 0,0 0 0 0 0,0 1 1 0 0,0-1-1 0 0,1 0 0 0 0,8 14 0 0 0,-9-41 427 0 0,-1 0 0 0 0,-1-1 0 0 0,-1-20 1 0 0,0 2-218 0 0,1 36-279 0 0,0 0 0 0 0,0 1 1 0 0,0-1-1 0 0,0 0 1 0 0,0 0-1 0 0,-1 0 0 0 0,1 1 1 0 0,-1-1-1 0 0,1 0 1 0 0,-1 0-1 0 0,1 1 0 0 0,-1-1 1 0 0,0 1-1 0 0,0-1 1 0 0,0 0-1 0 0,0 1 0 0 0,0 0 1 0 0,0-1-1 0 0,0 1 1 0 0,-1 0-1 0 0,1-1 0 0 0,0 1 1 0 0,-1 0-1 0 0,-1-1 0 0 0,0 0-9 0 0,-1 1 0 0 0,1 0 0 0 0,0 0 0 0 0,-1 1 0 0 0,1-1 0 0 0,0 1 0 0 0,-1-1 0 0 0,1 1 0 0 0,-1 0 0 0 0,1 0 0 0 0,-7 2 0 0 0,-6 1 23 0 0,0 1-1 0 0,1 1 1 0 0,0 0-1 0 0,-18 9 1 0 0,21-8 92 0 0,1 1 1 0 0,0 0-1 0 0,0 1 0 0 0,0 0 1 0 0,1 0-1 0 0,0 1 0 0 0,1 0 1 0 0,0 1-1 0 0,-14 19 0 0 0,18-21-62 0 0,0-1-1 0 0,0 1 0 0 0,0 0 0 0 0,1 1 1 0 0,1-1-1 0 0,0 1 0 0 0,0-1 0 0 0,0 1 1 0 0,1 0-1 0 0,0 0 0 0 0,1 0 0 0 0,0 0 1 0 0,1 1-1 0 0,0-1 0 0 0,1 9 1 0 0,-1-14-32 0 0,1 0 0 0 0,-1 0 0 0 0,1-1 0 0 0,0 1 0 0 0,0 0 0 0 0,1-1 0 0 0,-1 1 0 0 0,1-1 0 0 0,0 0 0 0 0,0 1 0 0 0,0-1 0 0 0,0 0 0 0 0,1 0 0 0 0,-1 0 0 0 0,1-1 0 0 0,-1 1 0 0 0,1 0 0 0 0,0-1 0 0 0,4 3 0 0 0,-2-3-21 0 0,0 1 0 0 0,1-1 0 0 0,-1 0-1 0 0,1 0 1 0 0,0-1 0 0 0,0 0 0 0 0,-1 0 0 0 0,1 0-1 0 0,0 0 1 0 0,0-1 0 0 0,7-1 0 0 0,5 0-86 0 0,0-2 0 0 0,-1 0 0 0 0,0-1 0 0 0,0-1 0 0 0,0 0 0 0 0,-1-1 0 0 0,22-11-1 0 0,-28 11 20 0 0,-1 0 0 0 0,1 0 0 0 0,-1-1 0 0 0,0 0-1 0 0,-1 0 1 0 0,8-10 0 0 0,-12 14 50 0 0,-1-1 1 0 0,1 0-1 0 0,-1-1 0 0 0,-1 1 1 0 0,1-1-1 0 0,0 1 0 0 0,-1-1 0 0 0,0 0 1 0 0,0 0-1 0 0,-1 0 0 0 0,1 0 1 0 0,-1 0-1 0 0,0 0 0 0 0,0-9 1 0 0,-1 11 35 0 0,0 1 1 0 0,0-1-1 0 0,-1 1 0 0 0,0-1 1 0 0,1 1-1 0 0,-1-1 0 0 0,0 1 1 0 0,0 0-1 0 0,0-1 1 0 0,-1 1-1 0 0,1 0 0 0 0,-1 0 1 0 0,1 0-1 0 0,-1 0 1 0 0,0 0-1 0 0,1 0 0 0 0,-1 0 1 0 0,0 1-1 0 0,0-1 1 0 0,0 0-1 0 0,0 1 0 0 0,-1 0 1 0 0,1 0-1 0 0,0-1 1 0 0,-1 1-1 0 0,1 1 0 0 0,-1-1 1 0 0,1 0-1 0 0,-1 0 1 0 0,1 1-1 0 0,-1 0 0 0 0,-3-1 1 0 0,-6 0 73 0 0,0 0 0 0 0,0 0 0 0 0,1 1 0 0 0,-1 1 1 0 0,-19 3-1 0 0,26-3-85 0 0,-3 0-21 0 0,0 1 0 0 0,0-1-1 0 0,0 2 1 0 0,0-1-1 0 0,0 1 1 0 0,-10 5-1 0 0,17-7-213 0 0,23 5-1976 0 0,-10-7 1173 0 0,85-34-3338 0 0,-62 18 38 0 0,-4 0-3517 0 0,-12 8 2012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6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81 892 0 0,'-1'-2'915'0'0,"0"0"-1"0"0,-1 1 1 0 0,1-1 0 0 0,-1 0 0 0 0,1 0-1 0 0,-1 1 1 0 0,0-1 0 0 0,0 1-1 0 0,0 0 1 0 0,0-1 0 0 0,0 1-1 0 0,0 0 1 0 0,0 0 0 0 0,0 0-1 0 0,0 0 1 0 0,0 1 0 0 0,-1-1-1 0 0,1 0 1 0 0,-5 0 4900 0 0,14 4-5310 0 0,14 2-202 0 0,0 0 1 0 0,0-1-1 0 0,1-1 1 0 0,-1-1-1 0 0,1-1 1 0 0,37-3-1 0 0,143-25 555 0 0,-73 8-388 0 0,-46 8-246 0 0,90-7-174 0 0,-112 25-1382 0 0,-66-6 1095 0 0,0 0 1 0 0,1 1-1 0 0,-1-1 0 0 0,0 1 1 0 0,1 0-1 0 0,-7 5 0 0 0,-11 4-841 0 0,5-6-903 0 0,0-1 1 0 0,-1 0 0 0 0,-31 2 0 0 0,19-3-5504 0 0,13 0 2511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7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433 187 740 0 0,'0'0'5896'0'0,"4"0"-4990"0"0,12-3-19 0 0,-12 2 2645 0 0,1-9-2230 0 0,-4 4 2035 0 0,-3 2-3090 0 0,1 1 0 0 0,0 0 0 0 0,-1 0 0 0 0,0 0 0 0 0,0 0 1 0 0,0 0-1 0 0,0 0 0 0 0,0 0 0 0 0,-1 1 0 0 0,1-1 1 0 0,-1 1-1 0 0,1 0 0 0 0,-1 0 0 0 0,0 0 0 0 0,0 0 0 0 0,0 0 1 0 0,0 0-1 0 0,-6-1 0 0 0,1 0-32 0 0,1 2-1 0 0,-1-1 1 0 0,1 1-1 0 0,-1 0 1 0 0,1 0-1 0 0,-1 1 1 0 0,1 0-1 0 0,-12 2 1 0 0,-3 2 157 0 0,2 0 0 0 0,-1 1 0 0 0,0 2 0 0 0,1 0 1 0 0,-32 16-1 0 0,36-16-92 0 0,0 1-1 0 0,1 1 1 0 0,0 0 0 0 0,1 1 0 0 0,0 0 0 0 0,0 1 0 0 0,1 1-1 0 0,0 0 1 0 0,1 1 0 0 0,-12 16 0 0 0,23-26-235 0 0,-1-1 1 0 0,1 1-1 0 0,-1-1 0 0 0,1 1 1 0 0,0 0-1 0 0,0-1 0 0 0,1 1 1 0 0,-1 0-1 0 0,0 0 0 0 0,1 0 1 0 0,0-1-1 0 0,-1 7 0 0 0,2-8-19 0 0,-1 1 0 0 0,0-1 0 0 0,1 0 0 0 0,-1 1-1 0 0,0-1 1 0 0,1 1 0 0 0,0-1 0 0 0,-1 0 0 0 0,1 1 0 0 0,0-1 0 0 0,0 0-1 0 0,0 0 1 0 0,0 0 0 0 0,0 1 0 0 0,0-1 0 0 0,0 0 0 0 0,0 0-1 0 0,2 1 1 0 0,1 0-12 0 0,0-1 0 0 0,0 1-1 0 0,0-1 1 0 0,0 1 0 0 0,0-1 0 0 0,0 0-1 0 0,0-1 1 0 0,0 1 0 0 0,1-1-1 0 0,-1 0 1 0 0,0 0 0 0 0,0 0 0 0 0,0-1-1 0 0,1 1 1 0 0,-1-1 0 0 0,4-1-1 0 0,10-3-143 0 0,-1-1-1 0 0,1-1 1 0 0,-1 0-1 0 0,0-1 1 0 0,-1-1-1 0 0,0 0 1 0 0,-1-2-1 0 0,17-13 1 0 0,-22 16-81 0 0,-1 0 1 0 0,-1 0-1 0 0,0-1 1 0 0,0 0-1 0 0,0-1 1 0 0,-1 1-1 0 0,-1-2 1 0 0,0 1-1 0 0,0-1 1 0 0,-1 1-1 0 0,0-2 1 0 0,-1 1-1 0 0,5-20 1 0 0,-8 29 158 0 0,-1 0 0 0 0,0 0 1 0 0,0 0-1 0 0,0 0 0 0 0,0 0 1 0 0,0-1-1 0 0,0 1 0 0 0,-1 0 1 0 0,1 0-1 0 0,-1 0 0 0 0,1 0 1 0 0,-1 1-1 0 0,0-1 0 0 0,1 0 0 0 0,-1 0 1 0 0,0 0-1 0 0,0 0 0 0 0,-1 1 1 0 0,1-1-1 0 0,0 1 0 0 0,-1-1 1 0 0,1 1-1 0 0,0-1 0 0 0,-1 1 1 0 0,-1-2-1 0 0,0 1-6 0 0,-1 0 0 0 0,1 0 0 0 0,0 1 0 0 0,0-1 0 0 0,-1 1 0 0 0,1 0 0 0 0,-1 0 0 0 0,0 0 0 0 0,1 0 0 0 0,-1 0 0 0 0,-6 1 0 0 0,8 0-27 0 0,-12 4 63 0 0,14-4-34 0 0,-1 0 0 0 0,1 0-1 0 0,0 0 1 0 0,0 0-1 0 0,0 0 1 0 0,-1 0 0 0 0,1 0-1 0 0,0 0 1 0 0,0 0 0 0 0,-1 0-1 0 0,1 0 1 0 0,0 0-1 0 0,0 0 1 0 0,-1 0 0 0 0,1 0-1 0 0,0 0 1 0 0,0 0 0 0 0,0 0-1 0 0,-1 1 1 0 0,1-1-1 0 0,0 0 1 0 0,0 0 0 0 0,0 0-1 0 0,-1 0 1 0 0,1 1 0 0 0,0-1-1 0 0,0 0 1 0 0,0 0-1 0 0,0 0 1 0 0,0 1 0 0 0,0-1-1 0 0,-1 0 1 0 0,1 0 0 0 0,0 0-1 0 0,0 1 1 0 0,0-1-1 0 0,0 0 1 0 0,0 0 0 0 0,0 1-1 0 0,0-1 1 0 0,0 0 0 0 0,0 0-1 0 0,0 1 1 0 0,0-1-1 0 0,0 0 1 0 0,0 0 0 0 0,0 1-1 0 0,0-1 1 0 0,0 0 0 0 0,0 0-1 0 0,0 0 1 0 0,1 1-1 0 0,-1-1 1 0 0,0 0 0 0 0,0 0-1 0 0,0 0 1 0 0,0 1 0 0 0,0-1-1 0 0,1 0 1 0 0,-1 0 0 0 0,2 1-104 0 0,0 0 0 0 0,0 0 0 0 0,0-1 0 0 0,0 1 0 0 0,0-1 0 0 0,0 1 0 0 0,0-1-1 0 0,0 0 1 0 0,0 0 0 0 0,1 0 0 0 0,-1 0 0 0 0,0-1 0 0 0,0 1 0 0 0,0 0 0 0 0,0-1 0 0 0,0 1 0 0 0,0-1 0 0 0,0 0 0 0 0,0 0 0 0 0,0 0 0 0 0,0 0 0 0 0,0 0 0 0 0,2-2 0 0 0,0-1-949 0 0,0 0-1 0 0,0 0 0 0 0,-1 0 1 0 0,0-1-1 0 0,0 1 0 0 0,0-1 1 0 0,0 0-1 0 0,3-9 0 0 0,-1 1-2443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7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1048 0 0,'0'0'12273'0'0,"-1"6"-11421"0"0,-6 22 494 0 0,1 0-1 0 0,1 0 0 0 0,0 37 1 0 0,-8 45 1605 0 0,10-90-2531 0 0,-1-6 2 0 0,1 1-1 0 0,1-1 1 0 0,1 1-1 0 0,0-1 1 0 0,1 1-1 0 0,0-1 1 0 0,3 18-1 0 0,14 55 1952 0 0,-17-87-2420 0 0,0 1 0 0 0,0-1 1 0 0,0 0-1 0 0,0 0 1 0 0,1 1-1 0 0,-1-1 1 0 0,0 0-1 0 0,0 0 0 0 0,0 0 1 0 0,0 0-1 0 0,0 1 1 0 0,0-1-1 0 0,1 0 1 0 0,-1 0-1 0 0,0 0 0 0 0,0 0 1 0 0,0 1-1 0 0,0-1 1 0 0,1 0-1 0 0,-1 0 1 0 0,0 0-1 0 0,0 0 0 0 0,0 0 1 0 0,1 0-1 0 0,-1 0 1 0 0,0 1-1 0 0,0-1 1 0 0,0 0-1 0 0,1 0 0 0 0,-1 0 1 0 0,0 0-1 0 0,0 0 1 0 0,1 0-1 0 0,-1 0 1 0 0,0 0-1 0 0,0 0 0 0 0,0 0 1 0 0,1 0-1 0 0,-1-1 1 0 0,0 1-1 0 0,0 0 1 0 0,0 0-1 0 0,1 0 0 0 0,-1 0 1 0 0,0 0-1 0 0,0 0 1 0 0,0 0-1 0 0,1 0 1 0 0,-1-1-1 0 0,0 1 0 0 0,0 0 1 0 0,0 0-1 0 0,0 0 1 0 0,1 0-1 0 0,-1-1 1 0 0,0 1-1 0 0,0 0 0 0 0,14-21-2106 0 0,6-28-6356 0 0,-16 35 2717 0 0,3 2 441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7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0 524 0 0,'-2'1'11494'0'0,"-6"6"-5497"0"0,-7 5-4728 0 0,1 1 1 0 0,-18 21 0 0 0,2 5 305 0 0,20-28-1195 0 0,0 0 0 0 0,1 1 0 0 0,1 0 0 0 0,0 1 0 0 0,0-1 1 0 0,2 2-1 0 0,-1-1 0 0 0,2 1 0 0 0,-5 14 0 0 0,8-17 32 0 0,1-9-616 0 0,1 1 0 0 0,-1 0 0 0 0,1-1 0 0 0,-1 1 0 0 0,1 0 0 0 0,0 0 0 0 0,0-1 0 0 0,0 1 0 0 0,0 0 0 0 0,1 0 0 0 0,-1-1 0 0 0,2 6 0 0 0,-1-6-798 0 0,3-6-1551 0 0,20-37-1237 0 0,-11 7-4820 0 0,-7 16 3545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8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0 984 0 0,'-23'13'7207'0'0,"23"-11"-6824"0"0,-1 0 0 0 0,1-1 0 0 0,-1 1 0 0 0,1 0 0 0 0,0 0 0 0 0,-1 0 0 0 0,1-1 0 0 0,0 1 0 0 0,0 0 0 0 0,0 0 0 0 0,1 0 0 0 0,-1 0-1 0 0,0-1 1 0 0,1 1 0 0 0,-1 0 0 0 0,1 0 0 0 0,0 1 0 0 0,1 1 58 0 0,0 0 0 0 0,0-1-1 0 0,1 0 1 0 0,-1 1 0 0 0,1-1 0 0 0,0 0-1 0 0,4 4 1 0 0,6 3 606 0 0,1 0 0 0 0,29 16 0 0 0,-32-20-179 0 0,5 2-291 0 0,0-1 1 0 0,0-1-1 0 0,0 0 1 0 0,1-1-1 0 0,30 5 1 0 0,-44-10-703 0 0,-1 1 0 0 0,1-1 1 0 0,-1 0-1 0 0,1-1 0 0 0,-1 1 1 0 0,1 0-1 0 0,-1-1 0 0 0,1 1 0 0 0,-1-1 1 0 0,0 0-1 0 0,1 0 0 0 0,-1 0 1 0 0,0 0-1 0 0,0 0 0 0 0,0-1 1 0 0,1 1-1 0 0,-1-1 0 0 0,-1 1 1 0 0,1-1-1 0 0,0 0 0 0 0,0 1 0 0 0,-1-1 1 0 0,1 0-1 0 0,-1 0 0 0 0,1 0 1 0 0,-1-1-1 0 0,0 1 0 0 0,2-4 1 0 0,10-32-4191 0 0,-6 3-3661 0 0,-1 7 2255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8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13 1352 0 0,'-1'-1'490'0'0,"0"-1"0"0"0,0 1-1 0 0,0 0 1 0 0,0 0 0 0 0,0 1-1 0 0,0-1 1 0 0,-1 0 0 0 0,1 0-1 0 0,0 1 1 0 0,-1-1 0 0 0,1 0-1 0 0,0 1 1 0 0,-1-1 0 0 0,1 1 0 0 0,-1 0-1 0 0,1-1 1 0 0,0 1 0 0 0,-1 0-1 0 0,1 0 1 0 0,-1 0 0 0 0,1 0-1 0 0,-3 1 1 0 0,1-1-114 0 0,0 1-1 0 0,0 0 1 0 0,1 1-1 0 0,-1-1 1 0 0,0 0-1 0 0,1 1 1 0 0,-1 0-1 0 0,1-1 1 0 0,-1 1-1 0 0,-2 3 1 0 0,-5 6 229 0 0,0 0 0 0 0,1 1 0 0 0,-11 18 0 0 0,17-26-84 0 0,-12 23 555 0 0,0 1-1 0 0,2 0 0 0 0,0 1 1 0 0,-15 61-1 0 0,-15 125 2368 0 0,39-196-3138 0 0,1 0 1 0 0,1 1-1 0 0,0-1 0 0 0,2 1 0 0 0,0 0 0 0 0,1-1 1 0 0,1 1-1 0 0,1-1 0 0 0,1 0 0 0 0,1 0 0 0 0,13 35 1 0 0,-17-52-265 0 0,4 10 77 0 0,0-1 0 0 0,1 0 0 0 0,1-1-1 0 0,15 20 1 0 0,-19-28-122 0 0,0 1-1 0 0,-1 0 0 0 0,1-1 1 0 0,1 0-1 0 0,-1 0 0 0 0,0 0 1 0 0,0 0-1 0 0,1 0 1 0 0,-1-1-1 0 0,1 1 0 0 0,-1-1 1 0 0,1 0-1 0 0,0 0 0 0 0,0-1 1 0 0,-1 1-1 0 0,1-1 1 0 0,0 1-1 0 0,0-1 0 0 0,0-1 1 0 0,6 0-1 0 0,-3 0-237 0 0,1-1-1 0 0,-1 0 1 0 0,1 0-1 0 0,-1-1 1 0 0,0 1-1 0 0,0-2 1 0 0,0 1 0 0 0,-1-1-1 0 0,1 0 1 0 0,-1 0-1 0 0,0-1 1 0 0,0 0-1 0 0,0 0 1 0 0,-1-1-1 0 0,0 1 1 0 0,5-8 0 0 0,-4 5-767 0 0,0-1 1 0 0,0 0-1 0 0,-1 0 1 0 0,7-17 0 0 0,-9 16-1316 0 0,1 0-1 0 0,-2 0 1 0 0,1 0 0 0 0,1-17 0 0 0,-4-2-4375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8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8 388 0 0,'0'0'6995'0'0,"-9"-7"-4364"0"0,2 7 3331 0 0,-1 4-5411 0 0,0 0 0 0 0,1 0 0 0 0,-1 1 0 0 0,1 1 0 0 0,0-1 0 0 0,0 1 0 0 0,1 0 0 0 0,-1 1 0 0 0,-9 12 0 0 0,-50 78 1857 0 0,50-72-1650 0 0,-18 26 308 0 0,19-32-578 0 0,2 0 1 0 0,0 1 0 0 0,1 1 0 0 0,2 0 0 0 0,-16 41 0 0 0,30-50-2457 0 0,-4-12 1909 0 0,0 0 0 0 0,0 1 0 0 0,0-1 1 0 0,0 0-1 0 0,1 0 0 0 0,-1 1 0 0 0,0-1 0 0 0,0 0 0 0 0,0 0 1 0 0,0 0-1 0 0,0 1 0 0 0,0-1 0 0 0,1 0 0 0 0,-1 0 1 0 0,0 0-1 0 0,0 0 0 0 0,0 1 0 0 0,0-1 0 0 0,1 0 1 0 0,-1 0-1 0 0,0 0 0 0 0,0 0 0 0 0,0 0 0 0 0,1 0 0 0 0,-1 0 1 0 0,0 0-1 0 0,0 0 0 0 0,1 1 0 0 0,-1-1 0 0 0,0 0 1 0 0,0 0-1 0 0,0 0 0 0 0,1 0 0 0 0,-1 0 0 0 0,0 0 0 0 0,0 0 1 0 0,1 0-1 0 0,-1-1 0 0 0,0 1 0 0 0,0 0 0 0 0,0 0 1 0 0,1 0-1 0 0,-1 0 0 0 0,0 0 0 0 0,0 0 0 0 0,0 0 1 0 0,1 0-1 0 0,-1-1 0 0 0,0 1 0 0 0,0 0 0 0 0,0 0 0 0 0,1 0 1 0 0,-1-1-1 0 0,13-16-1910 0 0,18-27-8739 0 0,-19 20 4618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9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0 408 0 0,'-1'2'429'0'0,"0"-1"1"0"0,0 0-1 0 0,0 1 1 0 0,1-1-1 0 0,-1 1 1 0 0,0-1-1 0 0,1 1 1 0 0,-1-1-1 0 0,1 1 1 0 0,-1 0-1 0 0,1-1 0 0 0,-1 1 1 0 0,1 0-1 0 0,0-1 1 0 0,0 1-1 0 0,0 0 1 0 0,0-1-1 0 0,0 1 1 0 0,1 0-1 0 0,-1-1 0 0 0,0 1 1 0 0,2 3-1 0 0,-1-3-81 0 0,1 0-1 0 0,-1 1 1 0 0,1-1 0 0 0,0 0-1 0 0,0 0 1 0 0,0 1-1 0 0,0-2 1 0 0,0 1-1 0 0,1 0 1 0 0,-1 0-1 0 0,1-1 1 0 0,3 3-1 0 0,9 3 407 0 0,1-1 0 0 0,0 0 0 0 0,29 5 0 0 0,-31-7 225 0 0,1 0-543 0 0,13 3 283 0 0,0 0 0 0 0,0-2 1 0 0,43 3-1 0 0,-70-8-858 0 0,1 0 0 0 0,-1 0 0 0 0,0 0 1 0 0,1 0-1 0 0,-1-1 0 0 0,0 1 0 0 0,0-1 1 0 0,1 1-1 0 0,-1-1 0 0 0,0 1 0 0 0,0-1 1 0 0,0 0-1 0 0,0 0 0 0 0,0 1 0 0 0,0-1 1 0 0,0 0-1 0 0,0 0 0 0 0,0 0 0 0 0,0 0 1 0 0,0 0-1 0 0,-1 0 0 0 0,1 0 0 0 0,0-1 1 0 0,-1 1-1 0 0,1 0 0 0 0,-1 0 0 0 0,1-1 1 0 0,-1 1-1 0 0,1-2 0 0 0,3-35-9217 0 0,-4 37 9263 0 0,0-14-4686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9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34 220 0 0,'-13'3'7411'0'0,"22"-3"-2745"0"0,21-3-3120 0 0,127-27 1699 0 0,-156 30-3194 0 0,0-1 1 0 0,0 1-1 0 0,1-1 0 0 0,-1 1 1 0 0,0-1-1 0 0,0 1 0 0 0,1 0 0 0 0,-1 0 1 0 0,0-1-1 0 0,0 1 0 0 0,1 0 0 0 0,-1 0 1 0 0,0 0-1 0 0,0 1 0 0 0,1-1 0 0 0,-1 0 1 0 0,0 0-1 0 0,0 1 0 0 0,1-1 1 0 0,-1 0-1 0 0,0 1 0 0 0,0 0 0 0 0,0-1 1 0 0,0 1-1 0 0,2 1 0 0 0,-3-1 21 0 0,0 1 0 0 0,0-1 0 0 0,0 0 0 0 0,0 1 0 0 0,0-1-1 0 0,-1 1 1 0 0,1-1 0 0 0,0 0 0 0 0,-1 1 0 0 0,1-1 0 0 0,-1 0 0 0 0,0 0 0 0 0,1 1 0 0 0,-1-1 0 0 0,0 0 0 0 0,0 0-1 0 0,0 0 1 0 0,-1 1 0 0 0,-50 52 2064 0 0,-17 6 687 0 0,68-59-2227 0 0,2 0-590 0 0,0 0 1 0 0,0 0-1 0 0,0 0 0 0 0,1 0 1 0 0,-1 0-1 0 0,0 0 1 0 0,0 0-1 0 0,1-1 1 0 0,-1 1-1 0 0,0 0 1 0 0,1-1-1 0 0,-1 1 1 0 0,1-1-1 0 0,-1 0 0 0 0,0 1 1 0 0,1-1-1 0 0,-1 0 1 0 0,1 0-1 0 0,-1 0 1 0 0,1 0-1 0 0,-1 0 1 0 0,1 0-1 0 0,-1 0 1 0 0,1 0-1 0 0,1-1 0 0 0,1 0-12 0 0,69-10-2717 0 0,88-25 1 0 0,-132 26 67 0 0,-13-1-6011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9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1592 0 0,'0'0'4550'0'0,"14"16"-306"0"0,5 7-2439 0 0,2-1-1 0 0,1-1 1 0 0,44 34-1 0 0,6 6 102 0 0,-50-43-1529 0 0,-2 1 0 0 0,0 1-1 0 0,-1 0 1 0 0,-2 2 0 0 0,0 0-1 0 0,-1 1 1 0 0,-1 1-1 0 0,14 29 1 0 0,-20-32-212 0 0,-1 1 0 0 0,-1 1 0 0 0,-1 0-1 0 0,-1 0 1 0 0,0 0 0 0 0,-2 0 0 0 0,0 31 0 0 0,-3-39-154 0 0,0 0 1 0 0,-1 1 0 0 0,-1-1 0 0 0,-1 0 0 0 0,0 0-1 0 0,-1 0 1 0 0,0-1 0 0 0,-1 1 0 0 0,-1-1 0 0 0,0 0 0 0 0,-1 0-1 0 0,-13 18 1 0 0,15-25-85 0 0,0-1 0 0 0,-1 0-1 0 0,1 0 1 0 0,-1-1 0 0 0,0 0-1 0 0,-1 0 1 0 0,1 0-1 0 0,-1 0 1 0 0,0-1 0 0 0,0-1-1 0 0,-1 1 1 0 0,1-1 0 0 0,-1 0-1 0 0,0-1 1 0 0,-9 3 0 0 0,11-4-322 0 0,0 0 1 0 0,0-1-1 0 0,-1 1 0 0 0,1-1 1 0 0,0 0-1 0 0,0-1 1 0 0,-1 0-1 0 0,1 0 1 0 0,0 0-1 0 0,0 0 0 0 0,0-1 1 0 0,0 0-1 0 0,0-1 1 0 0,0 1-1 0 0,1-1 1 0 0,-1 0-1 0 0,1 0 1 0 0,0-1-1 0 0,-9-7 0 0 0,-11-15-5397 0 0,0-5 441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42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84 48 0 0,'0'0'1761'0'0,"14"6"14575"0"0,-17-10-16190 0 0,2 3-58 0 0,0 0-1 0 0,0 0 1 0 0,0 0-1 0 0,0 0 1 0 0,0 0-1 0 0,1 0 1 0 0,-1-1-1 0 0,0 1 1 0 0,1 0-1 0 0,-1 0 1 0 0,1 0-1 0 0,0-1 1 0 0,-1 1-1 0 0,1 0 1 0 0,0-1-1 0 0,0 1 1 0 0,-1-4 5517 0 0,-10-9-1999 0 0,11 12-3167 0 0,0-2-575 0 0,2-3-5130 0 0,4 3 5387 0 0,10-10-7564 0 0,-13 7 1885 0 0,-2-1-709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43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0 872 0 0,'0'0'21015'0'0,"-3"6"-19935"0"0,-2 4-578 0 0,0 0 0 0 0,1 0 0 0 0,1 1 0 0 0,0 0-1 0 0,0 0 1 0 0,1 0 0 0 0,1 0 0 0 0,-1 0 0 0 0,2 0-1 0 0,0 19 1 0 0,3 7 1339 0 0,14 73-1 0 0,0-67-1241 0 0,-12-34-599 0 0,-4-9-38 0 0,-1 0-1 0 0,1-1 1 0 0,0 1 0 0 0,-1 0 0 0 0,1-1-1 0 0,-1 1 1 0 0,1-1 0 0 0,-1 1 0 0 0,1 0-1 0 0,-1-1 1 0 0,1 0 0 0 0,-1 1 0 0 0,1-1-1 0 0,-1 1 1 0 0,0-1 0 0 0,1 1 0 0 0,-1-1-1 0 0,0 0 1 0 0,1 1 0 0 0,-1-1 0 0 0,0 0-1 0 0,0 1 1 0 0,0-1 0 0 0,0 0 0 0 0,1 1-1 0 0,-1-1 1 0 0,0 0 0 0 0,0 1 0 0 0,-1-2-1 0 0,2 0-230 0 0,0 0-1 0 0,-1 0 1 0 0,1 1-1 0 0,-1-1 1 0 0,0 0-1 0 0,0 0 0 0 0,0 0 1 0 0,0 0-1 0 0,0 0 1 0 0,0 0-1 0 0,0 0 1 0 0,0 1-1 0 0,-1-1 0 0 0,0-2 1 0 0,-9-6-2115 0 0,9 10 1784 0 0,0-1-1 0 0,0 1 1 0 0,-1-1 0 0 0,1 1 0 0 0,0-1-1 0 0,0 1 1 0 0,0 0 0 0 0,0 0-1 0 0,-1-1 1 0 0,1 1 0 0 0,0 0 0 0 0,0 0-1 0 0,0 0 1 0 0,0 0 0 0 0,-1 1-1 0 0,1-1 1 0 0,0 0 0 0 0,0 0 0 0 0,0 1-1 0 0,0-1 1 0 0,0 1 0 0 0,-1-1-1 0 0,1 1 1 0 0,-1 0 0 0 0,-11 7-5129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43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46 740 0 0,'-9'1'2950'0'0,"3"0"1364"0"0,-3 0-2285 0 0,-13 1 847 0 0,7-2 7015 0 0,17 0-9820 0 0,-1 0-1 0 0,1 0 1 0 0,-1 0-1 0 0,1 0 1 0 0,-1 0-1 0 0,1 1 1 0 0,-1-1-1 0 0,1 0 1 0 0,-1 1-1 0 0,0 0 1 0 0,1-1-1 0 0,-1 1 1 0 0,1 0-1 0 0,1 1 1 0 0,23 8 607 0 0,26-7 97 0 0,1-3 0 0 0,-1-2-1 0 0,73-12 1 0 0,86-4 378 0 0,-120 20-230 0 0,-87-2-735 0 0,2-8-4184 0 0,4 0 636 0 0,-8-2-3189 0 0,-2-2 497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45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1 84 0 0,'0'0'6179'0'0,"-11"14"9874"0"0,27-19-10320 0 0,-1 2-9010 0 0,-12 3 3483 0 0,25 12 763 0 0,-25-8-852 0 0,1 0 0 0 0,-1 0 0 0 0,-1 1 0 0 0,1-1 0 0 0,0 1 0 0 0,-1 0 0 0 0,0-1 0 0 0,0 1 0 0 0,-1 0 0 0 0,1 0 0 0 0,-1 0 0 0 0,0 0 0 0 0,0 1 0 0 0,-1-1 0 0 0,1 0 0 0 0,-1 0 0 0 0,-1 1 0 0 0,1-1 0 0 0,-1 0 0 0 0,1 0 0 0 0,-1 0 0 0 0,-1 0 0 0 0,1 0 0 0 0,-1 0 0 0 0,0 0 0 0 0,0 0 0 0 0,0 0 0 0 0,-1-1 0 0 0,-3 6 0 0 0,-1-1 17 0 0,1 0 0 0 0,-2 0 0 0 0,1-1-1 0 0,-1 0 1 0 0,0 0 0 0 0,-1 0 0 0 0,0-1 0 0 0,0-1 0 0 0,0 0 0 0 0,-1 0 0 0 0,0 0 0 0 0,-18 6 0 0 0,19-9-102 0 0,-12 5 98 0 0,-44 9 0 0 0,60-16-167 0 0,-1 0 0 0 0,1 0 0 0 0,-1-1 0 0 0,0 0 0 0 0,1 0 0 0 0,-1 0 0 0 0,1-1 0 0 0,-1 1 0 0 0,0-2 0 0 0,1 1 0 0 0,-1 0 0 0 0,1-1 0 0 0,-7-3 0 0 0,11 4 5 0 0,0 1 1 0 0,-1-1 0 0 0,1 0 0 0 0,0 0 0 0 0,0 0 0 0 0,0 0 0 0 0,0 1 0 0 0,0-1 0 0 0,0-1 0 0 0,0 1 0 0 0,0 0 0 0 0,0 0 0 0 0,0 0 0 0 0,1 0 0 0 0,-1-1 0 0 0,0 1 0 0 0,1 0 0 0 0,-1-1 0 0 0,1 1 0 0 0,0 0 0 0 0,-1-1 0 0 0,1 1-1 0 0,0 0 1 0 0,0-1 0 0 0,0-1 0 0 0,0 0-16 0 0,1 0-1 0 0,-1-1 1 0 0,1 1-1 0 0,0 0 1 0 0,0 0-1 0 0,0 0 1 0 0,1 0-1 0 0,-1 0 0 0 0,1 0 1 0 0,3-4-1 0 0,1-1-21 0 0,-1 1-1 0 0,2 0 1 0 0,-1 1-1 0 0,1-1 0 0 0,0 1 1 0 0,0 0-1 0 0,10-5 1 0 0,-12 8 82 0 0,1 1 1 0 0,0 0-1 0 0,0 0 1 0 0,0 0-1 0 0,-1 1 0 0 0,1 0 1 0 0,1 0-1 0 0,-1 0 1 0 0,0 1-1 0 0,0 0 1 0 0,0 0-1 0 0,0 1 1 0 0,0 0-1 0 0,0 0 1 0 0,0 0-1 0 0,0 0 1 0 0,0 1-1 0 0,6 3 1 0 0,-1 0 158 0 0,0 0 0 0 0,0 1 0 0 0,-1 0 0 0 0,0 1 0 0 0,0 0 0 0 0,0 1 0 0 0,-1 0 0 0 0,10 11 0 0 0,22 27 845 0 0,-40-44-940 0 0,2 0 81 0 0,3 1-182 0 0,8-16 674 0 0,-4 1-2713 0 0,0 2 0 0 0,0-1 0 0 0,14-9 0 0 0,7-7-10648 0 0,-19 14 6075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46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13 724 0 0,'0'0'7855'0'0,"-15"-12"4238"0"0,5 24-11305 0 0,1 1 0 0 0,0 0 0 0 0,1 1 0 0 0,0 0 0 0 0,1 0 0 0 0,0 0 0 0 0,-8 30 0 0 0,-15 31 812 0 0,19-51-801 0 0,2-1-1 0 0,-12 47 1 0 0,8-23 80 0 0,3-21-2452 0 0,9-36-3064 0 0,1 4 3727 0 0,0 0-1 0 0,-1 0 1 0 0,1-1 0 0 0,-1 1 0 0 0,-1 0 0 0 0,-1-7 0 0 0,-2 0-2163 0 0,2 0-3407 0 0,-1 2 1015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46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53 208 0 0,'0'0'3876'0'0,"18"-24"1179"0"0,-13 20-4497 0 0,0 1-1 0 0,0 0 1 0 0,1 0 0 0 0,-1 0 0 0 0,1 1 0 0 0,0-1 0 0 0,0 1-1 0 0,0 1 1 0 0,0-1 0 0 0,0 1 0 0 0,0 0 0 0 0,0 1 0 0 0,12-1-1 0 0,-11 2-183 0 0,-1 0-1 0 0,1 0 1 0 0,-1 1-1 0 0,1 0 1 0 0,-1 0-1 0 0,1 0 0 0 0,-1 1 1 0 0,0 0-1 0 0,0 1 1 0 0,-1-1-1 0 0,7 5 1 0 0,1 3 119 0 0,-1 0 1 0 0,-1 1 0 0 0,0 0 0 0 0,0 1-1 0 0,-1 0 1 0 0,-1 1 0 0 0,0 0 0 0 0,-1 0-1 0 0,10 24 1 0 0,-10-21 1 0 0,-5-14-364 0 0,-2 1 1 0 0,1-1-1 0 0,0 0 1 0 0,-1 1-1 0 0,1 0 1 0 0,-1-1-1 0 0,0 1 1 0 0,0 0-1 0 0,0 6 1 0 0,-1-10-148 0 0,0 1 0 0 0,0-1 0 0 0,0 0 0 0 0,0 0 1 0 0,0 1-1 0 0,0-1 0 0 0,0 0 0 0 0,1 0 1 0 0,-1 1-1 0 0,0-1 0 0 0,0 0 0 0 0,0 0 1 0 0,0 1-1 0 0,0-1 0 0 0,1 0 0 0 0,-1 0 0 0 0,0 0 1 0 0,0 1-1 0 0,0-1 0 0 0,1 0 0 0 0,-1 0 1 0 0,0 0-1 0 0,0 0 0 0 0,0 0 0 0 0,1 1 0 0 0,-1-1 1 0 0,0 0-1 0 0,0 0 0 0 0,1 0 0 0 0,-1 0 1 0 0,0 0-1 0 0,1 0 0 0 0,-1 0 0 0 0,0 0 0 0 0,0 0 1 0 0,1 0-1 0 0,-1 0 0 0 0,0 0 0 0 0,0 0 1 0 0,1 0-1 0 0,-1 0 0 0 0,0 0 0 0 0,0 0 0 0 0,1 0 1 0 0,-1 0-1 0 0,0-1 0 0 0,0 1 0 0 0,1 0 1 0 0,-1 0-1 0 0,0 0 0 0 0,0 0 0 0 0,1-1 1 0 0,-1 1-1 0 0,0 0 0 0 0,0 0 0 0 0,0-1 0 0 0,15-9-1102 0 0,-14 10 1130 0 0,3-7-737 0 0,-1 1 0 0 0,0 0 0 0 0,0-1 0 0 0,0 0 0 0 0,-1 0 0 0 0,0 1-1 0 0,1-11 1 0 0,1-25-9259 0 0,-4 19 4142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3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 10 1024 0 0,'0'0'13051'0'0,"-3"-10"-1243"0"0,-3 11-11538 0 0,1-1-1 0 0,-1 1 1 0 0,1 0-1 0 0,-1 1 1 0 0,1-1-1 0 0,0 1 1 0 0,0 0-1 0 0,0 0 1 0 0,0 1 0 0 0,0-1-1 0 0,0 1 1 0 0,1 0-1 0 0,-1 0 1 0 0,-3 5-1 0 0,-67 63-27 0 0,44-40 288 0 0,-78 85 588 0 0,29-27-244 0 0,2 7-1200 0 0,77-95-224 0 0,22-23-20425 0 0,-11 9 14880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3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5 820 0 0,'-7'-4'17776'0'0,"35"17"-16489"0"0,0 2 0 0 0,-1 1 0 0 0,45 35 0 0 0,72 74 664 0 0,-127-109-1683 0 0,10 7 702 0 0,0-2 0 0 0,49 29 0 0 0,-58-43 2633 0 0,-6-7-7189 0 0,-24-18-15522 0 0,3 12 13610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4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0 256 0 0,'0'0'5557'0'0,"-19"12"6042"0"0,19 153-5748 0 0,8-143-4463 0 0,-4-43-1358 0 0,0 1-1 0 0,2 0 1 0 0,0 0-1 0 0,15-31 1 0 0,7-4-261 0 0,-28 54 221 0 0,0 1 1 0 0,0-1 0 0 0,0 1 0 0 0,0-1-1 0 0,1 1 1 0 0,-1-1 0 0 0,0 1 0 0 0,0 0 0 0 0,1-1-1 0 0,-1 1 1 0 0,0-1 0 0 0,1 1 0 0 0,-1 0-1 0 0,0-1 1 0 0,1 1 0 0 0,-1 0 0 0 0,0-1 0 0 0,1 1-1 0 0,-1 0 1 0 0,1-1 0 0 0,-1 1 0 0 0,1 0-1 0 0,-1 0 1 0 0,1 0 0 0 0,-1 0 0 0 0,1-1 0 0 0,-1 1-1 0 0,1 0 1 0 0,-1 0 0 0 0,1 0 0 0 0,8 14 67 0 0,0 41 546 0 0,-6-36-315 0 0,-1-12-189 0 0,-1 0-1 0 0,1-1 1 0 0,1 1 0 0 0,-1-1 0 0 0,7 10 0 0 0,-8-15-134 0 0,0 1 0 0 0,0-1 0 0 0,0 0 1 0 0,0 0-1 0 0,0 0 0 0 0,1 0 0 0 0,-1 0 1 0 0,0 0-1 0 0,1 0 0 0 0,-1 0 0 0 0,1-1 1 0 0,-1 1-1 0 0,0 0 0 0 0,1-1 1 0 0,0 1-1 0 0,-1-1 0 0 0,1 0 0 0 0,-1 0 1 0 0,1 1-1 0 0,0-1 0 0 0,-1 0 0 0 0,1 0 1 0 0,-1 0-1 0 0,1-1 0 0 0,0 1 0 0 0,-1 0 1 0 0,3-1-1 0 0,-1 0-461 0 0,3 1-393 0 0,4 0 653 0 0,-3-5-2692 0 0,-1 1-773 0 0,1-8-9450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5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10 1152 0 0,'0'0'10975'0'0,"-4"4"-9869"0"0,-8 8-670 0 0,5-8 2697 0 0,20 17-1470 0 0,-8-20-1510 0 0,0 0 0 0 0,0 0-1 0 0,-1 0 1 0 0,1 0 0 0 0,0-1 0 0 0,0 1 0 0 0,0-1-1 0 0,0-1 1 0 0,0 1 0 0 0,9-3 0 0 0,61-14 308 0 0,-48 11-375 0 0,79-23-1039 0 0,-105 28 793 0 0,-4 4-1806 0 0,-4 3 2237 0 0,2-1-1905 0 0,28-19-11685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5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1 156 0 0,'1'2'17898'0'0,"2"11"-17456"0"0,-11 51 3045 0 0,6-56-3221 0 0,1 0 1 0 0,0 0 0 0 0,0 1-1 0 0,0-1 1 0 0,1 0-1 0 0,0 1 1 0 0,2 9 0 0 0,-2-14-139 0 0,1 1 1 0 0,0-1 0 0 0,0 1 0 0 0,1-1 0 0 0,-1 1 0 0 0,1-1 0 0 0,0 0 0 0 0,0 0 0 0 0,0 0 0 0 0,4 6 0 0 0,-4-9-144 0 0,-1 0 0 0 0,1 1 0 0 0,0-1 1 0 0,0 0-1 0 0,-1 0 0 0 0,1 0 0 0 0,0 0 0 0 0,0 0 0 0 0,0-1 1 0 0,0 1-1 0 0,0 0 0 0 0,0-1 0 0 0,0 0 0 0 0,0 1 0 0 0,1-1 1 0 0,-1 0-1 0 0,0 0 0 0 0,0 0 0 0 0,0 0 0 0 0,0-1 0 0 0,0 1 1 0 0,0-1-1 0 0,0 1 0 0 0,2-2 0 0 0,0 1-269 0 0,-1-1 0 0 0,0 0 0 0 0,0 0 0 0 0,0 0 0 0 0,0 0-1 0 0,0-1 1 0 0,-1 1 0 0 0,1-1 0 0 0,-1 0 0 0 0,1 1 0 0 0,-1-1 0 0 0,0 0 0 0 0,0-1 0 0 0,0 1 0 0 0,-1 0 0 0 0,1 0 0 0 0,-1-1-1 0 0,0 1 1 0 0,0-1 0 0 0,0 1 0 0 0,0-1 0 0 0,0-5 0 0 0,-1 8-962 0 0,-4-7-1850 0 0,0 0 1087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6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51 1060 0 0,'-14'9'12056'0'0,"15"-2"-6627"0"0,1-5-5247 0 0,1-1 1 0 0,0 0 0 0 0,-1 1-1 0 0,1-1 1 0 0,0-1 0 0 0,0 1-1 0 0,0 0 1 0 0,0-1 0 0 0,4 1-1 0 0,50 2 1042 0 0,1-2-1 0 0,-1-3 1 0 0,78-12 0 0 0,-2 0-278 0 0,1009-14 3349 0 0,-1060 28-4031 0 0,90 4 1700 0 0,-159-4-1932 0 0,-7-4-36 0 0,-5 3-111 0 0,-6-1-5721 0 0,3 1 5556 0 0,-34-10-4219 0 0,7 6-6732 0 0,12 3 5157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7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7 124 84 0 0,'0'0'19012'0'0,"-1"6"-18181"0"0,-1-1-514 0 0,1 0 1 0 0,0 0-1 0 0,0 1 0 0 0,1-1 0 0 0,-1 0 1 0 0,1 0-1 0 0,0 1 0 0 0,1-1 0 0 0,-1 0 1 0 0,1 1-1 0 0,0-1 0 0 0,2 5 1 0 0,1 28 1515 0 0,-4-35-1707 0 0,0 1 0 0 0,0-1 0 0 0,0 0 0 0 0,0 1-1 0 0,1-1 1 0 0,-1 1 0 0 0,1-1 0 0 0,0 0 0 0 0,0 1 0 0 0,0-1-1 0 0,2 3 1 0 0,4 35 1129 0 0,-6-40-1102 0 0,10-18 156 0 0,-1 0-1 0 0,-1 0 0 0 0,8-21 1 0 0,-11 20-355 0 0,2 1 1 0 0,0-1-1 0 0,1 1 0 0 0,1 1 1 0 0,1-1-1 0 0,0 2 1 0 0,22-25-1 0 0,-15 19-42 0 0,-11 11 26 0 0,1 2 1 0 0,0-1-1 0 0,0 1 0 0 0,12-9 0 0 0,-19 16 32 0 0,0 1 29 0 0,-1-1 0 0 0,0 1 0 0 0,0 0 0 0 0,0 0-1 0 0,0-1 1 0 0,0 1 0 0 0,0 0 0 0 0,0 0 0 0 0,0 0 0 0 0,0 0-1 0 0,0-1 1 0 0,0 1 0 0 0,0 0 0 0 0,1 0 0 0 0,-1 0-1 0 0,0 0 1 0 0,0-1 0 0 0,0 1 0 0 0,0 0 0 0 0,0 0-1 0 0,1 0 1 0 0,-1 0 0 0 0,0 0 0 0 0,0 0 0 0 0,0-1 0 0 0,1 1-1 0 0,-1 0 1 0 0,0 0 0 0 0,0 0 0 0 0,0 0 0 0 0,1 0-1 0 0,-1 0 1 0 0,0 0 0 0 0,0 0 0 0 0,0 0 0 0 0,1 0 0 0 0,-1 0-1 0 0,0 0 1 0 0,0 0 0 0 0,0 0 0 0 0,1 0 0 0 0,-1 0-1 0 0,0 0 1 0 0,0 0 0 0 0,0 1 0 0 0,1-1 0 0 0,-1 0 0 0 0,0 0-1 0 0,0 0 1 0 0,0 0 0 0 0,0 0 0 0 0,1 0 0 0 0,-1 1-1 0 0,0-1 1 0 0,0 0 0 0 0,0 0 0 0 0,0 0 0 0 0,4 11 93 0 0,-1 0 1 0 0,-1 1 0 0 0,0-1 0 0 0,-1 0-1 0 0,0 1 1 0 0,-1-1 0 0 0,-1 16-1 0 0,3 37 469 0 0,1-31-249 0 0,-3-25-239 0 0,0 0 1 0 0,0 0 0 0 0,1 1 0 0 0,0-1-1 0 0,1 0 1 0 0,0 0 0 0 0,0 0 0 0 0,1 0-1 0 0,0 0 1 0 0,0-1 0 0 0,7 12 0 0 0,0 0 228 0 0,4 3 392 0 0,-13-21-620 0 0,6-10-3897 0 0,20-20-7968 0 0,-19 22 5308 0 0,-3 0 494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7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63 1276 0 0,'-7'11'11852'0'0,"19"-16"-5159"0"0,2-1-7396 0 0,210-47 4332 0 0,-216 52-3472 0 0,0-1 121 0 0,-1 1-1 0 0,1 0 1 0 0,0 0-1 0 0,0 1 0 0 0,9 0 1 0 0,-15 0 1885 0 0,5-2-420 0 0,-4 1-3176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8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1 944 0 0,'0'0'14883'0'0,"-1"6"-13648"0"0,0 7-325 0 0,1 1 1 0 0,0 0 0 0 0,1 0 0 0 0,0-1-1 0 0,1 1 1 0 0,1-1 0 0 0,4 15 0 0 0,6 12 621 0 0,-4-11-429 0 0,1-1 0 0 0,1 0 0 0 0,24 42 0 0 0,-21-51-515 0 0,-11-16-576 0 0,0 0 0 0 0,0 0 1 0 0,-1 0-1 0 0,0 0 1 0 0,1 1-1 0 0,-1-1 0 0 0,-1 1 1 0 0,1-1-1 0 0,0 1 0 0 0,-1-1 1 0 0,2 9-1 0 0,-2-12-340 0 0,0 0 0 0 0,0 0 0 0 0,-1 1-1 0 0,1-1 1 0 0,0 0 0 0 0,0 0 0 0 0,-1 0-1 0 0,1 0 1 0 0,0 0 0 0 0,0 0 0 0 0,-1-1 0 0 0,1 1-1 0 0,0 0 1 0 0,0 0 0 0 0,-1 0 0 0 0,1-1 0 0 0,0 1-1 0 0,0 0 1 0 0,-1-1 0 0 0,1 1 0 0 0,0-1 0 0 0,-1 1-1 0 0,1-1 1 0 0,-1 1 0 0 0,1-1 0 0 0,-1 1 0 0 0,1-1-1 0 0,-1 0 1 0 0,1 1 0 0 0,-1-1 0 0 0,1 1-1 0 0,-1-1 1 0 0,0 0 0 0 0,1 0 0 0 0,-1 1 0 0 0,0-1-1 0 0,0 0 1 0 0,0 0 0 0 0,1 1 0 0 0,-1-2 0 0 0,0-5-6320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03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131 504 992 0 0,'4'-11'10238'0'0,"-3"6"-4862"0"0,-3 9-1365 0 0,-21 41-2602 0 0,-29 59 1697 0 0,34-70-2262 0 0,14-28-668 0 0,0 0-1 0 0,1 0 1 0 0,0 0 0 0 0,0 0-1 0 0,1 1 1 0 0,-3 7-1 0 0,-11 31 1913 0 0,27-66-1837 0 0,113-172-19 0 0,-39 65-307 0 0,-50 74 9 0 0,2 2-1 0 0,62-67 1 0 0,-75 94 33 0 0,1 1 0 0 0,1 1-1 0 0,1 1 1 0 0,1 1 0 0 0,1 1 0 0 0,31-15-1 0 0,18 3 91 0 0,-77 32-44 0 0,0-1 1 0 0,-1 1-1 0 0,1 0 0 0 0,0 0 1 0 0,0-1-1 0 0,0 1 0 0 0,0 0 1 0 0,0 0-1 0 0,0 0 1 0 0,0 0-1 0 0,0 0 0 0 0,0 0 1 0 0,0 0-1 0 0,0 1 0 0 0,0-1 1 0 0,0 0-1 0 0,0 0 0 0 0,0 1 1 0 0,0-1-1 0 0,-1 1 0 0 0,1-1 1 0 0,0 1-1 0 0,0-1 0 0 0,0 1 1 0 0,-1-1-1 0 0,2 2 1 0 0,11 25 432 0 0,-11-18-310 0 0,-1 0 1 0 0,0 0-1 0 0,0 0 0 0 0,-1 16 1 0 0,-44 204 1343 0 0,1-6-1008 0 0,40-209-476 0 0,1-9 0 0 0,1 0 1 0 0,-1 0-1 0 0,1 0 1 0 0,1 0-1 0 0,-1 1 1 0 0,1-1-1 0 0,0 0 1 0 0,0 0-1 0 0,0 0 1 0 0,1 0-1 0 0,-1 0 1 0 0,1 0-1 0 0,1 0 1 0 0,2 7-1 0 0,-3-10-324 0 0,1-3-1393 0 0,-1 0 1531 0 0,0 0 0 0 0,0 0 0 0 0,0 0 0 0 0,0 0 0 0 0,-1 0 0 0 0,1 0 0 0 0,0 0 0 0 0,0 0 0 0 0,-1 0 0 0 0,1-1 0 0 0,-1 1 0 0 0,1 0 0 0 0,-1 0 0 0 0,0 0 0 0 0,1-1 0 0 0,-1 1 0 0 0,0 0 0 0 0,0-1 0 0 0,0 1 0 0 0,0 0 0 0 0,0 0 0 0 0,0-1 0 0 0,0 1 0 0 0,0 0 0 0 0,0-1 0 0 0,-1 1 0 0 0,1 0 0 0 0,-1-2 0 0 0,-6-41-14599 0 0,3 35 8963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03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1 240 0 0,'-7'3'16415'0'0,"6"-3"-16250"0"0,28 9 1794 0 0,44 6-643 0 0,107 4 792 0 0,-60-12-4809 0 0,-78-9-704 0 0,-14-4-4484 0 0,-14 4 3273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04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82 108 0 0,'0'0'20338'0'0,"-3"5"-19473"0"0,0 0-464 0 0,1 0 1 0 0,0 0 0 0 0,0 0-1 0 0,0 1 1 0 0,1-1 0 0 0,0 0 0 0 0,0 1-1 0 0,0-1 1 0 0,0 9 0 0 0,1-11-21 0 0,1-3-332 0 0,-1 1 0 0 0,0-1-1 0 0,0 1 1 0 0,0-1 0 0 0,1 1 0 0 0,-1-1-1 0 0,0 1 1 0 0,1-1 0 0 0,-1 1 0 0 0,0-1-1 0 0,1 1 1 0 0,-1-1 0 0 0,1 0 0 0 0,-1 1-1 0 0,0-1 1 0 0,1 0 0 0 0,-1 1 0 0 0,1-1-1 0 0,-1 0 1 0 0,1 1 0 0 0,-1-1 0 0 0,1 0-1 0 0,0 0 1 0 0,29-11-144 0 0,-2-2-1 0 0,1-1 1 0 0,-2-2-1 0 0,0 0 1 0 0,25-21-1 0 0,-36 25-89 0 0,-8 7 184 0 0,-1 0 0 0 0,0 0-1 0 0,0-1 1 0 0,-1 0-1 0 0,7-7 1 0 0,-12 12 1570 0 0,-3 8-1276 0 0,-1 4-88 0 0,0-1-1 0 0,2 1 1 0 0,-1 0-1 0 0,1 0 1 0 0,1 0-1 0 0,0 0 1 0 0,0 0 0 0 0,4 15-1 0 0,-4-23-194 0 0,1 0-1 0 0,-1 1 1 0 0,1-1-1 0 0,0 0 0 0 0,1 0 1 0 0,-1 0-1 0 0,0 0 1 0 0,1 0-1 0 0,0 0 1 0 0,-1-1-1 0 0,1 1 1 0 0,0 0-1 0 0,1-1 1 0 0,-1 1-1 0 0,0-1 1 0 0,1 0-1 0 0,-1 0 1 0 0,1 0-1 0 0,0 0 1 0 0,-1 0-1 0 0,1-1 1 0 0,0 1-1 0 0,0-1 1 0 0,0 0-1 0 0,0 0 1 0 0,1 0-1 0 0,-1 0 1 0 0,0 0-1 0 0,0-1 1 0 0,1 1-1 0 0,-1-1 1 0 0,0 0-1 0 0,0 0 1 0 0,5-1-1 0 0,-1 0-341 0 0,0 0 0 0 0,1 0 0 0 0,-1-1-1 0 0,0 0 1 0 0,1 0 0 0 0,-1-1 0 0 0,-1 0 0 0 0,1 0-1 0 0,7-5 1 0 0,18-20-4318 0 0,-30 26 3491 0 0,0-1 1 0 0,0 0-1 0 0,0 0 0 0 0,0 0 0 0 0,-1 0 1 0 0,1-1-1 0 0,-1 1 0 0 0,0 0 0 0 0,1-6 0 0 0,2-4-4793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04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0 684 0 0,'0'0'19445'0'0,"-1"7"-18489"0"0,-8 67 2925 0 0,1 113 0 0 0,7-186-4016 0 0,1-1-1 0 0,0 1 1 0 0,0-1-1 0 0,-1 1 1 0 0,1-1-1 0 0,0 1 1 0 0,0 0 0 0 0,0-1-1 0 0,0 1 1 0 0,0-1-1 0 0,0 1 1 0 0,0-1-1 0 0,0 1 1 0 0,0 0-1 0 0,0-1 1 0 0,0 1-1 0 0,1-1 1 0 0,-1 1-1 0 0,0-1 1 0 0,0 1-1 0 0,0-1 1 0 0,1 1 0 0 0,-1-1-1 0 0,0 1 1 0 0,1-1-1 0 0,-1 1 1 0 0,0-1-1 0 0,1 1 1 0 0,-1-1-1 0 0,1 1 1 0 0,-1-1-1 0 0,1 0 1 0 0,-1 1-1 0 0,1-1 1 0 0,-1 0-1 0 0,1 0 1 0 0,-1 1 0 0 0,1-1-1 0 0,-1 0 1 0 0,1 0-1 0 0,-1 0 1 0 0,1 1-1 0 0,0-1 1 0 0,-1 0-1 0 0,1 0 1 0 0,-1 0-1 0 0,1 0 1 0 0,-1 0-1 0 0,1 0 1 0 0,0 0-1 0 0,-1-1 1 0 0,1 1-1 0 0,-1 0 1 0 0,1 0 0 0 0,0 0-1 0 0,8-5-216 0 0,-7 3-266 0 0,-1 1 0 0 0,0-1 0 0 0,1 0 0 0 0,-1 0 0 0 0,0 0 0 0 0,0 0-1 0 0,0 0 1 0 0,0 0 0 0 0,-1 0 0 0 0,1 0 0 0 0,0 0 0 0 0,-1 0 0 0 0,1-3 0 0 0,0 1-2074 0 0,0-10-2688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04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33 1036 0 0,'-16'1'17756'0'0,"37"4"-17075"0"0,0-1-1 0 0,0-1 1 0 0,0 0 0 0 0,1-2 0 0 0,-1 0-1 0 0,30-4 1 0 0,-21 0-1936 0 0,-2-1-1 0 0,36-9 1 0 0,-25-2-5089 0 0,-28 10 1901 0 0,6-3-621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05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1300 0 0,'0'0'1646'0'0,"-8"23"3317"0"0,2 24-772 0 0,2 0 1 0 0,3 66-1 0 0,1-70-2163 0 0,3-34-1369 0 0,1 8-68 0 0,-4-15-808 0 0,0-10-2602 0 0,-1-66-1003 0 0,-3 19-4746 0 0,2 29 3881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05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13 156 1196 0 0,'0'0'205'0'0,"-1"0"-1"0"0,0-1 0 0 0,1 1 1 0 0,-1 0-1 0 0,0-1 1 0 0,1 1-1 0 0,-1 0 1 0 0,0-1-1 0 0,1 1 1 0 0,-1-1-1 0 0,1 1 1 0 0,-1-1-1 0 0,1 1 0 0 0,-1-1 1 0 0,1 1-1 0 0,-1-1 1 0 0,1 1-1 0 0,0-1 1 0 0,-1 0-1 0 0,1 1 1 0 0,0-1-1 0 0,-1 0 1 0 0,1 1-1 0 0,0-1 0 0 0,0 0 1 0 0,0 0-1 0 0,0 1 1 0 0,0-1-1 0 0,0 0 1 0 0,0 1-1 0 0,0-1 1 0 0,0 0-1 0 0,0 0 1 0 0,0 1-1 0 0,0-2 0 0 0,28-17 3279 0 0,-26 18-3486 0 0,23-9 662 0 0,0 0-1 0 0,1 2 1 0 0,0 1-1 0 0,33-5 0 0 0,0-1 12 0 0,37-6 169 0 0,1 4 0 0 0,167-4-1 0 0,-253 19-774 0 0,-3-1-28 0 0,0 1-1 0 0,0-1 0 0 0,0 1 1 0 0,0 1-1 0 0,0 0 0 0 0,0 0 1 0 0,0 0-1 0 0,-1 1 0 0 0,13 4 1 0 0,-20-5-18 0 0,1-1 0 0 0,-1 1 0 0 0,1-1 0 0 0,-1 1 0 0 0,1-1 0 0 0,-1 1 0 0 0,0-1 0 0 0,1 1 0 0 0,-1 0 0 0 0,0-1 0 0 0,1 1 1 0 0,-1 0-1 0 0,0-1 0 0 0,0 1 0 0 0,1 0 0 0 0,-1-1 0 0 0,0 1 0 0 0,0 0 0 0 0,0-1 0 0 0,0 1 0 0 0,0 0 0 0 0,0-1 0 0 0,0 1 0 0 0,0 0 0 0 0,0-1 0 0 0,-1 1 0 0 0,1 0 1 0 0,0-1-1 0 0,0 1 0 0 0,0 0 0 0 0,-1-1 0 0 0,1 1 0 0 0,0 0 0 0 0,-1-1 0 0 0,1 1 0 0 0,-1-1 0 0 0,1 1 0 0 0,-1-1 0 0 0,1 1 0 0 0,-1-1 0 0 0,1 1 0 0 0,-1-1 0 0 0,1 1 1 0 0,-1-1-1 0 0,1 0 0 0 0,-1 1 0 0 0,-1-1 0 0 0,-34 23 563 0 0,30-20-378 0 0,-149 75 2286 0 0,42-24-443 0 0,112-53-2013 0 0,-1-1 0 0 0,1 1 1 0 0,-1 0-1 0 0,0 0 1 0 0,1 1-1 0 0,0-1 1 0 0,-1 0-1 0 0,1 0 1 0 0,0 1-1 0 0,-1-1 0 0 0,1 0 1 0 0,0 1-1 0 0,0-1 1 0 0,0 1-1 0 0,0 0 1 0 0,1-1-1 0 0,-1 1 0 0 0,0 0 1 0 0,1 0-1 0 0,-2 3 1 0 0,2-3-26 0 0,33 17 40 0 0,-25-16-49 0 0,0-1-1 0 0,0 1 1 0 0,0-2 0 0 0,0 1 0 0 0,16 0 0 0 0,6 3 3 0 0,38 11 32 0 0,-36-10 111 0 0,0 1 1 0 0,0 2-1 0 0,-1 1 0 0 0,0 2 1 0 0,-1 0-1 0 0,46 28 0 0 0,-74-39-103 0 0,0 0-1 0 0,0 0 1 0 0,0 1-1 0 0,0-1 0 0 0,-1 1 1 0 0,1-1-1 0 0,0 1 1 0 0,-1 0-1 0 0,1 0 0 0 0,-1 0 1 0 0,1 0-1 0 0,-1 0 1 0 0,0 0-1 0 0,0 0 0 0 0,0 0 1 0 0,0 0-1 0 0,0 1 1 0 0,-1-1-1 0 0,1 0 0 0 0,-1 1 1 0 0,1-1-1 0 0,-1 0 1 0 0,0 1-1 0 0,0 3 0 0 0,-1-2 43 0 0,0 0 0 0 0,-1 0 0 0 0,1 0-1 0 0,-1 0 1 0 0,0 0 0 0 0,0 0-1 0 0,0-1 1 0 0,-1 1 0 0 0,1-1 0 0 0,-1 1-1 0 0,0-1 1 0 0,-5 5 0 0 0,-8 6 193 0 0,0-1 0 0 0,-1-1 0 0 0,-1 0 0 0 0,-25 12 0 0 0,8-6 130 0 0,-1-2 0 0 0,-54 18 0 0 0,79-31-348 0 0,0 0 1 0 0,0 0-1 0 0,0-1 1 0 0,0-1-1 0 0,0 0 1 0 0,-1 0-1 0 0,1-1 0 0 0,0 0 1 0 0,-1-1-1 0 0,1-1 1 0 0,0 1-1 0 0,0-2 1 0 0,-16-5-1 0 0,22 6-330 0 0,0 0 1 0 0,0-1-1 0 0,1 0 0 0 0,-1 0 0 0 0,0 0 0 0 0,1-1 0 0 0,0 1 0 0 0,-5-6 0 0 0,7 7-360 0 0,1 0 0 0 0,0 0 0 0 0,0 1 0 0 0,-1-1 0 0 0,1 0-1 0 0,0 0 1 0 0,0 0 0 0 0,1 0 0 0 0,-1 0 0 0 0,0 0 0 0 0,1 0 0 0 0,-1-1 0 0 0,1 1-1 0 0,0-2 1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11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21 212 0 0,'22'-20'30406'0'0,"-24"20"-29723"0"0,-44 21-190 0 0,1 2 0 0 0,-74 52 0 0 0,18-10-506 0 0,74-51 13 0 0,18-11 0 0 0,1 2 0 0 0,-1-1 0 0 0,1 1 0 0 0,0 0 0 0 0,1 1 0 0 0,-1 0 0 0 0,-9 10 0 0 0,11-8 0 0 0,5-7 0 0 0,1 0 0 0 0,-1 0 0 0 0,1 0 0 0 0,0 0 0 0 0,0 0 0 0 0,0 0 0 0 0,-1 1 0 0 0,1-1 0 0 0,0 0 0 0 0,0 0 0 0 0,1 0 0 0 0,-1 0 0 0 0,0 0 0 0 0,0 0 0 0 0,0 0 0 0 0,1 0 0 0 0,-1 0 0 0 0,0 0 0 0 0,1 0 0 0 0,-1 0 0 0 0,1 0 0 0 0,-1-1 0 0 0,1 1 0 0 0,0 0 0 0 0,-1 0 0 0 0,1 0 0 0 0,0-1 0 0 0,-1 1 0 0 0,1 0 0 0 0,0-1 0 0 0,0 1 0 0 0,0 0 0 0 0,0-1 0 0 0,0 1 0 0 0,-1-1 0 0 0,1 1 0 0 0,0-1 0 0 0,0 0 0 0 0,2 1 0 0 0,-2-1 0 0 0,50 19 0 0 0,2-2 0 0 0,0-3 0 0 0,95 14 0 0 0,-144-27 0 0 0,312 33 0 0 0,-237-32 0 0 0,-64-2 0 0 0,-5-1-8 0 0,-4 1-381 0 0,-2 2 6 0 0,-2-2 116 0 0,0 1-872 0 0,4 2-3355 0 0,-2 0 1841 0 0,16-4-15869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14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91 415 128 0 0,'0'0'1953'0'0,"-24"41"4410"0"0,13 14 1783 0 0,-8-20-4315 0 0,-15 33 160 0 0,31-64-1734 0 0,5-11-918 0 0,11-33-555 0 0,21-56-761 0 0,-4 27 77 0 0,2 1 0 0 0,4 2 0 0 0,73-102 0 0 0,-91 145-61 0 0,35-36 0 0 0,-34 40-11 0 0,-19 19-27 0 0,0 0 0 0 0,1-1 0 0 0,-1 1 0 0 0,0 0 0 0 0,1 0 0 0 0,-1-1 0 0 0,1 1 0 0 0,-1 0 0 0 0,1 0 0 0 0,-1 0 0 0 0,1-1 0 0 0,-1 1 0 0 0,1 0 0 0 0,-1 0 0 0 0,1 0 0 0 0,-1 0-1 0 0,1 0 1 0 0,-1 0 0 0 0,1 0 0 0 0,-1 0 0 0 0,1 0 0 0 0,-1 0 0 0 0,0 0 0 0 0,1 1 0 0 0,-1-1 0 0 0,1 0 0 0 0,-1 0 0 0 0,1 0 0 0 0,-1 1 0 0 0,1-1 0 0 0,-1 0 0 0 0,0 0 0 0 0,1 1 0 0 0,-1-1 0 0 0,1 0-1 0 0,0 1 1 0 0,10 13 39 0 0,-11-13-37 0 0,7 11 67 0 0,-2 0 0 0 0,0 0 1 0 0,0 1-1 0 0,-2 0 0 0 0,1 0 1 0 0,-1 0-1 0 0,-1 0 0 0 0,-1 0 1 0 0,1 1-1 0 0,-3 22 0 0 0,4 15 151 0 0,1 48 207 0 0,-3-64-228 0 0,0-1 0 0 0,10 52 0 0 0,-5-30 51 0 0,-6-48-198 0 0,1 0 1 0 0,-1-1 0 0 0,1 1 0 0 0,1 0 0 0 0,-1 0 0 0 0,1 0 0 0 0,0-1 0 0 0,1 1 0 0 0,0-1-1 0 0,4 8 1 0 0,11 29 52 0 0,-16-43-264 0 0,-6-13-15540 0 0,-2-5 13779 0 0,-3 3-3815 0 0,4 7 753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15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26 172 0 0,'-8'0'526'0'0,"-93"-3"5189"0"0,37-9 4514 0 0,71 10-3952 0 0,22 3-4995 0 0,8-1-712 0 0,50-2 930 0 0,-54 2-2137 0 0,64-7 1 0 0,-57 11-4431 0 0,-30-2-6119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15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58 392 0 0,'0'0'12967'0'0,"0"4"-12156"0"0,0 15 350 0 0,4 46 2068 0 0,-3-61-3069 0 0,0 0 0 0 0,0 0 0 0 0,0 0 0 0 0,0-1 1 0 0,1 1-1 0 0,0 0 0 0 0,0-1 0 0 0,0 1 0 0 0,0-1 0 0 0,1 0 0 0 0,-1 0 1 0 0,1 0-1 0 0,0 0 0 0 0,3 3 0 0 0,-4-4-111 0 0,0-1 1 0 0,1 0-1 0 0,-1 0 1 0 0,0 0-1 0 0,0 0 1 0 0,0-1-1 0 0,1 1 1 0 0,-1-1-1 0 0,0 1 1 0 0,1-1-1 0 0,-1 0 1 0 0,0 0-1 0 0,1 0 1 0 0,-1 0-1 0 0,0 0 1 0 0,5-1-1 0 0,34-12 237 0 0,-26 6-336 0 0,0-2-1 0 0,-1 1 0 0 0,0-2 0 0 0,-1 0 0 0 0,21-19 0 0 0,-26 22 12 0 0,0-1 1 0 0,-1 0-1 0 0,0-1 0 0 0,0 0 0 0 0,-1 0 0 0 0,0 0 0 0 0,-1-1 1 0 0,0 0-1 0 0,5-14 0 0 0,-10 23 162 0 0,0 0 1 0 0,0 0 0 0 0,1 0-1 0 0,-1 0 1 0 0,0 0-1 0 0,0 0 1 0 0,1 0-1 0 0,-1 0 1 0 0,0 0-1 0 0,1 0 1 0 0,-1 1-1 0 0,1-1 1 0 0,-1 0-1 0 0,1 0 1 0 0,0 0-1 0 0,-1 1 1 0 0,1-1-1 0 0,0 0 1 0 0,-1 1-1 0 0,1-1 1 0 0,0 1-1 0 0,1-2 1 0 0,-1 3-63 0 0,0-1 0 0 0,-1 1 0 0 0,1-1 0 0 0,0 1 0 0 0,-1-1 0 0 0,1 1 0 0 0,0-1 0 0 0,-1 1 0 0 0,1 0 0 0 0,-1-1 0 0 0,1 1 0 0 0,-1 0 0 0 0,1 0 0 0 0,-1-1 1 0 0,0 1-1 0 0,1 0 0 0 0,-1 0 0 0 0,0 0 0 0 0,1 1 0 0 0,14 62 880 0 0,-13-50-206 0 0,27 77 1460 0 0,-29-89-2135 0 0,1 0-1 0 0,-1 1 0 0 0,1-1 0 0 0,0 0 0 0 0,0 1 0 0 0,0-1 0 0 0,0 0 1 0 0,0 0-1 0 0,0 0 0 0 0,1 0 0 0 0,-1 0 0 0 0,1 0 0 0 0,-1 0 0 0 0,1 0 1 0 0,0-1-1 0 0,0 1 0 0 0,0 0 0 0 0,-1-1 0 0 0,2 0 0 0 0,-1 1 0 0 0,0-1 1 0 0,0 0-1 0 0,0 0 0 0 0,0 0 0 0 0,1-1 0 0 0,-1 1 0 0 0,4 0 1 0 0,-3 0 127 0 0,11-3 512 0 0,-5 4-1010 0 0,12 0-7462 0 0,-20-2 7132 0 0,0 0 0 0 0,0-1 0 0 0,0 1 0 0 0,0 0 0 0 0,0 0 0 0 0,0 0 0 0 0,0-1-1 0 0,-1 1 1 0 0,1 0 0 0 0,0-1 0 0 0,0 1 0 0 0,0-1 0 0 0,0 1 0 0 0,-1-1-1 0 0,1 1 1 0 0,0-1 0 0 0,-1 0 0 0 0,1 1 0 0 0,0-1 0 0 0,-1 0 0 0 0,1-1 0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1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0 796 0 0,'0'0'5957'0'0,"-19"2"5098"0"0,14 160-2977 0 0,0-128-7178 0 0,4-30-768 0 0,0 1 0 0 0,0 0-1 0 0,0 0 1 0 0,1-1 0 0 0,-1 1 0 0 0,1 0 0 0 0,0 0 0 0 0,0 0-1 0 0,1 0 1 0 0,0 0 0 0 0,1 7 0 0 0,3 42 386 0 0,-4-51-673 0 0,-1 4 400 0 0,1-4-3071 0 0,4-12-7163 0 0,3-6 9343 0 0,-5-1-7175 0 0,-3 2 3495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16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20 760 0 0,'-7'4'16266'0'0,"14"0"-15873"0"0,1-1 0 0 0,0 0 0 0 0,0-1 0 0 0,0 0 0 0 0,0 0 0 0 0,0-1 0 0 0,0 0 0 0 0,0 0 0 0 0,16-1 0 0 0,88-9 2046 0 0,-79 5-1876 0 0,218-23 3859 0 0,-244 26-5717 0 0,-1 0 3572 0 0,-3 1-1096 0 0,0 0-3972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19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 1224 0 0,'0'0'15638'0'0,"-4"4"-14694"0"0,0 2-579 0 0,0 0 0 0 0,0 1 0 0 0,1 0 0 0 0,-1-1 0 0 0,2 1 0 0 0,-1 0 0 0 0,1 0 0 0 0,0 1 0 0 0,-2 14 0 0 0,-8 81 2284 0 0,10-84-2228 0 0,-3 25 440 0 0,2-29-621 0 0,1 0-1 0 0,1 0 1 0 0,0 0 0 0 0,1 0-1 0 0,0 0 1 0 0,2 0-1 0 0,3 18 1 0 0,-1-1 15 0 0,-3-23-5622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20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14 171 1192 0 0,'-10'-3'5125'0'0,"7"-5"4825"0"0,37-13-8996 0 0,2 3 0 0 0,0 1 0 0 0,1 1-1 0 0,71-18 1 0 0,-67 22-617 0 0,8-2 229 0 0,60-9 1 0 0,-95 21-431 0 0,1 1 1 0 0,-1 0-1 0 0,1 1 1 0 0,-1 0-1 0 0,1 1 1 0 0,-1 1-1 0 0,1 0 1 0 0,25 8-1 0 0,-39-9-120 0 0,-1-1 0 0 0,1 0 0 0 0,0 1 1 0 0,-1 0-1 0 0,1-1 0 0 0,-1 1 0 0 0,1-1 0 0 0,-1 1 0 0 0,0 0 0 0 0,1-1 0 0 0,-1 1 0 0 0,1 0 0 0 0,-1-1 1 0 0,0 1-1 0 0,0 0 0 0 0,1-1 0 0 0,-1 1 0 0 0,0 0 0 0 0,0 0 0 0 0,0-1 0 0 0,0 1 0 0 0,0 0 0 0 0,0 0 1 0 0,0 0-1 0 0,0-1 0 0 0,0 1 0 0 0,0 0 0 0 0,-1 0 0 0 0,1-1 0 0 0,0 1 0 0 0,0 0 0 0 0,-1 0 0 0 0,-11 25 531 0 0,-8-5 34 0 0,0 0 1 0 0,-1-2-1 0 0,-36 26 0 0 0,-19 18 925 0 0,68-56-1202 0 0,3-3-198 0 0,1-1 1 0 0,0 1-1 0 0,0-1 1 0 0,0 1-1 0 0,0 0 1 0 0,1 1-1 0 0,0-1 1 0 0,0 1 0 0 0,-3 5-1 0 0,6-9-99 0 0,1 0-1 0 0,-1 0 1 0 0,1 0 0 0 0,-1 1-1 0 0,1-1 1 0 0,0 0-1 0 0,0 0 1 0 0,-1 0 0 0 0,1 0-1 0 0,0 0 1 0 0,0 0-1 0 0,0 0 1 0 0,0 0 0 0 0,0 0-1 0 0,0-1 1 0 0,0 1 0 0 0,1 0-1 0 0,-1-1 1 0 0,0 1-1 0 0,0 0 1 0 0,1-1 0 0 0,-1 0-1 0 0,0 1 1 0 0,0-1-1 0 0,1 0 1 0 0,1 1 0 0 0,45 6 81 0 0,-35-5-66 0 0,-2 0-11 0 0,19 3 4 0 0,0 1-1 0 0,0 1 0 0 0,37 16 0 0 0,-60-21-14 0 0,0 1-1 0 0,-1 0 1 0 0,0 0-1 0 0,0 0 1 0 0,0 1-1 0 0,0 0 1 0 0,0 0-1 0 0,-1 1 1 0 0,0 0-1 0 0,0 0 0 0 0,0 0 1 0 0,0 0-1 0 0,-1 1 1 0 0,0 0-1 0 0,0 0 1 0 0,-1 0-1 0 0,1 0 1 0 0,-1 0-1 0 0,-1 1 1 0 0,4 10-1 0 0,-5-14 12 0 0,0 1 0 0 0,-1 0 0 0 0,0 0 0 0 0,1 0 0 0 0,-1 1 0 0 0,-1-1 0 0 0,1 0 0 0 0,0 0 0 0 0,-1 0 0 0 0,0-1 0 0 0,0 1 0 0 0,0 0 0 0 0,-1 0 0 0 0,1 0 0 0 0,-1-1 0 0 0,0 1 0 0 0,0-1 0 0 0,-3 5 0 0 0,0-2 15 0 0,0-1-1 0 0,0 1 1 0 0,-1-1 0 0 0,0 0 0 0 0,0-1 0 0 0,0 1-1 0 0,0-1 1 0 0,-1 0 0 0 0,-7 3 0 0 0,-14 4 122 0 0,0-1 1 0 0,-1-1 0 0 0,-51 8-1 0 0,78-16-138 0 0,-24 4 176 0 0,-1-1 1 0 0,1-1-1 0 0,-1-2 1 0 0,0 0-1 0 0,0-2 1 0 0,-48-6-1 0 0,75 7-244 0 0,0 0-1 0 0,0 0 1 0 0,0 0-1 0 0,0 0 1 0 0,0 0-1 0 0,-1 0 1 0 0,1 0-1 0 0,0 0 1 0 0,0 0-1 0 0,0 0 0 0 0,0-1 1 0 0,0 1-1 0 0,0 0 1 0 0,0 0-1 0 0,-1 0 1 0 0,1 0-1 0 0,0 0 1 0 0,0 0-1 0 0,0 0 1 0 0,0 0-1 0 0,0 0 1 0 0,0 0-1 0 0,0 0 0 0 0,0 0 1 0 0,0-1-1 0 0,-1 1 1 0 0,1 0-1 0 0,0 0 1 0 0,0 0-1 0 0,0 0 1 0 0,0 0-1 0 0,0 0 1 0 0,0 0-1 0 0,0 0 1 0 0,0-1-1 0 0,0 1 1 0 0,0 0-1 0 0,0 0 0 0 0,0 0 1 0 0,0 0-1 0 0,0 0 1 0 0,0 0-1 0 0,0-1 1 0 0,0 1-1 0 0,0 0 1 0 0,0 0-1 0 0,0 0 1 0 0,0 0-1 0 0,0 0 1 0 0,0 0-1 0 0,0 0 0 0 0,0-1 1 0 0,0 1-1 0 0,1 0 1 0 0,-1 0-1 0 0,0 0 1 0 0,0 0-1 0 0,0 0 1 0 0,0 0-1 0 0,0 0 1 0 0,0 0-1 0 0,0 0 1 0 0,0-1-1 0 0,0 1 1 0 0,1 0-1 0 0,12-8-1091 0 0,20-7-1571 0 0,25 5-5899 0 0,-40 7 2993 0 0,2-1-418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20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98 1852 0 0,'0'0'4009'0'0,"-4"-1"-2059"0"0,2 0-2057 0 0,-10-2 2017 0 0,-2 3 5063 0 0,3 12-998 0 0,7 4-5841 0 0,-7 27 2663 0 0,10-34-2409 0 0,1-7-251 0 0,0 0 1 0 0,0 0-1 0 0,0-1 1 0 0,0 1 0 0 0,0 0-1 0 0,0 0 1 0 0,1 0-1 0 0,-1 0 1 0 0,1-1 0 0 0,-1 1-1 0 0,1 0 1 0 0,0-1-1 0 0,-1 1 1 0 0,2 2 0 0 0,0-2 28 0 0,2-3-24 0 0,9-6-196 0 0,1 1 0 0 0,-1-2 0 0 0,0 0-1 0 0,0 0 1 0 0,-1-1 0 0 0,0-1 0 0 0,-1 0-1 0 0,19-22 1 0 0,30-23-371 0 0,-42 36 446 0 0,17-12 1121 0 0,-33 33-1063 0 0,1 1 0 0 0,-1-1-1 0 0,0 1 1 0 0,0-1 0 0 0,0 1-1 0 0,0 0 1 0 0,-1 0 0 0 0,1 0-1 0 0,1 5 1 0 0,1 0 122 0 0,9 14 51 0 0,-5-7-96 0 0,1 0 0 0 0,0-1 0 0 0,1 0 1 0 0,1-1-1 0 0,0 0 0 0 0,24 22 0 0 0,-22-26-71 0 0,1 1-1 0 0,0-1 1 0 0,0-1-1 0 0,1-1 1 0 0,0 0-1 0 0,0-1 1 0 0,21 6 0 0 0,-26-9-445 0 0,1-1 0 0 0,0 0 1 0 0,0 0-1 0 0,0-1 0 0 0,-1-1 1 0 0,1 0-1 0 0,0 0 1 0 0,0-1-1 0 0,0 0 0 0 0,0-1 1 0 0,20-6-1 0 0,-16-6-1776 0 0,-7 4-4909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47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 1480 0 0,'0'0'13070'0'0,"-2"5"-11809"0"0,-7 18 559 0 0,1 0-1 0 0,2 1 0 0 0,0 0 0 0 0,1 0 0 0 0,-1 30 0 0 0,6-47-1361 0 0,1 1 1 0 0,0-1 0 0 0,0 0 0 0 0,1 0-1 0 0,4 11 1 0 0,-6-18-433 0 0,0 1 0 0 0,0-1 0 0 0,1 1 0 0 0,-1-1 0 0 0,0 0 0 0 0,1 1 0 0 0,-1-1 0 0 0,0 0 0 0 0,1 1 0 0 0,-1-1 0 0 0,1 0 0 0 0,-1 1 0 0 0,0-1 0 0 0,1 0 0 0 0,-1 0 0 0 0,1 0 0 0 0,-1 1 0 0 0,1-1-1 0 0,-1 0 1 0 0,1 0 0 0 0,-1 0 0 0 0,1 0 0 0 0,-1 0 0 0 0,1 0 0 0 0,-1 0 0 0 0,1 0 0 0 0,-1 0 0 0 0,1 0 0 0 0,-1 0 0 0 0,1 0 0 0 0,-1 0 0 0 0,1 0 0 0 0,-1-1 0 0 0,0 1 0 0 0,1 0 0 0 0,0-1 0 0 0,15-9 360 0 0,-14 9-449 0 0,11-8 65 0 0,-1-1 0 0 0,0-1-1 0 0,-1 0 1 0 0,15-18 0 0 0,28-26-377 0 0,11 1-70 0 0,-64 53 596 0 0,19 12 223 0 0,-18-10-315 0 0,0 1-1 0 0,-1 0 1 0 0,1 0-1 0 0,-1 0 1 0 0,1-1-1 0 0,-1 1 1 0 0,1 1 0 0 0,-1-1-1 0 0,0 0 1 0 0,0 0-1 0 0,0 0 1 0 0,1 5-1 0 0,5 9 283 0 0,17 26 496 0 0,-16-28-778 0 0,0-1 0 0 0,0 1-1 0 0,2-1 1 0 0,0-1-1 0 0,20 20 1 0 0,-22-23-59 0 0,-5 0 0 0 0,2-2 0 0 0,0 0-85 0 0,-4-6-571 0 0,2-4-1052 0 0,25-27-5374 0 0,-12 13-3274 0 0,-4 4 3113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47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1208 0 0,'0'0'6470'0'0,"6"8"-3974"0"0,-5-2 2503 0 0,-6 76 3274 0 0,2-54-6259 0 0,2 1 0 0 0,3 49 0 0 0,9 19 935 0 0,-10-93-3052 0 0,-1-1 0 0 0,1 0 0 0 0,-1 0 0 0 0,1 0 0 0 0,0 0-1 0 0,0 0 1 0 0,1 0 0 0 0,-1 0 0 0 0,1-1 0 0 0,2 4 0 0 0,-4-5 14 0 0,0-1 1 0 0,1 0-1 0 0,-1 0 1 0 0,0 0-1 0 0,1 0 0 0 0,-1 0 1 0 0,0 0-1 0 0,1 0 1 0 0,-1 0-1 0 0,0 0 0 0 0,1 0 1 0 0,-1 0-1 0 0,1 0 0 0 0,-1 0 1 0 0,0 0-1 0 0,1 0 1 0 0,-1 0-1 0 0,0-1 0 0 0,1 1 1 0 0,-1 0-1 0 0,0 0 1 0 0,1 0-1 0 0,-1-1 0 0 0,0 1 1 0 0,0 0-1 0 0,1 0 1 0 0,-1-1-1 0 0,0 1 0 0 0,0 0 1 0 0,1 0-1 0 0,-1-1 0 0 0,0 1 1 0 0,0 0-1 0 0,0-1 1 0 0,0 1-1 0 0,1 0 0 0 0,-1-1 1 0 0,0 1-1 0 0,0 0 1 0 0,0-1-1 0 0,0 1 0 0 0,0 0 1 0 0,0-1-1 0 0,3-6-1144 0 0,-1 0 1 0 0,0 0-1 0 0,-1 0 1 0 0,1-1-1 0 0,-1-7 0 0 0,5-17-8664 0 0,-5 18 4214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47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12 284 0 0,'-39'10'14847'0'0,"53"-9"-11044"0"0,87-3-1049 0 0,-8-2-1341 0 0,-39 3-2958 0 0,-1-5-6110 0 0,-48 4 2393 0 0,5-5 403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48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1112 0 0,'3'1'688'0'0,"0"0"0"0"0,0 0 0 0 0,0 1 0 0 0,-1-1 0 0 0,1 1 0 0 0,0-1 0 0 0,-1 1 0 0 0,0 0 0 0 0,1 0 0 0 0,-1 0 0 0 0,2 3-1 0 0,19 31 3785 0 0,-17-21-3409 0 0,-1 0-1 0 0,-1 1 1 0 0,4 21-1 0 0,-3 4 864 0 0,0 72 0 0 0,-5-110-2365 0 0,-3-8-3513 0 0,-15-25 1097 0 0,4 3-3863 0 0,3 9 2233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48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9 132 212 0 0,'-8'-18'13093'0'0,"15"13"-12568"0"0,0 0-1 0 0,0 1 0 0 0,0 0 1 0 0,1 0-1 0 0,0 1 0 0 0,-1 0 1 0 0,16-3-1 0 0,71-13 1392 0 0,-36 8-1067 0 0,50-8 1260 0 0,191-10 1 0 0,-298 28-2052 0 0,0 1 1 0 0,0 0 0 0 0,0-1 0 0 0,1 1 0 0 0,-1 0-1 0 0,0 0 1 0 0,0 0 0 0 0,0 0 0 0 0,0 0 0 0 0,0 0-1 0 0,1 0 1 0 0,-1 1 0 0 0,0-1 0 0 0,0 0 0 0 0,0 1-1 0 0,0-1 1 0 0,0 0 0 0 0,0 1 0 0 0,0-1 0 0 0,0 1-1 0 0,0 0 1 0 0,0-1 0 0 0,0 1 0 0 0,0 0 0 0 0,0 0-1 0 0,1 1 1 0 0,-3-1 30 0 0,1 0-1 0 0,0 1 1 0 0,0-1-1 0 0,-1 0 1 0 0,1 1 0 0 0,-1-1-1 0 0,1 0 1 0 0,-1 0-1 0 0,0 1 1 0 0,1-1-1 0 0,-1 0 1 0 0,0 0 0 0 0,0 0-1 0 0,0 0 1 0 0,0 0-1 0 0,0 0 1 0 0,-2 1-1 0 0,-59 45 1875 0 0,61-46-1947 0 0,-59 34 1140 0 0,37-22-629 0 0,0 0 0 0 0,-31 26 1 0 0,34-26-261 0 0,16-11-255 0 0,0 1 0 0 0,0-1-1 0 0,1 1 1 0 0,-1-1 0 0 0,1 1 0 0 0,-1 0 0 0 0,1 1-1 0 0,0-1 1 0 0,-4 7 0 0 0,0-1-12 0 0,3 0 0 0 0,4-8 0 0 0,0 1 0 0 0,-1-1 0 0 0,1 0 0 0 0,0 0 0 0 0,0 0 0 0 0,0 0 0 0 0,0 0 0 0 0,0 0 0 0 0,0 0 0 0 0,0 0 0 0 0,0 0 0 0 0,1 0 0 0 0,-1 1 0 0 0,0-1 0 0 0,1 0 0 0 0,-1 0 0 0 0,1 0 0 0 0,-1 0 0 0 0,1 0 0 0 0,-1-1 0 0 0,1 1 0 0 0,0 0 0 0 0,-1 0 0 0 0,1 0 0 0 0,0 0 0 0 0,1 0 0 0 0,-1 0 0 0 0,4 6 0 0 0,1-1 0 0 0,-1 0 0 0 0,1 0 0 0 0,1 0 0 0 0,-1-1 0 0 0,1 0 0 0 0,0 0 0 0 0,0-1 0 0 0,12 6 0 0 0,7 5 0 0 0,5 6 0 0 0,-4-5 0 0 0,-1 1 0 0 0,-2 1 0 0 0,46 43 0 0 0,-68-60 0 0 0,0 1 0 0 0,-1 0 0 0 0,1 0 0 0 0,-1 0 0 0 0,1 0 0 0 0,-1 0 0 0 0,0 1 0 0 0,0-1 0 0 0,0 0 0 0 0,0 1 0 0 0,0-1 0 0 0,0 0 0 0 0,-1 1 0 0 0,1-1 0 0 0,-1 1 0 0 0,0-1 0 0 0,1 1 0 0 0,-1-1 0 0 0,0 1 0 0 0,-1-1 0 0 0,1 1 0 0 0,0-1 0 0 0,-1 1 0 0 0,1-1 0 0 0,-1 1 0 0 0,0-1 0 0 0,0 0 0 0 0,0 1 0 0 0,0-1 0 0 0,0 0 0 0 0,-1 0 0 0 0,1 0 0 0 0,0 0 0 0 0,-1 0 0 0 0,0 0 0 0 0,1 0 0 0 0,-1 0 0 0 0,0-1 0 0 0,0 1 0 0 0,-4 2 0 0 0,-6 4 0 0 0,0 0 0 0 0,-1 0 0 0 0,1-1 0 0 0,-27 9 0 0 0,39-16 0 0 0,-15 6 0 0 0,-1-2 0 0 0,0 1 0 0 0,0-2 0 0 0,0 0 0 0 0,-27 1 0 0 0,34-4 0 0 0,0 0 0 0 0,0 0 0 0 0,0-1 0 0 0,0 0 0 0 0,0 0 0 0 0,1-1 0 0 0,-1 0 0 0 0,0-1 0 0 0,1 0 0 0 0,0 0 0 0 0,-14-8 0 0 0,21 11-6 0 0,0-1 0 0 0,0 1 0 0 0,-1-1-1 0 0,1 0 1 0 0,0 1 0 0 0,0-1 0 0 0,0 0 0 0 0,0 0 0 0 0,0 0-1 0 0,0 0 1 0 0,0 1 0 0 0,0-1 0 0 0,0-1 0 0 0,0 1 0 0 0,1 0-1 0 0,-1 0 1 0 0,0 0 0 0 0,1 0 0 0 0,-1-1 0 0 0,1 1 0 0 0,-1 0-1 0 0,1 0 1 0 0,0-1 0 0 0,-1 1 0 0 0,1 0 0 0 0,0-1 0 0 0,0 1-1 0 0,0 0 1 0 0,0-1 0 0 0,0 1 0 0 0,0 0 0 0 0,0-1 0 0 0,1 1-1 0 0,-1 0 1 0 0,0-1 0 0 0,1 1 0 0 0,-1 0 0 0 0,1 0 0 0 0,0-2-1 0 0,2 0-474 0 0,0 0-1 0 0,0-1 0 0 0,0 2 0 0 0,0-1 1 0 0,0 0-1 0 0,1 1 0 0 0,-1-1 0 0 0,8-3 1 0 0,90-35-15872 0 0,-60 29 9697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49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0 1192 0 0,'0'0'4054'0'0,"1"2"-4310"0"0,5 13 15745 0 0,-3-11-12780 0 0,-1-4-785 0 0,2 10 636 0 0,-4-9-2447 0 0,0 0 0 0 0,1-1 0 0 0,-1 1 0 0 0,1 0-1 0 0,-1 0 1 0 0,0-1 0 0 0,1 1 0 0 0,-1 0 0 0 0,0 0 0 0 0,0 0 0 0 0,0 0 0 0 0,0-1-1 0 0,1 1 1 0 0,-1 0 0 0 0,0 0 0 0 0,-1 0 0 0 0,1 0 0 0 0,0 0 0 0 0,0-1 0 0 0,0 1-1 0 0,0 0 1 0 0,-1 1 0 0 0,-5 13 187 0 0,0-1 0 0 0,-1 1 0 0 0,0-1 0 0 0,-1-1 0 0 0,-1 0 1 0 0,0 0-1 0 0,-1-1 0 0 0,-16 17 0 0 0,5-8-351 0 0,-2-1 1 0 0,0-1-1 0 0,-42 26 1 0 0,-8-1 50 0 0,84-47 0 0 0,-1 0 0 0 0,1 1 0 0 0,0 0 0 0 0,0 1 0 0 0,0 0 0 0 0,14 1 0 0 0,83 4 0 0 0,-47 4 0 0 0,43 11 0 0 0,-91-17 0 0 0,-3 1-21 0 0,-8-3-357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0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91 190 1144 0 0,'0'0'2057'0'0,"-19"-6"6641"0"0,13 7-1283 0 0,3 9-6486 0 0,0 0 1 0 0,0 1 0 0 0,1-1-1 0 0,1 0 1 0 0,-1 18-1 0 0,-8 44 1775 0 0,-18 66 1189 0 0,14-90-2614 0 0,29-83-1257 0 0,28-47-1 0 0,18-40-547 0 0,-38 72-493 0 0,32-50-1 0 0,-14 29 420 0 0,-38 65 676 0 0,0 1 0 0 0,0 0 0 0 0,1 0 0 0 0,0 0 0 0 0,0 0 0 0 0,0 1 0 0 0,0-1 1 0 0,1 1-1 0 0,0 0 0 0 0,0 1 0 0 0,0-1 0 0 0,6-2 0 0 0,-10 5 159 0 0,20 10 31 0 0,-16-5-197 0 0,1 0 0 0 0,0 1 0 0 0,-1 0 0 0 0,0-1 0 0 0,0 2 0 0 0,0-1 0 0 0,-1 1 0 0 0,0-1 0 0 0,0 1 0 0 0,5 11 0 0 0,7 8 135 0 0,3 5-93 0 0,-1 2 1 0 0,-1-1-1 0 0,-2 2 1 0 0,-2 0-1 0 0,18 63 1 0 0,-22-79-112 0 0,-7-13 0 0 0,1 0 0 0 0,-1-1 0 0 0,0 1 0 0 0,0 0 0 0 0,-1 0 0 0 0,1 0 0 0 0,-1 0 0 0 0,0 1 0 0 0,0-1 0 0 0,0 0 0 0 0,0 7 0 0 0,1 3-9221 0 0,-7-27 7123 0 0,-6-16-1075 0 0,3 13-5423 0 0,1 7 3153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1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46 1336 0 0,'-24'-5'7851'0'0,"22"4"-5795"0"0,-3-4 4145 0 0,31-3-4876 0 0,1 1-1 0 0,0 2 1 0 0,0 1-1 0 0,28-1 1 0 0,120 1-269 0 0,-141 4-1712 0 0,-13 1-688 0 0,8-1-1451 0 0,-6-1-7866 0 0,-8 0 5226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1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1 616 0 0,'0'2'29141'0'0,"0"1"-27339"0"0,0 9-5427 0 0,0-5 5604 0 0,0 7-1503 0 0,1 0 1 0 0,0 0-1 0 0,1 0 0 0 0,0-1 0 0 0,1 1 0 0 0,9 26 0 0 0,25 30-6165 0 0,-25-79-2636 0 0,-5-9-6139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1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1092 0 0,'4'6'16369'0'0,"14"-3"-13132"0"0,8-1-4929 0 0,-14-2 3793 0 0,180-15 2182 0 0,-129 4-8692 0 0,-3-5-6769 0 0,-46 11 5667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1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1576 0 0,'0'0'1702'0'0,"5"11"1058"0"0,-5-4 1079 0 0,-1 3-2721 0 0,-1-1 0 0 0,1 1 1 0 0,1 0-1 0 0,0 0 0 0 0,0 0 1 0 0,3 15-1 0 0,0 19 1310 0 0,-1 10 1007 0 0,0-29-5450 0 0,-2-14-2753 0 0,0-1-3566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2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29 1560 0 0,'-16'-5'5951'0'0,"6"-2"5584"0"0,39 2-10567 0 0,1 0-1 0 0,0 3 1 0 0,61 1-1 0 0,-22 1-494 0 0,-25-1-273 0 0,-12-1-108 0 0,1 1 0 0 0,-1 2 0 0 0,50 8 0 0 0,-82-9-69 0 0,1 0-1 0 0,0 0 1 0 0,-1 0 0 0 0,1 0 0 0 0,0 0 0 0 0,-1 0-1 0 0,1 1 1 0 0,0-1 0 0 0,-1 0 0 0 0,1 0 0 0 0,0 1-1 0 0,-1-1 1 0 0,1 0 0 0 0,-1 1 0 0 0,1-1 0 0 0,0 0-1 0 0,-1 1 1 0 0,1-1 0 0 0,-1 1 0 0 0,1-1 0 0 0,-1 1-1 0 0,0-1 1 0 0,1 1 0 0 0,-1-1 0 0 0,1 1 0 0 0,-1 0-1 0 0,0-1 1 0 0,0 1 0 0 0,1 0 0 0 0,-1 0 0 0 0,-11 15 352 0 0,-29 9 396 0 0,27-20-523 0 0,-66 32 1212 0 0,72-34-1276 0 0,1 1 0 0 0,-1 0 0 0 0,1 1-1 0 0,0 0 1 0 0,0-1 0 0 0,1 2 0 0 0,-1-1 0 0 0,-7 11 0 0 0,12-14-66 0 0,5 6 27 0 0,-3-7-137 0 0,-1 0 0 0 0,0 0-1 0 0,0-1 1 0 0,0 1-1 0 0,1 0 1 0 0,-1 0-1 0 0,1 0 1 0 0,-1 0-1 0 0,0-1 1 0 0,1 1-1 0 0,-1 0 1 0 0,1 0 0 0 0,0-1-1 0 0,-1 1 1 0 0,1 0-1 0 0,0-1 1 0 0,-1 1-1 0 0,1-1 1 0 0,1 1-1 0 0,85 27 188 0 0,-49-17-158 0 0,-1 1 1 0 0,37 18-1 0 0,-43-13 10 0 0,-1 2-1 0 0,27 21 0 0 0,-52-35-2 0 0,-1-1 0 0 0,0 1 0 0 0,0 0 0 0 0,0 1-1 0 0,0-1 1 0 0,-1 1 0 0 0,0-1 0 0 0,5 12 0 0 0,0-1 219 0 0,-8-15-231 0 0,1 1 0 0 0,-1-1 1 0 0,1 0-1 0 0,-1 0 0 0 0,1 0 0 0 0,-1 0 0 0 0,0 1 1 0 0,0-1-1 0 0,0 0 0 0 0,1 0 0 0 0,-1 1 1 0 0,0-1-1 0 0,-1 0 0 0 0,1 0 0 0 0,0 0 1 0 0,0 1-1 0 0,0-1 0 0 0,-1 0 0 0 0,1 0 1 0 0,-1 0-1 0 0,1 0 0 0 0,-1 1 0 0 0,1-1 1 0 0,-1 0-1 0 0,0 0 0 0 0,1 0 0 0 0,-1 0 1 0 0,0 0-1 0 0,0 0 0 0 0,0-1 0 0 0,0 1 0 0 0,0 0 1 0 0,0 0-1 0 0,0-1 0 0 0,0 1 0 0 0,0 0 1 0 0,0-1-1 0 0,0 1 0 0 0,-2 0 0 0 0,-3 1 95 0 0,0 1-1 0 0,0-1 0 0 0,0-1 0 0 0,0 1 0 0 0,-12 1 1 0 0,10-3-172 0 0,-1 1 1 0 0,0-1 0 0 0,0-1-1 0 0,1 0 1 0 0,-1 0 0 0 0,1 0-1 0 0,-1-1 1 0 0,1-1 0 0 0,-1 1-1 0 0,1-1 1 0 0,0-1 0 0 0,0 1-1 0 0,1-2 1 0 0,-1 1 0 0 0,-9-8 0 0 0,10 7-460 0 0,2-1 0 0 0,-1 1 0 0 0,0-1 0 0 0,1 0 0 0 0,0-1 0 0 0,0 1 0 0 0,1-1 0 0 0,0 0 1 0 0,0 0-1 0 0,-5-15 0 0 0,-21-35-5627 0 0,6 22-3616 0 0,6 15 3783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3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547 1 1108 0 0,'0'0'11950'0'0,"-5"1"-10997"0"0,-16 6 303 0 0,1 0 0 0 0,0 2 0 0 0,1 0 1 0 0,0 1-1 0 0,1 1 0 0 0,0 1 0 0 0,-21 17 1 0 0,3-3-444 0 0,6-3-12 0 0,1 1 0 0 0,1 2 0 0 0,1 1 0 0 0,1 1 0 0 0,2 2 0 0 0,0 0 0 0 0,-35 63 0 0 0,46-71-602 0 0,1 1 0 0 0,1 1 0 0 0,1 0 0 0 0,1 1 0 0 0,1 0 0 0 0,1 0 0 0 0,-6 42 0 0 0,12-58-203 0 0,1-1 0 0 0,-1 1 1 0 0,2-1-1 0 0,-1 0 0 0 0,1 1 0 0 0,0-1 0 0 0,1 0 1 0 0,0 1-1 0 0,0-1 0 0 0,1 0 0 0 0,0-1 0 0 0,0 1 0 0 0,1 0 1 0 0,0-1-1 0 0,0 0 0 0 0,1 0 0 0 0,0 0 0 0 0,0 0 0 0 0,1-1 1 0 0,0 0-1 0 0,0 0 0 0 0,0-1 0 0 0,1 1 0 0 0,-1-1 0 0 0,1-1 1 0 0,1 1-1 0 0,8 3 0 0 0,1 0 63 0 0,0-1-1 0 0,1-1 1 0 0,0 0-1 0 0,1-1 1 0 0,34 4 0 0 0,95-1-4421 0 0,-115-5-12235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3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36 1032 0 0,'-4'-17'4982'0'0,"0"-1"5416"0"0,12 18-1566 0 0,15 12-6762 0 0,25 16-1336 0 0,-35-19-405 0 0,49 30 957 0 0,-1 3 0 0 0,73 67 0 0 0,-119-96-1248 0 0,-1 1 0 0 0,-1 0 0 0 0,0 2 0 0 0,0-1 0 0 0,-2 2 0 0 0,0-1 0 0 0,-1 1 0 0 0,0 1 0 0 0,-2 0 0 0 0,0 0 0 0 0,-1 1 0 0 0,-1 0 0 0 0,7 37 0 0 0,-11-46-38 0 0,-1-1 0 0 0,0 1 0 0 0,-1-1 0 0 0,1 1 0 0 0,-2-1 0 0 0,0 1 0 0 0,0-1 0 0 0,-1 1 0 0 0,0-1 0 0 0,0 0 0 0 0,-1 0 0 0 0,0 0 0 0 0,-1 0 0 0 0,0 0 0 0 0,0-1 0 0 0,-1 1 0 0 0,-9 12 0 0 0,14-20 0 0 0,-2 4 0 0 0,-22 2 0 0 0,11-6-338 0 0,10-1-1469 0 0,12-7-9171 0 0,10 2 7315 0 0,-16 4 1668 0 0,13-6-5870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4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55 1324 0 0,'-4'-4'24846'0'0,"4"37"-23023"0"0,3 0 1 0 0,6 40-1 0 0,-8-70-1707 0 0,-1-1-77 0 0,0 0 0 0 0,1 0 0 0 0,-1 0-1 0 0,1 1 1 0 0,-1-1 0 0 0,1 0 0 0 0,0 0 0 0 0,0 0 0 0 0,0 0 0 0 0,0 0 0 0 0,0 0 0 0 0,0 0-1 0 0,1-1 1 0 0,-1 1 0 0 0,1 0 0 0 0,-1-1 0 0 0,1 1 0 0 0,0-1 0 0 0,-1 1 0 0 0,1-1 0 0 0,0 0-1 0 0,0 0 1 0 0,0 0 0 0 0,0 0 0 0 0,4 1 0 0 0,0 0-39 0 0,1-2 0 0 0,0 1 0 0 0,-1-1 0 0 0,1 0 0 0 0,0-1 0 0 0,-1 1 0 0 0,1-1 0 0 0,-1-1 1 0 0,1 1-1 0 0,-1-1 0 0 0,1 0 0 0 0,-1 0 0 0 0,0-1 0 0 0,0 0 0 0 0,0 0 0 0 0,0-1 0 0 0,7-5 0 0 0,14-11-3 0 0,-1-1 0 0 0,29-29 1 0 0,-34 30-8 0 0,0-1-222 0 0,36-44 0 0 0,-53 54 394 0 0,1 12-38 0 0,-2 22 71 0 0,-4-12-195 0 0,2 0 0 0 0,-1 0 0 0 0,2 1 0 0 0,0-1 0 0 0,0 0 0 0 0,1 0 0 0 0,0 0 0 0 0,0-1 0 0 0,11 21 0 0 0,-10-25 0 0 0,0 0 0 0 0,0-1 0 0 0,1 1 0 0 0,-1-1 0 0 0,2 0 0 0 0,-1 0 0 0 0,0 0 0 0 0,1-1 0 0 0,0 0 0 0 0,0 0 0 0 0,0 0 0 0 0,0-1 0 0 0,1 0 0 0 0,-1 0 0 0 0,1-1 0 0 0,0 0 0 0 0,0 0 0 0 0,0 0 0 0 0,8 0 0 0 0,3 0 0 0 0,0-1-1567 0 0,1 0 4144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6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69 496 0 0,'3'-10'5967'0'0,"0"-6"2176"0"0,-3 9-2460 0 0,-1 4-5474 0 0,0 1 1 0 0,-1 0 0 0 0,1 0 0 0 0,0 0 0 0 0,-1 1 0 0 0,1-1 0 0 0,-1 0 0 0 0,0 1 0 0 0,0-1-1 0 0,1 0 1 0 0,-1 1 0 0 0,0 0 0 0 0,0 0 0 0 0,-1-1 0 0 0,1 1 0 0 0,0 0 0 0 0,0 1-1 0 0,-3-2 1 0 0,-2 1 124 0 0,1-1-1 0 0,-1 1 0 0 0,0 0 0 0 0,0 1 1 0 0,0 0-1 0 0,-8 0 0 0 0,-8 3 504 0 0,0 0 1 0 0,-41 13-1 0 0,48-11-580 0 0,0 1-1 0 0,1 1 1 0 0,0 0-1 0 0,1 1 1 0 0,0 0-1 0 0,0 1 0 0 0,0 1 1 0 0,1 0-1 0 0,1 1 1 0 0,0 0-1 0 0,0 1 1 0 0,1 0-1 0 0,-17 26 1 0 0,27-37-255 0 0,-1 1 0 0 0,1 0 0 0 0,0-1 1 0 0,1 1-1 0 0,-1 0 0 0 0,0 0 1 0 0,0-1-1 0 0,1 1 0 0 0,-1 0 0 0 0,1 0 1 0 0,-1 0-1 0 0,1 0 0 0 0,0 0 0 0 0,0 0 1 0 0,0 0-1 0 0,0 0 0 0 0,0 0 0 0 0,1 0 1 0 0,-1 0-1 0 0,0 0 0 0 0,1 0 0 0 0,1 3 1 0 0,-1-2-3 0 0,1-1 1 0 0,0 1 0 0 0,0-1-1 0 0,1 1 1 0 0,-1-1-1 0 0,0 1 1 0 0,1-1 0 0 0,-1 0-1 0 0,1 0 1 0 0,0-1 0 0 0,0 1-1 0 0,4 2 1 0 0,5 1-2 0 0,0-1 0 0 0,0 1 0 0 0,0-2 1 0 0,1 0-1 0 0,20 2 0 0 0,3-2 1 0 0,-1-1 0 0 0,0-2 0 0 0,1-2 0 0 0,-1-1 0 0 0,66-15 0 0 0,-92 14 0 0 0,-6-1 0 0 0,-28 7 0 0 0,5 2 0 0 0,8 1 0 0 0,5 2-103 0 0,6-5-573 0 0,8-2-2671 0 0,35-2-1377 0 0,-6-8-5967 0 0,-13 1 3254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6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48 101 624 0 0,'-30'2'6297'0'0,"12"-1"9437"0"0,107-32-13721 0 0,45-15-598 0 0,-41 22-3603 0 0,-72 23 569 0 0,-9 0-1707 0 0,-3 0-7331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6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21 792 0 0,'0'0'1320'0'0,"-7"9"7876"0"0,21-5-8266 0 0,0-2 0 0 0,0 1-1 0 0,0-2 1 0 0,0 0-1 0 0,0 0 1 0 0,0-1-1 0 0,23-4 1 0 0,34-8 744 0 0,-4-3-4389 0 0,-66 15 2639 0 0,15-11-6430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7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24 356 828 0 0,'0'0'7239'0'0,"-2"4"-6137"0"0,-1 5 216 0 0,0 0 1 0 0,1 0 0 0 0,0 0-1 0 0,1 0 1 0 0,-1 16 0 0 0,-6 32 3372 0 0,8-55-4475 0 0,0 1 0 0 0,0-1 0 0 0,0 1 0 0 0,0-1 0 0 0,0 0 0 0 0,0 1 0 0 0,1-1 0 0 0,-1 1 0 0 0,1-1 0 0 0,0 0 0 0 0,1 4 0 0 0,4 18 2662 0 0,-3-30-2791 0 0,0 0-1 0 0,0 1 1 0 0,0-1 0 0 0,1 1 0 0 0,0 0 0 0 0,6-6-1 0 0,-5 5 16 0 0,7-11 0 0 0,-1-1-1 0 0,0 0 1 0 0,9-23 0 0 0,-12 24-70 0 0,1-1 0 0 0,1 2 0 0 0,0-1 1 0 0,13-15-1 0 0,43-57 52 0 0,-44 57-37 0 0,44-50 0 0 0,9-5 702 0 0,-71 83-584 0 0,-4 4-143 0 0,0-1 1 0 0,1 1-1 0 0,-1 0 1 0 0,0-1-1 0 0,1 1 1 0 0,-1 0-1 0 0,0 0 1 0 0,1-1-1 0 0,-1 1 1 0 0,0 0-1 0 0,1 0 1 0 0,-1-1-1 0 0,1 1 1 0 0,-1 0 0 0 0,1 0-1 0 0,-1 0 1 0 0,0 0-1 0 0,1 0 1 0 0,-1 0-1 0 0,1 0 1 0 0,-1 0-1 0 0,1 0 1 0 0,-1 0-1 0 0,1 0 1 0 0,-1 0-1 0 0,1 0 1 0 0,-1 0-1 0 0,0 0 1 0 0,1 0-1 0 0,0 1-36 0 0,2-1 257 0 0,10 42 875 0 0,-4 21-240 0 0,-4-20-827 0 0,2 0 0 0 0,2-1 1 0 0,1 0-1 0 0,32 78 0 0 0,-41-116-269 0 0,17 29 41 0 0,-7-21-6910 0 0,-14-17 4742 0 0,0-2 978 0 0,-4-6-875 0 0,-5 1-5487 0 0,2 3 1203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7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 1596 0 0,'24'-3'13747'0'0,"49"-3"-8490"0"0,20-2-3279 0 0,43-1 279 0 0,-10 1-5088 0 0,-43-5-9494 0 0,-70 11 6882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7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1256 0 0,'0'0'4154'0'0,"15"6"9540"0"0,-11-2-12396 0 0,-11 142 5946 0 0,6-145-7318 0 0,1 0 1 0 0,0 0-1 0 0,0 0 1 0 0,0 0-1 0 0,0 0 1 0 0,-1 0-1 0 0,1 0 1 0 0,1 0-1 0 0,-1 0 1 0 0,0 0-1 0 0,0 0 1 0 0,0 0-1 0 0,0 0 1 0 0,1 0 0 0 0,-1-1-1 0 0,0 1 1 0 0,1 0-1 0 0,-1 0 1 0 0,1 0-1 0 0,-1 0 1 0 0,1 0-1 0 0,-1-1 1 0 0,1 1-1 0 0,0 0 1 0 0,-1 0-1 0 0,1-1 1 0 0,0 1-1 0 0,0 0 1 0 0,0-1-1 0 0,-1 1 1 0 0,1-1-1 0 0,0 1 1 0 0,0-1-1 0 0,0 0 1 0 0,0 1-1 0 0,0-1 1 0 0,0 0-1 0 0,0 1 1 0 0,0-1-1 0 0,0 0 1 0 0,0 0-1 0 0,0 0 1 0 0,0 0-1 0 0,0 0 1 0 0,0 0-1 0 0,0 0 1 0 0,0 0-1 0 0,0-1 1 0 0,0 1-1 0 0,-1 0 1 0 0,3-1-1 0 0,21-13-4857 0 0,-7-4-3971 0 0,-12 7 3283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7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34 764 0 0,'-8'6'4370'0'0,"8"-6"-4245"0"0,-1 0 0 0 0,1 0-1 0 0,0 0 1 0 0,0 0 0 0 0,0 0 0 0 0,0 0 0 0 0,-1 0-1 0 0,1 0 1 0 0,0 0 0 0 0,0 0 0 0 0,0 0 0 0 0,0 0-1 0 0,0 1 1 0 0,-1-1 0 0 0,1 0 0 0 0,0 0 0 0 0,0 0 0 0 0,0 0-1 0 0,0 0 1 0 0,0 1 0 0 0,0-1 0 0 0,0 0 0 0 0,-1 0-1 0 0,1 0 1 0 0,0 0 0 0 0,0 1 0 0 0,0-1 0 0 0,0 0-1 0 0,0 0 1 0 0,0 0 0 0 0,0 0 0 0 0,0 1 0 0 0,0-1-1 0 0,0 0 1 0 0,0 0 0 0 0,0 0 0 0 0,0 1 0 0 0,0-1-1 0 0,0 0 1 0 0,0 0 0 0 0,0 0 0 0 0,0 0 0 0 0,1 1-1 0 0,-1-1 1 0 0,0 0 0 0 0,0 0 0 0 0,0 0 0 0 0,0 0-1 0 0,0 1 1 0 0,0-1 0 0 0,0 0 0 0 0,1 0 0 0 0,-1 0 0 0 0,0 0-1 0 0,0 0 1 0 0,9 3 482 0 0,-1-1 0 0 0,1-1-1 0 0,0 0 1 0 0,0 0 0 0 0,-1 0 0 0 0,1-1-1 0 0,14-2 1 0 0,72-13 2423 0 0,-28 4-1663 0 0,18-2-1192 0 0,-33-1-7931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8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0 396 0 0,'0'0'8005'0'0,"-2"5"-6566"0"0,-1 15 711 0 0,1 0 0 0 0,1 0 0 0 0,1 30 0 0 0,1-18-1068 0 0,-2-30-1118 0 0,1-1 0 0 0,0 0 0 0 0,0 1-1 0 0,0-1 1 0 0,0 1 0 0 0,0-1 0 0 0,0 0-1 0 0,0 1 1 0 0,0-1 0 0 0,0 0 0 0 0,1 1-1 0 0,-1-1 1 0 0,0 0 0 0 0,1 1 0 0 0,0-1-1 0 0,-1 0 1 0 0,1 1 0 0 0,0-1-1 0 0,-1 0 1 0 0,1 0 0 0 0,0 0 0 0 0,0 0-1 0 0,0 0 1 0 0,0 0 0 0 0,0 0 0 0 0,0 0-1 0 0,0 0 1 0 0,0 0 0 0 0,0-1 0 0 0,1 1-1 0 0,-1 0 1 0 0,0-1 0 0 0,1 1 0 0 0,-1-1-1 0 0,0 0 1 0 0,1 1 0 0 0,0-1-1 0 0,22-5-3351 0 0,-3-9-3814 0 0,-15 5 2952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8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55 122 708 0 0,'-4'-2'186'0'0,"-2"0"1250"0"0,1-1 1 0 0,-1 1 0 0 0,1-1 0 0 0,0-1-1 0 0,0 1 1 0 0,0-1 0 0 0,-8-8 1600 0 0,33 1-1004 0 0,-1 7-1412 0 0,102-22 2450 0 0,182-16 1 0 0,-257 38-1467 0 0,-44 4 61 0 0,-7 4-1084 0 0,-168 93 3331 0 0,171-96-3901 0 0,1 0 0 0 0,-1 1-1 0 0,0-1 1 0 0,1 0 0 0 0,-1 1-1 0 0,1-1 1 0 0,-1 1 0 0 0,1-1-1 0 0,-1 1 1 0 0,1-1 0 0 0,0 1-1 0 0,0 0 1 0 0,0 0-1 0 0,0 0 1 0 0,0 0 0 0 0,1 0-1 0 0,-1 0 1 0 0,0 0 0 0 0,1 0-1 0 0,0 0 1 0 0,-1 0 0 0 0,1 0-1 0 0,0 2 1 0 0,1-2-29 0 0,0 0 13 0 0,0-1 1 0 0,0 1-1 0 0,0-1 0 0 0,0 1 1 0 0,0-1-1 0 0,0 1 0 0 0,1-1 1 0 0,-1 0-1 0 0,1 1 0 0 0,-1-1 1 0 0,1 0-1 0 0,2 2 0 0 0,-1-1-2 0 0,26 10 30 0 0,49 13-1 0 0,-54-19-4 0 0,0 2 0 0 0,-1 1 0 0 0,26 12 0 0 0,-37-14 30 0 0,-2-2 22 0 0,0 0 1 0 0,0 0 0 0 0,0 1-1 0 0,-1 0 1 0 0,1 1 0 0 0,-2 0-1 0 0,1 1 1 0 0,-1 0 0 0 0,14 17-1 0 0,-21-24-39 0 0,-1 0-1 0 0,1 1 1 0 0,-1-1-1 0 0,1 0 1 0 0,-1 0-1 0 0,0 0 1 0 0,0 1-1 0 0,1-1 1 0 0,-1 0-1 0 0,0 0 1 0 0,0 1-1 0 0,0-1 1 0 0,-1 0-1 0 0,1 0 1 0 0,0 0-1 0 0,0 1 1 0 0,-1-1-1 0 0,1 0 1 0 0,0 0-1 0 0,-1 0 1 0 0,1 0-1 0 0,-1 1 1 0 0,0-1-1 0 0,1 0 1 0 0,-1 0-1 0 0,0 0 1 0 0,0 0-1 0 0,0 0 1 0 0,1-1-1 0 0,-1 1 1 0 0,-2 1-1 0 0,-28 16 80 0 0,5-11-111 0 0,-1-2 0 0 0,0-1 0 0 0,0-1 0 0 0,0-1 0 0 0,0-1 0 0 0,-1-2 0 0 0,-28-4 0 0 0,7-5 6 0 0,46 9-11 0 0,0 1-1 0 0,0-1 1 0 0,0-1 0 0 0,-1 1 0 0 0,1-1 0 0 0,0 1-1 0 0,1-1 1 0 0,-1 0 0 0 0,0 0 0 0 0,0 0-1 0 0,1 0 1 0 0,-1 0 0 0 0,-3-5 0 0 0,3-3-2583 0 0,-2-15-15593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0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4 572 0 0,'5'-3'18541'0'0,"-3"40"-15356"0"0,1 0 0 0 0,10 41 1 0 0,-13-76-3051 0 0,0 0 1 0 0,1 0 0 0 0,-1 0-1 0 0,1 0 1 0 0,-1 0 0 0 0,1 0-1 0 0,0 0 1 0 0,0 0 0 0 0,0 0-1 0 0,0 0 1 0 0,0 0 0 0 0,0 0-1 0 0,0-1 1 0 0,1 1 0 0 0,-1 0 0 0 0,0-1-1 0 0,1 1 1 0 0,0-1 0 0 0,2 2-1 0 0,-2-2-39 0 0,3-4-188 0 0,6-4-157 0 0,-1-1 1 0 0,0 0 0 0 0,0-1 0 0 0,-1 0 0 0 0,11-14 0 0 0,-9 10-259 0 0,1 1 0 0 0,0 0 1 0 0,21-15-1 0 0,-12 8 1 0 0,-20 17 542 0 0,1 0 0 0 0,0 0 0 0 0,0 0-1 0 0,0 0 1 0 0,0 0 0 0 0,1 0 0 0 0,-1 1-1 0 0,1-1 1 0 0,-1 1 0 0 0,1-1 0 0 0,-1 1 0 0 0,1 0-1 0 0,0 0 1 0 0,-1 0 0 0 0,1 1 0 0 0,5-2 0 0 0,-4 6 254 0 0,1 0 0 0 0,-1 0 1 0 0,0 0-1 0 0,0 1 1 0 0,0 0-1 0 0,5 9 0 0 0,-2-6-58 0 0,58 69 2027 0 0,-58-71-2108 0 0,11 11-2346 0 0,1-40-1589 0 0,-16 18 2856 0 0,-1 0 0 0 0,1 1 0 0 0,0 0 0 0 0,0-1 0 0 0,0 1 0 0 0,0 1 0 0 0,5-5 0 0 0,10-13-7860 0 0,-10 7 2908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1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1372 0 0,'6'-2'344'0'0,"12"-4"10466"0"0,-12 26-6965 0 0,-12-1-3013 0 0,1 0 0 0 0,2 1 0 0 0,0-1 0 0 0,0 1 0 0 0,2-1 0 0 0,1 1 0 0 0,0-1 0 0 0,1 1 1 0 0,1 0-1 0 0,1-1 0 0 0,7 23 0 0 0,5-15-8175 0 0,-5-25 1522 0 0,0-18 1552 0 0,-4 0-750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1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17 628 0 0,'-8'5'3182'0'0,"-4"4"-49"0"0,2 1 7608 0 0,16-9-9650 0 0,28 6 332 0 0,0-2 1 0 0,59 1-1 0 0,20-13-1698 0 0,-19-9-4135 0 0,-3-11-5455 0 0,-62 17 5086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1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5 796 0 0,'-14'35'12160'0'0,"10"-22"-9513"0"0,22 82 5024 0 0,-18-94-7257 0 0,1 0-523 0 0,-1 0-1 0 0,1 0 1 0 0,-1-1-1 0 0,1 1 1 0 0,0 0-1 0 0,0-1 1 0 0,-1 1 0 0 0,1 0-1 0 0,0-1 1 0 0,0 1-1 0 0,-1-1 1 0 0,1 1-1 0 0,0-1 1 0 0,0 0-1 0 0,0 1 1 0 0,0-1-1 0 0,0 0 1 0 0,0 1 0 0 0,0-1-1 0 0,0 0 1 0 0,0 0-1 0 0,-1 0 1 0 0,3 0-1 0 0,2-10-748 0 0,-1-1 0 0 0,0 1 0 0 0,-1-1 0 0 0,0 0 0 0 0,2-12 0 0 0,-4-35-7439 0 0,-5 32 4013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1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66 165 2612 0 0,'-6'-8'883'0'0,"0"0"1"0"0,0 0-1 0 0,-1 1 0 0 0,0 0 0 0 0,-11-9 0 0 0,4 4 1380 0 0,14 11-2161 0 0,0 1 1 0 0,-1-1-1 0 0,1 1 1 0 0,0-1-1 0 0,0 0 1 0 0,0 1-1 0 0,-1-1 0 0 0,1 1 1 0 0,0-1-1 0 0,0 1 1 0 0,0-1-1 0 0,0 0 1 0 0,0 1-1 0 0,0-1 1 0 0,0 0-1 0 0,1 1 1 0 0,-1-1-1 0 0,0 1 1 0 0,0-1-1 0 0,0 1 1 0 0,0-1-1 0 0,1 1 1 0 0,-1-1-1 0 0,0 0 1 0 0,1 1-1 0 0,-1-1 1 0 0,0 1-1 0 0,1 0 1 0 0,-1-1-1 0 0,1 1 1 0 0,-1-1-1 0 0,1 1 1 0 0,-1 0-1 0 0,2-1 1 0 0,14-12 618 0 0,4 5-127 0 0,2 1 0 0 0,-1 1-1 0 0,1 2 1 0 0,35-5 0 0 0,-56 9-586 0 0,43-6 512 0 0,43-6 1253 0 0,109-2 0 0 0,-196 14-1720 0 0,1-1 0 0 0,-1 1 0 0 0,1 0 0 0 0,-1 0 0 0 0,1 0-1 0 0,-1 0 1 0 0,1 0 0 0 0,-1 0 0 0 0,1 0 0 0 0,0 0 0 0 0,-1 1-1 0 0,1-1 1 0 0,-1 0 0 0 0,1 0 0 0 0,-1 0 0 0 0,1 0 0 0 0,-1 1 0 0 0,1-1-1 0 0,-1 0 1 0 0,1 1 0 0 0,-1-1 0 0 0,0 0 0 0 0,1 1 0 0 0,-1-1 0 0 0,1 0-1 0 0,-1 1 1 0 0,0-1 0 0 0,1 1 0 0 0,-1-1 0 0 0,0 1 0 0 0,0-1-1 0 0,1 1 1 0 0,-1-1 0 0 0,0 2 0 0 0,-7 18 1113 0 0,-25 15 385 0 0,-55 35 725 0 0,57-47-1356 0 0,-31 29-1 0 0,60-52-912 0 0,1 1-1 0 0,-1 0 0 0 0,0-1 1 0 0,1 1-1 0 0,-1 0 0 0 0,0-1 0 0 0,1 1 1 0 0,-1 0-1 0 0,1 0 0 0 0,-1-1 0 0 0,1 1 1 0 0,0 0-1 0 0,-1 0 0 0 0,1 0 1 0 0,0 0-1 0 0,-1-1 0 0 0,1 1 0 0 0,0 0 1 0 0,0 0-1 0 0,0 0 0 0 0,0 0 0 0 0,0 0 1 0 0,0 0-1 0 0,0 0 0 0 0,0 0 1 0 0,0 0-1 0 0,1-1 0 0 0,-1 1 0 0 0,0 0 1 0 0,0 0-1 0 0,1 0 0 0 0,-1 0 1 0 0,1 0-1 0 0,-1-1 0 0 0,1 1 0 0 0,-1 0 1 0 0,1 0-1 0 0,-1-1 0 0 0,1 1 0 0 0,0 0 1 0 0,-1-1-1 0 0,1 1 0 0 0,0-1 1 0 0,-1 1-1 0 0,1-1 0 0 0,0 1 0 0 0,0-1 1 0 0,0 1-1 0 0,0-1 0 0 0,-1 0 0 0 0,1 0 1 0 0,2 1-1 0 0,49 15 90 0 0,-48-15-81 0 0,36 5 45 0 0,43 11-56 0 0,-79-16 23 0 0,1 1 0 0 0,0-1 0 0 0,-1 1 0 0 0,1 0 0 0 0,-1 0 0 0 0,1 1 0 0 0,-1-1 0 0 0,0 1-1 0 0,0 0 1 0 0,0 0 0 0 0,-1 1 0 0 0,1-1 0 0 0,3 5 0 0 0,-6-6 48 0 0,1 1-1 0 0,-1-1 1 0 0,0 0-1 0 0,0 1 0 0 0,0-1 1 0 0,0 1-1 0 0,0 0 1 0 0,0-1-1 0 0,-1 1 1 0 0,0-1-1 0 0,1 1 1 0 0,-1 0-1 0 0,0-1 1 0 0,0 1-1 0 0,0 0 1 0 0,-1-1-1 0 0,1 1 0 0 0,-2 4 1 0 0,0-2-38 0 0,0 1 0 0 0,0-1 0 0 0,-1 0 0 0 0,1 0 0 0 0,-1 0 0 0 0,-1-1 0 0 0,1 1 0 0 0,-7 6 0 0 0,1-2-48 0 0,-1 0 1 0 0,-1 0 0 0 0,0-1-1 0 0,0 0 1 0 0,0-1-1 0 0,-23 11 1 0 0,28-16-61 0 0,0-1-1 0 0,0 0 1 0 0,0 0-1 0 0,0-1 1 0 0,0 1-1 0 0,0-1 1 0 0,0-1-1 0 0,0 1 1 0 0,0-1-1 0 0,0 0 1 0 0,0 0-1 0 0,0-1 1 0 0,0 0-1 0 0,1 0 1 0 0,-1 0-1 0 0,1-1 1 0 0,-1 1-1 0 0,1-1 1 0 0,0-1-1 0 0,0 1 1 0 0,0-1-1 0 0,0 0 1 0 0,1 0-1 0 0,-1 0 1 0 0,1-1-1 0 0,-5-7 1 0 0,8 10-138 0 0,0 1 0 0 0,0-1 0 0 0,1 1-1 0 0,-1-1 1 0 0,1 0 0 0 0,-1 1 0 0 0,1-1 0 0 0,0 1 0 0 0,0-1 0 0 0,0 0 0 0 0,0 1 0 0 0,0-1 0 0 0,0 0-1 0 0,0 1 1 0 0,0-1 0 0 0,1 0 0 0 0,-1 1 0 0 0,0-1 0 0 0,1 1 0 0 0,0-1 0 0 0,-1 0 0 0 0,1 1 0 0 0,0 0-1 0 0,0-1 1 0 0,0 1 0 0 0,0-1 0 0 0,0 1 0 0 0,0 0 0 0 0,0 0 0 0 0,0 0 0 0 0,0-1 0 0 0,1 1 0 0 0,-1 0-1 0 0,0 1 1 0 0,1-1 0 0 0,2-1 0 0 0,34-13-5665 0 0,-15 9-1138 0 0,-20 6 5960 0 0,9-3-4102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2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0 448 0 0,'0'0'26352'0'0,"-3"3"-25637"0"0,-159 147 4495 0 0,113-106-5168 0 0,40-36-42 0 0,9-8 0 0 0,0 1 0 0 0,0-1 0 0 0,0 0 0 0 0,0 0 0 0 0,0 0 0 0 0,0 0 0 0 0,-1 1 0 0 0,1-1 0 0 0,0 0 0 0 0,0 0 0 0 0,0 0 0 0 0,0 1 0 0 0,0-1 0 0 0,0 0 0 0 0,0 0 0 0 0,0 0 0 0 0,0 1 0 0 0,0-1 0 0 0,0 0 0 0 0,0 0 0 0 0,0 0 0 0 0,0 1 0 0 0,0-1 0 0 0,0 0 0 0 0,0 0 0 0 0,0 0 0 0 0,1 1 0 0 0,-1-1 0 0 0,0 0 0 0 0,0 0 0 0 0,0 0 0 0 0,0 1 0 0 0,0-1 0 0 0,0 0 0 0 0,0 0 0 0 0,1 0 0 0 0,-1 0 0 0 0,0 0 0 0 0,0 0 0 0 0,0 1 0 0 0,0-1 0 0 0,1 0 0 0 0,-1 0 0 0 0,0 0 0 0 0,22 2 0 0 0,16-3 0 0 0,47-8 0 0 0,-50 3 0 0 0,1 3 0 0 0,-1 1 0 0 0,1 1 0 0 0,52 7 0 0 0,-75-4 0 0 0,-3 1-46 0 0,-8-2-317 0 0,-22 12-20688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2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0 148 0 0,'-17'4'2683'0'0,"-13"1"11269"0"0,34-1-13118 0 0,4 2-410 0 0,0 0 0 0 0,1-1 0 0 0,0 1 0 0 0,1-2 0 0 0,-1 1 0 0 0,1-1 0 0 0,0-1 0 0 0,-1 0 0 0 0,2 0 0 0 0,-1-1 0 0 0,0 0 0 0 0,19 0 0 0 0,22 1 474 0 0,67-6 0 0 0,-77 1-611 0 0,-29 2-456 0 0,0-1 0 0 0,-1 0 1 0 0,21-6-1 0 0,-29 6-235 0 0,1 0-1 0 0,-1 0 1 0 0,1-1-1 0 0,-1 0 1 0 0,0 1-1 0 0,1-1 1 0 0,-1 0-1 0 0,4-4 1 0 0,-7 6 316 0 0,1-1 1 0 0,-1 1 0 0 0,0 0 0 0 0,0 0 0 0 0,0-1-1 0 0,0 1 1 0 0,1 0 0 0 0,-1-1 0 0 0,0 1 0 0 0,0 0-1 0 0,0 0 1 0 0,0-1 0 0 0,0 1 0 0 0,0 0 0 0 0,0-1-1 0 0,0 1 1 0 0,0 0 0 0 0,0-1 0 0 0,0 1 0 0 0,0 0-1 0 0,0-1 1 0 0,0 1 0 0 0,0 0 0 0 0,0-1-1 0 0,0 1 1 0 0,0 0 0 0 0,0-1 0 0 0,0 1 0 0 0,0 0-1 0 0,-1 0 1 0 0,1-1 0 0 0,0 1 0 0 0,0 0 0 0 0,0 0-1 0 0,-1-1 1 0 0,1 1 0 0 0,0 0 0 0 0,0 0 0 0 0,-1-1-1 0 0,1 1 1 0 0,0 0 0 0 0,0 0 0 0 0,-1 0 0 0 0,1 0-1 0 0,0 0 1 0 0,-1-1 0 0 0,-10-4-1374 0 0,-10-6-6129 0 0,9 7 3235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3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8 948 0 0,'0'0'16987'0'0,"18"-7"-7609"0"0,-30 7-9151 0 0,0 1 1 0 0,0 1-1 0 0,0 0 1 0 0,0 1-1 0 0,0 0 1 0 0,1 0-1 0 0,-1 2 1 0 0,1-1-1 0 0,0 1 1 0 0,-12 8-1 0 0,-12 8 965 0 0,-59 46 0 0 0,67-46-986 0 0,1 1-1 0 0,-37 40 1 0 0,58-56-209 0 0,-1 1 0 0 0,1-1 0 0 0,0 1 0 0 0,1 0 0 0 0,0 0 1 0 0,0 0-1 0 0,0 1 0 0 0,1-1 0 0 0,0 1 0 0 0,0 0 0 0 0,1 0 0 0 0,0 0 0 0 0,0 0 1 0 0,1 0-1 0 0,0 0 0 0 0,1 14 0 0 0,0-18 3 0 0,1-1 0 0 0,-1 1 0 0 0,1-1 0 0 0,0 1 0 0 0,1-1 0 0 0,-1 0 0 0 0,0 1 0 0 0,1-1 0 0 0,0 0 0 0 0,0 0 0 0 0,0 0 0 0 0,0 0 0 0 0,0 0 0 0 0,0-1 0 0 0,1 1 0 0 0,-1-1 0 0 0,1 1 0 0 0,3 1 0 0 0,0 0 0 0 0,1-1 0 0 0,-1 1 0 0 0,1-1 0 0 0,0-1 0 0 0,-1 1 0 0 0,1-1 0 0 0,0-1 0 0 0,11 2 0 0 0,9 0 0 0 0,-1-2 0 0 0,0-1 0 0 0,49-7 0 0 0,-42 3 0 0 0,-1-2 0 0 0,1-1 0 0 0,-1-2 0 0 0,0-1 0 0 0,-1-1 0 0 0,31-16 0 0 0,-55 21 0 0 0,-7 6 0 0 0,0 0 0 0 0,0 0 0 0 0,1 0 0 0 0,-1 0 0 0 0,0 0 0 0 0,0 0 0 0 0,0 0 0 0 0,0 0 0 0 0,0 0 0 0 0,0 0 0 0 0,0 0 0 0 0,0 0 0 0 0,1 0 0 0 0,-1 0 0 0 0,0-1 0 0 0,0 1 0 0 0,0 0 0 0 0,0 0 0 0 0,0 0 0 0 0,0 0 0 0 0,0 0 0 0 0,0 0 0 0 0,0 0 0 0 0,0 0 0 0 0,0-1 0 0 0,0 1 0 0 0,0 0 0 0 0,0 0 0 0 0,0 0 0 0 0,0 0 0 0 0,0 0 0 0 0,0 0 0 0 0,0 0 0 0 0,0 0 0 0 0,0-1 0 0 0,0 1 0 0 0,0 0 0 0 0,0 0 0 0 0,0 0 0 0 0,0 0 0 0 0,0 0 0 0 0,0 0 0 0 0,0 0 0 0 0,0-1 0 0 0,0 1 0 0 0,0 0 0 0 0,0 0 0 0 0,0 0 0 0 0,0 0 0 0 0,0 0 0 0 0,0 0 0 0 0,0 0 0 0 0,0 0 0 0 0,-1 0 0 0 0,1 0 0 0 0,0-1 0 0 0,0 1 0 0 0,0 0 0 0 0,0 0 0 0 0,0 0 0 0 0,0 0 0 0 0,0 0 0 0 0,-1 0 0 0 0,-21 0 0 0 0,4 5 0 0 0,12-1-103 0 0,5-4-631 0 0,8 1-6646 0 0,-1 3 6577 0 0,1 0-1851 0 0,4-4-5687 0 0,5-2 1170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7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31 228 0 0,'-1'7'18205'0'0,"3"-6"-18010"0"0,-1-1 0 0 0,1 1 0 0 0,-1 0 1 0 0,1-1-1 0 0,-1 1 0 0 0,0 0 0 0 0,1 0 0 0 0,-1 0 0 0 0,0 0 0 0 0,1 0 1 0 0,-1 0-1 0 0,0 0 0 0 0,0 0 0 0 0,0 0 0 0 0,0 1 0 0 0,0-1 0 0 0,0 0 1 0 0,-1 1-1 0 0,1-1 0 0 0,0 1 0 0 0,-1-1 0 0 0,1 1 0 0 0,-1-1 0 0 0,1 1 0 0 0,-1 0 1 0 0,0-1-1 0 0,1 1 0 0 0,-1-1 0 0 0,0 1 0 0 0,0 0 0 0 0,0-1 0 0 0,-1 1 1 0 0,1-1-1 0 0,0 1 0 0 0,0 0 0 0 0,-1-1 0 0 0,1 1 0 0 0,-1-1 0 0 0,0 1 1 0 0,1-1-1 0 0,-1 1 0 0 0,0-1 0 0 0,-1 2 0 0 0,-16 48 2731 0 0,17-48-2648 0 0,0 1 0 0 0,0-1 0 0 0,0 1 0 0 0,0 0 0 0 0,0-1 1 0 0,1 1-1 0 0,0 0 0 0 0,0 5 0 0 0,0-8-140 0 0,3 1 18 0 0,-1-2-155 0 0,0 0 0 0 0,0 1 0 0 0,0-1 0 0 0,0 0 0 0 0,0 0 0 0 0,0-1 0 0 0,0 1 0 0 0,0 0 0 0 0,0-1 0 0 0,0 1 0 0 0,0-1 0 0 0,0 0 0 0 0,-1 1 0 0 0,1-1 0 0 0,0 0 0 0 0,0 0 0 0 0,-1 0 0 0 0,1-1 0 0 0,0 1 0 0 0,-1 0 0 0 0,1 0 0 0 0,1-3 0 0 0,5-3 1 0 0,19-14 87 0 0,18-13-948 0 0,1 1-1 0 0,71-37 0 0 0,-90 62 497 0 0,-26 8 386 0 0,-1 1 0 0 0,1-1 1 0 0,-1 0-1 0 0,1 0 0 0 0,0 0 0 0 0,-1 0 0 0 0,1 0 1 0 0,-1 1-1 0 0,1-1 0 0 0,-1 0 0 0 0,1 0 0 0 0,-1 1 1 0 0,1-1-1 0 0,-1 0 0 0 0,1 1 0 0 0,-1-1 0 0 0,1 1 1 0 0,-1-1-1 0 0,0 0 0 0 0,1 1 0 0 0,-1-1 0 0 0,1 1 0 0 0,-1-1 1 0 0,0 1-1 0 0,0-1 0 0 0,1 1 0 0 0,-1 0 0 0 0,0-1 1 0 0,0 1-1 0 0,0-1 0 0 0,0 1 0 0 0,1-1 0 0 0,-1 1 1 0 0,0 0-1 0 0,0-1 0 0 0,0 1 0 0 0,0-1 0 0 0,-1 1 1 0 0,1 0-1 0 0,0-1 0 0 0,0 1 0 0 0,0-1 0 0 0,0 1 1 0 0,0-1-1 0 0,-1 1 0 0 0,1 0 0 0 0,0-1 0 0 0,-1 1 0 0 0,1-1 1 0 0,-1 1-1 0 0,-11 87 1626 0 0,13-83-1648 0 0,-1 0 0 0 0,1 0 0 0 0,-1 0 0 0 0,1 0 0 0 0,1 1 0 0 0,-1-2 0 0 0,1 1 0 0 0,0 0 0 0 0,0 0 0 0 0,0 0 0 0 0,1-1 0 0 0,0 1 0 0 0,-1-1 0 0 0,2 0 0 0 0,-1 0 0 0 0,0 0 0 0 0,1 0 0 0 0,0-1 0 0 0,0 1 0 0 0,6 4 0 0 0,2-1-1 0 0,-2-3 0 0 0,10 0 0 0 0,-11-2-1396 0 0,11-1 3642 0 0,-13-1-4585 0 0,-2-1-4852 0 0,-35 6-12456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49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2 1308 0 0,'-58'-1'14502'0'0,"56"1"-13758"0"0,0 0 0 0 0,1 0-1 0 0,-1 0 1 0 0,0 0 0 0 0,1 1 0 0 0,-1-1-1 0 0,0 1 1 0 0,1-1 0 0 0,-1 1-1 0 0,1 0 1 0 0,-1-1 0 0 0,1 1 0 0 0,-1 0-1 0 0,1 0 1 0 0,-2 1 0 0 0,-16 24 3633 0 0,-7 42-4817 0 0,19-45 1560 0 0,1-8-1120 0 0,-3 8 0 0 0,1 0 0 0 0,1 1 0 0 0,1 0 0 0 0,2 0 0 0 0,-4 36 0 0 0,9-48 0 0 0,5 3 0 0 0,-1-2 0 0 0,1-7-119 0 0,-5-5-571 0 0,20-19-1954 0 0,-18 14 1961 0 0,0-1 1 0 0,0 1-1 0 0,0 0 1 0 0,0-1-1 0 0,-1 0 1 0 0,0 1-1 0 0,0-1 1 0 0,0 0-1 0 0,0 0 0 0 0,0-7 1 0 0,5-26-10043 0 0,-4 18 4496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0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93 1100 0 0,'-71'-29'18857'0'0,"78"27"-18339"0"0,76-17 787 0 0,1 3 1 0 0,1 4 0 0 0,141-2 0 0 0,-223 14-990 0 0,-3 0-283 0 0,1 0 1 0 0,-1 0-1 0 0,1 0 1 0 0,-1 1 0 0 0,1-1-1 0 0,-1 0 1 0 0,0 0-1 0 0,1 0 1 0 0,-1 1 0 0 0,1-1-1 0 0,-1 0 1 0 0,0 1-1 0 0,1-1 1 0 0,-1 0 0 0 0,0 1-1 0 0,1-1 1 0 0,-1 0-1 0 0,0 1 1 0 0,1-1-1 0 0,-1 0 1 0 0,0 1 0 0 0,0-1-1 0 0,0 1 1 0 0,1-1-1 0 0,-1 1 1 0 0,0-1 0 0 0,0 1-1 0 0,0-1 1 0 0,0 1-1 0 0,0-1 1 0 0,0 1 0 0 0,0-1-1 0 0,0 1 1 0 0,0-1-1 0 0,0 1 1 0 0,0-1 0 0 0,0 0-1 0 0,0 1 1 0 0,0-1-1 0 0,0 1 1 0 0,-1-1-1 0 0,1 1 1 0 0,0-1 0 0 0,0 1-1 0 0,0-1 1 0 0,-1 0-1 0 0,1 1 1 0 0,0-1 0 0 0,-1 1-1 0 0,1-1 1 0 0,0 0-1 0 0,-1 1 1 0 0,1-1 0 0 0,-1 0-1 0 0,1 0 1 0 0,0 1-1 0 0,-1-1 1 0 0,1 0-1 0 0,-1 0 1 0 0,1 0 0 0 0,-1 1-1 0 0,-29 21 1083 0 0,-45 16 924 0 0,53-28-1662 0 0,1 1 1 0 0,0 0 0 0 0,-37 29 0 0 0,49-32-379 0 0,9 3 0 0 0,1-9 0 0 0,1 0 0 0 0,-1 0 0 0 0,1-1 0 0 0,-1 1 0 0 0,1-1 0 0 0,0 1 0 0 0,-1-1 0 0 0,1 0 0 0 0,0 0 0 0 0,0 0 0 0 0,0 0 0 0 0,0 0 0 0 0,0 0 0 0 0,0 0 0 0 0,0-1 0 0 0,0 1 0 0 0,1-1 0 0 0,2 1 0 0 0,50 4 0 0 0,-32-3 0 0 0,38 4 0 0 0,50 6 0 0 0,-98-10 0 0 0,-1 1 0 0 0,0 1 0 0 0,0-1 0 0 0,-1 2 0 0 0,1-1 0 0 0,17 11 0 0 0,-29-14 0 0 0,1 0 0 0 0,0 0 0 0 0,0 0 0 0 0,-1 0 0 0 0,1 0 0 0 0,0 0 0 0 0,-1 0 0 0 0,1 0 0 0 0,-1 0 0 0 0,1 0 0 0 0,-1 0 0 0 0,0 0 0 0 0,1 0 0 0 0,-1 0 0 0 0,0 0 0 0 0,0 0 0 0 0,0 1 0 0 0,1-1 0 0 0,-2 0 0 0 0,1 0 0 0 0,0 0 0 0 0,0 0 0 0 0,0 0 0 0 0,0 1 0 0 0,-1-1 0 0 0,1 0 0 0 0,0 0 0 0 0,-1 0 0 0 0,1 0 0 0 0,-1 0 0 0 0,1 0 0 0 0,-1 0 0 0 0,0 0 0 0 0,0 1 0 0 0,0-1 0 0 0,-5 11 0 0 0,0 0 0 0 0,-1 0 0 0 0,0-1 0 0 0,-1 0 0 0 0,-1-1 0 0 0,1 0 0 0 0,-1 0 0 0 0,-1 0 0 0 0,-11 8 0 0 0,-14 9 0 0 0,-54 31 0 0 0,74-49 0 0 0,-1-1 0 0 0,0 0 0 0 0,0-2 0 0 0,-1 0 0 0 0,-30 7 0 0 0,32-11 0 0 0,12-2 0 0 0,1 0 0 0 0,0 0 0 0 0,-1-1 0 0 0,1 1 0 0 0,-1 0 0 0 0,1-1 0 0 0,0 0 0 0 0,-1 1 0 0 0,1-1 0 0 0,0 0 0 0 0,0 0 0 0 0,-4-2 0 0 0,-2-15 0 0 0,7 13 0 0 0,-2-7 0 0 0,2 0 0 0 0,0 1 0 0 0,-4 0 0 0 0,4 1 0 0 0,1 1-21 0 0,0 8-281 0 0,19 27-27002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0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1340 0 0,'0'0'23176'0'0,"-4"5"-22216"0"0,-69 68 2885 0 0,50-53-2984 0 0,1 1 1 0 0,2 2-1 0 0,-23 29 1 0 0,41-51-862 0 0,-1 16 0 0 0,3-16 0 0 0,0 1 0 0 0,0-1 0 0 0,1 1 0 0 0,-1-1 0 0 0,0 1 0 0 0,1-1 0 0 0,-1 1 0 0 0,1-1 0 0 0,0 1 0 0 0,-1-1 0 0 0,1 0 0 0 0,0 1 0 0 0,0-1 0 0 0,0 0 0 0 0,0 0 0 0 0,0 0 0 0 0,0 0 0 0 0,0 0 0 0 0,0 0 0 0 0,0 0 0 0 0,0 0 0 0 0,1 0 0 0 0,-1 0 0 0 0,0 0 0 0 0,1-1 0 0 0,-1 1 0 0 0,0-1 0 0 0,1 1 0 0 0,-1-1 0 0 0,1 1 0 0 0,-1-1 0 0 0,1 0 0 0 0,-1 0 0 0 0,1 0 0 0 0,-1 0 0 0 0,1 0 0 0 0,0 0 0 0 0,-1 0 0 0 0,1 0 0 0 0,1-1 0 0 0,0 1 0 0 0,71-3 0 0 0,0-3 0 0 0,77-18 0 0 0,-135 23 0 0 0,0-1 0 0 0,-5 2-7 0 0,-21 27-2696 0 0,3-15-7034 0 0,-1-4 1632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1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62 1160 0 0,'0'0'1655'0'0,"-11"3"2496"0"0,-2 2 9154 0 0,14-4-13024 0 0,1 0 0 0 0,-1-1 1 0 0,1 1-1 0 0,0-1 0 0 0,-1 1 1 0 0,1-1-1 0 0,0 1 0 0 0,0-1 1 0 0,-1 0-1 0 0,1 0 0 0 0,0 0 1 0 0,0 0-1 0 0,0 0 0 0 0,-1 0 0 0 0,1-1 1 0 0,0 1-1 0 0,-1-1 0 0 0,4 0 1 0 0,56-9 941 0 0,113-19 1715 0 0,-52 10-1006 0 0,-75 12-874 0 0,-41 4-1201 0 0,-5 3-694 0 0,2 4-3159 0 0,0 3 2991 0 0,18-14-13604 0 0,-13 0 7760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02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53 369 540 0 0,'0'0'2771'0'0,"2"-21"18896"0"0,-5 28-21375 0 0,-1 1 0 0 0,1 0-1 0 0,0 0 1 0 0,1 0 0 0 0,0 0-1 0 0,0 0 1 0 0,1 1 0 0 0,0-1-1 0 0,0 12 1 0 0,-9 47 876 0 0,6-47-803 0 0,0-1-1 0 0,-1 29 0 0 0,-5 23 503 0 0,10-51-358 0 0,3-6 711 0 0,12-37-1216 0 0,-2 0 0 0 0,0-1 0 0 0,10-30 0 0 0,22-41-5 0 0,-1 13 1 0 0,40-66 0 0 0,-69 126 0 0 0,0 1 0 0 0,2 1 0 0 0,0 0 0 0 0,31-27 0 0 0,-12 12 0 0 0,-19 18 0 0 0,0 0 0 0 0,1 1 0 0 0,28-18 0 0 0,-45 34 0 0 0,-1 0 0 0 0,0 0 0 0 0,0 0 0 0 0,0 0 0 0 0,0 0 0 0 0,0 0 0 0 0,0 0 0 0 0,0 0 0 0 0,0 1 0 0 0,0-1 0 0 0,0 0 0 0 0,0 0 0 0 0,0 0 0 0 0,0 0 0 0 0,0 0 0 0 0,0 0 0 0 0,0 0 0 0 0,0 1 0 0 0,0-1 0 0 0,0 0 0 0 0,0 0 0 0 0,0 0 0 0 0,0 0 0 0 0,1 0 0 0 0,-1 0 0 0 0,0 0 0 0 0,0 0 0 0 0,0 0 0 0 0,0 0 0 0 0,0 1 0 0 0,0-1 0 0 0,0 0 0 0 0,0 0 0 0 0,0 0 0 0 0,1 0 0 0 0,-1 0 0 0 0,0 0 0 0 0,0 0 0 0 0,0 0 0 0 0,0 0 0 0 0,0 0 0 0 0,0 0 0 0 0,0 0 0 0 0,1 0 0 0 0,-1 0 0 0 0,0 0 0 0 0,0 0 0 0 0,0 0 0 0 0,0 0 0 0 0,0 0 0 0 0,0 0 0 0 0,0 0 0 0 0,1 0 0 0 0,-1 0 0 0 0,0 0 0 0 0,-13 53 0 0 0,7-33 0 0 0,1 0 0 0 0,1 1 0 0 0,-2 34 0 0 0,5-15 0 0 0,0-13 0 0 0,0 1 0 0 0,2-1 0 0 0,2 1 0 0 0,0-1 0 0 0,1 1 0 0 0,2-1 0 0 0,10 30 0 0 0,9 26 0 0 0,-21-71-111 0 0,-3-9-523 0 0,-1 6-5213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03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72 1124 0 0,'-8'7'12093'0'0,"14"-3"-11678"0"0,0-1-1 0 0,1 0 1 0 0,-1 0-1 0 0,1-1 1 0 0,-1 1-1 0 0,1-1 1 0 0,0-1-1 0 0,0 1 1 0 0,0-1-1 0 0,0-1 1 0 0,0 1-1 0 0,0-1 1 0 0,9-1-1 0 0,21-2 1288 0 0,45-9 0 0 0,-57 8-1183 0 0,15-2 487 0 0,0-2-1 0 0,0-2 1 0 0,-1-2 0 0 0,45-19 0 0 0,-44 18 468 0 0,-39 12-1089 0 0,7-1 129 0 0,-5 1-392 0 0,-7 3 587 0 0,-121 46-6618 0 0,81-27-209 0 0,3 3-3981 0 0,26-15 5009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07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95 384 860 0 0,'0'0'17110'0'0,"-3"7"-16119"0"0,-3 10-197 0 0,-16 47 2382 0 0,-19 89 0 0 0,31-116-2276 0 0,0 10 278 0 0,9-41-948 0 0,-1 7 310 0 0,2-13-519 0 0,1 0-1 0 0,-1 0 0 0 0,0 0 1 0 0,0 0-1 0 0,0 0 1 0 0,0 0-1 0 0,0 0 1 0 0,0 0-1 0 0,0 0 1 0 0,0 0-1 0 0,0 0 0 0 0,0 0 1 0 0,1 0-1 0 0,-1 0 1 0 0,0 0-1 0 0,0 0 1 0 0,0 0-1 0 0,0 0 1 0 0,0 0-1 0 0,0 1 0 0 0,0-1 1 0 0,0 0-1 0 0,0 0 1 0 0,0 0-1 0 0,0 0 1 0 0,0 0-1 0 0,0 0 0 0 0,1 0 1 0 0,-1 0-1 0 0,0 0 1 0 0,0 0-1 0 0,0 0 1 0 0,0 0-1 0 0,0 1 1 0 0,0-1-1 0 0,0 0 0 0 0,0 0 1 0 0,0 0-1 0 0,0 0 1 0 0,0 0-1 0 0,0 0 1 0 0,0 0-1 0 0,0 0 1 0 0,0 0-1 0 0,0 1 0 0 0,0-1 1 0 0,0 0-1 0 0,0 0 1 0 0,0 0-1 0 0,0 0 1 0 0,-1 0-1 0 0,33-53 230 0 0,45-100 0 0 0,-70 138-263 0 0,106-222-386 0 0,-83 170 290 0 0,24-43-45 0 0,-39 72 72 0 0,-13 32 125 0 0,-1 1-1 0 0,1-1 1 0 0,1 1-1 0 0,-1 0 1 0 0,1 0-1 0 0,0 0 1 0 0,5-8-1 0 0,-7 13 42 0 0,2-7-10 0 0,-3 7-61 0 0,0 0 1 0 0,0 0 0 0 0,0 0 0 0 0,0 0 0 0 0,0 0 0 0 0,0 0 0 0 0,0 1 0 0 0,0-1 0 0 0,0 0 0 0 0,0 0 0 0 0,0 0 0 0 0,0 0-1 0 0,0 0 1 0 0,0 0 0 0 0,0 1 0 0 0,0-1 0 0 0,0 0 0 0 0,0 0 0 0 0,0 0 0 0 0,0 0 0 0 0,1 0 0 0 0,-1 0 0 0 0,0 0-1 0 0,0 1 1 0 0,0-1 0 0 0,0 0 0 0 0,0 0 0 0 0,0 0 0 0 0,0 0 0 0 0,0 0 0 0 0,0 0 0 0 0,1 0 0 0 0,-1 0 0 0 0,0 0 0 0 0,0 0-1 0 0,0 0 1 0 0,0 0 0 0 0,0 0 0 0 0,0 1 0 0 0,0-1 0 0 0,1 0 0 0 0,-1 0 0 0 0,0 0 0 0 0,0 0 0 0 0,0 0 0 0 0,0 0-1 0 0,0 0 1 0 0,0 0 0 0 0,1 0 0 0 0,-1-1 0 0 0,-3 66 449 0 0,1-38-167 0 0,0 1-1 0 0,3 0 1 0 0,4 43 0 0 0,31 67-139 0 0,-12-51-161 0 0,19 53 4 0 0,-31-94 0 0 0,-11-39 207 0 0,1 1-9426 0 0,-11-23-4524 0 0,-3 2 8115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07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49 592 0 0,'2'25'8001'0'0,"3"-21"-7447"0"0,1 0 0 0 0,-1-1 0 0 0,1 1 0 0 0,0-1 0 0 0,-1 0 0 0 0,1-1 0 0 0,1 1 0 0 0,-1-1 0 0 0,0-1 0 0 0,0 1 0 0 0,1-1 0 0 0,-1 0 0 0 0,1 0 0 0 0,-1-1 0 0 0,1 0 0 0 0,8 0 0 0 0,18-3 1124 0 0,64-12 0 0 0,-73 10-973 0 0,177-44 3053 0 0,-112 26-2616 0 0,-62 13-3061 0 0,-48 8-2237 0 0,-42 7-6753 0 0,38 0 5293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1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32 28 0 0,'0'0'6408'0'0,"12"-19"11668"0"0,-15 17-17859 0 0,-1 0 0 0 0,1 1 0 0 0,0-1 0 0 0,0 1 1 0 0,-1 0-1 0 0,1 0 0 0 0,0 0 0 0 0,-1 0 1 0 0,1 1-1 0 0,-1-1 0 0 0,1 1 0 0 0,-1 0 0 0 0,1 0 1 0 0,-1 0-1 0 0,1 1 0 0 0,-1-1 0 0 0,1 1 1 0 0,-1 0-1 0 0,1 0 0 0 0,-6 2 0 0 0,-10 4 408 0 0,0 0 1 0 0,-26 13-1 0 0,23-9-165 0 0,1 1 0 0 0,0 1 0 0 0,-29 24-1 0 0,46-34-460 0 0,0 1 1 0 0,-1 0-1 0 0,1 0 0 0 0,1 0 0 0 0,-1 0 0 0 0,1 1 0 0 0,-1 0 0 0 0,1-1 0 0 0,1 1 0 0 0,-1 0 0 0 0,1 0 0 0 0,0 1 0 0 0,0-1 0 0 0,0 0 0 0 0,1 1 0 0 0,-1-1 0 0 0,1 1 0 0 0,1 0 0 0 0,-1-1 0 0 0,1 1 0 0 0,1 7 0 0 0,-1-8 1 0 0,1-1 0 0 0,0 1 0 0 0,1 0 0 0 0,-1-1 0 0 0,1 1 0 0 0,0-1 0 0 0,0 0 0 0 0,0 0 0 0 0,1 0 0 0 0,-1 0 0 0 0,1 0 0 0 0,0 0 0 0 0,0 0 0 0 0,1-1 0 0 0,-1 0 0 0 0,5 4 0 0 0,0-2 0 0 0,0 1 0 0 0,0-1 0 0 0,1-1 0 0 0,0 0 0 0 0,0 0 0 0 0,0-1 0 0 0,15 4 0 0 0,9-1 0 0 0,1-1 0 0 0,0-2 0 0 0,50-1 0 0 0,1-2 0 0 0,-78-3 0 0 0,-23-5 0 0 0,5 5-57 0 0,9 3-476 0 0,23 8-17457 0 0,-17-5 15829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2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64 0 0,'0'0'21471'0'0,"0"5"-20505"0"0,-1 18-20 0 0,-1-16-383 0 0,2 0 1 0 0,-1 0-1 0 0,1 0 1 0 0,0 0-1 0 0,0-1 1 0 0,1 1-1 0 0,0 0 0 0 0,0 0 1 0 0,1 0-1 0 0,-1 0 1 0 0,5 9-1 0 0,-5-15-517 0 0,1 0 1 0 0,-1 0-1 0 0,0 0 0 0 0,0 0 0 0 0,1-1 0 0 0,-1 1 1 0 0,1 0-1 0 0,-1-1 0 0 0,1 1 0 0 0,-1-1 0 0 0,1 1 1 0 0,-1-1-1 0 0,1 0 0 0 0,0 1 0 0 0,-1-1 0 0 0,1 0 1 0 0,-1 0-1 0 0,1 0 0 0 0,0-1 0 0 0,-1 1 0 0 0,1 0 1 0 0,-1 0-1 0 0,1-1 0 0 0,-1 1 0 0 0,1-1 0 0 0,-1 0 1 0 0,1 1-1 0 0,-1-1 0 0 0,3-1 0 0 0,47-25-115 0 0,-50 27 75 0 0,24-17-286 0 0,-1 0 1 0 0,35-33-1 0 0,-58 49 350 0 0,-1 0-27 0 0,1 1 1 0 0,-1-1 0 0 0,1 0-1 0 0,-1 1 1 0 0,1-1-1 0 0,0 0 1 0 0,-1 1 0 0 0,1-1-1 0 0,0 1 1 0 0,-1-1-1 0 0,1 1 1 0 0,0 0-1 0 0,0-1 1 0 0,0 1 0 0 0,-1 0-1 0 0,1-1 1 0 0,0 1-1 0 0,0 0 1 0 0,0 0 0 0 0,0 0-1 0 0,-1 0 1 0 0,1 0-1 0 0,0 0 1 0 0,0 0 0 0 0,0 0-1 0 0,0 0 1 0 0,0 0-1 0 0,-1 0 1 0 0,1 0 0 0 0,0 1-1 0 0,0-1 1 0 0,0 0-1 0 0,0 1 1 0 0,-1-1 0 0 0,1 1-1 0 0,0-1 1 0 0,-1 1-1 0 0,1-1 1 0 0,0 1-1 0 0,-1-1 1 0 0,1 1 0 0 0,0 0-1 0 0,-1-1 1 0 0,1 1-1 0 0,0 1 1 0 0,83 79-44 0 0,-78-74 0 0 0,-2 0-177 0 0,-3-6-783 0 0,-1-33-25398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2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1776 0 0,'0'0'12451'0'0,"3"2"-11101"0"0,3 5-598 0 0,0-1 0 0 0,-1 1 0 0 0,0 0-1 0 0,0 0 1 0 0,-1 1 0 0 0,0 0 0 0 0,0-1-1 0 0,3 10 1 0 0,21 76 2681 0 0,-9-28-1764 0 0,-13-46-1250 0 0,16 41 577 0 0,-4-26-3446 0 0,-17-32 1470 0 0,1-22-7956 0 0,-1 3 6224 0 0,-5 2-1950 0 0,-2-1-470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2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0 424 0 0,'-21'2'1505'0'0,"17"-2"-878"0"0,1 0-1 0 0,-1 0 0 0 0,1 0 1 0 0,-1 0-1 0 0,0 1 1 0 0,1 0-1 0 0,-1-1 1 0 0,1 1-1 0 0,-1 1 0 0 0,1-1 1 0 0,-1 0-1 0 0,1 1 1 0 0,0 0-1 0 0,0-1 1 0 0,0 1-1 0 0,0 1 0 0 0,0-1 1 0 0,-3 3-1 0 0,5-3 655 0 0,33 27 4278 0 0,-19-25-5047 0 0,1-1-1 0 0,-1 0 1 0 0,1-1 0 0 0,0 0-1 0 0,0-1 1 0 0,-1 0 0 0 0,17-2-1 0 0,1-1-1075 0 0,0-2 1 0 0,37-9-1 0 0,-26-3-3606 0 0,-14 1-5247 0 0,-15 8 4083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3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4 472 0 0,'-4'-4'19885'0'0,"114"148"-9604"0"0,-103-137-9997 0 0,-7-6-287 0 0,1 0 1 0 0,0 0-1 0 0,0 1 1 0 0,1-1-1 0 0,-1 0 0 0 0,0 0 1 0 0,0 0-1 0 0,0 0 1 0 0,1 0-1 0 0,-1 0 0 0 0,1-1 1 0 0,-1 1-1 0 0,3 1 1 0 0,27-12-715 0 0,42-29-958 0 0,-54 27 1354 0 0,2 1-1 0 0,28-11 1 0 0,-49 21 383 0 0,1 1 0 0 0,-1 0 1 0 0,1-1-1 0 0,-1 1 0 0 0,1-1 0 0 0,-1 1 0 0 0,1 0 1 0 0,-1 0-1 0 0,1-1 0 0 0,-1 1 0 0 0,1 0 1 0 0,0 0-1 0 0,-1 0 0 0 0,1 0 0 0 0,-1-1 0 0 0,1 1 1 0 0,0 0-1 0 0,-1 0 0 0 0,1 0 0 0 0,0 0 1 0 0,-1 0-1 0 0,1 1 0 0 0,-1-1 0 0 0,1 0 0 0 0,0 0 1 0 0,-1 0-1 0 0,1 0 0 0 0,-1 1 0 0 0,1-1 1 0 0,-1 0-1 0 0,1 1 0 0 0,-1-1 0 0 0,1 0 0 0 0,-1 1 1 0 0,1-1-1 0 0,-1 1 0 0 0,1-1 0 0 0,-1 0 1 0 0,0 1-1 0 0,1-1 0 0 0,-1 1 0 0 0,0-1 0 0 0,1 1 1 0 0,-1 0-1 0 0,0-1 0 0 0,0 1 0 0 0,1-1 1 0 0,-1 1-1 0 0,0-1 0 0 0,0 1 0 0 0,0 0 0 0 0,0-1 1 0 0,0 1-1 0 0,0 0 0 0 0,0-1 0 0 0,0 1 1 0 0,0-1-1 0 0,0 2 0 0 0,3 13 23 0 0,-1-9-12 0 0,1 0 0 0 0,-1 1 0 0 0,1-1 0 0 0,0 0 0 0 0,1 0-1 0 0,0-1 1 0 0,0 1 0 0 0,0-1 0 0 0,0 0 0 0 0,1 0 0 0 0,0 0 0 0 0,0-1 0 0 0,9 7 0 0 0,24 16-3720 0 0,-15-11-1668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09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46 579 1064 0 0,'-3'5'13213'0'0,"-11"14"-10402"0"0,-10 42 1782 0 0,20-44-2311 0 0,13-39-1725 0 0,12-35-179 0 0,61-197 404 0 0,-60 177-524 0 0,56-128 0 0 0,-74 195-218 0 0,-1 5 62 0 0,-1 0 0 0 0,0 0 0 0 0,0 1 0 0 0,-1-1 0 0 0,1 0 0 0 0,-1-1 0 0 0,0-5 0 0 0,-1 10 64 0 0,3-8 0 0 0,-3 9-150 0 0,0 1-1 0 0,0-1 1 0 0,0 0 0 0 0,0 0 0 0 0,0 0-1 0 0,0 0 1 0 0,0 0 0 0 0,0 1 0 0 0,0-1-1 0 0,0 0 1 0 0,1 0 0 0 0,-1 0 0 0 0,0 0-1 0 0,0 0 1 0 0,0 1 0 0 0,0-1 0 0 0,0 0-1 0 0,0 0 1 0 0,0 0 0 0 0,0 0 0 0 0,0 0-1 0 0,1 0 1 0 0,-1 0 0 0 0,0 0 0 0 0,0 0 0 0 0,0 1-1 0 0,0-1 1 0 0,0 0 0 0 0,1 0 0 0 0,-1 0-1 0 0,0 0 1 0 0,0 0 0 0 0,0 0 0 0 0,0 0-1 0 0,0 0 1 0 0,1 0 0 0 0,-1 0 0 0 0,0 0-1 0 0,0 0 1 0 0,0 0 0 0 0,0 0 0 0 0,1 0-1 0 0,-1 0 1 0 0,0 0 0 0 0,0 0 0 0 0,0 0-1 0 0,0-1 1 0 0,0 1 0 0 0,0 0 0 0 0,1 0-1 0 0,-1 0 1 0 0,0 0 0 0 0,0 0 0 0 0,0 0-1 0 0,0 0 1 0 0,0 0 0 0 0,0-1 0 0 0,0 1-1 0 0,1 0 1 0 0,-1 0 0 0 0,0 0 0 0 0,0 0-1 0 0,0 0 1 0 0,0 0 0 0 0,0-1 0 0 0,0 1-1 0 0,0 0 1 0 0,17 46 565 0 0,-3 1 0 0 0,17 94-1 0 0,-3-9 63 0 0,7 54 208 0 0,-32-170-784 0 0,-3-9-23 0 0,1-1 0 0 0,0 0 0 0 0,0 1 0 0 0,1-1 0 0 0,4 12 0 0 0,-5-16-48 0 0,1-9-1002 0 0,-1 0-1 0 0,0 0 1 0 0,-1 0-1 0 0,1 0 1 0 0,-1 0-1 0 0,-1 0 1 0 0,1 0-1 0 0,-1 1 1 0 0,-1-1-1 0 0,1 0 1 0 0,-1 0-1 0 0,-3-6 1 0 0,1 3-816 0 0,-5-9-5718 0 0,-1 7 2156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09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44 608 0 0,'0'0'6417'0'0,"8"0"-5275"0"0,111-14 2812 0 0,140-11-791 0 0,-188 21-6098 0 0,-65 13-3178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4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0 380 0 0,'0'0'19784'0'0,"-2"5"-18404"0"0,-31 71 2342 0 0,22-54-2749 0 0,1 1 1 0 0,1 0 0 0 0,0 1 0 0 0,-8 43 0 0 0,11-32-243 0 0,4-27-560 0 0,0 0 0 0 0,0-1 1 0 0,1 1-1 0 0,1 0 0 0 0,-1-1 1 0 0,1 1-1 0 0,0 0 0 0 0,3 11 1 0 0,-2-2-243 0 0,-1-15-38 0 0,0 0 0 0 0,0-1 0 0 0,0 1 0 0 0,0 0 0 0 0,1-1 0 0 0,-1 1 1 0 0,0 0-1 0 0,1-1 0 0 0,-1 1 0 0 0,1-1 0 0 0,-1 1 0 0 0,1-1 0 0 0,0 1 0 0 0,-1-1 0 0 0,1 1 0 0 0,0-1 0 0 0,2 2 0 0 0,-2-2-703 0 0,13-18-3889 0 0,-13 16 4518 0 0,1 0 0 0 0,-1 0 0 0 0,0 0 0 0 0,0-1 0 0 0,0 1 0 0 0,0 0 0 0 0,0 0 0 0 0,0-1 0 0 0,0 1 0 0 0,0 0 0 0 0,0-1 0 0 0,0 1 0 0 0,-1-1 0 0 0,1 1 0 0 0,-1-1 0 0 0,1 1 0 0 0,-1-1 0 0 0,0 1 0 0 0,1-1 0 0 0,-1-3 0 0 0,4-31-10200 0 0,-3 18 4402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5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24 118 1164 0 0,'-19'-20'7378'0'0,"15"11"-1080"0"0,6 7-6118 0 0,0 0-1 0 0,0 0 1 0 0,0 0-1 0 0,0 1 1 0 0,0-1 0 0 0,0 1-1 0 0,0-1 1 0 0,1 1-1 0 0,-1-1 1 0 0,1 1 0 0 0,-1 0-1 0 0,1 0 1 0 0,0 1-1 0 0,-1-1 1 0 0,1 0 0 0 0,0 1-1 0 0,2-1 1 0 0,69-10 1477 0 0,-46 7-1250 0 0,59-13 534 0 0,-31 5 261 0 0,0 3 0 0 0,78-3 0 0 0,-132 12 1206 0 0,-7 4-1931 0 0,-9 5-60 0 0,1-1 0 0 0,-1 0 0 0 0,-1-1 0 0 0,0-1 0 0 0,-16 6 0 0 0,6-3 481 0 0,0 2 1 0 0,-34 19 0 0 0,50-22-899 0 0,10 3 0 0 0,2-8 0 0 0,-1 0 0 0 0,2-1 0 0 0,-1 0 0 0 0,0 1 0 0 0,0-1 0 0 0,1 0 0 0 0,-1-1 0 0 0,1 1 0 0 0,-1-1 0 0 0,1 1 0 0 0,0-1 0 0 0,0 0 0 0 0,5 0 0 0 0,64 10 0 0 0,-40-8 0 0 0,-11 1 0 0 0,0 0 0 0 0,-1 2 0 0 0,31 11 0 0 0,-45-15 0 0 0,0 1 0 0 0,0 1 0 0 0,-1-1 0 0 0,1 1 0 0 0,-1 0 0 0 0,1 1 0 0 0,-1 0 0 0 0,-1 0 0 0 0,1 0 0 0 0,-1 0 0 0 0,0 1 0 0 0,0 0 0 0 0,7 10 0 0 0,-12-14 0 0 0,1 0 0 0 0,-1 1 0 0 0,0-1 0 0 0,0 0 0 0 0,0 0 0 0 0,0 0 0 0 0,0 1 0 0 0,0-1 0 0 0,0 0 0 0 0,-1 0 0 0 0,1 0 0 0 0,-1 0 0 0 0,1 1 0 0 0,-1-1 0 0 0,0 0 0 0 0,0 0 0 0 0,-2 3 0 0 0,-3 3 0 0 0,0-1 0 0 0,-1 0 0 0 0,0 0 0 0 0,0-1 0 0 0,0 0 0 0 0,-1 0 0 0 0,0-1 0 0 0,0 0 0 0 0,0 0 0 0 0,-1-1 0 0 0,1 0 0 0 0,-1 0 0 0 0,-11 2 0 0 0,-11 3 0 0 0,0-2 0 0 0,0-2 0 0 0,-33 3 0 0 0,49-8 0 0 0,0 2 0 0 0,2-1-41 0 0,10-1-344 0 0,10-3-774 0 0,130-60-6883 0 0,-74 36 3213 0 0,-2-1-3774 0 0,-27 11 3143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5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0 1008 0 0,'0'0'21901'0'0,"-4"5"-20691"0"0,-59 85 4538 0 0,50-68-5334 0 0,0-1 0 0 0,-2-1 1 0 0,0 0-1 0 0,-1-1 0 0 0,-1-1 1 0 0,-22 18-1 0 0,34-32-414 0 0,-2 2 0 0 0,-6 15 0 0 0,13-11 0 0 0,17-3 0 0 0,-5-4 0 0 0,0-1 0 0 0,0 0 0 0 0,1-1 0 0 0,-1 0 0 0 0,20-2 0 0 0,9 1 0 0 0,292 15 0 0 0,-318-14-32 0 0,-12 0-345 0 0,-41 5-26452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7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29 416 0 0,'15'-14'28272'0'0,"-20"12"-28106"0"0,-1-1 0 0 0,0 1-1 0 0,0 0 1 0 0,1 1 0 0 0,-1 0 0 0 0,0-1 0 0 0,0 2-1 0 0,-1-1 1 0 0,1 1 0 0 0,0 0 0 0 0,0 0 0 0 0,0 1 0 0 0,0-1-1 0 0,0 1 1 0 0,0 1 0 0 0,0-1 0 0 0,0 1 0 0 0,1 0-1 0 0,-11 5 1 0 0,15-6-148 0 0,-38 19 384 0 0,-43 30 1 0 0,70-41-410 0 0,0 0-1 0 0,1 1 1 0 0,0 0-1 0 0,1 0 1 0 0,0 1-1 0 0,1 1 1 0 0,-12 18-1 0 0,15-20 8 0 0,0 0 0 0 0,1 1 0 0 0,0 0 0 0 0,0 0 0 0 0,1 0 0 0 0,1 1 0 0 0,-4 17 0 0 0,6-23 0 0 0,1-1 0 0 0,0 1 0 0 0,0-1 0 0 0,0 1 0 0 0,1-1 0 0 0,-1 1 0 0 0,1-1 0 0 0,1 0 0 0 0,-1 1 0 0 0,1-1 0 0 0,0 0 0 0 0,0 0 0 0 0,0 0 0 0 0,1 0 0 0 0,0 0 0 0 0,0-1 0 0 0,0 1 0 0 0,7 7 0 0 0,-3-5 0 0 0,-1-1 0 0 0,1 1 0 0 0,1-1 0 0 0,-1 0 0 0 0,1-1 0 0 0,0 0 0 0 0,0 0 0 0 0,0-1 0 0 0,12 5 0 0 0,4-2 0 0 0,0-1 0 0 0,37 4 0 0 0,46 9 0 0 0,-130-18-284 0 0,16-2-1176 0 0,7-2-1763 0 0,2-16-9469 0 0,2 12 9718 0 0,1-5-3848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8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11 708 0 0,'-2'-1'6576'0'0,"-20"-8"-1191"0"0,15 9-327 0 0,-1 4-4088 0 0,-61 35 5098 0 0,47-25-4552 0 0,1 0-1 0 0,-37 33 1 0 0,48-38-1171 0 0,0 1 1 0 0,1 1-1 0 0,0-1 1 0 0,1 2-1 0 0,0-1 0 0 0,1 1 1 0 0,0 0-1 0 0,-9 22 0 0 0,15-30-334 0 0,-1 0-1 0 0,1 0 1 0 0,0 0-1 0 0,0 0 1 0 0,1 0-1 0 0,-1 0 1 0 0,1 1-1 0 0,-1-1 1 0 0,2 0-1 0 0,-1 0 1 0 0,0 0-1 0 0,1 1 1 0 0,-1-1-1 0 0,1 0 1 0 0,0 0-1 0 0,1 0 1 0 0,-1 0-1 0 0,1 0 1 0 0,0-1-1 0 0,0 1 1 0 0,0 0-1 0 0,0-1 1 0 0,0 1-1 0 0,1-1 1 0 0,0 0-1 0 0,0 0 1 0 0,0 0-1 0 0,0 0 1 0 0,0 0-1 0 0,0-1 1 0 0,1 1-1 0 0,3 1 1 0 0,3 1-11 0 0,0 0 0 0 0,0-1 0 0 0,1-1 0 0 0,-1 0 0 0 0,1 0 0 0 0,-1-1 0 0 0,1-1 0 0 0,0 1 0 0 0,0-2 0 0 0,-1 1 0 0 0,13-2 0 0 0,20-3 0 0 0,57-11 0 0 0,-90 13 0 0 0,76-17 0 0 0,-75 14 0 0 0,-11 5 0 0 0,0 0 0 0 0,0 0 0 0 0,0 0 0 0 0,0 0 0 0 0,0 0 0 0 0,1 0 0 0 0,-1 0 0 0 0,0 0 0 0 0,0-1 0 0 0,0 1 0 0 0,0 0 0 0 0,0 0 0 0 0,1 0 0 0 0,-1 0 0 0 0,0 0 0 0 0,0 0 0 0 0,0-1 0 0 0,0 1 0 0 0,0 0 0 0 0,0 0 0 0 0,0 0 0 0 0,0 0 0 0 0,0-1 0 0 0,0 1 0 0 0,0 0 0 0 0,0 0 0 0 0,0 0 0 0 0,0 0 0 0 0,0-1 0 0 0,0 1 0 0 0,0 0 0 0 0,0 0 0 0 0,0 0 0 0 0,0 0 0 0 0,0-1 0 0 0,0 1 0 0 0,0 0 0 0 0,0 0 0 0 0,0 0 0 0 0,0 0 0 0 0,0-1 0 0 0,0 1 0 0 0,0 0 0 0 0,-1 0 0 0 0,1 0 0 0 0,0 0 0 0 0,0 0 0 0 0,0-1 0 0 0,-18-7 0 0 0,-1 7 0 0 0,3 3 0 0 0,3 0 0 0 0,1 2 0 0 0,3-1-69 0 0,7-2-349 0 0,31 1-21072 0 0,-23-1 15424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8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1000 0 0,'0'0'11568'0'0,"0"4"-10373"0"0,4 16 717 0 0,-2 0-1 0 0,0 0 1 0 0,-1 1-1 0 0,-1-1 1 0 0,-5 39-1 0 0,1 31 1191 0 0,4-91-3216 0 0,0 1 0 0 0,0 0 0 0 0,0 0 0 0 0,1 0 0 0 0,-1 0 1 0 0,0 0-1 0 0,0 0 0 0 0,0 0 0 0 0,1-1 0 0 0,-1 1 0 0 0,0 0 0 0 0,0 0 0 0 0,0 0 0 0 0,1 0 0 0 0,-1 0 0 0 0,0 0 1 0 0,0 0-1 0 0,1 0 0 0 0,-1 0 0 0 0,0 0 0 0 0,0 0 0 0 0,1 0 0 0 0,-1 0 0 0 0,0 0 0 0 0,0 0 0 0 0,0 1 1 0 0,1-1-1 0 0,-1 0 0 0 0,0 0 0 0 0,0 0 0 0 0,0 0 0 0 0,1 0 0 0 0,-1 0 0 0 0,0 1 0 0 0,0-1 0 0 0,0 0 1 0 0,0 0-1 0 0,1 0 0 0 0,-1 0 0 0 0,0 1 0 0 0,0-1 0 0 0,0 0 0 0 0,0 0 0 0 0,0 0 0 0 0,0 1 0 0 0,0-1 1 0 0,0 0-1 0 0,1 0 0 0 0,-1 0 0 0 0,0 1 0 0 0,0-1 0 0 0,0 1 0 0 0,1-3-252 0 0,-1 1 0 0 0,1-1 1 0 0,0 1-1 0 0,0-1 0 0 0,-1 1 0 0 0,1-1 0 0 0,-1 0 1 0 0,1 1-1 0 0,-1-1 0 0 0,0 0 0 0 0,0 1 0 0 0,0-1 0 0 0,0-2 1 0 0,-4-10-2611 0 0,-1-1-2556 0 0,3 4 656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8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 1224 0 0,'-15'-2'3514'0'0,"2"5"966"0"0,13 3 891 0 0,10 3-1664 0 0,8-1-4221 0 0,-1-3 1071 0 0,1 0 0 0 0,0-1 1 0 0,1-1-1 0 0,-1-1 1 0 0,1-1-1 0 0,32-1 0 0 0,1-1-2671 0 0,-49 1 1325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11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26 480 920 0 0,'0'0'5995'0'0,"-13"9"3250"0"0,10 2-8318 0 0,0 1 1 0 0,1-1-1 0 0,0 1 0 0 0,1-1 1 0 0,0 1-1 0 0,1 0 0 0 0,0 0 1 0 0,3 21-1 0 0,0 22 2290 0 0,7-20-1246 0 0,30-137-2106 0 0,40-113-420 0 0,21-52-417 0 0,-83 211 687 0 0,-15 45 220 0 0,0 0 0 0 0,1 0 1 0 0,0 1-1 0 0,6-11 0 0 0,21 179 2810 0 0,-15-83-2095 0 0,3 0 0 0 0,4 0-1 0 0,56 123 1 0 0,-69-177 1260 0 0,-4-1-7751 0 0,-12-15-1115 0 0,-12-11 3816 0 0,-10-8-6142 0 0,10 9 3964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11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24 340 0 0,'-2'-6'10805'0'0,"191"-10"-2470"0"0,-133 14-8030 0 0,78 7 0 0 0,-125-2-600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12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29 640 0 0,'-15'1'-80'0'0,"-4"-7"19117"0"0,32-5-18114 0 0,-8 9-701 0 0,0 0 1 0 0,0 0 0 0 0,0 1-1 0 0,0-1 1 0 0,0 1-1 0 0,0 0 1 0 0,0 0 0 0 0,1 1-1 0 0,-1-1 1 0 0,0 1-1 0 0,0 1 1 0 0,1-1 0 0 0,8 2-1 0 0,68 19 1247 0 0,-75-19-1328 0 0,14 6 123 0 0,0 0 1 0 0,-1 1-1 0 0,0 1 1 0 0,0 1-1 0 0,-1 1 1 0 0,-1 0-1 0 0,0 2 1 0 0,0 0-1 0 0,-2 1 1 0 0,0 0-1 0 0,19 24 1 0 0,-23-24-107 0 0,-1 1 1 0 0,0 0-1 0 0,-2 0 1 0 0,1 1-1 0 0,-2 0 1 0 0,0 1-1 0 0,-2 0 0 0 0,1 0 1 0 0,-2 0-1 0 0,-1 1 1 0 0,0 0-1 0 0,-1 0 1 0 0,0 29-1 0 0,-4-39-21 0 0,-1 0 1 0 0,0 0-1 0 0,0 0 0 0 0,-1 0 0 0 0,0 0 0 0 0,0-1 1 0 0,-1 1-1 0 0,0-1 0 0 0,-1 0 0 0 0,0-1 1 0 0,0 1-1 0 0,0-1 0 0 0,-8 8 0 0 0,-6 11 71 0 0,17-24-208 0 0,0 1 0 0 0,0 0 0 0 0,-1-1 0 0 0,1 0 0 0 0,0 1 0 0 0,-1-1 0 0 0,0 0 0 0 0,1 0 0 0 0,-1 0 0 0 0,0-1 0 0 0,0 1 0 0 0,0-1 0 0 0,0 0 0 0 0,-5 2 0 0 0,3-1 0 0 0,-6 1 0 0 0,0-9 0 0 0,5-5 0 0 0,6-4-45 0 0,3 10-455 0 0,-1 0 0 0 0,1 1 0 0 0,-1-1 0 0 0,1 1 1 0 0,1 0-1 0 0,-1 0 0 0 0,0 0 0 0 0,1 1 0 0 0,0-1 0 0 0,0 1 1 0 0,0-1-1 0 0,0 2 0 0 0,1-1 0 0 0,6-4 0 0 0,44-13-14520 0 0,-39 16 9280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12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4 144 0 0,'-10'-1'15490'0'0,"7"7"-14999"0"0,0 1 0 0 0,0 0 0 0 0,1 0 0 0 0,0 0 1 0 0,0 0-1 0 0,0 0 0 0 0,1 0 0 0 0,0 1 0 0 0,1-1 0 0 0,-1 0 0 0 0,1 1 0 0 0,1-1 0 0 0,-1 0 0 0 0,1 1 0 0 0,3 7 0 0 0,-4-12-316 0 0,1 0 0 0 0,0 1-1 0 0,0-1 1 0 0,0 0 0 0 0,1 0-1 0 0,-1 1 1 0 0,1-1 0 0 0,-1 0-1 0 0,1-1 1 0 0,0 1 0 0 0,0 0-1 0 0,1 0 1 0 0,-1-1 0 0 0,0 0-1 0 0,1 1 1 0 0,0-1-1 0 0,3 2 1 0 0,-4-3-150 0 0,0 0 1 0 0,1 0-1 0 0,-1 0 1 0 0,0-1-1 0 0,1 1 0 0 0,-1-1 1 0 0,1 1-1 0 0,-1-1 0 0 0,0 0 1 0 0,1 0-1 0 0,-1 0 0 0 0,1-1 1 0 0,-1 1-1 0 0,0 0 1 0 0,1-1-1 0 0,-1 0 0 0 0,0 1 1 0 0,1-1-1 0 0,-1 0 0 0 0,0 0 1 0 0,0-1-1 0 0,0 1 0 0 0,0 0 1 0 0,0-1-1 0 0,2-1 1 0 0,31-25-562 0 0,-2-2 1 0 0,36-43 0 0 0,-35 36 424 0 0,-33 37 158 0 0,-1 0-1 0 0,0 0 1 0 0,0 0 0 0 0,1 0 0 0 0,-1 0 0 0 0,0 0 0 0 0,1 0 0 0 0,-1 0 0 0 0,0-1 0 0 0,1 1 0 0 0,-1 0 0 0 0,0 1-1 0 0,1-1 1 0 0,-1 0 0 0 0,0 0 0 0 0,1 0 0 0 0,-1 0 0 0 0,0 0 0 0 0,1 0 0 0 0,-1 0 0 0 0,0 0 0 0 0,1 1-1 0 0,-1-1 1 0 0,0 0 0 0 0,1 0 0 0 0,-1 0 0 0 0,0 1 0 0 0,0-1 0 0 0,1 0 0 0 0,-1 0 0 0 0,0 0 0 0 0,0 1-1 0 0,0-1 1 0 0,1 0 0 0 0,-1 1 0 0 0,0-1 0 0 0,0 0 0 0 0,0 1 0 0 0,0-1 0 0 0,0 0 0 0 0,0 1 0 0 0,0-1-1 0 0,1 0 1 0 0,-1 1 0 0 0,11 25 222 0 0,-2-5 353 0 0,5-1-239 0 0,1-1 0 0 0,0 0 0 0 0,1 0 1 0 0,1-2-1 0 0,33 27 0 0 0,-6-12 269 0 0,70 39 0 0 0,-82-57-440 0 0,38 12 161 0 0,-61-23-382 0 0,-7-2-143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16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19 196 280 0 0,'0'-4'910'0'0,"0"1"0"0"0,0 0 0 0 0,-1-1 0 0 0,1 1 0 0 0,-1-1 1 0 0,0 1-1 0 0,0 0 0 0 0,0 0 0 0 0,0-1 0 0 0,-3-4 0 0 0,3 7-345 0 0,0 0 0 0 0,0 0 0 0 0,1 0-1 0 0,-1 0 1 0 0,0 0 0 0 0,1 0 0 0 0,-1 0 0 0 0,1 0 0 0 0,-1 0 0 0 0,1 0 0 0 0,0 0-1 0 0,-1 0 1 0 0,1 0 0 0 0,0 0 0 0 0,0-1 0 0 0,0 1 0 0 0,0-2 0 0 0,10-10 3791 0 0,32-1-3340 0 0,-32 12-436 0 0,375-77 3330 0 0,-345 74-2746 0 0,60-1-1 0 0,-100 7-1079 0 0,-1 1-82 0 0,0 0 0 0 0,0 0 0 0 0,0-1 0 0 0,0 1-1 0 0,0-1 1 0 0,0 1 0 0 0,-1-1 0 0 0,1 1 0 0 0,0-1 0 0 0,-1 1 0 0 0,1-1 0 0 0,-1 0 0 0 0,1 0 0 0 0,-1 0 0 0 0,0 0 0 0 0,0 0 0 0 0,-2 1 0 0 0,-7 2-2 0 0,6 0-171 0 0,4-3-802 0 0,12-32-17975 0 0,-3 12 11822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43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78 9481 0 0,'-5'-13'-116'0'0,"-2"-1"-428"0"0,-5 1-712 0 0,-1-1-8 0 0,-6 3-1365 0 0,-6-1 605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36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 1260 0 0,'6'-55'8504'0'0,"1"40"-6329"0"0,2 2-421 0 0,-7 12-1227 0 0,-2 0-380 0 0,1 0 1 0 0,-1 0-1 0 0,1 0 0 0 0,-1 1 0 0 0,1-1 1 0 0,0 0-1 0 0,-1 0 0 0 0,1 1 1 0 0,0-1-1 0 0,-1 1 0 0 0,1-1 1 0 0,0 1-1 0 0,0-1 0 0 0,0 1 0 0 0,-1-1 1 0 0,1 1-1 0 0,0-1 0 0 0,0 1 1 0 0,0 0-1 0 0,0 0 0 0 0,0-1 1 0 0,0 1-1 0 0,0 0 0 0 0,0 0 0 0 0,0 0 1 0 0,1 0-1 0 0,2 10 93 0 0,0 0-1 0 0,0 0 1 0 0,-1 0 0 0 0,0 0-1 0 0,-1 1 1 0 0,0-1 0 0 0,-1 1-1 0 0,1 18 1 0 0,8 45 410 0 0,10 51 177 0 0,-12-101-680 0 0,0 6 132 0 0,-8-30-277 0 0,0 0 0 0 0,0 0 1 0 0,0-1-1 0 0,0 1 0 0 0,0 0 1 0 0,1 0-1 0 0,-1 0 0 0 0,0 0 1 0 0,0-1-1 0 0,0 1 0 0 0,0 0 0 0 0,1 0 1 0 0,-1 0-1 0 0,0 0 0 0 0,0 0 1 0 0,0 0-1 0 0,0-1 0 0 0,1 1 1 0 0,-1 0-1 0 0,0 0 0 0 0,0 0 1 0 0,1 0-1 0 0,-1 0 0 0 0,0 0 0 0 0,0 0 1 0 0,0 0-1 0 0,1 0 0 0 0,-1 0 1 0 0,0 0-1 0 0,0 0 0 0 0,1 0 1 0 0,-1 0-1 0 0,0 0 0 0 0,0 0 1 0 0,0 0-1 0 0,1 0 0 0 0,-1 1 1 0 0,0-1-1 0 0,0 0 0 0 0,0 0 0 0 0,1 0 1 0 0,-1 0-1 0 0,0 0 0 0 0,0 0 1 0 0,0 1-1 0 0,0-1 0 0 0,0 0 1 0 0,1 0-1 0 0,-1 0 0 0 0,0 0 1 0 0,0 1-1 0 0,0-1 0 0 0,0 0 0 0 0,0 0 1 0 0,0 0-1 0 0,0 1 0 0 0,0-1 1 0 0,1 0-1 0 0,-1 0 0 0 0,0 1 1 0 0,9-25-356 0 0,-9 1-2004 0 0,0 18-1907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37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6 528 0 0,'-20'-6'5759'0'0,"8"6"1856"0"0,12 1-7544 0 0,19 11 402 0 0,1-1 1 0 0,0 0-1 0 0,1-1 0 0 0,0-1 0 0 0,0-1 0 0 0,44 9 0 0 0,147 19 800 0 0,-177-32-997 0 0,206 16 1375 0 0,-233-20-1566 0 0,-1 0 1 0 0,1 0-1 0 0,-1-1 1 0 0,1 0-1 0 0,-1 0 1 0 0,1-1 0 0 0,-1 0-1 0 0,13-5 1 0 0,-18 7-77 0 0,-1-1 1 0 0,1 1-1 0 0,-1-1 1 0 0,1 0-1 0 0,-1 1 1 0 0,1-1-1 0 0,-1 0 1 0 0,1 0 0 0 0,-1 0-1 0 0,0 0 1 0 0,1 0-1 0 0,-1 0 1 0 0,0-1-1 0 0,0 1 1 0 0,0 0-1 0 0,0-1 1 0 0,0 1-1 0 0,0-1 1 0 0,-1 1-1 0 0,1-1 1 0 0,0 1-1 0 0,-1-1 1 0 0,1 1-1 0 0,-1-1 1 0 0,1 0-1 0 0,-1 1 1 0 0,0-1-1 0 0,0 0 1 0 0,0 1 0 0 0,0-1-1 0 0,0 0 1 0 0,0 1-1 0 0,0-1 1 0 0,0 0-1 0 0,-1 1 1 0 0,1-1-1 0 0,-1 0 1 0 0,1 1-1 0 0,-1-1 1 0 0,0 1-1 0 0,1-1 1 0 0,-1 1-1 0 0,0-1 1 0 0,-1-1-1 0 0,1 2-112 0 0,-1-1-1 0 0,1 0 0 0 0,-1 1 1 0 0,1-1-1 0 0,-1 1 0 0 0,1-1 0 0 0,-1 1 1 0 0,0 0-1 0 0,0 0 0 0 0,0 0 1 0 0,0 0-1 0 0,0 0 0 0 0,0 0 1 0 0,0 0-1 0 0,0 1 0 0 0,0-1 0 0 0,0 1 1 0 0,0-1-1 0 0,0 1 0 0 0,0 0 1 0 0,-1 0-1 0 0,-2 0 0 0 0,-22 3-3237 0 0,4 3-4012 0 0,21-5 6562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37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25 188 1372 0 0,'0'0'13231'0'0,"-11"25"-10891"0"0,5 9-363 0 0,-1 61 0 0 0,7-92-1849 0 0,0 0 0 0 0,0 1 0 0 0,0-1 0 0 0,1 1 0 0 0,0-1 0 0 0,-1 0 0 0 0,1 0-1 0 0,1 1 1 0 0,1 4 0 0 0,5-4 610 0 0,2-17-485 0 0,-2-10-183 0 0,-2 0 1 0 0,0 1-1 0 0,4-43 0 0 0,-8 43-67 0 0,1 0-1 0 0,1 1 0 0 0,2-1 0 0 0,9-26 1 0 0,-12 42-9 0 0,0-1 1 0 0,1 1-1 0 0,-1 0 1 0 0,1 0-1 0 0,0 1 1 0 0,1-1-1 0 0,-1 1 1 0 0,1 0-1 0 0,0 0 1 0 0,1 0-1 0 0,-1 1 1 0 0,1 0-1 0 0,0 0 1 0 0,0 0-1 0 0,0 1 1 0 0,0 0-1 0 0,12-4 1 0 0,-9 4 27 0 0,0 1 1 0 0,1 0 0 0 0,-1 0-1 0 0,1 1 1 0 0,-1 0 0 0 0,1 1-1 0 0,-1 0 1 0 0,1 0-1 0 0,-1 1 1 0 0,1 1 0 0 0,-1-1-1 0 0,1 2 1 0 0,-1-1-1 0 0,0 1 1 0 0,0 0 0 0 0,0 1-1 0 0,-1 0 1 0 0,1 1 0 0 0,-1 0-1 0 0,0 0 1 0 0,0 0-1 0 0,-1 1 1 0 0,1 0 0 0 0,-1 1-1 0 0,-1 0 1 0 0,1 0 0 0 0,6 10-1 0 0,29 42 1570 0 0,-41-57-1287 0 0,1 0-28 0 0,-2-1-259 0 0,0-1-1 0 0,0 0 1 0 0,0 0-1 0 0,0 0 1 0 0,0 0 0 0 0,0 1-1 0 0,0-1 1 0 0,0 0-1 0 0,0 0 1 0 0,0 0-1 0 0,0 0 1 0 0,0 1-1 0 0,0-1 1 0 0,0 0 0 0 0,0 0-1 0 0,1 0 1 0 0,-1 0-1 0 0,0 0 1 0 0,0 0-1 0 0,0 1 1 0 0,0-1-1 0 0,0 0 1 0 0,1 0 0 0 0,-1 0-1 0 0,0 0 1 0 0,0 0-1 0 0,0 0 1 0 0,0 0-1 0 0,0 0 1 0 0,1 0-1 0 0,-1 0 1 0 0,0 0 0 0 0,0 0-1 0 0,0 0 1 0 0,0 0-1 0 0,1 0 1 0 0,-1 0-1 0 0,0 0 1 0 0,0 0-1 0 0,0 0 1 0 0,1 0 0 0 0,-1 0-1 0 0,0 0 1 0 0,0 0-1 0 0,0 0 1 0 0,0 0-1 0 0,0 0 1 0 0,1 0 0 0 0,-1 0-1 0 0,0 0 1 0 0,0 0-1 0 0,0-1 1 0 0,0 1-1 0 0,0 0 1 0 0,1 0-1 0 0,-1 0 1 0 0,0 0 0 0 0,0 0-1 0 0,0 0 1 0 0,0-1-1 0 0,4-8-80 0 0,-1-1 0 0 0,-1 0 0 0 0,0 0 0 0 0,2-20 0 0 0,-4 28-320 0 0,0-5-637 0 0,-9-14-9023 0 0,7 17 4503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43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330 144 968 0 0,'0'-2'357'0'0,"0"1"0"0"0,0-1 0 0 0,0 1 0 0 0,-1 0 0 0 0,1-1 0 0 0,0 1 0 0 0,-1 0 0 0 0,0-1 0 0 0,1 1-1 0 0,-1 0 1 0 0,0 0 0 0 0,1-1 0 0 0,-1 1 0 0 0,0 0 0 0 0,0 0 0 0 0,0 0 0 0 0,0 0 0 0 0,0 0 0 0 0,0 0 0 0 0,0 0 0 0 0,0 1 0 0 0,-1-1 0 0 0,1 0 0 0 0,-2 0 0 0 0,-31-9 4106 0 0,32 10-3238 0 0,-23-20 7845 0 0,18 13-9000 0 0,6 5-2 0 0,-1 1 1 0 0,1-1-1 0 0,0 1 0 0 0,-1 0 0 0 0,1-1 0 0 0,-1 1 1 0 0,1 0-1 0 0,-1 0 0 0 0,0 0 0 0 0,1 0 0 0 0,-1 0 1 0 0,0 0-1 0 0,0 0 0 0 0,1 1 0 0 0,-1-1 0 0 0,0 1 0 0 0,0-1 1 0 0,0 1-1 0 0,0 0 0 0 0,-2 0 0 0 0,-1 0-11 0 0,0 0 0 0 0,1 1 0 0 0,-1 0 0 0 0,0 0 1 0 0,0 0-1 0 0,1 0 0 0 0,-1 1 0 0 0,-4 2 0 0 0,-6 3 62 0 0,-1 2 0 0 0,1 0 0 0 0,-22 19 0 0 0,26-20-45 0 0,-30 26 126 0 0,39-32-185 0 0,0 0 1 0 0,0 0 0 0 0,0 0-1 0 0,1 0 1 0 0,-1 0-1 0 0,0 0 1 0 0,1 1-1 0 0,0-1 1 0 0,-1 1-1 0 0,1-1 1 0 0,0 1 0 0 0,0-1-1 0 0,0 1 1 0 0,0 4-1 0 0,1-5-8 0 0,1-1 1 0 0,-1 1-1 0 0,1-1 0 0 0,-1 1 0 0 0,1-1 0 0 0,0 1 0 0 0,-1-1 1 0 0,1 1-1 0 0,0-1 0 0 0,0 0 0 0 0,0 1 0 0 0,0-1 1 0 0,1 0-1 0 0,-1 0 0 0 0,0 0 0 0 0,0 0 0 0 0,1 0 0 0 0,-1 0 1 0 0,0 0-1 0 0,1 0 0 0 0,-1 0 0 0 0,1-1 0 0 0,0 1 1 0 0,-1-1-1 0 0,1 1 0 0 0,-1-1 0 0 0,3 1 0 0 0,44 7 50 0 0,-19-8-249 0 0,0-1 1 0 0,0-2 0 0 0,0-1 0 0 0,0-1 0 0 0,0-1 0 0 0,-1-1 0 0 0,0-2 0 0 0,-1-1 0 0 0,51-26 0 0 0,-72 33 134 0 0,0 0 0 0 0,-1-1 1 0 0,1 0-1 0 0,0 0 1 0 0,-1 0-1 0 0,0-1 0 0 0,0 0 1 0 0,-1 0-1 0 0,1 0 1 0 0,-1-1-1 0 0,5-7 0 0 0,-7 10 19 0 0,-1-1-1 0 0,1 1 1 0 0,-1 0 0 0 0,0-1-1 0 0,0 1 1 0 0,0-1 0 0 0,0 1-1 0 0,0-1 1 0 0,-1 1-1 0 0,0-1 1 0 0,0 1 0 0 0,0-1-1 0 0,0 0 1 0 0,0 1-1 0 0,-1-1 1 0 0,1 1 0 0 0,-1-1-1 0 0,0 1 1 0 0,0-1-1 0 0,0 1 1 0 0,-3-5 0 0 0,2 6-22 0 0,1 0 0 0 0,-1 0 1 0 0,0 1-1 0 0,0-1 0 0 0,0 1 1 0 0,1 0-1 0 0,-1-1 1 0 0,0 1-1 0 0,-1 0 0 0 0,1 0 1 0 0,0 0-1 0 0,0 1 0 0 0,0-1 1 0 0,-1 0-1 0 0,1 1 1 0 0,0 0-1 0 0,0-1 0 0 0,-1 1 1 0 0,1 0-1 0 0,-4 0 0 0 0,-43 4-3135 0 0,40 2 1342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44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12 1096 0 0,'-7'-12'17706'0'0,"13"16"-17386"0"0,-3-3-169 0 0,-1 0 0 0 0,0 1 0 0 0,1-1 1 0 0,-1 1-1 0 0,0 0 0 0 0,0 0 0 0 0,0 0 0 0 0,0 0 0 0 0,2 3 0 0 0,-3-1 116 0 0,0 0-1 0 0,-1 0 1 0 0,1 0-1 0 0,-1 0 0 0 0,0 0 1 0 0,0 0-1 0 0,-1 0 1 0 0,1 0-1 0 0,-1-1 1 0 0,0 1-1 0 0,0 0 1 0 0,0 0-1 0 0,0 0 1 0 0,-3 4-1 0 0,0 5 315 0 0,-3 9 146 0 0,-2-1 0 0 0,0 0 0 0 0,-2 0 0 0 0,0-1 0 0 0,-23 31 0 0 0,-15 28 906 0 0,14-14-215 0 0,33-61-1330 0 0,-4 4-41 0 0,0 2-39 0 0,0-3-25 0 0,5-5-91 0 0,5-8-871 0 0,16-25-259 0 0,22-32-5781 0 0,-14 28-6289 0 0,-17 26 7630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45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0 224 724 0 0,'0'0'6297'0'0,"3"-6"-5370"0"0,-1 0-530 0 0,1 0 1 0 0,1 1-1 0 0,-1 0 0 0 0,1-1 0 0 0,0 1 1 0 0,0 1-1 0 0,0-1 0 0 0,1 0 0 0 0,-1 1 0 0 0,1 0 1 0 0,1 0-1 0 0,-1 1 0 0 0,0-1 0 0 0,1 1 1 0 0,-1 0-1 0 0,1 1 0 0 0,0-1 0 0 0,0 1 1 0 0,0 0-1 0 0,11-1 0 0 0,-4 1 140 0 0,1 0 0 0 0,0 2 0 0 0,0 0 0 0 0,-1 0-1 0 0,1 1 1 0 0,20 5 0 0 0,-18-4-163 0 0,0 0 0 0 0,0 0 0 0 0,27-2 0 0 0,58-15 868 0 0,160-43 0 0 0,-173 36-402 0 0,17-4 910 0 0,-104 26-2117 0 0,7-2-4619 0 0,4-5-6879 0 0,-2-5 6577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45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314 141 772 0 0,'0'0'909'0'0,"5"-1"-34"0"0,2-1-2192 0 0,5-2 4124 0 0,-10 3-2116 0 0,-1 1 0 0 0,0-1 1 0 0,1 0-1 0 0,-1 1 0 0 0,0-1 1 0 0,1 0-1 0 0,-1 0 1 0 0,0 0-1 0 0,0 0 0 0 0,0 0 1 0 0,0 0-1 0 0,0 0 0 0 0,0 0 1 0 0,0-1-1 0 0,0 1 0 0 0,0 0 1 0 0,-1 0-1 0 0,1-1 0 0 0,0-2 1 0 0,2-12 53 0 0,-3 12-616 0 0,0 0 0 0 0,0 0 0 0 0,-1 0 0 0 0,1 1 0 0 0,-1-1 0 0 0,0 0 0 0 0,0 0 0 0 0,0 1 1 0 0,0-1-1 0 0,-1 0 0 0 0,0 1 0 0 0,1-1 0 0 0,-1 1 0 0 0,-1 0 0 0 0,1-1 0 0 0,0 1 0 0 0,-1 0 0 0 0,1 1 0 0 0,-1-1 1 0 0,0 0-1 0 0,0 1 0 0 0,0-1 0 0 0,0 1 0 0 0,-1 0 0 0 0,1 0 0 0 0,-1 0 0 0 0,1 1 0 0 0,-1-1 0 0 0,1 1 1 0 0,-1 0-1 0 0,0 0 0 0 0,0 0 0 0 0,0 0 0 0 0,1 1 0 0 0,-1 0 0 0 0,0-1 0 0 0,-5 2 0 0 0,-2-1 99 0 0,1 0-1 0 0,-1 1 0 0 0,1 0 1 0 0,-1 1-1 0 0,1 1 0 0 0,0-1 1 0 0,0 1-1 0 0,0 1 0 0 0,0 0 0 0 0,1 0 1 0 0,0 1-1 0 0,0 0 0 0 0,-11 9 1 0 0,8-4 18 0 0,0 1 1 0 0,1 0-1 0 0,0 1 1 0 0,1 1-1 0 0,0 0 1 0 0,1 0-1 0 0,-11 22 0 0 0,17-29-164 0 0,0 0 0 0 0,0 0-1 0 0,0 0 1 0 0,1 1 0 0 0,0-1-1 0 0,1 1 1 0 0,0 0 0 0 0,0-1-1 0 0,0 1 1 0 0,1 0 0 0 0,-1 0-1 0 0,2-1 1 0 0,-1 1 0 0 0,1 0-1 0 0,0-1 1 0 0,0 1 0 0 0,1 0-1 0 0,0-1 1 0 0,0 1-1 0 0,5 9 1 0 0,-3-12-49 0 0,-1 1 1 0 0,1-1-1 0 0,0 0 0 0 0,0 0 1 0 0,0 0-1 0 0,0-1 0 0 0,1 0 0 0 0,-1 1 1 0 0,1-1-1 0 0,0-1 0 0 0,0 1 1 0 0,0-1-1 0 0,0 0 0 0 0,1 0 0 0 0,-1-1 1 0 0,1 1-1 0 0,-1-1 0 0 0,1 0 1 0 0,-1-1-1 0 0,1 1 0 0 0,-1-1 0 0 0,1 0 1 0 0,7-1-1 0 0,3 0-54 0 0,0-1 0 0 0,0 0 1 0 0,-1-1-1 0 0,1-1 0 0 0,-1-1 0 0 0,0 0 1 0 0,16-7-1 0 0,-18 5-49 0 0,-1 0 1 0 0,0-1-1 0 0,0 0 0 0 0,-1-1 1 0 0,0 0-1 0 0,-1-1 0 0 0,0 0 1 0 0,0-1-1 0 0,-1 0 0 0 0,-1 0 1 0 0,0-1-1 0 0,10-18 0 0 0,-15 22 20 0 0,0-1-1 0 0,-1 0 0 0 0,0 1 0 0 0,0-1 1 0 0,-1 0-1 0 0,0 0 0 0 0,-1 0 0 0 0,0-9 0 0 0,0 13 20 0 0,0 1 0 0 0,-1 0 0 0 0,0 0 0 0 0,1-1 0 0 0,-2 1 0 0 0,1 0 0 0 0,0 0 0 0 0,-1 0 0 0 0,1 0 0 0 0,-1 0 0 0 0,0 1 0 0 0,-1-1-1 0 0,1 0 1 0 0,-1 1 0 0 0,1 0 0 0 0,-1-1 0 0 0,0 1 0 0 0,-4-3 0 0 0,6 5-21 0 0,-16 2-2190 0 0,17-1 2068 0 0,-1 0 0 0 0,1 1-1 0 0,-1-1 1 0 0,1 1 0 0 0,0-1 0 0 0,-1 1 0 0 0,1-1 0 0 0,0 1 0 0 0,0-1 0 0 0,-1 1 0 0 0,1-1 0 0 0,0 1-1 0 0,0-1 1 0 0,0 1 0 0 0,0 0 0 0 0,0-1 0 0 0,-1 1 0 0 0,1-1 0 0 0,0 1 0 0 0,0-1 0 0 0,1 1 0 0 0,-1 0-1 0 0,0-1 1 0 0,0 1 0 0 0,0-1 0 0 0,0 1 0 0 0,0-1 0 0 0,1 1 0 0 0,-1-1 0 0 0,0 1 0 0 0,0-1 0 0 0,1 1-1 0 0,-1-1 1 0 0,0 1 0 0 0,1-1 0 0 0,-1 1 0 0 0,1-1 0 0 0,-1 1 0 0 0,0-1 0 0 0,1 0 0 0 0,-1 1-1 0 0,1-1 1 0 0,-1 0 0 0 0,1 1 0 0 0,-1-1 0 0 0,2 0 0 0 0,-1 2 575 0 0,2 0-3936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46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0 1076 0 0,'0'0'17599'0'0,"-2"6"-16622"0"0,-19 52 1172 0 0,-31 105 2582 0 0,43-127-4014 0 0,3-15-256 0 0,1 0-1 0 0,1 0 1 0 0,1 0-1 0 0,1 1 1 0 0,0-1-1 0 0,2 1 1 0 0,2 22 0 0 0,-2-42-425 0 0,1 0 0 0 0,-1 0 1 0 0,1 0-1 0 0,-1 0 1 0 0,1 0-1 0 0,0 0 0 0 0,0 0 1 0 0,0-1-1 0 0,0 1 1 0 0,0 0-1 0 0,0-1 0 0 0,0 1 1 0 0,1 0-1 0 0,1 1 1 0 0,-1-2-131 0 0,0-1 0 0 0,0 1 0 0 0,0-1 1 0 0,0 0-1 0 0,0 0 0 0 0,0 0 1 0 0,0 0-1 0 0,0 0 0 0 0,0 0 0 0 0,0 0 1 0 0,-1-1-1 0 0,1 1 0 0 0,0-1 1 0 0,0 1-1 0 0,0-1 0 0 0,0 0 1 0 0,-1 0-1 0 0,1 1 0 0 0,2-3 0 0 0,25-25-3342 0 0,-5-5-4163 0 0,-23 31 6450 0 0,5-5-631 0 0,-5-9-11137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46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84 64 0 0,'-15'30'9285'0'0,"10"-19"-7746"0"0,-2 5 179 0 0,1 1 0 0 0,1-1 0 0 0,0 1 1 0 0,-3 26-1 0 0,-3 8 578 0 0,7-15-1007 0 0,4-31-1041 0 0,0-1-1 0 0,-1 1 1 0 0,0 0 0 0 0,1 0-1 0 0,-2 0 1 0 0,-2 9 0 0 0,3-12-16 0 0,1 5 20 0 0,0-7-219 0 0,0 0 0 0 0,0 0-1 0 0,0 0 1 0 0,0 0 0 0 0,0 0 0 0 0,0 0 0 0 0,0 0 0 0 0,0 0-1 0 0,0 0 1 0 0,0 0 0 0 0,-1 0 0 0 0,1 0 0 0 0,0 0 0 0 0,0 0-1 0 0,0 0 1 0 0,0 0 0 0 0,0 0 0 0 0,0 0 0 0 0,0 0 0 0 0,0 0-1 0 0,0 0 1 0 0,0 0 0 0 0,0 0 0 0 0,-1 0 0 0 0,1 0 0 0 0,0 0-1 0 0,0 0 1 0 0,0 0 0 0 0,0 1 0 0 0,0-1 0 0 0,0 0-1 0 0,0 0 1 0 0,0 0 0 0 0,0 0 0 0 0,0 0 0 0 0,-4-11 3 0 0,0 0 1 0 0,1-1 0 0 0,0 1-1 0 0,1-1 1 0 0,0 0 0 0 0,1 1-1 0 0,0-1 1 0 0,1 0 0 0 0,0 0-1 0 0,1 0 1 0 0,1 0 0 0 0,4-19-1 0 0,-4 22-31 0 0,1 0 0 0 0,-1 0 0 0 0,2 0 0 0 0,0 0 0 0 0,0 0 0 0 0,0 1 0 0 0,1-1 0 0 0,0 1 0 0 0,1 0 0 0 0,0 1 0 0 0,0-1 0 0 0,1 1 0 0 0,0 1 0 0 0,0-1 0 0 0,0 1 0 0 0,15-9 0 0 0,-16 12 3 0 0,6-5 23 0 0,0 1 0 0 0,1 0 0 0 0,0 1-1 0 0,0 0 1 0 0,1 1 0 0 0,-1 1 0 0 0,1 0 0 0 0,0 0-1 0 0,24-1 1 0 0,-37 5 10 0 0,0 0 0 0 0,1 0 0 0 0,-1 0-1 0 0,1 0 1 0 0,-1 0 0 0 0,0 1 0 0 0,1-1 0 0 0,-1 0-1 0 0,0 1 1 0 0,1-1 0 0 0,-1 1 0 0 0,0 0 0 0 0,0-1-1 0 0,1 1 1 0 0,-1 0 0 0 0,0 0 0 0 0,0 0 0 0 0,0 0-1 0 0,0 0 1 0 0,0 0 0 0 0,0 0 0 0 0,0 0 0 0 0,0 0-1 0 0,-1 0 1 0 0,1 0 0 0 0,0 1 0 0 0,-1-1 0 0 0,1 0-1 0 0,-1 1 1 0 0,1-1 0 0 0,0 2 0 0 0,1 48 1815 0 0,-3-33-1186 0 0,-6 30 561 0 0,7-46-873 0 0,3-6-717 0 0,0 1 185 0 0,-1 0 0 0 0,0-1 0 0 0,-1 1 0 0 0,1-1 0 0 0,-1 0 0 0 0,1 1 0 0 0,-1-1 0 0 0,0 0 0 0 0,-1 0 0 0 0,2-5 0 0 0,0 0-1906 0 0,5-20-3861 0 0,-9 20-5319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0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459 4 1280 0 0,'-2'-1'702'0'0,"0"1"-1"0"0,0-1 1 0 0,0 1-1 0 0,0-1 1 0 0,0 1-1 0 0,0-1 1 0 0,-1 1-1 0 0,1 0 1 0 0,0 0-1 0 0,0 0 1 0 0,0 0-1 0 0,-1 1 1 0 0,1-1-1 0 0,0 1 1 0 0,0-1-1 0 0,0 1 1 0 0,0 0-1 0 0,0 0 1 0 0,0-1 0 0 0,0 1-1 0 0,0 1 1 0 0,0-1-1 0 0,1 0 1 0 0,-3 2-1 0 0,-50 40 4644 0 0,47-36-5670 0 0,-49 43 2495 0 0,-81 94-1 0 0,120-122-1832 0 0,0 0-1 0 0,2 1 1 0 0,0 1 0 0 0,2 0-1 0 0,1 1 1 0 0,0 1 0 0 0,-14 50-1 0 0,18-40 31 0 0,1 1-1 0 0,3 0 0 0 0,-2 70 1 0 0,26 49 64 0 0,-20-141-431 0 0,4 66 0 0 0,-2-62 0 0 0,-3-15 0 0 0,1 0 0 0 0,0 0 0 0 0,0-1 0 0 0,1 1 0 0 0,-1 0 0 0 0,1 0 0 0 0,0 0 0 0 0,0-1 0 0 0,0 1 0 0 0,0 0 0 0 0,1-1 0 0 0,-1 1 0 0 0,1-1 0 0 0,0 0 0 0 0,0 1 0 0 0,0-1 0 0 0,1 0 0 0 0,-1 0 0 0 0,1 0 0 0 0,-1-1 0 0 0,1 1 0 0 0,0 0 0 0 0,0-1 0 0 0,6 3 0 0 0,-6-3 0 0 0,1 0 0 0 0,0-1 0 0 0,0 0 0 0 0,0 0 0 0 0,0 0 0 0 0,0 0 0 0 0,0-1 0 0 0,0 1 0 0 0,0-1 0 0 0,0 0 0 0 0,0 0 0 0 0,0-1 0 0 0,0 1 0 0 0,0-1 0 0 0,0 0 0 0 0,0 0 0 0 0,6-3 0 0 0,12-1 0 0 0,-9 2 0 0 0,2-2 0 0 0,-1 1 0 0 0,0 0 0 0 0,-2 1 0 0 0,-2 1-225 0 0,-8 2-991 0 0,-2 0 1008 0 0,-1-1 1 0 0,1 1-1 0 0,-1 0 1 0 0,1-1 0 0 0,0 1-1 0 0,-1 0 1 0 0,1-1 0 0 0,-1 1-1 0 0,1-1 1 0 0,0 1 0 0 0,-1 0-1 0 0,1-1 1 0 0,0 1 0 0 0,0-1-1 0 0,-1 1 1 0 0,1-1 0 0 0,0 1-1 0 0,0-1 1 0 0,0 0 0 0 0,0 1-1 0 0,-1-1 1 0 0,1 1 0 0 0,0-1-1 0 0,0 1 1 0 0,0-1 0 0 0,0 1-1 0 0,0-1 1 0 0,1 1-1 0 0,-1-1 1 0 0,0 0 0 0 0,0 1-1 0 0,0-1 1 0 0,0 1 0 0 0,1-1-1 0 0,-1 0 1 0 0,6-22-8603 0 0,-6 22 7330 0 0,12-15-6150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1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25 109 656 0 0,'0'0'4812'0'0,"14"-1"2831"0"0,-11 12-6769 0 0,-1-1 1 0 0,0 1 0 0 0,0 0 0 0 0,-1 0 0 0 0,0 0-1 0 0,-2 14 1 0 0,1-11-275 0 0,0 0-1 0 0,1 0 1 0 0,5 23-1 0 0,-1-19 209 0 0,3 23 594 0 0,-8-40-1018 0 0,5 6-165 0 0,-5-7-162 0 0,0 0 1 0 0,0 0-1 0 0,0 0 0 0 0,0 0 1 0 0,0 0-1 0 0,0 0 0 0 0,0 0 1 0 0,-1 0-1 0 0,1 0 0 0 0,0 0 1 0 0,0 0-1 0 0,0 0 1 0 0,0 0-1 0 0,0 0 0 0 0,0 0 1 0 0,0 0-1 0 0,0 0 0 0 0,-1 0 1 0 0,1 0-1 0 0,0 1 0 0 0,0-1 1 0 0,0 0-1 0 0,0 0 0 0 0,0 0 1 0 0,0 0-1 0 0,0 0 1 0 0,0 0-1 0 0,0 0 0 0 0,0 0 1 0 0,0 0-1 0 0,0 0 0 0 0,0 0 1 0 0,0 0-1 0 0,-1 1 0 0 0,1-1 1 0 0,0 0-1 0 0,-6-5 2 0 0,1 0-1 0 0,-1 0 1 0 0,1 0 0 0 0,0-1-1 0 0,0 1 1 0 0,1-1-1 0 0,0 0 1 0 0,0-1 0 0 0,0 1-1 0 0,1-1 1 0 0,-1 0 0 0 0,2 0-1 0 0,-1 0 1 0 0,-2-13-1 0 0,3 14-33 0 0,1 0-1 0 0,0 0 0 0 0,1 0 1 0 0,-1 0-1 0 0,1 0 0 0 0,0 0 1 0 0,0 0-1 0 0,1 0 0 0 0,0 0 1 0 0,0 0-1 0 0,0 1 0 0 0,1-1 0 0 0,0 0 1 0 0,0 0-1 0 0,1 1 0 0 0,-1-1 1 0 0,1 1-1 0 0,0 0 0 0 0,8-10 1 0 0,0 4 25 0 0,1 0 1 0 0,0 0 0 0 0,1 1 0 0 0,1 1-1 0 0,-1 0 1 0 0,1 1 0 0 0,1 0 0 0 0,-1 1 0 0 0,1 0-1 0 0,1 2 1 0 0,-1 0 0 0 0,1 0 0 0 0,0 2-1 0 0,0 0 1 0 0,0 0 0 0 0,0 2 0 0 0,0 0 0 0 0,20 2-1 0 0,-34-1-12 0 0,0 0 0 0 0,0 0-1 0 0,0 0 1 0 0,1 1-1 0 0,-1-1 1 0 0,0 1 0 0 0,0 0-1 0 0,0-1 1 0 0,0 1-1 0 0,0 0 1 0 0,0 0 0 0 0,0 0-1 0 0,0 1 1 0 0,0-1-1 0 0,-1 0 1 0 0,1 1 0 0 0,0-1-1 0 0,-1 1 1 0 0,1-1 0 0 0,-1 1-1 0 0,2 3 1 0 0,-3-4 195 0 0,0 2-116 0 0,0 0-1 0 0,0 0 1 0 0,0 0-1 0 0,0 0 0 0 0,-1 1 1 0 0,0-1-1 0 0,1 0 1 0 0,-1 0-1 0 0,0 0 1 0 0,0-1-1 0 0,-1 1 1 0 0,1 0-1 0 0,-1 0 1 0 0,1-1-1 0 0,-1 1 1 0 0,-2 2-1 0 0,5-21-16712 0 0,2 10 13912 0 0,5-6-4429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2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44 152 0 0,'0'0'13952'0'0,"-2"-5"-13748"0"0,1-1-110 0 0,0 5-56 0 0,1-1 1 0 0,0 1-1 0 0,-1-1 1 0 0,1 1-1 0 0,-1-1 1 0 0,1 1-1 0 0,-1-1 0 0 0,0 1 1 0 0,0 0-1 0 0,0 0 1 0 0,1-1-1 0 0,-1 1 1 0 0,0 0-1 0 0,-1 0 1 0 0,1 0-1 0 0,-2-2 0 0 0,2 2 151 0 0,-34-5 892 0 0,27 6-826 0 0,0-1-1 0 0,0 1 0 0 0,0 0 0 0 0,0 1 0 0 0,1 0 0 0 0,-1 0 0 0 0,0 0 0 0 0,0 1 0 0 0,1 1 0 0 0,-1-1 0 0 0,1 1 0 0 0,0 0 0 0 0,-1 1 0 0 0,-7 5 0 0 0,9-5-110 0 0,-1-1-1 0 0,1 2 1 0 0,0-1-1 0 0,0 1 0 0 0,0 0 1 0 0,1 0-1 0 0,0 1 1 0 0,0-1-1 0 0,0 1 0 0 0,1 0 1 0 0,0 0-1 0 0,0 1 1 0 0,0-1-1 0 0,1 1 0 0 0,-4 10 1 0 0,6-13-95 0 0,0-1 0 0 0,1 1-1 0 0,-1-1 1 0 0,1 1 0 0 0,-1-1 0 0 0,1 1 0 0 0,0-1 0 0 0,1 1 0 0 0,-1-1 0 0 0,1 1 0 0 0,-1-1 0 0 0,1 1 0 0 0,0-1 0 0 0,0 1 0 0 0,1-1 0 0 0,-1 0-1 0 0,1 1 1 0 0,-1-1 0 0 0,1 0 0 0 0,0 0 0 0 0,0 0 0 0 0,0-1 0 0 0,1 1 0 0 0,-1 0 0 0 0,1-1 0 0 0,0 0 0 0 0,-1 1 0 0 0,1-1 0 0 0,0 0 0 0 0,0 0-1 0 0,0-1 1 0 0,1 1 0 0 0,-1-1 0 0 0,4 2 0 0 0,3 0 4 0 0,0 0-1 0 0,0 0 1 0 0,0-1-1 0 0,0-1 1 0 0,0 1-1 0 0,1-2 1 0 0,-1 1-1 0 0,0-2 1 0 0,0 1-1 0 0,19-5 1 0 0,-22 4-37 0 0,16-3 46 0 0,-1-2 0 0 0,1 0-1 0 0,29-14 1 0 0,-45 17-50 0 0,-1 0 0 0 0,0-1 0 0 0,0 0 0 0 0,0 0 0 0 0,0 0 0 0 0,-1-1 0 0 0,0 0 0 0 0,0 0 0 0 0,0 0 0 0 0,0-1 0 0 0,-1 1 0 0 0,0-1 0 0 0,0 0 0 0 0,0-1 0 0 0,3-9 0 0 0,-5 13-8 0 0,-1 0 0 0 0,0 1 0 0 0,0-1 0 0 0,0 0 0 0 0,0 0-1 0 0,0 0 1 0 0,-1 1 0 0 0,1-1 0 0 0,-1 0 0 0 0,0 0 0 0 0,0 0 0 0 0,0 0 0 0 0,0 0-1 0 0,0 0 1 0 0,-1 0 0 0 0,1 0 0 0 0,-1 0 0 0 0,0 0 0 0 0,0 1 0 0 0,0-1-1 0 0,0 0 1 0 0,0 1 0 0 0,-1-1 0 0 0,1 1 0 0 0,-1-1 0 0 0,0 1 0 0 0,0-1-1 0 0,0 1 1 0 0,0 0 0 0 0,0 0 0 0 0,0 0 0 0 0,0 0 0 0 0,-1 1 0 0 0,1-1 0 0 0,-1 0-1 0 0,1 1 1 0 0,-1 0 0 0 0,-4-2 0 0 0,-28-6 131 0 0,34 9-173 0 0,1-1 0 0 0,-1 1 0 0 0,0 0 0 0 0,0-1 0 0 0,0 1 0 0 0,0 0 0 0 0,0 0 0 0 0,0 0 0 0 0,0 0-1 0 0,0 0 1 0 0,1 0 0 0 0,-1 0 0 0 0,0 0 0 0 0,0 0 0 0 0,0 0 0 0 0,0 0 0 0 0,0 0 0 0 0,0 1 0 0 0,0-1 0 0 0,1 0-1 0 0,-1 1 1 0 0,0-1 0 0 0,0 1 0 0 0,0-1 0 0 0,1 1 0 0 0,-1-1 0 0 0,0 1 0 0 0,0 0 0 0 0,1-1 0 0 0,-1 1 0 0 0,0 1 0 0 0,2 0-105 0 0,-1 0 1 0 0,1 0-1 0 0,0-1 1 0 0,0 1 0 0 0,1 0-1 0 0,-1-1 1 0 0,0 1 0 0 0,1-1-1 0 0,-1 1 1 0 0,1-1 0 0 0,-1 1-1 0 0,1-1 1 0 0,2 2 0 0 0,0 0-1506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2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 1116 0 0,'0'0'151'0'0,"2"3"3621"0"0,-2-3-3621 0 0,0 0-1 0 0,0 0 1 0 0,0 0 0 0 0,0 0 0 0 0,1 0 0 0 0,-1 0 0 0 0,0 0 0 0 0,0 0-1 0 0,0 0 1 0 0,0 0 0 0 0,3-1 3621 0 0,-3 1-3621 0 0,0-1 0 0 0,1 1 0 0 0,-1 0-1 0 0,0 0 1 0 0,0 0 0 0 0,0 0 0 0 0,0-1 0 0 0,-1 20 3554 0 0,-5 17-1813 0 0,-3-11-319 0 0,-31 106 3577 0 0,23-16-2411 0 0,9-49-1386 0 0,6 21 533 0 0,3-57-1084 0 0,-1-27-678 0 0,0-1-1 0 0,1 0 0 0 0,-1 0 0 0 0,1 1 0 0 0,-1-1 0 0 0,1 0 0 0 0,0 0 0 0 0,0 0 0 0 0,0 0 0 0 0,0 0 0 0 0,0 0 0 0 0,1 0 0 0 0,-1-1 0 0 0,0 1 0 0 0,4 3 0 0 0,9-10-102 0 0,-6 1-21 0 0,9-9 0 0 0,-10 2 0 0 0,-2 1 0 0 0,2-1 0 0 0,-3 2 0 0 0,-3 0-75 0 0,6-8-3526 0 0,-2 6-1936 0 0,-2-1-5645 0 0,-3 0 4226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3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1 680 0 0,'0'0'3692'0'0,"-13"20"8260"0"0,8-10-11842 0 0,-3 14 1551 0 0,-1 2-546 0 0,1 0 1 0 0,1 1-1 0 0,2 0 1 0 0,0 0-1 0 0,0 32 1 0 0,5-51-969 0 0,0 0 83 0 0,0-1-1 0 0,0 1 1 0 0,1 0 0 0 0,0-1 0 0 0,2 9 0 0 0,-2-14-202 0 0,-1 0-1 0 0,1 0 1 0 0,0 0-1 0 0,0 0 1 0 0,0-1-1 0 0,0 1 1 0 0,0 0-1 0 0,0-1 1 0 0,1 1-1 0 0,-1-1 0 0 0,0 1 1 0 0,1-1-1 0 0,-1 0 1 0 0,1 1-1 0 0,0-1 1 0 0,-1 0-1 0 0,1 0 1 0 0,0 0-1 0 0,0 0 1 0 0,0-1-1 0 0,-1 1 1 0 0,1 0-1 0 0,0-1 1 0 0,3 1-1 0 0,-3-1-177 0 0,1 0-1 0 0,0 0 0 0 0,-1 0 1 0 0,1 0-1 0 0,-1-1 0 0 0,1 1 1 0 0,0-1-1 0 0,-1 1 0 0 0,1-1 1 0 0,-1 0-1 0 0,1 0 1 0 0,-1 0-1 0 0,0-1 0 0 0,1 1 1 0 0,-1 0-1 0 0,0-1 0 0 0,0 1 1 0 0,0-1-1 0 0,0 0 0 0 0,0 0 1 0 0,0 0-1 0 0,-1 0 1 0 0,1 0-1 0 0,-1 0 0 0 0,1 0 1 0 0,-1-1-1 0 0,0 1 0 0 0,1 0 1 0 0,-1-1-1 0 0,0-3 0 0 0,3-3-1664 0 0,-1 1-1 0 0,0-2 1 0 0,0 1-1 0 0,-1 0 0 0 0,-1 0 1 0 0,2-18-1 0 0,-3 3-3594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3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99 1552 0 0,'-9'-6'10065'0'0,"9"6"-9923"0"0,0 0 0 0 0,0 0 1 0 0,0-1-1 0 0,0 1 0 0 0,0 0 0 0 0,0 0 0 0 0,0 0 0 0 0,1 0 1 0 0,-1 0-1 0 0,0 0 0 0 0,0-1 0 0 0,-2-1 3270 0 0,2 2-3270 0 0,0-1 1 0 0,109 2 2438 0 0,58-3-1584 0 0,-94-3-795 0 0,63-8-314 0 0,-117 10 127 0 0,0 0-1 0 0,-1-2 0 0 0,0 0 1 0 0,34-15-1 0 0,-51 20 63 0 0,0-1 0 0 0,-1 1 0 0 0,1 0 0 0 0,0 0 0 0 0,-1-1 0 0 0,1 1 0 0 0,0 0 0 0 0,-1 0 0 0 0,1-1 0 0 0,0 1 0 0 0,-1-1 0 0 0,1 1 0 0 0,-1-1 0 0 0,1 1 0 0 0,-1-1 0 0 0,1 1 0 0 0,-1-1 0 0 0,1 1 0 0 0,-1-1 1 0 0,0 0-1 0 0,1 1 0 0 0,-1-1 0 0 0,0 1 0 0 0,0-1 0 0 0,1 0 0 0 0,-1 0 0 0 0,0 1 0 0 0,0-1 0 0 0,0 0 0 0 0,0 1 0 0 0,0-1 0 0 0,0 0 0 0 0,0 0 0 0 0,0 1 0 0 0,0-1 0 0 0,0 0 0 0 0,0 0 0 0 0,-1 0 6 0 0,0 0 0 0 0,0 0 0 0 0,1 0 0 0 0,-1 0 0 0 0,0 1 0 0 0,0-1 0 0 0,0 0 0 0 0,0 1 0 0 0,0-1 0 0 0,0 0 0 0 0,0 1 0 0 0,0 0 0 0 0,-1-1 0 0 0,1 1 0 0 0,0-1 0 0 0,0 1 0 0 0,0 0-1 0 0,0 0 1 0 0,-1 0 0 0 0,1 0 0 0 0,-1 0 0 0 0,-1 0 311 0 0,-18 15 342 0 0,17-10-636 0 0,1 0-1 0 0,0-1 0 0 0,0 1 0 0 0,0 1 0 0 0,0-1 0 0 0,1 0 0 0 0,0 1 0 0 0,0-1 0 0 0,0 1 1 0 0,1 0-1 0 0,0-1 0 0 0,0 1 0 0 0,0 0 0 0 0,1 0 0 0 0,0 0 0 0 0,0 0 0 0 0,2 11 0 0 0,0-3 25 0 0,0 0 0 0 0,1-1 0 0 0,1 1 0 0 0,0-1 0 0 0,1 0 0 0 0,8 15 0 0 0,-12-26-291 0 0,1 0 0 0 0,-1 0-1 0 0,1 0 1 0 0,0 0 0 0 0,0 0 0 0 0,0-1 0 0 0,0 1 0 0 0,0 0-1 0 0,0-1 1 0 0,0 0 0 0 0,0 1 0 0 0,0-1 0 0 0,1 0 0 0 0,-1 0-1 0 0,1 0 1 0 0,-1-1 0 0 0,0 1 0 0 0,1-1 0 0 0,4 1-1 0 0,-5-1-181 0 0,-1 0-1 0 0,1 0 0 0 0,-1 0 0 0 0,1 0 0 0 0,0 0 0 0 0,-1 0 0 0 0,1-1 1 0 0,-1 1-1 0 0,1 0 0 0 0,-1-1 0 0 0,1 0 0 0 0,-1 1 0 0 0,0-1 0 0 0,2-1 0 0 0,-2 1-148 0 0,0 1 0 0 0,0-1 0 0 0,0 0 0 0 0,0 0 0 0 0,-1 0 0 0 0,1 0 0 0 0,0 0 0 0 0,-1 0 0 0 0,1 0-1 0 0,0 0 1 0 0,-1-1 0 0 0,0 1 0 0 0,1 0 0 0 0,-1 0 0 0 0,0 0 0 0 0,1-1 0 0 0,-1 1 0 0 0,0 0-1 0 0,0 0 1 0 0,0-2 0 0 0,0-8-5260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4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9 141 788 0 0,'-8'-3'20145'0'0,"20"-5"-19612"0"0,0 1 1 0 0,0 1-1 0 0,1 0 0 0 0,0 0 0 0 0,0 2 0 0 0,1-1 0 0 0,26-4 0 0 0,111-9 877 0 0,-131 17-1213 0 0,396-29 1444 0 0,-380 29-1534 0 0,-24 2-37 0 0,0-1 1 0 0,1-1-1 0 0,-1 0 0 0 0,0-1 0 0 0,23-5 1 0 0,-33 6-44 0 0,36-9 28 0 0,-15 2-454 0 0,-20 7 197 0 0,6-2 1189 0 0,-4-1-4296 0 0,-39 6-19297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6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 86 244 0 0,'0'0'763'0'0,"-14"3"13895"0"0,6-2-14369 0 0,8-1-248 0 0,1 0 1 0 0,-1 0 0 0 0,0 0 0 0 0,0 0 0 0 0,0 0 0 0 0,0 0 0 0 0,0-1 0 0 0,0 1 0 0 0,0 0 0 0 0,0 0 0 0 0,0 0 0 0 0,0 0 0 0 0,0 0 0 0 0,0 0 0 0 0,0 0 0 0 0,1 0 0 0 0,-1 0 0 0 0,0-1 0 0 0,0 1 0 0 0,0 0 0 0 0,0 0 0 0 0,0 0 0 0 0,0 0 0 0 0,0 0 0 0 0,0 0 0 0 0,0 0 0 0 0,0 0 0 0 0,0-1 0 0 0,0 1 0 0 0,0 0 0 0 0,0 0 0 0 0,0 0 0 0 0,0 0 0 0 0,-1 0 0 0 0,1 0 0 0 0,0 0 0 0 0,0 0 0 0 0,0 0 0 0 0,0-1 0 0 0,0 1 0 0 0,0 0 0 0 0,0 0 0 0 0,0 0 0 0 0,0 0 0 0 0,0 0-1 0 0,0 0 1 0 0,0 0 0 0 0,0 0 0 0 0,-1 0 0 0 0,1 0 0 0 0,0 0 0 0 0,0 0 0 0 0,0 0 0 0 0,0-1-32 0 0,2-1-3 0 0,-1 1 1 0 0,0-1 0 0 0,0 1 0 0 0,1 0-1 0 0,-1-1 1 0 0,1 1 0 0 0,0 0 0 0 0,-1 0 0 0 0,1 0-1 0 0,0 0 1 0 0,3-2 141 0 0,-7-12 253 0 0,-3 13-279 0 0,1 0 0 0 0,-1 0 0 0 0,0 1-1 0 0,0-1 1 0 0,0 1 0 0 0,0 0 0 0 0,0 0-1 0 0,0 1 1 0 0,0 0 0 0 0,0-1 0 0 0,0 2-1 0 0,0-1 1 0 0,0 1 0 0 0,0-1 0 0 0,0 1-1 0 0,-7 3 1 0 0,-14 3 807 0 0,-42 18 0 0 0,56-20-658 0 0,0 0 0 0 0,1 1 0 0 0,-1 1 0 0 0,2-1 0 0 0,-1 2 0 0 0,1 0 0 0 0,0 0 0 0 0,-9 10 0 0 0,17-16-228 0 0,0 0 0 0 0,0 0-1 0 0,0 1 1 0 0,0-1 0 0 0,1 1 0 0 0,-1-1-1 0 0,1 1 1 0 0,0 0 0 0 0,-1-1 0 0 0,1 1-1 0 0,0 0 1 0 0,1 0 0 0 0,-1 0 0 0 0,0 0-1 0 0,1 0 1 0 0,-1 0 0 0 0,1 0 0 0 0,0 0-1 0 0,0 0 1 0 0,1 0 0 0 0,-1 0 0 0 0,0 0-1 0 0,1 0 1 0 0,0 0 0 0 0,0-1 0 0 0,0 1-1 0 0,0 0 1 0 0,0 0 0 0 0,0-1 0 0 0,1 1-1 0 0,-1 0 1 0 0,1-1 0 0 0,0 0 0 0 0,0 1-1 0 0,0-1 1 0 0,0 0 0 0 0,0 0 0 0 0,0 0-1 0 0,4 3 1 0 0,1 0-38 0 0,1-1 1 0 0,-1 0-1 0 0,1 0 0 0 0,0 0 1 0 0,0-1-1 0 0,0 0 0 0 0,0-1 1 0 0,0 1-1 0 0,0-2 0 0 0,1 1 1 0 0,-1-1-1 0 0,1-1 0 0 0,0 1 1 0 0,13-2-1 0 0,9-2-382 0 0,0 0-1 0 0,50-13 1 0 0,-66 12 167 0 0,-1 0-1 0 0,1 0 1 0 0,-1-2 0 0 0,0 0-1 0 0,-1 0 1 0 0,0-1 0 0 0,21-14 0 0 0,-31 18 177 0 0,1 0 0 0 0,-1 1 0 0 0,0-1 0 0 0,0 0 1 0 0,0-1-1 0 0,-1 1 0 0 0,1 0 0 0 0,-1-1 1 0 0,0 1-1 0 0,0-1 0 0 0,0 0 0 0 0,0 0 1 0 0,-1 0-1 0 0,1 0 0 0 0,-1 0 0 0 0,0 0 1 0 0,0 0-1 0 0,-1 0 0 0 0,1-1 0 0 0,-1 1 1 0 0,0 0-1 0 0,0 0 0 0 0,0-1 0 0 0,-1 1 0 0 0,1 0 1 0 0,-1 0-1 0 0,0 0 0 0 0,0 0 0 0 0,-1 0 1 0 0,1 0-1 0 0,-4-5 0 0 0,2 2 129 0 0,-1 1 0 0 0,0 0 1 0 0,0 0-1 0 0,0 0 0 0 0,-1 0 0 0 0,0 1 0 0 0,0-1 0 0 0,-1 1 1 0 0,1 1-1 0 0,-10-7 0 0 0,1-2 539 0 0,14 13-724 0 0,0-1 1 0 0,-1 1-1 0 0,1-1 0 0 0,0 1 1 0 0,-1-1-1 0 0,1 1 1 0 0,-1 0-1 0 0,1-1 1 0 0,0 1-1 0 0,-1 0 0 0 0,1-1 1 0 0,-1 1-1 0 0,1 0 1 0 0,-1-1-1 0 0,0 1 1 0 0,1 0-1 0 0,-1 0 0 0 0,1 0 1 0 0,-1 0-1 0 0,1-1 1 0 0,-1 1-1 0 0,1 0 1 0 0,-1 0-1 0 0,0 0 0 0 0,1 0 1 0 0,-1 0-1 0 0,1 0 1 0 0,-1 1-1 0 0,1-1 1 0 0,-1 0-1 0 0,0 0 1 0 0,1 0-1 0 0,-1 0 0 0 0,1 1 1 0 0,-1-1-1 0 0,1 0 1 0 0,-1 0-1 0 0,1 1 1 0 0,-1-1-1 0 0,1 0 0 0 0,-1 1 1 0 0,1-1-1 0 0,0 1 1 0 0,-1-1-1 0 0,0 2 1 0 0,-2 0-801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7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12 764 0 0,'-20'-12'13583'0'0,"16"16"-13209"0"0,-1 0 0 0 0,1 0 1 0 0,1 0-1 0 0,-1 1 0 0 0,1-1 0 0 0,-1 1 1 0 0,1 0-1 0 0,0 0 0 0 0,1 0 1 0 0,-1 0-1 0 0,1 0 0 0 0,-1 6 0 0 0,-20 78 3027 0 0,17-60-2487 0 0,-62 237 5275 0 0,62-192-4459 0 0,6-70-1599 0 0,0-2-83 0 0,0-1 0 0 0,-1 1 0 0 0,1 0 0 0 0,0 0-1 0 0,0-1 1 0 0,0 1 0 0 0,1 0 0 0 0,-1-1 0 0 0,0 1 0 0 0,1 0 0 0 0,-1-1-1 0 0,1 1 1 0 0,0 1 0 0 0,0-2-38 0 0,-1-1 1 0 0,0 0-1 0 0,1 0 0 0 0,-1 1 1 0 0,1-1-1 0 0,-1 0 0 0 0,0 0 0 0 0,1 0 1 0 0,-1 1-1 0 0,1-1 0 0 0,-1 0 0 0 0,1 0 1 0 0,-1 0-1 0 0,1 0 0 0 0,-1 0 0 0 0,0 0 1 0 0,1 0-1 0 0,-1 0 0 0 0,1 0 0 0 0,-1 0 1 0 0,1 0-1 0 0,-1 0 0 0 0,1 0 1 0 0,-1 0-1 0 0,1-1 0 0 0,-1 1 0 0 0,1 0 1 0 0,26-20 156 0 0,-26 19-331 0 0,16-24-6875 0 0,4 10 720 0 0,-5 4-1920 0 0,-4 2 2086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7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86 164 796 0 0,'0'0'2735'0'0,"-15"-4"7379"0"0,7 16-9160 0 0,-1 0 1 0 0,2 0 0 0 0,-1 0 0 0 0,2 1 0 0 0,0 0-1 0 0,-7 21 1 0 0,0-2 414 0 0,13-28-1120 0 0,0-1 0 0 0,0 1 1 0 0,0-1-1 0 0,0 1 1 0 0,1-1-1 0 0,-1 1 1 0 0,1-1-1 0 0,0 1 0 0 0,0-1 1 0 0,2 5-1 0 0,8-22-162 0 0,-1 0-1 0 0,0-1 1 0 0,-2-1-1 0 0,0 1 0 0 0,10-26 1 0 0,-10 20-34 0 0,1 2 0 0 0,1-1 0 0 0,24-35 1 0 0,-25 43 56 0 0,1 0 1 0 0,0 1-1 0 0,0 0 1 0 0,2 0-1 0 0,-1 1 1 0 0,1 1-1 0 0,1 0 1 0 0,-1 0 0 0 0,19-8-1 0 0,-30 17-73 0 0,0-1-1 0 0,0 1 1 0 0,1 0-1 0 0,-1 0 1 0 0,0 0 0 0 0,0 0-1 0 0,0 0 1 0 0,0 0-1 0 0,0 0 1 0 0,0 0 0 0 0,0 0-1 0 0,0 0 1 0 0,0 0 0 0 0,1 1-1 0 0,-1-1 1 0 0,0 0-1 0 0,0 1 1 0 0,0-1 0 0 0,0 1-1 0 0,0-1 1 0 0,-1 1-1 0 0,1 0 1 0 0,0-1 0 0 0,0 1-1 0 0,0 0 1 0 0,0 0-1 0 0,-1-1 1 0 0,2 3 0 0 0,18 28 932 0 0,-13-18-496 0 0,-6-12-336 0 0,6 8 406 0 0,-5-5 2745 0 0,-15-19-3302 0 0,10 12-193 0 0,-1-6-2334 0 0,4-1-6563 0 0,1 3 7636 0 0,3-2-6809 0 0,2-2 2015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8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4 884 0 0,'0'0'1404'0'0,"-15"-3"9401"0"0,15 3-10728 0 0,0 0 1 0 0,0 0 0 0 0,-1 0-1 0 0,1 0 1 0 0,0 0-1 0 0,0 1 1 0 0,-1-1 0 0 0,1 0-1 0 0,0 0 1 0 0,0 0 0 0 0,0 1-1 0 0,-1-1 1 0 0,1 0 0 0 0,0 0-1 0 0,0 1 1 0 0,0-1 0 0 0,0 0-1 0 0,0 0 1 0 0,-1 1 0 0 0,1-1-1 0 0,0 0 1 0 0,0 0 0 0 0,0 1-1 0 0,0-1 1 0 0,0 0 0 0 0,0 1-1 0 0,0-1 1 0 0,0 0 0 0 0,0 1-1 0 0,0-1 1 0 0,0 0-1 0 0,0 0 1 0 0,0 1 0 0 0,0-1-1 0 0,0 0 1 0 0,1 1 0 0 0,-1-1-1 0 0,0 0 1 0 0,0 0 0 0 0,0 1-1 0 0,0-1 1 0 0,1 0 0 0 0,-1 0-1 0 0,0 1 1 0 0,17 18 1551 0 0,32 23-652 0 0,-37-33-375 0 0,87 81 874 0 0,-83-75-1282 0 0,-1 0 1 0 0,0 1-1 0 0,-1 1 1 0 0,-1 0 0 0 0,-1 1-1 0 0,16 28 1 0 0,-10-10 167 0 0,-2 0 0 0 0,18 59 0 0 0,-29-75-192 0 0,-2-1 1 0 0,0 1 0 0 0,0-1-1 0 0,-2 1 1 0 0,-1 0 0 0 0,0-1-1 0 0,-6 39 1 0 0,0-24 225 0 0,-2 1 1 0 0,-1-1-1 0 0,-21 52 1 0 0,7-32 618 0 0,-47 78 0 0 0,54-107-469 0 0,-1 0-1 0 0,-1-1 1 0 0,0-1 0 0 0,-43 39-1 0 0,37-27 493 0 0,22-34-858 0 0,0-4-76 0 0,-7-12-87 0 0,4 2-17 0 0,5 0 0 0 0,3-1 0 0 0,-1 0 0 0 0,3 4-158 0 0,-3 9-681 0 0,-12-3-8853 0 0,-20 3-6905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47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0 1024 0 0,'0'0'28442'0'0,"-4"2"-28339"0"0,2-1-80 0 0,-1 1 0 0 0,0 0 0 0 0,1 1-1 0 0,0-1 1 0 0,-1 0 0 0 0,1 1 0 0 0,0-1 0 0 0,0 1 0 0 0,0 0 0 0 0,1-1 0 0 0,-1 1 0 0 0,1 0 0 0 0,0 0 0 0 0,-1 0 0 0 0,1 0 0 0 0,0 1 0 0 0,1-1 0 0 0,-1 3-1 0 0,-18 82 313 0 0,14-63-185 0 0,-3 16 85 0 0,-2-1 414 0 0,3 1 0 0 0,-4 80-1 0 0,12-119-574 0 0,5 7-53 0 0,11-11-19 0 0,-14 1 1 0 0,-1-1 0 0 0,1 1 0 0 0,0-1 0 0 0,-1 0 0 0 0,1 0 0 0 0,-1 0 0 0 0,1 0 0 0 0,-1 0 0 0 0,0-1 1 0 0,0 1-1 0 0,0-1 0 0 0,0 1 0 0 0,-1-1 0 0 0,1 0 0 0 0,-1 0 0 0 0,1 0 0 0 0,1-4 0 0 0,-1-1-453 0 0,0 0 1 0 0,0 1-1 0 0,-1-1 0 0 0,0 0 1 0 0,0-13-1 0 0,-1 20 340 0 0,-1 0 1 0 0,1 1-1 0 0,0-1 0 0 0,0 0 1 0 0,-1 1-1 0 0,1-1 0 0 0,-1 1 0 0 0,1-1 1 0 0,-1 0-1 0 0,1 1 0 0 0,-1-1 1 0 0,1 1-1 0 0,-1-1 0 0 0,1 1 0 0 0,-1-1 1 0 0,0 1-1 0 0,1 0 0 0 0,-1-1 1 0 0,0 1-1 0 0,1 0 0 0 0,-1-1 1 0 0,0 1-1 0 0,0 0 0 0 0,1 0 0 0 0,-1 0 1 0 0,0 0-1 0 0,0-1 0 0 0,1 1 1 0 0,-1 0-1 0 0,0 0 0 0 0,-1 1 0 0 0,-25 2-6270 0 0,25-2 5731 0 0,-8 4-2314 0 0,2-1-3444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47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3 676 0 0,'-1'-1'774'0'0,"-9"0"2080"0"0,0 2 2042 0 0,-16 8-1808 0 0,24-8-2052 0 0,-48 14 5061 0 0,37-6-5462 0 0,0 0-1 0 0,0 0 1 0 0,1 2 0 0 0,0-1-1 0 0,1 1 1 0 0,0 1-1 0 0,1 0 1 0 0,0 1 0 0 0,1 0-1 0 0,0 0 1 0 0,1 1-1 0 0,0 0 1 0 0,-10 30 0 0 0,13-32-477 0 0,1 1 1 0 0,1 0 0 0 0,0 0-1 0 0,0 0 1 0 0,2 0 0 0 0,-1 1-1 0 0,2-1 1 0 0,0 0 0 0 0,0 1-1 0 0,1-1 1 0 0,1 0 0 0 0,0 0-1 0 0,1 0 1 0 0,0 0 0 0 0,1 0-1 0 0,1 0 1 0 0,7 13 0 0 0,-11-22-186 0 0,1 0 0 0 0,1-1 0 0 0,-1 1 0 0 0,0-1 0 0 0,1 0 0 0 0,0 1 0 0 0,0-1 0 0 0,0 0 1 0 0,0-1-1 0 0,0 1 0 0 0,0 0 0 0 0,1-1 0 0 0,0 0 0 0 0,-1 0 0 0 0,1 0 0 0 0,0 0 0 0 0,0-1 1 0 0,7 3-1 0 0,-5-3-144 0 0,0-1 0 0 0,0 0 1 0 0,0 0-1 0 0,0 0 0 0 0,0 0 0 0 0,0-1 1 0 0,0 0-1 0 0,-1 0 0 0 0,1-1 0 0 0,0 0 1 0 0,10-4-1 0 0,-3 0-1021 0 0,1-1 0 0 0,-2-1-1 0 0,1 0 1 0 0,14-12 0 0 0,-14 9-2890 0 0,1-1 0 0 0,17-22-1 0 0,-17 15-1763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48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0 344 0 0,'0'0'10620'0'0,"-4"3"-9348"0"0,-1 0-442 0 0,0 1-1 0 0,-1 0 1 0 0,2 0-1 0 0,-1 0 1 0 0,0 0-1 0 0,-3 6 0 0 0,7-6-548 0 0,0 0-1 0 0,0 1 0 0 0,1-1 1 0 0,0 0-1 0 0,0 0 0 0 0,0 1 1 0 0,1-1-1 0 0,-1 0 0 0 0,1 0 1 0 0,0 0-1 0 0,0 0 0 0 0,3 7 1 0 0,14 25 467 0 0,2-1 0 0 0,1-1 1 0 0,2-1-1 0 0,49 55 0 0 0,-34-43-318 0 0,-25-29-145 0 0,-1 0-1 0 0,0 0 1 0 0,-1 1-1 0 0,-1 1 0 0 0,0 0 1 0 0,11 32-1 0 0,-19-43-127 0 0,0 0 0 0 0,0 1 1 0 0,-1-1-1 0 0,0 1 0 0 0,0-1 0 0 0,-1 1 0 0 0,0-1 0 0 0,0 1 0 0 0,-1-1 0 0 0,0 1 0 0 0,0-1 0 0 0,-1 1 0 0 0,0-1 1 0 0,0 0-1 0 0,-1 0 0 0 0,0 0 0 0 0,0 0 0 0 0,-1 0 0 0 0,1-1 0 0 0,-10 12 0 0 0,9-12-22 0 0,0-1 0 0 0,-1 0 0 0 0,0 0 0 0 0,0 0 0 0 0,0 0 0 0 0,0-1 0 0 0,-1 0-1 0 0,0 0 1 0 0,1 0 0 0 0,-2-1 0 0 0,-9 4 0 0 0,3-6-135 0 0,12 0 0 0 0,0-1 0 0 0,1 0 0 0 0,-1 0 0 0 0,0 0 0 0 0,0 0 0 0 0,1 0 0 0 0,-1 0 0 0 0,0 0 0 0 0,0 0 0 0 0,1 0 0 0 0,-1 0 0 0 0,0-1 0 0 0,1 1 0 0 0,-1 0 0 0 0,0 0 0 0 0,0-1 0 0 0,1 1 0 0 0,-1 0 0 0 0,1-1 0 0 0,-1 1 0 0 0,0-1 0 0 0,1 1 0 0 0,-1-1 0 0 0,1 1 0 0 0,-1-1 0 0 0,1 1 0 0 0,-1-1 0 0 0,1 0 0 0 0,-1 1 0 0 0,1-1 0 0 0,0 0 0 0 0,-1 1 0 0 0,1-1 0 0 0,0 0 0 0 0,0 1 0 0 0,-1-1 0 0 0,1 0 0 0 0,0 0 0 0 0,0 1 0 0 0,0-1 0 0 0,0 0 0 0 0,0 0 0 0 0,0 1 0 0 0,0-1 0 0 0,0 0 0 0 0,0 1 0 0 0,1-2 0 0 0,-1-4-33 0 0,1 0-1 0 0,0 0 1 0 0,1 0 0 0 0,0 0-1 0 0,0 0 1 0 0,0 0 0 0 0,0 1-1 0 0,1-1 1 0 0,0 1-1 0 0,0-1 1 0 0,0 1 0 0 0,1 0-1 0 0,0 1 1 0 0,5-6 0 0 0,7-7-1217 0 0,1 1 0 0 0,25-19 0 0 0,19-6-3480 0 0,-39 28 292 0 0,0 1-3382 0 0,-4 3 1339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49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1 320 0 0,'-1'2'20268'0'0,"-4"20"-19949"0"0,2-14 173 0 0,0 0-1 0 0,1 0 1 0 0,1 1-1 0 0,0-1 1 0 0,-1 9-1 0 0,-1 9 388 0 0,0 7 322 0 0,1 0 0 0 0,2 45 0 0 0,1-27-457 0 0,-1-48-615 0 0,1 4-18 0 0,-1-7-123 0 0,0 0 0 0 0,0 0 1 0 0,0 0-1 0 0,0 0 0 0 0,0 0 0 0 0,0-1 1 0 0,-1 1-1 0 0,1 0 0 0 0,0 0 0 0 0,0 0 1 0 0,0 0-1 0 0,0 0 0 0 0,0 0 0 0 0,0 0 1 0 0,0 0-1 0 0,0 0 0 0 0,0 0 1 0 0,0 0-1 0 0,-1 0 0 0 0,1 0 0 0 0,0 0 1 0 0,0 0-1 0 0,0 0 0 0 0,0 0 0 0 0,0 0 1 0 0,0 0-1 0 0,0 0 0 0 0,0 0 0 0 0,-1 0 1 0 0,1 0-1 0 0,0 0 0 0 0,0 0 1 0 0,0 0-1 0 0,0 0 0 0 0,0 0 0 0 0,0 0 1 0 0,0 0-1 0 0,0 0 0 0 0,0 0 0 0 0,0 1 1 0 0,-1-1-1 0 0,1 0 0 0 0,0 0 0 0 0,0 0 1 0 0,0 0-1 0 0,0 0 0 0 0,0 0 0 0 0,0 0 1 0 0,0 0-1 0 0,0 1 0 0 0,-8-11-114 0 0,0 1 0 0 0,0 0-1 0 0,-1 1 1 0 0,0 0-1 0 0,0 0 1 0 0,-11-6 0 0 0,-28-5-84 0 0,46 18 182 0 0,-36-5-113 0 0,31 14 187 0 0,0 0 0 0 0,0 1-1 0 0,1-1 1 0 0,0 1 0 0 0,0 0 0 0 0,1 1 0 0 0,1-1 0 0 0,0 1 0 0 0,0 0 0 0 0,-3 14 0 0 0,-6 21 229 0 0,11-40-247 0 0,0 0 1 0 0,0 0-1 0 0,1 1 0 0 0,0-1 1 0 0,-1 1-1 0 0,2-1 1 0 0,-1 1-1 0 0,1-1 0 0 0,0 1 1 0 0,0-1-1 0 0,1 11 1 0 0,0-11 3 0 0,0-1 1 0 0,0 1 0 0 0,0-1 0 0 0,1 1-1 0 0,-1-1 1 0 0,1 0 0 0 0,0 0 0 0 0,1 0 0 0 0,-1 0-1 0 0,0 0 1 0 0,6 6 0 0 0,-5-8-19 0 0,0 0 1 0 0,0 0-1 0 0,1 0 0 0 0,-1 0 1 0 0,0-1-1 0 0,1 1 1 0 0,-1-1-1 0 0,1 0 0 0 0,-1 0 1 0 0,1-1-1 0 0,-1 1 1 0 0,1-1-1 0 0,-1 1 0 0 0,1-1 1 0 0,0 0-1 0 0,4-1 1 0 0,12-1-16 0 0,1-1 1 0 0,-1 0-1 0 0,0-2 0 0 0,-1 0 1 0 0,34-14-1 0 0,-19 4-339 0 0,-1-1-1 0 0,40-26 1 0 0,-68 39 291 0 0,-1 1 0 0 0,0-1-1 0 0,0 0 1 0 0,0 0 0 0 0,0 0 0 0 0,0 0 0 0 0,-1-1 0 0 0,0 0 0 0 0,1 1-1 0 0,-1-1 1 0 0,-1 0 0 0 0,1-1 0 0 0,0 1 0 0 0,-1 0 0 0 0,0-1-1 0 0,0 1 1 0 0,1-7 0 0 0,-3 10 57 0 0,-1-1 1 0 0,1 0-1 0 0,-1 0 0 0 0,1 1 1 0 0,-1-1-1 0 0,0 0 0 0 0,1 1 0 0 0,-1-1 1 0 0,0 1-1 0 0,0-1 0 0 0,0 1 1 0 0,-1-1-1 0 0,1 1 0 0 0,0 0 0 0 0,0-1 1 0 0,-1 1-1 0 0,1 0 0 0 0,-1 0 1 0 0,1 0-1 0 0,-1 0 0 0 0,1 0 0 0 0,-1 0 1 0 0,0 1-1 0 0,1-1 0 0 0,-1 0 1 0 0,0 1-1 0 0,0 0 0 0 0,1-1 0 0 0,-4 1 1 0 0,-52-5 442 0 0,28 8-181 0 0,0 1 0 0 0,0 1 0 0 0,-44 15 0 0 0,52-14-307 0 0,17-5-212 0 0,13-1-3238 0 0,4-2 2603 0 0,-1 1 0 0 0,1-2-1 0 0,20-6 1 0 0,-7 0-3279 0 0,0-1-3318 0 0,-9 3 1782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50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17 812 0 0,'0'0'22140'0'0,"-17"-14"-28582"0"0,14 11 3382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50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14 616 0 0,'-15'-14'15795'0'0,"14"22"-9102"0"0,-1 6-9310 0 0,-9 84 7043 0 0,4 153-1 0 0,7-228-3922 0 0,15 16 453 0 0,-10-30-5271 0 0,-2-12 3834 0 0,0 0 0 0 0,-1 0 0 0 0,1 0 0 0 0,-1-1-1 0 0,0 1 1 0 0,0 0 0 0 0,0-1 0 0 0,0 1 0 0 0,-1-1-1 0 0,1 0 1 0 0,-1 0 0 0 0,0 1 0 0 0,0-1 0 0 0,0 0-1 0 0,0-7 1 0 0,5-17-8635 0 0,0 14 3681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51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77 276 0 0,'-33'14'11008'0'0,"47"-17"-2841"0"0,13-3-5902 0 0,45-10-2146 0 0,-18-2 392 0 0,-24 7-510 0 0,1 2-1 0 0,-1 1 0 0 0,2 1 1 0 0,60-5-1 0 0,-90 12 12 0 0,-1 0 0 0 0,1 1 0 0 0,-1-1 0 0 0,0 0 0 0 0,1 1 0 0 0,-1-1 0 0 0,0 1 0 0 0,1 0 0 0 0,-1-1 0 0 0,0 1 0 0 0,0 0 0 0 0,0 0 0 0 0,0 0 0 0 0,0 0 0 0 0,0 0 0 0 0,0 0 0 0 0,0 0 0 0 0,0 0 0 0 0,0 0 0 0 0,0 0 0 0 0,-1 1 0 0 0,1-1 0 0 0,0 0 0 0 0,-1 0 0 0 0,1 1 0 0 0,-1-1 0 0 0,0 1 0 0 0,1-1 0 0 0,-1 0 0 0 0,0 1 0 0 0,0-1 0 0 0,0 1 0 0 0,0-1 0 0 0,0 0 0 0 0,0 1 0 0 0,0-1 0 0 0,-1 2 0 0 0,1 3 135 0 0,0 0-1 0 0,-1 0 0 0 0,0 0 1 0 0,0 0-1 0 0,-1 0 0 0 0,1 0 1 0 0,-5 9-1 0 0,-10 11 520 0 0,11-19-429 0 0,0 1 0 0 0,0-1 0 0 0,1 1 0 0 0,0 0-1 0 0,1 0 1 0 0,-1 0 0 0 0,2 1 0 0 0,-1-1-1 0 0,-1 12 1 0 0,2-2 307 0 0,1-18-540 0 0,1 1 1 0 0,0 0 0 0 0,-1-1-1 0 0,1 1 1 0 0,0 0 0 0 0,0-1-1 0 0,0 1 1 0 0,-1 0 0 0 0,1-1-1 0 0,0 1 1 0 0,0 0 0 0 0,0 0 0 0 0,0-1-1 0 0,0 1 1 0 0,0 0 0 0 0,1 0-1 0 0,-1-1 1 0 0,0 1 0 0 0,0 0-1 0 0,0-1 1 0 0,1 1 0 0 0,-1 0-1 0 0,0-1 1 0 0,1 1 0 0 0,-1 0 0 0 0,1-1-1 0 0,-1 1 1 0 0,0-1 0 0 0,1 1-1 0 0,-1-1 1 0 0,1 1 0 0 0,0-1-1 0 0,-1 1 1 0 0,1-1 0 0 0,-1 1-1 0 0,1-1 1 0 0,0 0 0 0 0,-1 1 0 0 0,1-1-1 0 0,0 0 1 0 0,-1 0 0 0 0,1 1-1 0 0,0-1 1 0 0,-1 0 0 0 0,1 0-1 0 0,0 0 1 0 0,0 0 0 0 0,-1 0-1 0 0,1 0 1 0 0,1 0 0 0 0,0 0-260 0 0,1 0 132 0 0,0-1 1 0 0,0 0-1 0 0,0 0 1 0 0,0 0 0 0 0,0 0-1 0 0,0 0 1 0 0,-1 0-1 0 0,1-1 1 0 0,0 1 0 0 0,-1-1-1 0 0,1 0 1 0 0,-1 0-1 0 0,0 0 1 0 0,3-3 0 0 0,9-17-4472 0 0,-13 21 3892 0 0,-1-1 0 0 0,0 1-1 0 0,0 0 1 0 0,1-1 0 0 0,-1 1 0 0 0,0 0-1 0 0,0-1 1 0 0,0 1 0 0 0,0-1 0 0 0,-1 1-1 0 0,1 0 1 0 0,0-1 0 0 0,0 1 0 0 0,-1 0-1 0 0,1-1 1 0 0,-2-1 0 0 0,-2-5-4455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51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1120 0 0,'3'2'11710'0'0,"20"1"-11161"0"0,-2-5 437 0 0,38 1 1555 0 0,-57 1-2453 0 0,1 0-1 0 0,0 0 1 0 0,0 0 0 0 0,-1 1 0 0 0,1-1-1 0 0,0 1 1 0 0,0 0 0 0 0,-1 0 0 0 0,1 0-1 0 0,-1 0 1 0 0,1 0 0 0 0,-1 1 0 0 0,1-1 0 0 0,2 3-1 0 0,-3-2 3 0 0,-1 1 0 0 0,1-1 0 0 0,-1 1 1 0 0,0-1-1 0 0,0 1 0 0 0,0-1 0 0 0,0 1 0 0 0,0 0 0 0 0,-1-1 0 0 0,1 1 0 0 0,-1 0 0 0 0,0 0 0 0 0,1-1 0 0 0,-1 1 0 0 0,-1 0 0 0 0,1 0 0 0 0,0 0 0 0 0,-1-1 0 0 0,1 1 0 0 0,-1 0 0 0 0,0-1 0 0 0,0 1 0 0 0,-1 3 0 0 0,-5 9 481 0 0,0 0-1 0 0,-14 24 0 0 0,14-29-205 0 0,-6 13 235 0 0,-29 54 2186 0 0,43-76-2765 0 0,-1 0-1 0 0,0 0 1 0 0,0 0-1 0 0,0-1 1 0 0,1 1-1 0 0,-1 0 1 0 0,0-1-1 0 0,1 1 1 0 0,-1 0-1 0 0,1-1 1 0 0,-1 1-1 0 0,1 0 1 0 0,-1-1-1 0 0,1 1 1 0 0,-1-1-1 0 0,1 1 1 0 0,-1-1-1 0 0,1 1 1 0 0,0-1-1 0 0,-1 1 1 0 0,1-1-1 0 0,0 0 1 0 0,0 1-1 0 0,-1-1 1 0 0,1 0-1 0 0,0 0 1 0 0,0 1 0 0 0,-1-1-1 0 0,1 0 1 0 0,0 0-1 0 0,0 0 1 0 0,-1 0-1 0 0,1 0 1 0 0,0 0-1 0 0,0 0 1 0 0,1-1-1 0 0,30 3 199 0 0,3-9-417 0 0,62-20 1 0 0,-64 16-1870 0 0,62-11 1 0 0,-93 21 1372 0 0,-4 6-601 0 0,1-1 797 0 0,0 1-1 0 0,-1-1 1 0 0,0 0 0 0 0,0 1-1 0 0,-1-1 1 0 0,1 0-1 0 0,-1 0 1 0 0,0-1 0 0 0,0 1-1 0 0,0 0 1 0 0,0-1-1 0 0,0 0 1 0 0,-6 4 0 0 0,-6 8-4184 0 0,-4 6-181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52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50 139 1524 0 0,'-4'1'1916'0'0,"-30"1"4606"0"0,23-8 2564 0 0,17 7-8251 0 0,29 7-37 0 0,1-1 0 0 0,0-2-1 0 0,0-2 1 0 0,0-1 0 0 0,0-2 0 0 0,0-1 0 0 0,62-11-1 0 0,253-69 2245 0 0,-345 80-2982 0 0,199-62 1770 0 0,-205 63-1879 0 0,0 0 0 0 0,0 0 1 0 0,0-1-1 0 0,1 1 0 0 0,-1 0 0 0 0,0 0 1 0 0,0-1-1 0 0,1 1 0 0 0,-1 0 0 0 0,0 0 1 0 0,0 0-1 0 0,1 0 0 0 0,-1-1 0 0 0,0 1 1 0 0,1 0-1 0 0,-1 0 0 0 0,0 0 0 0 0,1 0 1 0 0,-1 0-1 0 0,0 0 0 0 0,1 0 0 0 0,-1 0 1 0 0,0 0-1 0 0,1 0 0 0 0,-1 0 0 0 0,0 0 0 0 0,1 0 1 0 0,-1 0-1 0 0,0 0 0 0 0,0 0 0 0 0,1 0 1 0 0,-1 0-1 0 0,0 1 0 0 0,1-1 0 0 0,-1 0 1 0 0,0 0-1 0 0,0 0 0 0 0,1 0 0 0 0,-1 1 1 0 0,0-1-1 0 0,0 0 0 0 0,1 0 0 0 0,-1 1 1 0 0,0-1-1 0 0,0 0 0 0 0,0 0 0 0 0,1 1 1 0 0,-1-1-1 0 0,0 0 0 0 0,0 0 0 0 0,0 1 1 0 0,-13 19-1195 0 0,-37 23-3249 0 0,14-20-349 0 0,5-3-2888 0 0,5-3 1908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53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1 436 0 0,'0'0'5786'0'0,"-3"1"-4454"0"0,0 1-995 0 0,1 0 0 0 0,0 0 0 0 0,-1 1 0 0 0,1-1 0 0 0,0 0 0 0 0,0 1 0 0 0,0 0 0 0 0,1-1 0 0 0,-1 1 0 0 0,1 0 0 0 0,-1 0 0 0 0,1 0 0 0 0,0 0 0 0 0,0 0 0 0 0,0 0 0 0 0,1 0 0 0 0,-1 6 0 0 0,-8 68 2735 0 0,7-60-2558 0 0,-16 331 8092 0 0,35-293-5638 0 0,-17-56-2968 0 0,0 1-1 0 0,0 0 1 0 0,0-1 0 0 0,0 1 0 0 0,1-1-1 0 0,-1 1 1 0 0,0 0 0 0 0,0-1 0 0 0,0 1-1 0 0,0 0 1 0 0,1-1 0 0 0,-1 1-1 0 0,0 0 1 0 0,0 0 0 0 0,1-1 0 0 0,-1 1-1 0 0,0 0 1 0 0,1-1 0 0 0,-1 1 0 0 0,0 0-1 0 0,1 0 1 0 0,-1 0 0 0 0,0 0-1 0 0,1-1 1 0 0,-1 1 0 0 0,0 0 0 0 0,1 0-1 0 0,-1 0 1 0 0,0 0 0 0 0,1 0 0 0 0,0 0-12 0 0,0 0 0 0 0,-1-1 0 0 0,1 1 0 0 0,-1 0 0 0 0,1 0 0 0 0,-1 0 0 0 0,1 0 0 0 0,-1-1 0 0 0,1 1 0 0 0,-1 0 1 0 0,0-1-1 0 0,1 1 0 0 0,-1 0 0 0 0,1-1 0 0 0,-1 1 0 0 0,1 0 0 0 0,-1-1 0 0 0,0 1 0 0 0,1-1 0 0 0,-1 1 1 0 0,0-1-1 0 0,0 1 0 0 0,1-1 0 0 0,-1 1 0 0 0,0-1 0 0 0,0 1 0 0 0,0-1 0 0 0,0 1 0 0 0,0-1 0 0 0,1 1 0 0 0,-1-1 1 0 0,0 0-1 0 0,1-30-831 0 0,0 20 396 0 0,-1-1 1 0 0,0 0 0 0 0,0 1-1 0 0,-1-1 1 0 0,0 1-1 0 0,-5-19 1 0 0,5 27 383 0 0,0 1 0 0 0,0 0 0 0 0,0-1 0 0 0,0 1 0 0 0,0-1 0 0 0,-1 1 0 0 0,1 0 0 0 0,0 0 0 0 0,-1 0 0 0 0,0 0 0 0 0,0 0 0 0 0,1 0 0 0 0,-1 0 1 0 0,0 1-1 0 0,0-1 0 0 0,-1 0 0 0 0,1 1 0 0 0,0 0 0 0 0,0 0 0 0 0,-1 0 0 0 0,1 0 0 0 0,-1 0 0 0 0,1 0 0 0 0,-4-1 0 0 0,-1 2 47 0 0,1 0-1 0 0,0 1 1 0 0,0 0 0 0 0,-1 0 0 0 0,1 0-1 0 0,0 0 1 0 0,0 1 0 0 0,0 0-1 0 0,-10 5 1 0 0,1 1 300 0 0,-1 0 1 0 0,2 1-1 0 0,-1 1 1 0 0,1 1-1 0 0,1 0 0 0 0,0 0 1 0 0,0 1-1 0 0,1 1 0 0 0,1 0 1 0 0,0 1-1 0 0,-13 21 0 0 0,24-32-236 0 0,0-1 0 0 0,1 1 0 0 0,-1-1 0 0 0,1 1 0 0 0,0-1 0 0 0,-1 0-1 0 0,1 1 1 0 0,0-1 0 0 0,1 0 0 0 0,-1 1 0 0 0,0-1 0 0 0,0 0 0 0 0,1 0-1 0 0,0 0 1 0 0,-1 0 0 0 0,1 0 0 0 0,0-1 0 0 0,2 3 0 0 0,3 0 11 0 0,-1-1-1 0 0,1 0 1 0 0,0 0 0 0 0,1-1-1 0 0,-1 0 1 0 0,0 0 0 0 0,0 0 0 0 0,1-1-1 0 0,-1 0 1 0 0,1-1 0 0 0,-1 1-1 0 0,1-2 1 0 0,-1 1 0 0 0,10-2 0 0 0,13-3 7 0 0,-1 0 1 0 0,30-11 0 0 0,-7-2-774 0 0,81-39 0 0 0,-132 57 702 0 0,-1 0 0 0 0,0 0-1 0 0,0 0 1 0 0,0 0 0 0 0,1 0-1 0 0,-1 0 1 0 0,0 0 0 0 0,0 0 0 0 0,0 0-1 0 0,1 0 1 0 0,-1 0 0 0 0,0-1-1 0 0,0 1 1 0 0,0 0 0 0 0,0 0 0 0 0,1 0-1 0 0,-1 0 1 0 0,0 0 0 0 0,0 0-1 0 0,0-1 1 0 0,0 1 0 0 0,0 0 0 0 0,1 0-1 0 0,-1 0 1 0 0,0-1 0 0 0,0 1-1 0 0,0 0 1 0 0,0 0 0 0 0,0 0 0 0 0,0-1-1 0 0,0 1 1 0 0,0 0 0 0 0,0 0-1 0 0,0 0 1 0 0,0-1 0 0 0,0 1 0 0 0,0 0-1 0 0,0 0 1 0 0,0 0 0 0 0,0-1-1 0 0,0 1 1 0 0,0 0 0 0 0,0 0 0 0 0,0 0-1 0 0,0-1 1 0 0,0 1 0 0 0,-1 0-1 0 0,-10-7-40 0 0,-15 1 71 0 0,-86 4-623 0 0,111 2 502 0 0,1-1 0 0 0,-1 1-1 0 0,1 0 1 0 0,-1 0-1 0 0,1-1 1 0 0,-1 1-1 0 0,1-1 1 0 0,-1 1 0 0 0,1 0-1 0 0,0-1 1 0 0,-1 1-1 0 0,1-1 1 0 0,-1 1-1 0 0,1-1 1 0 0,0 1 0 0 0,0-1-1 0 0,-1 1 1 0 0,1-1-1 0 0,0 1 1 0 0,0-1-1 0 0,0 1 1 0 0,0-1 0 0 0,-1 0-1 0 0,1 1 1 0 0,0-1-1 0 0,0 1 1 0 0,0-1-1 0 0,0 1 1 0 0,0-1 0 0 0,0 0-1 0 0,1 1 1 0 0,-1-1-1 0 0,0 1 1 0 0,0-1-1 0 0,0 1 1 0 0,0-1 0 0 0,1 1-1 0 0,-1-1 1 0 0,0 1-1 0 0,1-1 1 0 0,-1 1-1 0 0,0-1 1 0 0,1 1 0 0 0,-1-1-1 0 0,0 1 1 0 0,1 0-1 0 0,-1-1 1 0 0,1 0-1 0 0,20-27-2630 0 0,-21 28 2692 0 0,15-16-2617 0 0,-4 5-1902 0 0,-7 7 1714 0 0,7-3-1805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54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19 243 904 0 0,'0'0'13523'0'0,"-13"30"-8334"0"0,14-10-4196 0 0,-2-1 0 0 0,-5 27-1 0 0,9 5 143 0 0,0-21-484 0 0,-3-28-599 0 0,0 0-1 0 0,0-1 1 0 0,0 1-1 0 0,0-1 1 0 0,1 1-1 0 0,-1-1 1 0 0,0 1 0 0 0,1-1-1 0 0,-1 1 1 0 0,1-1-1 0 0,-1 1 1 0 0,1-1-1 0 0,-1 1 1 0 0,1-1-1 0 0,2 3 1 0 0,-3-4-32 0 0,1 1 0 0 0,-1-1 0 0 0,1 1 1 0 0,0-1-1 0 0,-1 0 0 0 0,1 0 0 0 0,-1 1 0 0 0,1-1 1 0 0,0 0-1 0 0,-1 0 0 0 0,1 0 0 0 0,0 0 0 0 0,-1 1 1 0 0,1-1-1 0 0,0 0 0 0 0,-1 0 0 0 0,1 0 0 0 0,0-1 1 0 0,-1 1-1 0 0,1 0 0 0 0,0 0 0 0 0,-1 0 0 0 0,1 0 1 0 0,0-1-1 0 0,0 1 0 0 0,1-1-14 0 0,1-1 0 0 0,-1 1 0 0 0,0-1 0 0 0,0 1 0 0 0,0-1 1 0 0,0 0-1 0 0,0 0 0 0 0,0 0 0 0 0,0 0 0 0 0,0 0 0 0 0,-1 0 0 0 0,1-1 0 0 0,-1 1 0 0 0,0-1 1 0 0,2-3-1 0 0,7-35-179 0 0,-2 1-1 0 0,-2-1 1 0 0,-2 0 0 0 0,-1-1 0 0 0,-4-44 0 0 0,1 77 165 0 0,0 2 72 0 0,0 0 0 0 0,1 0 1 0 0,0 1-1 0 0,1-1 0 0 0,-1 0 0 0 0,5-12 0 0 0,-2 14-17 0 0,0 1-1 0 0,0-1 0 0 0,1 1 1 0 0,-1-1-1 0 0,1 1 0 0 0,0 1 1 0 0,0-1-1 0 0,0 1 1 0 0,1-1-1 0 0,-1 2 0 0 0,1-1 1 0 0,-1 1-1 0 0,1-1 0 0 0,0 2 1 0 0,8-3-1 0 0,7-1 392 0 0,1 1 0 0 0,39-3 0 0 0,-56 7-251 0 0,1-1 0 0 0,-1 1 0 0 0,0 0 0 0 0,1 1-1 0 0,-1-1 1 0 0,0 1 0 0 0,1 0 0 0 0,-1 0 0 0 0,0 1-1 0 0,0-1 1 0 0,0 1 0 0 0,0 0 0 0 0,8 5-1 0 0,-12-6 248 0 0,12 3 466 0 0,-6 0-1984 0 0,-12 2-6150 0 0,-21 8 4610 0 0,11-5-8961 0 0,11-6 6685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55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45 796 0 0,'-4'4'28483'0'0,"9"-8"-28431"0"0,-1-1 0 0 0,1 1 0 0 0,0 0 0 0 0,1 0 0 0 0,-1 0 0 0 0,1 1 0 0 0,-1-1 0 0 0,1 1 0 0 0,0 1 0 0 0,10-4 0 0 0,-12 5-22 0 0,0-1-1 0 0,0 1 1 0 0,0 1 0 0 0,0-1-1 0 0,0 1 1 0 0,0-1 0 0 0,0 1-1 0 0,0 0 1 0 0,1 1 0 0 0,-1-1-1 0 0,0 1 1 0 0,0 0 0 0 0,0-1-1 0 0,0 2 1 0 0,0-1 0 0 0,0 0-1 0 0,-1 1 1 0 0,8 4 0 0 0,-9-5-8 0 0,0 1 1 0 0,-1 0-1 0 0,1-1 1 0 0,-1 1-1 0 0,1 0 1 0 0,-1-1-1 0 0,0 1 1 0 0,0 0-1 0 0,1 0 1 0 0,-1 0-1 0 0,-1 0 1 0 0,1 0 0 0 0,0 0-1 0 0,0 0 1 0 0,-1 1-1 0 0,1-1 1 0 0,-1 0-1 0 0,0 0 1 0 0,0 1-1 0 0,0-1 1 0 0,0 0-1 0 0,0 3 1 0 0,-1 2 38 0 0,0 1 1 0 0,-1-1-1 0 0,1 0 1 0 0,-2 0-1 0 0,-2 9 1 0 0,-3-2-12 0 0,1 1 1 0 0,-2-2-1 0 0,0 1 1 0 0,-1-1 0 0 0,0-1-1 0 0,0 0 1 0 0,-2 0 0 0 0,1-1-1 0 0,-2 0 1 0 0,1-1-1 0 0,-1-1 1 0 0,-1 0 0 0 0,-14 7-1 0 0,24-12-403 0 0,17-7 171 0 0,43-13 137 0 0,9-1 92 0 0,-23 6 56 0 0,-11 3 194 0 0,1 2 0 0 0,0 1-1 0 0,60-1 1 0 0,-76 5-297 0 0,-6-2 0 0 0,4 6-27 0 0,-11-3-159 0 0,-10-2-8346 0 0,4 2 8279 0 0,1 0 0 0 0,0-1 0 0 0,-1 1 0 0 0,1 0 0 0 0,-1 0 0 0 0,1 0 0 0 0,-1 1 0 0 0,1-1 0 0 0,-4 1 0 0 0,-2 0-524 0 0,0-1-274 0 0,2 0-860 0 0,-1 0-5386 0 0,-9 0 1417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00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16 1504 0 0,'-15'-9'7015'0'0,"5"2"656"0"0,11 32-789 0 0,-1 48-5576 0 0,0-58-266 0 0,-4 68 1142 0 0,2-43-2262 0 0,1 1-4196 0 0,1-39 2936 0 0,-13-36-16484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00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73 560 0 0,'63'-21'12146'0'0,"66"-2"-8530"0"0,-60 11-1841 0 0,-27 6-966 0 0,1 1-1 0 0,48 0 1 0 0,-89 5-843 0 0,-1 0 0 0 0,0 0 1 0 0,0 0-1 0 0,1 0 0 0 0,-1 0 0 0 0,0 0 0 0 0,0 0 0 0 0,0 0 0 0 0,1 0 0 0 0,-1 1 0 0 0,0-1 1 0 0,0 1-1 0 0,0-1 0 0 0,0 1 0 0 0,1-1 0 0 0,-1 1 0 0 0,0-1 0 0 0,0 1 0 0 0,0 0 0 0 0,1 1 1 0 0,-2-1 3 0 0,0 0 1 0 0,1 0 0 0 0,-1-1 0 0 0,0 1 0 0 0,0 0 0 0 0,0 0 0 0 0,0 0 0 0 0,0 0-1 0 0,0-1 1 0 0,0 1 0 0 0,0 0 0 0 0,-1 0 0 0 0,1 0 0 0 0,0-1 0 0 0,0 1 0 0 0,-1 0-1 0 0,1 0 1 0 0,0-1 0 0 0,-1 1 0 0 0,1 0 0 0 0,-1 0 0 0 0,0 0 0 0 0,-39 40-6399 0 0,32-34 1136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01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93 32 0 0,'0'0'12662'0'0,"1"25"-8117"0"0,2-6-2666 0 0,1-5-1001 0 0,-5-1-397 0 0,2 0-1 0 0,0-1 0 0 0,0 1 0 0 0,1-1 0 0 0,1 1 0 0 0,0-1 1 0 0,1 0-1 0 0,0 0 0 0 0,1 0 0 0 0,0 0 0 0 0,7 11 0 0 0,-11-22-22 0 0,3-4-360 0 0,0-1-80 0 0,-1 1 0 0 0,1-1 0 0 0,-1 1 0 0 0,0-1 0 0 0,0 0 1 0 0,-1 0-1 0 0,1-1 0 0 0,-1 1 0 0 0,0 0 0 0 0,0-1 0 0 0,0 1 0 0 0,-1-1 1 0 0,0 0-1 0 0,0 0 0 0 0,1-7 0 0 0,0-7 43 0 0,-2 0 0 0 0,-2-35 0 0 0,-1 0 28 0 0,1 35-3 0 0,2 17-47 0 0,-1-1 0 0 0,1 0 0 0 0,-1 1 1 0 0,1-1-1 0 0,0 1 0 0 0,0-1 0 0 0,0 1 0 0 0,1-1 1 0 0,-1 0-1 0 0,1 1 0 0 0,-1-1 0 0 0,1 1 0 0 0,1-3 1 0 0,-1 3-8 0 0,0 0 0 0 0,0 1 0 0 0,0-1 1 0 0,0 1-1 0 0,0-1 0 0 0,1 0 0 0 0,-1 1 1 0 0,0 0-1 0 0,1-1 0 0 0,-1 1 1 0 0,1 0-1 0 0,0 0 0 0 0,-1 0 0 0 0,1 0 1 0 0,0 0-1 0 0,0 0 0 0 0,0 1 0 0 0,2-2 1 0 0,2 1 37 0 0,0 0 0 0 0,0 0 1 0 0,1 0-1 0 0,-1 1 0 0 0,0 0 1 0 0,6 0-1 0 0,11 3 294 0 0,0 0 0 0 0,31 10 0 0 0,175 63 2695 0 0,-214-71-3114 0 0,-12-5-295 0 0,-10 1-364 0 0,-46 13-2888 0 0,32-5-2167 0 0,0 3-5490 0 0,11-6 5065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02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21 1184 0 0,'0'0'2432'0'0,"19"-13"1829"0"0,-1 5 9543 0 0,-33 172-9175 0 0,2-39-2846 0 0,9-84-1236 0 0,2-22-209 0 0,0-1 0 0 0,2 1 0 0 0,0 0 1 0 0,1 0-1 0 0,4 21 0 0 0,-2-9 232 0 0,-3-26-438 0 0,0 1 1 0 0,1-1-1 0 0,0 0 0 0 0,0 1 1 0 0,0-1-1 0 0,0 0 1 0 0,3 5-1 0 0,-3-7 271 0 0,-1-2-352 0 0,0 7-39 0 0,0-6-38 0 0,-1-8-71 0 0,-2-13 20 0 0,3 12-48 0 0,0 0 0 0 0,-1 0 0 0 0,0 0 0 0 0,0 1 0 0 0,-1-1 1 0 0,0 0-1 0 0,0 1 0 0 0,-1-1 0 0 0,0 1 0 0 0,-4-7 0 0 0,-1-17-1349 0 0,-3 22 1165 0 0,10 6 273 0 0,-1 1 0 0 0,0-1 0 0 0,0 1 0 0 0,0-1 0 0 0,0 1 0 0 0,0 0 0 0 0,-1 0 0 0 0,1-1 0 0 0,0 2 0 0 0,-1-1 0 0 0,1 0 0 0 0,0 0 0 0 0,-1 1 0 0 0,1-1 0 0 0,-1 1-1 0 0,1 0 1 0 0,-1 0 0 0 0,1 0 0 0 0,-1 0 0 0 0,1 0 0 0 0,-1 1 0 0 0,1-1 0 0 0,-1 1 0 0 0,1-1 0 0 0,0 1 0 0 0,-5 2 0 0 0,-6 1 164 0 0,1 1 0 0 0,0 0 0 0 0,0 0 0 0 0,0 2 0 0 0,0-1 0 0 0,1 1 0 0 0,-20 17 0 0 0,28-21-90 0 0,1-1 0 0 0,-1 1 0 0 0,1-1 0 0 0,0 1 0 0 0,0 0 0 0 0,0 0 0 0 0,0-1 0 0 0,0 2 0 0 0,1-1-1 0 0,-1 0 1 0 0,1 0 0 0 0,0 0 0 0 0,0 1 0 0 0,0-1 0 0 0,0 0 0 0 0,1 1 0 0 0,-1-1 0 0 0,1 1 0 0 0,0-1 0 0 0,0 1 0 0 0,0-1 0 0 0,0 1-1 0 0,1-1 1 0 0,0 1 0 0 0,-1-1 0 0 0,1 0 0 0 0,0 1 0 0 0,1-1 0 0 0,-1 0 0 0 0,0 0 0 0 0,1 0 0 0 0,0 0 0 0 0,0 0 0 0 0,3 4-1 0 0,-1-2-7 0 0,0-1 0 0 0,1 0 0 0 0,-1-1-1 0 0,1 1 1 0 0,-1-1 0 0 0,1 0-1 0 0,0 0 1 0 0,0 0 0 0 0,1-1-1 0 0,-1 0 1 0 0,0 0 0 0 0,1 0-1 0 0,5 1 1 0 0,7 1 50 0 0,0-1-1 0 0,31 2 1 0 0,-29-5-72 0 0,1-2-1 0 0,-1 0 0 0 0,0-1 1 0 0,0-1-1 0 0,0-1 1 0 0,-1 0-1 0 0,0-2 0 0 0,0 0 1 0 0,0-1-1 0 0,-1-1 1 0 0,18-12-1 0 0,-33 19-5 0 0,0 0 1 0 0,0 0-1 0 0,0 0 1 0 0,-1-1-1 0 0,1 1 0 0 0,0-1 1 0 0,-1 1-1 0 0,0-1 1 0 0,0 0-1 0 0,0 0 1 0 0,0 0-1 0 0,0 0 0 0 0,-1 0 1 0 0,1-1-1 0 0,-1 1 1 0 0,0 0-1 0 0,0-1 1 0 0,0 1-1 0 0,0-1 1 0 0,-1 1-1 0 0,1-1 0 0 0,-1 1 1 0 0,0-1-1 0 0,0 1 1 0 0,0-1-1 0 0,-1 1 1 0 0,1-1-1 0 0,-3-6 0 0 0,2 5 22 0 0,-1 1 0 0 0,0-1 1 0 0,0 1-1 0 0,0 0 0 0 0,-1-1 0 0 0,1 1 0 0 0,-1 0 0 0 0,0 1 0 0 0,0-1 0 0 0,-1 0 0 0 0,1 1 0 0 0,-1 0 0 0 0,0 0 0 0 0,0 0 0 0 0,0 0 0 0 0,0 1 0 0 0,0-1 0 0 0,0 1 0 0 0,-1 0 0 0 0,-8-2 0 0 0,5 2-21 0 0,-1 0 0 0 0,0 1 0 0 0,0 1 0 0 0,0-1 0 0 0,0 1 0 0 0,0 1-1 0 0,0 0 1 0 0,-10 2 0 0 0,17-2-223 0 0,1-1 0 0 0,-1 1 0 0 0,1-1-1 0 0,0 1 1 0 0,-1-1 0 0 0,1 1-1 0 0,0 0 1 0 0,-1 0 0 0 0,1 0 0 0 0,0 0-1 0 0,0 0 1 0 0,0 0 0 0 0,0 0 0 0 0,0 0-1 0 0,0 0 1 0 0,0 0 0 0 0,0 1 0 0 0,-1 1-1 0 0,1 10-6053 0 0,14-4-5343 0 0,3-4 5963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08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14 432 0 0,'-13'-13'20251'0'0,"12"28"-14919"0"0,1-2-7074 0 0,1 3 2233 0 0,-1 0 0 0 0,0-1 0 0 0,-1 1 0 0 0,-1 0 0 0 0,-1-1 0 0 0,0 0 0 0 0,-6 17 0 0 0,-8 49 1009 0 0,7-39-788 0 0,7-35-549 0 0,1 0 0 0 0,0 0 0 0 0,1 0 0 0 0,0 1-1 0 0,-1 8 1 0 0,1 8 776 0 0,2-11-2541 0 0,17-24 18 0 0,-9 3 602 0 0,0 0 1 0 0,0 0-1 0 0,-1-1 0 0 0,13-18 0 0 0,-2-1-5291 0 0,-7 10-1829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09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4 120 1148 0 0,'-1'-1'395'0'0,"1"0"0"0"0,-1-1 0 0 0,1 1 0 0 0,-1 0 0 0 0,1 0-1 0 0,0 0 1 0 0,0-1 0 0 0,-1 1 0 0 0,1 0 0 0 0,0 0 0 0 0,0-1 0 0 0,0 1 0 0 0,0 0 0 0 0,1 0-1 0 0,-1-1 1 0 0,0 1 0 0 0,0 0 0 0 0,1 0 0 0 0,-1 0 0 0 0,2-2 0 0 0,18-22 3116 0 0,-11 18-2809 0 0,-1 1 1 0 0,1 1-1 0 0,19-10 0 0 0,-11 8-151 0 0,0 1-1 0 0,1 1 1 0 0,-1 1-1 0 0,1 0 1 0 0,33-2-1 0 0,-44 5-435 0 0,0 0-1 0 0,1 1 1 0 0,-1 0 0 0 0,1 0-1 0 0,-1 1 1 0 0,0 0-1 0 0,1 1 1 0 0,-1-1 0 0 0,0 1-1 0 0,0 1 1 0 0,0-1 0 0 0,0 1-1 0 0,0 1 1 0 0,-1-1-1 0 0,1 1 1 0 0,8 7 0 0 0,-12-8 33 0 0,0 1 0 0 0,0 0 0 0 0,-1 0 0 0 0,1 0 0 0 0,-1 0 0 0 0,0 1 0 0 0,0-1 0 0 0,0 1 0 0 0,-1-1 0 0 0,1 1 0 0 0,-1 0 0 0 0,0-1 0 0 0,-1 1 1 0 0,1 0-1 0 0,-1 0 0 0 0,0 7 0 0 0,-1 8 884 0 0,-2 1-1 0 0,-6 30 1 0 0,6-38-532 0 0,-1 37 2246 0 0,4-48-2173 0 0,0-43-26553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09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20 1156 0 0,'0'0'20969'0'0,"5"-1"-20823"0"0,81-17 1355 0 0,-84 18-1415 0 0,1 0 11 0 0,-1 0 0 0 0,1 0 0 0 0,-1 0 0 0 0,1 0 1 0 0,-1 1-1 0 0,0-1 0 0 0,1 1 0 0 0,-1-1 1 0 0,1 1-1 0 0,-1 0 0 0 0,3 1 0 0 0,-6 2 7 0 0,0-1 0 0 0,0 0-1 0 0,0 0 1 0 0,0 0-1 0 0,-1 0 1 0 0,0 0 0 0 0,1 0-1 0 0,-1 0 1 0 0,0 0-1 0 0,0-1 1 0 0,0 1 0 0 0,-1-1-1 0 0,-4 5 1 0 0,-45 37 1228 0 0,33-29-843 0 0,-13 8 543 0 0,31-22-931 0 0,0-1-84 0 0,1 0 1 0 0,-1 1 0 0 0,0-1 0 0 0,0 0-1 0 0,1 1 1 0 0,-1-1 0 0 0,0 0-1 0 0,1 1 1 0 0,-1-1 0 0 0,0 1 0 0 0,1-1-1 0 0,-1 1 1 0 0,1-1 0 0 0,-1 1-1 0 0,0-1 1 0 0,1 1 0 0 0,0 0 0 0 0,-1-1-1 0 0,1 1 1 0 0,-1 0 0 0 0,1 0 0 0 0,0-1-1 0 0,-1 1 1 0 0,1 0 0 0 0,0 0-1 0 0,3 3-15 0 0,1-1-1 0 0,-1 1 1 0 0,1-1-1 0 0,0 0 1 0 0,0 0-1 0 0,1-1 0 0 0,-1 1 1 0 0,0-1-1 0 0,1 0 1 0 0,-1 0-1 0 0,1-1 1 0 0,0 1-1 0 0,6 0 1 0 0,14 6 8 0 0,-10 0-8 0 0,-1 0-1 0 0,1 0 0 0 0,-1 2 1 0 0,-1 0-1 0 0,0 0 1 0 0,21 22-1 0 0,-30-28 4 0 0,0 0-1 0 0,-1 1 1 0 0,1-1 0 0 0,-1 1-1 0 0,0 0 1 0 0,0 0 0 0 0,-1 0-1 0 0,4 8 1 0 0,-6-11-2 0 0,0 0-1 0 0,1-1 1 0 0,-1 1-1 0 0,0 0 1 0 0,0 0-1 0 0,0 0 1 0 0,-1 0-1 0 0,1 0 1 0 0,0 0-1 0 0,-1 0 1 0 0,1 0-1 0 0,-1 0 1 0 0,0 0-1 0 0,0-1 1 0 0,1 1-1 0 0,-1 0 1 0 0,0 0-1 0 0,0-1 1 0 0,-1 1-1 0 0,1-1 0 0 0,0 1 1 0 0,-1-1-1 0 0,1 0 1 0 0,0 1-1 0 0,-1-1 1 0 0,0 0-1 0 0,1 0 1 0 0,-1 0-1 0 0,0 0 1 0 0,-1 1-1 0 0,-1 0 28 0 0,0 0 0 0 0,0-1 0 0 0,1 1 1 0 0,-1-1-1 0 0,0 0 0 0 0,0 0 0 0 0,0 0 0 0 0,0 0 0 0 0,-1-1 0 0 0,1 0 0 0 0,0 0 0 0 0,0 0 0 0 0,0 0 0 0 0,0-1 0 0 0,-6 0 0 0 0,-58-22 1331 0 0,65 21-1245 0 0,1 1 43 0 0,-9-3 852 0 0,6 2-2114 0 0,11 3-6696 0 0,24 10 6494 0 0,-19-3-2969 0 0,-4 2-4311 0 0,-1 4 2902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11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10 239 484 0 0,'-9'-4'26937'0'0,"13"-2"-26822"0"0,14-14 708 0 0,-17 19-431 0 0,2-1-119 0 0,0 0-1 0 0,0 1 1 0 0,0-1-1 0 0,0 1 1 0 0,1-1-1 0 0,-1 1 1 0 0,0 0-1 0 0,1 0 1 0 0,-1 0-1 0 0,1 1 1 0 0,-1-1 0 0 0,5 1-1 0 0,-2-1-804 0 0,72-15 513 0 0,38-12 16 0 0,192-51 28 0 0,-165 45-19 0 0,44 0 187 0 0,-186 34-35 0 0,10 2-274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12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46 492 0 0,'0'0'2333'0'0,"24"-32"4817"0"0,-22 19 2612 0 0,-2 26-5581 0 0,-1 0-5735 0 0,-7 33 2297 0 0,2 0-1 0 0,2-1 1 0 0,2 1-1 0 0,5 59 1 0 0,12-21 130 0 0,-11-66-474 0 0,0 0 1 0 0,2 38-1 0 0,9-19 768 0 0,-12-59 646 0 0,-3 15-1808 0 0,0 0 1 0 0,1 0 0 0 0,0 0-1 0 0,0 0 1 0 0,3-11 0 0 0,-2 11-54 0 0,-1-1 0 0 0,-1 0 1 0 0,1 1-1 0 0,-1-1 1 0 0,-2-14-1 0 0,1 16 33 0 0,2 4-3 0 0,-1 0 0 0 0,0-1-1 0 0,0 1 1 0 0,0-1 0 0 0,-1 1 0 0 0,1-1 0 0 0,-1 1 0 0 0,1 0 0 0 0,-1-1-1 0 0,0 1 1 0 0,0 0 0 0 0,0 0 0 0 0,0-1 0 0 0,0 1 0 0 0,0 0 0 0 0,0 0 0 0 0,-1 0-1 0 0,1 0 1 0 0,-1 1 0 0 0,0-1 0 0 0,1 0 0 0 0,-1 1 0 0 0,0-1 0 0 0,-3-1-1 0 0,1 1 2 0 0,0 1-1 0 0,0 0 1 0 0,-1 0-1 0 0,1 0 0 0 0,0 0 1 0 0,0 1-1 0 0,0-1 1 0 0,-1 1-1 0 0,1 0 0 0 0,0 1 1 0 0,0-1-1 0 0,-9 3 1 0 0,-2 0-8 0 0,1 2 1 0 0,-1 0 0 0 0,1 1 0 0 0,0 0 0 0 0,0 1 0 0 0,-22 15-1 0 0,29-17 18 0 0,-9 6 42 0 0,1 1 0 0 0,1 0 0 0 0,-1 2 0 0 0,-14 18 0 0 0,26-30-21 0 0,1 1 0 0 0,-1 0 0 0 0,1 0 0 0 0,0 0 1 0 0,0 0-1 0 0,1 0 0 0 0,-1 1 0 0 0,1-1 0 0 0,-1 1 0 0 0,1-1 0 0 0,0 1 0 0 0,1-1 1 0 0,-1 1-1 0 0,0-1 0 0 0,1 1 0 0 0,0 0 0 0 0,0-1 0 0 0,0 1 0 0 0,0 0 1 0 0,1-1-1 0 0,-1 1 0 0 0,1-1 0 0 0,0 1 0 0 0,0-1 0 0 0,0 1 0 0 0,1-1 0 0 0,-1 1 1 0 0,1-1-1 0 0,3 6 0 0 0,-1-5-4 0 0,1 1 1 0 0,-1-1-1 0 0,1 0 0 0 0,0 0 1 0 0,0-1-1 0 0,0 0 0 0 0,1 0 1 0 0,-1 0-1 0 0,1 0 0 0 0,-1-1 1 0 0,1 0-1 0 0,0 0 0 0 0,0 0 1 0 0,0-1-1 0 0,0 0 0 0 0,0 0 1 0 0,0-1-1 0 0,7 1 1 0 0,10-1 10 0 0,-1 0 0 0 0,1-2 0 0 0,34-7-1 0 0,-43 7-12 0 0,8-1-109 0 0,1-2-1 0 0,-1 0 1 0 0,0-1 0 0 0,-1-1 0 0 0,0-1-1 0 0,0-1 1 0 0,23-13 0 0 0,-43 22 93 0 0,-1-1 1 0 0,1 1 0 0 0,0-1-1 0 0,0 1 1 0 0,0-1 0 0 0,0 0-1 0 0,-1 1 1 0 0,1-1 0 0 0,0 0 0 0 0,0 1-1 0 0,-1-1 1 0 0,1 0 0 0 0,-1 0-1 0 0,1 0 1 0 0,-1 0 0 0 0,1 0-1 0 0,-1 0 1 0 0,1 0 0 0 0,-1 0-1 0 0,0 1 1 0 0,1-1 0 0 0,-1-1-1 0 0,0 1 1 0 0,0 0 0 0 0,0 0-1 0 0,0 0 1 0 0,0 0 0 0 0,0 0-1 0 0,0 0 1 0 0,-1-1 0 0 0,0-1 3 0 0,0 1 0 0 0,-1 0-1 0 0,1 1 1 0 0,-1-1 0 0 0,1 0 0 0 0,-1 0 0 0 0,0 1 0 0 0,1-1 0 0 0,-1 1 0 0 0,0-1-1 0 0,0 1 1 0 0,-4-2 0 0 0,-7-3 54 0 0,0 0 0 0 0,0 1 1 0 0,-24-5-1 0 0,10 4 159 0 0,0 2 0 0 0,-45-1 0 0 0,70 5-256 0 0,7-3-2082 0 0,17-7 377 0 0,0 1-1 0 0,30-8 1 0 0,-15 8-3306 0 0,-1 2-3694 0 0,-18 5 3473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13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0 186 176 0 0,'0'0'12567'0'0,"0"4"-11680"0"0,1 5-432 0 0,1 0 0 0 0,-1-1 1 0 0,2 1-1 0 0,-1-1 0 0 0,1 0 0 0 0,0 0 1 0 0,1 0-1 0 0,0 0 0 0 0,0-1 0 0 0,0 1 1 0 0,10 10-1 0 0,21 43 1687 0 0,-34-58-1985 0 0,0 0-1 0 0,0 0 1 0 0,0-1 0 0 0,1 1 0 0 0,-1 0 0 0 0,1-1 0 0 0,0 1 0 0 0,0-1 0 0 0,0 1 0 0 0,0-1 0 0 0,4 4-1 0 0,-4-5 88 0 0,-57-157 1714 0 0,54 148-1925 0 0,0 0-1 0 0,0 0 1 0 0,0 1 0 0 0,1-1 0 0 0,0 0-1 0 0,1 0 1 0 0,0 0 0 0 0,0 0-1 0 0,0 1 1 0 0,1-1 0 0 0,0 0 0 0 0,1 1-1 0 0,5-12 1 0 0,-5 14 106 0 0,0 0 0 0 0,0 0 0 0 0,0 1 0 0 0,1-1 0 0 0,-1 1-1 0 0,1 0 1 0 0,0 0 0 0 0,1 0 0 0 0,-1 0 0 0 0,1 1 0 0 0,-1 0 0 0 0,1 0 0 0 0,0 0 0 0 0,0 1 0 0 0,0-1-1 0 0,1 1 1 0 0,-1 0 0 0 0,0 1 0 0 0,1-1 0 0 0,8 0 0 0 0,2 0 759 0 0,1 0 1 0 0,29 3-1 0 0,-44-1-638 0 0,19-2 719 0 0,-12 1-867 0 0,-7 1-168 0 0,4 2-3460 0 0,1-11-3537 0 0,-7 8 6894 0 0,1-2-555 0 0,4-8-3169 0 0,0 1-2399 0 0,2 0 53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13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7 88 0 0,'-4'-1'1285'0'0,"1"0"-731"0"0,0 0 1 0 0,1 0-1 0 0,-1 0 0 0 0,0 1 0 0 0,1-1 0 0 0,-1 1 1 0 0,0 0-1 0 0,0-1 0 0 0,0 1 0 0 0,1 1 0 0 0,-1-1 0 0 0,0 0 1 0 0,0 1-1 0 0,0-1 0 0 0,1 1 0 0 0,-6 2 3445 0 0,-4-3-2951 0 0,7 1-292 0 0,11 0 3874 0 0,276-3 1689 0 0,-280 2-6235 0 0,0-1 0 0 0,0 1 0 0 0,-1 0 0 0 0,1 0 0 0 0,0 1 0 0 0,-1-1 0 0 0,1 0 0 0 0,0 1 0 0 0,-1-1 0 0 0,1 1 0 0 0,0-1 0 0 0,-1 1 0 0 0,1 0 0 0 0,-1 0 0 0 0,1-1 0 0 0,-1 1 0 0 0,1 0 0 0 0,-1 1 0 0 0,0-1 0 0 0,1 0 0 0 0,-1 0 0 0 0,0 0 0 0 0,0 1 0 0 0,2 1 0 0 0,-2 0-6 0 0,-1 0 0 0 0,1 0-1 0 0,0-1 1 0 0,-1 1-1 0 0,1 0 1 0 0,-1 0 0 0 0,0 0-1 0 0,0 0 1 0 0,0 0-1 0 0,0 0 1 0 0,0-1 0 0 0,-1 1-1 0 0,0 4 1 0 0,-3 5 153 0 0,0 1 0 0 0,-1 0 0 0 0,0-1 1 0 0,-13 21-1 0 0,4-5 141 0 0,12-22-287 0 0,-1 0 1 0 0,0 0-1 0 0,0-1 1 0 0,0 1-1 0 0,-1-1 1 0 0,-5 7-1 0 0,-2 16 371 0 0,28-17-450 0 0,3-9-6 0 0,10-6 0 0 0,1-2 0 0 0,32-10 0 0 0,-41 10 0 0 0,-2-1-216 0 0,9-3-548 0 0,-15 11-3689 0 0,-13 0 4320 0 0,-1-1 0 0 0,1 1 0 0 0,-1 0 0 0 0,1 0 0 0 0,-1 0 0 0 0,1 0 0 0 0,-1 0 0 0 0,0 0 0 0 0,1 0 0 0 0,-1 0 0 0 0,0 0 0 0 0,0 0 0 0 0,0 0 0 0 0,0 0 0 0 0,0 0-1 0 0,0 0 1 0 0,0 0 0 0 0,0 0 0 0 0,0 0 0 0 0,0 0 0 0 0,0 0 0 0 0,-1 0 0 0 0,1 0 0 0 0,0 0 0 0 0,-1 0 0 0 0,1 0 0 0 0,-1-1 0 0 0,1 1 0 0 0,-1 0 0 0 0,0 1 0 0 0,-18 29-3869 0 0,9-18 508 0 0,3-5-3512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C0B92-86BB-488C-AC51-AA1AC5CA7E1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23C8D-6238-470E-9A9E-4B0E661AE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170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23C8D-6238-470E-9A9E-4B0E661AE2F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10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27DE6-CA59-A064-4490-3F5933F80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57162-D9B1-7F43-55CA-75DED7768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C213F-ACFE-9A80-26B3-CBC5F8700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9BECE-D1B6-A8F2-EDE0-97061C8FA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23C8D-6238-470E-9A9E-4B0E661AE2F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60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F7213-E2E1-B803-E5EA-2402DFA16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22BD05-3B10-988B-0487-9029C0A6C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EFF33-7452-9D99-0DDA-C3DB77C90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0DB97-BF72-3787-1853-7D52B707B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23C8D-6238-470E-9A9E-4B0E661AE2F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41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C07DF-0BE3-9317-FBAC-D73561AB9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60886-1752-F0A7-4895-79DCDBFA0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6874B-E7E3-F530-F76C-2E1A19FC7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AFBB3-D65B-F8D4-1D66-EABC5152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8BE2E-7C8F-46C2-EA58-02CF6829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38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71A8-1F0B-4734-E865-9EAC3E62A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E1651-D859-4450-020C-448BD97B5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43909-70BB-231D-0A23-3F70773D1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BF56C-4FD0-63DE-0DFE-A2E1757C2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5571A-1B1B-C30E-7BAB-0ABA99534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7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0727-2FB4-B739-92CE-85A56A15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F892D-A229-7AB6-006E-0FF71B589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0C51B-BB71-1C3C-0913-3B58E3CD3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48B29-6A81-D3F4-2468-CD64C8733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2F477-7980-0CDB-5CF3-9A7A939A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25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8D92A-D818-4CE9-F116-59312C9F0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DC537-D639-19D8-4344-64149ECD6F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90520-7C89-D592-86BC-AA68025A5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D5177-2834-2C45-DED9-3ED7DEFCB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26B34-6BBC-9AE8-7775-209F48B2B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CBA23-EF29-E23D-0449-C7C63568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97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04735-212D-792F-2622-89ED4AC6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DCAD-536F-EE7B-775F-A119E936F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43954-4E52-3DDE-4A96-2AD032B53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A862A-6B12-AD66-89FE-8041881BF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AD808-11B1-932B-E73E-B81F79BE21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AC1CC-D6E2-BD82-9BF2-0C33BC5BD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D578B2-3F13-CD73-84EF-4420E01AA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0AD3A-8FC0-96F0-DD89-F5BB8726D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2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7AFA-F240-9512-D9F2-B4E414E6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D1C4D1-43FF-75BB-41EB-7F7F402FA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85BF7-F55C-3640-DA40-215E12A19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45612-B882-0B30-B712-08F7E525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2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9BED90-F36F-6753-8C8C-2A1A97BAB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92F6A1-09E0-24FC-FD4F-C9176D5E4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629C4-1129-FB17-0668-071CBA19C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1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D791E-8A7B-B1B1-6CA0-127C7FBE9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E9DF2-A98C-5ABC-F581-423CDC1F4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B11A0-09A6-D1EB-FD72-721E8D358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1F671-6E3E-1A72-34FD-7870430B5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1BCD8-6744-3EB9-F93D-D2D52976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5D16B-9400-6994-0D00-E3ACF61B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52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E23DA-4B82-3925-7FFC-2AB78DA1A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A7F3BC-1701-5456-BC7E-F48B77550B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15813-63A7-A60E-3299-2C1D4486F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DBDA2-3BED-32AA-EBEA-332C2EF63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83673-9033-E885-ADD3-77DAABE20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7633D-BA0D-B45F-E6EA-3C28CA36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51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9212-DAD9-9E4E-EF5F-AD740B99E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765C28-3F30-40B1-DBC0-907435FBC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4FE56-9CFA-6EB7-B2A8-FE31875A9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33F3D-743C-90B6-41D1-A4027C931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86E94-9F18-C379-92C7-37DBC74E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2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D9271C-0418-B2D8-8E1B-9B9CCFBC7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113CA-4AF0-AC91-6962-35AE9B5A6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B96E4-C052-C2EC-49A0-66BA6ED8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85B57-27FC-2EA9-A888-A9ED08C87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07A12-C407-0D6D-FD36-A850B7390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89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18DEEB-D843-E39A-608D-8B0B622B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F5CDB-8648-1806-4B1E-5DC1F4B95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56FE3-D812-1D5B-E6A3-2DA5687F6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C9E07-C9CF-4572-A13A-B8CA6171BFDC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D62CC-2652-B16C-C01D-044958B1C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246A9-6FCC-05AC-CF28-9AF2F80A7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53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42" Type="http://schemas.openxmlformats.org/officeDocument/2006/relationships/customXml" Target="../ink/ink21.xml"/><Relationship Id="rId63" Type="http://schemas.openxmlformats.org/officeDocument/2006/relationships/image" Target="../media/image32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customXml" Target="../ink/ink80.xml"/><Relationship Id="rId170" Type="http://schemas.openxmlformats.org/officeDocument/2006/relationships/image" Target="../media/image85.png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226" Type="http://schemas.openxmlformats.org/officeDocument/2006/relationships/image" Target="../media/image113.png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6.xml"/><Relationship Id="rId53" Type="http://schemas.openxmlformats.org/officeDocument/2006/relationships/image" Target="../media/image27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customXml" Target="../ink/ink75.xml"/><Relationship Id="rId5" Type="http://schemas.openxmlformats.org/officeDocument/2006/relationships/image" Target="../media/image3.png"/><Relationship Id="rId95" Type="http://schemas.openxmlformats.org/officeDocument/2006/relationships/image" Target="../media/image48.png"/><Relationship Id="rId160" Type="http://schemas.openxmlformats.org/officeDocument/2006/relationships/image" Target="../media/image80.png"/><Relationship Id="rId181" Type="http://schemas.openxmlformats.org/officeDocument/2006/relationships/customXml" Target="../ink/ink91.xml"/><Relationship Id="rId216" Type="http://schemas.openxmlformats.org/officeDocument/2006/relationships/image" Target="../media/image108.png"/><Relationship Id="rId22" Type="http://schemas.openxmlformats.org/officeDocument/2006/relationships/customXml" Target="../ink/ink11.xml"/><Relationship Id="rId43" Type="http://schemas.openxmlformats.org/officeDocument/2006/relationships/image" Target="../media/image22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customXml" Target="../ink/ink70.xml"/><Relationship Id="rId85" Type="http://schemas.openxmlformats.org/officeDocument/2006/relationships/image" Target="../media/image43.png"/><Relationship Id="rId150" Type="http://schemas.openxmlformats.org/officeDocument/2006/relationships/image" Target="../media/image75.png"/><Relationship Id="rId171" Type="http://schemas.openxmlformats.org/officeDocument/2006/relationships/customXml" Target="../ink/ink86.xml"/><Relationship Id="rId192" Type="http://schemas.openxmlformats.org/officeDocument/2006/relationships/image" Target="../media/image96.png"/><Relationship Id="rId206" Type="http://schemas.openxmlformats.org/officeDocument/2006/relationships/image" Target="../media/image103.png"/><Relationship Id="rId227" Type="http://schemas.openxmlformats.org/officeDocument/2006/relationships/customXml" Target="../ink/ink114.xml"/><Relationship Id="rId12" Type="http://schemas.openxmlformats.org/officeDocument/2006/relationships/customXml" Target="../ink/ink6.xml"/><Relationship Id="rId33" Type="http://schemas.openxmlformats.org/officeDocument/2006/relationships/image" Target="../media/image17.png"/><Relationship Id="rId108" Type="http://schemas.openxmlformats.org/officeDocument/2006/relationships/customXml" Target="../ink/ink54.xml"/><Relationship Id="rId129" Type="http://schemas.openxmlformats.org/officeDocument/2006/relationships/image" Target="../media/image65.png"/><Relationship Id="rId54" Type="http://schemas.openxmlformats.org/officeDocument/2006/relationships/customXml" Target="../ink/ink27.xml"/><Relationship Id="rId75" Type="http://schemas.openxmlformats.org/officeDocument/2006/relationships/image" Target="../media/image38.png"/><Relationship Id="rId96" Type="http://schemas.openxmlformats.org/officeDocument/2006/relationships/customXml" Target="../ink/ink48.xml"/><Relationship Id="rId140" Type="http://schemas.openxmlformats.org/officeDocument/2006/relationships/image" Target="../media/image70.png"/><Relationship Id="rId161" Type="http://schemas.openxmlformats.org/officeDocument/2006/relationships/customXml" Target="../ink/ink81.xml"/><Relationship Id="rId182" Type="http://schemas.openxmlformats.org/officeDocument/2006/relationships/image" Target="../media/image91.png"/><Relationship Id="rId217" Type="http://schemas.openxmlformats.org/officeDocument/2006/relationships/customXml" Target="../ink/ink109.xml"/><Relationship Id="rId6" Type="http://schemas.openxmlformats.org/officeDocument/2006/relationships/customXml" Target="../ink/ink3.xml"/><Relationship Id="rId23" Type="http://schemas.openxmlformats.org/officeDocument/2006/relationships/image" Target="../media/image12.png"/><Relationship Id="rId119" Type="http://schemas.openxmlformats.org/officeDocument/2006/relationships/image" Target="../media/image60.png"/><Relationship Id="rId44" Type="http://schemas.openxmlformats.org/officeDocument/2006/relationships/customXml" Target="../ink/ink22.xml"/><Relationship Id="rId65" Type="http://schemas.openxmlformats.org/officeDocument/2006/relationships/image" Target="../media/image33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customXml" Target="../ink/ink76.xml"/><Relationship Id="rId172" Type="http://schemas.openxmlformats.org/officeDocument/2006/relationships/image" Target="../media/image86.png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228" Type="http://schemas.openxmlformats.org/officeDocument/2006/relationships/image" Target="../media/image114.png"/><Relationship Id="rId13" Type="http://schemas.openxmlformats.org/officeDocument/2006/relationships/image" Target="../media/image7.png"/><Relationship Id="rId109" Type="http://schemas.openxmlformats.org/officeDocument/2006/relationships/image" Target="../media/image55.png"/><Relationship Id="rId34" Type="http://schemas.openxmlformats.org/officeDocument/2006/relationships/customXml" Target="../ink/ink17.xml"/><Relationship Id="rId55" Type="http://schemas.openxmlformats.org/officeDocument/2006/relationships/image" Target="../media/image28.png"/><Relationship Id="rId76" Type="http://schemas.openxmlformats.org/officeDocument/2006/relationships/customXml" Target="../ink/ink38.xml"/><Relationship Id="rId97" Type="http://schemas.openxmlformats.org/officeDocument/2006/relationships/image" Target="../media/image49.png"/><Relationship Id="rId120" Type="http://schemas.openxmlformats.org/officeDocument/2006/relationships/customXml" Target="../ink/ink60.xml"/><Relationship Id="rId141" Type="http://schemas.openxmlformats.org/officeDocument/2006/relationships/customXml" Target="../ink/ink71.xml"/><Relationship Id="rId7" Type="http://schemas.openxmlformats.org/officeDocument/2006/relationships/image" Target="../media/image4.png"/><Relationship Id="rId162" Type="http://schemas.openxmlformats.org/officeDocument/2006/relationships/image" Target="../media/image81.png"/><Relationship Id="rId183" Type="http://schemas.openxmlformats.org/officeDocument/2006/relationships/customXml" Target="../ink/ink92.xml"/><Relationship Id="rId218" Type="http://schemas.openxmlformats.org/officeDocument/2006/relationships/image" Target="../media/image109.png"/><Relationship Id="rId24" Type="http://schemas.openxmlformats.org/officeDocument/2006/relationships/customXml" Target="../ink/ink12.xml"/><Relationship Id="rId45" Type="http://schemas.openxmlformats.org/officeDocument/2006/relationships/image" Target="../media/image23.png"/><Relationship Id="rId66" Type="http://schemas.openxmlformats.org/officeDocument/2006/relationships/customXml" Target="../ink/ink33.xml"/><Relationship Id="rId87" Type="http://schemas.openxmlformats.org/officeDocument/2006/relationships/image" Target="../media/image44.png"/><Relationship Id="rId110" Type="http://schemas.openxmlformats.org/officeDocument/2006/relationships/customXml" Target="../ink/ink55.xml"/><Relationship Id="rId131" Type="http://schemas.openxmlformats.org/officeDocument/2006/relationships/image" Target="../media/image66.png"/><Relationship Id="rId152" Type="http://schemas.openxmlformats.org/officeDocument/2006/relationships/image" Target="../media/image76.png"/><Relationship Id="rId173" Type="http://schemas.openxmlformats.org/officeDocument/2006/relationships/customXml" Target="../ink/ink87.xml"/><Relationship Id="rId194" Type="http://schemas.openxmlformats.org/officeDocument/2006/relationships/image" Target="../media/image97.png"/><Relationship Id="rId208" Type="http://schemas.openxmlformats.org/officeDocument/2006/relationships/image" Target="../media/image104.png"/><Relationship Id="rId14" Type="http://schemas.openxmlformats.org/officeDocument/2006/relationships/customXml" Target="../ink/ink7.xml"/><Relationship Id="rId35" Type="http://schemas.openxmlformats.org/officeDocument/2006/relationships/image" Target="../media/image18.png"/><Relationship Id="rId56" Type="http://schemas.openxmlformats.org/officeDocument/2006/relationships/customXml" Target="../ink/ink28.xml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1.png"/><Relationship Id="rId142" Type="http://schemas.openxmlformats.org/officeDocument/2006/relationships/image" Target="../media/image71.png"/><Relationship Id="rId163" Type="http://schemas.openxmlformats.org/officeDocument/2006/relationships/customXml" Target="../ink/ink82.xml"/><Relationship Id="rId184" Type="http://schemas.openxmlformats.org/officeDocument/2006/relationships/image" Target="../media/image92.png"/><Relationship Id="rId219" Type="http://schemas.openxmlformats.org/officeDocument/2006/relationships/customXml" Target="../ink/ink110.xml"/><Relationship Id="rId3" Type="http://schemas.openxmlformats.org/officeDocument/2006/relationships/image" Target="../media/image2.png"/><Relationship Id="rId214" Type="http://schemas.openxmlformats.org/officeDocument/2006/relationships/image" Target="../media/image107.png"/><Relationship Id="rId25" Type="http://schemas.openxmlformats.org/officeDocument/2006/relationships/image" Target="../media/image13.png"/><Relationship Id="rId46" Type="http://schemas.openxmlformats.org/officeDocument/2006/relationships/customXml" Target="../ink/ink23.xml"/><Relationship Id="rId67" Type="http://schemas.openxmlformats.org/officeDocument/2006/relationships/image" Target="../media/image34.png"/><Relationship Id="rId116" Type="http://schemas.openxmlformats.org/officeDocument/2006/relationships/customXml" Target="../ink/ink58.xml"/><Relationship Id="rId137" Type="http://schemas.openxmlformats.org/officeDocument/2006/relationships/image" Target="../media/image69.png"/><Relationship Id="rId158" Type="http://schemas.openxmlformats.org/officeDocument/2006/relationships/image" Target="../media/image79.png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62" Type="http://schemas.openxmlformats.org/officeDocument/2006/relationships/customXml" Target="../ink/ink31.xml"/><Relationship Id="rId83" Type="http://schemas.openxmlformats.org/officeDocument/2006/relationships/image" Target="../media/image42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32" Type="http://schemas.openxmlformats.org/officeDocument/2006/relationships/customXml" Target="../ink/ink66.xml"/><Relationship Id="rId153" Type="http://schemas.openxmlformats.org/officeDocument/2006/relationships/customXml" Target="../ink/ink77.xml"/><Relationship Id="rId174" Type="http://schemas.openxmlformats.org/officeDocument/2006/relationships/image" Target="../media/image87.png"/><Relationship Id="rId179" Type="http://schemas.openxmlformats.org/officeDocument/2006/relationships/customXml" Target="../ink/ink90.xml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190" Type="http://schemas.openxmlformats.org/officeDocument/2006/relationships/image" Target="../media/image95.png"/><Relationship Id="rId204" Type="http://schemas.openxmlformats.org/officeDocument/2006/relationships/image" Target="../media/image102.png"/><Relationship Id="rId220" Type="http://schemas.openxmlformats.org/officeDocument/2006/relationships/image" Target="../media/image110.png"/><Relationship Id="rId225" Type="http://schemas.openxmlformats.org/officeDocument/2006/relationships/customXml" Target="../ink/ink113.xml"/><Relationship Id="rId15" Type="http://schemas.openxmlformats.org/officeDocument/2006/relationships/image" Target="../media/image8.png"/><Relationship Id="rId36" Type="http://schemas.openxmlformats.org/officeDocument/2006/relationships/customXml" Target="../ink/ink18.xml"/><Relationship Id="rId57" Type="http://schemas.openxmlformats.org/officeDocument/2006/relationships/image" Target="../media/image29.png"/><Relationship Id="rId106" Type="http://schemas.openxmlformats.org/officeDocument/2006/relationships/customXml" Target="../ink/ink53.xml"/><Relationship Id="rId127" Type="http://schemas.openxmlformats.org/officeDocument/2006/relationships/image" Target="../media/image64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52" Type="http://schemas.openxmlformats.org/officeDocument/2006/relationships/customXml" Target="../ink/ink26.xml"/><Relationship Id="rId73" Type="http://schemas.openxmlformats.org/officeDocument/2006/relationships/image" Target="../media/image37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customXml" Target="../ink/ink61.xml"/><Relationship Id="rId143" Type="http://schemas.openxmlformats.org/officeDocument/2006/relationships/customXml" Target="../ink/ink72.xml"/><Relationship Id="rId148" Type="http://schemas.openxmlformats.org/officeDocument/2006/relationships/image" Target="../media/image74.png"/><Relationship Id="rId164" Type="http://schemas.openxmlformats.org/officeDocument/2006/relationships/image" Target="../media/image82.png"/><Relationship Id="rId169" Type="http://schemas.openxmlformats.org/officeDocument/2006/relationships/customXml" Target="../ink/ink85.xml"/><Relationship Id="rId185" Type="http://schemas.openxmlformats.org/officeDocument/2006/relationships/customXml" Target="../ink/ink93.xml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80" Type="http://schemas.openxmlformats.org/officeDocument/2006/relationships/image" Target="../media/image90.png"/><Relationship Id="rId210" Type="http://schemas.openxmlformats.org/officeDocument/2006/relationships/image" Target="../media/image105.png"/><Relationship Id="rId215" Type="http://schemas.openxmlformats.org/officeDocument/2006/relationships/customXml" Target="../ink/ink108.xml"/><Relationship Id="rId26" Type="http://schemas.openxmlformats.org/officeDocument/2006/relationships/customXml" Target="../ink/ink13.xml"/><Relationship Id="rId47" Type="http://schemas.openxmlformats.org/officeDocument/2006/relationships/image" Target="../media/image24.png"/><Relationship Id="rId68" Type="http://schemas.openxmlformats.org/officeDocument/2006/relationships/customXml" Target="../ink/ink34.xml"/><Relationship Id="rId89" Type="http://schemas.openxmlformats.org/officeDocument/2006/relationships/image" Target="../media/image45.png"/><Relationship Id="rId112" Type="http://schemas.openxmlformats.org/officeDocument/2006/relationships/customXml" Target="../ink/ink56.xml"/><Relationship Id="rId133" Type="http://schemas.openxmlformats.org/officeDocument/2006/relationships/image" Target="../media/image67.png"/><Relationship Id="rId154" Type="http://schemas.openxmlformats.org/officeDocument/2006/relationships/image" Target="../media/image77.png"/><Relationship Id="rId175" Type="http://schemas.openxmlformats.org/officeDocument/2006/relationships/customXml" Target="../ink/ink88.xml"/><Relationship Id="rId196" Type="http://schemas.openxmlformats.org/officeDocument/2006/relationships/image" Target="../media/image98.png"/><Relationship Id="rId200" Type="http://schemas.openxmlformats.org/officeDocument/2006/relationships/image" Target="../media/image100.png"/><Relationship Id="rId16" Type="http://schemas.openxmlformats.org/officeDocument/2006/relationships/customXml" Target="../ink/ink8.xml"/><Relationship Id="rId221" Type="http://schemas.openxmlformats.org/officeDocument/2006/relationships/customXml" Target="../ink/ink111.xml"/><Relationship Id="rId37" Type="http://schemas.openxmlformats.org/officeDocument/2006/relationships/image" Target="../media/image19.png"/><Relationship Id="rId58" Type="http://schemas.openxmlformats.org/officeDocument/2006/relationships/customXml" Target="../ink/ink29.xml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23" Type="http://schemas.openxmlformats.org/officeDocument/2006/relationships/image" Target="../media/image62.png"/><Relationship Id="rId144" Type="http://schemas.openxmlformats.org/officeDocument/2006/relationships/image" Target="../media/image72.png"/><Relationship Id="rId90" Type="http://schemas.openxmlformats.org/officeDocument/2006/relationships/customXml" Target="../ink/ink45.xml"/><Relationship Id="rId165" Type="http://schemas.openxmlformats.org/officeDocument/2006/relationships/customXml" Target="../ink/ink83.xml"/><Relationship Id="rId186" Type="http://schemas.openxmlformats.org/officeDocument/2006/relationships/image" Target="../media/image93.png"/><Relationship Id="rId211" Type="http://schemas.openxmlformats.org/officeDocument/2006/relationships/customXml" Target="../ink/ink106.xml"/><Relationship Id="rId27" Type="http://schemas.openxmlformats.org/officeDocument/2006/relationships/image" Target="../media/image14.png"/><Relationship Id="rId48" Type="http://schemas.openxmlformats.org/officeDocument/2006/relationships/customXml" Target="../ink/ink24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customXml" Target="../ink/ink78.xml"/><Relationship Id="rId176" Type="http://schemas.openxmlformats.org/officeDocument/2006/relationships/image" Target="../media/image88.png"/><Relationship Id="rId197" Type="http://schemas.openxmlformats.org/officeDocument/2006/relationships/customXml" Target="../ink/ink99.xml"/><Relationship Id="rId201" Type="http://schemas.openxmlformats.org/officeDocument/2006/relationships/customXml" Target="../ink/ink101.xml"/><Relationship Id="rId222" Type="http://schemas.openxmlformats.org/officeDocument/2006/relationships/image" Target="../media/image111.png"/><Relationship Id="rId17" Type="http://schemas.openxmlformats.org/officeDocument/2006/relationships/image" Target="../media/image9.png"/><Relationship Id="rId38" Type="http://schemas.openxmlformats.org/officeDocument/2006/relationships/customXml" Target="../ink/ink19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6.png"/><Relationship Id="rId145" Type="http://schemas.openxmlformats.org/officeDocument/2006/relationships/customXml" Target="../ink/ink73.xml"/><Relationship Id="rId166" Type="http://schemas.openxmlformats.org/officeDocument/2006/relationships/image" Target="../media/image83.png"/><Relationship Id="rId187" Type="http://schemas.openxmlformats.org/officeDocument/2006/relationships/customXml" Target="../ink/ink94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06.png"/><Relationship Id="rId28" Type="http://schemas.openxmlformats.org/officeDocument/2006/relationships/customXml" Target="../ink/ink14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56" Type="http://schemas.openxmlformats.org/officeDocument/2006/relationships/image" Target="../media/image78.png"/><Relationship Id="rId177" Type="http://schemas.openxmlformats.org/officeDocument/2006/relationships/customXml" Target="../ink/ink89.xml"/><Relationship Id="rId198" Type="http://schemas.openxmlformats.org/officeDocument/2006/relationships/image" Target="../media/image99.png"/><Relationship Id="rId202" Type="http://schemas.openxmlformats.org/officeDocument/2006/relationships/image" Target="../media/image101.png"/><Relationship Id="rId223" Type="http://schemas.openxmlformats.org/officeDocument/2006/relationships/customXml" Target="../ink/ink112.xml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3.png"/><Relationship Id="rId146" Type="http://schemas.openxmlformats.org/officeDocument/2006/relationships/image" Target="../media/image73.png"/><Relationship Id="rId167" Type="http://schemas.openxmlformats.org/officeDocument/2006/relationships/customXml" Target="../ink/ink84.xml"/><Relationship Id="rId188" Type="http://schemas.openxmlformats.org/officeDocument/2006/relationships/image" Target="../media/image94.png"/><Relationship Id="rId71" Type="http://schemas.openxmlformats.org/officeDocument/2006/relationships/image" Target="../media/image36.png"/><Relationship Id="rId92" Type="http://schemas.openxmlformats.org/officeDocument/2006/relationships/customXml" Target="../ink/ink46.xml"/><Relationship Id="rId213" Type="http://schemas.openxmlformats.org/officeDocument/2006/relationships/customXml" Target="../ink/ink107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40" Type="http://schemas.openxmlformats.org/officeDocument/2006/relationships/customXml" Target="../ink/ink20.xml"/><Relationship Id="rId115" Type="http://schemas.openxmlformats.org/officeDocument/2006/relationships/image" Target="../media/image58.png"/><Relationship Id="rId136" Type="http://schemas.openxmlformats.org/officeDocument/2006/relationships/customXml" Target="../ink/ink68.xml"/><Relationship Id="rId157" Type="http://schemas.openxmlformats.org/officeDocument/2006/relationships/customXml" Target="../ink/ink79.xml"/><Relationship Id="rId178" Type="http://schemas.openxmlformats.org/officeDocument/2006/relationships/image" Target="../media/image89.png"/><Relationship Id="rId61" Type="http://schemas.openxmlformats.org/officeDocument/2006/relationships/image" Target="../media/image31.png"/><Relationship Id="rId82" Type="http://schemas.openxmlformats.org/officeDocument/2006/relationships/customXml" Target="../ink/ink41.xml"/><Relationship Id="rId199" Type="http://schemas.openxmlformats.org/officeDocument/2006/relationships/customXml" Target="../ink/ink100.xml"/><Relationship Id="rId203" Type="http://schemas.openxmlformats.org/officeDocument/2006/relationships/customXml" Target="../ink/ink102.xml"/><Relationship Id="rId19" Type="http://schemas.openxmlformats.org/officeDocument/2006/relationships/image" Target="../media/image10.png"/><Relationship Id="rId224" Type="http://schemas.openxmlformats.org/officeDocument/2006/relationships/image" Target="../media/image112.png"/><Relationship Id="rId30" Type="http://schemas.openxmlformats.org/officeDocument/2006/relationships/customXml" Target="../ink/ink15.xml"/><Relationship Id="rId105" Type="http://schemas.openxmlformats.org/officeDocument/2006/relationships/image" Target="../media/image53.png"/><Relationship Id="rId126" Type="http://schemas.openxmlformats.org/officeDocument/2006/relationships/customXml" Target="../ink/ink63.xml"/><Relationship Id="rId147" Type="http://schemas.openxmlformats.org/officeDocument/2006/relationships/customXml" Target="../ink/ink74.xml"/><Relationship Id="rId168" Type="http://schemas.openxmlformats.org/officeDocument/2006/relationships/image" Target="../media/image84.png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93" Type="http://schemas.openxmlformats.org/officeDocument/2006/relationships/image" Target="../media/image47.png"/><Relationship Id="rId189" Type="http://schemas.openxmlformats.org/officeDocument/2006/relationships/customXml" Target="../ink/ink95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7.xml"/><Relationship Id="rId21" Type="http://schemas.openxmlformats.org/officeDocument/2006/relationships/image" Target="../media/image965.png"/><Relationship Id="rId42" Type="http://schemas.openxmlformats.org/officeDocument/2006/relationships/customXml" Target="../ink/ink135.xml"/><Relationship Id="rId47" Type="http://schemas.openxmlformats.org/officeDocument/2006/relationships/image" Target="../media/image24.png"/><Relationship Id="rId63" Type="http://schemas.openxmlformats.org/officeDocument/2006/relationships/image" Target="../media/image1135.png"/><Relationship Id="rId68" Type="http://schemas.openxmlformats.org/officeDocument/2006/relationships/customXml" Target="../ink/ink148.xml"/><Relationship Id="rId84" Type="http://schemas.openxmlformats.org/officeDocument/2006/relationships/customXml" Target="../ink/ink156.xml"/><Relationship Id="rId89" Type="http://schemas.openxmlformats.org/officeDocument/2006/relationships/image" Target="../media/image123.png"/><Relationship Id="rId16" Type="http://schemas.openxmlformats.org/officeDocument/2006/relationships/customXml" Target="../ink/ink122.xml"/><Relationship Id="rId11" Type="http://schemas.openxmlformats.org/officeDocument/2006/relationships/image" Target="../media/image925.png"/><Relationship Id="rId32" Type="http://schemas.openxmlformats.org/officeDocument/2006/relationships/customXml" Target="../ink/ink130.xml"/><Relationship Id="rId37" Type="http://schemas.openxmlformats.org/officeDocument/2006/relationships/image" Target="../media/image1035.png"/><Relationship Id="rId53" Type="http://schemas.openxmlformats.org/officeDocument/2006/relationships/image" Target="../media/image1085.png"/><Relationship Id="rId58" Type="http://schemas.openxmlformats.org/officeDocument/2006/relationships/customXml" Target="../ink/ink143.xml"/><Relationship Id="rId74" Type="http://schemas.openxmlformats.org/officeDocument/2006/relationships/customXml" Target="../ink/ink151.xml"/><Relationship Id="rId79" Type="http://schemas.openxmlformats.org/officeDocument/2006/relationships/image" Target="../media/image40.png"/><Relationship Id="rId5" Type="http://schemas.openxmlformats.org/officeDocument/2006/relationships/image" Target="../media/image9013.png"/><Relationship Id="rId90" Type="http://schemas.openxmlformats.org/officeDocument/2006/relationships/customXml" Target="../ink/ink159.xml"/><Relationship Id="rId95" Type="http://schemas.openxmlformats.org/officeDocument/2006/relationships/image" Target="../media/image126.png"/><Relationship Id="rId22" Type="http://schemas.openxmlformats.org/officeDocument/2006/relationships/customXml" Target="../ink/ink125.xml"/><Relationship Id="rId27" Type="http://schemas.openxmlformats.org/officeDocument/2006/relationships/image" Target="../media/image14.png"/><Relationship Id="rId43" Type="http://schemas.openxmlformats.org/officeDocument/2006/relationships/image" Target="../media/image1055.png"/><Relationship Id="rId48" Type="http://schemas.openxmlformats.org/officeDocument/2006/relationships/customXml" Target="../ink/ink138.xml"/><Relationship Id="rId64" Type="http://schemas.openxmlformats.org/officeDocument/2006/relationships/customXml" Target="../ink/ink146.xml"/><Relationship Id="rId69" Type="http://schemas.openxmlformats.org/officeDocument/2006/relationships/image" Target="../media/image115.png"/><Relationship Id="rId80" Type="http://schemas.openxmlformats.org/officeDocument/2006/relationships/customXml" Target="../ink/ink154.xml"/><Relationship Id="rId85" Type="http://schemas.openxmlformats.org/officeDocument/2006/relationships/image" Target="../media/image121.png"/><Relationship Id="rId3" Type="http://schemas.openxmlformats.org/officeDocument/2006/relationships/image" Target="../media/image8914.png"/><Relationship Id="rId12" Type="http://schemas.openxmlformats.org/officeDocument/2006/relationships/customXml" Target="../ink/ink120.xml"/><Relationship Id="rId17" Type="http://schemas.openxmlformats.org/officeDocument/2006/relationships/image" Target="../media/image9.png"/><Relationship Id="rId25" Type="http://schemas.openxmlformats.org/officeDocument/2006/relationships/image" Target="../media/image985.png"/><Relationship Id="rId33" Type="http://schemas.openxmlformats.org/officeDocument/2006/relationships/image" Target="../media/image1019.png"/><Relationship Id="rId38" Type="http://schemas.openxmlformats.org/officeDocument/2006/relationships/customXml" Target="../ink/ink133.xml"/><Relationship Id="rId46" Type="http://schemas.openxmlformats.org/officeDocument/2006/relationships/customXml" Target="../ink/ink137.xml"/><Relationship Id="rId59" Type="http://schemas.openxmlformats.org/officeDocument/2006/relationships/image" Target="../media/image1119.png"/><Relationship Id="rId67" Type="http://schemas.openxmlformats.org/officeDocument/2006/relationships/image" Target="../media/image34.png"/><Relationship Id="rId20" Type="http://schemas.openxmlformats.org/officeDocument/2006/relationships/customXml" Target="../ink/ink124.xml"/><Relationship Id="rId41" Type="http://schemas.openxmlformats.org/officeDocument/2006/relationships/image" Target="../media/image21.png"/><Relationship Id="rId54" Type="http://schemas.openxmlformats.org/officeDocument/2006/relationships/customXml" Target="../ink/ink141.xml"/><Relationship Id="rId62" Type="http://schemas.openxmlformats.org/officeDocument/2006/relationships/customXml" Target="../ink/ink145.xml"/><Relationship Id="rId70" Type="http://schemas.openxmlformats.org/officeDocument/2006/relationships/customXml" Target="../ink/ink149.xml"/><Relationship Id="rId75" Type="http://schemas.openxmlformats.org/officeDocument/2006/relationships/image" Target="../media/image118.png"/><Relationship Id="rId83" Type="http://schemas.openxmlformats.org/officeDocument/2006/relationships/image" Target="../media/image120.png"/><Relationship Id="rId88" Type="http://schemas.openxmlformats.org/officeDocument/2006/relationships/customXml" Target="../ink/ink158.xml"/><Relationship Id="rId91" Type="http://schemas.openxmlformats.org/officeDocument/2006/relationships/image" Target="../media/image124.png"/><Relationship Id="rId96" Type="http://schemas.openxmlformats.org/officeDocument/2006/relationships/customXml" Target="../ink/ink16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7.xml"/><Relationship Id="rId15" Type="http://schemas.openxmlformats.org/officeDocument/2006/relationships/image" Target="../media/image945.png"/><Relationship Id="rId23" Type="http://schemas.openxmlformats.org/officeDocument/2006/relationships/image" Target="../media/image975.png"/><Relationship Id="rId28" Type="http://schemas.openxmlformats.org/officeDocument/2006/relationships/customXml" Target="../ink/ink128.xml"/><Relationship Id="rId36" Type="http://schemas.openxmlformats.org/officeDocument/2006/relationships/customXml" Target="../ink/ink132.xml"/><Relationship Id="rId49" Type="http://schemas.openxmlformats.org/officeDocument/2006/relationships/image" Target="../media/image25.png"/><Relationship Id="rId57" Type="http://schemas.openxmlformats.org/officeDocument/2006/relationships/image" Target="../media/image1106.png"/><Relationship Id="rId10" Type="http://schemas.openxmlformats.org/officeDocument/2006/relationships/customXml" Target="../ink/ink119.xml"/><Relationship Id="rId31" Type="http://schemas.openxmlformats.org/officeDocument/2006/relationships/image" Target="../media/image1005.png"/><Relationship Id="rId44" Type="http://schemas.openxmlformats.org/officeDocument/2006/relationships/customXml" Target="../ink/ink136.xml"/><Relationship Id="rId52" Type="http://schemas.openxmlformats.org/officeDocument/2006/relationships/customXml" Target="../ink/ink140.xml"/><Relationship Id="rId60" Type="http://schemas.openxmlformats.org/officeDocument/2006/relationships/customXml" Target="../ink/ink144.xml"/><Relationship Id="rId65" Type="http://schemas.openxmlformats.org/officeDocument/2006/relationships/image" Target="../media/image1145.png"/><Relationship Id="rId73" Type="http://schemas.openxmlformats.org/officeDocument/2006/relationships/image" Target="../media/image117.png"/><Relationship Id="rId78" Type="http://schemas.openxmlformats.org/officeDocument/2006/relationships/customXml" Target="../ink/ink153.xml"/><Relationship Id="rId81" Type="http://schemas.openxmlformats.org/officeDocument/2006/relationships/image" Target="../media/image119.png"/><Relationship Id="rId86" Type="http://schemas.openxmlformats.org/officeDocument/2006/relationships/customXml" Target="../ink/ink157.xml"/><Relationship Id="rId94" Type="http://schemas.openxmlformats.org/officeDocument/2006/relationships/customXml" Target="../ink/ink161.xml"/><Relationship Id="rId4" Type="http://schemas.openxmlformats.org/officeDocument/2006/relationships/customXml" Target="../ink/ink116.xml"/><Relationship Id="rId9" Type="http://schemas.openxmlformats.org/officeDocument/2006/relationships/image" Target="../media/image9110.png"/><Relationship Id="rId13" Type="http://schemas.openxmlformats.org/officeDocument/2006/relationships/image" Target="../media/image935.png"/><Relationship Id="rId18" Type="http://schemas.openxmlformats.org/officeDocument/2006/relationships/customXml" Target="../ink/ink123.xml"/><Relationship Id="rId39" Type="http://schemas.openxmlformats.org/officeDocument/2006/relationships/image" Target="../media/image1045.png"/><Relationship Id="rId34" Type="http://schemas.openxmlformats.org/officeDocument/2006/relationships/customXml" Target="../ink/ink131.xml"/><Relationship Id="rId50" Type="http://schemas.openxmlformats.org/officeDocument/2006/relationships/customXml" Target="../ink/ink139.xml"/><Relationship Id="rId55" Type="http://schemas.openxmlformats.org/officeDocument/2006/relationships/image" Target="../media/image1095.png"/><Relationship Id="rId76" Type="http://schemas.openxmlformats.org/officeDocument/2006/relationships/customXml" Target="../ink/ink152.xml"/><Relationship Id="rId97" Type="http://schemas.openxmlformats.org/officeDocument/2006/relationships/image" Target="../media/image127.png"/><Relationship Id="rId7" Type="http://schemas.openxmlformats.org/officeDocument/2006/relationships/image" Target="../media/image4.png"/><Relationship Id="rId71" Type="http://schemas.openxmlformats.org/officeDocument/2006/relationships/image" Target="../media/image116.png"/><Relationship Id="rId92" Type="http://schemas.openxmlformats.org/officeDocument/2006/relationships/customXml" Target="../ink/ink160.xml"/><Relationship Id="rId2" Type="http://schemas.openxmlformats.org/officeDocument/2006/relationships/customXml" Target="../ink/ink115.xml"/><Relationship Id="rId29" Type="http://schemas.openxmlformats.org/officeDocument/2006/relationships/image" Target="../media/image995.png"/><Relationship Id="rId24" Type="http://schemas.openxmlformats.org/officeDocument/2006/relationships/customXml" Target="../ink/ink126.xml"/><Relationship Id="rId40" Type="http://schemas.openxmlformats.org/officeDocument/2006/relationships/customXml" Target="../ink/ink134.xml"/><Relationship Id="rId45" Type="http://schemas.openxmlformats.org/officeDocument/2006/relationships/image" Target="../media/image1065.png"/><Relationship Id="rId66" Type="http://schemas.openxmlformats.org/officeDocument/2006/relationships/customXml" Target="../ink/ink147.xml"/><Relationship Id="rId87" Type="http://schemas.openxmlformats.org/officeDocument/2006/relationships/image" Target="../media/image122.png"/><Relationship Id="rId61" Type="http://schemas.openxmlformats.org/officeDocument/2006/relationships/image" Target="../media/image1125.png"/><Relationship Id="rId82" Type="http://schemas.openxmlformats.org/officeDocument/2006/relationships/customXml" Target="../ink/ink155.xml"/><Relationship Id="rId19" Type="http://schemas.openxmlformats.org/officeDocument/2006/relationships/image" Target="../media/image955.png"/><Relationship Id="rId14" Type="http://schemas.openxmlformats.org/officeDocument/2006/relationships/customXml" Target="../ink/ink121.xml"/><Relationship Id="rId30" Type="http://schemas.openxmlformats.org/officeDocument/2006/relationships/customXml" Target="../ink/ink129.xml"/><Relationship Id="rId35" Type="http://schemas.openxmlformats.org/officeDocument/2006/relationships/image" Target="../media/image1025.png"/><Relationship Id="rId56" Type="http://schemas.openxmlformats.org/officeDocument/2006/relationships/customXml" Target="../ink/ink142.xml"/><Relationship Id="rId77" Type="http://schemas.openxmlformats.org/officeDocument/2006/relationships/image" Target="../media/image39.png"/><Relationship Id="rId8" Type="http://schemas.openxmlformats.org/officeDocument/2006/relationships/customXml" Target="../ink/ink118.xml"/><Relationship Id="rId51" Type="http://schemas.openxmlformats.org/officeDocument/2006/relationships/image" Target="../media/image1075.png"/><Relationship Id="rId72" Type="http://schemas.openxmlformats.org/officeDocument/2006/relationships/customXml" Target="../ink/ink150.xml"/><Relationship Id="rId93" Type="http://schemas.openxmlformats.org/officeDocument/2006/relationships/image" Target="../media/image125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16.png"/><Relationship Id="rId299" Type="http://schemas.openxmlformats.org/officeDocument/2006/relationships/image" Target="../media/image150.png"/><Relationship Id="rId21" Type="http://schemas.openxmlformats.org/officeDocument/2006/relationships/image" Target="../media/image1117.png"/><Relationship Id="rId63" Type="http://schemas.openxmlformats.org/officeDocument/2006/relationships/image" Target="../media/image3214.png"/><Relationship Id="rId159" Type="http://schemas.openxmlformats.org/officeDocument/2006/relationships/image" Target="../media/image8013.png"/><Relationship Id="rId324" Type="http://schemas.openxmlformats.org/officeDocument/2006/relationships/customXml" Target="../ink/ink324.xml"/><Relationship Id="rId170" Type="http://schemas.openxmlformats.org/officeDocument/2006/relationships/customXml" Target="../ink/ink247.xml"/><Relationship Id="rId226" Type="http://schemas.openxmlformats.org/officeDocument/2006/relationships/customXml" Target="../ink/ink275.xml"/><Relationship Id="rId268" Type="http://schemas.openxmlformats.org/officeDocument/2006/relationships/customXml" Target="../ink/ink296.xml"/><Relationship Id="rId32" Type="http://schemas.openxmlformats.org/officeDocument/2006/relationships/customXml" Target="../ink/ink178.xml"/><Relationship Id="rId74" Type="http://schemas.openxmlformats.org/officeDocument/2006/relationships/customXml" Target="../ink/ink199.xml"/><Relationship Id="rId128" Type="http://schemas.openxmlformats.org/officeDocument/2006/relationships/customXml" Target="../ink/ink226.xml"/><Relationship Id="rId5" Type="http://schemas.openxmlformats.org/officeDocument/2006/relationships/image" Target="../media/image3104.png"/><Relationship Id="rId181" Type="http://schemas.openxmlformats.org/officeDocument/2006/relationships/image" Target="../media/image919.png"/><Relationship Id="rId237" Type="http://schemas.openxmlformats.org/officeDocument/2006/relationships/image" Target="../media/image1194.png"/><Relationship Id="rId279" Type="http://schemas.openxmlformats.org/officeDocument/2006/relationships/image" Target="../media/image140.png"/><Relationship Id="rId43" Type="http://schemas.openxmlformats.org/officeDocument/2006/relationships/image" Target="../media/image2217.png"/><Relationship Id="rId139" Type="http://schemas.openxmlformats.org/officeDocument/2006/relationships/image" Target="../media/image7013.png"/><Relationship Id="rId290" Type="http://schemas.openxmlformats.org/officeDocument/2006/relationships/customXml" Target="../ink/ink307.xml"/><Relationship Id="rId304" Type="http://schemas.openxmlformats.org/officeDocument/2006/relationships/customXml" Target="../ink/ink314.xml"/><Relationship Id="rId85" Type="http://schemas.openxmlformats.org/officeDocument/2006/relationships/image" Target="../media/image4316.png"/><Relationship Id="rId150" Type="http://schemas.openxmlformats.org/officeDocument/2006/relationships/customXml" Target="../ink/ink237.xml"/><Relationship Id="rId192" Type="http://schemas.openxmlformats.org/officeDocument/2006/relationships/customXml" Target="../ink/ink258.xml"/><Relationship Id="rId206" Type="http://schemas.openxmlformats.org/officeDocument/2006/relationships/customXml" Target="../ink/ink265.xml"/><Relationship Id="rId248" Type="http://schemas.openxmlformats.org/officeDocument/2006/relationships/customXml" Target="../ink/ink286.xml"/><Relationship Id="rId12" Type="http://schemas.openxmlformats.org/officeDocument/2006/relationships/customXml" Target="../ink/ink168.xml"/><Relationship Id="rId108" Type="http://schemas.openxmlformats.org/officeDocument/2006/relationships/customXml" Target="../ink/ink216.xml"/><Relationship Id="rId315" Type="http://schemas.openxmlformats.org/officeDocument/2006/relationships/image" Target="../media/image158.png"/><Relationship Id="rId54" Type="http://schemas.openxmlformats.org/officeDocument/2006/relationships/customXml" Target="../ink/ink189.xml"/><Relationship Id="rId96" Type="http://schemas.openxmlformats.org/officeDocument/2006/relationships/customXml" Target="../ink/ink210.xml"/><Relationship Id="rId161" Type="http://schemas.openxmlformats.org/officeDocument/2006/relationships/image" Target="../media/image8113.png"/><Relationship Id="rId217" Type="http://schemas.openxmlformats.org/officeDocument/2006/relationships/image" Target="../media/image1094.png"/><Relationship Id="rId259" Type="http://schemas.openxmlformats.org/officeDocument/2006/relationships/image" Target="../media/image130.png"/><Relationship Id="rId23" Type="http://schemas.openxmlformats.org/officeDocument/2006/relationships/image" Target="../media/image1217.png"/><Relationship Id="rId119" Type="http://schemas.openxmlformats.org/officeDocument/2006/relationships/image" Target="../media/image6014.png"/><Relationship Id="rId270" Type="http://schemas.openxmlformats.org/officeDocument/2006/relationships/customXml" Target="../ink/ink297.xml"/><Relationship Id="rId65" Type="http://schemas.openxmlformats.org/officeDocument/2006/relationships/image" Target="../media/image3314.png"/><Relationship Id="rId130" Type="http://schemas.openxmlformats.org/officeDocument/2006/relationships/customXml" Target="../ink/ink227.xml"/><Relationship Id="rId172" Type="http://schemas.openxmlformats.org/officeDocument/2006/relationships/customXml" Target="../ink/ink248.xml"/><Relationship Id="rId228" Type="http://schemas.openxmlformats.org/officeDocument/2006/relationships/customXml" Target="../ink/ink276.xml"/><Relationship Id="rId281" Type="http://schemas.openxmlformats.org/officeDocument/2006/relationships/image" Target="../media/image141.png"/><Relationship Id="rId34" Type="http://schemas.openxmlformats.org/officeDocument/2006/relationships/customXml" Target="../ink/ink179.xml"/><Relationship Id="rId76" Type="http://schemas.openxmlformats.org/officeDocument/2006/relationships/customXml" Target="../ink/ink200.xml"/><Relationship Id="rId141" Type="http://schemas.openxmlformats.org/officeDocument/2006/relationships/image" Target="../media/image7113.png"/><Relationship Id="rId7" Type="http://schemas.openxmlformats.org/officeDocument/2006/relationships/image" Target="../media/image4104.png"/><Relationship Id="rId162" Type="http://schemas.openxmlformats.org/officeDocument/2006/relationships/customXml" Target="../ink/ink243.xml"/><Relationship Id="rId183" Type="http://schemas.openxmlformats.org/officeDocument/2006/relationships/image" Target="../media/image924.png"/><Relationship Id="rId218" Type="http://schemas.openxmlformats.org/officeDocument/2006/relationships/customXml" Target="../ink/ink271.xml"/><Relationship Id="rId239" Type="http://schemas.openxmlformats.org/officeDocument/2006/relationships/image" Target="../media/image1204.png"/><Relationship Id="rId250" Type="http://schemas.openxmlformats.org/officeDocument/2006/relationships/customXml" Target="../ink/ink287.xml"/><Relationship Id="rId271" Type="http://schemas.openxmlformats.org/officeDocument/2006/relationships/image" Target="../media/image136.png"/><Relationship Id="rId292" Type="http://schemas.openxmlformats.org/officeDocument/2006/relationships/customXml" Target="../ink/ink308.xml"/><Relationship Id="rId306" Type="http://schemas.openxmlformats.org/officeDocument/2006/relationships/customXml" Target="../ink/ink315.xml"/><Relationship Id="rId24" Type="http://schemas.openxmlformats.org/officeDocument/2006/relationships/customXml" Target="../ink/ink174.xml"/><Relationship Id="rId45" Type="http://schemas.openxmlformats.org/officeDocument/2006/relationships/image" Target="../media/image2317.png"/><Relationship Id="rId66" Type="http://schemas.openxmlformats.org/officeDocument/2006/relationships/customXml" Target="../ink/ink195.xml"/><Relationship Id="rId87" Type="http://schemas.openxmlformats.org/officeDocument/2006/relationships/image" Target="../media/image4416.png"/><Relationship Id="rId110" Type="http://schemas.openxmlformats.org/officeDocument/2006/relationships/customXml" Target="../ink/ink217.xml"/><Relationship Id="rId131" Type="http://schemas.openxmlformats.org/officeDocument/2006/relationships/image" Target="../media/image6613.png"/><Relationship Id="rId152" Type="http://schemas.openxmlformats.org/officeDocument/2006/relationships/customXml" Target="../ink/ink238.xml"/><Relationship Id="rId173" Type="http://schemas.openxmlformats.org/officeDocument/2006/relationships/image" Target="../media/image8713.png"/><Relationship Id="rId194" Type="http://schemas.openxmlformats.org/officeDocument/2006/relationships/customXml" Target="../ink/ink259.xml"/><Relationship Id="rId208" Type="http://schemas.openxmlformats.org/officeDocument/2006/relationships/customXml" Target="../ink/ink266.xml"/><Relationship Id="rId229" Type="http://schemas.openxmlformats.org/officeDocument/2006/relationships/image" Target="../media/image1154.png"/><Relationship Id="rId240" Type="http://schemas.openxmlformats.org/officeDocument/2006/relationships/customXml" Target="../ink/ink282.xml"/><Relationship Id="rId261" Type="http://schemas.openxmlformats.org/officeDocument/2006/relationships/image" Target="../media/image131.png"/><Relationship Id="rId14" Type="http://schemas.openxmlformats.org/officeDocument/2006/relationships/customXml" Target="../ink/ink169.xml"/><Relationship Id="rId35" Type="http://schemas.openxmlformats.org/officeDocument/2006/relationships/image" Target="../media/image1816.png"/><Relationship Id="rId56" Type="http://schemas.openxmlformats.org/officeDocument/2006/relationships/customXml" Target="../ink/ink190.xml"/><Relationship Id="rId77" Type="http://schemas.openxmlformats.org/officeDocument/2006/relationships/image" Target="../media/image3915.png"/><Relationship Id="rId100" Type="http://schemas.openxmlformats.org/officeDocument/2006/relationships/customXml" Target="../ink/ink212.xml"/><Relationship Id="rId282" Type="http://schemas.openxmlformats.org/officeDocument/2006/relationships/customXml" Target="../ink/ink303.xml"/><Relationship Id="rId317" Type="http://schemas.openxmlformats.org/officeDocument/2006/relationships/image" Target="../media/image159.png"/><Relationship Id="rId8" Type="http://schemas.openxmlformats.org/officeDocument/2006/relationships/customXml" Target="../ink/ink166.xml"/><Relationship Id="rId98" Type="http://schemas.openxmlformats.org/officeDocument/2006/relationships/customXml" Target="../ink/ink211.xml"/><Relationship Id="rId121" Type="http://schemas.openxmlformats.org/officeDocument/2006/relationships/image" Target="../media/image6113.png"/><Relationship Id="rId142" Type="http://schemas.openxmlformats.org/officeDocument/2006/relationships/customXml" Target="../ink/ink233.xml"/><Relationship Id="rId163" Type="http://schemas.openxmlformats.org/officeDocument/2006/relationships/image" Target="../media/image8213.png"/><Relationship Id="rId184" Type="http://schemas.openxmlformats.org/officeDocument/2006/relationships/customXml" Target="../ink/ink254.xml"/><Relationship Id="rId219" Type="http://schemas.openxmlformats.org/officeDocument/2006/relationships/image" Target="../media/image1105.png"/><Relationship Id="rId230" Type="http://schemas.openxmlformats.org/officeDocument/2006/relationships/customXml" Target="../ink/ink277.xml"/><Relationship Id="rId251" Type="http://schemas.openxmlformats.org/officeDocument/2006/relationships/image" Target="../media/image1264.png"/><Relationship Id="rId25" Type="http://schemas.openxmlformats.org/officeDocument/2006/relationships/image" Target="../media/image1317.png"/><Relationship Id="rId46" Type="http://schemas.openxmlformats.org/officeDocument/2006/relationships/customXml" Target="../ink/ink185.xml"/><Relationship Id="rId67" Type="http://schemas.openxmlformats.org/officeDocument/2006/relationships/image" Target="../media/image3414.png"/><Relationship Id="rId272" Type="http://schemas.openxmlformats.org/officeDocument/2006/relationships/customXml" Target="../ink/ink298.xml"/><Relationship Id="rId293" Type="http://schemas.openxmlformats.org/officeDocument/2006/relationships/image" Target="../media/image147.png"/><Relationship Id="rId307" Type="http://schemas.openxmlformats.org/officeDocument/2006/relationships/image" Target="../media/image154.png"/><Relationship Id="rId88" Type="http://schemas.openxmlformats.org/officeDocument/2006/relationships/customXml" Target="../ink/ink206.xml"/><Relationship Id="rId111" Type="http://schemas.openxmlformats.org/officeDocument/2006/relationships/image" Target="../media/image5616.png"/><Relationship Id="rId132" Type="http://schemas.openxmlformats.org/officeDocument/2006/relationships/customXml" Target="../ink/ink228.xml"/><Relationship Id="rId153" Type="http://schemas.openxmlformats.org/officeDocument/2006/relationships/image" Target="../media/image7713.png"/><Relationship Id="rId174" Type="http://schemas.openxmlformats.org/officeDocument/2006/relationships/customXml" Target="../ink/ink249.xml"/><Relationship Id="rId195" Type="http://schemas.openxmlformats.org/officeDocument/2006/relationships/image" Target="../media/image984.png"/><Relationship Id="rId209" Type="http://schemas.openxmlformats.org/officeDocument/2006/relationships/image" Target="../media/image1054.png"/><Relationship Id="rId220" Type="http://schemas.openxmlformats.org/officeDocument/2006/relationships/customXml" Target="../ink/ink272.xml"/><Relationship Id="rId241" Type="http://schemas.openxmlformats.org/officeDocument/2006/relationships/image" Target="../media/image1218.png"/><Relationship Id="rId15" Type="http://schemas.openxmlformats.org/officeDocument/2006/relationships/image" Target="../media/image8104.png"/><Relationship Id="rId36" Type="http://schemas.openxmlformats.org/officeDocument/2006/relationships/customXml" Target="../ink/ink180.xml"/><Relationship Id="rId57" Type="http://schemas.openxmlformats.org/officeDocument/2006/relationships/image" Target="../media/image2914.png"/><Relationship Id="rId262" Type="http://schemas.openxmlformats.org/officeDocument/2006/relationships/customXml" Target="../ink/ink293.xml"/><Relationship Id="rId283" Type="http://schemas.openxmlformats.org/officeDocument/2006/relationships/image" Target="../media/image142.png"/><Relationship Id="rId318" Type="http://schemas.openxmlformats.org/officeDocument/2006/relationships/customXml" Target="../ink/ink321.xml"/><Relationship Id="rId78" Type="http://schemas.openxmlformats.org/officeDocument/2006/relationships/customXml" Target="../ink/ink201.xml"/><Relationship Id="rId99" Type="http://schemas.openxmlformats.org/officeDocument/2006/relationships/image" Target="../media/image5017.png"/><Relationship Id="rId101" Type="http://schemas.openxmlformats.org/officeDocument/2006/relationships/image" Target="../media/image5117.png"/><Relationship Id="rId122" Type="http://schemas.openxmlformats.org/officeDocument/2006/relationships/customXml" Target="../ink/ink223.xml"/><Relationship Id="rId143" Type="http://schemas.openxmlformats.org/officeDocument/2006/relationships/image" Target="../media/image7213.png"/><Relationship Id="rId164" Type="http://schemas.openxmlformats.org/officeDocument/2006/relationships/customXml" Target="../ink/ink244.xml"/><Relationship Id="rId185" Type="http://schemas.openxmlformats.org/officeDocument/2006/relationships/image" Target="../media/image934.png"/><Relationship Id="rId9" Type="http://schemas.openxmlformats.org/officeDocument/2006/relationships/image" Target="../media/image5105.png"/><Relationship Id="rId210" Type="http://schemas.openxmlformats.org/officeDocument/2006/relationships/customXml" Target="../ink/ink267.xml"/><Relationship Id="rId26" Type="http://schemas.openxmlformats.org/officeDocument/2006/relationships/customXml" Target="../ink/ink175.xml"/><Relationship Id="rId231" Type="http://schemas.openxmlformats.org/officeDocument/2006/relationships/image" Target="../media/image1164.png"/><Relationship Id="rId252" Type="http://schemas.openxmlformats.org/officeDocument/2006/relationships/customXml" Target="../ink/ink288.xml"/><Relationship Id="rId273" Type="http://schemas.openxmlformats.org/officeDocument/2006/relationships/image" Target="../media/image137.png"/><Relationship Id="rId294" Type="http://schemas.openxmlformats.org/officeDocument/2006/relationships/customXml" Target="../ink/ink309.xml"/><Relationship Id="rId308" Type="http://schemas.openxmlformats.org/officeDocument/2006/relationships/customXml" Target="../ink/ink316.xml"/><Relationship Id="rId47" Type="http://schemas.openxmlformats.org/officeDocument/2006/relationships/image" Target="../media/image2416.png"/><Relationship Id="rId68" Type="http://schemas.openxmlformats.org/officeDocument/2006/relationships/customXml" Target="../ink/ink196.xml"/><Relationship Id="rId89" Type="http://schemas.openxmlformats.org/officeDocument/2006/relationships/image" Target="../media/image4516.png"/><Relationship Id="rId112" Type="http://schemas.openxmlformats.org/officeDocument/2006/relationships/customXml" Target="../ink/ink218.xml"/><Relationship Id="rId133" Type="http://schemas.openxmlformats.org/officeDocument/2006/relationships/image" Target="../media/image6713.png"/><Relationship Id="rId154" Type="http://schemas.openxmlformats.org/officeDocument/2006/relationships/customXml" Target="../ink/ink239.xml"/><Relationship Id="rId175" Type="http://schemas.openxmlformats.org/officeDocument/2006/relationships/image" Target="../media/image8813.png"/><Relationship Id="rId196" Type="http://schemas.openxmlformats.org/officeDocument/2006/relationships/customXml" Target="../ink/ink260.xml"/><Relationship Id="rId200" Type="http://schemas.openxmlformats.org/officeDocument/2006/relationships/customXml" Target="../ink/ink262.xml"/><Relationship Id="rId16" Type="http://schemas.openxmlformats.org/officeDocument/2006/relationships/customXml" Target="../ink/ink170.xml"/><Relationship Id="rId221" Type="http://schemas.openxmlformats.org/officeDocument/2006/relationships/image" Target="../media/image1118.png"/><Relationship Id="rId242" Type="http://schemas.openxmlformats.org/officeDocument/2006/relationships/customXml" Target="../ink/ink283.xml"/><Relationship Id="rId263" Type="http://schemas.openxmlformats.org/officeDocument/2006/relationships/image" Target="../media/image132.png"/><Relationship Id="rId284" Type="http://schemas.openxmlformats.org/officeDocument/2006/relationships/customXml" Target="../ink/ink304.xml"/><Relationship Id="rId319" Type="http://schemas.openxmlformats.org/officeDocument/2006/relationships/image" Target="../media/image160.png"/><Relationship Id="rId37" Type="http://schemas.openxmlformats.org/officeDocument/2006/relationships/image" Target="../media/image1917.png"/><Relationship Id="rId58" Type="http://schemas.openxmlformats.org/officeDocument/2006/relationships/customXml" Target="../ink/ink191.xml"/><Relationship Id="rId79" Type="http://schemas.openxmlformats.org/officeDocument/2006/relationships/image" Target="../media/image4016.png"/><Relationship Id="rId102" Type="http://schemas.openxmlformats.org/officeDocument/2006/relationships/customXml" Target="../ink/ink213.xml"/><Relationship Id="rId123" Type="http://schemas.openxmlformats.org/officeDocument/2006/relationships/image" Target="../media/image6213.png"/><Relationship Id="rId144" Type="http://schemas.openxmlformats.org/officeDocument/2006/relationships/customXml" Target="../ink/ink234.xml"/><Relationship Id="rId90" Type="http://schemas.openxmlformats.org/officeDocument/2006/relationships/customXml" Target="../ink/ink207.xml"/><Relationship Id="rId165" Type="http://schemas.openxmlformats.org/officeDocument/2006/relationships/image" Target="../media/image8313.png"/><Relationship Id="rId186" Type="http://schemas.openxmlformats.org/officeDocument/2006/relationships/customXml" Target="../ink/ink255.xml"/><Relationship Id="rId211" Type="http://schemas.openxmlformats.org/officeDocument/2006/relationships/image" Target="../media/image1064.png"/><Relationship Id="rId232" Type="http://schemas.openxmlformats.org/officeDocument/2006/relationships/customXml" Target="../ink/ink278.xml"/><Relationship Id="rId253" Type="http://schemas.openxmlformats.org/officeDocument/2006/relationships/image" Target="../media/image1274.png"/><Relationship Id="rId274" Type="http://schemas.openxmlformats.org/officeDocument/2006/relationships/customXml" Target="../ink/ink299.xml"/><Relationship Id="rId295" Type="http://schemas.openxmlformats.org/officeDocument/2006/relationships/image" Target="../media/image148.png"/><Relationship Id="rId309" Type="http://schemas.openxmlformats.org/officeDocument/2006/relationships/image" Target="../media/image155.png"/><Relationship Id="rId27" Type="http://schemas.openxmlformats.org/officeDocument/2006/relationships/image" Target="../media/image1417.png"/><Relationship Id="rId48" Type="http://schemas.openxmlformats.org/officeDocument/2006/relationships/customXml" Target="../ink/ink186.xml"/><Relationship Id="rId69" Type="http://schemas.openxmlformats.org/officeDocument/2006/relationships/image" Target="../media/image3514.png"/><Relationship Id="rId113" Type="http://schemas.openxmlformats.org/officeDocument/2006/relationships/image" Target="../media/image5716.png"/><Relationship Id="rId134" Type="http://schemas.openxmlformats.org/officeDocument/2006/relationships/customXml" Target="../ink/ink229.xml"/><Relationship Id="rId320" Type="http://schemas.openxmlformats.org/officeDocument/2006/relationships/customXml" Target="../ink/ink322.xml"/><Relationship Id="rId80" Type="http://schemas.openxmlformats.org/officeDocument/2006/relationships/customXml" Target="../ink/ink202.xml"/><Relationship Id="rId155" Type="http://schemas.openxmlformats.org/officeDocument/2006/relationships/image" Target="../media/image7813.png"/><Relationship Id="rId176" Type="http://schemas.openxmlformats.org/officeDocument/2006/relationships/customXml" Target="../ink/ink250.xml"/><Relationship Id="rId197" Type="http://schemas.openxmlformats.org/officeDocument/2006/relationships/image" Target="../media/image994.png"/><Relationship Id="rId201" Type="http://schemas.openxmlformats.org/officeDocument/2006/relationships/image" Target="../media/image1018.png"/><Relationship Id="rId222" Type="http://schemas.openxmlformats.org/officeDocument/2006/relationships/customXml" Target="../ink/ink273.xml"/><Relationship Id="rId243" Type="http://schemas.openxmlformats.org/officeDocument/2006/relationships/image" Target="../media/image1224.png"/><Relationship Id="rId264" Type="http://schemas.openxmlformats.org/officeDocument/2006/relationships/customXml" Target="../ink/ink294.xml"/><Relationship Id="rId285" Type="http://schemas.openxmlformats.org/officeDocument/2006/relationships/image" Target="../media/image143.png"/><Relationship Id="rId17" Type="http://schemas.openxmlformats.org/officeDocument/2006/relationships/image" Target="../media/image918.png"/><Relationship Id="rId38" Type="http://schemas.openxmlformats.org/officeDocument/2006/relationships/customXml" Target="../ink/ink181.xml"/><Relationship Id="rId59" Type="http://schemas.openxmlformats.org/officeDocument/2006/relationships/image" Target="../media/image3014.png"/><Relationship Id="rId103" Type="http://schemas.openxmlformats.org/officeDocument/2006/relationships/image" Target="../media/image5216.png"/><Relationship Id="rId124" Type="http://schemas.openxmlformats.org/officeDocument/2006/relationships/customXml" Target="../ink/ink224.xml"/><Relationship Id="rId310" Type="http://schemas.openxmlformats.org/officeDocument/2006/relationships/customXml" Target="../ink/ink317.xml"/><Relationship Id="rId70" Type="http://schemas.openxmlformats.org/officeDocument/2006/relationships/customXml" Target="../ink/ink197.xml"/><Relationship Id="rId91" Type="http://schemas.openxmlformats.org/officeDocument/2006/relationships/image" Target="../media/image4616.png"/><Relationship Id="rId145" Type="http://schemas.openxmlformats.org/officeDocument/2006/relationships/image" Target="../media/image7313.png"/><Relationship Id="rId166" Type="http://schemas.openxmlformats.org/officeDocument/2006/relationships/customXml" Target="../ink/ink245.xml"/><Relationship Id="rId187" Type="http://schemas.openxmlformats.org/officeDocument/2006/relationships/image" Target="../media/image94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68.xml"/><Relationship Id="rId233" Type="http://schemas.openxmlformats.org/officeDocument/2006/relationships/image" Target="../media/image1174.png"/><Relationship Id="rId254" Type="http://schemas.openxmlformats.org/officeDocument/2006/relationships/customXml" Target="../ink/ink289.xml"/><Relationship Id="rId28" Type="http://schemas.openxmlformats.org/officeDocument/2006/relationships/customXml" Target="../ink/ink176.xml"/><Relationship Id="rId49" Type="http://schemas.openxmlformats.org/officeDocument/2006/relationships/image" Target="../media/image2515.png"/><Relationship Id="rId114" Type="http://schemas.openxmlformats.org/officeDocument/2006/relationships/customXml" Target="../ink/ink219.xml"/><Relationship Id="rId275" Type="http://schemas.openxmlformats.org/officeDocument/2006/relationships/image" Target="../media/image138.png"/><Relationship Id="rId296" Type="http://schemas.openxmlformats.org/officeDocument/2006/relationships/customXml" Target="../ink/ink310.xml"/><Relationship Id="rId300" Type="http://schemas.openxmlformats.org/officeDocument/2006/relationships/customXml" Target="../ink/ink312.xml"/><Relationship Id="rId60" Type="http://schemas.openxmlformats.org/officeDocument/2006/relationships/customXml" Target="../ink/ink192.xml"/><Relationship Id="rId81" Type="http://schemas.openxmlformats.org/officeDocument/2006/relationships/image" Target="../media/image4116.png"/><Relationship Id="rId135" Type="http://schemas.openxmlformats.org/officeDocument/2006/relationships/image" Target="../media/image6813.png"/><Relationship Id="rId156" Type="http://schemas.openxmlformats.org/officeDocument/2006/relationships/customXml" Target="../ink/ink240.xml"/><Relationship Id="rId177" Type="http://schemas.openxmlformats.org/officeDocument/2006/relationships/image" Target="../media/image8913.png"/><Relationship Id="rId198" Type="http://schemas.openxmlformats.org/officeDocument/2006/relationships/customXml" Target="../ink/ink261.xml"/><Relationship Id="rId321" Type="http://schemas.openxmlformats.org/officeDocument/2006/relationships/image" Target="../media/image161.png"/><Relationship Id="rId202" Type="http://schemas.openxmlformats.org/officeDocument/2006/relationships/customXml" Target="../ink/ink263.xml"/><Relationship Id="rId223" Type="http://schemas.openxmlformats.org/officeDocument/2006/relationships/image" Target="../media/image1124.png"/><Relationship Id="rId244" Type="http://schemas.openxmlformats.org/officeDocument/2006/relationships/customXml" Target="../ink/ink284.xml"/><Relationship Id="rId18" Type="http://schemas.openxmlformats.org/officeDocument/2006/relationships/customXml" Target="../ink/ink171.xml"/><Relationship Id="rId39" Type="http://schemas.openxmlformats.org/officeDocument/2006/relationships/image" Target="../media/image2017.png"/><Relationship Id="rId265" Type="http://schemas.openxmlformats.org/officeDocument/2006/relationships/image" Target="../media/image133.png"/><Relationship Id="rId286" Type="http://schemas.openxmlformats.org/officeDocument/2006/relationships/customXml" Target="../ink/ink305.xml"/><Relationship Id="rId50" Type="http://schemas.openxmlformats.org/officeDocument/2006/relationships/customXml" Target="../ink/ink187.xml"/><Relationship Id="rId104" Type="http://schemas.openxmlformats.org/officeDocument/2006/relationships/customXml" Target="../ink/ink214.xml"/><Relationship Id="rId125" Type="http://schemas.openxmlformats.org/officeDocument/2006/relationships/image" Target="../media/image6313.png"/><Relationship Id="rId146" Type="http://schemas.openxmlformats.org/officeDocument/2006/relationships/customXml" Target="../ink/ink235.xml"/><Relationship Id="rId167" Type="http://schemas.openxmlformats.org/officeDocument/2006/relationships/image" Target="../media/image8413.png"/><Relationship Id="rId188" Type="http://schemas.openxmlformats.org/officeDocument/2006/relationships/customXml" Target="../ink/ink256.xml"/><Relationship Id="rId311" Type="http://schemas.openxmlformats.org/officeDocument/2006/relationships/image" Target="../media/image156.png"/><Relationship Id="rId71" Type="http://schemas.openxmlformats.org/officeDocument/2006/relationships/image" Target="../media/image3614.png"/><Relationship Id="rId92" Type="http://schemas.openxmlformats.org/officeDocument/2006/relationships/customXml" Target="../ink/ink208.xml"/><Relationship Id="rId213" Type="http://schemas.openxmlformats.org/officeDocument/2006/relationships/image" Target="../media/image1074.png"/><Relationship Id="rId234" Type="http://schemas.openxmlformats.org/officeDocument/2006/relationships/customXml" Target="../ink/ink279.xml"/><Relationship Id="rId2" Type="http://schemas.openxmlformats.org/officeDocument/2006/relationships/customXml" Target="../ink/ink163.xml"/><Relationship Id="rId29" Type="http://schemas.openxmlformats.org/officeDocument/2006/relationships/image" Target="../media/image1517.png"/><Relationship Id="rId255" Type="http://schemas.openxmlformats.org/officeDocument/2006/relationships/image" Target="../media/image128.png"/><Relationship Id="rId276" Type="http://schemas.openxmlformats.org/officeDocument/2006/relationships/customXml" Target="../ink/ink300.xml"/><Relationship Id="rId297" Type="http://schemas.openxmlformats.org/officeDocument/2006/relationships/image" Target="../media/image149.png"/><Relationship Id="rId40" Type="http://schemas.openxmlformats.org/officeDocument/2006/relationships/customXml" Target="../ink/ink182.xml"/><Relationship Id="rId115" Type="http://schemas.openxmlformats.org/officeDocument/2006/relationships/image" Target="../media/image5816.png"/><Relationship Id="rId136" Type="http://schemas.openxmlformats.org/officeDocument/2006/relationships/customXml" Target="../ink/ink230.xml"/><Relationship Id="rId157" Type="http://schemas.openxmlformats.org/officeDocument/2006/relationships/image" Target="../media/image7913.png"/><Relationship Id="rId178" Type="http://schemas.openxmlformats.org/officeDocument/2006/relationships/customXml" Target="../ink/ink251.xml"/><Relationship Id="rId301" Type="http://schemas.openxmlformats.org/officeDocument/2006/relationships/image" Target="../media/image151.png"/><Relationship Id="rId322" Type="http://schemas.openxmlformats.org/officeDocument/2006/relationships/customXml" Target="../ink/ink323.xml"/><Relationship Id="rId61" Type="http://schemas.openxmlformats.org/officeDocument/2006/relationships/image" Target="../media/image3114.png"/><Relationship Id="rId82" Type="http://schemas.openxmlformats.org/officeDocument/2006/relationships/customXml" Target="../ink/ink203.xml"/><Relationship Id="rId199" Type="http://schemas.openxmlformats.org/officeDocument/2006/relationships/image" Target="../media/image1004.png"/><Relationship Id="rId203" Type="http://schemas.openxmlformats.org/officeDocument/2006/relationships/image" Target="../media/image1024.png"/><Relationship Id="rId19" Type="http://schemas.openxmlformats.org/officeDocument/2006/relationships/image" Target="../media/image1017.png"/><Relationship Id="rId224" Type="http://schemas.openxmlformats.org/officeDocument/2006/relationships/customXml" Target="../ink/ink274.xml"/><Relationship Id="rId245" Type="http://schemas.openxmlformats.org/officeDocument/2006/relationships/image" Target="../media/image1234.png"/><Relationship Id="rId266" Type="http://schemas.openxmlformats.org/officeDocument/2006/relationships/customXml" Target="../ink/ink295.xml"/><Relationship Id="rId287" Type="http://schemas.openxmlformats.org/officeDocument/2006/relationships/image" Target="../media/image144.png"/><Relationship Id="rId30" Type="http://schemas.openxmlformats.org/officeDocument/2006/relationships/customXml" Target="../ink/ink177.xml"/><Relationship Id="rId105" Type="http://schemas.openxmlformats.org/officeDocument/2006/relationships/image" Target="../media/image5316.png"/><Relationship Id="rId126" Type="http://schemas.openxmlformats.org/officeDocument/2006/relationships/customXml" Target="../ink/ink225.xml"/><Relationship Id="rId147" Type="http://schemas.openxmlformats.org/officeDocument/2006/relationships/image" Target="../media/image7413.png"/><Relationship Id="rId168" Type="http://schemas.openxmlformats.org/officeDocument/2006/relationships/customXml" Target="../ink/ink246.xml"/><Relationship Id="rId312" Type="http://schemas.openxmlformats.org/officeDocument/2006/relationships/customXml" Target="../ink/ink318.xml"/><Relationship Id="rId51" Type="http://schemas.openxmlformats.org/officeDocument/2006/relationships/image" Target="../media/image2614.png"/><Relationship Id="rId72" Type="http://schemas.openxmlformats.org/officeDocument/2006/relationships/customXml" Target="../ink/ink198.xml"/><Relationship Id="rId93" Type="http://schemas.openxmlformats.org/officeDocument/2006/relationships/image" Target="../media/image4716.png"/><Relationship Id="rId189" Type="http://schemas.openxmlformats.org/officeDocument/2006/relationships/image" Target="../media/image954.png"/><Relationship Id="rId3" Type="http://schemas.openxmlformats.org/officeDocument/2006/relationships/image" Target="../media/image2106.png"/><Relationship Id="rId214" Type="http://schemas.openxmlformats.org/officeDocument/2006/relationships/customXml" Target="../ink/ink269.xml"/><Relationship Id="rId235" Type="http://schemas.openxmlformats.org/officeDocument/2006/relationships/image" Target="../media/image1184.png"/><Relationship Id="rId256" Type="http://schemas.openxmlformats.org/officeDocument/2006/relationships/customXml" Target="../ink/ink290.xml"/><Relationship Id="rId277" Type="http://schemas.openxmlformats.org/officeDocument/2006/relationships/image" Target="../media/image139.png"/><Relationship Id="rId298" Type="http://schemas.openxmlformats.org/officeDocument/2006/relationships/customXml" Target="../ink/ink311.xml"/><Relationship Id="rId116" Type="http://schemas.openxmlformats.org/officeDocument/2006/relationships/customXml" Target="../ink/ink220.xml"/><Relationship Id="rId137" Type="http://schemas.openxmlformats.org/officeDocument/2006/relationships/image" Target="../media/image6913.png"/><Relationship Id="rId158" Type="http://schemas.openxmlformats.org/officeDocument/2006/relationships/customXml" Target="../ink/ink241.xml"/><Relationship Id="rId302" Type="http://schemas.openxmlformats.org/officeDocument/2006/relationships/customXml" Target="../ink/ink313.xml"/><Relationship Id="rId323" Type="http://schemas.openxmlformats.org/officeDocument/2006/relationships/image" Target="../media/image162.png"/><Relationship Id="rId20" Type="http://schemas.openxmlformats.org/officeDocument/2006/relationships/customXml" Target="../ink/ink172.xml"/><Relationship Id="rId41" Type="http://schemas.openxmlformats.org/officeDocument/2006/relationships/image" Target="../media/image2116.png"/><Relationship Id="rId62" Type="http://schemas.openxmlformats.org/officeDocument/2006/relationships/customXml" Target="../ink/ink193.xml"/><Relationship Id="rId83" Type="http://schemas.openxmlformats.org/officeDocument/2006/relationships/image" Target="../media/image4216.png"/><Relationship Id="rId179" Type="http://schemas.openxmlformats.org/officeDocument/2006/relationships/image" Target="../media/image9012.png"/><Relationship Id="rId190" Type="http://schemas.openxmlformats.org/officeDocument/2006/relationships/customXml" Target="../ink/ink257.xml"/><Relationship Id="rId204" Type="http://schemas.openxmlformats.org/officeDocument/2006/relationships/customXml" Target="../ink/ink264.xml"/><Relationship Id="rId225" Type="http://schemas.openxmlformats.org/officeDocument/2006/relationships/image" Target="../media/image1134.png"/><Relationship Id="rId246" Type="http://schemas.openxmlformats.org/officeDocument/2006/relationships/customXml" Target="../ink/ink285.xml"/><Relationship Id="rId267" Type="http://schemas.openxmlformats.org/officeDocument/2006/relationships/image" Target="../media/image134.png"/><Relationship Id="rId288" Type="http://schemas.openxmlformats.org/officeDocument/2006/relationships/customXml" Target="../ink/ink306.xml"/><Relationship Id="rId106" Type="http://schemas.openxmlformats.org/officeDocument/2006/relationships/customXml" Target="../ink/ink215.xml"/><Relationship Id="rId127" Type="http://schemas.openxmlformats.org/officeDocument/2006/relationships/image" Target="../media/image6413.png"/><Relationship Id="rId313" Type="http://schemas.openxmlformats.org/officeDocument/2006/relationships/image" Target="../media/image157.png"/><Relationship Id="rId10" Type="http://schemas.openxmlformats.org/officeDocument/2006/relationships/customXml" Target="../ink/ink167.xml"/><Relationship Id="rId31" Type="http://schemas.openxmlformats.org/officeDocument/2006/relationships/image" Target="../media/image1617.png"/><Relationship Id="rId52" Type="http://schemas.openxmlformats.org/officeDocument/2006/relationships/customXml" Target="../ink/ink188.xml"/><Relationship Id="rId73" Type="http://schemas.openxmlformats.org/officeDocument/2006/relationships/image" Target="../media/image3715.png"/><Relationship Id="rId94" Type="http://schemas.openxmlformats.org/officeDocument/2006/relationships/customXml" Target="../ink/ink209.xml"/><Relationship Id="rId148" Type="http://schemas.openxmlformats.org/officeDocument/2006/relationships/customXml" Target="../ink/ink236.xml"/><Relationship Id="rId169" Type="http://schemas.openxmlformats.org/officeDocument/2006/relationships/image" Target="../media/image8513.png"/><Relationship Id="rId4" Type="http://schemas.openxmlformats.org/officeDocument/2006/relationships/customXml" Target="../ink/ink164.xml"/><Relationship Id="rId180" Type="http://schemas.openxmlformats.org/officeDocument/2006/relationships/customXml" Target="../ink/ink252.xml"/><Relationship Id="rId215" Type="http://schemas.openxmlformats.org/officeDocument/2006/relationships/image" Target="../media/image1084.png"/><Relationship Id="rId236" Type="http://schemas.openxmlformats.org/officeDocument/2006/relationships/customXml" Target="../ink/ink280.xml"/><Relationship Id="rId257" Type="http://schemas.openxmlformats.org/officeDocument/2006/relationships/image" Target="../media/image129.png"/><Relationship Id="rId278" Type="http://schemas.openxmlformats.org/officeDocument/2006/relationships/customXml" Target="../ink/ink301.xml"/><Relationship Id="rId303" Type="http://schemas.openxmlformats.org/officeDocument/2006/relationships/image" Target="../media/image152.png"/><Relationship Id="rId42" Type="http://schemas.openxmlformats.org/officeDocument/2006/relationships/customXml" Target="../ink/ink183.xml"/><Relationship Id="rId84" Type="http://schemas.openxmlformats.org/officeDocument/2006/relationships/customXml" Target="../ink/ink204.xml"/><Relationship Id="rId138" Type="http://schemas.openxmlformats.org/officeDocument/2006/relationships/customXml" Target="../ink/ink231.xml"/><Relationship Id="rId191" Type="http://schemas.openxmlformats.org/officeDocument/2006/relationships/image" Target="../media/image964.png"/><Relationship Id="rId205" Type="http://schemas.openxmlformats.org/officeDocument/2006/relationships/image" Target="../media/image1034.png"/><Relationship Id="rId247" Type="http://schemas.openxmlformats.org/officeDocument/2006/relationships/image" Target="../media/image1244.png"/><Relationship Id="rId107" Type="http://schemas.openxmlformats.org/officeDocument/2006/relationships/image" Target="../media/image5416.png"/><Relationship Id="rId289" Type="http://schemas.openxmlformats.org/officeDocument/2006/relationships/image" Target="../media/image145.png"/><Relationship Id="rId11" Type="http://schemas.openxmlformats.org/officeDocument/2006/relationships/image" Target="../media/image6104.png"/><Relationship Id="rId53" Type="http://schemas.openxmlformats.org/officeDocument/2006/relationships/image" Target="../media/image2714.png"/><Relationship Id="rId149" Type="http://schemas.openxmlformats.org/officeDocument/2006/relationships/image" Target="../media/image7513.png"/><Relationship Id="rId314" Type="http://schemas.openxmlformats.org/officeDocument/2006/relationships/customXml" Target="../ink/ink319.xml"/><Relationship Id="rId95" Type="http://schemas.openxmlformats.org/officeDocument/2006/relationships/image" Target="../media/image4817.png"/><Relationship Id="rId160" Type="http://schemas.openxmlformats.org/officeDocument/2006/relationships/customXml" Target="../ink/ink242.xml"/><Relationship Id="rId216" Type="http://schemas.openxmlformats.org/officeDocument/2006/relationships/customXml" Target="../ink/ink270.xml"/><Relationship Id="rId258" Type="http://schemas.openxmlformats.org/officeDocument/2006/relationships/customXml" Target="../ink/ink291.xml"/><Relationship Id="rId22" Type="http://schemas.openxmlformats.org/officeDocument/2006/relationships/customXml" Target="../ink/ink173.xml"/><Relationship Id="rId64" Type="http://schemas.openxmlformats.org/officeDocument/2006/relationships/customXml" Target="../ink/ink194.xml"/><Relationship Id="rId118" Type="http://schemas.openxmlformats.org/officeDocument/2006/relationships/customXml" Target="../ink/ink221.xml"/><Relationship Id="rId325" Type="http://schemas.openxmlformats.org/officeDocument/2006/relationships/image" Target="../media/image163.png"/><Relationship Id="rId171" Type="http://schemas.openxmlformats.org/officeDocument/2006/relationships/image" Target="../media/image8613.png"/><Relationship Id="rId227" Type="http://schemas.openxmlformats.org/officeDocument/2006/relationships/image" Target="../media/image1144.png"/><Relationship Id="rId269" Type="http://schemas.openxmlformats.org/officeDocument/2006/relationships/image" Target="../media/image135.png"/><Relationship Id="rId33" Type="http://schemas.openxmlformats.org/officeDocument/2006/relationships/image" Target="../media/image1716.png"/><Relationship Id="rId129" Type="http://schemas.openxmlformats.org/officeDocument/2006/relationships/image" Target="../media/image6513.png"/><Relationship Id="rId280" Type="http://schemas.openxmlformats.org/officeDocument/2006/relationships/customXml" Target="../ink/ink302.xml"/><Relationship Id="rId75" Type="http://schemas.openxmlformats.org/officeDocument/2006/relationships/image" Target="../media/image3815.png"/><Relationship Id="rId140" Type="http://schemas.openxmlformats.org/officeDocument/2006/relationships/customXml" Target="../ink/ink232.xml"/><Relationship Id="rId182" Type="http://schemas.openxmlformats.org/officeDocument/2006/relationships/customXml" Target="../ink/ink253.xml"/><Relationship Id="rId6" Type="http://schemas.openxmlformats.org/officeDocument/2006/relationships/customXml" Target="../ink/ink165.xml"/><Relationship Id="rId238" Type="http://schemas.openxmlformats.org/officeDocument/2006/relationships/customXml" Target="../ink/ink281.xml"/><Relationship Id="rId291" Type="http://schemas.openxmlformats.org/officeDocument/2006/relationships/image" Target="../media/image146.png"/><Relationship Id="rId305" Type="http://schemas.openxmlformats.org/officeDocument/2006/relationships/image" Target="../media/image153.png"/><Relationship Id="rId44" Type="http://schemas.openxmlformats.org/officeDocument/2006/relationships/customXml" Target="../ink/ink184.xml"/><Relationship Id="rId86" Type="http://schemas.openxmlformats.org/officeDocument/2006/relationships/customXml" Target="../ink/ink205.xml"/><Relationship Id="rId151" Type="http://schemas.openxmlformats.org/officeDocument/2006/relationships/image" Target="../media/image7613.png"/><Relationship Id="rId193" Type="http://schemas.openxmlformats.org/officeDocument/2006/relationships/image" Target="../media/image974.png"/><Relationship Id="rId207" Type="http://schemas.openxmlformats.org/officeDocument/2006/relationships/image" Target="../media/image1044.png"/><Relationship Id="rId249" Type="http://schemas.openxmlformats.org/officeDocument/2006/relationships/image" Target="../media/image1254.png"/><Relationship Id="rId13" Type="http://schemas.openxmlformats.org/officeDocument/2006/relationships/image" Target="../media/image7104.png"/><Relationship Id="rId109" Type="http://schemas.openxmlformats.org/officeDocument/2006/relationships/image" Target="../media/image5516.png"/><Relationship Id="rId260" Type="http://schemas.openxmlformats.org/officeDocument/2006/relationships/customXml" Target="../ink/ink292.xml"/><Relationship Id="rId316" Type="http://schemas.openxmlformats.org/officeDocument/2006/relationships/customXml" Target="../ink/ink320.xml"/><Relationship Id="rId55" Type="http://schemas.openxmlformats.org/officeDocument/2006/relationships/image" Target="../media/image2814.png"/><Relationship Id="rId97" Type="http://schemas.openxmlformats.org/officeDocument/2006/relationships/image" Target="../media/image4917.png"/><Relationship Id="rId120" Type="http://schemas.openxmlformats.org/officeDocument/2006/relationships/customXml" Target="../ink/ink22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83.xml"/><Relationship Id="rId299" Type="http://schemas.openxmlformats.org/officeDocument/2006/relationships/customXml" Target="../ink/ink474.xml"/><Relationship Id="rId21" Type="http://schemas.openxmlformats.org/officeDocument/2006/relationships/image" Target="../media/image1115.png"/><Relationship Id="rId63" Type="http://schemas.openxmlformats.org/officeDocument/2006/relationships/image" Target="../media/image3213.png"/><Relationship Id="rId159" Type="http://schemas.openxmlformats.org/officeDocument/2006/relationships/customXml" Target="../ink/ink404.xml"/><Relationship Id="rId324" Type="http://schemas.openxmlformats.org/officeDocument/2006/relationships/image" Target="../media/image1623.png"/><Relationship Id="rId366" Type="http://schemas.openxmlformats.org/officeDocument/2006/relationships/image" Target="../media/image182.png"/><Relationship Id="rId170" Type="http://schemas.openxmlformats.org/officeDocument/2006/relationships/image" Target="../media/image8512.png"/><Relationship Id="rId226" Type="http://schemas.openxmlformats.org/officeDocument/2006/relationships/image" Target="../media/image1133.png"/><Relationship Id="rId433" Type="http://schemas.openxmlformats.org/officeDocument/2006/relationships/customXml" Target="../ink/ink542.xml"/><Relationship Id="rId268" Type="http://schemas.openxmlformats.org/officeDocument/2006/relationships/image" Target="../media/image1343.png"/><Relationship Id="rId32" Type="http://schemas.openxmlformats.org/officeDocument/2006/relationships/customXml" Target="../ink/ink340.xml"/><Relationship Id="rId74" Type="http://schemas.openxmlformats.org/officeDocument/2006/relationships/customXml" Target="../ink/ink361.xml"/><Relationship Id="rId128" Type="http://schemas.openxmlformats.org/officeDocument/2006/relationships/image" Target="../media/image6412.png"/><Relationship Id="rId335" Type="http://schemas.openxmlformats.org/officeDocument/2006/relationships/customXml" Target="../ink/ink492.xml"/><Relationship Id="rId377" Type="http://schemas.openxmlformats.org/officeDocument/2006/relationships/customXml" Target="../ink/ink514.xml"/><Relationship Id="rId5" Type="http://schemas.openxmlformats.org/officeDocument/2006/relationships/image" Target="../media/image3103.png"/><Relationship Id="rId181" Type="http://schemas.openxmlformats.org/officeDocument/2006/relationships/customXml" Target="../ink/ink415.xml"/><Relationship Id="rId237" Type="http://schemas.openxmlformats.org/officeDocument/2006/relationships/customXml" Target="../ink/ink443.xml"/><Relationship Id="rId402" Type="http://schemas.openxmlformats.org/officeDocument/2006/relationships/image" Target="../media/image200.png"/><Relationship Id="rId279" Type="http://schemas.openxmlformats.org/officeDocument/2006/relationships/customXml" Target="../ink/ink464.xml"/><Relationship Id="rId43" Type="http://schemas.openxmlformats.org/officeDocument/2006/relationships/image" Target="../media/image2216.png"/><Relationship Id="rId139" Type="http://schemas.openxmlformats.org/officeDocument/2006/relationships/customXml" Target="../ink/ink394.xml"/><Relationship Id="rId290" Type="http://schemas.openxmlformats.org/officeDocument/2006/relationships/image" Target="../media/image1453.png"/><Relationship Id="rId304" Type="http://schemas.openxmlformats.org/officeDocument/2006/relationships/image" Target="../media/image1523.png"/><Relationship Id="rId346" Type="http://schemas.openxmlformats.org/officeDocument/2006/relationships/customXml" Target="../ink/ink498.xml"/><Relationship Id="rId388" Type="http://schemas.openxmlformats.org/officeDocument/2006/relationships/image" Target="../media/image193.png"/><Relationship Id="rId85" Type="http://schemas.openxmlformats.org/officeDocument/2006/relationships/image" Target="../media/image4315.png"/><Relationship Id="rId150" Type="http://schemas.openxmlformats.org/officeDocument/2006/relationships/image" Target="../media/image7512.png"/><Relationship Id="rId192" Type="http://schemas.openxmlformats.org/officeDocument/2006/relationships/image" Target="../media/image963.png"/><Relationship Id="rId206" Type="http://schemas.openxmlformats.org/officeDocument/2006/relationships/image" Target="../media/image1033.png"/><Relationship Id="rId413" Type="http://schemas.openxmlformats.org/officeDocument/2006/relationships/customXml" Target="../ink/ink532.xml"/><Relationship Id="rId248" Type="http://schemas.openxmlformats.org/officeDocument/2006/relationships/image" Target="../media/image1243.png"/><Relationship Id="rId12" Type="http://schemas.openxmlformats.org/officeDocument/2006/relationships/customXml" Target="../ink/ink330.xml"/><Relationship Id="rId108" Type="http://schemas.openxmlformats.org/officeDocument/2006/relationships/image" Target="../media/image5415.png"/><Relationship Id="rId315" Type="http://schemas.openxmlformats.org/officeDocument/2006/relationships/customXml" Target="../ink/ink482.xml"/><Relationship Id="rId357" Type="http://schemas.openxmlformats.org/officeDocument/2006/relationships/customXml" Target="../ink/ink504.xml"/><Relationship Id="rId54" Type="http://schemas.openxmlformats.org/officeDocument/2006/relationships/customXml" Target="../ink/ink351.xml"/><Relationship Id="rId96" Type="http://schemas.openxmlformats.org/officeDocument/2006/relationships/customXml" Target="../ink/ink372.xml"/><Relationship Id="rId161" Type="http://schemas.openxmlformats.org/officeDocument/2006/relationships/customXml" Target="../ink/ink405.xml"/><Relationship Id="rId217" Type="http://schemas.openxmlformats.org/officeDocument/2006/relationships/customXml" Target="../ink/ink433.xml"/><Relationship Id="rId399" Type="http://schemas.openxmlformats.org/officeDocument/2006/relationships/customXml" Target="../ink/ink525.xml"/><Relationship Id="rId259" Type="http://schemas.openxmlformats.org/officeDocument/2006/relationships/customXml" Target="../ink/ink454.xml"/><Relationship Id="rId424" Type="http://schemas.openxmlformats.org/officeDocument/2006/relationships/image" Target="../media/image211.png"/><Relationship Id="rId23" Type="http://schemas.openxmlformats.org/officeDocument/2006/relationships/image" Target="../media/image1215.png"/><Relationship Id="rId119" Type="http://schemas.openxmlformats.org/officeDocument/2006/relationships/customXml" Target="../ink/ink384.xml"/><Relationship Id="rId270" Type="http://schemas.openxmlformats.org/officeDocument/2006/relationships/image" Target="../media/image1353.png"/><Relationship Id="rId326" Type="http://schemas.openxmlformats.org/officeDocument/2006/relationships/image" Target="../media/image1633.png"/><Relationship Id="rId65" Type="http://schemas.openxmlformats.org/officeDocument/2006/relationships/image" Target="../media/image3313.png"/><Relationship Id="rId130" Type="http://schemas.openxmlformats.org/officeDocument/2006/relationships/image" Target="../media/image6512.png"/><Relationship Id="rId368" Type="http://schemas.openxmlformats.org/officeDocument/2006/relationships/image" Target="../media/image183.png"/><Relationship Id="rId172" Type="http://schemas.openxmlformats.org/officeDocument/2006/relationships/image" Target="../media/image8612.png"/><Relationship Id="rId228" Type="http://schemas.openxmlformats.org/officeDocument/2006/relationships/image" Target="../media/image1143.png"/><Relationship Id="rId435" Type="http://schemas.openxmlformats.org/officeDocument/2006/relationships/customXml" Target="../ink/ink543.xml"/><Relationship Id="rId281" Type="http://schemas.openxmlformats.org/officeDocument/2006/relationships/customXml" Target="../ink/ink465.xml"/><Relationship Id="rId337" Type="http://schemas.openxmlformats.org/officeDocument/2006/relationships/customXml" Target="../ink/ink493.xml"/><Relationship Id="rId34" Type="http://schemas.openxmlformats.org/officeDocument/2006/relationships/customXml" Target="../ink/ink341.xml"/><Relationship Id="rId76" Type="http://schemas.openxmlformats.org/officeDocument/2006/relationships/customXml" Target="../ink/ink362.xml"/><Relationship Id="rId141" Type="http://schemas.openxmlformats.org/officeDocument/2006/relationships/customXml" Target="../ink/ink395.xml"/><Relationship Id="rId379" Type="http://schemas.openxmlformats.org/officeDocument/2006/relationships/customXml" Target="../ink/ink515.xml"/><Relationship Id="rId7" Type="http://schemas.openxmlformats.org/officeDocument/2006/relationships/image" Target="../media/image4103.png"/><Relationship Id="rId183" Type="http://schemas.openxmlformats.org/officeDocument/2006/relationships/customXml" Target="../ink/ink416.xml"/><Relationship Id="rId239" Type="http://schemas.openxmlformats.org/officeDocument/2006/relationships/customXml" Target="../ink/ink444.xml"/><Relationship Id="rId390" Type="http://schemas.openxmlformats.org/officeDocument/2006/relationships/image" Target="../media/image194.png"/><Relationship Id="rId404" Type="http://schemas.openxmlformats.org/officeDocument/2006/relationships/image" Target="../media/image201.png"/><Relationship Id="rId250" Type="http://schemas.openxmlformats.org/officeDocument/2006/relationships/image" Target="../media/image1253.png"/><Relationship Id="rId292" Type="http://schemas.openxmlformats.org/officeDocument/2006/relationships/image" Target="../media/image1463.png"/><Relationship Id="rId306" Type="http://schemas.openxmlformats.org/officeDocument/2006/relationships/image" Target="../media/image1533.png"/><Relationship Id="rId45" Type="http://schemas.openxmlformats.org/officeDocument/2006/relationships/image" Target="../media/image2316.png"/><Relationship Id="rId87" Type="http://schemas.openxmlformats.org/officeDocument/2006/relationships/image" Target="../media/image4415.png"/><Relationship Id="rId110" Type="http://schemas.openxmlformats.org/officeDocument/2006/relationships/image" Target="../media/image5515.png"/><Relationship Id="rId348" Type="http://schemas.openxmlformats.org/officeDocument/2006/relationships/image" Target="../media/image173.png"/><Relationship Id="rId152" Type="http://schemas.openxmlformats.org/officeDocument/2006/relationships/image" Target="../media/image7612.png"/><Relationship Id="rId194" Type="http://schemas.openxmlformats.org/officeDocument/2006/relationships/image" Target="../media/image973.png"/><Relationship Id="rId208" Type="http://schemas.openxmlformats.org/officeDocument/2006/relationships/image" Target="../media/image1043.png"/><Relationship Id="rId415" Type="http://schemas.openxmlformats.org/officeDocument/2006/relationships/customXml" Target="../ink/ink533.xml"/><Relationship Id="rId261" Type="http://schemas.openxmlformats.org/officeDocument/2006/relationships/customXml" Target="../ink/ink455.xml"/><Relationship Id="rId14" Type="http://schemas.openxmlformats.org/officeDocument/2006/relationships/customXml" Target="../ink/ink331.xml"/><Relationship Id="rId56" Type="http://schemas.openxmlformats.org/officeDocument/2006/relationships/customXml" Target="../ink/ink352.xml"/><Relationship Id="rId317" Type="http://schemas.openxmlformats.org/officeDocument/2006/relationships/customXml" Target="../ink/ink483.xml"/><Relationship Id="rId359" Type="http://schemas.openxmlformats.org/officeDocument/2006/relationships/customXml" Target="../ink/ink505.xml"/><Relationship Id="rId98" Type="http://schemas.openxmlformats.org/officeDocument/2006/relationships/customXml" Target="../ink/ink373.xml"/><Relationship Id="rId121" Type="http://schemas.openxmlformats.org/officeDocument/2006/relationships/customXml" Target="../ink/ink385.xml"/><Relationship Id="rId163" Type="http://schemas.openxmlformats.org/officeDocument/2006/relationships/customXml" Target="../ink/ink406.xml"/><Relationship Id="rId219" Type="http://schemas.openxmlformats.org/officeDocument/2006/relationships/customXml" Target="../ink/ink434.xml"/><Relationship Id="rId370" Type="http://schemas.openxmlformats.org/officeDocument/2006/relationships/image" Target="../media/image184.png"/><Relationship Id="rId426" Type="http://schemas.openxmlformats.org/officeDocument/2006/relationships/image" Target="../media/image212.png"/><Relationship Id="rId230" Type="http://schemas.openxmlformats.org/officeDocument/2006/relationships/image" Target="../media/image1153.png"/><Relationship Id="rId25" Type="http://schemas.openxmlformats.org/officeDocument/2006/relationships/image" Target="../media/image1315.png"/><Relationship Id="rId67" Type="http://schemas.openxmlformats.org/officeDocument/2006/relationships/image" Target="../media/image3413.png"/><Relationship Id="rId272" Type="http://schemas.openxmlformats.org/officeDocument/2006/relationships/image" Target="../media/image1363.png"/><Relationship Id="rId328" Type="http://schemas.openxmlformats.org/officeDocument/2006/relationships/image" Target="../media/image164.png"/><Relationship Id="rId132" Type="http://schemas.openxmlformats.org/officeDocument/2006/relationships/image" Target="../media/image6612.png"/><Relationship Id="rId174" Type="http://schemas.openxmlformats.org/officeDocument/2006/relationships/image" Target="../media/image8712.png"/><Relationship Id="rId381" Type="http://schemas.openxmlformats.org/officeDocument/2006/relationships/customXml" Target="../ink/ink516.xml"/><Relationship Id="rId241" Type="http://schemas.openxmlformats.org/officeDocument/2006/relationships/customXml" Target="../ink/ink445.xml"/><Relationship Id="rId36" Type="http://schemas.openxmlformats.org/officeDocument/2006/relationships/customXml" Target="../ink/ink342.xml"/><Relationship Id="rId283" Type="http://schemas.openxmlformats.org/officeDocument/2006/relationships/customXml" Target="../ink/ink466.xml"/><Relationship Id="rId339" Type="http://schemas.openxmlformats.org/officeDocument/2006/relationships/customXml" Target="../ink/ink494.xml"/><Relationship Id="rId78" Type="http://schemas.openxmlformats.org/officeDocument/2006/relationships/customXml" Target="../ink/ink363.xml"/><Relationship Id="rId101" Type="http://schemas.openxmlformats.org/officeDocument/2006/relationships/image" Target="../media/image5116.png"/><Relationship Id="rId143" Type="http://schemas.openxmlformats.org/officeDocument/2006/relationships/customXml" Target="../ink/ink396.xml"/><Relationship Id="rId185" Type="http://schemas.openxmlformats.org/officeDocument/2006/relationships/customXml" Target="../ink/ink417.xml"/><Relationship Id="rId350" Type="http://schemas.openxmlformats.org/officeDocument/2006/relationships/image" Target="../media/image174.png"/><Relationship Id="rId406" Type="http://schemas.openxmlformats.org/officeDocument/2006/relationships/image" Target="../media/image202.png"/><Relationship Id="rId9" Type="http://schemas.openxmlformats.org/officeDocument/2006/relationships/image" Target="../media/image5104.png"/><Relationship Id="rId210" Type="http://schemas.openxmlformats.org/officeDocument/2006/relationships/image" Target="../media/image1053.png"/><Relationship Id="rId392" Type="http://schemas.openxmlformats.org/officeDocument/2006/relationships/image" Target="../media/image195.png"/><Relationship Id="rId252" Type="http://schemas.openxmlformats.org/officeDocument/2006/relationships/image" Target="../media/image1263.png"/><Relationship Id="rId294" Type="http://schemas.openxmlformats.org/officeDocument/2006/relationships/image" Target="../media/image1473.png"/><Relationship Id="rId308" Type="http://schemas.openxmlformats.org/officeDocument/2006/relationships/image" Target="../media/image1543.png"/><Relationship Id="rId47" Type="http://schemas.openxmlformats.org/officeDocument/2006/relationships/image" Target="../media/image2415.png"/><Relationship Id="rId89" Type="http://schemas.openxmlformats.org/officeDocument/2006/relationships/image" Target="../media/image4515.png"/><Relationship Id="rId112" Type="http://schemas.openxmlformats.org/officeDocument/2006/relationships/image" Target="../media/image5615.png"/><Relationship Id="rId154" Type="http://schemas.openxmlformats.org/officeDocument/2006/relationships/image" Target="../media/image7712.png"/><Relationship Id="rId361" Type="http://schemas.openxmlformats.org/officeDocument/2006/relationships/customXml" Target="../ink/ink506.xml"/><Relationship Id="rId196" Type="http://schemas.openxmlformats.org/officeDocument/2006/relationships/image" Target="../media/image983.png"/><Relationship Id="rId417" Type="http://schemas.openxmlformats.org/officeDocument/2006/relationships/customXml" Target="../ink/ink534.xml"/><Relationship Id="rId16" Type="http://schemas.openxmlformats.org/officeDocument/2006/relationships/customXml" Target="../ink/ink332.xml"/><Relationship Id="rId221" Type="http://schemas.openxmlformats.org/officeDocument/2006/relationships/customXml" Target="../ink/ink435.xml"/><Relationship Id="rId263" Type="http://schemas.openxmlformats.org/officeDocument/2006/relationships/customXml" Target="../ink/ink456.xml"/><Relationship Id="rId319" Type="http://schemas.openxmlformats.org/officeDocument/2006/relationships/customXml" Target="../ink/ink484.xml"/><Relationship Id="rId58" Type="http://schemas.openxmlformats.org/officeDocument/2006/relationships/customXml" Target="../ink/ink353.xml"/><Relationship Id="rId123" Type="http://schemas.openxmlformats.org/officeDocument/2006/relationships/customXml" Target="../ink/ink386.xml"/><Relationship Id="rId330" Type="http://schemas.openxmlformats.org/officeDocument/2006/relationships/image" Target="../media/image165.png"/><Relationship Id="rId165" Type="http://schemas.openxmlformats.org/officeDocument/2006/relationships/customXml" Target="../ink/ink407.xml"/><Relationship Id="rId372" Type="http://schemas.openxmlformats.org/officeDocument/2006/relationships/image" Target="../media/image185.png"/><Relationship Id="rId428" Type="http://schemas.openxmlformats.org/officeDocument/2006/relationships/image" Target="../media/image213.png"/><Relationship Id="rId232" Type="http://schemas.openxmlformats.org/officeDocument/2006/relationships/image" Target="../media/image1163.png"/><Relationship Id="rId274" Type="http://schemas.openxmlformats.org/officeDocument/2006/relationships/image" Target="../media/image1373.png"/><Relationship Id="rId27" Type="http://schemas.openxmlformats.org/officeDocument/2006/relationships/image" Target="../media/image1415.png"/><Relationship Id="rId69" Type="http://schemas.openxmlformats.org/officeDocument/2006/relationships/image" Target="../media/image3513.png"/><Relationship Id="rId134" Type="http://schemas.openxmlformats.org/officeDocument/2006/relationships/image" Target="../media/image6712.png"/><Relationship Id="rId80" Type="http://schemas.openxmlformats.org/officeDocument/2006/relationships/customXml" Target="../ink/ink364.xml"/><Relationship Id="rId176" Type="http://schemas.openxmlformats.org/officeDocument/2006/relationships/image" Target="../media/image8812.png"/><Relationship Id="rId341" Type="http://schemas.openxmlformats.org/officeDocument/2006/relationships/customXml" Target="../ink/ink495.xml"/><Relationship Id="rId383" Type="http://schemas.openxmlformats.org/officeDocument/2006/relationships/customXml" Target="../ink/ink517.xml"/><Relationship Id="rId201" Type="http://schemas.openxmlformats.org/officeDocument/2006/relationships/customXml" Target="../ink/ink425.xml"/><Relationship Id="rId243" Type="http://schemas.openxmlformats.org/officeDocument/2006/relationships/customXml" Target="../ink/ink446.xml"/><Relationship Id="rId285" Type="http://schemas.openxmlformats.org/officeDocument/2006/relationships/customXml" Target="../ink/ink467.xml"/><Relationship Id="rId38" Type="http://schemas.openxmlformats.org/officeDocument/2006/relationships/customXml" Target="../ink/ink343.xml"/><Relationship Id="rId103" Type="http://schemas.openxmlformats.org/officeDocument/2006/relationships/customXml" Target="../ink/ink376.xml"/><Relationship Id="rId310" Type="http://schemas.openxmlformats.org/officeDocument/2006/relationships/image" Target="../media/image1553.png"/><Relationship Id="rId91" Type="http://schemas.openxmlformats.org/officeDocument/2006/relationships/image" Target="../media/image4615.png"/><Relationship Id="rId145" Type="http://schemas.openxmlformats.org/officeDocument/2006/relationships/customXml" Target="../ink/ink397.xml"/><Relationship Id="rId187" Type="http://schemas.openxmlformats.org/officeDocument/2006/relationships/customXml" Target="../ink/ink418.xml"/><Relationship Id="rId352" Type="http://schemas.openxmlformats.org/officeDocument/2006/relationships/image" Target="../media/image175.png"/><Relationship Id="rId394" Type="http://schemas.openxmlformats.org/officeDocument/2006/relationships/image" Target="../media/image196.png"/><Relationship Id="rId408" Type="http://schemas.openxmlformats.org/officeDocument/2006/relationships/image" Target="../media/image203.png"/><Relationship Id="rId212" Type="http://schemas.openxmlformats.org/officeDocument/2006/relationships/image" Target="../media/image1063.png"/><Relationship Id="rId254" Type="http://schemas.openxmlformats.org/officeDocument/2006/relationships/image" Target="../media/image1273.png"/><Relationship Id="rId28" Type="http://schemas.openxmlformats.org/officeDocument/2006/relationships/customXml" Target="../ink/ink338.xml"/><Relationship Id="rId49" Type="http://schemas.openxmlformats.org/officeDocument/2006/relationships/image" Target="../media/image2514.png"/><Relationship Id="rId114" Type="http://schemas.openxmlformats.org/officeDocument/2006/relationships/image" Target="../media/image5715.png"/><Relationship Id="rId275" Type="http://schemas.openxmlformats.org/officeDocument/2006/relationships/customXml" Target="../ink/ink462.xml"/><Relationship Id="rId296" Type="http://schemas.openxmlformats.org/officeDocument/2006/relationships/image" Target="../media/image1483.png"/><Relationship Id="rId300" Type="http://schemas.openxmlformats.org/officeDocument/2006/relationships/image" Target="../media/image1503.png"/><Relationship Id="rId60" Type="http://schemas.openxmlformats.org/officeDocument/2006/relationships/customXml" Target="../ink/ink354.xml"/><Relationship Id="rId81" Type="http://schemas.openxmlformats.org/officeDocument/2006/relationships/image" Target="../media/image4115.png"/><Relationship Id="rId135" Type="http://schemas.openxmlformats.org/officeDocument/2006/relationships/customXml" Target="../ink/ink392.xml"/><Relationship Id="rId156" Type="http://schemas.openxmlformats.org/officeDocument/2006/relationships/image" Target="../media/image7812.png"/><Relationship Id="rId177" Type="http://schemas.openxmlformats.org/officeDocument/2006/relationships/customXml" Target="../ink/ink413.xml"/><Relationship Id="rId198" Type="http://schemas.openxmlformats.org/officeDocument/2006/relationships/image" Target="../media/image993.png"/><Relationship Id="rId321" Type="http://schemas.openxmlformats.org/officeDocument/2006/relationships/customXml" Target="../ink/ink485.xml"/><Relationship Id="rId342" Type="http://schemas.openxmlformats.org/officeDocument/2006/relationships/image" Target="../media/image171.png"/><Relationship Id="rId363" Type="http://schemas.openxmlformats.org/officeDocument/2006/relationships/customXml" Target="../ink/ink507.xml"/><Relationship Id="rId384" Type="http://schemas.openxmlformats.org/officeDocument/2006/relationships/image" Target="../media/image191.png"/><Relationship Id="rId419" Type="http://schemas.openxmlformats.org/officeDocument/2006/relationships/customXml" Target="../ink/ink535.xml"/><Relationship Id="rId202" Type="http://schemas.openxmlformats.org/officeDocument/2006/relationships/image" Target="../media/image1016.png"/><Relationship Id="rId223" Type="http://schemas.openxmlformats.org/officeDocument/2006/relationships/customXml" Target="../ink/ink436.xml"/><Relationship Id="rId244" Type="http://schemas.openxmlformats.org/officeDocument/2006/relationships/image" Target="../media/image1223.png"/><Relationship Id="rId430" Type="http://schemas.openxmlformats.org/officeDocument/2006/relationships/image" Target="../media/image214.png"/><Relationship Id="rId18" Type="http://schemas.openxmlformats.org/officeDocument/2006/relationships/customXml" Target="../ink/ink333.xml"/><Relationship Id="rId39" Type="http://schemas.openxmlformats.org/officeDocument/2006/relationships/image" Target="../media/image2016.png"/><Relationship Id="rId265" Type="http://schemas.openxmlformats.org/officeDocument/2006/relationships/customXml" Target="../ink/ink457.xml"/><Relationship Id="rId286" Type="http://schemas.openxmlformats.org/officeDocument/2006/relationships/image" Target="../media/image1433.png"/><Relationship Id="rId50" Type="http://schemas.openxmlformats.org/officeDocument/2006/relationships/customXml" Target="../ink/ink349.xml"/><Relationship Id="rId104" Type="http://schemas.openxmlformats.org/officeDocument/2006/relationships/image" Target="../media/image5215.png"/><Relationship Id="rId125" Type="http://schemas.openxmlformats.org/officeDocument/2006/relationships/customXml" Target="../ink/ink387.xml"/><Relationship Id="rId146" Type="http://schemas.openxmlformats.org/officeDocument/2006/relationships/image" Target="../media/image7312.png"/><Relationship Id="rId167" Type="http://schemas.openxmlformats.org/officeDocument/2006/relationships/customXml" Target="../ink/ink408.xml"/><Relationship Id="rId188" Type="http://schemas.openxmlformats.org/officeDocument/2006/relationships/image" Target="../media/image943.png"/><Relationship Id="rId311" Type="http://schemas.openxmlformats.org/officeDocument/2006/relationships/customXml" Target="../ink/ink480.xml"/><Relationship Id="rId332" Type="http://schemas.openxmlformats.org/officeDocument/2006/relationships/image" Target="../media/image166.png"/><Relationship Id="rId353" Type="http://schemas.openxmlformats.org/officeDocument/2006/relationships/customXml" Target="../ink/ink502.xml"/><Relationship Id="rId374" Type="http://schemas.openxmlformats.org/officeDocument/2006/relationships/image" Target="../media/image186.png"/><Relationship Id="rId395" Type="http://schemas.openxmlformats.org/officeDocument/2006/relationships/customXml" Target="../ink/ink523.xml"/><Relationship Id="rId409" Type="http://schemas.openxmlformats.org/officeDocument/2006/relationships/customXml" Target="../ink/ink530.xml"/><Relationship Id="rId71" Type="http://schemas.openxmlformats.org/officeDocument/2006/relationships/image" Target="../media/image3613.png"/><Relationship Id="rId92" Type="http://schemas.openxmlformats.org/officeDocument/2006/relationships/customXml" Target="../ink/ink370.xml"/><Relationship Id="rId213" Type="http://schemas.openxmlformats.org/officeDocument/2006/relationships/customXml" Target="../ink/ink431.xml"/><Relationship Id="rId234" Type="http://schemas.openxmlformats.org/officeDocument/2006/relationships/image" Target="../media/image1173.png"/><Relationship Id="rId420" Type="http://schemas.openxmlformats.org/officeDocument/2006/relationships/image" Target="../media/image209.png"/><Relationship Id="rId2" Type="http://schemas.openxmlformats.org/officeDocument/2006/relationships/customXml" Target="../ink/ink325.xml"/><Relationship Id="rId29" Type="http://schemas.openxmlformats.org/officeDocument/2006/relationships/image" Target="../media/image1515.png"/><Relationship Id="rId255" Type="http://schemas.openxmlformats.org/officeDocument/2006/relationships/customXml" Target="../ink/ink452.xml"/><Relationship Id="rId276" Type="http://schemas.openxmlformats.org/officeDocument/2006/relationships/image" Target="../media/image1383.png"/><Relationship Id="rId297" Type="http://schemas.openxmlformats.org/officeDocument/2006/relationships/customXml" Target="../ink/ink473.xml"/><Relationship Id="rId40" Type="http://schemas.openxmlformats.org/officeDocument/2006/relationships/customXml" Target="../ink/ink344.xml"/><Relationship Id="rId115" Type="http://schemas.openxmlformats.org/officeDocument/2006/relationships/customXml" Target="../ink/ink382.xml"/><Relationship Id="rId136" Type="http://schemas.openxmlformats.org/officeDocument/2006/relationships/image" Target="../media/image6812.png"/><Relationship Id="rId157" Type="http://schemas.openxmlformats.org/officeDocument/2006/relationships/customXml" Target="../ink/ink403.xml"/><Relationship Id="rId178" Type="http://schemas.openxmlformats.org/officeDocument/2006/relationships/image" Target="../media/image8912.png"/><Relationship Id="rId301" Type="http://schemas.openxmlformats.org/officeDocument/2006/relationships/customXml" Target="../ink/ink475.xml"/><Relationship Id="rId322" Type="http://schemas.openxmlformats.org/officeDocument/2006/relationships/image" Target="../media/image1616.png"/><Relationship Id="rId343" Type="http://schemas.openxmlformats.org/officeDocument/2006/relationships/customXml" Target="../ink/ink496.xml"/><Relationship Id="rId364" Type="http://schemas.openxmlformats.org/officeDocument/2006/relationships/image" Target="../media/image181.png"/><Relationship Id="rId61" Type="http://schemas.openxmlformats.org/officeDocument/2006/relationships/image" Target="../media/image3113.png"/><Relationship Id="rId82" Type="http://schemas.openxmlformats.org/officeDocument/2006/relationships/customXml" Target="../ink/ink365.xml"/><Relationship Id="rId199" Type="http://schemas.openxmlformats.org/officeDocument/2006/relationships/customXml" Target="../ink/ink424.xml"/><Relationship Id="rId203" Type="http://schemas.openxmlformats.org/officeDocument/2006/relationships/customXml" Target="../ink/ink426.xml"/><Relationship Id="rId385" Type="http://schemas.openxmlformats.org/officeDocument/2006/relationships/customXml" Target="../ink/ink518.xml"/><Relationship Id="rId19" Type="http://schemas.openxmlformats.org/officeDocument/2006/relationships/image" Target="../media/image1015.png"/><Relationship Id="rId224" Type="http://schemas.openxmlformats.org/officeDocument/2006/relationships/image" Target="../media/image1123.png"/><Relationship Id="rId245" Type="http://schemas.openxmlformats.org/officeDocument/2006/relationships/customXml" Target="../ink/ink447.xml"/><Relationship Id="rId266" Type="http://schemas.openxmlformats.org/officeDocument/2006/relationships/image" Target="../media/image1333.png"/><Relationship Id="rId287" Type="http://schemas.openxmlformats.org/officeDocument/2006/relationships/customXml" Target="../ink/ink468.xml"/><Relationship Id="rId410" Type="http://schemas.openxmlformats.org/officeDocument/2006/relationships/image" Target="../media/image204.png"/><Relationship Id="rId431" Type="http://schemas.openxmlformats.org/officeDocument/2006/relationships/customXml" Target="../ink/ink541.xml"/><Relationship Id="rId30" Type="http://schemas.openxmlformats.org/officeDocument/2006/relationships/customXml" Target="../ink/ink339.xml"/><Relationship Id="rId105" Type="http://schemas.openxmlformats.org/officeDocument/2006/relationships/customXml" Target="../ink/ink377.xml"/><Relationship Id="rId126" Type="http://schemas.openxmlformats.org/officeDocument/2006/relationships/image" Target="../media/image6312.png"/><Relationship Id="rId147" Type="http://schemas.openxmlformats.org/officeDocument/2006/relationships/customXml" Target="../ink/ink398.xml"/><Relationship Id="rId168" Type="http://schemas.openxmlformats.org/officeDocument/2006/relationships/image" Target="../media/image8412.png"/><Relationship Id="rId312" Type="http://schemas.openxmlformats.org/officeDocument/2006/relationships/image" Target="../media/image1563.png"/><Relationship Id="rId333" Type="http://schemas.openxmlformats.org/officeDocument/2006/relationships/customXml" Target="../ink/ink491.xml"/><Relationship Id="rId354" Type="http://schemas.openxmlformats.org/officeDocument/2006/relationships/image" Target="../media/image176.png"/><Relationship Id="rId51" Type="http://schemas.openxmlformats.org/officeDocument/2006/relationships/image" Target="../media/image2613.png"/><Relationship Id="rId72" Type="http://schemas.openxmlformats.org/officeDocument/2006/relationships/customXml" Target="../ink/ink360.xml"/><Relationship Id="rId93" Type="http://schemas.openxmlformats.org/officeDocument/2006/relationships/image" Target="../media/image4715.png"/><Relationship Id="rId189" Type="http://schemas.openxmlformats.org/officeDocument/2006/relationships/customXml" Target="../ink/ink419.xml"/><Relationship Id="rId375" Type="http://schemas.openxmlformats.org/officeDocument/2006/relationships/customXml" Target="../ink/ink513.xml"/><Relationship Id="rId396" Type="http://schemas.openxmlformats.org/officeDocument/2006/relationships/image" Target="../media/image197.png"/><Relationship Id="rId3" Type="http://schemas.openxmlformats.org/officeDocument/2006/relationships/image" Target="../media/image2105.png"/><Relationship Id="rId214" Type="http://schemas.openxmlformats.org/officeDocument/2006/relationships/image" Target="../media/image1073.png"/><Relationship Id="rId235" Type="http://schemas.openxmlformats.org/officeDocument/2006/relationships/customXml" Target="../ink/ink442.xml"/><Relationship Id="rId256" Type="http://schemas.openxmlformats.org/officeDocument/2006/relationships/image" Target="../media/image1283.png"/><Relationship Id="rId277" Type="http://schemas.openxmlformats.org/officeDocument/2006/relationships/customXml" Target="../ink/ink463.xml"/><Relationship Id="rId298" Type="http://schemas.openxmlformats.org/officeDocument/2006/relationships/image" Target="../media/image1493.png"/><Relationship Id="rId400" Type="http://schemas.openxmlformats.org/officeDocument/2006/relationships/image" Target="../media/image199.png"/><Relationship Id="rId421" Type="http://schemas.openxmlformats.org/officeDocument/2006/relationships/customXml" Target="../ink/ink536.xml"/><Relationship Id="rId116" Type="http://schemas.openxmlformats.org/officeDocument/2006/relationships/image" Target="../media/image5815.png"/><Relationship Id="rId137" Type="http://schemas.openxmlformats.org/officeDocument/2006/relationships/customXml" Target="../ink/ink393.xml"/><Relationship Id="rId158" Type="http://schemas.openxmlformats.org/officeDocument/2006/relationships/image" Target="../media/image7912.png"/><Relationship Id="rId302" Type="http://schemas.openxmlformats.org/officeDocument/2006/relationships/image" Target="../media/image1516.png"/><Relationship Id="rId323" Type="http://schemas.openxmlformats.org/officeDocument/2006/relationships/customXml" Target="../ink/ink486.xml"/><Relationship Id="rId344" Type="http://schemas.openxmlformats.org/officeDocument/2006/relationships/image" Target="../media/image172.png"/><Relationship Id="rId20" Type="http://schemas.openxmlformats.org/officeDocument/2006/relationships/customXml" Target="../ink/ink334.xml"/><Relationship Id="rId41" Type="http://schemas.openxmlformats.org/officeDocument/2006/relationships/image" Target="../media/image2115.png"/><Relationship Id="rId62" Type="http://schemas.openxmlformats.org/officeDocument/2006/relationships/customXml" Target="../ink/ink355.xml"/><Relationship Id="rId83" Type="http://schemas.openxmlformats.org/officeDocument/2006/relationships/image" Target="../media/image4215.png"/><Relationship Id="rId179" Type="http://schemas.openxmlformats.org/officeDocument/2006/relationships/customXml" Target="../ink/ink414.xml"/><Relationship Id="rId365" Type="http://schemas.openxmlformats.org/officeDocument/2006/relationships/customXml" Target="../ink/ink508.xml"/><Relationship Id="rId386" Type="http://schemas.openxmlformats.org/officeDocument/2006/relationships/image" Target="../media/image192.png"/><Relationship Id="rId190" Type="http://schemas.openxmlformats.org/officeDocument/2006/relationships/image" Target="../media/image953.png"/><Relationship Id="rId204" Type="http://schemas.openxmlformats.org/officeDocument/2006/relationships/image" Target="../media/image1023.png"/><Relationship Id="rId225" Type="http://schemas.openxmlformats.org/officeDocument/2006/relationships/customXml" Target="../ink/ink437.xml"/><Relationship Id="rId246" Type="http://schemas.openxmlformats.org/officeDocument/2006/relationships/image" Target="../media/image1233.png"/><Relationship Id="rId267" Type="http://schemas.openxmlformats.org/officeDocument/2006/relationships/customXml" Target="../ink/ink458.xml"/><Relationship Id="rId288" Type="http://schemas.openxmlformats.org/officeDocument/2006/relationships/image" Target="../media/image1443.png"/><Relationship Id="rId411" Type="http://schemas.openxmlformats.org/officeDocument/2006/relationships/customXml" Target="../ink/ink531.xml"/><Relationship Id="rId432" Type="http://schemas.openxmlformats.org/officeDocument/2006/relationships/image" Target="../media/image215.png"/><Relationship Id="rId106" Type="http://schemas.openxmlformats.org/officeDocument/2006/relationships/image" Target="../media/image5315.png"/><Relationship Id="rId127" Type="http://schemas.openxmlformats.org/officeDocument/2006/relationships/customXml" Target="../ink/ink388.xml"/><Relationship Id="rId313" Type="http://schemas.openxmlformats.org/officeDocument/2006/relationships/customXml" Target="../ink/ink481.xml"/><Relationship Id="rId10" Type="http://schemas.openxmlformats.org/officeDocument/2006/relationships/customXml" Target="../ink/ink329.xml"/><Relationship Id="rId31" Type="http://schemas.openxmlformats.org/officeDocument/2006/relationships/image" Target="../media/image1615.png"/><Relationship Id="rId52" Type="http://schemas.openxmlformats.org/officeDocument/2006/relationships/customXml" Target="../ink/ink350.xml"/><Relationship Id="rId73" Type="http://schemas.openxmlformats.org/officeDocument/2006/relationships/image" Target="../media/image3714.png"/><Relationship Id="rId94" Type="http://schemas.openxmlformats.org/officeDocument/2006/relationships/customXml" Target="../ink/ink371.xml"/><Relationship Id="rId148" Type="http://schemas.openxmlformats.org/officeDocument/2006/relationships/image" Target="../media/image7412.png"/><Relationship Id="rId169" Type="http://schemas.openxmlformats.org/officeDocument/2006/relationships/customXml" Target="../ink/ink409.xml"/><Relationship Id="rId334" Type="http://schemas.openxmlformats.org/officeDocument/2006/relationships/image" Target="../media/image167.png"/><Relationship Id="rId355" Type="http://schemas.openxmlformats.org/officeDocument/2006/relationships/customXml" Target="../ink/ink503.xml"/><Relationship Id="rId376" Type="http://schemas.openxmlformats.org/officeDocument/2006/relationships/image" Target="../media/image187.png"/><Relationship Id="rId397" Type="http://schemas.openxmlformats.org/officeDocument/2006/relationships/customXml" Target="../ink/ink524.xml"/><Relationship Id="rId4" Type="http://schemas.openxmlformats.org/officeDocument/2006/relationships/customXml" Target="../ink/ink326.xml"/><Relationship Id="rId180" Type="http://schemas.openxmlformats.org/officeDocument/2006/relationships/image" Target="../media/image9011.png"/><Relationship Id="rId215" Type="http://schemas.openxmlformats.org/officeDocument/2006/relationships/customXml" Target="../ink/ink432.xml"/><Relationship Id="rId236" Type="http://schemas.openxmlformats.org/officeDocument/2006/relationships/image" Target="../media/image1183.png"/><Relationship Id="rId257" Type="http://schemas.openxmlformats.org/officeDocument/2006/relationships/customXml" Target="../ink/ink453.xml"/><Relationship Id="rId278" Type="http://schemas.openxmlformats.org/officeDocument/2006/relationships/image" Target="../media/image1393.png"/><Relationship Id="rId401" Type="http://schemas.openxmlformats.org/officeDocument/2006/relationships/customXml" Target="../ink/ink526.xml"/><Relationship Id="rId422" Type="http://schemas.openxmlformats.org/officeDocument/2006/relationships/image" Target="../media/image210.png"/><Relationship Id="rId303" Type="http://schemas.openxmlformats.org/officeDocument/2006/relationships/customXml" Target="../ink/ink476.xml"/><Relationship Id="rId42" Type="http://schemas.openxmlformats.org/officeDocument/2006/relationships/customXml" Target="../ink/ink345.xml"/><Relationship Id="rId84" Type="http://schemas.openxmlformats.org/officeDocument/2006/relationships/customXml" Target="../ink/ink366.xml"/><Relationship Id="rId138" Type="http://schemas.openxmlformats.org/officeDocument/2006/relationships/image" Target="../media/image6912.png"/><Relationship Id="rId345" Type="http://schemas.openxmlformats.org/officeDocument/2006/relationships/customXml" Target="../ink/ink497.xml"/><Relationship Id="rId387" Type="http://schemas.openxmlformats.org/officeDocument/2006/relationships/customXml" Target="../ink/ink519.xml"/><Relationship Id="rId191" Type="http://schemas.openxmlformats.org/officeDocument/2006/relationships/customXml" Target="../ink/ink420.xml"/><Relationship Id="rId205" Type="http://schemas.openxmlformats.org/officeDocument/2006/relationships/customXml" Target="../ink/ink427.xml"/><Relationship Id="rId247" Type="http://schemas.openxmlformats.org/officeDocument/2006/relationships/customXml" Target="../ink/ink448.xml"/><Relationship Id="rId412" Type="http://schemas.openxmlformats.org/officeDocument/2006/relationships/image" Target="../media/image205.png"/><Relationship Id="rId107" Type="http://schemas.openxmlformats.org/officeDocument/2006/relationships/customXml" Target="../ink/ink378.xml"/><Relationship Id="rId289" Type="http://schemas.openxmlformats.org/officeDocument/2006/relationships/customXml" Target="../ink/ink469.xml"/><Relationship Id="rId11" Type="http://schemas.openxmlformats.org/officeDocument/2006/relationships/image" Target="../media/image6103.png"/><Relationship Id="rId53" Type="http://schemas.openxmlformats.org/officeDocument/2006/relationships/image" Target="../media/image2713.png"/><Relationship Id="rId149" Type="http://schemas.openxmlformats.org/officeDocument/2006/relationships/customXml" Target="../ink/ink399.xml"/><Relationship Id="rId314" Type="http://schemas.openxmlformats.org/officeDocument/2006/relationships/image" Target="../media/image1573.png"/><Relationship Id="rId356" Type="http://schemas.openxmlformats.org/officeDocument/2006/relationships/image" Target="../media/image177.png"/><Relationship Id="rId398" Type="http://schemas.openxmlformats.org/officeDocument/2006/relationships/image" Target="../media/image198.png"/><Relationship Id="rId95" Type="http://schemas.openxmlformats.org/officeDocument/2006/relationships/image" Target="../media/image4816.png"/><Relationship Id="rId160" Type="http://schemas.openxmlformats.org/officeDocument/2006/relationships/image" Target="../media/image8012.png"/><Relationship Id="rId216" Type="http://schemas.openxmlformats.org/officeDocument/2006/relationships/image" Target="../media/image1083.png"/><Relationship Id="rId423" Type="http://schemas.openxmlformats.org/officeDocument/2006/relationships/customXml" Target="../ink/ink537.xml"/><Relationship Id="rId258" Type="http://schemas.openxmlformats.org/officeDocument/2006/relationships/image" Target="../media/image1293.png"/><Relationship Id="rId22" Type="http://schemas.openxmlformats.org/officeDocument/2006/relationships/customXml" Target="../ink/ink335.xml"/><Relationship Id="rId64" Type="http://schemas.openxmlformats.org/officeDocument/2006/relationships/customXml" Target="../ink/ink356.xml"/><Relationship Id="rId118" Type="http://schemas.openxmlformats.org/officeDocument/2006/relationships/image" Target="../media/image5915.png"/><Relationship Id="rId325" Type="http://schemas.openxmlformats.org/officeDocument/2006/relationships/customXml" Target="../ink/ink487.xml"/><Relationship Id="rId367" Type="http://schemas.openxmlformats.org/officeDocument/2006/relationships/customXml" Target="../ink/ink509.xml"/><Relationship Id="rId171" Type="http://schemas.openxmlformats.org/officeDocument/2006/relationships/customXml" Target="../ink/ink410.xml"/><Relationship Id="rId227" Type="http://schemas.openxmlformats.org/officeDocument/2006/relationships/customXml" Target="../ink/ink438.xml"/><Relationship Id="rId269" Type="http://schemas.openxmlformats.org/officeDocument/2006/relationships/customXml" Target="../ink/ink459.xml"/><Relationship Id="rId434" Type="http://schemas.openxmlformats.org/officeDocument/2006/relationships/image" Target="../media/image216.png"/><Relationship Id="rId33" Type="http://schemas.openxmlformats.org/officeDocument/2006/relationships/image" Target="../media/image1715.png"/><Relationship Id="rId129" Type="http://schemas.openxmlformats.org/officeDocument/2006/relationships/customXml" Target="../ink/ink389.xml"/><Relationship Id="rId280" Type="http://schemas.openxmlformats.org/officeDocument/2006/relationships/image" Target="../media/image1403.png"/><Relationship Id="rId336" Type="http://schemas.openxmlformats.org/officeDocument/2006/relationships/image" Target="../media/image168.png"/><Relationship Id="rId75" Type="http://schemas.openxmlformats.org/officeDocument/2006/relationships/image" Target="../media/image3814.png"/><Relationship Id="rId140" Type="http://schemas.openxmlformats.org/officeDocument/2006/relationships/image" Target="../media/image7012.png"/><Relationship Id="rId182" Type="http://schemas.openxmlformats.org/officeDocument/2006/relationships/image" Target="../media/image917.png"/><Relationship Id="rId378" Type="http://schemas.openxmlformats.org/officeDocument/2006/relationships/image" Target="../media/image188.png"/><Relationship Id="rId403" Type="http://schemas.openxmlformats.org/officeDocument/2006/relationships/customXml" Target="../ink/ink527.xml"/><Relationship Id="rId6" Type="http://schemas.openxmlformats.org/officeDocument/2006/relationships/customXml" Target="../ink/ink327.xml"/><Relationship Id="rId238" Type="http://schemas.openxmlformats.org/officeDocument/2006/relationships/image" Target="../media/image1193.png"/><Relationship Id="rId291" Type="http://schemas.openxmlformats.org/officeDocument/2006/relationships/customXml" Target="../ink/ink470.xml"/><Relationship Id="rId305" Type="http://schemas.openxmlformats.org/officeDocument/2006/relationships/customXml" Target="../ink/ink477.xml"/><Relationship Id="rId347" Type="http://schemas.openxmlformats.org/officeDocument/2006/relationships/customXml" Target="../ink/ink499.xml"/><Relationship Id="rId44" Type="http://schemas.openxmlformats.org/officeDocument/2006/relationships/customXml" Target="../ink/ink346.xml"/><Relationship Id="rId86" Type="http://schemas.openxmlformats.org/officeDocument/2006/relationships/customXml" Target="../ink/ink367.xml"/><Relationship Id="rId151" Type="http://schemas.openxmlformats.org/officeDocument/2006/relationships/customXml" Target="../ink/ink400.xml"/><Relationship Id="rId389" Type="http://schemas.openxmlformats.org/officeDocument/2006/relationships/customXml" Target="../ink/ink520.xml"/><Relationship Id="rId193" Type="http://schemas.openxmlformats.org/officeDocument/2006/relationships/customXml" Target="../ink/ink421.xml"/><Relationship Id="rId207" Type="http://schemas.openxmlformats.org/officeDocument/2006/relationships/customXml" Target="../ink/ink428.xml"/><Relationship Id="rId249" Type="http://schemas.openxmlformats.org/officeDocument/2006/relationships/customXml" Target="../ink/ink449.xml"/><Relationship Id="rId414" Type="http://schemas.openxmlformats.org/officeDocument/2006/relationships/image" Target="../media/image206.png"/><Relationship Id="rId13" Type="http://schemas.openxmlformats.org/officeDocument/2006/relationships/image" Target="../media/image7103.png"/><Relationship Id="rId109" Type="http://schemas.openxmlformats.org/officeDocument/2006/relationships/customXml" Target="../ink/ink379.xml"/><Relationship Id="rId260" Type="http://schemas.openxmlformats.org/officeDocument/2006/relationships/image" Target="../media/image1303.png"/><Relationship Id="rId316" Type="http://schemas.openxmlformats.org/officeDocument/2006/relationships/image" Target="../media/image1583.png"/><Relationship Id="rId55" Type="http://schemas.openxmlformats.org/officeDocument/2006/relationships/image" Target="../media/image2813.png"/><Relationship Id="rId97" Type="http://schemas.openxmlformats.org/officeDocument/2006/relationships/image" Target="../media/image4916.png"/><Relationship Id="rId120" Type="http://schemas.openxmlformats.org/officeDocument/2006/relationships/image" Target="../media/image6013.png"/><Relationship Id="rId358" Type="http://schemas.openxmlformats.org/officeDocument/2006/relationships/image" Target="../media/image178.png"/><Relationship Id="rId162" Type="http://schemas.openxmlformats.org/officeDocument/2006/relationships/image" Target="../media/image8112.png"/><Relationship Id="rId218" Type="http://schemas.openxmlformats.org/officeDocument/2006/relationships/image" Target="../media/image1093.png"/><Relationship Id="rId425" Type="http://schemas.openxmlformats.org/officeDocument/2006/relationships/customXml" Target="../ink/ink538.xml"/><Relationship Id="rId271" Type="http://schemas.openxmlformats.org/officeDocument/2006/relationships/customXml" Target="../ink/ink460.xml"/><Relationship Id="rId24" Type="http://schemas.openxmlformats.org/officeDocument/2006/relationships/customXml" Target="../ink/ink336.xml"/><Relationship Id="rId66" Type="http://schemas.openxmlformats.org/officeDocument/2006/relationships/customXml" Target="../ink/ink357.xml"/><Relationship Id="rId131" Type="http://schemas.openxmlformats.org/officeDocument/2006/relationships/customXml" Target="../ink/ink390.xml"/><Relationship Id="rId327" Type="http://schemas.openxmlformats.org/officeDocument/2006/relationships/customXml" Target="../ink/ink488.xml"/><Relationship Id="rId369" Type="http://schemas.openxmlformats.org/officeDocument/2006/relationships/customXml" Target="../ink/ink510.xml"/><Relationship Id="rId173" Type="http://schemas.openxmlformats.org/officeDocument/2006/relationships/customXml" Target="../ink/ink411.xml"/><Relationship Id="rId229" Type="http://schemas.openxmlformats.org/officeDocument/2006/relationships/customXml" Target="../ink/ink439.xml"/><Relationship Id="rId380" Type="http://schemas.openxmlformats.org/officeDocument/2006/relationships/image" Target="../media/image189.png"/><Relationship Id="rId436" Type="http://schemas.openxmlformats.org/officeDocument/2006/relationships/image" Target="../media/image217.png"/><Relationship Id="rId240" Type="http://schemas.openxmlformats.org/officeDocument/2006/relationships/image" Target="../media/image1203.png"/><Relationship Id="rId35" Type="http://schemas.openxmlformats.org/officeDocument/2006/relationships/image" Target="../media/image1815.png"/><Relationship Id="rId77" Type="http://schemas.openxmlformats.org/officeDocument/2006/relationships/image" Target="../media/image3914.png"/><Relationship Id="rId100" Type="http://schemas.openxmlformats.org/officeDocument/2006/relationships/customXml" Target="../ink/ink374.xml"/><Relationship Id="rId282" Type="http://schemas.openxmlformats.org/officeDocument/2006/relationships/image" Target="../media/image1416.png"/><Relationship Id="rId338" Type="http://schemas.openxmlformats.org/officeDocument/2006/relationships/image" Target="../media/image169.png"/><Relationship Id="rId8" Type="http://schemas.openxmlformats.org/officeDocument/2006/relationships/customXml" Target="../ink/ink328.xml"/><Relationship Id="rId142" Type="http://schemas.openxmlformats.org/officeDocument/2006/relationships/image" Target="../media/image7112.png"/><Relationship Id="rId184" Type="http://schemas.openxmlformats.org/officeDocument/2006/relationships/image" Target="../media/image923.png"/><Relationship Id="rId391" Type="http://schemas.openxmlformats.org/officeDocument/2006/relationships/customXml" Target="../ink/ink521.xml"/><Relationship Id="rId405" Type="http://schemas.openxmlformats.org/officeDocument/2006/relationships/customXml" Target="../ink/ink528.xml"/><Relationship Id="rId251" Type="http://schemas.openxmlformats.org/officeDocument/2006/relationships/customXml" Target="../ink/ink450.xml"/><Relationship Id="rId46" Type="http://schemas.openxmlformats.org/officeDocument/2006/relationships/customXml" Target="../ink/ink347.xml"/><Relationship Id="rId293" Type="http://schemas.openxmlformats.org/officeDocument/2006/relationships/customXml" Target="../ink/ink471.xml"/><Relationship Id="rId307" Type="http://schemas.openxmlformats.org/officeDocument/2006/relationships/customXml" Target="../ink/ink478.xml"/><Relationship Id="rId349" Type="http://schemas.openxmlformats.org/officeDocument/2006/relationships/customXml" Target="../ink/ink500.xml"/><Relationship Id="rId88" Type="http://schemas.openxmlformats.org/officeDocument/2006/relationships/customXml" Target="../ink/ink368.xml"/><Relationship Id="rId111" Type="http://schemas.openxmlformats.org/officeDocument/2006/relationships/customXml" Target="../ink/ink380.xml"/><Relationship Id="rId153" Type="http://schemas.openxmlformats.org/officeDocument/2006/relationships/customXml" Target="../ink/ink401.xml"/><Relationship Id="rId195" Type="http://schemas.openxmlformats.org/officeDocument/2006/relationships/customXml" Target="../ink/ink422.xml"/><Relationship Id="rId209" Type="http://schemas.openxmlformats.org/officeDocument/2006/relationships/customXml" Target="../ink/ink429.xml"/><Relationship Id="rId360" Type="http://schemas.openxmlformats.org/officeDocument/2006/relationships/image" Target="../media/image179.png"/><Relationship Id="rId416" Type="http://schemas.openxmlformats.org/officeDocument/2006/relationships/image" Target="../media/image207.png"/><Relationship Id="rId220" Type="http://schemas.openxmlformats.org/officeDocument/2006/relationships/image" Target="../media/image1104.png"/><Relationship Id="rId15" Type="http://schemas.openxmlformats.org/officeDocument/2006/relationships/image" Target="../media/image8103.png"/><Relationship Id="rId57" Type="http://schemas.openxmlformats.org/officeDocument/2006/relationships/image" Target="../media/image2913.png"/><Relationship Id="rId262" Type="http://schemas.openxmlformats.org/officeDocument/2006/relationships/image" Target="../media/image1316.png"/><Relationship Id="rId318" Type="http://schemas.openxmlformats.org/officeDocument/2006/relationships/image" Target="../media/image1593.png"/><Relationship Id="rId99" Type="http://schemas.openxmlformats.org/officeDocument/2006/relationships/image" Target="../media/image5016.png"/><Relationship Id="rId122" Type="http://schemas.openxmlformats.org/officeDocument/2006/relationships/image" Target="../media/image6112.png"/><Relationship Id="rId164" Type="http://schemas.openxmlformats.org/officeDocument/2006/relationships/image" Target="../media/image8212.png"/><Relationship Id="rId371" Type="http://schemas.openxmlformats.org/officeDocument/2006/relationships/customXml" Target="../ink/ink511.xml"/><Relationship Id="rId427" Type="http://schemas.openxmlformats.org/officeDocument/2006/relationships/customXml" Target="../ink/ink539.xml"/><Relationship Id="rId26" Type="http://schemas.openxmlformats.org/officeDocument/2006/relationships/customXml" Target="../ink/ink337.xml"/><Relationship Id="rId231" Type="http://schemas.openxmlformats.org/officeDocument/2006/relationships/customXml" Target="../ink/ink440.xml"/><Relationship Id="rId273" Type="http://schemas.openxmlformats.org/officeDocument/2006/relationships/customXml" Target="../ink/ink461.xml"/><Relationship Id="rId329" Type="http://schemas.openxmlformats.org/officeDocument/2006/relationships/customXml" Target="../ink/ink489.xml"/><Relationship Id="rId68" Type="http://schemas.openxmlformats.org/officeDocument/2006/relationships/customXml" Target="../ink/ink358.xml"/><Relationship Id="rId133" Type="http://schemas.openxmlformats.org/officeDocument/2006/relationships/customXml" Target="../ink/ink391.xml"/><Relationship Id="rId175" Type="http://schemas.openxmlformats.org/officeDocument/2006/relationships/customXml" Target="../ink/ink412.xml"/><Relationship Id="rId340" Type="http://schemas.openxmlformats.org/officeDocument/2006/relationships/image" Target="../media/image170.png"/><Relationship Id="rId200" Type="http://schemas.openxmlformats.org/officeDocument/2006/relationships/image" Target="../media/image1003.png"/><Relationship Id="rId382" Type="http://schemas.openxmlformats.org/officeDocument/2006/relationships/image" Target="../media/image190.png"/><Relationship Id="rId242" Type="http://schemas.openxmlformats.org/officeDocument/2006/relationships/image" Target="../media/image1216.png"/><Relationship Id="rId284" Type="http://schemas.openxmlformats.org/officeDocument/2006/relationships/image" Target="../media/image1423.png"/><Relationship Id="rId37" Type="http://schemas.openxmlformats.org/officeDocument/2006/relationships/image" Target="../media/image1916.png"/><Relationship Id="rId79" Type="http://schemas.openxmlformats.org/officeDocument/2006/relationships/image" Target="../media/image4015.png"/><Relationship Id="rId102" Type="http://schemas.openxmlformats.org/officeDocument/2006/relationships/customXml" Target="../ink/ink375.xml"/><Relationship Id="rId144" Type="http://schemas.openxmlformats.org/officeDocument/2006/relationships/image" Target="../media/image7212.png"/><Relationship Id="rId90" Type="http://schemas.openxmlformats.org/officeDocument/2006/relationships/customXml" Target="../ink/ink369.xml"/><Relationship Id="rId186" Type="http://schemas.openxmlformats.org/officeDocument/2006/relationships/image" Target="../media/image933.png"/><Relationship Id="rId351" Type="http://schemas.openxmlformats.org/officeDocument/2006/relationships/customXml" Target="../ink/ink501.xml"/><Relationship Id="rId393" Type="http://schemas.openxmlformats.org/officeDocument/2006/relationships/customXml" Target="../ink/ink522.xml"/><Relationship Id="rId407" Type="http://schemas.openxmlformats.org/officeDocument/2006/relationships/customXml" Target="../ink/ink529.xml"/><Relationship Id="rId211" Type="http://schemas.openxmlformats.org/officeDocument/2006/relationships/customXml" Target="../ink/ink430.xml"/><Relationship Id="rId253" Type="http://schemas.openxmlformats.org/officeDocument/2006/relationships/customXml" Target="../ink/ink451.xml"/><Relationship Id="rId295" Type="http://schemas.openxmlformats.org/officeDocument/2006/relationships/customXml" Target="../ink/ink472.xml"/><Relationship Id="rId309" Type="http://schemas.openxmlformats.org/officeDocument/2006/relationships/customXml" Target="../ink/ink479.xml"/><Relationship Id="rId48" Type="http://schemas.openxmlformats.org/officeDocument/2006/relationships/customXml" Target="../ink/ink348.xml"/><Relationship Id="rId113" Type="http://schemas.openxmlformats.org/officeDocument/2006/relationships/customXml" Target="../ink/ink381.xml"/><Relationship Id="rId320" Type="http://schemas.openxmlformats.org/officeDocument/2006/relationships/image" Target="../media/image1603.png"/><Relationship Id="rId155" Type="http://schemas.openxmlformats.org/officeDocument/2006/relationships/customXml" Target="../ink/ink402.xml"/><Relationship Id="rId197" Type="http://schemas.openxmlformats.org/officeDocument/2006/relationships/customXml" Target="../ink/ink423.xml"/><Relationship Id="rId362" Type="http://schemas.openxmlformats.org/officeDocument/2006/relationships/image" Target="../media/image180.png"/><Relationship Id="rId418" Type="http://schemas.openxmlformats.org/officeDocument/2006/relationships/image" Target="../media/image208.png"/><Relationship Id="rId222" Type="http://schemas.openxmlformats.org/officeDocument/2006/relationships/image" Target="../media/image1116.png"/><Relationship Id="rId264" Type="http://schemas.openxmlformats.org/officeDocument/2006/relationships/image" Target="../media/image1323.png"/><Relationship Id="rId17" Type="http://schemas.openxmlformats.org/officeDocument/2006/relationships/image" Target="../media/image916.png"/><Relationship Id="rId59" Type="http://schemas.openxmlformats.org/officeDocument/2006/relationships/image" Target="../media/image3013.png"/><Relationship Id="rId124" Type="http://schemas.openxmlformats.org/officeDocument/2006/relationships/image" Target="../media/image6212.png"/><Relationship Id="rId70" Type="http://schemas.openxmlformats.org/officeDocument/2006/relationships/customXml" Target="../ink/ink359.xml"/><Relationship Id="rId166" Type="http://schemas.openxmlformats.org/officeDocument/2006/relationships/image" Target="../media/image8312.png"/><Relationship Id="rId331" Type="http://schemas.openxmlformats.org/officeDocument/2006/relationships/customXml" Target="../ink/ink490.xml"/><Relationship Id="rId373" Type="http://schemas.openxmlformats.org/officeDocument/2006/relationships/customXml" Target="../ink/ink512.xml"/><Relationship Id="rId429" Type="http://schemas.openxmlformats.org/officeDocument/2006/relationships/customXml" Target="../ink/ink540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441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3.png"/><Relationship Id="rId18" Type="http://schemas.openxmlformats.org/officeDocument/2006/relationships/customXml" Target="../ink/ink552.xml"/><Relationship Id="rId26" Type="http://schemas.openxmlformats.org/officeDocument/2006/relationships/customXml" Target="../ink/ink556.xml"/><Relationship Id="rId39" Type="http://schemas.openxmlformats.org/officeDocument/2006/relationships/image" Target="../media/image236.png"/><Relationship Id="rId21" Type="http://schemas.openxmlformats.org/officeDocument/2006/relationships/image" Target="../media/image227.png"/><Relationship Id="rId34" Type="http://schemas.openxmlformats.org/officeDocument/2006/relationships/customXml" Target="../ink/ink560.xml"/><Relationship Id="rId42" Type="http://schemas.openxmlformats.org/officeDocument/2006/relationships/customXml" Target="../ink/ink564.xml"/><Relationship Id="rId7" Type="http://schemas.openxmlformats.org/officeDocument/2006/relationships/image" Target="../media/image220.png"/><Relationship Id="rId2" Type="http://schemas.openxmlformats.org/officeDocument/2006/relationships/customXml" Target="../ink/ink544.xml"/><Relationship Id="rId16" Type="http://schemas.openxmlformats.org/officeDocument/2006/relationships/customXml" Target="../ink/ink551.xml"/><Relationship Id="rId20" Type="http://schemas.openxmlformats.org/officeDocument/2006/relationships/customXml" Target="../ink/ink553.xml"/><Relationship Id="rId29" Type="http://schemas.openxmlformats.org/officeDocument/2006/relationships/image" Target="../media/image231.png"/><Relationship Id="rId41" Type="http://schemas.openxmlformats.org/officeDocument/2006/relationships/image" Target="../media/image23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46.xml"/><Relationship Id="rId11" Type="http://schemas.openxmlformats.org/officeDocument/2006/relationships/image" Target="../media/image222.png"/><Relationship Id="rId24" Type="http://schemas.openxmlformats.org/officeDocument/2006/relationships/customXml" Target="../ink/ink555.xml"/><Relationship Id="rId32" Type="http://schemas.openxmlformats.org/officeDocument/2006/relationships/customXml" Target="../ink/ink559.xml"/><Relationship Id="rId37" Type="http://schemas.openxmlformats.org/officeDocument/2006/relationships/image" Target="../media/image235.png"/><Relationship Id="rId40" Type="http://schemas.openxmlformats.org/officeDocument/2006/relationships/customXml" Target="../ink/ink563.xml"/><Relationship Id="rId5" Type="http://schemas.openxmlformats.org/officeDocument/2006/relationships/image" Target="../media/image219.png"/><Relationship Id="rId15" Type="http://schemas.openxmlformats.org/officeDocument/2006/relationships/image" Target="../media/image224.png"/><Relationship Id="rId23" Type="http://schemas.openxmlformats.org/officeDocument/2006/relationships/image" Target="../media/image228.png"/><Relationship Id="rId28" Type="http://schemas.openxmlformats.org/officeDocument/2006/relationships/customXml" Target="../ink/ink557.xml"/><Relationship Id="rId36" Type="http://schemas.openxmlformats.org/officeDocument/2006/relationships/customXml" Target="../ink/ink561.xml"/><Relationship Id="rId10" Type="http://schemas.openxmlformats.org/officeDocument/2006/relationships/customXml" Target="../ink/ink548.xml"/><Relationship Id="rId19" Type="http://schemas.openxmlformats.org/officeDocument/2006/relationships/image" Target="../media/image226.png"/><Relationship Id="rId31" Type="http://schemas.openxmlformats.org/officeDocument/2006/relationships/image" Target="../media/image232.png"/><Relationship Id="rId4" Type="http://schemas.openxmlformats.org/officeDocument/2006/relationships/customXml" Target="../ink/ink545.xml"/><Relationship Id="rId9" Type="http://schemas.openxmlformats.org/officeDocument/2006/relationships/image" Target="../media/image221.png"/><Relationship Id="rId14" Type="http://schemas.openxmlformats.org/officeDocument/2006/relationships/customXml" Target="../ink/ink550.xml"/><Relationship Id="rId22" Type="http://schemas.openxmlformats.org/officeDocument/2006/relationships/customXml" Target="../ink/ink554.xml"/><Relationship Id="rId27" Type="http://schemas.openxmlformats.org/officeDocument/2006/relationships/image" Target="../media/image230.png"/><Relationship Id="rId30" Type="http://schemas.openxmlformats.org/officeDocument/2006/relationships/customXml" Target="../ink/ink558.xml"/><Relationship Id="rId35" Type="http://schemas.openxmlformats.org/officeDocument/2006/relationships/image" Target="../media/image234.png"/><Relationship Id="rId43" Type="http://schemas.openxmlformats.org/officeDocument/2006/relationships/image" Target="../media/image238.png"/><Relationship Id="rId8" Type="http://schemas.openxmlformats.org/officeDocument/2006/relationships/customXml" Target="../ink/ink547.xml"/><Relationship Id="rId3" Type="http://schemas.openxmlformats.org/officeDocument/2006/relationships/image" Target="../media/image218.png"/><Relationship Id="rId12" Type="http://schemas.openxmlformats.org/officeDocument/2006/relationships/customXml" Target="../ink/ink549.xml"/><Relationship Id="rId17" Type="http://schemas.openxmlformats.org/officeDocument/2006/relationships/image" Target="../media/image225.png"/><Relationship Id="rId25" Type="http://schemas.openxmlformats.org/officeDocument/2006/relationships/image" Target="../media/image229.png"/><Relationship Id="rId33" Type="http://schemas.openxmlformats.org/officeDocument/2006/relationships/image" Target="../media/image233.png"/><Relationship Id="rId38" Type="http://schemas.openxmlformats.org/officeDocument/2006/relationships/customXml" Target="../ink/ink562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77.xml"/><Relationship Id="rId21" Type="http://schemas.openxmlformats.org/officeDocument/2006/relationships/image" Target="../media/image2273.png"/><Relationship Id="rId34" Type="http://schemas.openxmlformats.org/officeDocument/2006/relationships/customXml" Target="../ink/ink581.xml"/><Relationship Id="rId42" Type="http://schemas.openxmlformats.org/officeDocument/2006/relationships/customXml" Target="../ink/ink585.xml"/><Relationship Id="rId47" Type="http://schemas.openxmlformats.org/officeDocument/2006/relationships/image" Target="../media/image240.png"/><Relationship Id="rId50" Type="http://schemas.openxmlformats.org/officeDocument/2006/relationships/customXml" Target="../ink/ink589.xml"/><Relationship Id="rId55" Type="http://schemas.openxmlformats.org/officeDocument/2006/relationships/image" Target="../media/image244.png"/><Relationship Id="rId63" Type="http://schemas.openxmlformats.org/officeDocument/2006/relationships/image" Target="../media/image248.png"/><Relationship Id="rId7" Type="http://schemas.openxmlformats.org/officeDocument/2006/relationships/image" Target="../media/image2203.png"/><Relationship Id="rId2" Type="http://schemas.openxmlformats.org/officeDocument/2006/relationships/customXml" Target="../ink/ink565.xml"/><Relationship Id="rId16" Type="http://schemas.openxmlformats.org/officeDocument/2006/relationships/customXml" Target="../ink/ink572.xml"/><Relationship Id="rId29" Type="http://schemas.openxmlformats.org/officeDocument/2006/relationships/image" Target="../media/image2315.png"/><Relationship Id="rId11" Type="http://schemas.openxmlformats.org/officeDocument/2006/relationships/image" Target="../media/image2223.png"/><Relationship Id="rId24" Type="http://schemas.openxmlformats.org/officeDocument/2006/relationships/customXml" Target="../ink/ink576.xml"/><Relationship Id="rId32" Type="http://schemas.openxmlformats.org/officeDocument/2006/relationships/customXml" Target="../ink/ink580.xml"/><Relationship Id="rId37" Type="http://schemas.openxmlformats.org/officeDocument/2006/relationships/image" Target="../media/image2353.png"/><Relationship Id="rId40" Type="http://schemas.openxmlformats.org/officeDocument/2006/relationships/customXml" Target="../ink/ink584.xml"/><Relationship Id="rId45" Type="http://schemas.openxmlformats.org/officeDocument/2006/relationships/image" Target="../media/image239.png"/><Relationship Id="rId53" Type="http://schemas.openxmlformats.org/officeDocument/2006/relationships/image" Target="../media/image243.png"/><Relationship Id="rId58" Type="http://schemas.openxmlformats.org/officeDocument/2006/relationships/customXml" Target="../ink/ink593.xml"/><Relationship Id="rId66" Type="http://schemas.openxmlformats.org/officeDocument/2006/relationships/customXml" Target="../ink/ink597.xml"/><Relationship Id="rId5" Type="http://schemas.openxmlformats.org/officeDocument/2006/relationships/image" Target="../media/image2193.png"/><Relationship Id="rId61" Type="http://schemas.openxmlformats.org/officeDocument/2006/relationships/image" Target="../media/image247.png"/><Relationship Id="rId19" Type="http://schemas.openxmlformats.org/officeDocument/2006/relationships/image" Target="../media/image2263.png"/><Relationship Id="rId14" Type="http://schemas.openxmlformats.org/officeDocument/2006/relationships/customXml" Target="../ink/ink571.xml"/><Relationship Id="rId22" Type="http://schemas.openxmlformats.org/officeDocument/2006/relationships/customXml" Target="../ink/ink575.xml"/><Relationship Id="rId27" Type="http://schemas.openxmlformats.org/officeDocument/2006/relationships/image" Target="../media/image2303.png"/><Relationship Id="rId30" Type="http://schemas.openxmlformats.org/officeDocument/2006/relationships/customXml" Target="../ink/ink579.xml"/><Relationship Id="rId35" Type="http://schemas.openxmlformats.org/officeDocument/2006/relationships/image" Target="../media/image2343.png"/><Relationship Id="rId43" Type="http://schemas.openxmlformats.org/officeDocument/2006/relationships/image" Target="../media/image2383.png"/><Relationship Id="rId48" Type="http://schemas.openxmlformats.org/officeDocument/2006/relationships/customXml" Target="../ink/ink588.xml"/><Relationship Id="rId56" Type="http://schemas.openxmlformats.org/officeDocument/2006/relationships/customXml" Target="../ink/ink592.xml"/><Relationship Id="rId64" Type="http://schemas.openxmlformats.org/officeDocument/2006/relationships/customXml" Target="../ink/ink596.xml"/><Relationship Id="rId8" Type="http://schemas.openxmlformats.org/officeDocument/2006/relationships/customXml" Target="../ink/ink568.xml"/><Relationship Id="rId51" Type="http://schemas.openxmlformats.org/officeDocument/2006/relationships/image" Target="../media/image242.png"/><Relationship Id="rId3" Type="http://schemas.openxmlformats.org/officeDocument/2006/relationships/image" Target="../media/image2183.png"/><Relationship Id="rId12" Type="http://schemas.openxmlformats.org/officeDocument/2006/relationships/customXml" Target="../ink/ink570.xml"/><Relationship Id="rId17" Type="http://schemas.openxmlformats.org/officeDocument/2006/relationships/image" Target="../media/image2253.png"/><Relationship Id="rId25" Type="http://schemas.openxmlformats.org/officeDocument/2006/relationships/image" Target="../media/image2293.png"/><Relationship Id="rId33" Type="http://schemas.openxmlformats.org/officeDocument/2006/relationships/image" Target="../media/image2333.png"/><Relationship Id="rId38" Type="http://schemas.openxmlformats.org/officeDocument/2006/relationships/customXml" Target="../ink/ink583.xml"/><Relationship Id="rId46" Type="http://schemas.openxmlformats.org/officeDocument/2006/relationships/customXml" Target="../ink/ink587.xml"/><Relationship Id="rId59" Type="http://schemas.openxmlformats.org/officeDocument/2006/relationships/image" Target="../media/image246.png"/><Relationship Id="rId67" Type="http://schemas.openxmlformats.org/officeDocument/2006/relationships/image" Target="../media/image250.png"/><Relationship Id="rId20" Type="http://schemas.openxmlformats.org/officeDocument/2006/relationships/customXml" Target="../ink/ink574.xml"/><Relationship Id="rId41" Type="http://schemas.openxmlformats.org/officeDocument/2006/relationships/image" Target="../media/image2373.png"/><Relationship Id="rId54" Type="http://schemas.openxmlformats.org/officeDocument/2006/relationships/customXml" Target="../ink/ink591.xml"/><Relationship Id="rId62" Type="http://schemas.openxmlformats.org/officeDocument/2006/relationships/customXml" Target="../ink/ink59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67.xml"/><Relationship Id="rId15" Type="http://schemas.openxmlformats.org/officeDocument/2006/relationships/image" Target="../media/image2243.png"/><Relationship Id="rId23" Type="http://schemas.openxmlformats.org/officeDocument/2006/relationships/image" Target="../media/image2283.png"/><Relationship Id="rId28" Type="http://schemas.openxmlformats.org/officeDocument/2006/relationships/customXml" Target="../ink/ink578.xml"/><Relationship Id="rId36" Type="http://schemas.openxmlformats.org/officeDocument/2006/relationships/customXml" Target="../ink/ink582.xml"/><Relationship Id="rId49" Type="http://schemas.openxmlformats.org/officeDocument/2006/relationships/image" Target="../media/image241.png"/><Relationship Id="rId57" Type="http://schemas.openxmlformats.org/officeDocument/2006/relationships/image" Target="../media/image245.png"/><Relationship Id="rId10" Type="http://schemas.openxmlformats.org/officeDocument/2006/relationships/customXml" Target="../ink/ink569.xml"/><Relationship Id="rId31" Type="http://schemas.openxmlformats.org/officeDocument/2006/relationships/image" Target="../media/image2323.png"/><Relationship Id="rId44" Type="http://schemas.openxmlformats.org/officeDocument/2006/relationships/customXml" Target="../ink/ink586.xml"/><Relationship Id="rId52" Type="http://schemas.openxmlformats.org/officeDocument/2006/relationships/customXml" Target="../ink/ink590.xml"/><Relationship Id="rId60" Type="http://schemas.openxmlformats.org/officeDocument/2006/relationships/customXml" Target="../ink/ink594.xml"/><Relationship Id="rId65" Type="http://schemas.openxmlformats.org/officeDocument/2006/relationships/image" Target="../media/image249.png"/><Relationship Id="rId4" Type="http://schemas.openxmlformats.org/officeDocument/2006/relationships/customXml" Target="../ink/ink566.xml"/><Relationship Id="rId9" Type="http://schemas.openxmlformats.org/officeDocument/2006/relationships/image" Target="../media/image2215.png"/><Relationship Id="rId13" Type="http://schemas.openxmlformats.org/officeDocument/2006/relationships/image" Target="../media/image2233.png"/><Relationship Id="rId18" Type="http://schemas.openxmlformats.org/officeDocument/2006/relationships/customXml" Target="../ink/ink573.xml"/><Relationship Id="rId39" Type="http://schemas.openxmlformats.org/officeDocument/2006/relationships/image" Target="../media/image2363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10.xml"/><Relationship Id="rId21" Type="http://schemas.openxmlformats.org/officeDocument/2006/relationships/image" Target="../media/image1113.png"/><Relationship Id="rId42" Type="http://schemas.openxmlformats.org/officeDocument/2006/relationships/customXml" Target="../ink/ink618.xml"/><Relationship Id="rId47" Type="http://schemas.openxmlformats.org/officeDocument/2006/relationships/image" Target="../media/image2413.png"/><Relationship Id="rId63" Type="http://schemas.openxmlformats.org/officeDocument/2006/relationships/image" Target="../media/image3212.png"/><Relationship Id="rId68" Type="http://schemas.openxmlformats.org/officeDocument/2006/relationships/customXml" Target="../ink/ink631.xml"/><Relationship Id="rId84" Type="http://schemas.openxmlformats.org/officeDocument/2006/relationships/customXml" Target="../ink/ink639.xml"/><Relationship Id="rId89" Type="http://schemas.openxmlformats.org/officeDocument/2006/relationships/image" Target="../media/image4514.png"/><Relationship Id="rId16" Type="http://schemas.openxmlformats.org/officeDocument/2006/relationships/customXml" Target="../ink/ink605.xml"/><Relationship Id="rId11" Type="http://schemas.openxmlformats.org/officeDocument/2006/relationships/image" Target="../media/image6102.png"/><Relationship Id="rId32" Type="http://schemas.openxmlformats.org/officeDocument/2006/relationships/customXml" Target="../ink/ink613.xml"/><Relationship Id="rId37" Type="http://schemas.openxmlformats.org/officeDocument/2006/relationships/image" Target="../media/image1914.png"/><Relationship Id="rId53" Type="http://schemas.openxmlformats.org/officeDocument/2006/relationships/image" Target="../media/image2712.png"/><Relationship Id="rId58" Type="http://schemas.openxmlformats.org/officeDocument/2006/relationships/customXml" Target="../ink/ink626.xml"/><Relationship Id="rId74" Type="http://schemas.openxmlformats.org/officeDocument/2006/relationships/customXml" Target="../ink/ink634.xml"/><Relationship Id="rId79" Type="http://schemas.openxmlformats.org/officeDocument/2006/relationships/image" Target="../media/image4014.png"/><Relationship Id="rId5" Type="http://schemas.openxmlformats.org/officeDocument/2006/relationships/image" Target="../media/image3102.png"/><Relationship Id="rId90" Type="http://schemas.openxmlformats.org/officeDocument/2006/relationships/customXml" Target="../ink/ink642.xml"/><Relationship Id="rId95" Type="http://schemas.openxmlformats.org/officeDocument/2006/relationships/image" Target="../media/image4815.png"/><Relationship Id="rId22" Type="http://schemas.openxmlformats.org/officeDocument/2006/relationships/customXml" Target="../ink/ink608.xml"/><Relationship Id="rId27" Type="http://schemas.openxmlformats.org/officeDocument/2006/relationships/image" Target="../media/image1413.png"/><Relationship Id="rId43" Type="http://schemas.openxmlformats.org/officeDocument/2006/relationships/image" Target="../media/image2213.png"/><Relationship Id="rId48" Type="http://schemas.openxmlformats.org/officeDocument/2006/relationships/customXml" Target="../ink/ink621.xml"/><Relationship Id="rId64" Type="http://schemas.openxmlformats.org/officeDocument/2006/relationships/customXml" Target="../ink/ink629.xml"/><Relationship Id="rId69" Type="http://schemas.openxmlformats.org/officeDocument/2006/relationships/image" Target="../media/image3512.png"/><Relationship Id="rId80" Type="http://schemas.openxmlformats.org/officeDocument/2006/relationships/customXml" Target="../ink/ink637.xml"/><Relationship Id="rId85" Type="http://schemas.openxmlformats.org/officeDocument/2006/relationships/image" Target="../media/image4314.png"/><Relationship Id="rId12" Type="http://schemas.openxmlformats.org/officeDocument/2006/relationships/customXml" Target="../ink/ink603.xml"/><Relationship Id="rId17" Type="http://schemas.openxmlformats.org/officeDocument/2006/relationships/image" Target="../media/image914.png"/><Relationship Id="rId25" Type="http://schemas.openxmlformats.org/officeDocument/2006/relationships/image" Target="../media/image1313.png"/><Relationship Id="rId33" Type="http://schemas.openxmlformats.org/officeDocument/2006/relationships/image" Target="../media/image1713.png"/><Relationship Id="rId38" Type="http://schemas.openxmlformats.org/officeDocument/2006/relationships/customXml" Target="../ink/ink616.xml"/><Relationship Id="rId46" Type="http://schemas.openxmlformats.org/officeDocument/2006/relationships/customXml" Target="../ink/ink620.xml"/><Relationship Id="rId59" Type="http://schemas.openxmlformats.org/officeDocument/2006/relationships/image" Target="../media/image3012.png"/><Relationship Id="rId67" Type="http://schemas.openxmlformats.org/officeDocument/2006/relationships/image" Target="../media/image3412.png"/><Relationship Id="rId20" Type="http://schemas.openxmlformats.org/officeDocument/2006/relationships/customXml" Target="../ink/ink607.xml"/><Relationship Id="rId41" Type="http://schemas.openxmlformats.org/officeDocument/2006/relationships/image" Target="../media/image2113.png"/><Relationship Id="rId54" Type="http://schemas.openxmlformats.org/officeDocument/2006/relationships/customXml" Target="../ink/ink624.xml"/><Relationship Id="rId62" Type="http://schemas.openxmlformats.org/officeDocument/2006/relationships/customXml" Target="../ink/ink628.xml"/><Relationship Id="rId70" Type="http://schemas.openxmlformats.org/officeDocument/2006/relationships/customXml" Target="../ink/ink632.xml"/><Relationship Id="rId75" Type="http://schemas.openxmlformats.org/officeDocument/2006/relationships/image" Target="../media/image3813.png"/><Relationship Id="rId83" Type="http://schemas.openxmlformats.org/officeDocument/2006/relationships/image" Target="../media/image4214.png"/><Relationship Id="rId88" Type="http://schemas.openxmlformats.org/officeDocument/2006/relationships/customXml" Target="../ink/ink641.xml"/><Relationship Id="rId91" Type="http://schemas.openxmlformats.org/officeDocument/2006/relationships/image" Target="../media/image4614.png"/><Relationship Id="rId96" Type="http://schemas.openxmlformats.org/officeDocument/2006/relationships/customXml" Target="../ink/ink64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00.xml"/><Relationship Id="rId15" Type="http://schemas.openxmlformats.org/officeDocument/2006/relationships/image" Target="../media/image8102.png"/><Relationship Id="rId23" Type="http://schemas.openxmlformats.org/officeDocument/2006/relationships/image" Target="../media/image1213.png"/><Relationship Id="rId28" Type="http://schemas.openxmlformats.org/officeDocument/2006/relationships/customXml" Target="../ink/ink611.xml"/><Relationship Id="rId36" Type="http://schemas.openxmlformats.org/officeDocument/2006/relationships/customXml" Target="../ink/ink615.xml"/><Relationship Id="rId49" Type="http://schemas.openxmlformats.org/officeDocument/2006/relationships/image" Target="../media/image2512.png"/><Relationship Id="rId57" Type="http://schemas.openxmlformats.org/officeDocument/2006/relationships/image" Target="../media/image2912.png"/><Relationship Id="rId10" Type="http://schemas.openxmlformats.org/officeDocument/2006/relationships/customXml" Target="../ink/ink602.xml"/><Relationship Id="rId31" Type="http://schemas.openxmlformats.org/officeDocument/2006/relationships/image" Target="../media/image1613.png"/><Relationship Id="rId44" Type="http://schemas.openxmlformats.org/officeDocument/2006/relationships/customXml" Target="../ink/ink619.xml"/><Relationship Id="rId52" Type="http://schemas.openxmlformats.org/officeDocument/2006/relationships/customXml" Target="../ink/ink623.xml"/><Relationship Id="rId60" Type="http://schemas.openxmlformats.org/officeDocument/2006/relationships/customXml" Target="../ink/ink627.xml"/><Relationship Id="rId65" Type="http://schemas.openxmlformats.org/officeDocument/2006/relationships/image" Target="../media/image3312.png"/><Relationship Id="rId73" Type="http://schemas.openxmlformats.org/officeDocument/2006/relationships/image" Target="../media/image3713.png"/><Relationship Id="rId78" Type="http://schemas.openxmlformats.org/officeDocument/2006/relationships/customXml" Target="../ink/ink636.xml"/><Relationship Id="rId81" Type="http://schemas.openxmlformats.org/officeDocument/2006/relationships/image" Target="../media/image4114.png"/><Relationship Id="rId86" Type="http://schemas.openxmlformats.org/officeDocument/2006/relationships/customXml" Target="../ink/ink640.xml"/><Relationship Id="rId94" Type="http://schemas.openxmlformats.org/officeDocument/2006/relationships/customXml" Target="../ink/ink644.xml"/><Relationship Id="rId99" Type="http://schemas.openxmlformats.org/officeDocument/2006/relationships/image" Target="../media/image5015.png"/><Relationship Id="rId101" Type="http://schemas.openxmlformats.org/officeDocument/2006/relationships/image" Target="../media/image5115.png"/><Relationship Id="rId4" Type="http://schemas.openxmlformats.org/officeDocument/2006/relationships/customXml" Target="../ink/ink599.xml"/><Relationship Id="rId9" Type="http://schemas.openxmlformats.org/officeDocument/2006/relationships/image" Target="../media/image5103.png"/><Relationship Id="rId13" Type="http://schemas.openxmlformats.org/officeDocument/2006/relationships/image" Target="../media/image7102.png"/><Relationship Id="rId18" Type="http://schemas.openxmlformats.org/officeDocument/2006/relationships/customXml" Target="../ink/ink606.xml"/><Relationship Id="rId39" Type="http://schemas.openxmlformats.org/officeDocument/2006/relationships/image" Target="../media/image2014.png"/><Relationship Id="rId34" Type="http://schemas.openxmlformats.org/officeDocument/2006/relationships/customXml" Target="../ink/ink614.xml"/><Relationship Id="rId50" Type="http://schemas.openxmlformats.org/officeDocument/2006/relationships/customXml" Target="../ink/ink622.xml"/><Relationship Id="rId55" Type="http://schemas.openxmlformats.org/officeDocument/2006/relationships/image" Target="../media/image2812.png"/><Relationship Id="rId76" Type="http://schemas.openxmlformats.org/officeDocument/2006/relationships/customXml" Target="../ink/ink635.xml"/><Relationship Id="rId97" Type="http://schemas.openxmlformats.org/officeDocument/2006/relationships/image" Target="../media/image4915.png"/><Relationship Id="rId7" Type="http://schemas.openxmlformats.org/officeDocument/2006/relationships/image" Target="../media/image4102.png"/><Relationship Id="rId71" Type="http://schemas.openxmlformats.org/officeDocument/2006/relationships/image" Target="../media/image3612.png"/><Relationship Id="rId92" Type="http://schemas.openxmlformats.org/officeDocument/2006/relationships/customXml" Target="../ink/ink643.xml"/><Relationship Id="rId2" Type="http://schemas.openxmlformats.org/officeDocument/2006/relationships/customXml" Target="../ink/ink598.xml"/><Relationship Id="rId29" Type="http://schemas.openxmlformats.org/officeDocument/2006/relationships/image" Target="../media/image1513.png"/><Relationship Id="rId24" Type="http://schemas.openxmlformats.org/officeDocument/2006/relationships/customXml" Target="../ink/ink609.xml"/><Relationship Id="rId40" Type="http://schemas.openxmlformats.org/officeDocument/2006/relationships/customXml" Target="../ink/ink617.xml"/><Relationship Id="rId45" Type="http://schemas.openxmlformats.org/officeDocument/2006/relationships/image" Target="../media/image2313.png"/><Relationship Id="rId66" Type="http://schemas.openxmlformats.org/officeDocument/2006/relationships/customXml" Target="../ink/ink630.xml"/><Relationship Id="rId87" Type="http://schemas.openxmlformats.org/officeDocument/2006/relationships/image" Target="../media/image4414.png"/><Relationship Id="rId61" Type="http://schemas.openxmlformats.org/officeDocument/2006/relationships/image" Target="../media/image3112.png"/><Relationship Id="rId82" Type="http://schemas.openxmlformats.org/officeDocument/2006/relationships/customXml" Target="../ink/ink638.xml"/><Relationship Id="rId19" Type="http://schemas.openxmlformats.org/officeDocument/2006/relationships/image" Target="../media/image1013.png"/><Relationship Id="rId14" Type="http://schemas.openxmlformats.org/officeDocument/2006/relationships/customXml" Target="../ink/ink604.xml"/><Relationship Id="rId30" Type="http://schemas.openxmlformats.org/officeDocument/2006/relationships/customXml" Target="../ink/ink612.xml"/><Relationship Id="rId35" Type="http://schemas.openxmlformats.org/officeDocument/2006/relationships/image" Target="../media/image1813.png"/><Relationship Id="rId56" Type="http://schemas.openxmlformats.org/officeDocument/2006/relationships/customXml" Target="../ink/ink625.xml"/><Relationship Id="rId77" Type="http://schemas.openxmlformats.org/officeDocument/2006/relationships/image" Target="../media/image3913.png"/><Relationship Id="rId100" Type="http://schemas.openxmlformats.org/officeDocument/2006/relationships/customXml" Target="../ink/ink647.xml"/><Relationship Id="rId8" Type="http://schemas.openxmlformats.org/officeDocument/2006/relationships/customXml" Target="../ink/ink601.xml"/><Relationship Id="rId51" Type="http://schemas.openxmlformats.org/officeDocument/2006/relationships/image" Target="../media/image2612.png"/><Relationship Id="rId72" Type="http://schemas.openxmlformats.org/officeDocument/2006/relationships/customXml" Target="../ink/ink633.xml"/><Relationship Id="rId93" Type="http://schemas.openxmlformats.org/officeDocument/2006/relationships/image" Target="../media/image4714.png"/><Relationship Id="rId98" Type="http://schemas.openxmlformats.org/officeDocument/2006/relationships/customXml" Target="../ink/ink646.xml"/><Relationship Id="rId3" Type="http://schemas.openxmlformats.org/officeDocument/2006/relationships/image" Target="../media/image210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60.xml"/><Relationship Id="rId21" Type="http://schemas.openxmlformats.org/officeDocument/2006/relationships/image" Target="../media/image1012.png"/><Relationship Id="rId42" Type="http://schemas.openxmlformats.org/officeDocument/2006/relationships/customXml" Target="../ink/ink668.xml"/><Relationship Id="rId47" Type="http://schemas.openxmlformats.org/officeDocument/2006/relationships/image" Target="../media/image2312.png"/><Relationship Id="rId63" Type="http://schemas.openxmlformats.org/officeDocument/2006/relationships/image" Target="../media/image3111.png"/><Relationship Id="rId68" Type="http://schemas.openxmlformats.org/officeDocument/2006/relationships/customXml" Target="../ink/ink681.xml"/><Relationship Id="rId2" Type="http://schemas.openxmlformats.org/officeDocument/2006/relationships/customXml" Target="../ink/ink648.xml"/><Relationship Id="rId16" Type="http://schemas.openxmlformats.org/officeDocument/2006/relationships/customXml" Target="../ink/ink655.xml"/><Relationship Id="rId29" Type="http://schemas.openxmlformats.org/officeDocument/2006/relationships/image" Target="../media/image1412.png"/><Relationship Id="rId11" Type="http://schemas.openxmlformats.org/officeDocument/2006/relationships/image" Target="../media/image5102.png"/><Relationship Id="rId24" Type="http://schemas.openxmlformats.org/officeDocument/2006/relationships/customXml" Target="../ink/ink659.xml"/><Relationship Id="rId32" Type="http://schemas.openxmlformats.org/officeDocument/2006/relationships/customXml" Target="../ink/ink663.xml"/><Relationship Id="rId37" Type="http://schemas.openxmlformats.org/officeDocument/2006/relationships/image" Target="../media/image1812.png"/><Relationship Id="rId40" Type="http://schemas.openxmlformats.org/officeDocument/2006/relationships/customXml" Target="../ink/ink667.xml"/><Relationship Id="rId45" Type="http://schemas.openxmlformats.org/officeDocument/2006/relationships/image" Target="../media/image2212.png"/><Relationship Id="rId53" Type="http://schemas.openxmlformats.org/officeDocument/2006/relationships/image" Target="../media/image2611.png"/><Relationship Id="rId58" Type="http://schemas.openxmlformats.org/officeDocument/2006/relationships/customXml" Target="../ink/ink676.xml"/><Relationship Id="rId66" Type="http://schemas.openxmlformats.org/officeDocument/2006/relationships/customXml" Target="../ink/ink680.xml"/><Relationship Id="rId5" Type="http://schemas.openxmlformats.org/officeDocument/2006/relationships/image" Target="../media/image2102.png"/><Relationship Id="rId61" Type="http://schemas.openxmlformats.org/officeDocument/2006/relationships/image" Target="../media/image3011.png"/><Relationship Id="rId19" Type="http://schemas.openxmlformats.org/officeDocument/2006/relationships/image" Target="../media/image913.png"/><Relationship Id="rId14" Type="http://schemas.openxmlformats.org/officeDocument/2006/relationships/customXml" Target="../ink/ink654.xml"/><Relationship Id="rId22" Type="http://schemas.openxmlformats.org/officeDocument/2006/relationships/customXml" Target="../ink/ink658.xml"/><Relationship Id="rId27" Type="http://schemas.openxmlformats.org/officeDocument/2006/relationships/image" Target="../media/image1312.png"/><Relationship Id="rId30" Type="http://schemas.openxmlformats.org/officeDocument/2006/relationships/customXml" Target="../ink/ink662.xml"/><Relationship Id="rId35" Type="http://schemas.openxmlformats.org/officeDocument/2006/relationships/image" Target="../media/image1712.png"/><Relationship Id="rId43" Type="http://schemas.openxmlformats.org/officeDocument/2006/relationships/image" Target="../media/image2112.png"/><Relationship Id="rId48" Type="http://schemas.openxmlformats.org/officeDocument/2006/relationships/customXml" Target="../ink/ink671.xml"/><Relationship Id="rId56" Type="http://schemas.openxmlformats.org/officeDocument/2006/relationships/customXml" Target="../ink/ink675.xml"/><Relationship Id="rId64" Type="http://schemas.openxmlformats.org/officeDocument/2006/relationships/customXml" Target="../ink/ink679.xml"/><Relationship Id="rId69" Type="http://schemas.openxmlformats.org/officeDocument/2006/relationships/image" Target="../media/image3411.png"/><Relationship Id="rId8" Type="http://schemas.openxmlformats.org/officeDocument/2006/relationships/customXml" Target="../ink/ink651.xml"/><Relationship Id="rId51" Type="http://schemas.openxmlformats.org/officeDocument/2006/relationships/image" Target="../media/image2511.png"/><Relationship Id="rId72" Type="http://schemas.openxmlformats.org/officeDocument/2006/relationships/customXml" Target="../ink/ink683.xml"/><Relationship Id="rId3" Type="http://schemas.openxmlformats.org/officeDocument/2006/relationships/image" Target="../media/image1102.png"/><Relationship Id="rId12" Type="http://schemas.openxmlformats.org/officeDocument/2006/relationships/customXml" Target="../ink/ink653.xml"/><Relationship Id="rId17" Type="http://schemas.openxmlformats.org/officeDocument/2006/relationships/image" Target="../media/image8101.png"/><Relationship Id="rId25" Type="http://schemas.openxmlformats.org/officeDocument/2006/relationships/image" Target="../media/image1212.png"/><Relationship Id="rId33" Type="http://schemas.openxmlformats.org/officeDocument/2006/relationships/image" Target="../media/image1612.png"/><Relationship Id="rId38" Type="http://schemas.openxmlformats.org/officeDocument/2006/relationships/customXml" Target="../ink/ink666.xml"/><Relationship Id="rId46" Type="http://schemas.openxmlformats.org/officeDocument/2006/relationships/customXml" Target="../ink/ink670.xml"/><Relationship Id="rId59" Type="http://schemas.openxmlformats.org/officeDocument/2006/relationships/image" Target="../media/image2911.png"/><Relationship Id="rId67" Type="http://schemas.openxmlformats.org/officeDocument/2006/relationships/image" Target="../media/image3311.png"/><Relationship Id="rId20" Type="http://schemas.openxmlformats.org/officeDocument/2006/relationships/customXml" Target="../ink/ink657.xml"/><Relationship Id="rId41" Type="http://schemas.openxmlformats.org/officeDocument/2006/relationships/image" Target="../media/image2013.png"/><Relationship Id="rId54" Type="http://schemas.openxmlformats.org/officeDocument/2006/relationships/customXml" Target="../ink/ink674.xml"/><Relationship Id="rId62" Type="http://schemas.openxmlformats.org/officeDocument/2006/relationships/customXml" Target="../ink/ink678.xml"/><Relationship Id="rId70" Type="http://schemas.openxmlformats.org/officeDocument/2006/relationships/customXml" Target="../ink/ink68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50.xml"/><Relationship Id="rId15" Type="http://schemas.openxmlformats.org/officeDocument/2006/relationships/image" Target="../media/image7101.png"/><Relationship Id="rId23" Type="http://schemas.openxmlformats.org/officeDocument/2006/relationships/image" Target="../media/image1112.png"/><Relationship Id="rId28" Type="http://schemas.openxmlformats.org/officeDocument/2006/relationships/customXml" Target="../ink/ink661.xml"/><Relationship Id="rId36" Type="http://schemas.openxmlformats.org/officeDocument/2006/relationships/customXml" Target="../ink/ink665.xml"/><Relationship Id="rId49" Type="http://schemas.openxmlformats.org/officeDocument/2006/relationships/image" Target="../media/image2412.png"/><Relationship Id="rId57" Type="http://schemas.openxmlformats.org/officeDocument/2006/relationships/image" Target="../media/image2811.png"/><Relationship Id="rId10" Type="http://schemas.openxmlformats.org/officeDocument/2006/relationships/customXml" Target="../ink/ink652.xml"/><Relationship Id="rId31" Type="http://schemas.openxmlformats.org/officeDocument/2006/relationships/image" Target="../media/image1512.png"/><Relationship Id="rId44" Type="http://schemas.openxmlformats.org/officeDocument/2006/relationships/customXml" Target="../ink/ink669.xml"/><Relationship Id="rId52" Type="http://schemas.openxmlformats.org/officeDocument/2006/relationships/customXml" Target="../ink/ink673.xml"/><Relationship Id="rId60" Type="http://schemas.openxmlformats.org/officeDocument/2006/relationships/customXml" Target="../ink/ink677.xml"/><Relationship Id="rId65" Type="http://schemas.openxmlformats.org/officeDocument/2006/relationships/image" Target="../media/image3211.png"/><Relationship Id="rId73" Type="http://schemas.openxmlformats.org/officeDocument/2006/relationships/image" Target="../media/image3611.png"/><Relationship Id="rId4" Type="http://schemas.openxmlformats.org/officeDocument/2006/relationships/customXml" Target="../ink/ink649.xml"/><Relationship Id="rId9" Type="http://schemas.openxmlformats.org/officeDocument/2006/relationships/image" Target="../media/image4101.png"/><Relationship Id="rId13" Type="http://schemas.openxmlformats.org/officeDocument/2006/relationships/image" Target="../media/image6101.png"/><Relationship Id="rId18" Type="http://schemas.openxmlformats.org/officeDocument/2006/relationships/customXml" Target="../ink/ink656.xml"/><Relationship Id="rId39" Type="http://schemas.openxmlformats.org/officeDocument/2006/relationships/image" Target="../media/image1913.png"/><Relationship Id="rId34" Type="http://schemas.openxmlformats.org/officeDocument/2006/relationships/customXml" Target="../ink/ink664.xml"/><Relationship Id="rId50" Type="http://schemas.openxmlformats.org/officeDocument/2006/relationships/customXml" Target="../ink/ink672.xml"/><Relationship Id="rId55" Type="http://schemas.openxmlformats.org/officeDocument/2006/relationships/image" Target="../media/image2711.png"/><Relationship Id="rId7" Type="http://schemas.openxmlformats.org/officeDocument/2006/relationships/image" Target="../media/image3101.png"/><Relationship Id="rId71" Type="http://schemas.openxmlformats.org/officeDocument/2006/relationships/image" Target="../media/image3511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42.png"/><Relationship Id="rId299" Type="http://schemas.openxmlformats.org/officeDocument/2006/relationships/image" Target="../media/image1852.png"/><Relationship Id="rId21" Type="http://schemas.openxmlformats.org/officeDocument/2006/relationships/image" Target="../media/image4613.png"/><Relationship Id="rId63" Type="http://schemas.openxmlformats.org/officeDocument/2006/relationships/image" Target="../media/image6711.png"/><Relationship Id="rId159" Type="http://schemas.openxmlformats.org/officeDocument/2006/relationships/image" Target="../media/image1152.png"/><Relationship Id="rId170" Type="http://schemas.openxmlformats.org/officeDocument/2006/relationships/customXml" Target="../ink/ink768.xml"/><Relationship Id="rId226" Type="http://schemas.openxmlformats.org/officeDocument/2006/relationships/customXml" Target="../ink/ink796.xml"/><Relationship Id="rId268" Type="http://schemas.openxmlformats.org/officeDocument/2006/relationships/customXml" Target="../ink/ink817.xml"/><Relationship Id="rId32" Type="http://schemas.openxmlformats.org/officeDocument/2006/relationships/customXml" Target="../ink/ink699.xml"/><Relationship Id="rId74" Type="http://schemas.openxmlformats.org/officeDocument/2006/relationships/customXml" Target="../ink/ink720.xml"/><Relationship Id="rId128" Type="http://schemas.openxmlformats.org/officeDocument/2006/relationships/customXml" Target="../ink/ink747.xml"/><Relationship Id="rId5" Type="http://schemas.openxmlformats.org/officeDocument/2006/relationships/image" Target="../media/image3812.png"/><Relationship Id="rId181" Type="http://schemas.openxmlformats.org/officeDocument/2006/relationships/image" Target="../media/image1262.png"/><Relationship Id="rId237" Type="http://schemas.openxmlformats.org/officeDocument/2006/relationships/image" Target="../media/image1542.png"/><Relationship Id="rId279" Type="http://schemas.openxmlformats.org/officeDocument/2006/relationships/image" Target="../media/image1752.png"/><Relationship Id="rId43" Type="http://schemas.openxmlformats.org/officeDocument/2006/relationships/image" Target="../media/image5714.png"/><Relationship Id="rId139" Type="http://schemas.openxmlformats.org/officeDocument/2006/relationships/image" Target="../media/image1052.png"/><Relationship Id="rId290" Type="http://schemas.openxmlformats.org/officeDocument/2006/relationships/customXml" Target="../ink/ink828.xml"/><Relationship Id="rId304" Type="http://schemas.openxmlformats.org/officeDocument/2006/relationships/customXml" Target="../ink/ink835.xml"/><Relationship Id="rId85" Type="http://schemas.openxmlformats.org/officeDocument/2006/relationships/image" Target="../media/image7811.png"/><Relationship Id="rId150" Type="http://schemas.openxmlformats.org/officeDocument/2006/relationships/customXml" Target="../ink/ink758.xml"/><Relationship Id="rId192" Type="http://schemas.openxmlformats.org/officeDocument/2006/relationships/customXml" Target="../ink/ink779.xml"/><Relationship Id="rId206" Type="http://schemas.openxmlformats.org/officeDocument/2006/relationships/customXml" Target="../ink/ink786.xml"/><Relationship Id="rId248" Type="http://schemas.openxmlformats.org/officeDocument/2006/relationships/customXml" Target="../ink/ink807.xml"/><Relationship Id="rId12" Type="http://schemas.openxmlformats.org/officeDocument/2006/relationships/customXml" Target="../ink/ink689.xml"/><Relationship Id="rId108" Type="http://schemas.openxmlformats.org/officeDocument/2006/relationships/customXml" Target="../ink/ink737.xml"/><Relationship Id="rId54" Type="http://schemas.openxmlformats.org/officeDocument/2006/relationships/customXml" Target="../ink/ink710.xml"/><Relationship Id="rId96" Type="http://schemas.openxmlformats.org/officeDocument/2006/relationships/customXml" Target="../ink/ink731.xml"/><Relationship Id="rId161" Type="http://schemas.openxmlformats.org/officeDocument/2006/relationships/image" Target="../media/image1162.png"/><Relationship Id="rId217" Type="http://schemas.openxmlformats.org/officeDocument/2006/relationships/image" Target="../media/image1442.png"/><Relationship Id="rId259" Type="http://schemas.openxmlformats.org/officeDocument/2006/relationships/image" Target="../media/image1652.png"/><Relationship Id="rId23" Type="http://schemas.openxmlformats.org/officeDocument/2006/relationships/image" Target="../media/image4713.png"/><Relationship Id="rId119" Type="http://schemas.openxmlformats.org/officeDocument/2006/relationships/image" Target="../media/image952.png"/><Relationship Id="rId270" Type="http://schemas.openxmlformats.org/officeDocument/2006/relationships/customXml" Target="../ink/ink818.xml"/><Relationship Id="rId291" Type="http://schemas.openxmlformats.org/officeDocument/2006/relationships/image" Target="../media/image1814.png"/><Relationship Id="rId305" Type="http://schemas.openxmlformats.org/officeDocument/2006/relationships/image" Target="../media/image1882.png"/><Relationship Id="rId44" Type="http://schemas.openxmlformats.org/officeDocument/2006/relationships/customXml" Target="../ink/ink705.xml"/><Relationship Id="rId65" Type="http://schemas.openxmlformats.org/officeDocument/2006/relationships/image" Target="../media/image6811.png"/><Relationship Id="rId86" Type="http://schemas.openxmlformats.org/officeDocument/2006/relationships/customXml" Target="../ink/ink726.xml"/><Relationship Id="rId130" Type="http://schemas.openxmlformats.org/officeDocument/2006/relationships/customXml" Target="../ink/ink748.xml"/><Relationship Id="rId151" Type="http://schemas.openxmlformats.org/officeDocument/2006/relationships/image" Target="../media/image1114.png"/><Relationship Id="rId172" Type="http://schemas.openxmlformats.org/officeDocument/2006/relationships/customXml" Target="../ink/ink769.xml"/><Relationship Id="rId193" Type="http://schemas.openxmlformats.org/officeDocument/2006/relationships/image" Target="../media/image1322.png"/><Relationship Id="rId207" Type="http://schemas.openxmlformats.org/officeDocument/2006/relationships/image" Target="../media/image1392.png"/><Relationship Id="rId228" Type="http://schemas.openxmlformats.org/officeDocument/2006/relationships/customXml" Target="../ink/ink797.xml"/><Relationship Id="rId249" Type="http://schemas.openxmlformats.org/officeDocument/2006/relationships/image" Target="../media/image1602.png"/><Relationship Id="rId13" Type="http://schemas.openxmlformats.org/officeDocument/2006/relationships/image" Target="../media/image4213.png"/><Relationship Id="rId109" Type="http://schemas.openxmlformats.org/officeDocument/2006/relationships/image" Target="../media/image9010.png"/><Relationship Id="rId260" Type="http://schemas.openxmlformats.org/officeDocument/2006/relationships/customXml" Target="../ink/ink813.xml"/><Relationship Id="rId281" Type="http://schemas.openxmlformats.org/officeDocument/2006/relationships/image" Target="../media/image1762.png"/><Relationship Id="rId34" Type="http://schemas.openxmlformats.org/officeDocument/2006/relationships/customXml" Target="../ink/ink700.xml"/><Relationship Id="rId55" Type="http://schemas.openxmlformats.org/officeDocument/2006/relationships/image" Target="../media/image6311.png"/><Relationship Id="rId76" Type="http://schemas.openxmlformats.org/officeDocument/2006/relationships/customXml" Target="../ink/ink721.xml"/><Relationship Id="rId97" Type="http://schemas.openxmlformats.org/officeDocument/2006/relationships/image" Target="../media/image8411.png"/><Relationship Id="rId120" Type="http://schemas.openxmlformats.org/officeDocument/2006/relationships/customXml" Target="../ink/ink743.xml"/><Relationship Id="rId141" Type="http://schemas.openxmlformats.org/officeDocument/2006/relationships/image" Target="../media/image1062.png"/><Relationship Id="rId7" Type="http://schemas.openxmlformats.org/officeDocument/2006/relationships/image" Target="../media/image3912.png"/><Relationship Id="rId162" Type="http://schemas.openxmlformats.org/officeDocument/2006/relationships/customXml" Target="../ink/ink764.xml"/><Relationship Id="rId183" Type="http://schemas.openxmlformats.org/officeDocument/2006/relationships/image" Target="../media/image1272.png"/><Relationship Id="rId218" Type="http://schemas.openxmlformats.org/officeDocument/2006/relationships/customXml" Target="../ink/ink792.xml"/><Relationship Id="rId239" Type="http://schemas.openxmlformats.org/officeDocument/2006/relationships/image" Target="../media/image1552.png"/><Relationship Id="rId250" Type="http://schemas.openxmlformats.org/officeDocument/2006/relationships/customXml" Target="../ink/ink808.xml"/><Relationship Id="rId271" Type="http://schemas.openxmlformats.org/officeDocument/2006/relationships/image" Target="../media/image1714.png"/><Relationship Id="rId292" Type="http://schemas.openxmlformats.org/officeDocument/2006/relationships/customXml" Target="../ink/ink829.xml"/><Relationship Id="rId306" Type="http://schemas.openxmlformats.org/officeDocument/2006/relationships/customXml" Target="../ink/ink836.xml"/><Relationship Id="rId24" Type="http://schemas.openxmlformats.org/officeDocument/2006/relationships/customXml" Target="../ink/ink695.xml"/><Relationship Id="rId45" Type="http://schemas.openxmlformats.org/officeDocument/2006/relationships/image" Target="../media/image5814.png"/><Relationship Id="rId66" Type="http://schemas.openxmlformats.org/officeDocument/2006/relationships/customXml" Target="../ink/ink716.xml"/><Relationship Id="rId87" Type="http://schemas.openxmlformats.org/officeDocument/2006/relationships/image" Target="../media/image7911.png"/><Relationship Id="rId110" Type="http://schemas.openxmlformats.org/officeDocument/2006/relationships/customXml" Target="../ink/ink738.xml"/><Relationship Id="rId131" Type="http://schemas.openxmlformats.org/officeDocument/2006/relationships/image" Target="../media/image1014.png"/><Relationship Id="rId152" Type="http://schemas.openxmlformats.org/officeDocument/2006/relationships/customXml" Target="../ink/ink759.xml"/><Relationship Id="rId173" Type="http://schemas.openxmlformats.org/officeDocument/2006/relationships/image" Target="../media/image1222.png"/><Relationship Id="rId194" Type="http://schemas.openxmlformats.org/officeDocument/2006/relationships/customXml" Target="../ink/ink780.xml"/><Relationship Id="rId208" Type="http://schemas.openxmlformats.org/officeDocument/2006/relationships/customXml" Target="../ink/ink787.xml"/><Relationship Id="rId229" Type="http://schemas.openxmlformats.org/officeDocument/2006/relationships/image" Target="../media/image1502.png"/><Relationship Id="rId240" Type="http://schemas.openxmlformats.org/officeDocument/2006/relationships/customXml" Target="../ink/ink803.xml"/><Relationship Id="rId261" Type="http://schemas.openxmlformats.org/officeDocument/2006/relationships/image" Target="../media/image1662.png"/><Relationship Id="rId14" Type="http://schemas.openxmlformats.org/officeDocument/2006/relationships/customXml" Target="../ink/ink690.xml"/><Relationship Id="rId35" Type="http://schemas.openxmlformats.org/officeDocument/2006/relationships/image" Target="../media/image5314.png"/><Relationship Id="rId56" Type="http://schemas.openxmlformats.org/officeDocument/2006/relationships/customXml" Target="../ink/ink711.xml"/><Relationship Id="rId77" Type="http://schemas.openxmlformats.org/officeDocument/2006/relationships/image" Target="../media/image7411.png"/><Relationship Id="rId100" Type="http://schemas.openxmlformats.org/officeDocument/2006/relationships/customXml" Target="../ink/ink733.xml"/><Relationship Id="rId282" Type="http://schemas.openxmlformats.org/officeDocument/2006/relationships/customXml" Target="../ink/ink824.xml"/><Relationship Id="rId8" Type="http://schemas.openxmlformats.org/officeDocument/2006/relationships/customXml" Target="../ink/ink687.xml"/><Relationship Id="rId98" Type="http://schemas.openxmlformats.org/officeDocument/2006/relationships/customXml" Target="../ink/ink732.xml"/><Relationship Id="rId121" Type="http://schemas.openxmlformats.org/officeDocument/2006/relationships/image" Target="../media/image962.png"/><Relationship Id="rId142" Type="http://schemas.openxmlformats.org/officeDocument/2006/relationships/customXml" Target="../ink/ink754.xml"/><Relationship Id="rId163" Type="http://schemas.openxmlformats.org/officeDocument/2006/relationships/image" Target="../media/image1172.png"/><Relationship Id="rId184" Type="http://schemas.openxmlformats.org/officeDocument/2006/relationships/customXml" Target="../ink/ink775.xml"/><Relationship Id="rId219" Type="http://schemas.openxmlformats.org/officeDocument/2006/relationships/image" Target="../media/image1452.png"/><Relationship Id="rId230" Type="http://schemas.openxmlformats.org/officeDocument/2006/relationships/customXml" Target="../ink/ink798.xml"/><Relationship Id="rId251" Type="http://schemas.openxmlformats.org/officeDocument/2006/relationships/image" Target="../media/image1614.png"/><Relationship Id="rId25" Type="http://schemas.openxmlformats.org/officeDocument/2006/relationships/image" Target="../media/image4814.png"/><Relationship Id="rId46" Type="http://schemas.openxmlformats.org/officeDocument/2006/relationships/customXml" Target="../ink/ink706.xml"/><Relationship Id="rId67" Type="http://schemas.openxmlformats.org/officeDocument/2006/relationships/image" Target="../media/image6911.png"/><Relationship Id="rId272" Type="http://schemas.openxmlformats.org/officeDocument/2006/relationships/customXml" Target="../ink/ink819.xml"/><Relationship Id="rId293" Type="http://schemas.openxmlformats.org/officeDocument/2006/relationships/image" Target="../media/image1822.png"/><Relationship Id="rId307" Type="http://schemas.openxmlformats.org/officeDocument/2006/relationships/image" Target="../media/image1892.png"/><Relationship Id="rId88" Type="http://schemas.openxmlformats.org/officeDocument/2006/relationships/customXml" Target="../ink/ink727.xml"/><Relationship Id="rId111" Type="http://schemas.openxmlformats.org/officeDocument/2006/relationships/image" Target="../media/image915.png"/><Relationship Id="rId132" Type="http://schemas.openxmlformats.org/officeDocument/2006/relationships/customXml" Target="../ink/ink749.xml"/><Relationship Id="rId153" Type="http://schemas.openxmlformats.org/officeDocument/2006/relationships/image" Target="../media/image1122.png"/><Relationship Id="rId174" Type="http://schemas.openxmlformats.org/officeDocument/2006/relationships/customXml" Target="../ink/ink770.xml"/><Relationship Id="rId195" Type="http://schemas.openxmlformats.org/officeDocument/2006/relationships/image" Target="../media/image1332.png"/><Relationship Id="rId209" Type="http://schemas.openxmlformats.org/officeDocument/2006/relationships/image" Target="../media/image1402.png"/><Relationship Id="rId220" Type="http://schemas.openxmlformats.org/officeDocument/2006/relationships/customXml" Target="../ink/ink793.xml"/><Relationship Id="rId241" Type="http://schemas.openxmlformats.org/officeDocument/2006/relationships/image" Target="../media/image1562.png"/><Relationship Id="rId15" Type="http://schemas.openxmlformats.org/officeDocument/2006/relationships/image" Target="../media/image4313.png"/><Relationship Id="rId36" Type="http://schemas.openxmlformats.org/officeDocument/2006/relationships/customXml" Target="../ink/ink701.xml"/><Relationship Id="rId57" Type="http://schemas.openxmlformats.org/officeDocument/2006/relationships/image" Target="../media/image6411.png"/><Relationship Id="rId262" Type="http://schemas.openxmlformats.org/officeDocument/2006/relationships/customXml" Target="../ink/ink814.xml"/><Relationship Id="rId283" Type="http://schemas.openxmlformats.org/officeDocument/2006/relationships/image" Target="../media/image1772.png"/><Relationship Id="rId78" Type="http://schemas.openxmlformats.org/officeDocument/2006/relationships/customXml" Target="../ink/ink722.xml"/><Relationship Id="rId99" Type="http://schemas.openxmlformats.org/officeDocument/2006/relationships/image" Target="../media/image8511.png"/><Relationship Id="rId101" Type="http://schemas.openxmlformats.org/officeDocument/2006/relationships/image" Target="../media/image8611.png"/><Relationship Id="rId122" Type="http://schemas.openxmlformats.org/officeDocument/2006/relationships/customXml" Target="../ink/ink744.xml"/><Relationship Id="rId143" Type="http://schemas.openxmlformats.org/officeDocument/2006/relationships/image" Target="../media/image1072.png"/><Relationship Id="rId164" Type="http://schemas.openxmlformats.org/officeDocument/2006/relationships/customXml" Target="../ink/ink765.xml"/><Relationship Id="rId185" Type="http://schemas.openxmlformats.org/officeDocument/2006/relationships/image" Target="../media/image1282.png"/><Relationship Id="rId9" Type="http://schemas.openxmlformats.org/officeDocument/2006/relationships/image" Target="../media/image4013.png"/><Relationship Id="rId210" Type="http://schemas.openxmlformats.org/officeDocument/2006/relationships/customXml" Target="../ink/ink788.xml"/><Relationship Id="rId26" Type="http://schemas.openxmlformats.org/officeDocument/2006/relationships/customXml" Target="../ink/ink696.xml"/><Relationship Id="rId231" Type="http://schemas.openxmlformats.org/officeDocument/2006/relationships/image" Target="../media/image1514.png"/><Relationship Id="rId252" Type="http://schemas.openxmlformats.org/officeDocument/2006/relationships/customXml" Target="../ink/ink809.xml"/><Relationship Id="rId273" Type="http://schemas.openxmlformats.org/officeDocument/2006/relationships/image" Target="../media/image1722.png"/><Relationship Id="rId294" Type="http://schemas.openxmlformats.org/officeDocument/2006/relationships/customXml" Target="../ink/ink830.xml"/><Relationship Id="rId47" Type="http://schemas.openxmlformats.org/officeDocument/2006/relationships/image" Target="../media/image5914.png"/><Relationship Id="rId68" Type="http://schemas.openxmlformats.org/officeDocument/2006/relationships/customXml" Target="../ink/ink717.xml"/><Relationship Id="rId89" Type="http://schemas.openxmlformats.org/officeDocument/2006/relationships/image" Target="../media/image8011.png"/><Relationship Id="rId112" Type="http://schemas.openxmlformats.org/officeDocument/2006/relationships/customXml" Target="../ink/ink739.xml"/><Relationship Id="rId133" Type="http://schemas.openxmlformats.org/officeDocument/2006/relationships/image" Target="../media/image1022.png"/><Relationship Id="rId154" Type="http://schemas.openxmlformats.org/officeDocument/2006/relationships/customXml" Target="../ink/ink760.xml"/><Relationship Id="rId175" Type="http://schemas.openxmlformats.org/officeDocument/2006/relationships/image" Target="../media/image1232.png"/><Relationship Id="rId196" Type="http://schemas.openxmlformats.org/officeDocument/2006/relationships/customXml" Target="../ink/ink781.xml"/><Relationship Id="rId200" Type="http://schemas.openxmlformats.org/officeDocument/2006/relationships/customXml" Target="../ink/ink783.xml"/><Relationship Id="rId16" Type="http://schemas.openxmlformats.org/officeDocument/2006/relationships/customXml" Target="../ink/ink691.xml"/><Relationship Id="rId221" Type="http://schemas.openxmlformats.org/officeDocument/2006/relationships/image" Target="../media/image1462.png"/><Relationship Id="rId242" Type="http://schemas.openxmlformats.org/officeDocument/2006/relationships/customXml" Target="../ink/ink804.xml"/><Relationship Id="rId263" Type="http://schemas.openxmlformats.org/officeDocument/2006/relationships/image" Target="../media/image1672.png"/><Relationship Id="rId284" Type="http://schemas.openxmlformats.org/officeDocument/2006/relationships/customXml" Target="../ink/ink825.xml"/><Relationship Id="rId37" Type="http://schemas.openxmlformats.org/officeDocument/2006/relationships/image" Target="../media/image5414.png"/><Relationship Id="rId58" Type="http://schemas.openxmlformats.org/officeDocument/2006/relationships/customXml" Target="../ink/ink712.xml"/><Relationship Id="rId79" Type="http://schemas.openxmlformats.org/officeDocument/2006/relationships/image" Target="../media/image7511.png"/><Relationship Id="rId102" Type="http://schemas.openxmlformats.org/officeDocument/2006/relationships/customXml" Target="../ink/ink734.xml"/><Relationship Id="rId123" Type="http://schemas.openxmlformats.org/officeDocument/2006/relationships/image" Target="../media/image972.png"/><Relationship Id="rId144" Type="http://schemas.openxmlformats.org/officeDocument/2006/relationships/customXml" Target="../ink/ink755.xml"/><Relationship Id="rId90" Type="http://schemas.openxmlformats.org/officeDocument/2006/relationships/customXml" Target="../ink/ink728.xml"/><Relationship Id="rId165" Type="http://schemas.openxmlformats.org/officeDocument/2006/relationships/image" Target="../media/image1182.png"/><Relationship Id="rId186" Type="http://schemas.openxmlformats.org/officeDocument/2006/relationships/customXml" Target="../ink/ink776.xml"/><Relationship Id="rId211" Type="http://schemas.openxmlformats.org/officeDocument/2006/relationships/image" Target="../media/image1414.png"/><Relationship Id="rId232" Type="http://schemas.openxmlformats.org/officeDocument/2006/relationships/customXml" Target="../ink/ink799.xml"/><Relationship Id="rId253" Type="http://schemas.openxmlformats.org/officeDocument/2006/relationships/image" Target="../media/image1622.png"/><Relationship Id="rId274" Type="http://schemas.openxmlformats.org/officeDocument/2006/relationships/customXml" Target="../ink/ink820.xml"/><Relationship Id="rId295" Type="http://schemas.openxmlformats.org/officeDocument/2006/relationships/image" Target="../media/image1832.png"/><Relationship Id="rId27" Type="http://schemas.openxmlformats.org/officeDocument/2006/relationships/image" Target="../media/image4914.png"/><Relationship Id="rId48" Type="http://schemas.openxmlformats.org/officeDocument/2006/relationships/customXml" Target="../ink/ink707.xml"/><Relationship Id="rId69" Type="http://schemas.openxmlformats.org/officeDocument/2006/relationships/image" Target="../media/image7011.png"/><Relationship Id="rId113" Type="http://schemas.openxmlformats.org/officeDocument/2006/relationships/image" Target="../media/image922.png"/><Relationship Id="rId134" Type="http://schemas.openxmlformats.org/officeDocument/2006/relationships/customXml" Target="../ink/ink750.xml"/><Relationship Id="rId80" Type="http://schemas.openxmlformats.org/officeDocument/2006/relationships/customXml" Target="../ink/ink723.xml"/><Relationship Id="rId155" Type="http://schemas.openxmlformats.org/officeDocument/2006/relationships/image" Target="../media/image1132.png"/><Relationship Id="rId176" Type="http://schemas.openxmlformats.org/officeDocument/2006/relationships/customXml" Target="../ink/ink771.xml"/><Relationship Id="rId197" Type="http://schemas.openxmlformats.org/officeDocument/2006/relationships/image" Target="../media/image1342.png"/><Relationship Id="rId201" Type="http://schemas.openxmlformats.org/officeDocument/2006/relationships/image" Target="../media/image1362.png"/><Relationship Id="rId222" Type="http://schemas.openxmlformats.org/officeDocument/2006/relationships/customXml" Target="../ink/ink794.xml"/><Relationship Id="rId243" Type="http://schemas.openxmlformats.org/officeDocument/2006/relationships/image" Target="../media/image1572.png"/><Relationship Id="rId264" Type="http://schemas.openxmlformats.org/officeDocument/2006/relationships/customXml" Target="../ink/ink815.xml"/><Relationship Id="rId285" Type="http://schemas.openxmlformats.org/officeDocument/2006/relationships/image" Target="../media/image1782.png"/><Relationship Id="rId17" Type="http://schemas.openxmlformats.org/officeDocument/2006/relationships/image" Target="../media/image4413.png"/><Relationship Id="rId38" Type="http://schemas.openxmlformats.org/officeDocument/2006/relationships/customXml" Target="../ink/ink702.xml"/><Relationship Id="rId59" Type="http://schemas.openxmlformats.org/officeDocument/2006/relationships/image" Target="../media/image6511.png"/><Relationship Id="rId103" Type="http://schemas.openxmlformats.org/officeDocument/2006/relationships/image" Target="../media/image8711.png"/><Relationship Id="rId124" Type="http://schemas.openxmlformats.org/officeDocument/2006/relationships/customXml" Target="../ink/ink745.xml"/><Relationship Id="rId70" Type="http://schemas.openxmlformats.org/officeDocument/2006/relationships/customXml" Target="../ink/ink718.xml"/><Relationship Id="rId91" Type="http://schemas.openxmlformats.org/officeDocument/2006/relationships/image" Target="../media/image8111.png"/><Relationship Id="rId145" Type="http://schemas.openxmlformats.org/officeDocument/2006/relationships/image" Target="../media/image1082.png"/><Relationship Id="rId166" Type="http://schemas.openxmlformats.org/officeDocument/2006/relationships/customXml" Target="../ink/ink766.xml"/><Relationship Id="rId187" Type="http://schemas.openxmlformats.org/officeDocument/2006/relationships/image" Target="../media/image129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89.xml"/><Relationship Id="rId233" Type="http://schemas.openxmlformats.org/officeDocument/2006/relationships/image" Target="../media/image1522.png"/><Relationship Id="rId254" Type="http://schemas.openxmlformats.org/officeDocument/2006/relationships/customXml" Target="../ink/ink810.xml"/><Relationship Id="rId28" Type="http://schemas.openxmlformats.org/officeDocument/2006/relationships/customXml" Target="../ink/ink697.xml"/><Relationship Id="rId49" Type="http://schemas.openxmlformats.org/officeDocument/2006/relationships/image" Target="../media/image6012.png"/><Relationship Id="rId114" Type="http://schemas.openxmlformats.org/officeDocument/2006/relationships/customXml" Target="../ink/ink740.xml"/><Relationship Id="rId275" Type="http://schemas.openxmlformats.org/officeDocument/2006/relationships/image" Target="../media/image1732.png"/><Relationship Id="rId296" Type="http://schemas.openxmlformats.org/officeDocument/2006/relationships/customXml" Target="../ink/ink831.xml"/><Relationship Id="rId300" Type="http://schemas.openxmlformats.org/officeDocument/2006/relationships/customXml" Target="../ink/ink833.xml"/><Relationship Id="rId60" Type="http://schemas.openxmlformats.org/officeDocument/2006/relationships/customXml" Target="../ink/ink713.xml"/><Relationship Id="rId81" Type="http://schemas.openxmlformats.org/officeDocument/2006/relationships/image" Target="../media/image7611.png"/><Relationship Id="rId135" Type="http://schemas.openxmlformats.org/officeDocument/2006/relationships/image" Target="../media/image1032.png"/><Relationship Id="rId156" Type="http://schemas.openxmlformats.org/officeDocument/2006/relationships/customXml" Target="../ink/ink761.xml"/><Relationship Id="rId177" Type="http://schemas.openxmlformats.org/officeDocument/2006/relationships/image" Target="../media/image1242.png"/><Relationship Id="rId198" Type="http://schemas.openxmlformats.org/officeDocument/2006/relationships/customXml" Target="../ink/ink782.xml"/><Relationship Id="rId202" Type="http://schemas.openxmlformats.org/officeDocument/2006/relationships/customXml" Target="../ink/ink784.xml"/><Relationship Id="rId223" Type="http://schemas.openxmlformats.org/officeDocument/2006/relationships/image" Target="../media/image1472.png"/><Relationship Id="rId244" Type="http://schemas.openxmlformats.org/officeDocument/2006/relationships/customXml" Target="../ink/ink805.xml"/><Relationship Id="rId18" Type="http://schemas.openxmlformats.org/officeDocument/2006/relationships/customXml" Target="../ink/ink692.xml"/><Relationship Id="rId39" Type="http://schemas.openxmlformats.org/officeDocument/2006/relationships/image" Target="../media/image5514.png"/><Relationship Id="rId265" Type="http://schemas.openxmlformats.org/officeDocument/2006/relationships/image" Target="../media/image1682.png"/><Relationship Id="rId286" Type="http://schemas.openxmlformats.org/officeDocument/2006/relationships/customXml" Target="../ink/ink826.xml"/><Relationship Id="rId50" Type="http://schemas.openxmlformats.org/officeDocument/2006/relationships/customXml" Target="../ink/ink708.xml"/><Relationship Id="rId104" Type="http://schemas.openxmlformats.org/officeDocument/2006/relationships/customXml" Target="../ink/ink735.xml"/><Relationship Id="rId125" Type="http://schemas.openxmlformats.org/officeDocument/2006/relationships/image" Target="../media/image982.png"/><Relationship Id="rId146" Type="http://schemas.openxmlformats.org/officeDocument/2006/relationships/customXml" Target="../ink/ink756.xml"/><Relationship Id="rId167" Type="http://schemas.openxmlformats.org/officeDocument/2006/relationships/image" Target="../media/image1192.png"/><Relationship Id="rId188" Type="http://schemas.openxmlformats.org/officeDocument/2006/relationships/customXml" Target="../ink/ink777.xml"/><Relationship Id="rId71" Type="http://schemas.openxmlformats.org/officeDocument/2006/relationships/image" Target="../media/image7111.png"/><Relationship Id="rId92" Type="http://schemas.openxmlformats.org/officeDocument/2006/relationships/customXml" Target="../ink/ink729.xml"/><Relationship Id="rId213" Type="http://schemas.openxmlformats.org/officeDocument/2006/relationships/image" Target="../media/image1422.png"/><Relationship Id="rId234" Type="http://schemas.openxmlformats.org/officeDocument/2006/relationships/customXml" Target="../ink/ink800.xml"/><Relationship Id="rId2" Type="http://schemas.openxmlformats.org/officeDocument/2006/relationships/customXml" Target="../ink/ink684.xml"/><Relationship Id="rId29" Type="http://schemas.openxmlformats.org/officeDocument/2006/relationships/image" Target="../media/image5014.png"/><Relationship Id="rId255" Type="http://schemas.openxmlformats.org/officeDocument/2006/relationships/image" Target="../media/image1632.png"/><Relationship Id="rId276" Type="http://schemas.openxmlformats.org/officeDocument/2006/relationships/customXml" Target="../ink/ink821.xml"/><Relationship Id="rId297" Type="http://schemas.openxmlformats.org/officeDocument/2006/relationships/image" Target="../media/image1842.png"/><Relationship Id="rId40" Type="http://schemas.openxmlformats.org/officeDocument/2006/relationships/customXml" Target="../ink/ink703.xml"/><Relationship Id="rId115" Type="http://schemas.openxmlformats.org/officeDocument/2006/relationships/image" Target="../media/image932.png"/><Relationship Id="rId136" Type="http://schemas.openxmlformats.org/officeDocument/2006/relationships/customXml" Target="../ink/ink751.xml"/><Relationship Id="rId157" Type="http://schemas.openxmlformats.org/officeDocument/2006/relationships/image" Target="../media/image1142.png"/><Relationship Id="rId178" Type="http://schemas.openxmlformats.org/officeDocument/2006/relationships/customXml" Target="../ink/ink772.xml"/><Relationship Id="rId301" Type="http://schemas.openxmlformats.org/officeDocument/2006/relationships/image" Target="../media/image1862.png"/><Relationship Id="rId61" Type="http://schemas.openxmlformats.org/officeDocument/2006/relationships/image" Target="../media/image6611.png"/><Relationship Id="rId82" Type="http://schemas.openxmlformats.org/officeDocument/2006/relationships/customXml" Target="../ink/ink724.xml"/><Relationship Id="rId199" Type="http://schemas.openxmlformats.org/officeDocument/2006/relationships/image" Target="../media/image1352.png"/><Relationship Id="rId203" Type="http://schemas.openxmlformats.org/officeDocument/2006/relationships/image" Target="../media/image1372.png"/><Relationship Id="rId19" Type="http://schemas.openxmlformats.org/officeDocument/2006/relationships/image" Target="../media/image4513.png"/><Relationship Id="rId224" Type="http://schemas.openxmlformats.org/officeDocument/2006/relationships/customXml" Target="../ink/ink795.xml"/><Relationship Id="rId245" Type="http://schemas.openxmlformats.org/officeDocument/2006/relationships/image" Target="../media/image1582.png"/><Relationship Id="rId266" Type="http://schemas.openxmlformats.org/officeDocument/2006/relationships/customXml" Target="../ink/ink816.xml"/><Relationship Id="rId287" Type="http://schemas.openxmlformats.org/officeDocument/2006/relationships/image" Target="../media/image1792.png"/><Relationship Id="rId30" Type="http://schemas.openxmlformats.org/officeDocument/2006/relationships/customXml" Target="../ink/ink698.xml"/><Relationship Id="rId105" Type="http://schemas.openxmlformats.org/officeDocument/2006/relationships/image" Target="../media/image8811.png"/><Relationship Id="rId126" Type="http://schemas.openxmlformats.org/officeDocument/2006/relationships/customXml" Target="../ink/ink746.xml"/><Relationship Id="rId147" Type="http://schemas.openxmlformats.org/officeDocument/2006/relationships/image" Target="../media/image1092.png"/><Relationship Id="rId168" Type="http://schemas.openxmlformats.org/officeDocument/2006/relationships/customXml" Target="../ink/ink767.xml"/><Relationship Id="rId51" Type="http://schemas.openxmlformats.org/officeDocument/2006/relationships/image" Target="../media/image6111.png"/><Relationship Id="rId72" Type="http://schemas.openxmlformats.org/officeDocument/2006/relationships/customXml" Target="../ink/ink719.xml"/><Relationship Id="rId93" Type="http://schemas.openxmlformats.org/officeDocument/2006/relationships/image" Target="../media/image8211.png"/><Relationship Id="rId189" Type="http://schemas.openxmlformats.org/officeDocument/2006/relationships/image" Target="../media/image1302.png"/><Relationship Id="rId3" Type="http://schemas.openxmlformats.org/officeDocument/2006/relationships/image" Target="../media/image3712.png"/><Relationship Id="rId214" Type="http://schemas.openxmlformats.org/officeDocument/2006/relationships/customXml" Target="../ink/ink790.xml"/><Relationship Id="rId235" Type="http://schemas.openxmlformats.org/officeDocument/2006/relationships/image" Target="../media/image1532.png"/><Relationship Id="rId256" Type="http://schemas.openxmlformats.org/officeDocument/2006/relationships/customXml" Target="../ink/ink811.xml"/><Relationship Id="rId277" Type="http://schemas.openxmlformats.org/officeDocument/2006/relationships/image" Target="../media/image1742.png"/><Relationship Id="rId298" Type="http://schemas.openxmlformats.org/officeDocument/2006/relationships/customXml" Target="../ink/ink832.xml"/><Relationship Id="rId116" Type="http://schemas.openxmlformats.org/officeDocument/2006/relationships/customXml" Target="../ink/ink741.xml"/><Relationship Id="rId137" Type="http://schemas.openxmlformats.org/officeDocument/2006/relationships/image" Target="../media/image1042.png"/><Relationship Id="rId158" Type="http://schemas.openxmlformats.org/officeDocument/2006/relationships/customXml" Target="../ink/ink762.xml"/><Relationship Id="rId302" Type="http://schemas.openxmlformats.org/officeDocument/2006/relationships/customXml" Target="../ink/ink834.xml"/><Relationship Id="rId20" Type="http://schemas.openxmlformats.org/officeDocument/2006/relationships/customXml" Target="../ink/ink693.xml"/><Relationship Id="rId41" Type="http://schemas.openxmlformats.org/officeDocument/2006/relationships/image" Target="../media/image5614.png"/><Relationship Id="rId62" Type="http://schemas.openxmlformats.org/officeDocument/2006/relationships/customXml" Target="../ink/ink714.xml"/><Relationship Id="rId83" Type="http://schemas.openxmlformats.org/officeDocument/2006/relationships/image" Target="../media/image7711.png"/><Relationship Id="rId179" Type="http://schemas.openxmlformats.org/officeDocument/2006/relationships/image" Target="../media/image1252.png"/><Relationship Id="rId190" Type="http://schemas.openxmlformats.org/officeDocument/2006/relationships/customXml" Target="../ink/ink778.xml"/><Relationship Id="rId204" Type="http://schemas.openxmlformats.org/officeDocument/2006/relationships/customXml" Target="../ink/ink785.xml"/><Relationship Id="rId225" Type="http://schemas.openxmlformats.org/officeDocument/2006/relationships/image" Target="../media/image1482.png"/><Relationship Id="rId246" Type="http://schemas.openxmlformats.org/officeDocument/2006/relationships/customXml" Target="../ink/ink806.xml"/><Relationship Id="rId267" Type="http://schemas.openxmlformats.org/officeDocument/2006/relationships/image" Target="../media/image1692.png"/><Relationship Id="rId288" Type="http://schemas.openxmlformats.org/officeDocument/2006/relationships/customXml" Target="../ink/ink827.xml"/><Relationship Id="rId106" Type="http://schemas.openxmlformats.org/officeDocument/2006/relationships/customXml" Target="../ink/ink736.xml"/><Relationship Id="rId127" Type="http://schemas.openxmlformats.org/officeDocument/2006/relationships/image" Target="../media/image992.png"/><Relationship Id="rId10" Type="http://schemas.openxmlformats.org/officeDocument/2006/relationships/customXml" Target="../ink/ink688.xml"/><Relationship Id="rId31" Type="http://schemas.openxmlformats.org/officeDocument/2006/relationships/image" Target="../media/image5114.png"/><Relationship Id="rId52" Type="http://schemas.openxmlformats.org/officeDocument/2006/relationships/customXml" Target="../ink/ink709.xml"/><Relationship Id="rId73" Type="http://schemas.openxmlformats.org/officeDocument/2006/relationships/image" Target="../media/image7211.png"/><Relationship Id="rId94" Type="http://schemas.openxmlformats.org/officeDocument/2006/relationships/customXml" Target="../ink/ink730.xml"/><Relationship Id="rId148" Type="http://schemas.openxmlformats.org/officeDocument/2006/relationships/customXml" Target="../ink/ink757.xml"/><Relationship Id="rId169" Type="http://schemas.openxmlformats.org/officeDocument/2006/relationships/image" Target="../media/image1202.png"/><Relationship Id="rId4" Type="http://schemas.openxmlformats.org/officeDocument/2006/relationships/customXml" Target="../ink/ink685.xml"/><Relationship Id="rId180" Type="http://schemas.openxmlformats.org/officeDocument/2006/relationships/customXml" Target="../ink/ink773.xml"/><Relationship Id="rId215" Type="http://schemas.openxmlformats.org/officeDocument/2006/relationships/image" Target="../media/image1432.png"/><Relationship Id="rId236" Type="http://schemas.openxmlformats.org/officeDocument/2006/relationships/customXml" Target="../ink/ink801.xml"/><Relationship Id="rId257" Type="http://schemas.openxmlformats.org/officeDocument/2006/relationships/image" Target="../media/image1642.png"/><Relationship Id="rId278" Type="http://schemas.openxmlformats.org/officeDocument/2006/relationships/customXml" Target="../ink/ink822.xml"/><Relationship Id="rId303" Type="http://schemas.openxmlformats.org/officeDocument/2006/relationships/image" Target="../media/image1872.png"/><Relationship Id="rId42" Type="http://schemas.openxmlformats.org/officeDocument/2006/relationships/customXml" Target="../ink/ink704.xml"/><Relationship Id="rId84" Type="http://schemas.openxmlformats.org/officeDocument/2006/relationships/customXml" Target="../ink/ink725.xml"/><Relationship Id="rId138" Type="http://schemas.openxmlformats.org/officeDocument/2006/relationships/customXml" Target="../ink/ink752.xml"/><Relationship Id="rId191" Type="http://schemas.openxmlformats.org/officeDocument/2006/relationships/image" Target="../media/image1314.png"/><Relationship Id="rId205" Type="http://schemas.openxmlformats.org/officeDocument/2006/relationships/image" Target="../media/image1382.png"/><Relationship Id="rId247" Type="http://schemas.openxmlformats.org/officeDocument/2006/relationships/image" Target="../media/image1592.png"/><Relationship Id="rId107" Type="http://schemas.openxmlformats.org/officeDocument/2006/relationships/image" Target="../media/image8911.png"/><Relationship Id="rId289" Type="http://schemas.openxmlformats.org/officeDocument/2006/relationships/image" Target="../media/image1802.png"/><Relationship Id="rId11" Type="http://schemas.openxmlformats.org/officeDocument/2006/relationships/image" Target="../media/image4113.png"/><Relationship Id="rId53" Type="http://schemas.openxmlformats.org/officeDocument/2006/relationships/image" Target="../media/image6211.png"/><Relationship Id="rId149" Type="http://schemas.openxmlformats.org/officeDocument/2006/relationships/image" Target="../media/image1103.png"/><Relationship Id="rId95" Type="http://schemas.openxmlformats.org/officeDocument/2006/relationships/image" Target="../media/image8311.png"/><Relationship Id="rId160" Type="http://schemas.openxmlformats.org/officeDocument/2006/relationships/customXml" Target="../ink/ink763.xml"/><Relationship Id="rId216" Type="http://schemas.openxmlformats.org/officeDocument/2006/relationships/customXml" Target="../ink/ink791.xml"/><Relationship Id="rId258" Type="http://schemas.openxmlformats.org/officeDocument/2006/relationships/customXml" Target="../ink/ink812.xml"/><Relationship Id="rId22" Type="http://schemas.openxmlformats.org/officeDocument/2006/relationships/customXml" Target="../ink/ink694.xml"/><Relationship Id="rId64" Type="http://schemas.openxmlformats.org/officeDocument/2006/relationships/customXml" Target="../ink/ink715.xml"/><Relationship Id="rId118" Type="http://schemas.openxmlformats.org/officeDocument/2006/relationships/customXml" Target="../ink/ink742.xml"/><Relationship Id="rId171" Type="http://schemas.openxmlformats.org/officeDocument/2006/relationships/image" Target="../media/image1214.png"/><Relationship Id="rId227" Type="http://schemas.openxmlformats.org/officeDocument/2006/relationships/image" Target="../media/image1492.png"/><Relationship Id="rId269" Type="http://schemas.openxmlformats.org/officeDocument/2006/relationships/image" Target="../media/image1702.png"/><Relationship Id="rId33" Type="http://schemas.openxmlformats.org/officeDocument/2006/relationships/image" Target="../media/image5214.png"/><Relationship Id="rId129" Type="http://schemas.openxmlformats.org/officeDocument/2006/relationships/image" Target="../media/image1002.png"/><Relationship Id="rId280" Type="http://schemas.openxmlformats.org/officeDocument/2006/relationships/customXml" Target="../ink/ink823.xml"/><Relationship Id="rId75" Type="http://schemas.openxmlformats.org/officeDocument/2006/relationships/image" Target="../media/image7311.png"/><Relationship Id="rId140" Type="http://schemas.openxmlformats.org/officeDocument/2006/relationships/customXml" Target="../ink/ink753.xml"/><Relationship Id="rId182" Type="http://schemas.openxmlformats.org/officeDocument/2006/relationships/customXml" Target="../ink/ink774.xml"/><Relationship Id="rId6" Type="http://schemas.openxmlformats.org/officeDocument/2006/relationships/customXml" Target="../ink/ink686.xml"/><Relationship Id="rId238" Type="http://schemas.openxmlformats.org/officeDocument/2006/relationships/customXml" Target="../ink/ink80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53.png"/><Relationship Id="rId18" Type="http://schemas.openxmlformats.org/officeDocument/2006/relationships/customXml" Target="../ink/ink845.xml"/><Relationship Id="rId26" Type="http://schemas.openxmlformats.org/officeDocument/2006/relationships/customXml" Target="../ink/ink849.xml"/><Relationship Id="rId21" Type="http://schemas.openxmlformats.org/officeDocument/2006/relationships/image" Target="../media/image1993.png"/><Relationship Id="rId34" Type="http://schemas.openxmlformats.org/officeDocument/2006/relationships/customXml" Target="../ink/ink853.xml"/><Relationship Id="rId7" Type="http://schemas.openxmlformats.org/officeDocument/2006/relationships/image" Target="../media/image1923.png"/><Relationship Id="rId12" Type="http://schemas.openxmlformats.org/officeDocument/2006/relationships/customXml" Target="../ink/ink842.xml"/><Relationship Id="rId17" Type="http://schemas.openxmlformats.org/officeDocument/2006/relationships/image" Target="../media/image1973.png"/><Relationship Id="rId25" Type="http://schemas.openxmlformats.org/officeDocument/2006/relationships/image" Target="../media/image2015.png"/><Relationship Id="rId33" Type="http://schemas.openxmlformats.org/officeDocument/2006/relationships/image" Target="../media/image2053.png"/><Relationship Id="rId2" Type="http://schemas.openxmlformats.org/officeDocument/2006/relationships/customXml" Target="../ink/ink837.xml"/><Relationship Id="rId16" Type="http://schemas.openxmlformats.org/officeDocument/2006/relationships/customXml" Target="../ink/ink844.xml"/><Relationship Id="rId20" Type="http://schemas.openxmlformats.org/officeDocument/2006/relationships/customXml" Target="../ink/ink846.xml"/><Relationship Id="rId29" Type="http://schemas.openxmlformats.org/officeDocument/2006/relationships/image" Target="../media/image203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39.xml"/><Relationship Id="rId11" Type="http://schemas.openxmlformats.org/officeDocument/2006/relationships/image" Target="../media/image1943.png"/><Relationship Id="rId24" Type="http://schemas.openxmlformats.org/officeDocument/2006/relationships/customXml" Target="../ink/ink848.xml"/><Relationship Id="rId32" Type="http://schemas.openxmlformats.org/officeDocument/2006/relationships/customXml" Target="../ink/ink852.xml"/><Relationship Id="rId37" Type="http://schemas.openxmlformats.org/officeDocument/2006/relationships/image" Target="../media/image2073.png"/><Relationship Id="rId5" Type="http://schemas.openxmlformats.org/officeDocument/2006/relationships/image" Target="../media/image1915.png"/><Relationship Id="rId15" Type="http://schemas.openxmlformats.org/officeDocument/2006/relationships/image" Target="../media/image1963.png"/><Relationship Id="rId23" Type="http://schemas.openxmlformats.org/officeDocument/2006/relationships/image" Target="../media/image2003.png"/><Relationship Id="rId28" Type="http://schemas.openxmlformats.org/officeDocument/2006/relationships/customXml" Target="../ink/ink850.xml"/><Relationship Id="rId36" Type="http://schemas.openxmlformats.org/officeDocument/2006/relationships/customXml" Target="../ink/ink854.xml"/><Relationship Id="rId10" Type="http://schemas.openxmlformats.org/officeDocument/2006/relationships/customXml" Target="../ink/ink841.xml"/><Relationship Id="rId19" Type="http://schemas.openxmlformats.org/officeDocument/2006/relationships/image" Target="../media/image1983.png"/><Relationship Id="rId31" Type="http://schemas.openxmlformats.org/officeDocument/2006/relationships/image" Target="../media/image2043.png"/><Relationship Id="rId4" Type="http://schemas.openxmlformats.org/officeDocument/2006/relationships/customXml" Target="../ink/ink838.xml"/><Relationship Id="rId9" Type="http://schemas.openxmlformats.org/officeDocument/2006/relationships/image" Target="../media/image1933.png"/><Relationship Id="rId14" Type="http://schemas.openxmlformats.org/officeDocument/2006/relationships/customXml" Target="../ink/ink843.xml"/><Relationship Id="rId22" Type="http://schemas.openxmlformats.org/officeDocument/2006/relationships/customXml" Target="../ink/ink847.xml"/><Relationship Id="rId27" Type="http://schemas.openxmlformats.org/officeDocument/2006/relationships/image" Target="../media/image2023.png"/><Relationship Id="rId30" Type="http://schemas.openxmlformats.org/officeDocument/2006/relationships/customXml" Target="../ink/ink851.xml"/><Relationship Id="rId35" Type="http://schemas.openxmlformats.org/officeDocument/2006/relationships/image" Target="../media/image2063.png"/><Relationship Id="rId8" Type="http://schemas.openxmlformats.org/officeDocument/2006/relationships/customXml" Target="../ink/ink840.xml"/><Relationship Id="rId3" Type="http://schemas.openxmlformats.org/officeDocument/2006/relationships/image" Target="../media/image1903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67.xml"/><Relationship Id="rId21" Type="http://schemas.openxmlformats.org/officeDocument/2006/relationships/image" Target="../media/image1992.png"/><Relationship Id="rId42" Type="http://schemas.openxmlformats.org/officeDocument/2006/relationships/customXml" Target="../ink/ink875.xml"/><Relationship Id="rId47" Type="http://schemas.openxmlformats.org/officeDocument/2006/relationships/image" Target="../media/image2122.png"/><Relationship Id="rId63" Type="http://schemas.openxmlformats.org/officeDocument/2006/relationships/image" Target="../media/image2202.png"/><Relationship Id="rId68" Type="http://schemas.openxmlformats.org/officeDocument/2006/relationships/customXml" Target="../ink/ink888.xml"/><Relationship Id="rId84" Type="http://schemas.openxmlformats.org/officeDocument/2006/relationships/customXml" Target="../ink/ink896.xml"/><Relationship Id="rId89" Type="http://schemas.openxmlformats.org/officeDocument/2006/relationships/image" Target="../media/image2332.png"/><Relationship Id="rId112" Type="http://schemas.openxmlformats.org/officeDocument/2006/relationships/customXml" Target="../ink/ink910.xml"/><Relationship Id="rId16" Type="http://schemas.openxmlformats.org/officeDocument/2006/relationships/customXml" Target="../ink/ink862.xml"/><Relationship Id="rId107" Type="http://schemas.openxmlformats.org/officeDocument/2006/relationships/image" Target="../media/image2422.png"/><Relationship Id="rId11" Type="http://schemas.openxmlformats.org/officeDocument/2006/relationships/image" Target="../media/image1942.png"/><Relationship Id="rId32" Type="http://schemas.openxmlformats.org/officeDocument/2006/relationships/customXml" Target="../ink/ink870.xml"/><Relationship Id="rId37" Type="http://schemas.openxmlformats.org/officeDocument/2006/relationships/image" Target="../media/image2072.png"/><Relationship Id="rId53" Type="http://schemas.openxmlformats.org/officeDocument/2006/relationships/image" Target="../media/image2152.png"/><Relationship Id="rId58" Type="http://schemas.openxmlformats.org/officeDocument/2006/relationships/customXml" Target="../ink/ink883.xml"/><Relationship Id="rId74" Type="http://schemas.openxmlformats.org/officeDocument/2006/relationships/customXml" Target="../ink/ink891.xml"/><Relationship Id="rId79" Type="http://schemas.openxmlformats.org/officeDocument/2006/relationships/image" Target="../media/image2282.png"/><Relationship Id="rId102" Type="http://schemas.openxmlformats.org/officeDocument/2006/relationships/customXml" Target="../ink/ink905.xml"/><Relationship Id="rId5" Type="http://schemas.openxmlformats.org/officeDocument/2006/relationships/image" Target="../media/image1912.png"/><Relationship Id="rId90" Type="http://schemas.openxmlformats.org/officeDocument/2006/relationships/customXml" Target="../ink/ink899.xml"/><Relationship Id="rId95" Type="http://schemas.openxmlformats.org/officeDocument/2006/relationships/image" Target="../media/image2362.png"/><Relationship Id="rId22" Type="http://schemas.openxmlformats.org/officeDocument/2006/relationships/customXml" Target="../ink/ink865.xml"/><Relationship Id="rId27" Type="http://schemas.openxmlformats.org/officeDocument/2006/relationships/image" Target="../media/image2022.png"/><Relationship Id="rId43" Type="http://schemas.openxmlformats.org/officeDocument/2006/relationships/image" Target="../media/image2104.png"/><Relationship Id="rId48" Type="http://schemas.openxmlformats.org/officeDocument/2006/relationships/customXml" Target="../ink/ink878.xml"/><Relationship Id="rId64" Type="http://schemas.openxmlformats.org/officeDocument/2006/relationships/customXml" Target="../ink/ink886.xml"/><Relationship Id="rId69" Type="http://schemas.openxmlformats.org/officeDocument/2006/relationships/image" Target="../media/image2232.png"/><Relationship Id="rId113" Type="http://schemas.openxmlformats.org/officeDocument/2006/relationships/image" Target="../media/image2452.png"/><Relationship Id="rId80" Type="http://schemas.openxmlformats.org/officeDocument/2006/relationships/customXml" Target="../ink/ink894.xml"/><Relationship Id="rId85" Type="http://schemas.openxmlformats.org/officeDocument/2006/relationships/image" Target="../media/image2314.png"/><Relationship Id="rId12" Type="http://schemas.openxmlformats.org/officeDocument/2006/relationships/customXml" Target="../ink/ink860.xml"/><Relationship Id="rId17" Type="http://schemas.openxmlformats.org/officeDocument/2006/relationships/image" Target="../media/image1972.png"/><Relationship Id="rId33" Type="http://schemas.openxmlformats.org/officeDocument/2006/relationships/image" Target="../media/image2052.png"/><Relationship Id="rId38" Type="http://schemas.openxmlformats.org/officeDocument/2006/relationships/customXml" Target="../ink/ink873.xml"/><Relationship Id="rId59" Type="http://schemas.openxmlformats.org/officeDocument/2006/relationships/image" Target="../media/image2182.png"/><Relationship Id="rId103" Type="http://schemas.openxmlformats.org/officeDocument/2006/relationships/image" Target="../media/image2402.png"/><Relationship Id="rId108" Type="http://schemas.openxmlformats.org/officeDocument/2006/relationships/customXml" Target="../ink/ink908.xml"/><Relationship Id="rId54" Type="http://schemas.openxmlformats.org/officeDocument/2006/relationships/customXml" Target="../ink/ink881.xml"/><Relationship Id="rId70" Type="http://schemas.openxmlformats.org/officeDocument/2006/relationships/customXml" Target="../ink/ink889.xml"/><Relationship Id="rId75" Type="http://schemas.openxmlformats.org/officeDocument/2006/relationships/image" Target="../media/image2262.png"/><Relationship Id="rId91" Type="http://schemas.openxmlformats.org/officeDocument/2006/relationships/image" Target="../media/image2342.png"/><Relationship Id="rId96" Type="http://schemas.openxmlformats.org/officeDocument/2006/relationships/customXml" Target="../ink/ink90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57.xml"/><Relationship Id="rId15" Type="http://schemas.openxmlformats.org/officeDocument/2006/relationships/image" Target="../media/image1962.png"/><Relationship Id="rId23" Type="http://schemas.openxmlformats.org/officeDocument/2006/relationships/image" Target="../media/image2002.png"/><Relationship Id="rId28" Type="http://schemas.openxmlformats.org/officeDocument/2006/relationships/customXml" Target="../ink/ink868.xml"/><Relationship Id="rId36" Type="http://schemas.openxmlformats.org/officeDocument/2006/relationships/customXml" Target="../ink/ink872.xml"/><Relationship Id="rId49" Type="http://schemas.openxmlformats.org/officeDocument/2006/relationships/image" Target="../media/image2132.png"/><Relationship Id="rId57" Type="http://schemas.openxmlformats.org/officeDocument/2006/relationships/image" Target="../media/image2172.png"/><Relationship Id="rId106" Type="http://schemas.openxmlformats.org/officeDocument/2006/relationships/customXml" Target="../ink/ink907.xml"/><Relationship Id="rId10" Type="http://schemas.openxmlformats.org/officeDocument/2006/relationships/customXml" Target="../ink/ink859.xml"/><Relationship Id="rId31" Type="http://schemas.openxmlformats.org/officeDocument/2006/relationships/image" Target="../media/image2042.png"/><Relationship Id="rId44" Type="http://schemas.openxmlformats.org/officeDocument/2006/relationships/customXml" Target="../ink/ink876.xml"/><Relationship Id="rId52" Type="http://schemas.openxmlformats.org/officeDocument/2006/relationships/customXml" Target="../ink/ink880.xml"/><Relationship Id="rId60" Type="http://schemas.openxmlformats.org/officeDocument/2006/relationships/customXml" Target="../ink/ink884.xml"/><Relationship Id="rId65" Type="http://schemas.openxmlformats.org/officeDocument/2006/relationships/image" Target="../media/image2214.png"/><Relationship Id="rId73" Type="http://schemas.openxmlformats.org/officeDocument/2006/relationships/image" Target="../media/image2252.png"/><Relationship Id="rId78" Type="http://schemas.openxmlformats.org/officeDocument/2006/relationships/customXml" Target="../ink/ink893.xml"/><Relationship Id="rId81" Type="http://schemas.openxmlformats.org/officeDocument/2006/relationships/image" Target="../media/image2292.png"/><Relationship Id="rId86" Type="http://schemas.openxmlformats.org/officeDocument/2006/relationships/customXml" Target="../ink/ink897.xml"/><Relationship Id="rId94" Type="http://schemas.openxmlformats.org/officeDocument/2006/relationships/customXml" Target="../ink/ink901.xml"/><Relationship Id="rId99" Type="http://schemas.openxmlformats.org/officeDocument/2006/relationships/image" Target="../media/image2382.png"/><Relationship Id="rId101" Type="http://schemas.openxmlformats.org/officeDocument/2006/relationships/image" Target="../media/image2392.png"/><Relationship Id="rId4" Type="http://schemas.openxmlformats.org/officeDocument/2006/relationships/customXml" Target="../ink/ink856.xml"/><Relationship Id="rId9" Type="http://schemas.openxmlformats.org/officeDocument/2006/relationships/image" Target="../media/image1932.png"/><Relationship Id="rId13" Type="http://schemas.openxmlformats.org/officeDocument/2006/relationships/image" Target="../media/image1952.png"/><Relationship Id="rId18" Type="http://schemas.openxmlformats.org/officeDocument/2006/relationships/customXml" Target="../ink/ink863.xml"/><Relationship Id="rId39" Type="http://schemas.openxmlformats.org/officeDocument/2006/relationships/image" Target="../media/image2082.png"/><Relationship Id="rId109" Type="http://schemas.openxmlformats.org/officeDocument/2006/relationships/image" Target="../media/image2432.png"/><Relationship Id="rId34" Type="http://schemas.openxmlformats.org/officeDocument/2006/relationships/customXml" Target="../ink/ink871.xml"/><Relationship Id="rId50" Type="http://schemas.openxmlformats.org/officeDocument/2006/relationships/customXml" Target="../ink/ink879.xml"/><Relationship Id="rId55" Type="http://schemas.openxmlformats.org/officeDocument/2006/relationships/image" Target="../media/image2162.png"/><Relationship Id="rId76" Type="http://schemas.openxmlformats.org/officeDocument/2006/relationships/customXml" Target="../ink/ink892.xml"/><Relationship Id="rId97" Type="http://schemas.openxmlformats.org/officeDocument/2006/relationships/image" Target="../media/image2372.png"/><Relationship Id="rId104" Type="http://schemas.openxmlformats.org/officeDocument/2006/relationships/customXml" Target="../ink/ink906.xml"/><Relationship Id="rId7" Type="http://schemas.openxmlformats.org/officeDocument/2006/relationships/image" Target="../media/image1922.png"/><Relationship Id="rId71" Type="http://schemas.openxmlformats.org/officeDocument/2006/relationships/image" Target="../media/image2242.png"/><Relationship Id="rId92" Type="http://schemas.openxmlformats.org/officeDocument/2006/relationships/customXml" Target="../ink/ink900.xml"/><Relationship Id="rId2" Type="http://schemas.openxmlformats.org/officeDocument/2006/relationships/customXml" Target="../ink/ink855.xml"/><Relationship Id="rId29" Type="http://schemas.openxmlformats.org/officeDocument/2006/relationships/image" Target="../media/image2032.png"/><Relationship Id="rId24" Type="http://schemas.openxmlformats.org/officeDocument/2006/relationships/customXml" Target="../ink/ink866.xml"/><Relationship Id="rId40" Type="http://schemas.openxmlformats.org/officeDocument/2006/relationships/customXml" Target="../ink/ink874.xml"/><Relationship Id="rId45" Type="http://schemas.openxmlformats.org/officeDocument/2006/relationships/image" Target="../media/image2114.png"/><Relationship Id="rId66" Type="http://schemas.openxmlformats.org/officeDocument/2006/relationships/customXml" Target="../ink/ink887.xml"/><Relationship Id="rId87" Type="http://schemas.openxmlformats.org/officeDocument/2006/relationships/image" Target="../media/image2322.png"/><Relationship Id="rId110" Type="http://schemas.openxmlformats.org/officeDocument/2006/relationships/customXml" Target="../ink/ink909.xml"/><Relationship Id="rId61" Type="http://schemas.openxmlformats.org/officeDocument/2006/relationships/image" Target="../media/image2192.png"/><Relationship Id="rId82" Type="http://schemas.openxmlformats.org/officeDocument/2006/relationships/customXml" Target="../ink/ink895.xml"/><Relationship Id="rId19" Type="http://schemas.openxmlformats.org/officeDocument/2006/relationships/image" Target="../media/image1982.png"/><Relationship Id="rId14" Type="http://schemas.openxmlformats.org/officeDocument/2006/relationships/customXml" Target="../ink/ink861.xml"/><Relationship Id="rId30" Type="http://schemas.openxmlformats.org/officeDocument/2006/relationships/customXml" Target="../ink/ink869.xml"/><Relationship Id="rId35" Type="http://schemas.openxmlformats.org/officeDocument/2006/relationships/image" Target="../media/image2062.png"/><Relationship Id="rId56" Type="http://schemas.openxmlformats.org/officeDocument/2006/relationships/customXml" Target="../ink/ink882.xml"/><Relationship Id="rId77" Type="http://schemas.openxmlformats.org/officeDocument/2006/relationships/image" Target="../media/image2272.png"/><Relationship Id="rId100" Type="http://schemas.openxmlformats.org/officeDocument/2006/relationships/customXml" Target="../ink/ink904.xml"/><Relationship Id="rId105" Type="http://schemas.openxmlformats.org/officeDocument/2006/relationships/image" Target="../media/image2414.png"/><Relationship Id="rId8" Type="http://schemas.openxmlformats.org/officeDocument/2006/relationships/customXml" Target="../ink/ink858.xml"/><Relationship Id="rId51" Type="http://schemas.openxmlformats.org/officeDocument/2006/relationships/image" Target="../media/image2142.png"/><Relationship Id="rId72" Type="http://schemas.openxmlformats.org/officeDocument/2006/relationships/customXml" Target="../ink/ink890.xml"/><Relationship Id="rId93" Type="http://schemas.openxmlformats.org/officeDocument/2006/relationships/image" Target="../media/image2352.png"/><Relationship Id="rId98" Type="http://schemas.openxmlformats.org/officeDocument/2006/relationships/customXml" Target="../ink/ink903.xml"/><Relationship Id="rId3" Type="http://schemas.openxmlformats.org/officeDocument/2006/relationships/image" Target="../media/image1902.png"/><Relationship Id="rId25" Type="http://schemas.openxmlformats.org/officeDocument/2006/relationships/image" Target="../media/image2012.png"/><Relationship Id="rId46" Type="http://schemas.openxmlformats.org/officeDocument/2006/relationships/customXml" Target="../ink/ink877.xml"/><Relationship Id="rId67" Type="http://schemas.openxmlformats.org/officeDocument/2006/relationships/image" Target="../media/image2222.png"/><Relationship Id="rId20" Type="http://schemas.openxmlformats.org/officeDocument/2006/relationships/customXml" Target="../ink/ink864.xml"/><Relationship Id="rId41" Type="http://schemas.openxmlformats.org/officeDocument/2006/relationships/image" Target="../media/image2092.png"/><Relationship Id="rId62" Type="http://schemas.openxmlformats.org/officeDocument/2006/relationships/customXml" Target="../ink/ink885.xml"/><Relationship Id="rId83" Type="http://schemas.openxmlformats.org/officeDocument/2006/relationships/image" Target="../media/image2302.png"/><Relationship Id="rId88" Type="http://schemas.openxmlformats.org/officeDocument/2006/relationships/customXml" Target="../ink/ink898.xml"/><Relationship Id="rId111" Type="http://schemas.openxmlformats.org/officeDocument/2006/relationships/image" Target="../media/image244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12.png"/><Relationship Id="rId13" Type="http://schemas.openxmlformats.org/officeDocument/2006/relationships/customXml" Target="../ink/ink916.xml"/><Relationship Id="rId18" Type="http://schemas.openxmlformats.org/officeDocument/2006/relationships/image" Target="../media/image4712.png"/><Relationship Id="rId26" Type="http://schemas.openxmlformats.org/officeDocument/2006/relationships/image" Target="../media/image5113.png"/><Relationship Id="rId3" Type="http://schemas.openxmlformats.org/officeDocument/2006/relationships/customXml" Target="../ink/ink911.xml"/><Relationship Id="rId21" Type="http://schemas.openxmlformats.org/officeDocument/2006/relationships/customXml" Target="../ink/ink920.xml"/><Relationship Id="rId7" Type="http://schemas.openxmlformats.org/officeDocument/2006/relationships/customXml" Target="../ink/ink913.xml"/><Relationship Id="rId12" Type="http://schemas.openxmlformats.org/officeDocument/2006/relationships/image" Target="../media/image4412.png"/><Relationship Id="rId17" Type="http://schemas.openxmlformats.org/officeDocument/2006/relationships/customXml" Target="../ink/ink918.xml"/><Relationship Id="rId25" Type="http://schemas.openxmlformats.org/officeDocument/2006/relationships/customXml" Target="../ink/ink922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612.png"/><Relationship Id="rId20" Type="http://schemas.openxmlformats.org/officeDocument/2006/relationships/image" Target="../media/image4813.png"/><Relationship Id="rId29" Type="http://schemas.openxmlformats.org/officeDocument/2006/relationships/customXml" Target="../ink/ink9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12.png"/><Relationship Id="rId11" Type="http://schemas.openxmlformats.org/officeDocument/2006/relationships/customXml" Target="../ink/ink915.xml"/><Relationship Id="rId24" Type="http://schemas.openxmlformats.org/officeDocument/2006/relationships/image" Target="../media/image5013.png"/><Relationship Id="rId32" Type="http://schemas.openxmlformats.org/officeDocument/2006/relationships/image" Target="../media/image5413.png"/><Relationship Id="rId5" Type="http://schemas.openxmlformats.org/officeDocument/2006/relationships/customXml" Target="../ink/ink912.xml"/><Relationship Id="rId15" Type="http://schemas.openxmlformats.org/officeDocument/2006/relationships/customXml" Target="../ink/ink917.xml"/><Relationship Id="rId23" Type="http://schemas.openxmlformats.org/officeDocument/2006/relationships/customXml" Target="../ink/ink921.xml"/><Relationship Id="rId28" Type="http://schemas.openxmlformats.org/officeDocument/2006/relationships/image" Target="../media/image5213.png"/><Relationship Id="rId10" Type="http://schemas.openxmlformats.org/officeDocument/2006/relationships/image" Target="../media/image4312.png"/><Relationship Id="rId19" Type="http://schemas.openxmlformats.org/officeDocument/2006/relationships/customXml" Target="../ink/ink919.xml"/><Relationship Id="rId31" Type="http://schemas.openxmlformats.org/officeDocument/2006/relationships/customXml" Target="../ink/ink925.xml"/><Relationship Id="rId4" Type="http://schemas.openxmlformats.org/officeDocument/2006/relationships/image" Target="../media/image4012.png"/><Relationship Id="rId9" Type="http://schemas.openxmlformats.org/officeDocument/2006/relationships/customXml" Target="../ink/ink914.xml"/><Relationship Id="rId14" Type="http://schemas.openxmlformats.org/officeDocument/2006/relationships/image" Target="../media/image4512.png"/><Relationship Id="rId22" Type="http://schemas.openxmlformats.org/officeDocument/2006/relationships/image" Target="../media/image4913.png"/><Relationship Id="rId27" Type="http://schemas.openxmlformats.org/officeDocument/2006/relationships/customXml" Target="../ink/ink923.xml"/><Relationship Id="rId30" Type="http://schemas.openxmlformats.org/officeDocument/2006/relationships/image" Target="../media/image5313.png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83.xml"/><Relationship Id="rId299" Type="http://schemas.openxmlformats.org/officeDocument/2006/relationships/customXml" Target="../ink/ink1074.xml"/><Relationship Id="rId21" Type="http://schemas.openxmlformats.org/officeDocument/2006/relationships/customXml" Target="../ink/ink935.xml"/><Relationship Id="rId63" Type="http://schemas.openxmlformats.org/officeDocument/2006/relationships/customXml" Target="../ink/ink956.xml"/><Relationship Id="rId159" Type="http://schemas.openxmlformats.org/officeDocument/2006/relationships/customXml" Target="../ink/ink1004.xml"/><Relationship Id="rId324" Type="http://schemas.openxmlformats.org/officeDocument/2006/relationships/image" Target="../media/image2121.png"/><Relationship Id="rId366" Type="http://schemas.openxmlformats.org/officeDocument/2006/relationships/image" Target="../media/image2331.png"/><Relationship Id="rId170" Type="http://schemas.openxmlformats.org/officeDocument/2006/relationships/image" Target="../media/image1351.png"/><Relationship Id="rId226" Type="http://schemas.openxmlformats.org/officeDocument/2006/relationships/image" Target="../media/image1631.png"/><Relationship Id="rId268" Type="http://schemas.openxmlformats.org/officeDocument/2006/relationships/image" Target="../media/image1841.png"/><Relationship Id="rId32" Type="http://schemas.openxmlformats.org/officeDocument/2006/relationships/image" Target="../media/image6610.png"/><Relationship Id="rId74" Type="http://schemas.openxmlformats.org/officeDocument/2006/relationships/image" Target="../media/image8710.png"/><Relationship Id="rId128" Type="http://schemas.openxmlformats.org/officeDocument/2006/relationships/image" Target="../media/image1141.png"/><Relationship Id="rId335" Type="http://schemas.openxmlformats.org/officeDocument/2006/relationships/customXml" Target="../ink/ink1092.xml"/><Relationship Id="rId5" Type="http://schemas.openxmlformats.org/officeDocument/2006/relationships/customXml" Target="../ink/ink927.xml"/><Relationship Id="rId181" Type="http://schemas.openxmlformats.org/officeDocument/2006/relationships/customXml" Target="../ink/ink1015.xml"/><Relationship Id="rId237" Type="http://schemas.openxmlformats.org/officeDocument/2006/relationships/customXml" Target="../ink/ink1043.xml"/><Relationship Id="rId279" Type="http://schemas.openxmlformats.org/officeDocument/2006/relationships/customXml" Target="../ink/ink1064.xml"/><Relationship Id="rId43" Type="http://schemas.openxmlformats.org/officeDocument/2006/relationships/customXml" Target="../ink/ink946.xml"/><Relationship Id="rId139" Type="http://schemas.openxmlformats.org/officeDocument/2006/relationships/customXml" Target="../ink/ink994.xml"/><Relationship Id="rId290" Type="http://schemas.openxmlformats.org/officeDocument/2006/relationships/image" Target="../media/image1951.png"/><Relationship Id="rId304" Type="http://schemas.openxmlformats.org/officeDocument/2006/relationships/image" Target="../media/image2021.png"/><Relationship Id="rId346" Type="http://schemas.openxmlformats.org/officeDocument/2006/relationships/image" Target="../media/image2231.png"/><Relationship Id="rId85" Type="http://schemas.openxmlformats.org/officeDocument/2006/relationships/customXml" Target="../ink/ink967.xml"/><Relationship Id="rId150" Type="http://schemas.openxmlformats.org/officeDocument/2006/relationships/image" Target="../media/image1251.png"/><Relationship Id="rId192" Type="http://schemas.openxmlformats.org/officeDocument/2006/relationships/image" Target="../media/image1461.png"/><Relationship Id="rId206" Type="http://schemas.openxmlformats.org/officeDocument/2006/relationships/image" Target="../media/image1531.png"/><Relationship Id="rId248" Type="http://schemas.openxmlformats.org/officeDocument/2006/relationships/image" Target="../media/image1741.png"/><Relationship Id="rId12" Type="http://schemas.openxmlformats.org/officeDocument/2006/relationships/image" Target="../media/image5713.png"/><Relationship Id="rId108" Type="http://schemas.openxmlformats.org/officeDocument/2006/relationships/image" Target="../media/image1041.png"/><Relationship Id="rId315" Type="http://schemas.openxmlformats.org/officeDocument/2006/relationships/customXml" Target="../ink/ink1082.xml"/><Relationship Id="rId357" Type="http://schemas.openxmlformats.org/officeDocument/2006/relationships/customXml" Target="../ink/ink1103.xml"/><Relationship Id="rId54" Type="http://schemas.openxmlformats.org/officeDocument/2006/relationships/image" Target="../media/image7710.png"/><Relationship Id="rId96" Type="http://schemas.openxmlformats.org/officeDocument/2006/relationships/image" Target="../media/image981.png"/><Relationship Id="rId161" Type="http://schemas.openxmlformats.org/officeDocument/2006/relationships/customXml" Target="../ink/ink1005.xml"/><Relationship Id="rId217" Type="http://schemas.openxmlformats.org/officeDocument/2006/relationships/customXml" Target="../ink/ink1033.xml"/><Relationship Id="rId259" Type="http://schemas.openxmlformats.org/officeDocument/2006/relationships/customXml" Target="../ink/ink1054.xml"/><Relationship Id="rId23" Type="http://schemas.openxmlformats.org/officeDocument/2006/relationships/customXml" Target="../ink/ink936.xml"/><Relationship Id="rId119" Type="http://schemas.openxmlformats.org/officeDocument/2006/relationships/customXml" Target="../ink/ink984.xml"/><Relationship Id="rId270" Type="http://schemas.openxmlformats.org/officeDocument/2006/relationships/image" Target="../media/image1851.png"/><Relationship Id="rId326" Type="http://schemas.openxmlformats.org/officeDocument/2006/relationships/image" Target="../media/image2131.png"/><Relationship Id="rId65" Type="http://schemas.openxmlformats.org/officeDocument/2006/relationships/customXml" Target="../ink/ink957.xml"/><Relationship Id="rId130" Type="http://schemas.openxmlformats.org/officeDocument/2006/relationships/image" Target="../media/image1151.png"/><Relationship Id="rId368" Type="http://schemas.openxmlformats.org/officeDocument/2006/relationships/image" Target="../media/image2341.png"/><Relationship Id="rId172" Type="http://schemas.openxmlformats.org/officeDocument/2006/relationships/image" Target="../media/image1361.png"/><Relationship Id="rId228" Type="http://schemas.openxmlformats.org/officeDocument/2006/relationships/image" Target="../media/image1641.png"/><Relationship Id="rId281" Type="http://schemas.openxmlformats.org/officeDocument/2006/relationships/customXml" Target="../ink/ink1065.xml"/><Relationship Id="rId337" Type="http://schemas.openxmlformats.org/officeDocument/2006/relationships/customXml" Target="../ink/ink1093.xml"/><Relationship Id="rId34" Type="http://schemas.openxmlformats.org/officeDocument/2006/relationships/image" Target="../media/image6710.png"/><Relationship Id="rId76" Type="http://schemas.openxmlformats.org/officeDocument/2006/relationships/image" Target="../media/image8810.png"/><Relationship Id="rId141" Type="http://schemas.openxmlformats.org/officeDocument/2006/relationships/customXml" Target="../ink/ink995.xml"/><Relationship Id="rId7" Type="http://schemas.openxmlformats.org/officeDocument/2006/relationships/customXml" Target="../ink/ink928.xml"/><Relationship Id="rId183" Type="http://schemas.openxmlformats.org/officeDocument/2006/relationships/customXml" Target="../ink/ink1016.xml"/><Relationship Id="rId239" Type="http://schemas.openxmlformats.org/officeDocument/2006/relationships/customXml" Target="../ink/ink1044.xml"/><Relationship Id="rId250" Type="http://schemas.openxmlformats.org/officeDocument/2006/relationships/image" Target="../media/image1751.png"/><Relationship Id="rId292" Type="http://schemas.openxmlformats.org/officeDocument/2006/relationships/image" Target="../media/image1961.png"/><Relationship Id="rId306" Type="http://schemas.openxmlformats.org/officeDocument/2006/relationships/image" Target="../media/image2031.png"/><Relationship Id="rId45" Type="http://schemas.openxmlformats.org/officeDocument/2006/relationships/customXml" Target="../ink/ink947.xml"/><Relationship Id="rId87" Type="http://schemas.openxmlformats.org/officeDocument/2006/relationships/customXml" Target="../ink/ink968.xml"/><Relationship Id="rId110" Type="http://schemas.openxmlformats.org/officeDocument/2006/relationships/image" Target="../media/image1051.png"/><Relationship Id="rId348" Type="http://schemas.openxmlformats.org/officeDocument/2006/relationships/image" Target="../media/image2241.png"/><Relationship Id="rId152" Type="http://schemas.openxmlformats.org/officeDocument/2006/relationships/image" Target="../media/image1261.png"/><Relationship Id="rId194" Type="http://schemas.openxmlformats.org/officeDocument/2006/relationships/image" Target="../media/image1471.png"/><Relationship Id="rId208" Type="http://schemas.openxmlformats.org/officeDocument/2006/relationships/image" Target="../media/image1541.png"/><Relationship Id="rId261" Type="http://schemas.openxmlformats.org/officeDocument/2006/relationships/customXml" Target="../ink/ink1055.xml"/><Relationship Id="rId14" Type="http://schemas.openxmlformats.org/officeDocument/2006/relationships/image" Target="../media/image5813.png"/><Relationship Id="rId56" Type="http://schemas.openxmlformats.org/officeDocument/2006/relationships/image" Target="../media/image7810.png"/><Relationship Id="rId317" Type="http://schemas.openxmlformats.org/officeDocument/2006/relationships/customXml" Target="../ink/ink1083.xml"/><Relationship Id="rId359" Type="http://schemas.openxmlformats.org/officeDocument/2006/relationships/customXml" Target="../ink/ink1104.xml"/><Relationship Id="rId98" Type="http://schemas.openxmlformats.org/officeDocument/2006/relationships/image" Target="../media/image991.png"/><Relationship Id="rId121" Type="http://schemas.openxmlformats.org/officeDocument/2006/relationships/customXml" Target="../ink/ink985.xml"/><Relationship Id="rId163" Type="http://schemas.openxmlformats.org/officeDocument/2006/relationships/customXml" Target="../ink/ink1006.xml"/><Relationship Id="rId219" Type="http://schemas.openxmlformats.org/officeDocument/2006/relationships/customXml" Target="../ink/ink1034.xml"/><Relationship Id="rId370" Type="http://schemas.openxmlformats.org/officeDocument/2006/relationships/image" Target="../media/image2351.png"/><Relationship Id="rId230" Type="http://schemas.openxmlformats.org/officeDocument/2006/relationships/image" Target="../media/image1651.png"/><Relationship Id="rId25" Type="http://schemas.openxmlformats.org/officeDocument/2006/relationships/customXml" Target="../ink/ink937.xml"/><Relationship Id="rId67" Type="http://schemas.openxmlformats.org/officeDocument/2006/relationships/customXml" Target="../ink/ink958.xml"/><Relationship Id="rId272" Type="http://schemas.openxmlformats.org/officeDocument/2006/relationships/image" Target="../media/image1861.png"/><Relationship Id="rId328" Type="http://schemas.openxmlformats.org/officeDocument/2006/relationships/image" Target="../media/image2141.png"/><Relationship Id="rId132" Type="http://schemas.openxmlformats.org/officeDocument/2006/relationships/image" Target="../media/image1161.png"/><Relationship Id="rId174" Type="http://schemas.openxmlformats.org/officeDocument/2006/relationships/image" Target="../media/image1371.png"/><Relationship Id="rId241" Type="http://schemas.openxmlformats.org/officeDocument/2006/relationships/customXml" Target="../ink/ink1045.xml"/><Relationship Id="rId15" Type="http://schemas.openxmlformats.org/officeDocument/2006/relationships/customXml" Target="../ink/ink932.xml"/><Relationship Id="rId36" Type="http://schemas.openxmlformats.org/officeDocument/2006/relationships/image" Target="../media/image6810.png"/><Relationship Id="rId57" Type="http://schemas.openxmlformats.org/officeDocument/2006/relationships/customXml" Target="../ink/ink953.xml"/><Relationship Id="rId262" Type="http://schemas.openxmlformats.org/officeDocument/2006/relationships/image" Target="../media/image1811.png"/><Relationship Id="rId283" Type="http://schemas.openxmlformats.org/officeDocument/2006/relationships/customXml" Target="../ink/ink1066.xml"/><Relationship Id="rId318" Type="http://schemas.openxmlformats.org/officeDocument/2006/relationships/image" Target="../media/image2091.png"/><Relationship Id="rId339" Type="http://schemas.openxmlformats.org/officeDocument/2006/relationships/customXml" Target="../ink/ink1094.xml"/><Relationship Id="rId78" Type="http://schemas.openxmlformats.org/officeDocument/2006/relationships/image" Target="../media/image8910.png"/><Relationship Id="rId99" Type="http://schemas.openxmlformats.org/officeDocument/2006/relationships/customXml" Target="../ink/ink974.xml"/><Relationship Id="rId101" Type="http://schemas.openxmlformats.org/officeDocument/2006/relationships/customXml" Target="../ink/ink975.xml"/><Relationship Id="rId122" Type="http://schemas.openxmlformats.org/officeDocument/2006/relationships/image" Target="../media/image1111.png"/><Relationship Id="rId143" Type="http://schemas.openxmlformats.org/officeDocument/2006/relationships/customXml" Target="../ink/ink996.xml"/><Relationship Id="rId164" Type="http://schemas.openxmlformats.org/officeDocument/2006/relationships/image" Target="../media/image1321.png"/><Relationship Id="rId185" Type="http://schemas.openxmlformats.org/officeDocument/2006/relationships/customXml" Target="../ink/ink1017.xml"/><Relationship Id="rId350" Type="http://schemas.openxmlformats.org/officeDocument/2006/relationships/image" Target="../media/image2251.png"/><Relationship Id="rId9" Type="http://schemas.openxmlformats.org/officeDocument/2006/relationships/customXml" Target="../ink/ink929.xml"/><Relationship Id="rId210" Type="http://schemas.openxmlformats.org/officeDocument/2006/relationships/image" Target="../media/image1551.png"/><Relationship Id="rId26" Type="http://schemas.openxmlformats.org/officeDocument/2006/relationships/image" Target="../media/image6310.png"/><Relationship Id="rId231" Type="http://schemas.openxmlformats.org/officeDocument/2006/relationships/customXml" Target="../ink/ink1040.xml"/><Relationship Id="rId252" Type="http://schemas.openxmlformats.org/officeDocument/2006/relationships/image" Target="../media/image1761.png"/><Relationship Id="rId273" Type="http://schemas.openxmlformats.org/officeDocument/2006/relationships/customXml" Target="../ink/ink1061.xml"/><Relationship Id="rId294" Type="http://schemas.openxmlformats.org/officeDocument/2006/relationships/image" Target="../media/image1971.png"/><Relationship Id="rId308" Type="http://schemas.openxmlformats.org/officeDocument/2006/relationships/image" Target="../media/image2041.png"/><Relationship Id="rId329" Type="http://schemas.openxmlformats.org/officeDocument/2006/relationships/customXml" Target="../ink/ink1089.xml"/><Relationship Id="rId47" Type="http://schemas.openxmlformats.org/officeDocument/2006/relationships/customXml" Target="../ink/ink948.xml"/><Relationship Id="rId68" Type="http://schemas.openxmlformats.org/officeDocument/2006/relationships/image" Target="../media/image8410.png"/><Relationship Id="rId89" Type="http://schemas.openxmlformats.org/officeDocument/2006/relationships/customXml" Target="../ink/ink969.xml"/><Relationship Id="rId112" Type="http://schemas.openxmlformats.org/officeDocument/2006/relationships/image" Target="../media/image1061.png"/><Relationship Id="rId133" Type="http://schemas.openxmlformats.org/officeDocument/2006/relationships/customXml" Target="../ink/ink991.xml"/><Relationship Id="rId154" Type="http://schemas.openxmlformats.org/officeDocument/2006/relationships/image" Target="../media/image1271.png"/><Relationship Id="rId175" Type="http://schemas.openxmlformats.org/officeDocument/2006/relationships/customXml" Target="../ink/ink1012.xml"/><Relationship Id="rId340" Type="http://schemas.openxmlformats.org/officeDocument/2006/relationships/image" Target="../media/image2201.png"/><Relationship Id="rId361" Type="http://schemas.openxmlformats.org/officeDocument/2006/relationships/customXml" Target="../ink/ink1105.xml"/><Relationship Id="rId196" Type="http://schemas.openxmlformats.org/officeDocument/2006/relationships/image" Target="../media/image1481.png"/><Relationship Id="rId200" Type="http://schemas.openxmlformats.org/officeDocument/2006/relationships/image" Target="../media/image1501.png"/><Relationship Id="rId16" Type="http://schemas.openxmlformats.org/officeDocument/2006/relationships/image" Target="../media/image5913.png"/><Relationship Id="rId221" Type="http://schemas.openxmlformats.org/officeDocument/2006/relationships/customXml" Target="../ink/ink1035.xml"/><Relationship Id="rId242" Type="http://schemas.openxmlformats.org/officeDocument/2006/relationships/image" Target="../media/image1711.png"/><Relationship Id="rId263" Type="http://schemas.openxmlformats.org/officeDocument/2006/relationships/customXml" Target="../ink/ink1056.xml"/><Relationship Id="rId284" Type="http://schemas.openxmlformats.org/officeDocument/2006/relationships/image" Target="../media/image1921.png"/><Relationship Id="rId319" Type="http://schemas.openxmlformats.org/officeDocument/2006/relationships/customXml" Target="../ink/ink1084.xml"/><Relationship Id="rId37" Type="http://schemas.openxmlformats.org/officeDocument/2006/relationships/customXml" Target="../ink/ink943.xml"/><Relationship Id="rId58" Type="http://schemas.openxmlformats.org/officeDocument/2006/relationships/image" Target="../media/image7910.png"/><Relationship Id="rId79" Type="http://schemas.openxmlformats.org/officeDocument/2006/relationships/customXml" Target="../ink/ink964.xml"/><Relationship Id="rId102" Type="http://schemas.openxmlformats.org/officeDocument/2006/relationships/image" Target="../media/image1011.png"/><Relationship Id="rId123" Type="http://schemas.openxmlformats.org/officeDocument/2006/relationships/customXml" Target="../ink/ink986.xml"/><Relationship Id="rId144" Type="http://schemas.openxmlformats.org/officeDocument/2006/relationships/image" Target="../media/image1221.png"/><Relationship Id="rId330" Type="http://schemas.openxmlformats.org/officeDocument/2006/relationships/image" Target="../media/image2151.png"/><Relationship Id="rId90" Type="http://schemas.openxmlformats.org/officeDocument/2006/relationships/image" Target="../media/image951.png"/><Relationship Id="rId165" Type="http://schemas.openxmlformats.org/officeDocument/2006/relationships/customXml" Target="../ink/ink1007.xml"/><Relationship Id="rId186" Type="http://schemas.openxmlformats.org/officeDocument/2006/relationships/image" Target="../media/image1431.png"/><Relationship Id="rId351" Type="http://schemas.openxmlformats.org/officeDocument/2006/relationships/customXml" Target="../ink/ink1100.xml"/><Relationship Id="rId211" Type="http://schemas.openxmlformats.org/officeDocument/2006/relationships/customXml" Target="../ink/ink1030.xml"/><Relationship Id="rId232" Type="http://schemas.openxmlformats.org/officeDocument/2006/relationships/image" Target="../media/image1661.png"/><Relationship Id="rId253" Type="http://schemas.openxmlformats.org/officeDocument/2006/relationships/customXml" Target="../ink/ink1051.xml"/><Relationship Id="rId274" Type="http://schemas.openxmlformats.org/officeDocument/2006/relationships/image" Target="../media/image1871.png"/><Relationship Id="rId295" Type="http://schemas.openxmlformats.org/officeDocument/2006/relationships/customXml" Target="../ink/ink1072.xml"/><Relationship Id="rId309" Type="http://schemas.openxmlformats.org/officeDocument/2006/relationships/customXml" Target="../ink/ink1079.xml"/><Relationship Id="rId27" Type="http://schemas.openxmlformats.org/officeDocument/2006/relationships/customXml" Target="../ink/ink938.xml"/><Relationship Id="rId48" Type="http://schemas.openxmlformats.org/officeDocument/2006/relationships/image" Target="../media/image7410.png"/><Relationship Id="rId69" Type="http://schemas.openxmlformats.org/officeDocument/2006/relationships/customXml" Target="../ink/ink959.xml"/><Relationship Id="rId113" Type="http://schemas.openxmlformats.org/officeDocument/2006/relationships/customXml" Target="../ink/ink981.xml"/><Relationship Id="rId134" Type="http://schemas.openxmlformats.org/officeDocument/2006/relationships/image" Target="../media/image1171.png"/><Relationship Id="rId320" Type="http://schemas.openxmlformats.org/officeDocument/2006/relationships/image" Target="../media/image2101.png"/><Relationship Id="rId80" Type="http://schemas.openxmlformats.org/officeDocument/2006/relationships/image" Target="../media/image908.png"/><Relationship Id="rId155" Type="http://schemas.openxmlformats.org/officeDocument/2006/relationships/customXml" Target="../ink/ink1002.xml"/><Relationship Id="rId176" Type="http://schemas.openxmlformats.org/officeDocument/2006/relationships/image" Target="../media/image1381.png"/><Relationship Id="rId197" Type="http://schemas.openxmlformats.org/officeDocument/2006/relationships/customXml" Target="../ink/ink1023.xml"/><Relationship Id="rId341" Type="http://schemas.openxmlformats.org/officeDocument/2006/relationships/customXml" Target="../ink/ink1095.xml"/><Relationship Id="rId362" Type="http://schemas.openxmlformats.org/officeDocument/2006/relationships/image" Target="../media/image2311.png"/><Relationship Id="rId201" Type="http://schemas.openxmlformats.org/officeDocument/2006/relationships/customXml" Target="../ink/ink1025.xml"/><Relationship Id="rId222" Type="http://schemas.openxmlformats.org/officeDocument/2006/relationships/image" Target="../media/image1611.png"/><Relationship Id="rId243" Type="http://schemas.openxmlformats.org/officeDocument/2006/relationships/customXml" Target="../ink/ink1046.xml"/><Relationship Id="rId264" Type="http://schemas.openxmlformats.org/officeDocument/2006/relationships/image" Target="../media/image1821.png"/><Relationship Id="rId285" Type="http://schemas.openxmlformats.org/officeDocument/2006/relationships/customXml" Target="../ink/ink1067.xml"/><Relationship Id="rId17" Type="http://schemas.openxmlformats.org/officeDocument/2006/relationships/customXml" Target="../ink/ink933.xml"/><Relationship Id="rId38" Type="http://schemas.openxmlformats.org/officeDocument/2006/relationships/image" Target="../media/image6910.png"/><Relationship Id="rId59" Type="http://schemas.openxmlformats.org/officeDocument/2006/relationships/customXml" Target="../ink/ink954.xml"/><Relationship Id="rId103" Type="http://schemas.openxmlformats.org/officeDocument/2006/relationships/customXml" Target="../ink/ink976.xml"/><Relationship Id="rId124" Type="http://schemas.openxmlformats.org/officeDocument/2006/relationships/image" Target="../media/image1121.png"/><Relationship Id="rId310" Type="http://schemas.openxmlformats.org/officeDocument/2006/relationships/image" Target="../media/image2051.png"/><Relationship Id="rId70" Type="http://schemas.openxmlformats.org/officeDocument/2006/relationships/image" Target="../media/image8510.png"/><Relationship Id="rId91" Type="http://schemas.openxmlformats.org/officeDocument/2006/relationships/customXml" Target="../ink/ink970.xml"/><Relationship Id="rId145" Type="http://schemas.openxmlformats.org/officeDocument/2006/relationships/customXml" Target="../ink/ink997.xml"/><Relationship Id="rId166" Type="http://schemas.openxmlformats.org/officeDocument/2006/relationships/image" Target="../media/image1331.png"/><Relationship Id="rId187" Type="http://schemas.openxmlformats.org/officeDocument/2006/relationships/customXml" Target="../ink/ink1018.xml"/><Relationship Id="rId331" Type="http://schemas.openxmlformats.org/officeDocument/2006/relationships/customXml" Target="../ink/ink1090.xml"/><Relationship Id="rId352" Type="http://schemas.openxmlformats.org/officeDocument/2006/relationships/image" Target="../media/image2261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561.png"/><Relationship Id="rId233" Type="http://schemas.openxmlformats.org/officeDocument/2006/relationships/customXml" Target="../ink/ink1041.xml"/><Relationship Id="rId254" Type="http://schemas.openxmlformats.org/officeDocument/2006/relationships/image" Target="../media/image1771.png"/><Relationship Id="rId28" Type="http://schemas.openxmlformats.org/officeDocument/2006/relationships/image" Target="../media/image6410.png"/><Relationship Id="rId49" Type="http://schemas.openxmlformats.org/officeDocument/2006/relationships/customXml" Target="../ink/ink949.xml"/><Relationship Id="rId114" Type="http://schemas.openxmlformats.org/officeDocument/2006/relationships/image" Target="../media/image1071.png"/><Relationship Id="rId275" Type="http://schemas.openxmlformats.org/officeDocument/2006/relationships/customXml" Target="../ink/ink1062.xml"/><Relationship Id="rId296" Type="http://schemas.openxmlformats.org/officeDocument/2006/relationships/image" Target="../media/image1981.png"/><Relationship Id="rId300" Type="http://schemas.openxmlformats.org/officeDocument/2006/relationships/image" Target="../media/image2001.png"/><Relationship Id="rId60" Type="http://schemas.openxmlformats.org/officeDocument/2006/relationships/image" Target="../media/image8010.png"/><Relationship Id="rId81" Type="http://schemas.openxmlformats.org/officeDocument/2006/relationships/customXml" Target="../ink/ink965.xml"/><Relationship Id="rId135" Type="http://schemas.openxmlformats.org/officeDocument/2006/relationships/customXml" Target="../ink/ink992.xml"/><Relationship Id="rId156" Type="http://schemas.openxmlformats.org/officeDocument/2006/relationships/image" Target="../media/image1281.png"/><Relationship Id="rId177" Type="http://schemas.openxmlformats.org/officeDocument/2006/relationships/customXml" Target="../ink/ink1013.xml"/><Relationship Id="rId198" Type="http://schemas.openxmlformats.org/officeDocument/2006/relationships/image" Target="../media/image1491.png"/><Relationship Id="rId321" Type="http://schemas.openxmlformats.org/officeDocument/2006/relationships/customXml" Target="../ink/ink1085.xml"/><Relationship Id="rId342" Type="http://schemas.openxmlformats.org/officeDocument/2006/relationships/image" Target="../media/image2211.png"/><Relationship Id="rId363" Type="http://schemas.openxmlformats.org/officeDocument/2006/relationships/customXml" Target="../ink/ink1106.xml"/><Relationship Id="rId202" Type="http://schemas.openxmlformats.org/officeDocument/2006/relationships/image" Target="../media/image1511.png"/><Relationship Id="rId223" Type="http://schemas.openxmlformats.org/officeDocument/2006/relationships/customXml" Target="../ink/ink1036.xml"/><Relationship Id="rId244" Type="http://schemas.openxmlformats.org/officeDocument/2006/relationships/image" Target="../media/image1721.png"/><Relationship Id="rId18" Type="http://schemas.openxmlformats.org/officeDocument/2006/relationships/image" Target="../media/image4712.png"/><Relationship Id="rId39" Type="http://schemas.openxmlformats.org/officeDocument/2006/relationships/customXml" Target="../ink/ink944.xml"/><Relationship Id="rId265" Type="http://schemas.openxmlformats.org/officeDocument/2006/relationships/customXml" Target="../ink/ink1057.xml"/><Relationship Id="rId286" Type="http://schemas.openxmlformats.org/officeDocument/2006/relationships/image" Target="../media/image1931.png"/><Relationship Id="rId50" Type="http://schemas.openxmlformats.org/officeDocument/2006/relationships/image" Target="../media/image7510.png"/><Relationship Id="rId104" Type="http://schemas.openxmlformats.org/officeDocument/2006/relationships/image" Target="../media/image1021.png"/><Relationship Id="rId125" Type="http://schemas.openxmlformats.org/officeDocument/2006/relationships/customXml" Target="../ink/ink987.xml"/><Relationship Id="rId146" Type="http://schemas.openxmlformats.org/officeDocument/2006/relationships/image" Target="../media/image1231.png"/><Relationship Id="rId167" Type="http://schemas.openxmlformats.org/officeDocument/2006/relationships/customXml" Target="../ink/ink1008.xml"/><Relationship Id="rId188" Type="http://schemas.openxmlformats.org/officeDocument/2006/relationships/image" Target="../media/image1441.png"/><Relationship Id="rId311" Type="http://schemas.openxmlformats.org/officeDocument/2006/relationships/customXml" Target="../ink/ink1080.xml"/><Relationship Id="rId332" Type="http://schemas.openxmlformats.org/officeDocument/2006/relationships/image" Target="../media/image2161.png"/><Relationship Id="rId353" Type="http://schemas.openxmlformats.org/officeDocument/2006/relationships/customXml" Target="../ink/ink1101.xml"/><Relationship Id="rId71" Type="http://schemas.openxmlformats.org/officeDocument/2006/relationships/customXml" Target="../ink/ink960.xml"/><Relationship Id="rId92" Type="http://schemas.openxmlformats.org/officeDocument/2006/relationships/image" Target="../media/image961.png"/><Relationship Id="rId213" Type="http://schemas.openxmlformats.org/officeDocument/2006/relationships/customXml" Target="../ink/ink1031.xml"/><Relationship Id="rId234" Type="http://schemas.openxmlformats.org/officeDocument/2006/relationships/image" Target="../media/image1671.png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939.xml"/><Relationship Id="rId255" Type="http://schemas.openxmlformats.org/officeDocument/2006/relationships/customXml" Target="../ink/ink1052.xml"/><Relationship Id="rId276" Type="http://schemas.openxmlformats.org/officeDocument/2006/relationships/image" Target="../media/image1881.png"/><Relationship Id="rId297" Type="http://schemas.openxmlformats.org/officeDocument/2006/relationships/customXml" Target="../ink/ink1073.xml"/><Relationship Id="rId40" Type="http://schemas.openxmlformats.org/officeDocument/2006/relationships/image" Target="../media/image7010.png"/><Relationship Id="rId115" Type="http://schemas.openxmlformats.org/officeDocument/2006/relationships/customXml" Target="../ink/ink982.xml"/><Relationship Id="rId136" Type="http://schemas.openxmlformats.org/officeDocument/2006/relationships/image" Target="../media/image1181.png"/><Relationship Id="rId157" Type="http://schemas.openxmlformats.org/officeDocument/2006/relationships/customXml" Target="../ink/ink1003.xml"/><Relationship Id="rId178" Type="http://schemas.openxmlformats.org/officeDocument/2006/relationships/image" Target="../media/image1391.png"/><Relationship Id="rId301" Type="http://schemas.openxmlformats.org/officeDocument/2006/relationships/customXml" Target="../ink/ink1075.xml"/><Relationship Id="rId322" Type="http://schemas.openxmlformats.org/officeDocument/2006/relationships/image" Target="../media/image2111.png"/><Relationship Id="rId343" Type="http://schemas.openxmlformats.org/officeDocument/2006/relationships/customXml" Target="../ink/ink1096.xml"/><Relationship Id="rId364" Type="http://schemas.openxmlformats.org/officeDocument/2006/relationships/image" Target="../media/image2321.png"/><Relationship Id="rId61" Type="http://schemas.openxmlformats.org/officeDocument/2006/relationships/customXml" Target="../ink/ink955.xml"/><Relationship Id="rId82" Type="http://schemas.openxmlformats.org/officeDocument/2006/relationships/image" Target="../media/image911.png"/><Relationship Id="rId199" Type="http://schemas.openxmlformats.org/officeDocument/2006/relationships/customXml" Target="../ink/ink1024.xml"/><Relationship Id="rId203" Type="http://schemas.openxmlformats.org/officeDocument/2006/relationships/customXml" Target="../ink/ink1026.xml"/><Relationship Id="rId19" Type="http://schemas.openxmlformats.org/officeDocument/2006/relationships/customXml" Target="../ink/ink934.xml"/><Relationship Id="rId224" Type="http://schemas.openxmlformats.org/officeDocument/2006/relationships/image" Target="../media/image1621.png"/><Relationship Id="rId245" Type="http://schemas.openxmlformats.org/officeDocument/2006/relationships/customXml" Target="../ink/ink1047.xml"/><Relationship Id="rId266" Type="http://schemas.openxmlformats.org/officeDocument/2006/relationships/image" Target="../media/image1831.png"/><Relationship Id="rId287" Type="http://schemas.openxmlformats.org/officeDocument/2006/relationships/customXml" Target="../ink/ink1068.xml"/><Relationship Id="rId30" Type="http://schemas.openxmlformats.org/officeDocument/2006/relationships/image" Target="../media/image6510.png"/><Relationship Id="rId105" Type="http://schemas.openxmlformats.org/officeDocument/2006/relationships/customXml" Target="../ink/ink977.xml"/><Relationship Id="rId126" Type="http://schemas.openxmlformats.org/officeDocument/2006/relationships/image" Target="../media/image1131.png"/><Relationship Id="rId147" Type="http://schemas.openxmlformats.org/officeDocument/2006/relationships/customXml" Target="../ink/ink998.xml"/><Relationship Id="rId168" Type="http://schemas.openxmlformats.org/officeDocument/2006/relationships/image" Target="../media/image1341.png"/><Relationship Id="rId312" Type="http://schemas.openxmlformats.org/officeDocument/2006/relationships/image" Target="../media/image2061.png"/><Relationship Id="rId333" Type="http://schemas.openxmlformats.org/officeDocument/2006/relationships/customXml" Target="../ink/ink1091.xml"/><Relationship Id="rId354" Type="http://schemas.openxmlformats.org/officeDocument/2006/relationships/image" Target="../media/image2271.png"/><Relationship Id="rId51" Type="http://schemas.openxmlformats.org/officeDocument/2006/relationships/customXml" Target="../ink/ink950.xml"/><Relationship Id="rId72" Type="http://schemas.openxmlformats.org/officeDocument/2006/relationships/image" Target="../media/image8610.png"/><Relationship Id="rId93" Type="http://schemas.openxmlformats.org/officeDocument/2006/relationships/customXml" Target="../ink/ink971.xml"/><Relationship Id="rId189" Type="http://schemas.openxmlformats.org/officeDocument/2006/relationships/customXml" Target="../ink/ink1019.xml"/><Relationship Id="rId3" Type="http://schemas.openxmlformats.org/officeDocument/2006/relationships/customXml" Target="../ink/ink926.xml"/><Relationship Id="rId214" Type="http://schemas.openxmlformats.org/officeDocument/2006/relationships/image" Target="../media/image1571.png"/><Relationship Id="rId235" Type="http://schemas.openxmlformats.org/officeDocument/2006/relationships/customXml" Target="../ink/ink1042.xml"/><Relationship Id="rId256" Type="http://schemas.openxmlformats.org/officeDocument/2006/relationships/image" Target="../media/image1781.png"/><Relationship Id="rId277" Type="http://schemas.openxmlformats.org/officeDocument/2006/relationships/customXml" Target="../ink/ink1063.xml"/><Relationship Id="rId298" Type="http://schemas.openxmlformats.org/officeDocument/2006/relationships/image" Target="../media/image1991.png"/><Relationship Id="rId116" Type="http://schemas.openxmlformats.org/officeDocument/2006/relationships/image" Target="../media/image1081.png"/><Relationship Id="rId137" Type="http://schemas.openxmlformats.org/officeDocument/2006/relationships/customXml" Target="../ink/ink993.xml"/><Relationship Id="rId158" Type="http://schemas.openxmlformats.org/officeDocument/2006/relationships/image" Target="../media/image1291.png"/><Relationship Id="rId302" Type="http://schemas.openxmlformats.org/officeDocument/2006/relationships/image" Target="../media/image2011.png"/><Relationship Id="rId323" Type="http://schemas.openxmlformats.org/officeDocument/2006/relationships/customXml" Target="../ink/ink1086.xml"/><Relationship Id="rId344" Type="http://schemas.openxmlformats.org/officeDocument/2006/relationships/image" Target="../media/image2221.png"/><Relationship Id="rId20" Type="http://schemas.openxmlformats.org/officeDocument/2006/relationships/image" Target="../media/image6011.png"/><Relationship Id="rId41" Type="http://schemas.openxmlformats.org/officeDocument/2006/relationships/customXml" Target="../ink/ink945.xml"/><Relationship Id="rId62" Type="http://schemas.openxmlformats.org/officeDocument/2006/relationships/image" Target="../media/image8110.png"/><Relationship Id="rId83" Type="http://schemas.openxmlformats.org/officeDocument/2006/relationships/customXml" Target="../ink/ink966.xml"/><Relationship Id="rId179" Type="http://schemas.openxmlformats.org/officeDocument/2006/relationships/customXml" Target="../ink/ink1014.xml"/><Relationship Id="rId365" Type="http://schemas.openxmlformats.org/officeDocument/2006/relationships/customXml" Target="../ink/ink1107.xml"/><Relationship Id="rId190" Type="http://schemas.openxmlformats.org/officeDocument/2006/relationships/image" Target="../media/image1451.png"/><Relationship Id="rId204" Type="http://schemas.openxmlformats.org/officeDocument/2006/relationships/image" Target="../media/image1521.png"/><Relationship Id="rId225" Type="http://schemas.openxmlformats.org/officeDocument/2006/relationships/customXml" Target="../ink/ink1037.xml"/><Relationship Id="rId246" Type="http://schemas.openxmlformats.org/officeDocument/2006/relationships/image" Target="../media/image1731.png"/><Relationship Id="rId267" Type="http://schemas.openxmlformats.org/officeDocument/2006/relationships/customXml" Target="../ink/ink1058.xml"/><Relationship Id="rId288" Type="http://schemas.openxmlformats.org/officeDocument/2006/relationships/image" Target="../media/image1941.png"/><Relationship Id="rId106" Type="http://schemas.openxmlformats.org/officeDocument/2006/relationships/image" Target="../media/image1031.png"/><Relationship Id="rId127" Type="http://schemas.openxmlformats.org/officeDocument/2006/relationships/customXml" Target="../ink/ink988.xml"/><Relationship Id="rId313" Type="http://schemas.openxmlformats.org/officeDocument/2006/relationships/customXml" Target="../ink/ink1081.xml"/><Relationship Id="rId10" Type="http://schemas.openxmlformats.org/officeDocument/2006/relationships/image" Target="../media/image4312.png"/><Relationship Id="rId31" Type="http://schemas.openxmlformats.org/officeDocument/2006/relationships/customXml" Target="../ink/ink940.xml"/><Relationship Id="rId52" Type="http://schemas.openxmlformats.org/officeDocument/2006/relationships/image" Target="../media/image7610.png"/><Relationship Id="rId73" Type="http://schemas.openxmlformats.org/officeDocument/2006/relationships/customXml" Target="../ink/ink961.xml"/><Relationship Id="rId94" Type="http://schemas.openxmlformats.org/officeDocument/2006/relationships/image" Target="../media/image971.png"/><Relationship Id="rId148" Type="http://schemas.openxmlformats.org/officeDocument/2006/relationships/image" Target="../media/image1241.png"/><Relationship Id="rId169" Type="http://schemas.openxmlformats.org/officeDocument/2006/relationships/customXml" Target="../ink/ink1009.xml"/><Relationship Id="rId334" Type="http://schemas.openxmlformats.org/officeDocument/2006/relationships/image" Target="../media/image2171.png"/><Relationship Id="rId355" Type="http://schemas.openxmlformats.org/officeDocument/2006/relationships/customXml" Target="../ink/ink1102.xml"/><Relationship Id="rId4" Type="http://schemas.openxmlformats.org/officeDocument/2006/relationships/image" Target="../media/image5513.png"/><Relationship Id="rId180" Type="http://schemas.openxmlformats.org/officeDocument/2006/relationships/image" Target="../media/image1401.png"/><Relationship Id="rId215" Type="http://schemas.openxmlformats.org/officeDocument/2006/relationships/customXml" Target="../ink/ink1032.xml"/><Relationship Id="rId236" Type="http://schemas.openxmlformats.org/officeDocument/2006/relationships/image" Target="../media/image1681.png"/><Relationship Id="rId257" Type="http://schemas.openxmlformats.org/officeDocument/2006/relationships/customXml" Target="../ink/ink1053.xml"/><Relationship Id="rId278" Type="http://schemas.openxmlformats.org/officeDocument/2006/relationships/image" Target="../media/image1891.png"/><Relationship Id="rId303" Type="http://schemas.openxmlformats.org/officeDocument/2006/relationships/customXml" Target="../ink/ink1076.xml"/><Relationship Id="rId42" Type="http://schemas.openxmlformats.org/officeDocument/2006/relationships/image" Target="../media/image7110.png"/><Relationship Id="rId84" Type="http://schemas.openxmlformats.org/officeDocument/2006/relationships/image" Target="../media/image921.png"/><Relationship Id="rId138" Type="http://schemas.openxmlformats.org/officeDocument/2006/relationships/image" Target="../media/image1191.png"/><Relationship Id="rId345" Type="http://schemas.openxmlformats.org/officeDocument/2006/relationships/customXml" Target="../ink/ink1097.xml"/><Relationship Id="rId191" Type="http://schemas.openxmlformats.org/officeDocument/2006/relationships/customXml" Target="../ink/ink1020.xml"/><Relationship Id="rId205" Type="http://schemas.openxmlformats.org/officeDocument/2006/relationships/customXml" Target="../ink/ink1027.xml"/><Relationship Id="rId247" Type="http://schemas.openxmlformats.org/officeDocument/2006/relationships/customXml" Target="../ink/ink1048.xml"/><Relationship Id="rId107" Type="http://schemas.openxmlformats.org/officeDocument/2006/relationships/customXml" Target="../ink/ink978.xml"/><Relationship Id="rId289" Type="http://schemas.openxmlformats.org/officeDocument/2006/relationships/customXml" Target="../ink/ink1069.xml"/><Relationship Id="rId11" Type="http://schemas.openxmlformats.org/officeDocument/2006/relationships/customXml" Target="../ink/ink930.xml"/><Relationship Id="rId53" Type="http://schemas.openxmlformats.org/officeDocument/2006/relationships/customXml" Target="../ink/ink951.xml"/><Relationship Id="rId149" Type="http://schemas.openxmlformats.org/officeDocument/2006/relationships/customXml" Target="../ink/ink999.xml"/><Relationship Id="rId314" Type="http://schemas.openxmlformats.org/officeDocument/2006/relationships/image" Target="../media/image2071.png"/><Relationship Id="rId356" Type="http://schemas.openxmlformats.org/officeDocument/2006/relationships/image" Target="../media/image2281.png"/><Relationship Id="rId95" Type="http://schemas.openxmlformats.org/officeDocument/2006/relationships/customXml" Target="../ink/ink972.xml"/><Relationship Id="rId160" Type="http://schemas.openxmlformats.org/officeDocument/2006/relationships/image" Target="../media/image1301.png"/><Relationship Id="rId216" Type="http://schemas.openxmlformats.org/officeDocument/2006/relationships/image" Target="../media/image1581.png"/><Relationship Id="rId258" Type="http://schemas.openxmlformats.org/officeDocument/2006/relationships/image" Target="../media/image1791.png"/><Relationship Id="rId22" Type="http://schemas.openxmlformats.org/officeDocument/2006/relationships/image" Target="../media/image6110.png"/><Relationship Id="rId64" Type="http://schemas.openxmlformats.org/officeDocument/2006/relationships/image" Target="../media/image8210.png"/><Relationship Id="rId118" Type="http://schemas.openxmlformats.org/officeDocument/2006/relationships/image" Target="../media/image1091.png"/><Relationship Id="rId325" Type="http://schemas.openxmlformats.org/officeDocument/2006/relationships/customXml" Target="../ink/ink1087.xml"/><Relationship Id="rId367" Type="http://schemas.openxmlformats.org/officeDocument/2006/relationships/customXml" Target="../ink/ink1108.xml"/><Relationship Id="rId171" Type="http://schemas.openxmlformats.org/officeDocument/2006/relationships/customXml" Target="../ink/ink1010.xml"/><Relationship Id="rId227" Type="http://schemas.openxmlformats.org/officeDocument/2006/relationships/customXml" Target="../ink/ink1038.xml"/><Relationship Id="rId269" Type="http://schemas.openxmlformats.org/officeDocument/2006/relationships/customXml" Target="../ink/ink1059.xml"/><Relationship Id="rId33" Type="http://schemas.openxmlformats.org/officeDocument/2006/relationships/customXml" Target="../ink/ink941.xml"/><Relationship Id="rId129" Type="http://schemas.openxmlformats.org/officeDocument/2006/relationships/customXml" Target="../ink/ink989.xml"/><Relationship Id="rId280" Type="http://schemas.openxmlformats.org/officeDocument/2006/relationships/image" Target="../media/image1901.png"/><Relationship Id="rId336" Type="http://schemas.openxmlformats.org/officeDocument/2006/relationships/image" Target="../media/image2181.png"/><Relationship Id="rId75" Type="http://schemas.openxmlformats.org/officeDocument/2006/relationships/customXml" Target="../ink/ink962.xml"/><Relationship Id="rId140" Type="http://schemas.openxmlformats.org/officeDocument/2006/relationships/image" Target="../media/image1201.png"/><Relationship Id="rId182" Type="http://schemas.openxmlformats.org/officeDocument/2006/relationships/image" Target="../media/image1411.png"/><Relationship Id="rId6" Type="http://schemas.openxmlformats.org/officeDocument/2006/relationships/image" Target="../media/image4112.png"/><Relationship Id="rId238" Type="http://schemas.openxmlformats.org/officeDocument/2006/relationships/image" Target="../media/image1691.png"/><Relationship Id="rId291" Type="http://schemas.openxmlformats.org/officeDocument/2006/relationships/customXml" Target="../ink/ink1070.xml"/><Relationship Id="rId305" Type="http://schemas.openxmlformats.org/officeDocument/2006/relationships/customXml" Target="../ink/ink1077.xml"/><Relationship Id="rId347" Type="http://schemas.openxmlformats.org/officeDocument/2006/relationships/customXml" Target="../ink/ink1098.xml"/><Relationship Id="rId44" Type="http://schemas.openxmlformats.org/officeDocument/2006/relationships/image" Target="../media/image7210.png"/><Relationship Id="rId86" Type="http://schemas.openxmlformats.org/officeDocument/2006/relationships/image" Target="../media/image931.png"/><Relationship Id="rId151" Type="http://schemas.openxmlformats.org/officeDocument/2006/relationships/customXml" Target="../ink/ink1000.xml"/><Relationship Id="rId193" Type="http://schemas.openxmlformats.org/officeDocument/2006/relationships/customXml" Target="../ink/ink1021.xml"/><Relationship Id="rId207" Type="http://schemas.openxmlformats.org/officeDocument/2006/relationships/customXml" Target="../ink/ink1028.xml"/><Relationship Id="rId249" Type="http://schemas.openxmlformats.org/officeDocument/2006/relationships/customXml" Target="../ink/ink1049.xml"/><Relationship Id="rId13" Type="http://schemas.openxmlformats.org/officeDocument/2006/relationships/customXml" Target="../ink/ink931.xml"/><Relationship Id="rId109" Type="http://schemas.openxmlformats.org/officeDocument/2006/relationships/customXml" Target="../ink/ink979.xml"/><Relationship Id="rId260" Type="http://schemas.openxmlformats.org/officeDocument/2006/relationships/image" Target="../media/image1801.png"/><Relationship Id="rId316" Type="http://schemas.openxmlformats.org/officeDocument/2006/relationships/image" Target="../media/image2081.png"/><Relationship Id="rId55" Type="http://schemas.openxmlformats.org/officeDocument/2006/relationships/customXml" Target="../ink/ink952.xml"/><Relationship Id="rId97" Type="http://schemas.openxmlformats.org/officeDocument/2006/relationships/customXml" Target="../ink/ink973.xml"/><Relationship Id="rId120" Type="http://schemas.openxmlformats.org/officeDocument/2006/relationships/image" Target="../media/image1101.png"/><Relationship Id="rId358" Type="http://schemas.openxmlformats.org/officeDocument/2006/relationships/image" Target="../media/image2291.png"/><Relationship Id="rId162" Type="http://schemas.openxmlformats.org/officeDocument/2006/relationships/image" Target="../media/image1311.png"/><Relationship Id="rId218" Type="http://schemas.openxmlformats.org/officeDocument/2006/relationships/image" Target="../media/image1591.png"/><Relationship Id="rId271" Type="http://schemas.openxmlformats.org/officeDocument/2006/relationships/customXml" Target="../ink/ink1060.xml"/><Relationship Id="rId24" Type="http://schemas.openxmlformats.org/officeDocument/2006/relationships/image" Target="../media/image6210.png"/><Relationship Id="rId66" Type="http://schemas.openxmlformats.org/officeDocument/2006/relationships/image" Target="../media/image8310.png"/><Relationship Id="rId131" Type="http://schemas.openxmlformats.org/officeDocument/2006/relationships/customXml" Target="../ink/ink990.xml"/><Relationship Id="rId327" Type="http://schemas.openxmlformats.org/officeDocument/2006/relationships/customXml" Target="../ink/ink1088.xml"/><Relationship Id="rId369" Type="http://schemas.openxmlformats.org/officeDocument/2006/relationships/customXml" Target="../ink/ink1109.xml"/><Relationship Id="rId173" Type="http://schemas.openxmlformats.org/officeDocument/2006/relationships/customXml" Target="../ink/ink1011.xml"/><Relationship Id="rId229" Type="http://schemas.openxmlformats.org/officeDocument/2006/relationships/customXml" Target="../ink/ink1039.xml"/><Relationship Id="rId240" Type="http://schemas.openxmlformats.org/officeDocument/2006/relationships/image" Target="../media/image1701.png"/><Relationship Id="rId35" Type="http://schemas.openxmlformats.org/officeDocument/2006/relationships/customXml" Target="../ink/ink942.xml"/><Relationship Id="rId77" Type="http://schemas.openxmlformats.org/officeDocument/2006/relationships/customXml" Target="../ink/ink963.xml"/><Relationship Id="rId100" Type="http://schemas.openxmlformats.org/officeDocument/2006/relationships/image" Target="../media/image1001.png"/><Relationship Id="rId282" Type="http://schemas.openxmlformats.org/officeDocument/2006/relationships/image" Target="../media/image1911.png"/><Relationship Id="rId338" Type="http://schemas.openxmlformats.org/officeDocument/2006/relationships/image" Target="../media/image2191.png"/><Relationship Id="rId8" Type="http://schemas.openxmlformats.org/officeDocument/2006/relationships/image" Target="../media/image5613.png"/><Relationship Id="rId142" Type="http://schemas.openxmlformats.org/officeDocument/2006/relationships/image" Target="../media/image1211.png"/><Relationship Id="rId184" Type="http://schemas.openxmlformats.org/officeDocument/2006/relationships/image" Target="../media/image1421.png"/><Relationship Id="rId251" Type="http://schemas.openxmlformats.org/officeDocument/2006/relationships/customXml" Target="../ink/ink1050.xml"/><Relationship Id="rId46" Type="http://schemas.openxmlformats.org/officeDocument/2006/relationships/image" Target="../media/image7310.png"/><Relationship Id="rId293" Type="http://schemas.openxmlformats.org/officeDocument/2006/relationships/customXml" Target="../ink/ink1071.xml"/><Relationship Id="rId307" Type="http://schemas.openxmlformats.org/officeDocument/2006/relationships/customXml" Target="../ink/ink1078.xml"/><Relationship Id="rId349" Type="http://schemas.openxmlformats.org/officeDocument/2006/relationships/customXml" Target="../ink/ink1099.xml"/><Relationship Id="rId88" Type="http://schemas.openxmlformats.org/officeDocument/2006/relationships/image" Target="../media/image941.png"/><Relationship Id="rId111" Type="http://schemas.openxmlformats.org/officeDocument/2006/relationships/customXml" Target="../ink/ink980.xml"/><Relationship Id="rId153" Type="http://schemas.openxmlformats.org/officeDocument/2006/relationships/customXml" Target="../ink/ink1001.xml"/><Relationship Id="rId195" Type="http://schemas.openxmlformats.org/officeDocument/2006/relationships/customXml" Target="../ink/ink1022.xml"/><Relationship Id="rId209" Type="http://schemas.openxmlformats.org/officeDocument/2006/relationships/customXml" Target="../ink/ink1029.xml"/><Relationship Id="rId360" Type="http://schemas.openxmlformats.org/officeDocument/2006/relationships/image" Target="../media/image2301.png"/><Relationship Id="rId220" Type="http://schemas.openxmlformats.org/officeDocument/2006/relationships/image" Target="../media/image1601.png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22.xml"/><Relationship Id="rId21" Type="http://schemas.openxmlformats.org/officeDocument/2006/relationships/image" Target="../media/image2451.png"/><Relationship Id="rId42" Type="http://schemas.openxmlformats.org/officeDocument/2006/relationships/customXml" Target="../ink/ink1130.xml"/><Relationship Id="rId47" Type="http://schemas.openxmlformats.org/officeDocument/2006/relationships/image" Target="../media/image258.png"/><Relationship Id="rId63" Type="http://schemas.openxmlformats.org/officeDocument/2006/relationships/image" Target="../media/image266.png"/><Relationship Id="rId68" Type="http://schemas.openxmlformats.org/officeDocument/2006/relationships/customXml" Target="../ink/ink1143.xml"/><Relationship Id="rId84" Type="http://schemas.openxmlformats.org/officeDocument/2006/relationships/customXml" Target="../ink/ink1151.xml"/><Relationship Id="rId89" Type="http://schemas.openxmlformats.org/officeDocument/2006/relationships/image" Target="../media/image279.png"/><Relationship Id="rId16" Type="http://schemas.openxmlformats.org/officeDocument/2006/relationships/customXml" Target="../ink/ink1117.xml"/><Relationship Id="rId11" Type="http://schemas.openxmlformats.org/officeDocument/2006/relationships/image" Target="../media/image2401.png"/><Relationship Id="rId32" Type="http://schemas.openxmlformats.org/officeDocument/2006/relationships/customXml" Target="../ink/ink1125.xml"/><Relationship Id="rId37" Type="http://schemas.openxmlformats.org/officeDocument/2006/relationships/image" Target="../media/image2531.png"/><Relationship Id="rId53" Type="http://schemas.openxmlformats.org/officeDocument/2006/relationships/image" Target="../media/image261.png"/><Relationship Id="rId58" Type="http://schemas.openxmlformats.org/officeDocument/2006/relationships/customXml" Target="../ink/ink1138.xml"/><Relationship Id="rId74" Type="http://schemas.openxmlformats.org/officeDocument/2006/relationships/customXml" Target="../ink/ink1146.xml"/><Relationship Id="rId79" Type="http://schemas.openxmlformats.org/officeDocument/2006/relationships/image" Target="../media/image274.png"/><Relationship Id="rId5" Type="http://schemas.openxmlformats.org/officeDocument/2006/relationships/image" Target="../media/image2371.png"/><Relationship Id="rId90" Type="http://schemas.openxmlformats.org/officeDocument/2006/relationships/customXml" Target="../ink/ink1154.xml"/><Relationship Id="rId14" Type="http://schemas.openxmlformats.org/officeDocument/2006/relationships/customXml" Target="../ink/ink1116.xml"/><Relationship Id="rId22" Type="http://schemas.openxmlformats.org/officeDocument/2006/relationships/customXml" Target="../ink/ink1120.xml"/><Relationship Id="rId27" Type="http://schemas.openxmlformats.org/officeDocument/2006/relationships/image" Target="../media/image2481.png"/><Relationship Id="rId30" Type="http://schemas.openxmlformats.org/officeDocument/2006/relationships/customXml" Target="../ink/ink1124.xml"/><Relationship Id="rId35" Type="http://schemas.openxmlformats.org/officeDocument/2006/relationships/image" Target="../media/image2521.png"/><Relationship Id="rId43" Type="http://schemas.openxmlformats.org/officeDocument/2006/relationships/image" Target="../media/image256.png"/><Relationship Id="rId48" Type="http://schemas.openxmlformats.org/officeDocument/2006/relationships/customXml" Target="../ink/ink1133.xml"/><Relationship Id="rId56" Type="http://schemas.openxmlformats.org/officeDocument/2006/relationships/customXml" Target="../ink/ink1137.xml"/><Relationship Id="rId64" Type="http://schemas.openxmlformats.org/officeDocument/2006/relationships/customXml" Target="../ink/ink1141.xml"/><Relationship Id="rId69" Type="http://schemas.openxmlformats.org/officeDocument/2006/relationships/image" Target="../media/image269.png"/><Relationship Id="rId77" Type="http://schemas.openxmlformats.org/officeDocument/2006/relationships/image" Target="../media/image273.png"/><Relationship Id="rId8" Type="http://schemas.openxmlformats.org/officeDocument/2006/relationships/customXml" Target="../ink/ink1113.xml"/><Relationship Id="rId51" Type="http://schemas.openxmlformats.org/officeDocument/2006/relationships/image" Target="../media/image260.png"/><Relationship Id="rId72" Type="http://schemas.openxmlformats.org/officeDocument/2006/relationships/customXml" Target="../ink/ink1145.xml"/><Relationship Id="rId80" Type="http://schemas.openxmlformats.org/officeDocument/2006/relationships/customXml" Target="../ink/ink1149.xml"/><Relationship Id="rId85" Type="http://schemas.openxmlformats.org/officeDocument/2006/relationships/image" Target="../media/image277.png"/><Relationship Id="rId3" Type="http://schemas.openxmlformats.org/officeDocument/2006/relationships/image" Target="../media/image2361.png"/><Relationship Id="rId12" Type="http://schemas.openxmlformats.org/officeDocument/2006/relationships/customXml" Target="../ink/ink1115.xml"/><Relationship Id="rId17" Type="http://schemas.openxmlformats.org/officeDocument/2006/relationships/image" Target="../media/image2431.png"/><Relationship Id="rId25" Type="http://schemas.openxmlformats.org/officeDocument/2006/relationships/image" Target="../media/image2471.png"/><Relationship Id="rId33" Type="http://schemas.openxmlformats.org/officeDocument/2006/relationships/image" Target="../media/image2513.png"/><Relationship Id="rId38" Type="http://schemas.openxmlformats.org/officeDocument/2006/relationships/customXml" Target="../ink/ink1128.xml"/><Relationship Id="rId46" Type="http://schemas.openxmlformats.org/officeDocument/2006/relationships/customXml" Target="../ink/ink1132.xml"/><Relationship Id="rId59" Type="http://schemas.openxmlformats.org/officeDocument/2006/relationships/image" Target="../media/image264.png"/><Relationship Id="rId67" Type="http://schemas.openxmlformats.org/officeDocument/2006/relationships/image" Target="../media/image268.png"/><Relationship Id="rId20" Type="http://schemas.openxmlformats.org/officeDocument/2006/relationships/customXml" Target="../ink/ink1119.xml"/><Relationship Id="rId41" Type="http://schemas.openxmlformats.org/officeDocument/2006/relationships/image" Target="../media/image255.png"/><Relationship Id="rId54" Type="http://schemas.openxmlformats.org/officeDocument/2006/relationships/customXml" Target="../ink/ink1136.xml"/><Relationship Id="rId62" Type="http://schemas.openxmlformats.org/officeDocument/2006/relationships/customXml" Target="../ink/ink1140.xml"/><Relationship Id="rId70" Type="http://schemas.openxmlformats.org/officeDocument/2006/relationships/customXml" Target="../ink/ink1144.xml"/><Relationship Id="rId75" Type="http://schemas.openxmlformats.org/officeDocument/2006/relationships/image" Target="../media/image272.png"/><Relationship Id="rId83" Type="http://schemas.openxmlformats.org/officeDocument/2006/relationships/image" Target="../media/image276.png"/><Relationship Id="rId88" Type="http://schemas.openxmlformats.org/officeDocument/2006/relationships/customXml" Target="../ink/ink1153.xml"/><Relationship Id="rId91" Type="http://schemas.openxmlformats.org/officeDocument/2006/relationships/image" Target="../media/image28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12.xml"/><Relationship Id="rId15" Type="http://schemas.openxmlformats.org/officeDocument/2006/relationships/image" Target="../media/image2421.png"/><Relationship Id="rId23" Type="http://schemas.openxmlformats.org/officeDocument/2006/relationships/image" Target="../media/image2461.png"/><Relationship Id="rId28" Type="http://schemas.openxmlformats.org/officeDocument/2006/relationships/customXml" Target="../ink/ink1123.xml"/><Relationship Id="rId36" Type="http://schemas.openxmlformats.org/officeDocument/2006/relationships/customXml" Target="../ink/ink1127.xml"/><Relationship Id="rId49" Type="http://schemas.openxmlformats.org/officeDocument/2006/relationships/image" Target="../media/image259.png"/><Relationship Id="rId57" Type="http://schemas.openxmlformats.org/officeDocument/2006/relationships/image" Target="../media/image263.png"/><Relationship Id="rId10" Type="http://schemas.openxmlformats.org/officeDocument/2006/relationships/customXml" Target="../ink/ink1114.xml"/><Relationship Id="rId31" Type="http://schemas.openxmlformats.org/officeDocument/2006/relationships/image" Target="../media/image2501.png"/><Relationship Id="rId44" Type="http://schemas.openxmlformats.org/officeDocument/2006/relationships/customXml" Target="../ink/ink1131.xml"/><Relationship Id="rId52" Type="http://schemas.openxmlformats.org/officeDocument/2006/relationships/customXml" Target="../ink/ink1135.xml"/><Relationship Id="rId60" Type="http://schemas.openxmlformats.org/officeDocument/2006/relationships/customXml" Target="../ink/ink1139.xml"/><Relationship Id="rId65" Type="http://schemas.openxmlformats.org/officeDocument/2006/relationships/image" Target="../media/image267.png"/><Relationship Id="rId73" Type="http://schemas.openxmlformats.org/officeDocument/2006/relationships/image" Target="../media/image271.png"/><Relationship Id="rId78" Type="http://schemas.openxmlformats.org/officeDocument/2006/relationships/customXml" Target="../ink/ink1148.xml"/><Relationship Id="rId81" Type="http://schemas.openxmlformats.org/officeDocument/2006/relationships/image" Target="../media/image275.png"/><Relationship Id="rId86" Type="http://schemas.openxmlformats.org/officeDocument/2006/relationships/customXml" Target="../ink/ink1152.xml"/><Relationship Id="rId4" Type="http://schemas.openxmlformats.org/officeDocument/2006/relationships/customXml" Target="../ink/ink1111.xml"/><Relationship Id="rId9" Type="http://schemas.openxmlformats.org/officeDocument/2006/relationships/image" Target="../media/image2391.png"/><Relationship Id="rId13" Type="http://schemas.openxmlformats.org/officeDocument/2006/relationships/image" Target="../media/image2411.png"/><Relationship Id="rId18" Type="http://schemas.openxmlformats.org/officeDocument/2006/relationships/customXml" Target="../ink/ink1118.xml"/><Relationship Id="rId39" Type="http://schemas.openxmlformats.org/officeDocument/2006/relationships/image" Target="../media/image254.png"/><Relationship Id="rId34" Type="http://schemas.openxmlformats.org/officeDocument/2006/relationships/customXml" Target="../ink/ink1126.xml"/><Relationship Id="rId50" Type="http://schemas.openxmlformats.org/officeDocument/2006/relationships/customXml" Target="../ink/ink1134.xml"/><Relationship Id="rId55" Type="http://schemas.openxmlformats.org/officeDocument/2006/relationships/image" Target="../media/image262.png"/><Relationship Id="rId76" Type="http://schemas.openxmlformats.org/officeDocument/2006/relationships/customXml" Target="../ink/ink1147.xml"/><Relationship Id="rId7" Type="http://schemas.openxmlformats.org/officeDocument/2006/relationships/image" Target="../media/image2381.png"/><Relationship Id="rId71" Type="http://schemas.openxmlformats.org/officeDocument/2006/relationships/image" Target="../media/image270.png"/><Relationship Id="rId2" Type="http://schemas.openxmlformats.org/officeDocument/2006/relationships/customXml" Target="../ink/ink1110.xml"/><Relationship Id="rId29" Type="http://schemas.openxmlformats.org/officeDocument/2006/relationships/image" Target="../media/image2491.png"/><Relationship Id="rId24" Type="http://schemas.openxmlformats.org/officeDocument/2006/relationships/customXml" Target="../ink/ink1121.xml"/><Relationship Id="rId40" Type="http://schemas.openxmlformats.org/officeDocument/2006/relationships/customXml" Target="../ink/ink1129.xml"/><Relationship Id="rId45" Type="http://schemas.openxmlformats.org/officeDocument/2006/relationships/image" Target="../media/image257.png"/><Relationship Id="rId66" Type="http://schemas.openxmlformats.org/officeDocument/2006/relationships/customXml" Target="../ink/ink1142.xml"/><Relationship Id="rId87" Type="http://schemas.openxmlformats.org/officeDocument/2006/relationships/image" Target="../media/image278.png"/><Relationship Id="rId61" Type="http://schemas.openxmlformats.org/officeDocument/2006/relationships/image" Target="../media/image265.png"/><Relationship Id="rId82" Type="http://schemas.openxmlformats.org/officeDocument/2006/relationships/customXml" Target="../ink/ink1150.xml"/><Relationship Id="rId19" Type="http://schemas.openxmlformats.org/officeDocument/2006/relationships/image" Target="../media/image2441.png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67.xml"/><Relationship Id="rId21" Type="http://schemas.openxmlformats.org/officeDocument/2006/relationships/image" Target="../media/image290.png"/><Relationship Id="rId42" Type="http://schemas.openxmlformats.org/officeDocument/2006/relationships/customXml" Target="../ink/ink1175.xml"/><Relationship Id="rId47" Type="http://schemas.openxmlformats.org/officeDocument/2006/relationships/image" Target="../media/image303.png"/><Relationship Id="rId63" Type="http://schemas.openxmlformats.org/officeDocument/2006/relationships/image" Target="../media/image311.png"/><Relationship Id="rId68" Type="http://schemas.openxmlformats.org/officeDocument/2006/relationships/customXml" Target="../ink/ink1188.xml"/><Relationship Id="rId16" Type="http://schemas.openxmlformats.org/officeDocument/2006/relationships/customXml" Target="../ink/ink1162.xml"/><Relationship Id="rId11" Type="http://schemas.openxmlformats.org/officeDocument/2006/relationships/image" Target="../media/image285.png"/><Relationship Id="rId24" Type="http://schemas.openxmlformats.org/officeDocument/2006/relationships/customXml" Target="../ink/ink1166.xml"/><Relationship Id="rId32" Type="http://schemas.openxmlformats.org/officeDocument/2006/relationships/customXml" Target="../ink/ink1170.xml"/><Relationship Id="rId37" Type="http://schemas.openxmlformats.org/officeDocument/2006/relationships/image" Target="../media/image298.png"/><Relationship Id="rId40" Type="http://schemas.openxmlformats.org/officeDocument/2006/relationships/customXml" Target="../ink/ink1174.xml"/><Relationship Id="rId45" Type="http://schemas.openxmlformats.org/officeDocument/2006/relationships/image" Target="../media/image302.png"/><Relationship Id="rId53" Type="http://schemas.openxmlformats.org/officeDocument/2006/relationships/image" Target="../media/image306.png"/><Relationship Id="rId58" Type="http://schemas.openxmlformats.org/officeDocument/2006/relationships/customXml" Target="../ink/ink1183.xml"/><Relationship Id="rId66" Type="http://schemas.openxmlformats.org/officeDocument/2006/relationships/customXml" Target="../ink/ink1187.xml"/><Relationship Id="rId74" Type="http://schemas.openxmlformats.org/officeDocument/2006/relationships/customXml" Target="../ink/ink1191.xml"/><Relationship Id="rId5" Type="http://schemas.openxmlformats.org/officeDocument/2006/relationships/image" Target="../media/image282.png"/><Relationship Id="rId61" Type="http://schemas.openxmlformats.org/officeDocument/2006/relationships/image" Target="../media/image310.png"/><Relationship Id="rId19" Type="http://schemas.openxmlformats.org/officeDocument/2006/relationships/image" Target="../media/image289.png"/><Relationship Id="rId14" Type="http://schemas.openxmlformats.org/officeDocument/2006/relationships/customXml" Target="../ink/ink1161.xml"/><Relationship Id="rId22" Type="http://schemas.openxmlformats.org/officeDocument/2006/relationships/customXml" Target="../ink/ink1165.xml"/><Relationship Id="rId27" Type="http://schemas.openxmlformats.org/officeDocument/2006/relationships/image" Target="../media/image293.png"/><Relationship Id="rId30" Type="http://schemas.openxmlformats.org/officeDocument/2006/relationships/customXml" Target="../ink/ink1169.xml"/><Relationship Id="rId35" Type="http://schemas.openxmlformats.org/officeDocument/2006/relationships/image" Target="../media/image297.png"/><Relationship Id="rId43" Type="http://schemas.openxmlformats.org/officeDocument/2006/relationships/image" Target="../media/image301.png"/><Relationship Id="rId48" Type="http://schemas.openxmlformats.org/officeDocument/2006/relationships/customXml" Target="../ink/ink1178.xml"/><Relationship Id="rId56" Type="http://schemas.openxmlformats.org/officeDocument/2006/relationships/customXml" Target="../ink/ink1182.xml"/><Relationship Id="rId64" Type="http://schemas.openxmlformats.org/officeDocument/2006/relationships/customXml" Target="../ink/ink1186.xml"/><Relationship Id="rId69" Type="http://schemas.openxmlformats.org/officeDocument/2006/relationships/image" Target="../media/image314.png"/><Relationship Id="rId77" Type="http://schemas.openxmlformats.org/officeDocument/2006/relationships/image" Target="../media/image318.png"/><Relationship Id="rId8" Type="http://schemas.openxmlformats.org/officeDocument/2006/relationships/customXml" Target="../ink/ink1158.xml"/><Relationship Id="rId51" Type="http://schemas.openxmlformats.org/officeDocument/2006/relationships/image" Target="../media/image305.png"/><Relationship Id="rId72" Type="http://schemas.openxmlformats.org/officeDocument/2006/relationships/customXml" Target="../ink/ink1190.xml"/><Relationship Id="rId3" Type="http://schemas.openxmlformats.org/officeDocument/2006/relationships/image" Target="../media/image281.png"/><Relationship Id="rId12" Type="http://schemas.openxmlformats.org/officeDocument/2006/relationships/customXml" Target="../ink/ink1160.xml"/><Relationship Id="rId17" Type="http://schemas.openxmlformats.org/officeDocument/2006/relationships/image" Target="../media/image288.png"/><Relationship Id="rId25" Type="http://schemas.openxmlformats.org/officeDocument/2006/relationships/image" Target="../media/image292.png"/><Relationship Id="rId33" Type="http://schemas.openxmlformats.org/officeDocument/2006/relationships/image" Target="../media/image296.png"/><Relationship Id="rId38" Type="http://schemas.openxmlformats.org/officeDocument/2006/relationships/customXml" Target="../ink/ink1173.xml"/><Relationship Id="rId46" Type="http://schemas.openxmlformats.org/officeDocument/2006/relationships/customXml" Target="../ink/ink1177.xml"/><Relationship Id="rId59" Type="http://schemas.openxmlformats.org/officeDocument/2006/relationships/image" Target="../media/image309.png"/><Relationship Id="rId67" Type="http://schemas.openxmlformats.org/officeDocument/2006/relationships/image" Target="../media/image313.png"/><Relationship Id="rId20" Type="http://schemas.openxmlformats.org/officeDocument/2006/relationships/customXml" Target="../ink/ink1164.xml"/><Relationship Id="rId41" Type="http://schemas.openxmlformats.org/officeDocument/2006/relationships/image" Target="../media/image300.png"/><Relationship Id="rId54" Type="http://schemas.openxmlformats.org/officeDocument/2006/relationships/customXml" Target="../ink/ink1181.xml"/><Relationship Id="rId62" Type="http://schemas.openxmlformats.org/officeDocument/2006/relationships/customXml" Target="../ink/ink1185.xml"/><Relationship Id="rId70" Type="http://schemas.openxmlformats.org/officeDocument/2006/relationships/customXml" Target="../ink/ink1189.xml"/><Relationship Id="rId75" Type="http://schemas.openxmlformats.org/officeDocument/2006/relationships/image" Target="../media/image31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57.xml"/><Relationship Id="rId15" Type="http://schemas.openxmlformats.org/officeDocument/2006/relationships/image" Target="../media/image287.png"/><Relationship Id="rId23" Type="http://schemas.openxmlformats.org/officeDocument/2006/relationships/image" Target="../media/image291.png"/><Relationship Id="rId28" Type="http://schemas.openxmlformats.org/officeDocument/2006/relationships/customXml" Target="../ink/ink1168.xml"/><Relationship Id="rId36" Type="http://schemas.openxmlformats.org/officeDocument/2006/relationships/customXml" Target="../ink/ink1172.xml"/><Relationship Id="rId49" Type="http://schemas.openxmlformats.org/officeDocument/2006/relationships/image" Target="../media/image304.png"/><Relationship Id="rId57" Type="http://schemas.openxmlformats.org/officeDocument/2006/relationships/image" Target="../media/image308.png"/><Relationship Id="rId10" Type="http://schemas.openxmlformats.org/officeDocument/2006/relationships/customXml" Target="../ink/ink1159.xml"/><Relationship Id="rId31" Type="http://schemas.openxmlformats.org/officeDocument/2006/relationships/image" Target="../media/image295.png"/><Relationship Id="rId44" Type="http://schemas.openxmlformats.org/officeDocument/2006/relationships/customXml" Target="../ink/ink1176.xml"/><Relationship Id="rId52" Type="http://schemas.openxmlformats.org/officeDocument/2006/relationships/customXml" Target="../ink/ink1180.xml"/><Relationship Id="rId60" Type="http://schemas.openxmlformats.org/officeDocument/2006/relationships/customXml" Target="../ink/ink1184.xml"/><Relationship Id="rId65" Type="http://schemas.openxmlformats.org/officeDocument/2006/relationships/image" Target="../media/image312.png"/><Relationship Id="rId73" Type="http://schemas.openxmlformats.org/officeDocument/2006/relationships/image" Target="../media/image316.png"/><Relationship Id="rId4" Type="http://schemas.openxmlformats.org/officeDocument/2006/relationships/customXml" Target="../ink/ink1156.xml"/><Relationship Id="rId9" Type="http://schemas.openxmlformats.org/officeDocument/2006/relationships/image" Target="../media/image284.png"/><Relationship Id="rId13" Type="http://schemas.openxmlformats.org/officeDocument/2006/relationships/image" Target="../media/image286.png"/><Relationship Id="rId18" Type="http://schemas.openxmlformats.org/officeDocument/2006/relationships/customXml" Target="../ink/ink1163.xml"/><Relationship Id="rId39" Type="http://schemas.openxmlformats.org/officeDocument/2006/relationships/image" Target="../media/image299.png"/><Relationship Id="rId34" Type="http://schemas.openxmlformats.org/officeDocument/2006/relationships/customXml" Target="../ink/ink1171.xml"/><Relationship Id="rId50" Type="http://schemas.openxmlformats.org/officeDocument/2006/relationships/customXml" Target="../ink/ink1179.xml"/><Relationship Id="rId55" Type="http://schemas.openxmlformats.org/officeDocument/2006/relationships/image" Target="../media/image307.png"/><Relationship Id="rId76" Type="http://schemas.openxmlformats.org/officeDocument/2006/relationships/customXml" Target="../ink/ink1192.xml"/><Relationship Id="rId7" Type="http://schemas.openxmlformats.org/officeDocument/2006/relationships/image" Target="../media/image283.png"/><Relationship Id="rId71" Type="http://schemas.openxmlformats.org/officeDocument/2006/relationships/image" Target="../media/image315.png"/><Relationship Id="rId2" Type="http://schemas.openxmlformats.org/officeDocument/2006/relationships/customXml" Target="../ink/ink1155.xml"/><Relationship Id="rId29" Type="http://schemas.openxmlformats.org/officeDocument/2006/relationships/image" Target="../media/image294.png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6.png"/><Relationship Id="rId21" Type="http://schemas.openxmlformats.org/officeDocument/2006/relationships/image" Target="../media/image328.png"/><Relationship Id="rId324" Type="http://schemas.openxmlformats.org/officeDocument/2006/relationships/image" Target="../media/image479.png"/><Relationship Id="rId531" Type="http://schemas.openxmlformats.org/officeDocument/2006/relationships/image" Target="../media/image582.png"/><Relationship Id="rId170" Type="http://schemas.openxmlformats.org/officeDocument/2006/relationships/customXml" Target="../ink/ink1277.xml"/><Relationship Id="rId268" Type="http://schemas.openxmlformats.org/officeDocument/2006/relationships/customXml" Target="../ink/ink1326.xml"/><Relationship Id="rId475" Type="http://schemas.openxmlformats.org/officeDocument/2006/relationships/customXml" Target="../ink/ink1430.xml"/><Relationship Id="rId32" Type="http://schemas.openxmlformats.org/officeDocument/2006/relationships/customXml" Target="../ink/ink1208.xml"/><Relationship Id="rId128" Type="http://schemas.openxmlformats.org/officeDocument/2006/relationships/customXml" Target="../ink/ink1256.xml"/><Relationship Id="rId335" Type="http://schemas.openxmlformats.org/officeDocument/2006/relationships/customXml" Target="../ink/ink1360.xml"/><Relationship Id="rId542" Type="http://schemas.openxmlformats.org/officeDocument/2006/relationships/customXml" Target="../ink/ink1464.xml"/><Relationship Id="rId181" Type="http://schemas.openxmlformats.org/officeDocument/2006/relationships/image" Target="../media/image408.png"/><Relationship Id="rId402" Type="http://schemas.openxmlformats.org/officeDocument/2006/relationships/image" Target="../media/image518.png"/><Relationship Id="rId279" Type="http://schemas.openxmlformats.org/officeDocument/2006/relationships/image" Target="../media/image457.png"/><Relationship Id="rId486" Type="http://schemas.openxmlformats.org/officeDocument/2006/relationships/image" Target="../media/image560.png"/><Relationship Id="rId43" Type="http://schemas.openxmlformats.org/officeDocument/2006/relationships/image" Target="../media/image339.png"/><Relationship Id="rId139" Type="http://schemas.openxmlformats.org/officeDocument/2006/relationships/image" Target="../media/image387.png"/><Relationship Id="rId346" Type="http://schemas.openxmlformats.org/officeDocument/2006/relationships/image" Target="../media/image490.png"/><Relationship Id="rId553" Type="http://schemas.openxmlformats.org/officeDocument/2006/relationships/image" Target="../media/image593.png"/><Relationship Id="rId192" Type="http://schemas.openxmlformats.org/officeDocument/2006/relationships/customXml" Target="../ink/ink1288.xml"/><Relationship Id="rId206" Type="http://schemas.openxmlformats.org/officeDocument/2006/relationships/customXml" Target="../ink/ink1295.xml"/><Relationship Id="rId413" Type="http://schemas.openxmlformats.org/officeDocument/2006/relationships/customXml" Target="../ink/ink1399.xml"/><Relationship Id="rId497" Type="http://schemas.openxmlformats.org/officeDocument/2006/relationships/image" Target="../media/image565.png"/><Relationship Id="rId357" Type="http://schemas.openxmlformats.org/officeDocument/2006/relationships/customXml" Target="../ink/ink1371.xml"/><Relationship Id="rId54" Type="http://schemas.openxmlformats.org/officeDocument/2006/relationships/customXml" Target="../ink/ink1219.xml"/><Relationship Id="rId217" Type="http://schemas.openxmlformats.org/officeDocument/2006/relationships/image" Target="../media/image426.png"/><Relationship Id="rId564" Type="http://schemas.openxmlformats.org/officeDocument/2006/relationships/customXml" Target="../ink/ink1475.xml"/><Relationship Id="rId424" Type="http://schemas.openxmlformats.org/officeDocument/2006/relationships/image" Target="../media/image529.png"/><Relationship Id="rId270" Type="http://schemas.openxmlformats.org/officeDocument/2006/relationships/customXml" Target="../ink/ink1327.xml"/><Relationship Id="rId65" Type="http://schemas.openxmlformats.org/officeDocument/2006/relationships/image" Target="../media/image350.png"/><Relationship Id="rId130" Type="http://schemas.openxmlformats.org/officeDocument/2006/relationships/customXml" Target="../ink/ink1257.xml"/><Relationship Id="rId368" Type="http://schemas.openxmlformats.org/officeDocument/2006/relationships/image" Target="../media/image501.png"/><Relationship Id="rId575" Type="http://schemas.openxmlformats.org/officeDocument/2006/relationships/image" Target="../media/image604.png"/><Relationship Id="rId228" Type="http://schemas.openxmlformats.org/officeDocument/2006/relationships/customXml" Target="../ink/ink1306.xml"/><Relationship Id="rId435" Type="http://schemas.openxmlformats.org/officeDocument/2006/relationships/customXml" Target="../ink/ink1410.xml"/><Relationship Id="rId281" Type="http://schemas.openxmlformats.org/officeDocument/2006/relationships/customXml" Target="../ink/ink1333.xml"/><Relationship Id="rId502" Type="http://schemas.openxmlformats.org/officeDocument/2006/relationships/customXml" Target="../ink/ink1444.xml"/><Relationship Id="rId76" Type="http://schemas.openxmlformats.org/officeDocument/2006/relationships/customXml" Target="../ink/ink1230.xml"/><Relationship Id="rId141" Type="http://schemas.openxmlformats.org/officeDocument/2006/relationships/image" Target="../media/image388.png"/><Relationship Id="rId379" Type="http://schemas.openxmlformats.org/officeDocument/2006/relationships/customXml" Target="../ink/ink1382.xml"/><Relationship Id="rId586" Type="http://schemas.openxmlformats.org/officeDocument/2006/relationships/customXml" Target="../ink/ink1486.xml"/><Relationship Id="rId7" Type="http://schemas.openxmlformats.org/officeDocument/2006/relationships/image" Target="../media/image321.png"/><Relationship Id="rId239" Type="http://schemas.openxmlformats.org/officeDocument/2006/relationships/image" Target="../media/image437.png"/><Relationship Id="rId446" Type="http://schemas.openxmlformats.org/officeDocument/2006/relationships/image" Target="../media/image540.png"/><Relationship Id="rId292" Type="http://schemas.openxmlformats.org/officeDocument/2006/relationships/image" Target="../media/image463.png"/><Relationship Id="rId306" Type="http://schemas.openxmlformats.org/officeDocument/2006/relationships/image" Target="../media/image470.png"/><Relationship Id="rId87" Type="http://schemas.openxmlformats.org/officeDocument/2006/relationships/image" Target="../media/image361.png"/><Relationship Id="rId513" Type="http://schemas.openxmlformats.org/officeDocument/2006/relationships/image" Target="../media/image573.png"/><Relationship Id="rId597" Type="http://schemas.openxmlformats.org/officeDocument/2006/relationships/image" Target="../media/image615.png"/><Relationship Id="rId152" Type="http://schemas.openxmlformats.org/officeDocument/2006/relationships/customXml" Target="../ink/ink1268.xml"/><Relationship Id="rId457" Type="http://schemas.openxmlformats.org/officeDocument/2006/relationships/customXml" Target="../ink/ink1421.xml"/><Relationship Id="rId14" Type="http://schemas.openxmlformats.org/officeDocument/2006/relationships/customXml" Target="../ink/ink1199.xml"/><Relationship Id="rId56" Type="http://schemas.openxmlformats.org/officeDocument/2006/relationships/customXml" Target="../ink/ink1220.xml"/><Relationship Id="rId317" Type="http://schemas.openxmlformats.org/officeDocument/2006/relationships/customXml" Target="../ink/ink1351.xml"/><Relationship Id="rId359" Type="http://schemas.openxmlformats.org/officeDocument/2006/relationships/customXml" Target="../ink/ink1372.xml"/><Relationship Id="rId524" Type="http://schemas.openxmlformats.org/officeDocument/2006/relationships/customXml" Target="../ink/ink1455.xml"/><Relationship Id="rId566" Type="http://schemas.openxmlformats.org/officeDocument/2006/relationships/customXml" Target="../ink/ink1476.xml"/><Relationship Id="rId98" Type="http://schemas.openxmlformats.org/officeDocument/2006/relationships/customXml" Target="../ink/ink1241.xml"/><Relationship Id="rId121" Type="http://schemas.openxmlformats.org/officeDocument/2006/relationships/image" Target="../media/image378.png"/><Relationship Id="rId163" Type="http://schemas.openxmlformats.org/officeDocument/2006/relationships/image" Target="../media/image399.png"/><Relationship Id="rId219" Type="http://schemas.openxmlformats.org/officeDocument/2006/relationships/image" Target="../media/image427.png"/><Relationship Id="rId370" Type="http://schemas.openxmlformats.org/officeDocument/2006/relationships/image" Target="../media/image502.png"/><Relationship Id="rId426" Type="http://schemas.openxmlformats.org/officeDocument/2006/relationships/image" Target="../media/image530.png"/><Relationship Id="rId230" Type="http://schemas.openxmlformats.org/officeDocument/2006/relationships/customXml" Target="../ink/ink1307.xml"/><Relationship Id="rId468" Type="http://schemas.openxmlformats.org/officeDocument/2006/relationships/image" Target="../media/image551.png"/><Relationship Id="rId25" Type="http://schemas.openxmlformats.org/officeDocument/2006/relationships/image" Target="../media/image330.png"/><Relationship Id="rId67" Type="http://schemas.openxmlformats.org/officeDocument/2006/relationships/image" Target="../media/image351.png"/><Relationship Id="rId272" Type="http://schemas.openxmlformats.org/officeDocument/2006/relationships/customXml" Target="../ink/ink1328.xml"/><Relationship Id="rId328" Type="http://schemas.openxmlformats.org/officeDocument/2006/relationships/image" Target="../media/image481.png"/><Relationship Id="rId535" Type="http://schemas.openxmlformats.org/officeDocument/2006/relationships/image" Target="../media/image584.png"/><Relationship Id="rId577" Type="http://schemas.openxmlformats.org/officeDocument/2006/relationships/image" Target="../media/image605.png"/><Relationship Id="rId132" Type="http://schemas.openxmlformats.org/officeDocument/2006/relationships/customXml" Target="../ink/ink1258.xml"/><Relationship Id="rId174" Type="http://schemas.openxmlformats.org/officeDocument/2006/relationships/customXml" Target="../ink/ink1279.xml"/><Relationship Id="rId381" Type="http://schemas.openxmlformats.org/officeDocument/2006/relationships/customXml" Target="../ink/ink1383.xml"/><Relationship Id="rId602" Type="http://schemas.openxmlformats.org/officeDocument/2006/relationships/customXml" Target="../ink/ink1494.xml"/><Relationship Id="rId241" Type="http://schemas.openxmlformats.org/officeDocument/2006/relationships/image" Target="../media/image438.png"/><Relationship Id="rId437" Type="http://schemas.openxmlformats.org/officeDocument/2006/relationships/customXml" Target="../ink/ink1411.xml"/><Relationship Id="rId479" Type="http://schemas.openxmlformats.org/officeDocument/2006/relationships/customXml" Target="../ink/ink1432.xml"/><Relationship Id="rId36" Type="http://schemas.openxmlformats.org/officeDocument/2006/relationships/customXml" Target="../ink/ink1210.xml"/><Relationship Id="rId283" Type="http://schemas.openxmlformats.org/officeDocument/2006/relationships/customXml" Target="../ink/ink1334.xml"/><Relationship Id="rId339" Type="http://schemas.openxmlformats.org/officeDocument/2006/relationships/customXml" Target="../ink/ink1362.xml"/><Relationship Id="rId490" Type="http://schemas.openxmlformats.org/officeDocument/2006/relationships/customXml" Target="../ink/ink1438.xml"/><Relationship Id="rId504" Type="http://schemas.openxmlformats.org/officeDocument/2006/relationships/customXml" Target="../ink/ink1445.xml"/><Relationship Id="rId546" Type="http://schemas.openxmlformats.org/officeDocument/2006/relationships/customXml" Target="../ink/ink1466.xml"/><Relationship Id="rId78" Type="http://schemas.openxmlformats.org/officeDocument/2006/relationships/customXml" Target="../ink/ink1231.xml"/><Relationship Id="rId101" Type="http://schemas.openxmlformats.org/officeDocument/2006/relationships/image" Target="../media/image368.png"/><Relationship Id="rId143" Type="http://schemas.openxmlformats.org/officeDocument/2006/relationships/image" Target="../media/image389.png"/><Relationship Id="rId185" Type="http://schemas.openxmlformats.org/officeDocument/2006/relationships/image" Target="../media/image410.png"/><Relationship Id="rId350" Type="http://schemas.openxmlformats.org/officeDocument/2006/relationships/image" Target="../media/image492.png"/><Relationship Id="rId406" Type="http://schemas.openxmlformats.org/officeDocument/2006/relationships/image" Target="../media/image520.png"/><Relationship Id="rId588" Type="http://schemas.openxmlformats.org/officeDocument/2006/relationships/customXml" Target="../ink/ink1487.xml"/><Relationship Id="rId9" Type="http://schemas.openxmlformats.org/officeDocument/2006/relationships/image" Target="../media/image322.png"/><Relationship Id="rId210" Type="http://schemas.openxmlformats.org/officeDocument/2006/relationships/customXml" Target="../ink/ink1297.xml"/><Relationship Id="rId392" Type="http://schemas.openxmlformats.org/officeDocument/2006/relationships/image" Target="../media/image513.png"/><Relationship Id="rId448" Type="http://schemas.openxmlformats.org/officeDocument/2006/relationships/image" Target="../media/image541.png"/><Relationship Id="rId252" Type="http://schemas.openxmlformats.org/officeDocument/2006/relationships/customXml" Target="../ink/ink1318.xml"/><Relationship Id="rId294" Type="http://schemas.openxmlformats.org/officeDocument/2006/relationships/image" Target="../media/image464.png"/><Relationship Id="rId308" Type="http://schemas.openxmlformats.org/officeDocument/2006/relationships/image" Target="../media/image471.png"/><Relationship Id="rId515" Type="http://schemas.openxmlformats.org/officeDocument/2006/relationships/image" Target="../media/image574.png"/><Relationship Id="rId47" Type="http://schemas.openxmlformats.org/officeDocument/2006/relationships/image" Target="../media/image341.png"/><Relationship Id="rId89" Type="http://schemas.openxmlformats.org/officeDocument/2006/relationships/image" Target="../media/image362.png"/><Relationship Id="rId112" Type="http://schemas.openxmlformats.org/officeDocument/2006/relationships/customXml" Target="../ink/ink1248.xml"/><Relationship Id="rId154" Type="http://schemas.openxmlformats.org/officeDocument/2006/relationships/customXml" Target="../ink/ink1269.xml"/><Relationship Id="rId361" Type="http://schemas.openxmlformats.org/officeDocument/2006/relationships/customXml" Target="../ink/ink1373.xml"/><Relationship Id="rId557" Type="http://schemas.openxmlformats.org/officeDocument/2006/relationships/image" Target="../media/image595.png"/><Relationship Id="rId599" Type="http://schemas.openxmlformats.org/officeDocument/2006/relationships/image" Target="../media/image616.png"/><Relationship Id="rId196" Type="http://schemas.openxmlformats.org/officeDocument/2006/relationships/customXml" Target="../ink/ink1290.xml"/><Relationship Id="rId417" Type="http://schemas.openxmlformats.org/officeDocument/2006/relationships/customXml" Target="../ink/ink1401.xml"/><Relationship Id="rId459" Type="http://schemas.openxmlformats.org/officeDocument/2006/relationships/customXml" Target="../ink/ink1422.xml"/><Relationship Id="rId16" Type="http://schemas.openxmlformats.org/officeDocument/2006/relationships/customXml" Target="../ink/ink1200.xml"/><Relationship Id="rId221" Type="http://schemas.openxmlformats.org/officeDocument/2006/relationships/image" Target="../media/image428.png"/><Relationship Id="rId263" Type="http://schemas.openxmlformats.org/officeDocument/2006/relationships/image" Target="../media/image449.png"/><Relationship Id="rId319" Type="http://schemas.openxmlformats.org/officeDocument/2006/relationships/customXml" Target="../ink/ink1352.xml"/><Relationship Id="rId470" Type="http://schemas.openxmlformats.org/officeDocument/2006/relationships/image" Target="../media/image552.png"/><Relationship Id="rId526" Type="http://schemas.openxmlformats.org/officeDocument/2006/relationships/customXml" Target="../ink/ink1456.xml"/><Relationship Id="rId58" Type="http://schemas.openxmlformats.org/officeDocument/2006/relationships/customXml" Target="../ink/ink1221.xml"/><Relationship Id="rId123" Type="http://schemas.openxmlformats.org/officeDocument/2006/relationships/image" Target="../media/image379.png"/><Relationship Id="rId330" Type="http://schemas.openxmlformats.org/officeDocument/2006/relationships/image" Target="../media/image482.png"/><Relationship Id="rId568" Type="http://schemas.openxmlformats.org/officeDocument/2006/relationships/customXml" Target="../ink/ink1477.xml"/><Relationship Id="rId165" Type="http://schemas.openxmlformats.org/officeDocument/2006/relationships/image" Target="../media/image400.png"/><Relationship Id="rId372" Type="http://schemas.openxmlformats.org/officeDocument/2006/relationships/image" Target="../media/image503.png"/><Relationship Id="rId428" Type="http://schemas.openxmlformats.org/officeDocument/2006/relationships/image" Target="../media/image531.png"/><Relationship Id="rId232" Type="http://schemas.openxmlformats.org/officeDocument/2006/relationships/customXml" Target="../ink/ink1308.xml"/><Relationship Id="rId274" Type="http://schemas.openxmlformats.org/officeDocument/2006/relationships/customXml" Target="../ink/ink1329.xml"/><Relationship Id="rId481" Type="http://schemas.openxmlformats.org/officeDocument/2006/relationships/customXml" Target="../ink/ink1433.xml"/><Relationship Id="rId27" Type="http://schemas.openxmlformats.org/officeDocument/2006/relationships/image" Target="../media/image331.png"/><Relationship Id="rId69" Type="http://schemas.openxmlformats.org/officeDocument/2006/relationships/image" Target="../media/image352.png"/><Relationship Id="rId134" Type="http://schemas.openxmlformats.org/officeDocument/2006/relationships/customXml" Target="../ink/ink1259.xml"/><Relationship Id="rId537" Type="http://schemas.openxmlformats.org/officeDocument/2006/relationships/image" Target="../media/image585.png"/><Relationship Id="rId579" Type="http://schemas.openxmlformats.org/officeDocument/2006/relationships/image" Target="../media/image606.png"/><Relationship Id="rId80" Type="http://schemas.openxmlformats.org/officeDocument/2006/relationships/customXml" Target="../ink/ink1232.xml"/><Relationship Id="rId176" Type="http://schemas.openxmlformats.org/officeDocument/2006/relationships/customXml" Target="../ink/ink1280.xml"/><Relationship Id="rId341" Type="http://schemas.openxmlformats.org/officeDocument/2006/relationships/customXml" Target="../ink/ink1363.xml"/><Relationship Id="rId383" Type="http://schemas.openxmlformats.org/officeDocument/2006/relationships/customXml" Target="../ink/ink1384.xml"/><Relationship Id="rId439" Type="http://schemas.openxmlformats.org/officeDocument/2006/relationships/customXml" Target="../ink/ink1412.xml"/><Relationship Id="rId590" Type="http://schemas.openxmlformats.org/officeDocument/2006/relationships/customXml" Target="../ink/ink1488.xml"/><Relationship Id="rId201" Type="http://schemas.openxmlformats.org/officeDocument/2006/relationships/image" Target="../media/image418.png"/><Relationship Id="rId243" Type="http://schemas.openxmlformats.org/officeDocument/2006/relationships/image" Target="../media/image439.png"/><Relationship Id="rId285" Type="http://schemas.openxmlformats.org/officeDocument/2006/relationships/customXml" Target="../ink/ink1335.xml"/><Relationship Id="rId450" Type="http://schemas.openxmlformats.org/officeDocument/2006/relationships/image" Target="../media/image542.png"/><Relationship Id="rId506" Type="http://schemas.openxmlformats.org/officeDocument/2006/relationships/customXml" Target="../ink/ink1446.xml"/><Relationship Id="rId38" Type="http://schemas.openxmlformats.org/officeDocument/2006/relationships/customXml" Target="../ink/ink1211.xml"/><Relationship Id="rId103" Type="http://schemas.openxmlformats.org/officeDocument/2006/relationships/image" Target="../media/image369.png"/><Relationship Id="rId310" Type="http://schemas.openxmlformats.org/officeDocument/2006/relationships/image" Target="../media/image472.png"/><Relationship Id="rId492" Type="http://schemas.openxmlformats.org/officeDocument/2006/relationships/customXml" Target="../ink/ink1439.xml"/><Relationship Id="rId548" Type="http://schemas.openxmlformats.org/officeDocument/2006/relationships/customXml" Target="../ink/ink1467.xml"/><Relationship Id="rId91" Type="http://schemas.openxmlformats.org/officeDocument/2006/relationships/image" Target="../media/image363.png"/><Relationship Id="rId145" Type="http://schemas.openxmlformats.org/officeDocument/2006/relationships/image" Target="../media/image390.png"/><Relationship Id="rId187" Type="http://schemas.openxmlformats.org/officeDocument/2006/relationships/image" Target="../media/image411.png"/><Relationship Id="rId352" Type="http://schemas.openxmlformats.org/officeDocument/2006/relationships/image" Target="../media/image493.png"/><Relationship Id="rId394" Type="http://schemas.openxmlformats.org/officeDocument/2006/relationships/image" Target="../media/image514.png"/><Relationship Id="rId408" Type="http://schemas.openxmlformats.org/officeDocument/2006/relationships/image" Target="../media/image521.png"/><Relationship Id="rId212" Type="http://schemas.openxmlformats.org/officeDocument/2006/relationships/customXml" Target="../ink/ink1298.xml"/><Relationship Id="rId254" Type="http://schemas.openxmlformats.org/officeDocument/2006/relationships/customXml" Target="../ink/ink1319.xml"/><Relationship Id="rId49" Type="http://schemas.openxmlformats.org/officeDocument/2006/relationships/image" Target="../media/image342.png"/><Relationship Id="rId114" Type="http://schemas.openxmlformats.org/officeDocument/2006/relationships/customXml" Target="../ink/ink1249.xml"/><Relationship Id="rId296" Type="http://schemas.openxmlformats.org/officeDocument/2006/relationships/image" Target="../media/image465.png"/><Relationship Id="rId461" Type="http://schemas.openxmlformats.org/officeDocument/2006/relationships/customXml" Target="../ink/ink1423.xml"/><Relationship Id="rId517" Type="http://schemas.openxmlformats.org/officeDocument/2006/relationships/image" Target="../media/image575.png"/><Relationship Id="rId559" Type="http://schemas.openxmlformats.org/officeDocument/2006/relationships/image" Target="../media/image596.png"/><Relationship Id="rId60" Type="http://schemas.openxmlformats.org/officeDocument/2006/relationships/customXml" Target="../ink/ink1222.xml"/><Relationship Id="rId156" Type="http://schemas.openxmlformats.org/officeDocument/2006/relationships/customXml" Target="../ink/ink1270.xml"/><Relationship Id="rId198" Type="http://schemas.openxmlformats.org/officeDocument/2006/relationships/customXml" Target="../ink/ink1291.xml"/><Relationship Id="rId321" Type="http://schemas.openxmlformats.org/officeDocument/2006/relationships/customXml" Target="../ink/ink1353.xml"/><Relationship Id="rId363" Type="http://schemas.openxmlformats.org/officeDocument/2006/relationships/customXml" Target="../ink/ink1374.xml"/><Relationship Id="rId419" Type="http://schemas.openxmlformats.org/officeDocument/2006/relationships/customXml" Target="../ink/ink1402.xml"/><Relationship Id="rId570" Type="http://schemas.openxmlformats.org/officeDocument/2006/relationships/customXml" Target="../ink/ink1478.xml"/><Relationship Id="rId223" Type="http://schemas.openxmlformats.org/officeDocument/2006/relationships/image" Target="../media/image429.png"/><Relationship Id="rId430" Type="http://schemas.openxmlformats.org/officeDocument/2006/relationships/image" Target="../media/image532.png"/><Relationship Id="rId18" Type="http://schemas.openxmlformats.org/officeDocument/2006/relationships/customXml" Target="../ink/ink1201.xml"/><Relationship Id="rId265" Type="http://schemas.openxmlformats.org/officeDocument/2006/relationships/image" Target="../media/image450.png"/><Relationship Id="rId472" Type="http://schemas.openxmlformats.org/officeDocument/2006/relationships/image" Target="../media/image553.png"/><Relationship Id="rId528" Type="http://schemas.openxmlformats.org/officeDocument/2006/relationships/customXml" Target="../ink/ink1457.xml"/><Relationship Id="rId125" Type="http://schemas.openxmlformats.org/officeDocument/2006/relationships/image" Target="../media/image380.png"/><Relationship Id="rId167" Type="http://schemas.openxmlformats.org/officeDocument/2006/relationships/image" Target="../media/image401.png"/><Relationship Id="rId332" Type="http://schemas.openxmlformats.org/officeDocument/2006/relationships/image" Target="../media/image483.png"/><Relationship Id="rId374" Type="http://schemas.openxmlformats.org/officeDocument/2006/relationships/image" Target="../media/image504.png"/><Relationship Id="rId581" Type="http://schemas.openxmlformats.org/officeDocument/2006/relationships/image" Target="../media/image607.png"/><Relationship Id="rId71" Type="http://schemas.openxmlformats.org/officeDocument/2006/relationships/image" Target="../media/image353.png"/><Relationship Id="rId234" Type="http://schemas.openxmlformats.org/officeDocument/2006/relationships/customXml" Target="../ink/ink1309.xml"/><Relationship Id="rId2" Type="http://schemas.openxmlformats.org/officeDocument/2006/relationships/customXml" Target="../ink/ink1193.xml"/><Relationship Id="rId29" Type="http://schemas.openxmlformats.org/officeDocument/2006/relationships/image" Target="../media/image332.png"/><Relationship Id="rId276" Type="http://schemas.openxmlformats.org/officeDocument/2006/relationships/customXml" Target="../ink/ink1330.xml"/><Relationship Id="rId441" Type="http://schemas.openxmlformats.org/officeDocument/2006/relationships/customXml" Target="../ink/ink1413.xml"/><Relationship Id="rId483" Type="http://schemas.openxmlformats.org/officeDocument/2006/relationships/customXml" Target="../ink/ink1434.xml"/><Relationship Id="rId539" Type="http://schemas.openxmlformats.org/officeDocument/2006/relationships/image" Target="../media/image586.png"/><Relationship Id="rId40" Type="http://schemas.openxmlformats.org/officeDocument/2006/relationships/customXml" Target="../ink/ink1212.xml"/><Relationship Id="rId136" Type="http://schemas.openxmlformats.org/officeDocument/2006/relationships/customXml" Target="../ink/ink1260.xml"/><Relationship Id="rId178" Type="http://schemas.openxmlformats.org/officeDocument/2006/relationships/customXml" Target="../ink/ink1281.xml"/><Relationship Id="rId301" Type="http://schemas.openxmlformats.org/officeDocument/2006/relationships/customXml" Target="../ink/ink1343.xml"/><Relationship Id="rId343" Type="http://schemas.openxmlformats.org/officeDocument/2006/relationships/customXml" Target="../ink/ink1364.xml"/><Relationship Id="rId550" Type="http://schemas.openxmlformats.org/officeDocument/2006/relationships/customXml" Target="../ink/ink1468.xml"/><Relationship Id="rId82" Type="http://schemas.openxmlformats.org/officeDocument/2006/relationships/customXml" Target="../ink/ink1233.xml"/><Relationship Id="rId203" Type="http://schemas.openxmlformats.org/officeDocument/2006/relationships/image" Target="../media/image419.png"/><Relationship Id="rId385" Type="http://schemas.openxmlformats.org/officeDocument/2006/relationships/customXml" Target="../ink/ink1385.xml"/><Relationship Id="rId592" Type="http://schemas.openxmlformats.org/officeDocument/2006/relationships/customXml" Target="../ink/ink1489.xml"/><Relationship Id="rId245" Type="http://schemas.openxmlformats.org/officeDocument/2006/relationships/image" Target="../media/image440.png"/><Relationship Id="rId287" Type="http://schemas.openxmlformats.org/officeDocument/2006/relationships/customXml" Target="../ink/ink1336.xml"/><Relationship Id="rId410" Type="http://schemas.openxmlformats.org/officeDocument/2006/relationships/image" Target="../media/image522.png"/><Relationship Id="rId452" Type="http://schemas.openxmlformats.org/officeDocument/2006/relationships/image" Target="../media/image543.png"/><Relationship Id="rId494" Type="http://schemas.openxmlformats.org/officeDocument/2006/relationships/customXml" Target="../ink/ink1440.xml"/><Relationship Id="rId508" Type="http://schemas.openxmlformats.org/officeDocument/2006/relationships/customXml" Target="../ink/ink1447.xml"/><Relationship Id="rId105" Type="http://schemas.openxmlformats.org/officeDocument/2006/relationships/image" Target="../media/image370.png"/><Relationship Id="rId147" Type="http://schemas.openxmlformats.org/officeDocument/2006/relationships/image" Target="../media/image391.png"/><Relationship Id="rId312" Type="http://schemas.openxmlformats.org/officeDocument/2006/relationships/image" Target="../media/image473.png"/><Relationship Id="rId354" Type="http://schemas.openxmlformats.org/officeDocument/2006/relationships/image" Target="../media/image494.png"/><Relationship Id="rId51" Type="http://schemas.openxmlformats.org/officeDocument/2006/relationships/image" Target="../media/image343.png"/><Relationship Id="rId93" Type="http://schemas.openxmlformats.org/officeDocument/2006/relationships/image" Target="../media/image364.png"/><Relationship Id="rId189" Type="http://schemas.openxmlformats.org/officeDocument/2006/relationships/image" Target="../media/image412.png"/><Relationship Id="rId396" Type="http://schemas.openxmlformats.org/officeDocument/2006/relationships/image" Target="../media/image515.png"/><Relationship Id="rId561" Type="http://schemas.openxmlformats.org/officeDocument/2006/relationships/image" Target="../media/image597.png"/><Relationship Id="rId214" Type="http://schemas.openxmlformats.org/officeDocument/2006/relationships/customXml" Target="../ink/ink1299.xml"/><Relationship Id="rId256" Type="http://schemas.openxmlformats.org/officeDocument/2006/relationships/customXml" Target="../ink/ink1320.xml"/><Relationship Id="rId298" Type="http://schemas.openxmlformats.org/officeDocument/2006/relationships/image" Target="../media/image466.png"/><Relationship Id="rId421" Type="http://schemas.openxmlformats.org/officeDocument/2006/relationships/customXml" Target="../ink/ink1403.xml"/><Relationship Id="rId463" Type="http://schemas.openxmlformats.org/officeDocument/2006/relationships/customXml" Target="../ink/ink1424.xml"/><Relationship Id="rId519" Type="http://schemas.openxmlformats.org/officeDocument/2006/relationships/image" Target="../media/image576.png"/><Relationship Id="rId116" Type="http://schemas.openxmlformats.org/officeDocument/2006/relationships/customXml" Target="../ink/ink1250.xml"/><Relationship Id="rId158" Type="http://schemas.openxmlformats.org/officeDocument/2006/relationships/customXml" Target="../ink/ink1271.xml"/><Relationship Id="rId323" Type="http://schemas.openxmlformats.org/officeDocument/2006/relationships/customXml" Target="../ink/ink1354.xml"/><Relationship Id="rId530" Type="http://schemas.openxmlformats.org/officeDocument/2006/relationships/customXml" Target="../ink/ink1458.xml"/><Relationship Id="rId20" Type="http://schemas.openxmlformats.org/officeDocument/2006/relationships/customXml" Target="../ink/ink1202.xml"/><Relationship Id="rId62" Type="http://schemas.openxmlformats.org/officeDocument/2006/relationships/customXml" Target="../ink/ink1223.xml"/><Relationship Id="rId365" Type="http://schemas.openxmlformats.org/officeDocument/2006/relationships/customXml" Target="../ink/ink1375.xml"/><Relationship Id="rId572" Type="http://schemas.openxmlformats.org/officeDocument/2006/relationships/customXml" Target="../ink/ink1479.xml"/><Relationship Id="rId225" Type="http://schemas.openxmlformats.org/officeDocument/2006/relationships/image" Target="../media/image430.png"/><Relationship Id="rId267" Type="http://schemas.openxmlformats.org/officeDocument/2006/relationships/image" Target="../media/image451.png"/><Relationship Id="rId432" Type="http://schemas.openxmlformats.org/officeDocument/2006/relationships/image" Target="../media/image533.png"/><Relationship Id="rId474" Type="http://schemas.openxmlformats.org/officeDocument/2006/relationships/image" Target="../media/image554.png"/><Relationship Id="rId127" Type="http://schemas.openxmlformats.org/officeDocument/2006/relationships/image" Target="../media/image381.png"/><Relationship Id="rId31" Type="http://schemas.openxmlformats.org/officeDocument/2006/relationships/image" Target="../media/image333.png"/><Relationship Id="rId73" Type="http://schemas.openxmlformats.org/officeDocument/2006/relationships/image" Target="../media/image354.png"/><Relationship Id="rId169" Type="http://schemas.openxmlformats.org/officeDocument/2006/relationships/image" Target="../media/image402.png"/><Relationship Id="rId334" Type="http://schemas.openxmlformats.org/officeDocument/2006/relationships/image" Target="../media/image484.png"/><Relationship Id="rId376" Type="http://schemas.openxmlformats.org/officeDocument/2006/relationships/image" Target="../media/image505.png"/><Relationship Id="rId541" Type="http://schemas.openxmlformats.org/officeDocument/2006/relationships/image" Target="../media/image587.png"/><Relationship Id="rId583" Type="http://schemas.openxmlformats.org/officeDocument/2006/relationships/image" Target="../media/image608.png"/><Relationship Id="rId4" Type="http://schemas.openxmlformats.org/officeDocument/2006/relationships/customXml" Target="../ink/ink1194.xml"/><Relationship Id="rId180" Type="http://schemas.openxmlformats.org/officeDocument/2006/relationships/customXml" Target="../ink/ink1282.xml"/><Relationship Id="rId236" Type="http://schemas.openxmlformats.org/officeDocument/2006/relationships/customXml" Target="../ink/ink1310.xml"/><Relationship Id="rId278" Type="http://schemas.openxmlformats.org/officeDocument/2006/relationships/customXml" Target="../ink/ink1331.xml"/><Relationship Id="rId401" Type="http://schemas.openxmlformats.org/officeDocument/2006/relationships/customXml" Target="../ink/ink1393.xml"/><Relationship Id="rId443" Type="http://schemas.openxmlformats.org/officeDocument/2006/relationships/customXml" Target="../ink/ink1414.xml"/><Relationship Id="rId303" Type="http://schemas.openxmlformats.org/officeDocument/2006/relationships/customXml" Target="../ink/ink1344.xml"/><Relationship Id="rId485" Type="http://schemas.openxmlformats.org/officeDocument/2006/relationships/customXml" Target="../ink/ink1435.xml"/><Relationship Id="rId42" Type="http://schemas.openxmlformats.org/officeDocument/2006/relationships/customXml" Target="../ink/ink1213.xml"/><Relationship Id="rId84" Type="http://schemas.openxmlformats.org/officeDocument/2006/relationships/customXml" Target="../ink/ink1234.xml"/><Relationship Id="rId138" Type="http://schemas.openxmlformats.org/officeDocument/2006/relationships/customXml" Target="../ink/ink1261.xml"/><Relationship Id="rId345" Type="http://schemas.openxmlformats.org/officeDocument/2006/relationships/customXml" Target="../ink/ink1365.xml"/><Relationship Id="rId387" Type="http://schemas.openxmlformats.org/officeDocument/2006/relationships/customXml" Target="../ink/ink1386.xml"/><Relationship Id="rId510" Type="http://schemas.openxmlformats.org/officeDocument/2006/relationships/customXml" Target="../ink/ink1448.xml"/><Relationship Id="rId552" Type="http://schemas.openxmlformats.org/officeDocument/2006/relationships/customXml" Target="../ink/ink1469.xml"/><Relationship Id="rId594" Type="http://schemas.openxmlformats.org/officeDocument/2006/relationships/customXml" Target="../ink/ink1490.xml"/><Relationship Id="rId191" Type="http://schemas.openxmlformats.org/officeDocument/2006/relationships/image" Target="../media/image413.png"/><Relationship Id="rId205" Type="http://schemas.openxmlformats.org/officeDocument/2006/relationships/image" Target="../media/image420.png"/><Relationship Id="rId247" Type="http://schemas.openxmlformats.org/officeDocument/2006/relationships/image" Target="../media/image441.png"/><Relationship Id="rId412" Type="http://schemas.openxmlformats.org/officeDocument/2006/relationships/image" Target="../media/image523.png"/><Relationship Id="rId107" Type="http://schemas.openxmlformats.org/officeDocument/2006/relationships/image" Target="../media/image371.png"/><Relationship Id="rId289" Type="http://schemas.openxmlformats.org/officeDocument/2006/relationships/customXml" Target="../ink/ink1337.xml"/><Relationship Id="rId454" Type="http://schemas.openxmlformats.org/officeDocument/2006/relationships/image" Target="../media/image544.png"/><Relationship Id="rId496" Type="http://schemas.openxmlformats.org/officeDocument/2006/relationships/customXml" Target="../ink/ink1441.xml"/><Relationship Id="rId11" Type="http://schemas.openxmlformats.org/officeDocument/2006/relationships/image" Target="../media/image323.png"/><Relationship Id="rId53" Type="http://schemas.openxmlformats.org/officeDocument/2006/relationships/image" Target="../media/image344.png"/><Relationship Id="rId149" Type="http://schemas.openxmlformats.org/officeDocument/2006/relationships/image" Target="../media/image392.png"/><Relationship Id="rId314" Type="http://schemas.openxmlformats.org/officeDocument/2006/relationships/image" Target="../media/image474.png"/><Relationship Id="rId356" Type="http://schemas.openxmlformats.org/officeDocument/2006/relationships/image" Target="../media/image495.png"/><Relationship Id="rId398" Type="http://schemas.openxmlformats.org/officeDocument/2006/relationships/image" Target="../media/image516.png"/><Relationship Id="rId521" Type="http://schemas.openxmlformats.org/officeDocument/2006/relationships/image" Target="../media/image577.png"/><Relationship Id="rId563" Type="http://schemas.openxmlformats.org/officeDocument/2006/relationships/image" Target="../media/image598.png"/><Relationship Id="rId95" Type="http://schemas.openxmlformats.org/officeDocument/2006/relationships/image" Target="../media/image365.png"/><Relationship Id="rId160" Type="http://schemas.openxmlformats.org/officeDocument/2006/relationships/customXml" Target="../ink/ink1272.xml"/><Relationship Id="rId216" Type="http://schemas.openxmlformats.org/officeDocument/2006/relationships/customXml" Target="../ink/ink1300.xml"/><Relationship Id="rId423" Type="http://schemas.openxmlformats.org/officeDocument/2006/relationships/customXml" Target="../ink/ink1404.xml"/><Relationship Id="rId258" Type="http://schemas.openxmlformats.org/officeDocument/2006/relationships/customXml" Target="../ink/ink1321.xml"/><Relationship Id="rId465" Type="http://schemas.openxmlformats.org/officeDocument/2006/relationships/customXml" Target="../ink/ink1425.xml"/><Relationship Id="rId22" Type="http://schemas.openxmlformats.org/officeDocument/2006/relationships/customXml" Target="../ink/ink1203.xml"/><Relationship Id="rId64" Type="http://schemas.openxmlformats.org/officeDocument/2006/relationships/customXml" Target="../ink/ink1224.xml"/><Relationship Id="rId118" Type="http://schemas.openxmlformats.org/officeDocument/2006/relationships/customXml" Target="../ink/ink1251.xml"/><Relationship Id="rId325" Type="http://schemas.openxmlformats.org/officeDocument/2006/relationships/customXml" Target="../ink/ink1355.xml"/><Relationship Id="rId367" Type="http://schemas.openxmlformats.org/officeDocument/2006/relationships/customXml" Target="../ink/ink1376.xml"/><Relationship Id="rId532" Type="http://schemas.openxmlformats.org/officeDocument/2006/relationships/customXml" Target="../ink/ink1459.xml"/><Relationship Id="rId574" Type="http://schemas.openxmlformats.org/officeDocument/2006/relationships/customXml" Target="../ink/ink1480.xml"/><Relationship Id="rId171" Type="http://schemas.openxmlformats.org/officeDocument/2006/relationships/image" Target="../media/image403.png"/><Relationship Id="rId227" Type="http://schemas.openxmlformats.org/officeDocument/2006/relationships/image" Target="../media/image431.png"/><Relationship Id="rId269" Type="http://schemas.openxmlformats.org/officeDocument/2006/relationships/image" Target="../media/image452.png"/><Relationship Id="rId434" Type="http://schemas.openxmlformats.org/officeDocument/2006/relationships/image" Target="../media/image534.png"/><Relationship Id="rId476" Type="http://schemas.openxmlformats.org/officeDocument/2006/relationships/image" Target="../media/image555.png"/><Relationship Id="rId33" Type="http://schemas.openxmlformats.org/officeDocument/2006/relationships/image" Target="../media/image334.png"/><Relationship Id="rId129" Type="http://schemas.openxmlformats.org/officeDocument/2006/relationships/image" Target="../media/image382.png"/><Relationship Id="rId280" Type="http://schemas.openxmlformats.org/officeDocument/2006/relationships/customXml" Target="../ink/ink1332.xml"/><Relationship Id="rId336" Type="http://schemas.openxmlformats.org/officeDocument/2006/relationships/image" Target="../media/image485.png"/><Relationship Id="rId501" Type="http://schemas.openxmlformats.org/officeDocument/2006/relationships/image" Target="../media/image567.png"/><Relationship Id="rId543" Type="http://schemas.openxmlformats.org/officeDocument/2006/relationships/image" Target="../media/image588.png"/><Relationship Id="rId75" Type="http://schemas.openxmlformats.org/officeDocument/2006/relationships/image" Target="../media/image355.png"/><Relationship Id="rId140" Type="http://schemas.openxmlformats.org/officeDocument/2006/relationships/customXml" Target="../ink/ink1262.xml"/><Relationship Id="rId182" Type="http://schemas.openxmlformats.org/officeDocument/2006/relationships/customXml" Target="../ink/ink1283.xml"/><Relationship Id="rId378" Type="http://schemas.openxmlformats.org/officeDocument/2006/relationships/image" Target="../media/image506.png"/><Relationship Id="rId403" Type="http://schemas.openxmlformats.org/officeDocument/2006/relationships/customXml" Target="../ink/ink1394.xml"/><Relationship Id="rId585" Type="http://schemas.openxmlformats.org/officeDocument/2006/relationships/image" Target="../media/image609.png"/><Relationship Id="rId6" Type="http://schemas.openxmlformats.org/officeDocument/2006/relationships/customXml" Target="../ink/ink1195.xml"/><Relationship Id="rId238" Type="http://schemas.openxmlformats.org/officeDocument/2006/relationships/customXml" Target="../ink/ink1311.xml"/><Relationship Id="rId445" Type="http://schemas.openxmlformats.org/officeDocument/2006/relationships/customXml" Target="../ink/ink1415.xml"/><Relationship Id="rId487" Type="http://schemas.openxmlformats.org/officeDocument/2006/relationships/customXml" Target="../ink/ink1436.xml"/><Relationship Id="rId291" Type="http://schemas.openxmlformats.org/officeDocument/2006/relationships/customXml" Target="../ink/ink1338.xml"/><Relationship Id="rId305" Type="http://schemas.openxmlformats.org/officeDocument/2006/relationships/customXml" Target="../ink/ink1345.xml"/><Relationship Id="rId347" Type="http://schemas.openxmlformats.org/officeDocument/2006/relationships/customXml" Target="../ink/ink1366.xml"/><Relationship Id="rId512" Type="http://schemas.openxmlformats.org/officeDocument/2006/relationships/customXml" Target="../ink/ink1449.xml"/><Relationship Id="rId44" Type="http://schemas.openxmlformats.org/officeDocument/2006/relationships/customXml" Target="../ink/ink1214.xml"/><Relationship Id="rId86" Type="http://schemas.openxmlformats.org/officeDocument/2006/relationships/customXml" Target="../ink/ink1235.xml"/><Relationship Id="rId151" Type="http://schemas.openxmlformats.org/officeDocument/2006/relationships/image" Target="../media/image393.png"/><Relationship Id="rId389" Type="http://schemas.openxmlformats.org/officeDocument/2006/relationships/customXml" Target="../ink/ink1387.xml"/><Relationship Id="rId554" Type="http://schemas.openxmlformats.org/officeDocument/2006/relationships/customXml" Target="../ink/ink1470.xml"/><Relationship Id="rId596" Type="http://schemas.openxmlformats.org/officeDocument/2006/relationships/customXml" Target="../ink/ink1491.xml"/><Relationship Id="rId193" Type="http://schemas.openxmlformats.org/officeDocument/2006/relationships/image" Target="../media/image414.png"/><Relationship Id="rId207" Type="http://schemas.openxmlformats.org/officeDocument/2006/relationships/image" Target="../media/image421.png"/><Relationship Id="rId249" Type="http://schemas.openxmlformats.org/officeDocument/2006/relationships/image" Target="../media/image442.png"/><Relationship Id="rId414" Type="http://schemas.openxmlformats.org/officeDocument/2006/relationships/image" Target="../media/image524.png"/><Relationship Id="rId456" Type="http://schemas.openxmlformats.org/officeDocument/2006/relationships/image" Target="../media/image545.png"/><Relationship Id="rId498" Type="http://schemas.openxmlformats.org/officeDocument/2006/relationships/customXml" Target="../ink/ink1442.xml"/><Relationship Id="rId13" Type="http://schemas.openxmlformats.org/officeDocument/2006/relationships/image" Target="../media/image324.png"/><Relationship Id="rId109" Type="http://schemas.openxmlformats.org/officeDocument/2006/relationships/image" Target="../media/image372.png"/><Relationship Id="rId260" Type="http://schemas.openxmlformats.org/officeDocument/2006/relationships/customXml" Target="../ink/ink1322.xml"/><Relationship Id="rId316" Type="http://schemas.openxmlformats.org/officeDocument/2006/relationships/image" Target="../media/image475.png"/><Relationship Id="rId523" Type="http://schemas.openxmlformats.org/officeDocument/2006/relationships/image" Target="../media/image578.png"/><Relationship Id="rId55" Type="http://schemas.openxmlformats.org/officeDocument/2006/relationships/image" Target="../media/image345.png"/><Relationship Id="rId97" Type="http://schemas.openxmlformats.org/officeDocument/2006/relationships/image" Target="../media/image366.png"/><Relationship Id="rId120" Type="http://schemas.openxmlformats.org/officeDocument/2006/relationships/customXml" Target="../ink/ink1252.xml"/><Relationship Id="rId358" Type="http://schemas.openxmlformats.org/officeDocument/2006/relationships/image" Target="../media/image496.png"/><Relationship Id="rId565" Type="http://schemas.openxmlformats.org/officeDocument/2006/relationships/image" Target="../media/image599.png"/><Relationship Id="rId162" Type="http://schemas.openxmlformats.org/officeDocument/2006/relationships/customXml" Target="../ink/ink1273.xml"/><Relationship Id="rId218" Type="http://schemas.openxmlformats.org/officeDocument/2006/relationships/customXml" Target="../ink/ink1301.xml"/><Relationship Id="rId425" Type="http://schemas.openxmlformats.org/officeDocument/2006/relationships/customXml" Target="../ink/ink1405.xml"/><Relationship Id="rId467" Type="http://schemas.openxmlformats.org/officeDocument/2006/relationships/customXml" Target="../ink/ink1426.xml"/><Relationship Id="rId271" Type="http://schemas.openxmlformats.org/officeDocument/2006/relationships/image" Target="../media/image453.png"/><Relationship Id="rId24" Type="http://schemas.openxmlformats.org/officeDocument/2006/relationships/customXml" Target="../ink/ink1204.xml"/><Relationship Id="rId66" Type="http://schemas.openxmlformats.org/officeDocument/2006/relationships/customXml" Target="../ink/ink1225.xml"/><Relationship Id="rId131" Type="http://schemas.openxmlformats.org/officeDocument/2006/relationships/image" Target="../media/image383.png"/><Relationship Id="rId327" Type="http://schemas.openxmlformats.org/officeDocument/2006/relationships/customXml" Target="../ink/ink1356.xml"/><Relationship Id="rId369" Type="http://schemas.openxmlformats.org/officeDocument/2006/relationships/customXml" Target="../ink/ink1377.xml"/><Relationship Id="rId534" Type="http://schemas.openxmlformats.org/officeDocument/2006/relationships/customXml" Target="../ink/ink1460.xml"/><Relationship Id="rId576" Type="http://schemas.openxmlformats.org/officeDocument/2006/relationships/customXml" Target="../ink/ink1481.xml"/><Relationship Id="rId173" Type="http://schemas.openxmlformats.org/officeDocument/2006/relationships/image" Target="../media/image404.png"/><Relationship Id="rId229" Type="http://schemas.openxmlformats.org/officeDocument/2006/relationships/image" Target="../media/image432.png"/><Relationship Id="rId380" Type="http://schemas.openxmlformats.org/officeDocument/2006/relationships/image" Target="../media/image507.png"/><Relationship Id="rId436" Type="http://schemas.openxmlformats.org/officeDocument/2006/relationships/image" Target="../media/image535.png"/><Relationship Id="rId601" Type="http://schemas.openxmlformats.org/officeDocument/2006/relationships/image" Target="../media/image617.png"/><Relationship Id="rId240" Type="http://schemas.openxmlformats.org/officeDocument/2006/relationships/customXml" Target="../ink/ink1312.xml"/><Relationship Id="rId478" Type="http://schemas.openxmlformats.org/officeDocument/2006/relationships/image" Target="../media/image556.png"/><Relationship Id="rId35" Type="http://schemas.openxmlformats.org/officeDocument/2006/relationships/image" Target="../media/image335.png"/><Relationship Id="rId77" Type="http://schemas.openxmlformats.org/officeDocument/2006/relationships/image" Target="../media/image356.png"/><Relationship Id="rId100" Type="http://schemas.openxmlformats.org/officeDocument/2006/relationships/customXml" Target="../ink/ink1242.xml"/><Relationship Id="rId282" Type="http://schemas.openxmlformats.org/officeDocument/2006/relationships/image" Target="../media/image458.png"/><Relationship Id="rId338" Type="http://schemas.openxmlformats.org/officeDocument/2006/relationships/image" Target="../media/image486.png"/><Relationship Id="rId503" Type="http://schemas.openxmlformats.org/officeDocument/2006/relationships/image" Target="../media/image568.png"/><Relationship Id="rId545" Type="http://schemas.openxmlformats.org/officeDocument/2006/relationships/image" Target="../media/image589.png"/><Relationship Id="rId587" Type="http://schemas.openxmlformats.org/officeDocument/2006/relationships/image" Target="../media/image610.png"/><Relationship Id="rId8" Type="http://schemas.openxmlformats.org/officeDocument/2006/relationships/customXml" Target="../ink/ink1196.xml"/><Relationship Id="rId142" Type="http://schemas.openxmlformats.org/officeDocument/2006/relationships/customXml" Target="../ink/ink1263.xml"/><Relationship Id="rId184" Type="http://schemas.openxmlformats.org/officeDocument/2006/relationships/customXml" Target="../ink/ink1284.xml"/><Relationship Id="rId391" Type="http://schemas.openxmlformats.org/officeDocument/2006/relationships/customXml" Target="../ink/ink1388.xml"/><Relationship Id="rId405" Type="http://schemas.openxmlformats.org/officeDocument/2006/relationships/customXml" Target="../ink/ink1395.xml"/><Relationship Id="rId447" Type="http://schemas.openxmlformats.org/officeDocument/2006/relationships/customXml" Target="../ink/ink1416.xml"/><Relationship Id="rId251" Type="http://schemas.openxmlformats.org/officeDocument/2006/relationships/image" Target="../media/image443.png"/><Relationship Id="rId489" Type="http://schemas.openxmlformats.org/officeDocument/2006/relationships/image" Target="../media/image561.png"/><Relationship Id="rId46" Type="http://schemas.openxmlformats.org/officeDocument/2006/relationships/customXml" Target="../ink/ink1215.xml"/><Relationship Id="rId293" Type="http://schemas.openxmlformats.org/officeDocument/2006/relationships/customXml" Target="../ink/ink1339.xml"/><Relationship Id="rId307" Type="http://schemas.openxmlformats.org/officeDocument/2006/relationships/customXml" Target="../ink/ink1346.xml"/><Relationship Id="rId349" Type="http://schemas.openxmlformats.org/officeDocument/2006/relationships/customXml" Target="../ink/ink1367.xml"/><Relationship Id="rId514" Type="http://schemas.openxmlformats.org/officeDocument/2006/relationships/customXml" Target="../ink/ink1450.xml"/><Relationship Id="rId556" Type="http://schemas.openxmlformats.org/officeDocument/2006/relationships/customXml" Target="../ink/ink1471.xml"/><Relationship Id="rId88" Type="http://schemas.openxmlformats.org/officeDocument/2006/relationships/customXml" Target="../ink/ink1236.xml"/><Relationship Id="rId111" Type="http://schemas.openxmlformats.org/officeDocument/2006/relationships/image" Target="../media/image373.png"/><Relationship Id="rId153" Type="http://schemas.openxmlformats.org/officeDocument/2006/relationships/image" Target="../media/image394.png"/><Relationship Id="rId195" Type="http://schemas.openxmlformats.org/officeDocument/2006/relationships/image" Target="../media/image415.png"/><Relationship Id="rId209" Type="http://schemas.openxmlformats.org/officeDocument/2006/relationships/image" Target="../media/image422.png"/><Relationship Id="rId360" Type="http://schemas.openxmlformats.org/officeDocument/2006/relationships/image" Target="../media/image497.png"/><Relationship Id="rId416" Type="http://schemas.openxmlformats.org/officeDocument/2006/relationships/image" Target="../media/image525.png"/><Relationship Id="rId598" Type="http://schemas.openxmlformats.org/officeDocument/2006/relationships/customXml" Target="../ink/ink1492.xml"/><Relationship Id="rId220" Type="http://schemas.openxmlformats.org/officeDocument/2006/relationships/customXml" Target="../ink/ink1302.xml"/><Relationship Id="rId458" Type="http://schemas.openxmlformats.org/officeDocument/2006/relationships/image" Target="../media/image546.png"/><Relationship Id="rId15" Type="http://schemas.openxmlformats.org/officeDocument/2006/relationships/image" Target="../media/image325.png"/><Relationship Id="rId57" Type="http://schemas.openxmlformats.org/officeDocument/2006/relationships/image" Target="../media/image346.png"/><Relationship Id="rId262" Type="http://schemas.openxmlformats.org/officeDocument/2006/relationships/customXml" Target="../ink/ink1323.xml"/><Relationship Id="rId318" Type="http://schemas.openxmlformats.org/officeDocument/2006/relationships/image" Target="../media/image476.png"/><Relationship Id="rId525" Type="http://schemas.openxmlformats.org/officeDocument/2006/relationships/image" Target="../media/image579.png"/><Relationship Id="rId567" Type="http://schemas.openxmlformats.org/officeDocument/2006/relationships/image" Target="../media/image600.png"/><Relationship Id="rId99" Type="http://schemas.openxmlformats.org/officeDocument/2006/relationships/image" Target="../media/image367.png"/><Relationship Id="rId122" Type="http://schemas.openxmlformats.org/officeDocument/2006/relationships/customXml" Target="../ink/ink1253.xml"/><Relationship Id="rId164" Type="http://schemas.openxmlformats.org/officeDocument/2006/relationships/customXml" Target="../ink/ink1274.xml"/><Relationship Id="rId371" Type="http://schemas.openxmlformats.org/officeDocument/2006/relationships/customXml" Target="../ink/ink1378.xml"/><Relationship Id="rId427" Type="http://schemas.openxmlformats.org/officeDocument/2006/relationships/customXml" Target="../ink/ink1406.xml"/><Relationship Id="rId469" Type="http://schemas.openxmlformats.org/officeDocument/2006/relationships/customXml" Target="../ink/ink1427.xml"/><Relationship Id="rId26" Type="http://schemas.openxmlformats.org/officeDocument/2006/relationships/customXml" Target="../ink/ink1205.xml"/><Relationship Id="rId231" Type="http://schemas.openxmlformats.org/officeDocument/2006/relationships/image" Target="../media/image433.png"/><Relationship Id="rId273" Type="http://schemas.openxmlformats.org/officeDocument/2006/relationships/image" Target="../media/image454.png"/><Relationship Id="rId329" Type="http://schemas.openxmlformats.org/officeDocument/2006/relationships/customXml" Target="../ink/ink1357.xml"/><Relationship Id="rId480" Type="http://schemas.openxmlformats.org/officeDocument/2006/relationships/image" Target="../media/image557.png"/><Relationship Id="rId536" Type="http://schemas.openxmlformats.org/officeDocument/2006/relationships/customXml" Target="../ink/ink1461.xml"/><Relationship Id="rId68" Type="http://schemas.openxmlformats.org/officeDocument/2006/relationships/customXml" Target="../ink/ink1226.xml"/><Relationship Id="rId133" Type="http://schemas.openxmlformats.org/officeDocument/2006/relationships/image" Target="../media/image384.png"/><Relationship Id="rId175" Type="http://schemas.openxmlformats.org/officeDocument/2006/relationships/image" Target="../media/image405.png"/><Relationship Id="rId340" Type="http://schemas.openxmlformats.org/officeDocument/2006/relationships/image" Target="../media/image487.png"/><Relationship Id="rId578" Type="http://schemas.openxmlformats.org/officeDocument/2006/relationships/customXml" Target="../ink/ink1482.xml"/><Relationship Id="rId200" Type="http://schemas.openxmlformats.org/officeDocument/2006/relationships/customXml" Target="../ink/ink1292.xml"/><Relationship Id="rId382" Type="http://schemas.openxmlformats.org/officeDocument/2006/relationships/image" Target="../media/image508.png"/><Relationship Id="rId438" Type="http://schemas.openxmlformats.org/officeDocument/2006/relationships/image" Target="../media/image536.png"/><Relationship Id="rId603" Type="http://schemas.openxmlformats.org/officeDocument/2006/relationships/image" Target="../media/image618.png"/><Relationship Id="rId242" Type="http://schemas.openxmlformats.org/officeDocument/2006/relationships/customXml" Target="../ink/ink1313.xml"/><Relationship Id="rId284" Type="http://schemas.openxmlformats.org/officeDocument/2006/relationships/image" Target="../media/image459.png"/><Relationship Id="rId491" Type="http://schemas.openxmlformats.org/officeDocument/2006/relationships/image" Target="../media/image562.png"/><Relationship Id="rId505" Type="http://schemas.openxmlformats.org/officeDocument/2006/relationships/image" Target="../media/image569.png"/><Relationship Id="rId37" Type="http://schemas.openxmlformats.org/officeDocument/2006/relationships/image" Target="../media/image336.png"/><Relationship Id="rId79" Type="http://schemas.openxmlformats.org/officeDocument/2006/relationships/image" Target="../media/image357.png"/><Relationship Id="rId102" Type="http://schemas.openxmlformats.org/officeDocument/2006/relationships/customXml" Target="../ink/ink1243.xml"/><Relationship Id="rId144" Type="http://schemas.openxmlformats.org/officeDocument/2006/relationships/customXml" Target="../ink/ink1264.xml"/><Relationship Id="rId547" Type="http://schemas.openxmlformats.org/officeDocument/2006/relationships/image" Target="../media/image590.png"/><Relationship Id="rId589" Type="http://schemas.openxmlformats.org/officeDocument/2006/relationships/image" Target="../media/image611.png"/><Relationship Id="rId90" Type="http://schemas.openxmlformats.org/officeDocument/2006/relationships/customXml" Target="../ink/ink1237.xml"/><Relationship Id="rId186" Type="http://schemas.openxmlformats.org/officeDocument/2006/relationships/customXml" Target="../ink/ink1285.xml"/><Relationship Id="rId351" Type="http://schemas.openxmlformats.org/officeDocument/2006/relationships/customXml" Target="../ink/ink1368.xml"/><Relationship Id="rId393" Type="http://schemas.openxmlformats.org/officeDocument/2006/relationships/customXml" Target="../ink/ink1389.xml"/><Relationship Id="rId407" Type="http://schemas.openxmlformats.org/officeDocument/2006/relationships/customXml" Target="../ink/ink1396.xml"/><Relationship Id="rId449" Type="http://schemas.openxmlformats.org/officeDocument/2006/relationships/customXml" Target="../ink/ink1417.xml"/><Relationship Id="rId211" Type="http://schemas.openxmlformats.org/officeDocument/2006/relationships/image" Target="../media/image423.png"/><Relationship Id="rId253" Type="http://schemas.openxmlformats.org/officeDocument/2006/relationships/image" Target="../media/image444.png"/><Relationship Id="rId295" Type="http://schemas.openxmlformats.org/officeDocument/2006/relationships/customXml" Target="../ink/ink1340.xml"/><Relationship Id="rId309" Type="http://schemas.openxmlformats.org/officeDocument/2006/relationships/customXml" Target="../ink/ink1347.xml"/><Relationship Id="rId460" Type="http://schemas.openxmlformats.org/officeDocument/2006/relationships/image" Target="../media/image547.png"/><Relationship Id="rId516" Type="http://schemas.openxmlformats.org/officeDocument/2006/relationships/customXml" Target="../ink/ink1451.xml"/><Relationship Id="rId48" Type="http://schemas.openxmlformats.org/officeDocument/2006/relationships/customXml" Target="../ink/ink1216.xml"/><Relationship Id="rId113" Type="http://schemas.openxmlformats.org/officeDocument/2006/relationships/image" Target="../media/image374.png"/><Relationship Id="rId320" Type="http://schemas.openxmlformats.org/officeDocument/2006/relationships/image" Target="../media/image477.png"/><Relationship Id="rId558" Type="http://schemas.openxmlformats.org/officeDocument/2006/relationships/customXml" Target="../ink/ink1472.xml"/><Relationship Id="rId155" Type="http://schemas.openxmlformats.org/officeDocument/2006/relationships/image" Target="../media/image395.png"/><Relationship Id="rId197" Type="http://schemas.openxmlformats.org/officeDocument/2006/relationships/image" Target="../media/image416.png"/><Relationship Id="rId362" Type="http://schemas.openxmlformats.org/officeDocument/2006/relationships/image" Target="../media/image498.png"/><Relationship Id="rId418" Type="http://schemas.openxmlformats.org/officeDocument/2006/relationships/image" Target="../media/image526.png"/><Relationship Id="rId222" Type="http://schemas.openxmlformats.org/officeDocument/2006/relationships/customXml" Target="../ink/ink1303.xml"/><Relationship Id="rId264" Type="http://schemas.openxmlformats.org/officeDocument/2006/relationships/customXml" Target="../ink/ink1324.xml"/><Relationship Id="rId471" Type="http://schemas.openxmlformats.org/officeDocument/2006/relationships/customXml" Target="../ink/ink1428.xml"/><Relationship Id="rId17" Type="http://schemas.openxmlformats.org/officeDocument/2006/relationships/image" Target="../media/image326.png"/><Relationship Id="rId59" Type="http://schemas.openxmlformats.org/officeDocument/2006/relationships/image" Target="../media/image347.png"/><Relationship Id="rId124" Type="http://schemas.openxmlformats.org/officeDocument/2006/relationships/customXml" Target="../ink/ink1254.xml"/><Relationship Id="rId527" Type="http://schemas.openxmlformats.org/officeDocument/2006/relationships/image" Target="../media/image580.png"/><Relationship Id="rId569" Type="http://schemas.openxmlformats.org/officeDocument/2006/relationships/image" Target="../media/image601.png"/><Relationship Id="rId70" Type="http://schemas.openxmlformats.org/officeDocument/2006/relationships/customXml" Target="../ink/ink1227.xml"/><Relationship Id="rId166" Type="http://schemas.openxmlformats.org/officeDocument/2006/relationships/customXml" Target="../ink/ink1275.xml"/><Relationship Id="rId331" Type="http://schemas.openxmlformats.org/officeDocument/2006/relationships/customXml" Target="../ink/ink1358.xml"/><Relationship Id="rId373" Type="http://schemas.openxmlformats.org/officeDocument/2006/relationships/customXml" Target="../ink/ink1379.xml"/><Relationship Id="rId429" Type="http://schemas.openxmlformats.org/officeDocument/2006/relationships/customXml" Target="../ink/ink1407.xml"/><Relationship Id="rId580" Type="http://schemas.openxmlformats.org/officeDocument/2006/relationships/customXml" Target="../ink/ink1483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434.png"/><Relationship Id="rId440" Type="http://schemas.openxmlformats.org/officeDocument/2006/relationships/image" Target="../media/image537.png"/><Relationship Id="rId28" Type="http://schemas.openxmlformats.org/officeDocument/2006/relationships/customXml" Target="../ink/ink1206.xml"/><Relationship Id="rId275" Type="http://schemas.openxmlformats.org/officeDocument/2006/relationships/image" Target="../media/image455.png"/><Relationship Id="rId300" Type="http://schemas.openxmlformats.org/officeDocument/2006/relationships/image" Target="../media/image467.png"/><Relationship Id="rId482" Type="http://schemas.openxmlformats.org/officeDocument/2006/relationships/image" Target="../media/image558.png"/><Relationship Id="rId538" Type="http://schemas.openxmlformats.org/officeDocument/2006/relationships/customXml" Target="../ink/ink1462.xml"/><Relationship Id="rId81" Type="http://schemas.openxmlformats.org/officeDocument/2006/relationships/image" Target="../media/image358.png"/><Relationship Id="rId135" Type="http://schemas.openxmlformats.org/officeDocument/2006/relationships/image" Target="../media/image385.png"/><Relationship Id="rId177" Type="http://schemas.openxmlformats.org/officeDocument/2006/relationships/image" Target="../media/image406.png"/><Relationship Id="rId342" Type="http://schemas.openxmlformats.org/officeDocument/2006/relationships/image" Target="../media/image488.png"/><Relationship Id="rId384" Type="http://schemas.openxmlformats.org/officeDocument/2006/relationships/image" Target="../media/image509.png"/><Relationship Id="rId591" Type="http://schemas.openxmlformats.org/officeDocument/2006/relationships/image" Target="../media/image612.png"/><Relationship Id="rId202" Type="http://schemas.openxmlformats.org/officeDocument/2006/relationships/customXml" Target="../ink/ink1293.xml"/><Relationship Id="rId244" Type="http://schemas.openxmlformats.org/officeDocument/2006/relationships/customXml" Target="../ink/ink1314.xml"/><Relationship Id="rId39" Type="http://schemas.openxmlformats.org/officeDocument/2006/relationships/image" Target="../media/image337.png"/><Relationship Id="rId286" Type="http://schemas.openxmlformats.org/officeDocument/2006/relationships/image" Target="../media/image460.png"/><Relationship Id="rId451" Type="http://schemas.openxmlformats.org/officeDocument/2006/relationships/customXml" Target="../ink/ink1418.xml"/><Relationship Id="rId493" Type="http://schemas.openxmlformats.org/officeDocument/2006/relationships/image" Target="../media/image563.png"/><Relationship Id="rId507" Type="http://schemas.openxmlformats.org/officeDocument/2006/relationships/image" Target="../media/image570.png"/><Relationship Id="rId549" Type="http://schemas.openxmlformats.org/officeDocument/2006/relationships/image" Target="../media/image591.png"/><Relationship Id="rId50" Type="http://schemas.openxmlformats.org/officeDocument/2006/relationships/customXml" Target="../ink/ink1217.xml"/><Relationship Id="rId104" Type="http://schemas.openxmlformats.org/officeDocument/2006/relationships/customXml" Target="../ink/ink1244.xml"/><Relationship Id="rId146" Type="http://schemas.openxmlformats.org/officeDocument/2006/relationships/customXml" Target="../ink/ink1265.xml"/><Relationship Id="rId188" Type="http://schemas.openxmlformats.org/officeDocument/2006/relationships/customXml" Target="../ink/ink1286.xml"/><Relationship Id="rId311" Type="http://schemas.openxmlformats.org/officeDocument/2006/relationships/customXml" Target="../ink/ink1348.xml"/><Relationship Id="rId353" Type="http://schemas.openxmlformats.org/officeDocument/2006/relationships/customXml" Target="../ink/ink1369.xml"/><Relationship Id="rId395" Type="http://schemas.openxmlformats.org/officeDocument/2006/relationships/customXml" Target="../ink/ink1390.xml"/><Relationship Id="rId409" Type="http://schemas.openxmlformats.org/officeDocument/2006/relationships/customXml" Target="../ink/ink1397.xml"/><Relationship Id="rId560" Type="http://schemas.openxmlformats.org/officeDocument/2006/relationships/customXml" Target="../ink/ink1473.xml"/><Relationship Id="rId92" Type="http://schemas.openxmlformats.org/officeDocument/2006/relationships/customXml" Target="../ink/ink1238.xml"/><Relationship Id="rId213" Type="http://schemas.openxmlformats.org/officeDocument/2006/relationships/image" Target="../media/image424.png"/><Relationship Id="rId420" Type="http://schemas.openxmlformats.org/officeDocument/2006/relationships/image" Target="../media/image527.png"/><Relationship Id="rId255" Type="http://schemas.openxmlformats.org/officeDocument/2006/relationships/image" Target="../media/image445.png"/><Relationship Id="rId297" Type="http://schemas.openxmlformats.org/officeDocument/2006/relationships/customXml" Target="../ink/ink1341.xml"/><Relationship Id="rId462" Type="http://schemas.openxmlformats.org/officeDocument/2006/relationships/image" Target="../media/image548.png"/><Relationship Id="rId518" Type="http://schemas.openxmlformats.org/officeDocument/2006/relationships/customXml" Target="../ink/ink1452.xml"/><Relationship Id="rId115" Type="http://schemas.openxmlformats.org/officeDocument/2006/relationships/image" Target="../media/image375.png"/><Relationship Id="rId157" Type="http://schemas.openxmlformats.org/officeDocument/2006/relationships/image" Target="../media/image396.png"/><Relationship Id="rId322" Type="http://schemas.openxmlformats.org/officeDocument/2006/relationships/image" Target="../media/image478.png"/><Relationship Id="rId364" Type="http://schemas.openxmlformats.org/officeDocument/2006/relationships/image" Target="../media/image499.png"/><Relationship Id="rId61" Type="http://schemas.openxmlformats.org/officeDocument/2006/relationships/image" Target="../media/image348.png"/><Relationship Id="rId199" Type="http://schemas.openxmlformats.org/officeDocument/2006/relationships/image" Target="../media/image417.png"/><Relationship Id="rId571" Type="http://schemas.openxmlformats.org/officeDocument/2006/relationships/image" Target="../media/image602.png"/><Relationship Id="rId19" Type="http://schemas.openxmlformats.org/officeDocument/2006/relationships/image" Target="../media/image327.png"/><Relationship Id="rId224" Type="http://schemas.openxmlformats.org/officeDocument/2006/relationships/customXml" Target="../ink/ink1304.xml"/><Relationship Id="rId266" Type="http://schemas.openxmlformats.org/officeDocument/2006/relationships/customXml" Target="../ink/ink1325.xml"/><Relationship Id="rId431" Type="http://schemas.openxmlformats.org/officeDocument/2006/relationships/customXml" Target="../ink/ink1408.xml"/><Relationship Id="rId473" Type="http://schemas.openxmlformats.org/officeDocument/2006/relationships/customXml" Target="../ink/ink1429.xml"/><Relationship Id="rId529" Type="http://schemas.openxmlformats.org/officeDocument/2006/relationships/image" Target="../media/image581.png"/><Relationship Id="rId30" Type="http://schemas.openxmlformats.org/officeDocument/2006/relationships/customXml" Target="../ink/ink1207.xml"/><Relationship Id="rId126" Type="http://schemas.openxmlformats.org/officeDocument/2006/relationships/customXml" Target="../ink/ink1255.xml"/><Relationship Id="rId168" Type="http://schemas.openxmlformats.org/officeDocument/2006/relationships/customXml" Target="../ink/ink1276.xml"/><Relationship Id="rId333" Type="http://schemas.openxmlformats.org/officeDocument/2006/relationships/customXml" Target="../ink/ink1359.xml"/><Relationship Id="rId540" Type="http://schemas.openxmlformats.org/officeDocument/2006/relationships/customXml" Target="../ink/ink1463.xml"/><Relationship Id="rId72" Type="http://schemas.openxmlformats.org/officeDocument/2006/relationships/customXml" Target="../ink/ink1228.xml"/><Relationship Id="rId375" Type="http://schemas.openxmlformats.org/officeDocument/2006/relationships/customXml" Target="../ink/ink1380.xml"/><Relationship Id="rId582" Type="http://schemas.openxmlformats.org/officeDocument/2006/relationships/customXml" Target="../ink/ink1484.xml"/><Relationship Id="rId3" Type="http://schemas.openxmlformats.org/officeDocument/2006/relationships/image" Target="../media/image319.png"/><Relationship Id="rId235" Type="http://schemas.openxmlformats.org/officeDocument/2006/relationships/image" Target="../media/image435.png"/><Relationship Id="rId277" Type="http://schemas.openxmlformats.org/officeDocument/2006/relationships/image" Target="../media/image456.png"/><Relationship Id="rId400" Type="http://schemas.openxmlformats.org/officeDocument/2006/relationships/image" Target="../media/image517.png"/><Relationship Id="rId442" Type="http://schemas.openxmlformats.org/officeDocument/2006/relationships/image" Target="../media/image538.png"/><Relationship Id="rId484" Type="http://schemas.openxmlformats.org/officeDocument/2006/relationships/image" Target="../media/image559.png"/><Relationship Id="rId137" Type="http://schemas.openxmlformats.org/officeDocument/2006/relationships/image" Target="../media/image386.png"/><Relationship Id="rId302" Type="http://schemas.openxmlformats.org/officeDocument/2006/relationships/image" Target="../media/image468.png"/><Relationship Id="rId344" Type="http://schemas.openxmlformats.org/officeDocument/2006/relationships/image" Target="../media/image489.png"/><Relationship Id="rId41" Type="http://schemas.openxmlformats.org/officeDocument/2006/relationships/image" Target="../media/image338.png"/><Relationship Id="rId83" Type="http://schemas.openxmlformats.org/officeDocument/2006/relationships/image" Target="../media/image359.png"/><Relationship Id="rId179" Type="http://schemas.openxmlformats.org/officeDocument/2006/relationships/image" Target="../media/image407.png"/><Relationship Id="rId386" Type="http://schemas.openxmlformats.org/officeDocument/2006/relationships/image" Target="../media/image510.png"/><Relationship Id="rId551" Type="http://schemas.openxmlformats.org/officeDocument/2006/relationships/image" Target="../media/image592.png"/><Relationship Id="rId593" Type="http://schemas.openxmlformats.org/officeDocument/2006/relationships/image" Target="../media/image613.png"/><Relationship Id="rId190" Type="http://schemas.openxmlformats.org/officeDocument/2006/relationships/customXml" Target="../ink/ink1287.xml"/><Relationship Id="rId204" Type="http://schemas.openxmlformats.org/officeDocument/2006/relationships/customXml" Target="../ink/ink1294.xml"/><Relationship Id="rId246" Type="http://schemas.openxmlformats.org/officeDocument/2006/relationships/customXml" Target="../ink/ink1315.xml"/><Relationship Id="rId288" Type="http://schemas.openxmlformats.org/officeDocument/2006/relationships/image" Target="../media/image461.png"/><Relationship Id="rId411" Type="http://schemas.openxmlformats.org/officeDocument/2006/relationships/customXml" Target="../ink/ink1398.xml"/><Relationship Id="rId453" Type="http://schemas.openxmlformats.org/officeDocument/2006/relationships/customXml" Target="../ink/ink1419.xml"/><Relationship Id="rId509" Type="http://schemas.openxmlformats.org/officeDocument/2006/relationships/image" Target="../media/image571.png"/><Relationship Id="rId106" Type="http://schemas.openxmlformats.org/officeDocument/2006/relationships/customXml" Target="../ink/ink1245.xml"/><Relationship Id="rId313" Type="http://schemas.openxmlformats.org/officeDocument/2006/relationships/customXml" Target="../ink/ink1349.xml"/><Relationship Id="rId495" Type="http://schemas.openxmlformats.org/officeDocument/2006/relationships/image" Target="../media/image564.png"/><Relationship Id="rId10" Type="http://schemas.openxmlformats.org/officeDocument/2006/relationships/customXml" Target="../ink/ink1197.xml"/><Relationship Id="rId52" Type="http://schemas.openxmlformats.org/officeDocument/2006/relationships/customXml" Target="../ink/ink1218.xml"/><Relationship Id="rId94" Type="http://schemas.openxmlformats.org/officeDocument/2006/relationships/customXml" Target="../ink/ink1239.xml"/><Relationship Id="rId148" Type="http://schemas.openxmlformats.org/officeDocument/2006/relationships/customXml" Target="../ink/ink1266.xml"/><Relationship Id="rId355" Type="http://schemas.openxmlformats.org/officeDocument/2006/relationships/customXml" Target="../ink/ink1370.xml"/><Relationship Id="rId397" Type="http://schemas.openxmlformats.org/officeDocument/2006/relationships/customXml" Target="../ink/ink1391.xml"/><Relationship Id="rId520" Type="http://schemas.openxmlformats.org/officeDocument/2006/relationships/customXml" Target="../ink/ink1453.xml"/><Relationship Id="rId562" Type="http://schemas.openxmlformats.org/officeDocument/2006/relationships/customXml" Target="../ink/ink1474.xml"/><Relationship Id="rId215" Type="http://schemas.openxmlformats.org/officeDocument/2006/relationships/image" Target="../media/image425.png"/><Relationship Id="rId257" Type="http://schemas.openxmlformats.org/officeDocument/2006/relationships/image" Target="../media/image446.png"/><Relationship Id="rId422" Type="http://schemas.openxmlformats.org/officeDocument/2006/relationships/image" Target="../media/image528.png"/><Relationship Id="rId464" Type="http://schemas.openxmlformats.org/officeDocument/2006/relationships/image" Target="../media/image549.png"/><Relationship Id="rId299" Type="http://schemas.openxmlformats.org/officeDocument/2006/relationships/customXml" Target="../ink/ink1342.xml"/><Relationship Id="rId63" Type="http://schemas.openxmlformats.org/officeDocument/2006/relationships/image" Target="../media/image349.png"/><Relationship Id="rId159" Type="http://schemas.openxmlformats.org/officeDocument/2006/relationships/image" Target="../media/image397.png"/><Relationship Id="rId366" Type="http://schemas.openxmlformats.org/officeDocument/2006/relationships/image" Target="../media/image500.png"/><Relationship Id="rId573" Type="http://schemas.openxmlformats.org/officeDocument/2006/relationships/image" Target="../media/image603.png"/><Relationship Id="rId226" Type="http://schemas.openxmlformats.org/officeDocument/2006/relationships/customXml" Target="../ink/ink1305.xml"/><Relationship Id="rId433" Type="http://schemas.openxmlformats.org/officeDocument/2006/relationships/customXml" Target="../ink/ink1409.xml"/><Relationship Id="rId74" Type="http://schemas.openxmlformats.org/officeDocument/2006/relationships/customXml" Target="../ink/ink1229.xml"/><Relationship Id="rId377" Type="http://schemas.openxmlformats.org/officeDocument/2006/relationships/customXml" Target="../ink/ink1381.xml"/><Relationship Id="rId500" Type="http://schemas.openxmlformats.org/officeDocument/2006/relationships/customXml" Target="../ink/ink1443.xml"/><Relationship Id="rId584" Type="http://schemas.openxmlformats.org/officeDocument/2006/relationships/customXml" Target="../ink/ink1485.xml"/><Relationship Id="rId5" Type="http://schemas.openxmlformats.org/officeDocument/2006/relationships/image" Target="../media/image320.png"/><Relationship Id="rId237" Type="http://schemas.openxmlformats.org/officeDocument/2006/relationships/image" Target="../media/image436.png"/><Relationship Id="rId444" Type="http://schemas.openxmlformats.org/officeDocument/2006/relationships/image" Target="../media/image539.png"/><Relationship Id="rId290" Type="http://schemas.openxmlformats.org/officeDocument/2006/relationships/image" Target="../media/image462.png"/><Relationship Id="rId304" Type="http://schemas.openxmlformats.org/officeDocument/2006/relationships/image" Target="../media/image469.png"/><Relationship Id="rId388" Type="http://schemas.openxmlformats.org/officeDocument/2006/relationships/image" Target="../media/image511.png"/><Relationship Id="rId511" Type="http://schemas.openxmlformats.org/officeDocument/2006/relationships/image" Target="../media/image572.png"/><Relationship Id="rId85" Type="http://schemas.openxmlformats.org/officeDocument/2006/relationships/image" Target="../media/image360.png"/><Relationship Id="rId150" Type="http://schemas.openxmlformats.org/officeDocument/2006/relationships/customXml" Target="../ink/ink1267.xml"/><Relationship Id="rId595" Type="http://schemas.openxmlformats.org/officeDocument/2006/relationships/image" Target="../media/image614.png"/><Relationship Id="rId248" Type="http://schemas.openxmlformats.org/officeDocument/2006/relationships/customXml" Target="../ink/ink1316.xml"/><Relationship Id="rId455" Type="http://schemas.openxmlformats.org/officeDocument/2006/relationships/customXml" Target="../ink/ink1420.xml"/><Relationship Id="rId12" Type="http://schemas.openxmlformats.org/officeDocument/2006/relationships/customXml" Target="../ink/ink1198.xml"/><Relationship Id="rId108" Type="http://schemas.openxmlformats.org/officeDocument/2006/relationships/customXml" Target="../ink/ink1246.xml"/><Relationship Id="rId315" Type="http://schemas.openxmlformats.org/officeDocument/2006/relationships/customXml" Target="../ink/ink1350.xml"/><Relationship Id="rId522" Type="http://schemas.openxmlformats.org/officeDocument/2006/relationships/customXml" Target="../ink/ink1454.xml"/><Relationship Id="rId96" Type="http://schemas.openxmlformats.org/officeDocument/2006/relationships/customXml" Target="../ink/ink1240.xml"/><Relationship Id="rId161" Type="http://schemas.openxmlformats.org/officeDocument/2006/relationships/image" Target="../media/image398.png"/><Relationship Id="rId399" Type="http://schemas.openxmlformats.org/officeDocument/2006/relationships/customXml" Target="../ink/ink1392.xml"/><Relationship Id="rId259" Type="http://schemas.openxmlformats.org/officeDocument/2006/relationships/image" Target="../media/image447.png"/><Relationship Id="rId466" Type="http://schemas.openxmlformats.org/officeDocument/2006/relationships/image" Target="../media/image550.png"/><Relationship Id="rId23" Type="http://schemas.openxmlformats.org/officeDocument/2006/relationships/image" Target="../media/image329.png"/><Relationship Id="rId119" Type="http://schemas.openxmlformats.org/officeDocument/2006/relationships/image" Target="../media/image377.png"/><Relationship Id="rId326" Type="http://schemas.openxmlformats.org/officeDocument/2006/relationships/image" Target="../media/image480.png"/><Relationship Id="rId533" Type="http://schemas.openxmlformats.org/officeDocument/2006/relationships/image" Target="../media/image583.png"/><Relationship Id="rId172" Type="http://schemas.openxmlformats.org/officeDocument/2006/relationships/customXml" Target="../ink/ink1278.xml"/><Relationship Id="rId477" Type="http://schemas.openxmlformats.org/officeDocument/2006/relationships/customXml" Target="../ink/ink1431.xml"/><Relationship Id="rId600" Type="http://schemas.openxmlformats.org/officeDocument/2006/relationships/customXml" Target="../ink/ink1493.xml"/><Relationship Id="rId337" Type="http://schemas.openxmlformats.org/officeDocument/2006/relationships/customXml" Target="../ink/ink1361.xml"/><Relationship Id="rId34" Type="http://schemas.openxmlformats.org/officeDocument/2006/relationships/customXml" Target="../ink/ink1209.xml"/><Relationship Id="rId544" Type="http://schemas.openxmlformats.org/officeDocument/2006/relationships/customXml" Target="../ink/ink1465.xml"/><Relationship Id="rId183" Type="http://schemas.openxmlformats.org/officeDocument/2006/relationships/image" Target="../media/image409.png"/><Relationship Id="rId390" Type="http://schemas.openxmlformats.org/officeDocument/2006/relationships/image" Target="../media/image512.png"/><Relationship Id="rId404" Type="http://schemas.openxmlformats.org/officeDocument/2006/relationships/image" Target="../media/image519.png"/><Relationship Id="rId250" Type="http://schemas.openxmlformats.org/officeDocument/2006/relationships/customXml" Target="../ink/ink1317.xml"/><Relationship Id="rId488" Type="http://schemas.openxmlformats.org/officeDocument/2006/relationships/customXml" Target="../ink/ink1437.xml"/><Relationship Id="rId45" Type="http://schemas.openxmlformats.org/officeDocument/2006/relationships/image" Target="../media/image340.png"/><Relationship Id="rId110" Type="http://schemas.openxmlformats.org/officeDocument/2006/relationships/customXml" Target="../ink/ink1247.xml"/><Relationship Id="rId348" Type="http://schemas.openxmlformats.org/officeDocument/2006/relationships/image" Target="../media/image491.png"/><Relationship Id="rId555" Type="http://schemas.openxmlformats.org/officeDocument/2006/relationships/image" Target="../media/image594.png"/><Relationship Id="rId194" Type="http://schemas.openxmlformats.org/officeDocument/2006/relationships/customXml" Target="../ink/ink1289.xml"/><Relationship Id="rId208" Type="http://schemas.openxmlformats.org/officeDocument/2006/relationships/customXml" Target="../ink/ink1296.xml"/><Relationship Id="rId415" Type="http://schemas.openxmlformats.org/officeDocument/2006/relationships/customXml" Target="../ink/ink1400.xml"/><Relationship Id="rId261" Type="http://schemas.openxmlformats.org/officeDocument/2006/relationships/image" Target="../media/image448.png"/><Relationship Id="rId499" Type="http://schemas.openxmlformats.org/officeDocument/2006/relationships/image" Target="../media/image56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98.xml"/><Relationship Id="rId13" Type="http://schemas.openxmlformats.org/officeDocument/2006/relationships/image" Target="../media/image624.png"/><Relationship Id="rId18" Type="http://schemas.openxmlformats.org/officeDocument/2006/relationships/customXml" Target="../ink/ink1503.xml"/><Relationship Id="rId3" Type="http://schemas.openxmlformats.org/officeDocument/2006/relationships/image" Target="../media/image619.png"/><Relationship Id="rId7" Type="http://schemas.openxmlformats.org/officeDocument/2006/relationships/image" Target="../media/image621.png"/><Relationship Id="rId12" Type="http://schemas.openxmlformats.org/officeDocument/2006/relationships/customXml" Target="../ink/ink1500.xml"/><Relationship Id="rId17" Type="http://schemas.openxmlformats.org/officeDocument/2006/relationships/image" Target="../media/image626.png"/><Relationship Id="rId2" Type="http://schemas.openxmlformats.org/officeDocument/2006/relationships/customXml" Target="../ink/ink1495.xml"/><Relationship Id="rId16" Type="http://schemas.openxmlformats.org/officeDocument/2006/relationships/customXml" Target="../ink/ink150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97.xml"/><Relationship Id="rId11" Type="http://schemas.openxmlformats.org/officeDocument/2006/relationships/image" Target="../media/image623.png"/><Relationship Id="rId5" Type="http://schemas.openxmlformats.org/officeDocument/2006/relationships/image" Target="../media/image620.png"/><Relationship Id="rId15" Type="http://schemas.openxmlformats.org/officeDocument/2006/relationships/image" Target="../media/image625.png"/><Relationship Id="rId10" Type="http://schemas.openxmlformats.org/officeDocument/2006/relationships/customXml" Target="../ink/ink1499.xml"/><Relationship Id="rId19" Type="http://schemas.openxmlformats.org/officeDocument/2006/relationships/image" Target="../media/image627.png"/><Relationship Id="rId4" Type="http://schemas.openxmlformats.org/officeDocument/2006/relationships/customXml" Target="../ink/ink1496.xml"/><Relationship Id="rId9" Type="http://schemas.openxmlformats.org/officeDocument/2006/relationships/image" Target="../media/image622.png"/><Relationship Id="rId14" Type="http://schemas.openxmlformats.org/officeDocument/2006/relationships/customXml" Target="../ink/ink150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85.png"/><Relationship Id="rId299" Type="http://schemas.openxmlformats.org/officeDocument/2006/relationships/image" Target="../media/image775.png"/><Relationship Id="rId21" Type="http://schemas.openxmlformats.org/officeDocument/2006/relationships/image" Target="../media/image637.png"/><Relationship Id="rId63" Type="http://schemas.openxmlformats.org/officeDocument/2006/relationships/image" Target="../media/image658.png"/><Relationship Id="rId159" Type="http://schemas.openxmlformats.org/officeDocument/2006/relationships/image" Target="../media/image705.png"/><Relationship Id="rId324" Type="http://schemas.openxmlformats.org/officeDocument/2006/relationships/customXml" Target="../ink/ink1665.xml"/><Relationship Id="rId170" Type="http://schemas.openxmlformats.org/officeDocument/2006/relationships/customXml" Target="../ink/ink1588.xml"/><Relationship Id="rId226" Type="http://schemas.openxmlformats.org/officeDocument/2006/relationships/customXml" Target="../ink/ink1616.xml"/><Relationship Id="rId268" Type="http://schemas.openxmlformats.org/officeDocument/2006/relationships/customXml" Target="../ink/ink1637.xml"/><Relationship Id="rId32" Type="http://schemas.openxmlformats.org/officeDocument/2006/relationships/customXml" Target="../ink/ink1519.xml"/><Relationship Id="rId74" Type="http://schemas.openxmlformats.org/officeDocument/2006/relationships/customXml" Target="../ink/ink1540.xml"/><Relationship Id="rId128" Type="http://schemas.openxmlformats.org/officeDocument/2006/relationships/customXml" Target="../ink/ink1567.xml"/><Relationship Id="rId5" Type="http://schemas.openxmlformats.org/officeDocument/2006/relationships/image" Target="../media/image629.png"/><Relationship Id="rId181" Type="http://schemas.openxmlformats.org/officeDocument/2006/relationships/image" Target="../media/image716.png"/><Relationship Id="rId237" Type="http://schemas.openxmlformats.org/officeDocument/2006/relationships/image" Target="../media/image744.png"/><Relationship Id="rId279" Type="http://schemas.openxmlformats.org/officeDocument/2006/relationships/image" Target="../media/image765.png"/><Relationship Id="rId43" Type="http://schemas.openxmlformats.org/officeDocument/2006/relationships/image" Target="../media/image648.png"/><Relationship Id="rId139" Type="http://schemas.openxmlformats.org/officeDocument/2006/relationships/image" Target="../media/image695.png"/><Relationship Id="rId290" Type="http://schemas.openxmlformats.org/officeDocument/2006/relationships/customXml" Target="../ink/ink1648.xml"/><Relationship Id="rId304" Type="http://schemas.openxmlformats.org/officeDocument/2006/relationships/customXml" Target="../ink/ink1655.xml"/><Relationship Id="rId85" Type="http://schemas.openxmlformats.org/officeDocument/2006/relationships/image" Target="../media/image669.png"/><Relationship Id="rId150" Type="http://schemas.openxmlformats.org/officeDocument/2006/relationships/customXml" Target="../ink/ink1578.xml"/><Relationship Id="rId192" Type="http://schemas.openxmlformats.org/officeDocument/2006/relationships/customXml" Target="../ink/ink1599.xml"/><Relationship Id="rId206" Type="http://schemas.openxmlformats.org/officeDocument/2006/relationships/customXml" Target="../ink/ink1606.xml"/><Relationship Id="rId248" Type="http://schemas.openxmlformats.org/officeDocument/2006/relationships/customXml" Target="../ink/ink1627.xml"/><Relationship Id="rId12" Type="http://schemas.openxmlformats.org/officeDocument/2006/relationships/customXml" Target="../ink/ink1509.xml"/><Relationship Id="rId108" Type="http://schemas.openxmlformats.org/officeDocument/2006/relationships/customXml" Target="../ink/ink1557.xml"/><Relationship Id="rId315" Type="http://schemas.openxmlformats.org/officeDocument/2006/relationships/image" Target="../media/image783.png"/><Relationship Id="rId54" Type="http://schemas.openxmlformats.org/officeDocument/2006/relationships/customXml" Target="../ink/ink1530.xml"/><Relationship Id="rId96" Type="http://schemas.openxmlformats.org/officeDocument/2006/relationships/customXml" Target="../ink/ink1551.xml"/><Relationship Id="rId161" Type="http://schemas.openxmlformats.org/officeDocument/2006/relationships/image" Target="../media/image706.png"/><Relationship Id="rId217" Type="http://schemas.openxmlformats.org/officeDocument/2006/relationships/image" Target="../media/image734.png"/><Relationship Id="rId259" Type="http://schemas.openxmlformats.org/officeDocument/2006/relationships/image" Target="../media/image755.png"/><Relationship Id="rId23" Type="http://schemas.openxmlformats.org/officeDocument/2006/relationships/image" Target="../media/image638.png"/><Relationship Id="rId119" Type="http://schemas.openxmlformats.org/officeDocument/2006/relationships/image" Target="../media/image686.png"/><Relationship Id="rId270" Type="http://schemas.openxmlformats.org/officeDocument/2006/relationships/customXml" Target="../ink/ink1638.xml"/><Relationship Id="rId326" Type="http://schemas.openxmlformats.org/officeDocument/2006/relationships/customXml" Target="../ink/ink1666.xml"/><Relationship Id="rId65" Type="http://schemas.openxmlformats.org/officeDocument/2006/relationships/image" Target="../media/image659.png"/><Relationship Id="rId130" Type="http://schemas.openxmlformats.org/officeDocument/2006/relationships/customXml" Target="../ink/ink1568.xml"/><Relationship Id="rId172" Type="http://schemas.openxmlformats.org/officeDocument/2006/relationships/customXml" Target="../ink/ink1589.xml"/><Relationship Id="rId228" Type="http://schemas.openxmlformats.org/officeDocument/2006/relationships/customXml" Target="../ink/ink1617.xml"/><Relationship Id="rId281" Type="http://schemas.openxmlformats.org/officeDocument/2006/relationships/image" Target="../media/image766.png"/><Relationship Id="rId34" Type="http://schemas.openxmlformats.org/officeDocument/2006/relationships/customXml" Target="../ink/ink1520.xml"/><Relationship Id="rId76" Type="http://schemas.openxmlformats.org/officeDocument/2006/relationships/customXml" Target="../ink/ink1541.xml"/><Relationship Id="rId141" Type="http://schemas.openxmlformats.org/officeDocument/2006/relationships/image" Target="../media/image696.png"/><Relationship Id="rId7" Type="http://schemas.openxmlformats.org/officeDocument/2006/relationships/image" Target="../media/image630.png"/><Relationship Id="rId162" Type="http://schemas.openxmlformats.org/officeDocument/2006/relationships/customXml" Target="../ink/ink1584.xml"/><Relationship Id="rId183" Type="http://schemas.openxmlformats.org/officeDocument/2006/relationships/image" Target="../media/image717.png"/><Relationship Id="rId218" Type="http://schemas.openxmlformats.org/officeDocument/2006/relationships/customXml" Target="../ink/ink1612.xml"/><Relationship Id="rId239" Type="http://schemas.openxmlformats.org/officeDocument/2006/relationships/image" Target="../media/image745.png"/><Relationship Id="rId250" Type="http://schemas.openxmlformats.org/officeDocument/2006/relationships/customXml" Target="../ink/ink1628.xml"/><Relationship Id="rId271" Type="http://schemas.openxmlformats.org/officeDocument/2006/relationships/image" Target="../media/image761.png"/><Relationship Id="rId292" Type="http://schemas.openxmlformats.org/officeDocument/2006/relationships/customXml" Target="../ink/ink1649.xml"/><Relationship Id="rId306" Type="http://schemas.openxmlformats.org/officeDocument/2006/relationships/customXml" Target="../ink/ink1656.xml"/><Relationship Id="rId24" Type="http://schemas.openxmlformats.org/officeDocument/2006/relationships/customXml" Target="../ink/ink1515.xml"/><Relationship Id="rId45" Type="http://schemas.openxmlformats.org/officeDocument/2006/relationships/image" Target="../media/image649.png"/><Relationship Id="rId66" Type="http://schemas.openxmlformats.org/officeDocument/2006/relationships/customXml" Target="../ink/ink1536.xml"/><Relationship Id="rId87" Type="http://schemas.openxmlformats.org/officeDocument/2006/relationships/image" Target="../media/image670.png"/><Relationship Id="rId110" Type="http://schemas.openxmlformats.org/officeDocument/2006/relationships/customXml" Target="../ink/ink1558.xml"/><Relationship Id="rId131" Type="http://schemas.openxmlformats.org/officeDocument/2006/relationships/image" Target="../media/image691.png"/><Relationship Id="rId327" Type="http://schemas.openxmlformats.org/officeDocument/2006/relationships/image" Target="../media/image789.png"/><Relationship Id="rId152" Type="http://schemas.openxmlformats.org/officeDocument/2006/relationships/customXml" Target="../ink/ink1579.xml"/><Relationship Id="rId173" Type="http://schemas.openxmlformats.org/officeDocument/2006/relationships/image" Target="../media/image712.png"/><Relationship Id="rId194" Type="http://schemas.openxmlformats.org/officeDocument/2006/relationships/customXml" Target="../ink/ink1600.xml"/><Relationship Id="rId208" Type="http://schemas.openxmlformats.org/officeDocument/2006/relationships/customXml" Target="../ink/ink1607.xml"/><Relationship Id="rId229" Type="http://schemas.openxmlformats.org/officeDocument/2006/relationships/image" Target="../media/image740.png"/><Relationship Id="rId240" Type="http://schemas.openxmlformats.org/officeDocument/2006/relationships/customXml" Target="../ink/ink1623.xml"/><Relationship Id="rId261" Type="http://schemas.openxmlformats.org/officeDocument/2006/relationships/image" Target="../media/image756.png"/><Relationship Id="rId14" Type="http://schemas.openxmlformats.org/officeDocument/2006/relationships/customXml" Target="../ink/ink1510.xml"/><Relationship Id="rId35" Type="http://schemas.openxmlformats.org/officeDocument/2006/relationships/image" Target="../media/image644.png"/><Relationship Id="rId56" Type="http://schemas.openxmlformats.org/officeDocument/2006/relationships/customXml" Target="../ink/ink1531.xml"/><Relationship Id="rId77" Type="http://schemas.openxmlformats.org/officeDocument/2006/relationships/image" Target="../media/image665.png"/><Relationship Id="rId100" Type="http://schemas.openxmlformats.org/officeDocument/2006/relationships/customXml" Target="../ink/ink1553.xml"/><Relationship Id="rId282" Type="http://schemas.openxmlformats.org/officeDocument/2006/relationships/customXml" Target="../ink/ink1644.xml"/><Relationship Id="rId317" Type="http://schemas.openxmlformats.org/officeDocument/2006/relationships/image" Target="../media/image784.png"/><Relationship Id="rId8" Type="http://schemas.openxmlformats.org/officeDocument/2006/relationships/customXml" Target="../ink/ink1507.xml"/><Relationship Id="rId98" Type="http://schemas.openxmlformats.org/officeDocument/2006/relationships/customXml" Target="../ink/ink1552.xml"/><Relationship Id="rId121" Type="http://schemas.openxmlformats.org/officeDocument/2006/relationships/image" Target="../media/image687.png"/><Relationship Id="rId142" Type="http://schemas.openxmlformats.org/officeDocument/2006/relationships/customXml" Target="../ink/ink1574.xml"/><Relationship Id="rId163" Type="http://schemas.openxmlformats.org/officeDocument/2006/relationships/image" Target="../media/image707.png"/><Relationship Id="rId184" Type="http://schemas.openxmlformats.org/officeDocument/2006/relationships/customXml" Target="../ink/ink1595.xml"/><Relationship Id="rId219" Type="http://schemas.openxmlformats.org/officeDocument/2006/relationships/image" Target="../media/image735.png"/><Relationship Id="rId230" Type="http://schemas.openxmlformats.org/officeDocument/2006/relationships/customXml" Target="../ink/ink1618.xml"/><Relationship Id="rId251" Type="http://schemas.openxmlformats.org/officeDocument/2006/relationships/image" Target="../media/image751.png"/><Relationship Id="rId25" Type="http://schemas.openxmlformats.org/officeDocument/2006/relationships/image" Target="../media/image639.png"/><Relationship Id="rId46" Type="http://schemas.openxmlformats.org/officeDocument/2006/relationships/customXml" Target="../ink/ink1526.xml"/><Relationship Id="rId67" Type="http://schemas.openxmlformats.org/officeDocument/2006/relationships/image" Target="../media/image660.png"/><Relationship Id="rId272" Type="http://schemas.openxmlformats.org/officeDocument/2006/relationships/customXml" Target="../ink/ink1639.xml"/><Relationship Id="rId293" Type="http://schemas.openxmlformats.org/officeDocument/2006/relationships/image" Target="../media/image772.png"/><Relationship Id="rId307" Type="http://schemas.openxmlformats.org/officeDocument/2006/relationships/image" Target="../media/image779.png"/><Relationship Id="rId88" Type="http://schemas.openxmlformats.org/officeDocument/2006/relationships/customXml" Target="../ink/ink1547.xml"/><Relationship Id="rId111" Type="http://schemas.openxmlformats.org/officeDocument/2006/relationships/image" Target="../media/image682.png"/><Relationship Id="rId132" Type="http://schemas.openxmlformats.org/officeDocument/2006/relationships/customXml" Target="../ink/ink1569.xml"/><Relationship Id="rId153" Type="http://schemas.openxmlformats.org/officeDocument/2006/relationships/image" Target="../media/image702.png"/><Relationship Id="rId174" Type="http://schemas.openxmlformats.org/officeDocument/2006/relationships/customXml" Target="../ink/ink1590.xml"/><Relationship Id="rId195" Type="http://schemas.openxmlformats.org/officeDocument/2006/relationships/image" Target="../media/image723.png"/><Relationship Id="rId209" Type="http://schemas.openxmlformats.org/officeDocument/2006/relationships/image" Target="../media/image730.png"/><Relationship Id="rId220" Type="http://schemas.openxmlformats.org/officeDocument/2006/relationships/customXml" Target="../ink/ink1613.xml"/><Relationship Id="rId241" Type="http://schemas.openxmlformats.org/officeDocument/2006/relationships/image" Target="../media/image746.png"/><Relationship Id="rId15" Type="http://schemas.openxmlformats.org/officeDocument/2006/relationships/image" Target="../media/image634.png"/><Relationship Id="rId36" Type="http://schemas.openxmlformats.org/officeDocument/2006/relationships/customXml" Target="../ink/ink1521.xml"/><Relationship Id="rId57" Type="http://schemas.openxmlformats.org/officeDocument/2006/relationships/image" Target="../media/image655.png"/><Relationship Id="rId262" Type="http://schemas.openxmlformats.org/officeDocument/2006/relationships/customXml" Target="../ink/ink1634.xml"/><Relationship Id="rId283" Type="http://schemas.openxmlformats.org/officeDocument/2006/relationships/image" Target="../media/image767.png"/><Relationship Id="rId318" Type="http://schemas.openxmlformats.org/officeDocument/2006/relationships/customXml" Target="../ink/ink1662.xml"/><Relationship Id="rId78" Type="http://schemas.openxmlformats.org/officeDocument/2006/relationships/customXml" Target="../ink/ink1542.xml"/><Relationship Id="rId99" Type="http://schemas.openxmlformats.org/officeDocument/2006/relationships/image" Target="../media/image676.png"/><Relationship Id="rId101" Type="http://schemas.openxmlformats.org/officeDocument/2006/relationships/image" Target="../media/image677.png"/><Relationship Id="rId122" Type="http://schemas.openxmlformats.org/officeDocument/2006/relationships/customXml" Target="../ink/ink1564.xml"/><Relationship Id="rId143" Type="http://schemas.openxmlformats.org/officeDocument/2006/relationships/image" Target="../media/image697.png"/><Relationship Id="rId164" Type="http://schemas.openxmlformats.org/officeDocument/2006/relationships/customXml" Target="../ink/ink1585.xml"/><Relationship Id="rId185" Type="http://schemas.openxmlformats.org/officeDocument/2006/relationships/image" Target="../media/image718.png"/><Relationship Id="rId9" Type="http://schemas.openxmlformats.org/officeDocument/2006/relationships/image" Target="../media/image631.png"/><Relationship Id="rId210" Type="http://schemas.openxmlformats.org/officeDocument/2006/relationships/customXml" Target="../ink/ink1608.xml"/><Relationship Id="rId26" Type="http://schemas.openxmlformats.org/officeDocument/2006/relationships/customXml" Target="../ink/ink1516.xml"/><Relationship Id="rId231" Type="http://schemas.openxmlformats.org/officeDocument/2006/relationships/image" Target="../media/image741.png"/><Relationship Id="rId252" Type="http://schemas.openxmlformats.org/officeDocument/2006/relationships/customXml" Target="../ink/ink1629.xml"/><Relationship Id="rId273" Type="http://schemas.openxmlformats.org/officeDocument/2006/relationships/image" Target="../media/image762.png"/><Relationship Id="rId294" Type="http://schemas.openxmlformats.org/officeDocument/2006/relationships/customXml" Target="../ink/ink1650.xml"/><Relationship Id="rId308" Type="http://schemas.openxmlformats.org/officeDocument/2006/relationships/customXml" Target="../ink/ink1657.xml"/><Relationship Id="rId47" Type="http://schemas.openxmlformats.org/officeDocument/2006/relationships/image" Target="../media/image650.png"/><Relationship Id="rId68" Type="http://schemas.openxmlformats.org/officeDocument/2006/relationships/customXml" Target="../ink/ink1537.xml"/><Relationship Id="rId89" Type="http://schemas.openxmlformats.org/officeDocument/2006/relationships/image" Target="../media/image671.png"/><Relationship Id="rId112" Type="http://schemas.openxmlformats.org/officeDocument/2006/relationships/customXml" Target="../ink/ink1559.xml"/><Relationship Id="rId133" Type="http://schemas.openxmlformats.org/officeDocument/2006/relationships/image" Target="../media/image692.png"/><Relationship Id="rId154" Type="http://schemas.openxmlformats.org/officeDocument/2006/relationships/customXml" Target="../ink/ink1580.xml"/><Relationship Id="rId175" Type="http://schemas.openxmlformats.org/officeDocument/2006/relationships/image" Target="../media/image713.png"/><Relationship Id="rId196" Type="http://schemas.openxmlformats.org/officeDocument/2006/relationships/customXml" Target="../ink/ink1601.xml"/><Relationship Id="rId200" Type="http://schemas.openxmlformats.org/officeDocument/2006/relationships/customXml" Target="../ink/ink1603.xml"/><Relationship Id="rId16" Type="http://schemas.openxmlformats.org/officeDocument/2006/relationships/customXml" Target="../ink/ink1511.xml"/><Relationship Id="rId221" Type="http://schemas.openxmlformats.org/officeDocument/2006/relationships/image" Target="../media/image736.png"/><Relationship Id="rId242" Type="http://schemas.openxmlformats.org/officeDocument/2006/relationships/customXml" Target="../ink/ink1624.xml"/><Relationship Id="rId263" Type="http://schemas.openxmlformats.org/officeDocument/2006/relationships/image" Target="../media/image757.png"/><Relationship Id="rId284" Type="http://schemas.openxmlformats.org/officeDocument/2006/relationships/customXml" Target="../ink/ink1645.xml"/><Relationship Id="rId319" Type="http://schemas.openxmlformats.org/officeDocument/2006/relationships/image" Target="../media/image785.png"/><Relationship Id="rId37" Type="http://schemas.openxmlformats.org/officeDocument/2006/relationships/image" Target="../media/image645.png"/><Relationship Id="rId58" Type="http://schemas.openxmlformats.org/officeDocument/2006/relationships/customXml" Target="../ink/ink1532.xml"/><Relationship Id="rId79" Type="http://schemas.openxmlformats.org/officeDocument/2006/relationships/image" Target="../media/image666.png"/><Relationship Id="rId102" Type="http://schemas.openxmlformats.org/officeDocument/2006/relationships/customXml" Target="../ink/ink1554.xml"/><Relationship Id="rId123" Type="http://schemas.openxmlformats.org/officeDocument/2006/relationships/image" Target="../media/image320.png"/><Relationship Id="rId144" Type="http://schemas.openxmlformats.org/officeDocument/2006/relationships/customXml" Target="../ink/ink1575.xml"/><Relationship Id="rId90" Type="http://schemas.openxmlformats.org/officeDocument/2006/relationships/customXml" Target="../ink/ink1548.xml"/><Relationship Id="rId165" Type="http://schemas.openxmlformats.org/officeDocument/2006/relationships/image" Target="../media/image708.png"/><Relationship Id="rId186" Type="http://schemas.openxmlformats.org/officeDocument/2006/relationships/customXml" Target="../ink/ink1596.xml"/><Relationship Id="rId211" Type="http://schemas.openxmlformats.org/officeDocument/2006/relationships/image" Target="../media/image731.png"/><Relationship Id="rId232" Type="http://schemas.openxmlformats.org/officeDocument/2006/relationships/customXml" Target="../ink/ink1619.xml"/><Relationship Id="rId253" Type="http://schemas.openxmlformats.org/officeDocument/2006/relationships/image" Target="../media/image752.png"/><Relationship Id="rId274" Type="http://schemas.openxmlformats.org/officeDocument/2006/relationships/customXml" Target="../ink/ink1640.xml"/><Relationship Id="rId295" Type="http://schemas.openxmlformats.org/officeDocument/2006/relationships/image" Target="../media/image773.png"/><Relationship Id="rId309" Type="http://schemas.openxmlformats.org/officeDocument/2006/relationships/image" Target="../media/image780.png"/><Relationship Id="rId27" Type="http://schemas.openxmlformats.org/officeDocument/2006/relationships/image" Target="../media/image640.png"/><Relationship Id="rId48" Type="http://schemas.openxmlformats.org/officeDocument/2006/relationships/customXml" Target="../ink/ink1527.xml"/><Relationship Id="rId69" Type="http://schemas.openxmlformats.org/officeDocument/2006/relationships/image" Target="../media/image661.png"/><Relationship Id="rId113" Type="http://schemas.openxmlformats.org/officeDocument/2006/relationships/image" Target="../media/image683.png"/><Relationship Id="rId134" Type="http://schemas.openxmlformats.org/officeDocument/2006/relationships/customXml" Target="../ink/ink1570.xml"/><Relationship Id="rId320" Type="http://schemas.openxmlformats.org/officeDocument/2006/relationships/customXml" Target="../ink/ink1663.xml"/><Relationship Id="rId80" Type="http://schemas.openxmlformats.org/officeDocument/2006/relationships/customXml" Target="../ink/ink1543.xml"/><Relationship Id="rId155" Type="http://schemas.openxmlformats.org/officeDocument/2006/relationships/image" Target="../media/image703.png"/><Relationship Id="rId176" Type="http://schemas.openxmlformats.org/officeDocument/2006/relationships/customXml" Target="../ink/ink1591.xml"/><Relationship Id="rId197" Type="http://schemas.openxmlformats.org/officeDocument/2006/relationships/image" Target="../media/image724.png"/><Relationship Id="rId201" Type="http://schemas.openxmlformats.org/officeDocument/2006/relationships/image" Target="../media/image726.png"/><Relationship Id="rId222" Type="http://schemas.openxmlformats.org/officeDocument/2006/relationships/customXml" Target="../ink/ink1614.xml"/><Relationship Id="rId243" Type="http://schemas.openxmlformats.org/officeDocument/2006/relationships/image" Target="../media/image747.png"/><Relationship Id="rId264" Type="http://schemas.openxmlformats.org/officeDocument/2006/relationships/customXml" Target="../ink/ink1635.xml"/><Relationship Id="rId285" Type="http://schemas.openxmlformats.org/officeDocument/2006/relationships/image" Target="../media/image768.png"/><Relationship Id="rId17" Type="http://schemas.openxmlformats.org/officeDocument/2006/relationships/image" Target="../media/image635.png"/><Relationship Id="rId38" Type="http://schemas.openxmlformats.org/officeDocument/2006/relationships/customXml" Target="../ink/ink1522.xml"/><Relationship Id="rId59" Type="http://schemas.openxmlformats.org/officeDocument/2006/relationships/image" Target="../media/image656.png"/><Relationship Id="rId103" Type="http://schemas.openxmlformats.org/officeDocument/2006/relationships/image" Target="../media/image678.png"/><Relationship Id="rId124" Type="http://schemas.openxmlformats.org/officeDocument/2006/relationships/customXml" Target="../ink/ink1565.xml"/><Relationship Id="rId310" Type="http://schemas.openxmlformats.org/officeDocument/2006/relationships/customXml" Target="../ink/ink1658.xml"/><Relationship Id="rId70" Type="http://schemas.openxmlformats.org/officeDocument/2006/relationships/customXml" Target="../ink/ink1538.xml"/><Relationship Id="rId91" Type="http://schemas.openxmlformats.org/officeDocument/2006/relationships/image" Target="../media/image672.png"/><Relationship Id="rId145" Type="http://schemas.openxmlformats.org/officeDocument/2006/relationships/image" Target="../media/image698.png"/><Relationship Id="rId166" Type="http://schemas.openxmlformats.org/officeDocument/2006/relationships/customXml" Target="../ink/ink1586.xml"/><Relationship Id="rId187" Type="http://schemas.openxmlformats.org/officeDocument/2006/relationships/image" Target="../media/image71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609.xml"/><Relationship Id="rId233" Type="http://schemas.openxmlformats.org/officeDocument/2006/relationships/image" Target="../media/image742.png"/><Relationship Id="rId254" Type="http://schemas.openxmlformats.org/officeDocument/2006/relationships/customXml" Target="../ink/ink1630.xml"/><Relationship Id="rId28" Type="http://schemas.openxmlformats.org/officeDocument/2006/relationships/customXml" Target="../ink/ink1517.xml"/><Relationship Id="rId49" Type="http://schemas.openxmlformats.org/officeDocument/2006/relationships/image" Target="../media/image651.png"/><Relationship Id="rId114" Type="http://schemas.openxmlformats.org/officeDocument/2006/relationships/customXml" Target="../ink/ink1560.xml"/><Relationship Id="rId275" Type="http://schemas.openxmlformats.org/officeDocument/2006/relationships/image" Target="../media/image763.png"/><Relationship Id="rId296" Type="http://schemas.openxmlformats.org/officeDocument/2006/relationships/customXml" Target="../ink/ink1651.xml"/><Relationship Id="rId300" Type="http://schemas.openxmlformats.org/officeDocument/2006/relationships/customXml" Target="../ink/ink1653.xml"/><Relationship Id="rId60" Type="http://schemas.openxmlformats.org/officeDocument/2006/relationships/customXml" Target="../ink/ink1533.xml"/><Relationship Id="rId81" Type="http://schemas.openxmlformats.org/officeDocument/2006/relationships/image" Target="../media/image667.png"/><Relationship Id="rId135" Type="http://schemas.openxmlformats.org/officeDocument/2006/relationships/image" Target="../media/image693.png"/><Relationship Id="rId156" Type="http://schemas.openxmlformats.org/officeDocument/2006/relationships/customXml" Target="../ink/ink1581.xml"/><Relationship Id="rId177" Type="http://schemas.openxmlformats.org/officeDocument/2006/relationships/image" Target="../media/image714.png"/><Relationship Id="rId198" Type="http://schemas.openxmlformats.org/officeDocument/2006/relationships/customXml" Target="../ink/ink1602.xml"/><Relationship Id="rId321" Type="http://schemas.openxmlformats.org/officeDocument/2006/relationships/image" Target="../media/image786.png"/><Relationship Id="rId202" Type="http://schemas.openxmlformats.org/officeDocument/2006/relationships/customXml" Target="../ink/ink1604.xml"/><Relationship Id="rId223" Type="http://schemas.openxmlformats.org/officeDocument/2006/relationships/image" Target="../media/image737.png"/><Relationship Id="rId244" Type="http://schemas.openxmlformats.org/officeDocument/2006/relationships/customXml" Target="../ink/ink1625.xml"/><Relationship Id="rId18" Type="http://schemas.openxmlformats.org/officeDocument/2006/relationships/customXml" Target="../ink/ink1512.xml"/><Relationship Id="rId39" Type="http://schemas.openxmlformats.org/officeDocument/2006/relationships/image" Target="../media/image646.png"/><Relationship Id="rId265" Type="http://schemas.openxmlformats.org/officeDocument/2006/relationships/image" Target="../media/image758.png"/><Relationship Id="rId286" Type="http://schemas.openxmlformats.org/officeDocument/2006/relationships/customXml" Target="../ink/ink1646.xml"/><Relationship Id="rId50" Type="http://schemas.openxmlformats.org/officeDocument/2006/relationships/customXml" Target="../ink/ink1528.xml"/><Relationship Id="rId104" Type="http://schemas.openxmlformats.org/officeDocument/2006/relationships/customXml" Target="../ink/ink1555.xml"/><Relationship Id="rId125" Type="http://schemas.openxmlformats.org/officeDocument/2006/relationships/image" Target="../media/image688.png"/><Relationship Id="rId146" Type="http://schemas.openxmlformats.org/officeDocument/2006/relationships/customXml" Target="../ink/ink1576.xml"/><Relationship Id="rId167" Type="http://schemas.openxmlformats.org/officeDocument/2006/relationships/image" Target="../media/image709.png"/><Relationship Id="rId188" Type="http://schemas.openxmlformats.org/officeDocument/2006/relationships/customXml" Target="../ink/ink1597.xml"/><Relationship Id="rId311" Type="http://schemas.openxmlformats.org/officeDocument/2006/relationships/image" Target="../media/image781.png"/><Relationship Id="rId71" Type="http://schemas.openxmlformats.org/officeDocument/2006/relationships/image" Target="../media/image662.png"/><Relationship Id="rId92" Type="http://schemas.openxmlformats.org/officeDocument/2006/relationships/customXml" Target="../ink/ink1549.xml"/><Relationship Id="rId213" Type="http://schemas.openxmlformats.org/officeDocument/2006/relationships/image" Target="../media/image732.png"/><Relationship Id="rId234" Type="http://schemas.openxmlformats.org/officeDocument/2006/relationships/customXml" Target="../ink/ink1620.xml"/><Relationship Id="rId2" Type="http://schemas.openxmlformats.org/officeDocument/2006/relationships/customXml" Target="../ink/ink1504.xml"/><Relationship Id="rId29" Type="http://schemas.openxmlformats.org/officeDocument/2006/relationships/image" Target="../media/image641.png"/><Relationship Id="rId255" Type="http://schemas.openxmlformats.org/officeDocument/2006/relationships/image" Target="../media/image753.png"/><Relationship Id="rId276" Type="http://schemas.openxmlformats.org/officeDocument/2006/relationships/customXml" Target="../ink/ink1641.xml"/><Relationship Id="rId297" Type="http://schemas.openxmlformats.org/officeDocument/2006/relationships/image" Target="../media/image774.png"/><Relationship Id="rId40" Type="http://schemas.openxmlformats.org/officeDocument/2006/relationships/customXml" Target="../ink/ink1523.xml"/><Relationship Id="rId115" Type="http://schemas.openxmlformats.org/officeDocument/2006/relationships/image" Target="../media/image684.png"/><Relationship Id="rId136" Type="http://schemas.openxmlformats.org/officeDocument/2006/relationships/customXml" Target="../ink/ink1571.xml"/><Relationship Id="rId157" Type="http://schemas.openxmlformats.org/officeDocument/2006/relationships/image" Target="../media/image704.png"/><Relationship Id="rId178" Type="http://schemas.openxmlformats.org/officeDocument/2006/relationships/customXml" Target="../ink/ink1592.xml"/><Relationship Id="rId301" Type="http://schemas.openxmlformats.org/officeDocument/2006/relationships/image" Target="../media/image776.png"/><Relationship Id="rId322" Type="http://schemas.openxmlformats.org/officeDocument/2006/relationships/customXml" Target="../ink/ink1664.xml"/><Relationship Id="rId61" Type="http://schemas.openxmlformats.org/officeDocument/2006/relationships/image" Target="../media/image657.png"/><Relationship Id="rId82" Type="http://schemas.openxmlformats.org/officeDocument/2006/relationships/customXml" Target="../ink/ink1544.xml"/><Relationship Id="rId199" Type="http://schemas.openxmlformats.org/officeDocument/2006/relationships/image" Target="../media/image725.png"/><Relationship Id="rId203" Type="http://schemas.openxmlformats.org/officeDocument/2006/relationships/image" Target="../media/image727.png"/><Relationship Id="rId19" Type="http://schemas.openxmlformats.org/officeDocument/2006/relationships/image" Target="../media/image636.png"/><Relationship Id="rId224" Type="http://schemas.openxmlformats.org/officeDocument/2006/relationships/customXml" Target="../ink/ink1615.xml"/><Relationship Id="rId245" Type="http://schemas.openxmlformats.org/officeDocument/2006/relationships/image" Target="../media/image748.png"/><Relationship Id="rId266" Type="http://schemas.openxmlformats.org/officeDocument/2006/relationships/customXml" Target="../ink/ink1636.xml"/><Relationship Id="rId287" Type="http://schemas.openxmlformats.org/officeDocument/2006/relationships/image" Target="../media/image769.png"/><Relationship Id="rId30" Type="http://schemas.openxmlformats.org/officeDocument/2006/relationships/customXml" Target="../ink/ink1518.xml"/><Relationship Id="rId105" Type="http://schemas.openxmlformats.org/officeDocument/2006/relationships/image" Target="../media/image679.png"/><Relationship Id="rId126" Type="http://schemas.openxmlformats.org/officeDocument/2006/relationships/customXml" Target="../ink/ink1566.xml"/><Relationship Id="rId147" Type="http://schemas.openxmlformats.org/officeDocument/2006/relationships/image" Target="../media/image699.png"/><Relationship Id="rId168" Type="http://schemas.openxmlformats.org/officeDocument/2006/relationships/customXml" Target="../ink/ink1587.xml"/><Relationship Id="rId312" Type="http://schemas.openxmlformats.org/officeDocument/2006/relationships/customXml" Target="../ink/ink1659.xml"/><Relationship Id="rId51" Type="http://schemas.openxmlformats.org/officeDocument/2006/relationships/image" Target="../media/image652.png"/><Relationship Id="rId72" Type="http://schemas.openxmlformats.org/officeDocument/2006/relationships/customXml" Target="../ink/ink1539.xml"/><Relationship Id="rId93" Type="http://schemas.openxmlformats.org/officeDocument/2006/relationships/image" Target="../media/image673.png"/><Relationship Id="rId189" Type="http://schemas.openxmlformats.org/officeDocument/2006/relationships/image" Target="../media/image720.png"/><Relationship Id="rId3" Type="http://schemas.openxmlformats.org/officeDocument/2006/relationships/image" Target="../media/image628.png"/><Relationship Id="rId214" Type="http://schemas.openxmlformats.org/officeDocument/2006/relationships/customXml" Target="../ink/ink1610.xml"/><Relationship Id="rId235" Type="http://schemas.openxmlformats.org/officeDocument/2006/relationships/image" Target="../media/image743.png"/><Relationship Id="rId256" Type="http://schemas.openxmlformats.org/officeDocument/2006/relationships/customXml" Target="../ink/ink1631.xml"/><Relationship Id="rId277" Type="http://schemas.openxmlformats.org/officeDocument/2006/relationships/image" Target="../media/image764.png"/><Relationship Id="rId298" Type="http://schemas.openxmlformats.org/officeDocument/2006/relationships/customXml" Target="../ink/ink1652.xml"/><Relationship Id="rId116" Type="http://schemas.openxmlformats.org/officeDocument/2006/relationships/customXml" Target="../ink/ink1561.xml"/><Relationship Id="rId137" Type="http://schemas.openxmlformats.org/officeDocument/2006/relationships/image" Target="../media/image694.png"/><Relationship Id="rId158" Type="http://schemas.openxmlformats.org/officeDocument/2006/relationships/customXml" Target="../ink/ink1582.xml"/><Relationship Id="rId302" Type="http://schemas.openxmlformats.org/officeDocument/2006/relationships/customXml" Target="../ink/ink1654.xml"/><Relationship Id="rId323" Type="http://schemas.openxmlformats.org/officeDocument/2006/relationships/image" Target="../media/image787.png"/><Relationship Id="rId20" Type="http://schemas.openxmlformats.org/officeDocument/2006/relationships/customXml" Target="../ink/ink1513.xml"/><Relationship Id="rId41" Type="http://schemas.openxmlformats.org/officeDocument/2006/relationships/image" Target="../media/image647.png"/><Relationship Id="rId62" Type="http://schemas.openxmlformats.org/officeDocument/2006/relationships/customXml" Target="../ink/ink1534.xml"/><Relationship Id="rId83" Type="http://schemas.openxmlformats.org/officeDocument/2006/relationships/image" Target="../media/image668.png"/><Relationship Id="rId179" Type="http://schemas.openxmlformats.org/officeDocument/2006/relationships/image" Target="../media/image715.png"/><Relationship Id="rId190" Type="http://schemas.openxmlformats.org/officeDocument/2006/relationships/customXml" Target="../ink/ink1598.xml"/><Relationship Id="rId204" Type="http://schemas.openxmlformats.org/officeDocument/2006/relationships/customXml" Target="../ink/ink1605.xml"/><Relationship Id="rId225" Type="http://schemas.openxmlformats.org/officeDocument/2006/relationships/image" Target="../media/image738.png"/><Relationship Id="rId246" Type="http://schemas.openxmlformats.org/officeDocument/2006/relationships/customXml" Target="../ink/ink1626.xml"/><Relationship Id="rId267" Type="http://schemas.openxmlformats.org/officeDocument/2006/relationships/image" Target="../media/image759.png"/><Relationship Id="rId288" Type="http://schemas.openxmlformats.org/officeDocument/2006/relationships/customXml" Target="../ink/ink1647.xml"/><Relationship Id="rId106" Type="http://schemas.openxmlformats.org/officeDocument/2006/relationships/customXml" Target="../ink/ink1556.xml"/><Relationship Id="rId127" Type="http://schemas.openxmlformats.org/officeDocument/2006/relationships/image" Target="../media/image689.png"/><Relationship Id="rId313" Type="http://schemas.openxmlformats.org/officeDocument/2006/relationships/image" Target="../media/image782.png"/><Relationship Id="rId10" Type="http://schemas.openxmlformats.org/officeDocument/2006/relationships/customXml" Target="../ink/ink1508.xml"/><Relationship Id="rId31" Type="http://schemas.openxmlformats.org/officeDocument/2006/relationships/image" Target="../media/image642.png"/><Relationship Id="rId52" Type="http://schemas.openxmlformats.org/officeDocument/2006/relationships/customXml" Target="../ink/ink1529.xml"/><Relationship Id="rId73" Type="http://schemas.openxmlformats.org/officeDocument/2006/relationships/image" Target="../media/image663.png"/><Relationship Id="rId94" Type="http://schemas.openxmlformats.org/officeDocument/2006/relationships/customXml" Target="../ink/ink1550.xml"/><Relationship Id="rId148" Type="http://schemas.openxmlformats.org/officeDocument/2006/relationships/customXml" Target="../ink/ink1577.xml"/><Relationship Id="rId169" Type="http://schemas.openxmlformats.org/officeDocument/2006/relationships/image" Target="../media/image710.png"/><Relationship Id="rId4" Type="http://schemas.openxmlformats.org/officeDocument/2006/relationships/customXml" Target="../ink/ink1505.xml"/><Relationship Id="rId180" Type="http://schemas.openxmlformats.org/officeDocument/2006/relationships/customXml" Target="../ink/ink1593.xml"/><Relationship Id="rId215" Type="http://schemas.openxmlformats.org/officeDocument/2006/relationships/image" Target="../media/image733.png"/><Relationship Id="rId236" Type="http://schemas.openxmlformats.org/officeDocument/2006/relationships/customXml" Target="../ink/ink1621.xml"/><Relationship Id="rId257" Type="http://schemas.openxmlformats.org/officeDocument/2006/relationships/image" Target="../media/image754.png"/><Relationship Id="rId278" Type="http://schemas.openxmlformats.org/officeDocument/2006/relationships/customXml" Target="../ink/ink1642.xml"/><Relationship Id="rId303" Type="http://schemas.openxmlformats.org/officeDocument/2006/relationships/image" Target="../media/image777.png"/><Relationship Id="rId42" Type="http://schemas.openxmlformats.org/officeDocument/2006/relationships/customXml" Target="../ink/ink1524.xml"/><Relationship Id="rId84" Type="http://schemas.openxmlformats.org/officeDocument/2006/relationships/customXml" Target="../ink/ink1545.xml"/><Relationship Id="rId138" Type="http://schemas.openxmlformats.org/officeDocument/2006/relationships/customXml" Target="../ink/ink1572.xml"/><Relationship Id="rId191" Type="http://schemas.openxmlformats.org/officeDocument/2006/relationships/image" Target="../media/image721.png"/><Relationship Id="rId205" Type="http://schemas.openxmlformats.org/officeDocument/2006/relationships/image" Target="../media/image728.png"/><Relationship Id="rId247" Type="http://schemas.openxmlformats.org/officeDocument/2006/relationships/image" Target="../media/image749.png"/><Relationship Id="rId107" Type="http://schemas.openxmlformats.org/officeDocument/2006/relationships/image" Target="../media/image680.png"/><Relationship Id="rId289" Type="http://schemas.openxmlformats.org/officeDocument/2006/relationships/image" Target="../media/image770.png"/><Relationship Id="rId11" Type="http://schemas.openxmlformats.org/officeDocument/2006/relationships/image" Target="../media/image632.png"/><Relationship Id="rId53" Type="http://schemas.openxmlformats.org/officeDocument/2006/relationships/image" Target="../media/image653.png"/><Relationship Id="rId149" Type="http://schemas.openxmlformats.org/officeDocument/2006/relationships/image" Target="../media/image700.png"/><Relationship Id="rId314" Type="http://schemas.openxmlformats.org/officeDocument/2006/relationships/customXml" Target="../ink/ink1660.xml"/><Relationship Id="rId95" Type="http://schemas.openxmlformats.org/officeDocument/2006/relationships/image" Target="../media/image674.png"/><Relationship Id="rId160" Type="http://schemas.openxmlformats.org/officeDocument/2006/relationships/customXml" Target="../ink/ink1583.xml"/><Relationship Id="rId216" Type="http://schemas.openxmlformats.org/officeDocument/2006/relationships/customXml" Target="../ink/ink1611.xml"/><Relationship Id="rId258" Type="http://schemas.openxmlformats.org/officeDocument/2006/relationships/customXml" Target="../ink/ink1632.xml"/><Relationship Id="rId22" Type="http://schemas.openxmlformats.org/officeDocument/2006/relationships/customXml" Target="../ink/ink1514.xml"/><Relationship Id="rId64" Type="http://schemas.openxmlformats.org/officeDocument/2006/relationships/customXml" Target="../ink/ink1535.xml"/><Relationship Id="rId118" Type="http://schemas.openxmlformats.org/officeDocument/2006/relationships/customXml" Target="../ink/ink1562.xml"/><Relationship Id="rId325" Type="http://schemas.openxmlformats.org/officeDocument/2006/relationships/image" Target="../media/image788.png"/><Relationship Id="rId171" Type="http://schemas.openxmlformats.org/officeDocument/2006/relationships/image" Target="../media/image711.png"/><Relationship Id="rId227" Type="http://schemas.openxmlformats.org/officeDocument/2006/relationships/image" Target="../media/image739.png"/><Relationship Id="rId269" Type="http://schemas.openxmlformats.org/officeDocument/2006/relationships/image" Target="../media/image760.png"/><Relationship Id="rId33" Type="http://schemas.openxmlformats.org/officeDocument/2006/relationships/image" Target="../media/image643.png"/><Relationship Id="rId129" Type="http://schemas.openxmlformats.org/officeDocument/2006/relationships/image" Target="../media/image690.png"/><Relationship Id="rId280" Type="http://schemas.openxmlformats.org/officeDocument/2006/relationships/customXml" Target="../ink/ink1643.xml"/><Relationship Id="rId75" Type="http://schemas.openxmlformats.org/officeDocument/2006/relationships/image" Target="../media/image664.png"/><Relationship Id="rId140" Type="http://schemas.openxmlformats.org/officeDocument/2006/relationships/customXml" Target="../ink/ink1573.xml"/><Relationship Id="rId182" Type="http://schemas.openxmlformats.org/officeDocument/2006/relationships/customXml" Target="../ink/ink1594.xml"/><Relationship Id="rId6" Type="http://schemas.openxmlformats.org/officeDocument/2006/relationships/customXml" Target="../ink/ink1506.xml"/><Relationship Id="rId238" Type="http://schemas.openxmlformats.org/officeDocument/2006/relationships/customXml" Target="../ink/ink1622.xml"/><Relationship Id="rId291" Type="http://schemas.openxmlformats.org/officeDocument/2006/relationships/image" Target="../media/image771.png"/><Relationship Id="rId305" Type="http://schemas.openxmlformats.org/officeDocument/2006/relationships/image" Target="../media/image778.png"/><Relationship Id="rId44" Type="http://schemas.openxmlformats.org/officeDocument/2006/relationships/customXml" Target="../ink/ink1525.xml"/><Relationship Id="rId86" Type="http://schemas.openxmlformats.org/officeDocument/2006/relationships/customXml" Target="../ink/ink1546.xml"/><Relationship Id="rId151" Type="http://schemas.openxmlformats.org/officeDocument/2006/relationships/image" Target="../media/image701.png"/><Relationship Id="rId193" Type="http://schemas.openxmlformats.org/officeDocument/2006/relationships/image" Target="../media/image722.png"/><Relationship Id="rId207" Type="http://schemas.openxmlformats.org/officeDocument/2006/relationships/image" Target="../media/image729.png"/><Relationship Id="rId249" Type="http://schemas.openxmlformats.org/officeDocument/2006/relationships/image" Target="../media/image750.png"/><Relationship Id="rId13" Type="http://schemas.openxmlformats.org/officeDocument/2006/relationships/image" Target="../media/image633.png"/><Relationship Id="rId109" Type="http://schemas.openxmlformats.org/officeDocument/2006/relationships/image" Target="../media/image681.png"/><Relationship Id="rId260" Type="http://schemas.openxmlformats.org/officeDocument/2006/relationships/customXml" Target="../ink/ink1633.xml"/><Relationship Id="rId316" Type="http://schemas.openxmlformats.org/officeDocument/2006/relationships/customXml" Target="../ink/ink1661.xml"/><Relationship Id="rId55" Type="http://schemas.openxmlformats.org/officeDocument/2006/relationships/image" Target="../media/image654.png"/><Relationship Id="rId97" Type="http://schemas.openxmlformats.org/officeDocument/2006/relationships/image" Target="../media/image675.png"/><Relationship Id="rId120" Type="http://schemas.openxmlformats.org/officeDocument/2006/relationships/customXml" Target="../ink/ink1563.xml"/></Relationships>
</file>

<file path=ppt/slides/_rels/slide3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7.png"/><Relationship Id="rId21" Type="http://schemas.openxmlformats.org/officeDocument/2006/relationships/image" Target="../media/image799.png"/><Relationship Id="rId42" Type="http://schemas.openxmlformats.org/officeDocument/2006/relationships/customXml" Target="../ink/ink1687.xml"/><Relationship Id="rId63" Type="http://schemas.openxmlformats.org/officeDocument/2006/relationships/image" Target="../media/image820.png"/><Relationship Id="rId84" Type="http://schemas.openxmlformats.org/officeDocument/2006/relationships/customXml" Target="../ink/ink1708.xml"/><Relationship Id="rId138" Type="http://schemas.openxmlformats.org/officeDocument/2006/relationships/customXml" Target="../ink/ink1735.xml"/><Relationship Id="rId159" Type="http://schemas.openxmlformats.org/officeDocument/2006/relationships/image" Target="../media/image868.png"/><Relationship Id="rId170" Type="http://schemas.openxmlformats.org/officeDocument/2006/relationships/customXml" Target="../ink/ink1751.xml"/><Relationship Id="rId191" Type="http://schemas.openxmlformats.org/officeDocument/2006/relationships/image" Target="../media/image884.png"/><Relationship Id="rId205" Type="http://schemas.openxmlformats.org/officeDocument/2006/relationships/image" Target="../media/image891.png"/><Relationship Id="rId226" Type="http://schemas.openxmlformats.org/officeDocument/2006/relationships/customXml" Target="../ink/ink1779.xml"/><Relationship Id="rId107" Type="http://schemas.openxmlformats.org/officeDocument/2006/relationships/image" Target="../media/image842.png"/><Relationship Id="rId11" Type="http://schemas.openxmlformats.org/officeDocument/2006/relationships/image" Target="../media/image794.png"/><Relationship Id="rId32" Type="http://schemas.openxmlformats.org/officeDocument/2006/relationships/customXml" Target="../ink/ink1682.xml"/><Relationship Id="rId53" Type="http://schemas.openxmlformats.org/officeDocument/2006/relationships/image" Target="../media/image815.png"/><Relationship Id="rId74" Type="http://schemas.openxmlformats.org/officeDocument/2006/relationships/customXml" Target="../ink/ink1703.xml"/><Relationship Id="rId128" Type="http://schemas.openxmlformats.org/officeDocument/2006/relationships/customXml" Target="../ink/ink1730.xml"/><Relationship Id="rId149" Type="http://schemas.openxmlformats.org/officeDocument/2006/relationships/image" Target="../media/image863.png"/><Relationship Id="rId5" Type="http://schemas.openxmlformats.org/officeDocument/2006/relationships/image" Target="../media/image791.png"/><Relationship Id="rId95" Type="http://schemas.openxmlformats.org/officeDocument/2006/relationships/image" Target="../media/image836.png"/><Relationship Id="rId160" Type="http://schemas.openxmlformats.org/officeDocument/2006/relationships/customXml" Target="../ink/ink1746.xml"/><Relationship Id="rId181" Type="http://schemas.openxmlformats.org/officeDocument/2006/relationships/image" Target="../media/image879.png"/><Relationship Id="rId216" Type="http://schemas.openxmlformats.org/officeDocument/2006/relationships/customXml" Target="../ink/ink1774.xml"/><Relationship Id="rId237" Type="http://schemas.openxmlformats.org/officeDocument/2006/relationships/image" Target="../media/image907.png"/><Relationship Id="rId22" Type="http://schemas.openxmlformats.org/officeDocument/2006/relationships/customXml" Target="../ink/ink1677.xml"/><Relationship Id="rId43" Type="http://schemas.openxmlformats.org/officeDocument/2006/relationships/image" Target="../media/image810.png"/><Relationship Id="rId64" Type="http://schemas.openxmlformats.org/officeDocument/2006/relationships/customXml" Target="../ink/ink1698.xml"/><Relationship Id="rId118" Type="http://schemas.openxmlformats.org/officeDocument/2006/relationships/customXml" Target="../ink/ink1725.xml"/><Relationship Id="rId139" Type="http://schemas.openxmlformats.org/officeDocument/2006/relationships/image" Target="../media/image858.png"/><Relationship Id="rId85" Type="http://schemas.openxmlformats.org/officeDocument/2006/relationships/image" Target="../media/image831.png"/><Relationship Id="rId150" Type="http://schemas.openxmlformats.org/officeDocument/2006/relationships/customXml" Target="../ink/ink1741.xml"/><Relationship Id="rId171" Type="http://schemas.openxmlformats.org/officeDocument/2006/relationships/image" Target="../media/image874.png"/><Relationship Id="rId192" Type="http://schemas.openxmlformats.org/officeDocument/2006/relationships/customXml" Target="../ink/ink1762.xml"/><Relationship Id="rId206" Type="http://schemas.openxmlformats.org/officeDocument/2006/relationships/customXml" Target="../ink/ink1769.xml"/><Relationship Id="rId227" Type="http://schemas.openxmlformats.org/officeDocument/2006/relationships/image" Target="../media/image902.png"/><Relationship Id="rId12" Type="http://schemas.openxmlformats.org/officeDocument/2006/relationships/customXml" Target="../ink/ink1672.xml"/><Relationship Id="rId33" Type="http://schemas.openxmlformats.org/officeDocument/2006/relationships/image" Target="../media/image805.png"/><Relationship Id="rId108" Type="http://schemas.openxmlformats.org/officeDocument/2006/relationships/customXml" Target="../ink/ink1720.xml"/><Relationship Id="rId129" Type="http://schemas.openxmlformats.org/officeDocument/2006/relationships/image" Target="../media/image853.png"/><Relationship Id="rId54" Type="http://schemas.openxmlformats.org/officeDocument/2006/relationships/customXml" Target="../ink/ink1693.xml"/><Relationship Id="rId75" Type="http://schemas.openxmlformats.org/officeDocument/2006/relationships/image" Target="../media/image826.png"/><Relationship Id="rId96" Type="http://schemas.openxmlformats.org/officeDocument/2006/relationships/customXml" Target="../ink/ink1714.xml"/><Relationship Id="rId140" Type="http://schemas.openxmlformats.org/officeDocument/2006/relationships/customXml" Target="../ink/ink1736.xml"/><Relationship Id="rId161" Type="http://schemas.openxmlformats.org/officeDocument/2006/relationships/image" Target="../media/image869.png"/><Relationship Id="rId182" Type="http://schemas.openxmlformats.org/officeDocument/2006/relationships/customXml" Target="../ink/ink1757.xml"/><Relationship Id="rId217" Type="http://schemas.openxmlformats.org/officeDocument/2006/relationships/image" Target="../media/image897.png"/><Relationship Id="rId6" Type="http://schemas.openxmlformats.org/officeDocument/2006/relationships/customXml" Target="../ink/ink1669.xml"/><Relationship Id="rId23" Type="http://schemas.openxmlformats.org/officeDocument/2006/relationships/image" Target="../media/image800.png"/><Relationship Id="rId119" Type="http://schemas.openxmlformats.org/officeDocument/2006/relationships/image" Target="../media/image848.png"/><Relationship Id="rId44" Type="http://schemas.openxmlformats.org/officeDocument/2006/relationships/customXml" Target="../ink/ink1688.xml"/><Relationship Id="rId65" Type="http://schemas.openxmlformats.org/officeDocument/2006/relationships/image" Target="../media/image821.png"/><Relationship Id="rId86" Type="http://schemas.openxmlformats.org/officeDocument/2006/relationships/customXml" Target="../ink/ink1709.xml"/><Relationship Id="rId130" Type="http://schemas.openxmlformats.org/officeDocument/2006/relationships/customXml" Target="../ink/ink1731.xml"/><Relationship Id="rId151" Type="http://schemas.openxmlformats.org/officeDocument/2006/relationships/image" Target="../media/image864.png"/><Relationship Id="rId172" Type="http://schemas.openxmlformats.org/officeDocument/2006/relationships/customXml" Target="../ink/ink1752.xml"/><Relationship Id="rId193" Type="http://schemas.openxmlformats.org/officeDocument/2006/relationships/image" Target="../media/image885.png"/><Relationship Id="rId207" Type="http://schemas.openxmlformats.org/officeDocument/2006/relationships/image" Target="../media/image892.png"/><Relationship Id="rId228" Type="http://schemas.openxmlformats.org/officeDocument/2006/relationships/customXml" Target="../ink/ink1780.xml"/><Relationship Id="rId13" Type="http://schemas.openxmlformats.org/officeDocument/2006/relationships/image" Target="../media/image795.png"/><Relationship Id="rId109" Type="http://schemas.openxmlformats.org/officeDocument/2006/relationships/image" Target="../media/image843.png"/><Relationship Id="rId34" Type="http://schemas.openxmlformats.org/officeDocument/2006/relationships/customXml" Target="../ink/ink1683.xml"/><Relationship Id="rId55" Type="http://schemas.openxmlformats.org/officeDocument/2006/relationships/image" Target="../media/image816.png"/><Relationship Id="rId76" Type="http://schemas.openxmlformats.org/officeDocument/2006/relationships/customXml" Target="../ink/ink1704.xml"/><Relationship Id="rId97" Type="http://schemas.openxmlformats.org/officeDocument/2006/relationships/image" Target="../media/image837.png"/><Relationship Id="rId120" Type="http://schemas.openxmlformats.org/officeDocument/2006/relationships/customXml" Target="../ink/ink1726.xml"/><Relationship Id="rId141" Type="http://schemas.openxmlformats.org/officeDocument/2006/relationships/image" Target="../media/image859.png"/><Relationship Id="rId7" Type="http://schemas.openxmlformats.org/officeDocument/2006/relationships/image" Target="../media/image792.png"/><Relationship Id="rId162" Type="http://schemas.openxmlformats.org/officeDocument/2006/relationships/customXml" Target="../ink/ink1747.xml"/><Relationship Id="rId183" Type="http://schemas.openxmlformats.org/officeDocument/2006/relationships/image" Target="../media/image880.png"/><Relationship Id="rId218" Type="http://schemas.openxmlformats.org/officeDocument/2006/relationships/customXml" Target="../ink/ink1775.xml"/><Relationship Id="rId24" Type="http://schemas.openxmlformats.org/officeDocument/2006/relationships/customXml" Target="../ink/ink1678.xml"/><Relationship Id="rId45" Type="http://schemas.openxmlformats.org/officeDocument/2006/relationships/image" Target="../media/image811.png"/><Relationship Id="rId66" Type="http://schemas.openxmlformats.org/officeDocument/2006/relationships/customXml" Target="../ink/ink1699.xml"/><Relationship Id="rId87" Type="http://schemas.openxmlformats.org/officeDocument/2006/relationships/image" Target="../media/image832.png"/><Relationship Id="rId110" Type="http://schemas.openxmlformats.org/officeDocument/2006/relationships/customXml" Target="../ink/ink1721.xml"/><Relationship Id="rId131" Type="http://schemas.openxmlformats.org/officeDocument/2006/relationships/image" Target="../media/image854.png"/><Relationship Id="rId152" Type="http://schemas.openxmlformats.org/officeDocument/2006/relationships/customXml" Target="../ink/ink1742.xml"/><Relationship Id="rId173" Type="http://schemas.openxmlformats.org/officeDocument/2006/relationships/image" Target="../media/image875.png"/><Relationship Id="rId194" Type="http://schemas.openxmlformats.org/officeDocument/2006/relationships/customXml" Target="../ink/ink1763.xml"/><Relationship Id="rId208" Type="http://schemas.openxmlformats.org/officeDocument/2006/relationships/customXml" Target="../ink/ink1770.xml"/><Relationship Id="rId229" Type="http://schemas.openxmlformats.org/officeDocument/2006/relationships/image" Target="../media/image903.png"/><Relationship Id="rId14" Type="http://schemas.openxmlformats.org/officeDocument/2006/relationships/customXml" Target="../ink/ink1673.xml"/><Relationship Id="rId35" Type="http://schemas.openxmlformats.org/officeDocument/2006/relationships/image" Target="../media/image806.png"/><Relationship Id="rId56" Type="http://schemas.openxmlformats.org/officeDocument/2006/relationships/customXml" Target="../ink/ink1694.xml"/><Relationship Id="rId77" Type="http://schemas.openxmlformats.org/officeDocument/2006/relationships/image" Target="../media/image827.png"/><Relationship Id="rId100" Type="http://schemas.openxmlformats.org/officeDocument/2006/relationships/customXml" Target="../ink/ink1716.xml"/><Relationship Id="rId8" Type="http://schemas.openxmlformats.org/officeDocument/2006/relationships/customXml" Target="../ink/ink1670.xml"/><Relationship Id="rId98" Type="http://schemas.openxmlformats.org/officeDocument/2006/relationships/customXml" Target="../ink/ink1715.xml"/><Relationship Id="rId121" Type="http://schemas.openxmlformats.org/officeDocument/2006/relationships/image" Target="../media/image849.png"/><Relationship Id="rId142" Type="http://schemas.openxmlformats.org/officeDocument/2006/relationships/customXml" Target="../ink/ink1737.xml"/><Relationship Id="rId163" Type="http://schemas.openxmlformats.org/officeDocument/2006/relationships/image" Target="../media/image870.png"/><Relationship Id="rId184" Type="http://schemas.openxmlformats.org/officeDocument/2006/relationships/customXml" Target="../ink/ink1758.xml"/><Relationship Id="rId219" Type="http://schemas.openxmlformats.org/officeDocument/2006/relationships/image" Target="../media/image898.png"/><Relationship Id="rId230" Type="http://schemas.openxmlformats.org/officeDocument/2006/relationships/customXml" Target="../ink/ink1781.xml"/><Relationship Id="rId25" Type="http://schemas.openxmlformats.org/officeDocument/2006/relationships/image" Target="../media/image801.png"/><Relationship Id="rId46" Type="http://schemas.openxmlformats.org/officeDocument/2006/relationships/customXml" Target="../ink/ink1689.xml"/><Relationship Id="rId67" Type="http://schemas.openxmlformats.org/officeDocument/2006/relationships/image" Target="../media/image822.png"/><Relationship Id="rId88" Type="http://schemas.openxmlformats.org/officeDocument/2006/relationships/customXml" Target="../ink/ink1710.xml"/><Relationship Id="rId111" Type="http://schemas.openxmlformats.org/officeDocument/2006/relationships/image" Target="../media/image844.png"/><Relationship Id="rId132" Type="http://schemas.openxmlformats.org/officeDocument/2006/relationships/customXml" Target="../ink/ink1732.xml"/><Relationship Id="rId153" Type="http://schemas.openxmlformats.org/officeDocument/2006/relationships/image" Target="../media/image865.png"/><Relationship Id="rId174" Type="http://schemas.openxmlformats.org/officeDocument/2006/relationships/customXml" Target="../ink/ink1753.xml"/><Relationship Id="rId195" Type="http://schemas.openxmlformats.org/officeDocument/2006/relationships/image" Target="../media/image886.png"/><Relationship Id="rId209" Type="http://schemas.openxmlformats.org/officeDocument/2006/relationships/image" Target="../media/image893.png"/><Relationship Id="rId190" Type="http://schemas.openxmlformats.org/officeDocument/2006/relationships/customXml" Target="../ink/ink1761.xml"/><Relationship Id="rId204" Type="http://schemas.openxmlformats.org/officeDocument/2006/relationships/customXml" Target="../ink/ink1768.xml"/><Relationship Id="rId220" Type="http://schemas.openxmlformats.org/officeDocument/2006/relationships/customXml" Target="../ink/ink1776.xml"/><Relationship Id="rId225" Type="http://schemas.openxmlformats.org/officeDocument/2006/relationships/image" Target="../media/image901.png"/><Relationship Id="rId15" Type="http://schemas.openxmlformats.org/officeDocument/2006/relationships/image" Target="../media/image796.png"/><Relationship Id="rId36" Type="http://schemas.openxmlformats.org/officeDocument/2006/relationships/customXml" Target="../ink/ink1684.xml"/><Relationship Id="rId57" Type="http://schemas.openxmlformats.org/officeDocument/2006/relationships/image" Target="../media/image817.png"/><Relationship Id="rId106" Type="http://schemas.openxmlformats.org/officeDocument/2006/relationships/customXml" Target="../ink/ink1719.xml"/><Relationship Id="rId127" Type="http://schemas.openxmlformats.org/officeDocument/2006/relationships/image" Target="../media/image852.png"/><Relationship Id="rId10" Type="http://schemas.openxmlformats.org/officeDocument/2006/relationships/customXml" Target="../ink/ink1671.xml"/><Relationship Id="rId31" Type="http://schemas.openxmlformats.org/officeDocument/2006/relationships/image" Target="../media/image804.png"/><Relationship Id="rId52" Type="http://schemas.openxmlformats.org/officeDocument/2006/relationships/customXml" Target="../ink/ink1692.xml"/><Relationship Id="rId73" Type="http://schemas.openxmlformats.org/officeDocument/2006/relationships/image" Target="../media/image825.png"/><Relationship Id="rId78" Type="http://schemas.openxmlformats.org/officeDocument/2006/relationships/customXml" Target="../ink/ink1705.xml"/><Relationship Id="rId94" Type="http://schemas.openxmlformats.org/officeDocument/2006/relationships/customXml" Target="../ink/ink1713.xml"/><Relationship Id="rId99" Type="http://schemas.openxmlformats.org/officeDocument/2006/relationships/image" Target="../media/image838.png"/><Relationship Id="rId101" Type="http://schemas.openxmlformats.org/officeDocument/2006/relationships/image" Target="../media/image839.png"/><Relationship Id="rId122" Type="http://schemas.openxmlformats.org/officeDocument/2006/relationships/customXml" Target="../ink/ink1727.xml"/><Relationship Id="rId143" Type="http://schemas.openxmlformats.org/officeDocument/2006/relationships/image" Target="../media/image860.png"/><Relationship Id="rId148" Type="http://schemas.openxmlformats.org/officeDocument/2006/relationships/customXml" Target="../ink/ink1740.xml"/><Relationship Id="rId164" Type="http://schemas.openxmlformats.org/officeDocument/2006/relationships/customXml" Target="../ink/ink1748.xml"/><Relationship Id="rId169" Type="http://schemas.openxmlformats.org/officeDocument/2006/relationships/image" Target="../media/image873.png"/><Relationship Id="rId185" Type="http://schemas.openxmlformats.org/officeDocument/2006/relationships/image" Target="../media/image881.png"/><Relationship Id="rId4" Type="http://schemas.openxmlformats.org/officeDocument/2006/relationships/customXml" Target="../ink/ink1668.xml"/><Relationship Id="rId9" Type="http://schemas.openxmlformats.org/officeDocument/2006/relationships/image" Target="../media/image793.png"/><Relationship Id="rId180" Type="http://schemas.openxmlformats.org/officeDocument/2006/relationships/customXml" Target="../ink/ink1756.xml"/><Relationship Id="rId210" Type="http://schemas.openxmlformats.org/officeDocument/2006/relationships/customXml" Target="../ink/ink1771.xml"/><Relationship Id="rId215" Type="http://schemas.openxmlformats.org/officeDocument/2006/relationships/image" Target="../media/image896.png"/><Relationship Id="rId236" Type="http://schemas.openxmlformats.org/officeDocument/2006/relationships/customXml" Target="../ink/ink1784.xml"/><Relationship Id="rId26" Type="http://schemas.openxmlformats.org/officeDocument/2006/relationships/customXml" Target="../ink/ink1679.xml"/><Relationship Id="rId231" Type="http://schemas.openxmlformats.org/officeDocument/2006/relationships/image" Target="../media/image904.png"/><Relationship Id="rId47" Type="http://schemas.openxmlformats.org/officeDocument/2006/relationships/image" Target="../media/image812.png"/><Relationship Id="rId68" Type="http://schemas.openxmlformats.org/officeDocument/2006/relationships/customXml" Target="../ink/ink1700.xml"/><Relationship Id="rId89" Type="http://schemas.openxmlformats.org/officeDocument/2006/relationships/image" Target="../media/image833.png"/><Relationship Id="rId112" Type="http://schemas.openxmlformats.org/officeDocument/2006/relationships/customXml" Target="../ink/ink1722.xml"/><Relationship Id="rId133" Type="http://schemas.openxmlformats.org/officeDocument/2006/relationships/image" Target="../media/image855.png"/><Relationship Id="rId154" Type="http://schemas.openxmlformats.org/officeDocument/2006/relationships/customXml" Target="../ink/ink1743.xml"/><Relationship Id="rId175" Type="http://schemas.openxmlformats.org/officeDocument/2006/relationships/image" Target="../media/image876.png"/><Relationship Id="rId196" Type="http://schemas.openxmlformats.org/officeDocument/2006/relationships/customXml" Target="../ink/ink1764.xml"/><Relationship Id="rId200" Type="http://schemas.openxmlformats.org/officeDocument/2006/relationships/customXml" Target="../ink/ink1766.xml"/><Relationship Id="rId16" Type="http://schemas.openxmlformats.org/officeDocument/2006/relationships/customXml" Target="../ink/ink1674.xml"/><Relationship Id="rId221" Type="http://schemas.openxmlformats.org/officeDocument/2006/relationships/image" Target="../media/image899.png"/><Relationship Id="rId37" Type="http://schemas.openxmlformats.org/officeDocument/2006/relationships/image" Target="../media/image807.png"/><Relationship Id="rId58" Type="http://schemas.openxmlformats.org/officeDocument/2006/relationships/customXml" Target="../ink/ink1695.xml"/><Relationship Id="rId79" Type="http://schemas.openxmlformats.org/officeDocument/2006/relationships/image" Target="../media/image828.png"/><Relationship Id="rId102" Type="http://schemas.openxmlformats.org/officeDocument/2006/relationships/customXml" Target="../ink/ink1717.xml"/><Relationship Id="rId123" Type="http://schemas.openxmlformats.org/officeDocument/2006/relationships/image" Target="../media/image850.png"/><Relationship Id="rId144" Type="http://schemas.openxmlformats.org/officeDocument/2006/relationships/customXml" Target="../ink/ink1738.xml"/><Relationship Id="rId90" Type="http://schemas.openxmlformats.org/officeDocument/2006/relationships/customXml" Target="../ink/ink1711.xml"/><Relationship Id="rId165" Type="http://schemas.openxmlformats.org/officeDocument/2006/relationships/image" Target="../media/image871.png"/><Relationship Id="rId186" Type="http://schemas.openxmlformats.org/officeDocument/2006/relationships/customXml" Target="../ink/ink1759.xml"/><Relationship Id="rId211" Type="http://schemas.openxmlformats.org/officeDocument/2006/relationships/image" Target="../media/image894.png"/><Relationship Id="rId232" Type="http://schemas.openxmlformats.org/officeDocument/2006/relationships/customXml" Target="../ink/ink1782.xml"/><Relationship Id="rId27" Type="http://schemas.openxmlformats.org/officeDocument/2006/relationships/image" Target="../media/image802.png"/><Relationship Id="rId48" Type="http://schemas.openxmlformats.org/officeDocument/2006/relationships/customXml" Target="../ink/ink1690.xml"/><Relationship Id="rId69" Type="http://schemas.openxmlformats.org/officeDocument/2006/relationships/image" Target="../media/image823.png"/><Relationship Id="rId113" Type="http://schemas.openxmlformats.org/officeDocument/2006/relationships/image" Target="../media/image845.png"/><Relationship Id="rId134" Type="http://schemas.openxmlformats.org/officeDocument/2006/relationships/customXml" Target="../ink/ink1733.xml"/><Relationship Id="rId80" Type="http://schemas.openxmlformats.org/officeDocument/2006/relationships/customXml" Target="../ink/ink1706.xml"/><Relationship Id="rId155" Type="http://schemas.openxmlformats.org/officeDocument/2006/relationships/image" Target="../media/image866.png"/><Relationship Id="rId176" Type="http://schemas.openxmlformats.org/officeDocument/2006/relationships/customXml" Target="../ink/ink1754.xml"/><Relationship Id="rId197" Type="http://schemas.openxmlformats.org/officeDocument/2006/relationships/image" Target="../media/image887.png"/><Relationship Id="rId201" Type="http://schemas.openxmlformats.org/officeDocument/2006/relationships/image" Target="../media/image889.png"/><Relationship Id="rId222" Type="http://schemas.openxmlformats.org/officeDocument/2006/relationships/customXml" Target="../ink/ink1777.xml"/><Relationship Id="rId17" Type="http://schemas.openxmlformats.org/officeDocument/2006/relationships/image" Target="../media/image797.png"/><Relationship Id="rId38" Type="http://schemas.openxmlformats.org/officeDocument/2006/relationships/customXml" Target="../ink/ink1685.xml"/><Relationship Id="rId59" Type="http://schemas.openxmlformats.org/officeDocument/2006/relationships/image" Target="../media/image818.png"/><Relationship Id="rId103" Type="http://schemas.openxmlformats.org/officeDocument/2006/relationships/image" Target="../media/image840.png"/><Relationship Id="rId124" Type="http://schemas.openxmlformats.org/officeDocument/2006/relationships/customXml" Target="../ink/ink1728.xml"/><Relationship Id="rId70" Type="http://schemas.openxmlformats.org/officeDocument/2006/relationships/customXml" Target="../ink/ink1701.xml"/><Relationship Id="rId91" Type="http://schemas.openxmlformats.org/officeDocument/2006/relationships/image" Target="../media/image834.png"/><Relationship Id="rId145" Type="http://schemas.openxmlformats.org/officeDocument/2006/relationships/image" Target="../media/image861.png"/><Relationship Id="rId166" Type="http://schemas.openxmlformats.org/officeDocument/2006/relationships/customXml" Target="../ink/ink1749.xml"/><Relationship Id="rId187" Type="http://schemas.openxmlformats.org/officeDocument/2006/relationships/image" Target="../media/image88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772.xml"/><Relationship Id="rId233" Type="http://schemas.openxmlformats.org/officeDocument/2006/relationships/image" Target="../media/image905.png"/><Relationship Id="rId28" Type="http://schemas.openxmlformats.org/officeDocument/2006/relationships/customXml" Target="../ink/ink1680.xml"/><Relationship Id="rId49" Type="http://schemas.openxmlformats.org/officeDocument/2006/relationships/image" Target="../media/image813.png"/><Relationship Id="rId114" Type="http://schemas.openxmlformats.org/officeDocument/2006/relationships/customXml" Target="../ink/ink1723.xml"/><Relationship Id="rId60" Type="http://schemas.openxmlformats.org/officeDocument/2006/relationships/customXml" Target="../ink/ink1696.xml"/><Relationship Id="rId81" Type="http://schemas.openxmlformats.org/officeDocument/2006/relationships/image" Target="../media/image829.png"/><Relationship Id="rId135" Type="http://schemas.openxmlformats.org/officeDocument/2006/relationships/image" Target="../media/image856.png"/><Relationship Id="rId156" Type="http://schemas.openxmlformats.org/officeDocument/2006/relationships/customXml" Target="../ink/ink1744.xml"/><Relationship Id="rId177" Type="http://schemas.openxmlformats.org/officeDocument/2006/relationships/image" Target="../media/image877.png"/><Relationship Id="rId198" Type="http://schemas.openxmlformats.org/officeDocument/2006/relationships/customXml" Target="../ink/ink1765.xml"/><Relationship Id="rId202" Type="http://schemas.openxmlformats.org/officeDocument/2006/relationships/customXml" Target="../ink/ink1767.xml"/><Relationship Id="rId223" Type="http://schemas.openxmlformats.org/officeDocument/2006/relationships/image" Target="../media/image900.png"/><Relationship Id="rId18" Type="http://schemas.openxmlformats.org/officeDocument/2006/relationships/customXml" Target="../ink/ink1675.xml"/><Relationship Id="rId39" Type="http://schemas.openxmlformats.org/officeDocument/2006/relationships/image" Target="../media/image808.png"/><Relationship Id="rId50" Type="http://schemas.openxmlformats.org/officeDocument/2006/relationships/customXml" Target="../ink/ink1691.xml"/><Relationship Id="rId104" Type="http://schemas.openxmlformats.org/officeDocument/2006/relationships/customXml" Target="../ink/ink1718.xml"/><Relationship Id="rId125" Type="http://schemas.openxmlformats.org/officeDocument/2006/relationships/image" Target="../media/image851.png"/><Relationship Id="rId146" Type="http://schemas.openxmlformats.org/officeDocument/2006/relationships/customXml" Target="../ink/ink1739.xml"/><Relationship Id="rId167" Type="http://schemas.openxmlformats.org/officeDocument/2006/relationships/image" Target="../media/image872.png"/><Relationship Id="rId188" Type="http://schemas.openxmlformats.org/officeDocument/2006/relationships/customXml" Target="../ink/ink1760.xml"/><Relationship Id="rId71" Type="http://schemas.openxmlformats.org/officeDocument/2006/relationships/image" Target="../media/image824.png"/><Relationship Id="rId92" Type="http://schemas.openxmlformats.org/officeDocument/2006/relationships/customXml" Target="../ink/ink1712.xml"/><Relationship Id="rId213" Type="http://schemas.openxmlformats.org/officeDocument/2006/relationships/image" Target="../media/image895.png"/><Relationship Id="rId234" Type="http://schemas.openxmlformats.org/officeDocument/2006/relationships/customXml" Target="../ink/ink1783.xml"/><Relationship Id="rId2" Type="http://schemas.openxmlformats.org/officeDocument/2006/relationships/customXml" Target="../ink/ink1667.xml"/><Relationship Id="rId29" Type="http://schemas.openxmlformats.org/officeDocument/2006/relationships/image" Target="../media/image803.png"/><Relationship Id="rId40" Type="http://schemas.openxmlformats.org/officeDocument/2006/relationships/customXml" Target="../ink/ink1686.xml"/><Relationship Id="rId115" Type="http://schemas.openxmlformats.org/officeDocument/2006/relationships/image" Target="../media/image846.png"/><Relationship Id="rId136" Type="http://schemas.openxmlformats.org/officeDocument/2006/relationships/customXml" Target="../ink/ink1734.xml"/><Relationship Id="rId157" Type="http://schemas.openxmlformats.org/officeDocument/2006/relationships/image" Target="../media/image867.png"/><Relationship Id="rId178" Type="http://schemas.openxmlformats.org/officeDocument/2006/relationships/customXml" Target="../ink/ink1755.xml"/><Relationship Id="rId61" Type="http://schemas.openxmlformats.org/officeDocument/2006/relationships/image" Target="../media/image819.png"/><Relationship Id="rId82" Type="http://schemas.openxmlformats.org/officeDocument/2006/relationships/customXml" Target="../ink/ink1707.xml"/><Relationship Id="rId199" Type="http://schemas.openxmlformats.org/officeDocument/2006/relationships/image" Target="../media/image888.png"/><Relationship Id="rId203" Type="http://schemas.openxmlformats.org/officeDocument/2006/relationships/image" Target="../media/image890.png"/><Relationship Id="rId19" Type="http://schemas.openxmlformats.org/officeDocument/2006/relationships/image" Target="../media/image798.png"/><Relationship Id="rId224" Type="http://schemas.openxmlformats.org/officeDocument/2006/relationships/customXml" Target="../ink/ink1778.xml"/><Relationship Id="rId30" Type="http://schemas.openxmlformats.org/officeDocument/2006/relationships/customXml" Target="../ink/ink1681.xml"/><Relationship Id="rId105" Type="http://schemas.openxmlformats.org/officeDocument/2006/relationships/image" Target="../media/image841.png"/><Relationship Id="rId126" Type="http://schemas.openxmlformats.org/officeDocument/2006/relationships/customXml" Target="../ink/ink1729.xml"/><Relationship Id="rId147" Type="http://schemas.openxmlformats.org/officeDocument/2006/relationships/image" Target="../media/image862.png"/><Relationship Id="rId168" Type="http://schemas.openxmlformats.org/officeDocument/2006/relationships/customXml" Target="../ink/ink1750.xml"/><Relationship Id="rId51" Type="http://schemas.openxmlformats.org/officeDocument/2006/relationships/image" Target="../media/image814.png"/><Relationship Id="rId72" Type="http://schemas.openxmlformats.org/officeDocument/2006/relationships/customXml" Target="../ink/ink1702.xml"/><Relationship Id="rId93" Type="http://schemas.openxmlformats.org/officeDocument/2006/relationships/image" Target="../media/image835.png"/><Relationship Id="rId189" Type="http://schemas.openxmlformats.org/officeDocument/2006/relationships/image" Target="../media/image883.png"/><Relationship Id="rId3" Type="http://schemas.openxmlformats.org/officeDocument/2006/relationships/image" Target="../media/image790.png"/><Relationship Id="rId214" Type="http://schemas.openxmlformats.org/officeDocument/2006/relationships/customXml" Target="../ink/ink1773.xml"/><Relationship Id="rId235" Type="http://schemas.openxmlformats.org/officeDocument/2006/relationships/image" Target="../media/image906.png"/><Relationship Id="rId116" Type="http://schemas.openxmlformats.org/officeDocument/2006/relationships/customXml" Target="../ink/ink1724.xml"/><Relationship Id="rId137" Type="http://schemas.openxmlformats.org/officeDocument/2006/relationships/image" Target="../media/image857.png"/><Relationship Id="rId158" Type="http://schemas.openxmlformats.org/officeDocument/2006/relationships/customXml" Target="../ink/ink1745.xml"/><Relationship Id="rId20" Type="http://schemas.openxmlformats.org/officeDocument/2006/relationships/customXml" Target="../ink/ink1676.xml"/><Relationship Id="rId41" Type="http://schemas.openxmlformats.org/officeDocument/2006/relationships/image" Target="../media/image809.png"/><Relationship Id="rId62" Type="http://schemas.openxmlformats.org/officeDocument/2006/relationships/customXml" Target="../ink/ink1697.xml"/><Relationship Id="rId83" Type="http://schemas.openxmlformats.org/officeDocument/2006/relationships/image" Target="../media/image830.png"/><Relationship Id="rId179" Type="http://schemas.openxmlformats.org/officeDocument/2006/relationships/image" Target="../media/image87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40.png"/><Relationship Id="rId671" Type="http://schemas.openxmlformats.org/officeDocument/2006/relationships/image" Target="../media/image3700.png"/><Relationship Id="rId21" Type="http://schemas.openxmlformats.org/officeDocument/2006/relationships/image" Target="../media/image4610.png"/><Relationship Id="rId324" Type="http://schemas.openxmlformats.org/officeDocument/2006/relationships/customXml" Target="../ink/ink1946.xml"/><Relationship Id="rId531" Type="http://schemas.openxmlformats.org/officeDocument/2006/relationships/customXml" Target="../ink/ink2050.xml"/><Relationship Id="rId629" Type="http://schemas.openxmlformats.org/officeDocument/2006/relationships/image" Target="../media/image3490.png"/><Relationship Id="rId170" Type="http://schemas.openxmlformats.org/officeDocument/2006/relationships/customXml" Target="../ink/ink1869.xml"/><Relationship Id="rId268" Type="http://schemas.openxmlformats.org/officeDocument/2006/relationships/customXml" Target="../ink/ink1918.xml"/><Relationship Id="rId475" Type="http://schemas.openxmlformats.org/officeDocument/2006/relationships/image" Target="../media/image2730.png"/><Relationship Id="rId682" Type="http://schemas.openxmlformats.org/officeDocument/2006/relationships/customXml" Target="../ink/ink2126.xml"/><Relationship Id="rId32" Type="http://schemas.openxmlformats.org/officeDocument/2006/relationships/customXml" Target="../ink/ink1800.xml"/><Relationship Id="rId128" Type="http://schemas.openxmlformats.org/officeDocument/2006/relationships/customXml" Target="../ink/ink1848.xml"/><Relationship Id="rId335" Type="http://schemas.openxmlformats.org/officeDocument/2006/relationships/image" Target="../media/image2030.png"/><Relationship Id="rId542" Type="http://schemas.openxmlformats.org/officeDocument/2006/relationships/image" Target="../media/image3060.png"/><Relationship Id="rId181" Type="http://schemas.openxmlformats.org/officeDocument/2006/relationships/image" Target="../media/image1260.png"/><Relationship Id="rId402" Type="http://schemas.openxmlformats.org/officeDocument/2006/relationships/customXml" Target="../ink/ink1985.xml"/><Relationship Id="rId279" Type="http://schemas.openxmlformats.org/officeDocument/2006/relationships/image" Target="../media/image1750.png"/><Relationship Id="rId486" Type="http://schemas.openxmlformats.org/officeDocument/2006/relationships/customXml" Target="../ink/ink2027.xml"/><Relationship Id="rId693" Type="http://schemas.openxmlformats.org/officeDocument/2006/relationships/image" Target="../media/image3811.png"/><Relationship Id="rId43" Type="http://schemas.openxmlformats.org/officeDocument/2006/relationships/image" Target="../media/image5711.png"/><Relationship Id="rId139" Type="http://schemas.openxmlformats.org/officeDocument/2006/relationships/image" Target="../media/image1050.png"/><Relationship Id="rId346" Type="http://schemas.openxmlformats.org/officeDocument/2006/relationships/customXml" Target="../ink/ink1957.xml"/><Relationship Id="rId553" Type="http://schemas.openxmlformats.org/officeDocument/2006/relationships/customXml" Target="../ink/ink2061.xml"/><Relationship Id="rId192" Type="http://schemas.openxmlformats.org/officeDocument/2006/relationships/customXml" Target="../ink/ink1880.xml"/><Relationship Id="rId206" Type="http://schemas.openxmlformats.org/officeDocument/2006/relationships/customXml" Target="../ink/ink1887.xml"/><Relationship Id="rId413" Type="http://schemas.openxmlformats.org/officeDocument/2006/relationships/image" Target="../media/image2420.png"/><Relationship Id="rId497" Type="http://schemas.openxmlformats.org/officeDocument/2006/relationships/customXml" Target="../ink/ink2033.xml"/><Relationship Id="rId620" Type="http://schemas.openxmlformats.org/officeDocument/2006/relationships/customXml" Target="../ink/ink2095.xml"/><Relationship Id="rId357" Type="http://schemas.openxmlformats.org/officeDocument/2006/relationships/image" Target="../media/image2140.png"/><Relationship Id="rId54" Type="http://schemas.openxmlformats.org/officeDocument/2006/relationships/customXml" Target="../ink/ink1811.xml"/><Relationship Id="rId217" Type="http://schemas.openxmlformats.org/officeDocument/2006/relationships/image" Target="../media/image1440.png"/><Relationship Id="rId564" Type="http://schemas.openxmlformats.org/officeDocument/2006/relationships/image" Target="../media/image3170.png"/><Relationship Id="rId424" Type="http://schemas.openxmlformats.org/officeDocument/2006/relationships/customXml" Target="../ink/ink1996.xml"/><Relationship Id="rId631" Type="http://schemas.openxmlformats.org/officeDocument/2006/relationships/image" Target="../media/image3500.png"/><Relationship Id="rId270" Type="http://schemas.openxmlformats.org/officeDocument/2006/relationships/customXml" Target="../ink/ink1919.xml"/><Relationship Id="rId65" Type="http://schemas.openxmlformats.org/officeDocument/2006/relationships/image" Target="../media/image6800.png"/><Relationship Id="rId130" Type="http://schemas.openxmlformats.org/officeDocument/2006/relationships/customXml" Target="../ink/ink1849.xml"/><Relationship Id="rId368" Type="http://schemas.openxmlformats.org/officeDocument/2006/relationships/customXml" Target="../ink/ink1968.xml"/><Relationship Id="rId575" Type="http://schemas.openxmlformats.org/officeDocument/2006/relationships/customXml" Target="../ink/ink2072.xml"/><Relationship Id="rId228" Type="http://schemas.openxmlformats.org/officeDocument/2006/relationships/customXml" Target="../ink/ink1898.xml"/><Relationship Id="rId435" Type="http://schemas.openxmlformats.org/officeDocument/2006/relationships/image" Target="../media/image2530.png"/><Relationship Id="rId642" Type="http://schemas.openxmlformats.org/officeDocument/2006/relationships/customXml" Target="../ink/ink2106.xml"/><Relationship Id="rId281" Type="http://schemas.openxmlformats.org/officeDocument/2006/relationships/image" Target="../media/image1760.png"/><Relationship Id="rId502" Type="http://schemas.openxmlformats.org/officeDocument/2006/relationships/image" Target="../media/image2860.png"/><Relationship Id="rId76" Type="http://schemas.openxmlformats.org/officeDocument/2006/relationships/customXml" Target="../ink/ink1822.xml"/><Relationship Id="rId141" Type="http://schemas.openxmlformats.org/officeDocument/2006/relationships/image" Target="../media/image1060.png"/><Relationship Id="rId379" Type="http://schemas.openxmlformats.org/officeDocument/2006/relationships/image" Target="../media/image2250.png"/><Relationship Id="rId586" Type="http://schemas.openxmlformats.org/officeDocument/2006/relationships/customXml" Target="../ink/ink2078.xml"/><Relationship Id="rId7" Type="http://schemas.openxmlformats.org/officeDocument/2006/relationships/image" Target="../media/image3910.png"/><Relationship Id="rId239" Type="http://schemas.openxmlformats.org/officeDocument/2006/relationships/image" Target="../media/image1550.png"/><Relationship Id="rId446" Type="http://schemas.openxmlformats.org/officeDocument/2006/relationships/customXml" Target="../ink/ink2007.xml"/><Relationship Id="rId653" Type="http://schemas.openxmlformats.org/officeDocument/2006/relationships/image" Target="../media/image3610.png"/><Relationship Id="rId292" Type="http://schemas.openxmlformats.org/officeDocument/2006/relationships/customXml" Target="../ink/ink1930.xml"/><Relationship Id="rId306" Type="http://schemas.openxmlformats.org/officeDocument/2006/relationships/customXml" Target="../ink/ink1937.xml"/><Relationship Id="rId87" Type="http://schemas.openxmlformats.org/officeDocument/2006/relationships/image" Target="../media/image7900.png"/><Relationship Id="rId513" Type="http://schemas.openxmlformats.org/officeDocument/2006/relationships/customXml" Target="../ink/ink2041.xml"/><Relationship Id="rId597" Type="http://schemas.openxmlformats.org/officeDocument/2006/relationships/image" Target="../media/image3330.png"/><Relationship Id="rId152" Type="http://schemas.openxmlformats.org/officeDocument/2006/relationships/customXml" Target="../ink/ink1860.xml"/><Relationship Id="rId457" Type="http://schemas.openxmlformats.org/officeDocument/2006/relationships/image" Target="../media/image2640.png"/><Relationship Id="rId664" Type="http://schemas.openxmlformats.org/officeDocument/2006/relationships/customXml" Target="../ink/ink2117.xml"/><Relationship Id="rId14" Type="http://schemas.openxmlformats.org/officeDocument/2006/relationships/customXml" Target="../ink/ink1791.xml"/><Relationship Id="rId317" Type="http://schemas.openxmlformats.org/officeDocument/2006/relationships/image" Target="../media/image1940.png"/><Relationship Id="rId524" Type="http://schemas.openxmlformats.org/officeDocument/2006/relationships/image" Target="../media/image2970.png"/><Relationship Id="rId98" Type="http://schemas.openxmlformats.org/officeDocument/2006/relationships/customXml" Target="../ink/ink1833.xml"/><Relationship Id="rId163" Type="http://schemas.openxmlformats.org/officeDocument/2006/relationships/image" Target="../media/image1170.png"/><Relationship Id="rId370" Type="http://schemas.openxmlformats.org/officeDocument/2006/relationships/customXml" Target="../ink/ink1969.xml"/><Relationship Id="rId230" Type="http://schemas.openxmlformats.org/officeDocument/2006/relationships/customXml" Target="../ink/ink1899.xml"/><Relationship Id="rId468" Type="http://schemas.openxmlformats.org/officeDocument/2006/relationships/customXml" Target="../ink/ink2018.xml"/><Relationship Id="rId675" Type="http://schemas.openxmlformats.org/officeDocument/2006/relationships/image" Target="../media/image3720.png"/><Relationship Id="rId25" Type="http://schemas.openxmlformats.org/officeDocument/2006/relationships/image" Target="../media/image4811.png"/><Relationship Id="rId328" Type="http://schemas.openxmlformats.org/officeDocument/2006/relationships/customXml" Target="../ink/ink1948.xml"/><Relationship Id="rId535" Type="http://schemas.openxmlformats.org/officeDocument/2006/relationships/customXml" Target="../ink/ink2052.xml"/><Relationship Id="rId174" Type="http://schemas.openxmlformats.org/officeDocument/2006/relationships/customXml" Target="../ink/ink1871.xml"/><Relationship Id="rId381" Type="http://schemas.openxmlformats.org/officeDocument/2006/relationships/image" Target="../media/image2260.png"/><Relationship Id="rId602" Type="http://schemas.openxmlformats.org/officeDocument/2006/relationships/customXml" Target="../ink/ink2086.xml"/><Relationship Id="rId241" Type="http://schemas.openxmlformats.org/officeDocument/2006/relationships/image" Target="../media/image1560.png"/><Relationship Id="rId479" Type="http://schemas.openxmlformats.org/officeDocument/2006/relationships/image" Target="../media/image2750.png"/><Relationship Id="rId686" Type="http://schemas.openxmlformats.org/officeDocument/2006/relationships/customXml" Target="../ink/ink2128.xml"/><Relationship Id="rId36" Type="http://schemas.openxmlformats.org/officeDocument/2006/relationships/customXml" Target="../ink/ink1802.xml"/><Relationship Id="rId339" Type="http://schemas.openxmlformats.org/officeDocument/2006/relationships/image" Target="../media/image2050.png"/><Relationship Id="rId546" Type="http://schemas.openxmlformats.org/officeDocument/2006/relationships/image" Target="../media/image3080.png"/><Relationship Id="rId101" Type="http://schemas.openxmlformats.org/officeDocument/2006/relationships/image" Target="../media/image8600.png"/><Relationship Id="rId185" Type="http://schemas.openxmlformats.org/officeDocument/2006/relationships/image" Target="../media/image1280.png"/><Relationship Id="rId406" Type="http://schemas.openxmlformats.org/officeDocument/2006/relationships/customXml" Target="../ink/ink1987.xml"/><Relationship Id="rId392" Type="http://schemas.openxmlformats.org/officeDocument/2006/relationships/customXml" Target="../ink/ink1980.xml"/><Relationship Id="rId613" Type="http://schemas.openxmlformats.org/officeDocument/2006/relationships/image" Target="../media/image3410.png"/><Relationship Id="rId697" Type="http://schemas.openxmlformats.org/officeDocument/2006/relationships/image" Target="../media/image3830.png"/><Relationship Id="rId252" Type="http://schemas.openxmlformats.org/officeDocument/2006/relationships/customXml" Target="../ink/ink1910.xml"/><Relationship Id="rId47" Type="http://schemas.openxmlformats.org/officeDocument/2006/relationships/image" Target="../media/image5911.png"/><Relationship Id="rId112" Type="http://schemas.openxmlformats.org/officeDocument/2006/relationships/customXml" Target="../ink/ink1840.xml"/><Relationship Id="rId557" Type="http://schemas.openxmlformats.org/officeDocument/2006/relationships/customXml" Target="../ink/ink2063.xml"/><Relationship Id="rId196" Type="http://schemas.openxmlformats.org/officeDocument/2006/relationships/customXml" Target="../ink/ink1882.xml"/><Relationship Id="rId417" Type="http://schemas.openxmlformats.org/officeDocument/2006/relationships/image" Target="../media/image2440.png"/><Relationship Id="rId624" Type="http://schemas.openxmlformats.org/officeDocument/2006/relationships/customXml" Target="../ink/ink2097.xml"/><Relationship Id="rId263" Type="http://schemas.openxmlformats.org/officeDocument/2006/relationships/image" Target="../media/image1670.png"/><Relationship Id="rId470" Type="http://schemas.openxmlformats.org/officeDocument/2006/relationships/customXml" Target="../ink/ink2019.xml"/><Relationship Id="rId58" Type="http://schemas.openxmlformats.org/officeDocument/2006/relationships/customXml" Target="../ink/ink1813.xml"/><Relationship Id="rId123" Type="http://schemas.openxmlformats.org/officeDocument/2006/relationships/image" Target="../media/image970.png"/><Relationship Id="rId330" Type="http://schemas.openxmlformats.org/officeDocument/2006/relationships/customXml" Target="../ink/ink1949.xml"/><Relationship Id="rId568" Type="http://schemas.openxmlformats.org/officeDocument/2006/relationships/image" Target="../media/image3190.png"/><Relationship Id="rId428" Type="http://schemas.openxmlformats.org/officeDocument/2006/relationships/customXml" Target="../ink/ink1998.xml"/><Relationship Id="rId635" Type="http://schemas.openxmlformats.org/officeDocument/2006/relationships/image" Target="../media/image3520.png"/><Relationship Id="rId274" Type="http://schemas.openxmlformats.org/officeDocument/2006/relationships/customXml" Target="../ink/ink1921.xml"/><Relationship Id="rId481" Type="http://schemas.openxmlformats.org/officeDocument/2006/relationships/image" Target="../media/image2760.png"/><Relationship Id="rId69" Type="http://schemas.openxmlformats.org/officeDocument/2006/relationships/image" Target="../media/image7000.png"/><Relationship Id="rId134" Type="http://schemas.openxmlformats.org/officeDocument/2006/relationships/customXml" Target="../ink/ink1851.xml"/><Relationship Id="rId579" Type="http://schemas.openxmlformats.org/officeDocument/2006/relationships/customXml" Target="../ink/ink2074.xml"/><Relationship Id="rId341" Type="http://schemas.openxmlformats.org/officeDocument/2006/relationships/image" Target="../media/image2060.png"/><Relationship Id="rId439" Type="http://schemas.openxmlformats.org/officeDocument/2006/relationships/image" Target="../media/image2550.png"/><Relationship Id="rId646" Type="http://schemas.openxmlformats.org/officeDocument/2006/relationships/customXml" Target="../ink/ink2108.xml"/><Relationship Id="rId201" Type="http://schemas.openxmlformats.org/officeDocument/2006/relationships/image" Target="../media/image1360.png"/><Relationship Id="rId285" Type="http://schemas.openxmlformats.org/officeDocument/2006/relationships/image" Target="../media/image1780.png"/><Relationship Id="rId506" Type="http://schemas.openxmlformats.org/officeDocument/2006/relationships/image" Target="../media/image2880.png"/><Relationship Id="rId492" Type="http://schemas.openxmlformats.org/officeDocument/2006/relationships/image" Target="../media/image2810.png"/><Relationship Id="rId145" Type="http://schemas.openxmlformats.org/officeDocument/2006/relationships/image" Target="../media/image1080.png"/><Relationship Id="rId352" Type="http://schemas.openxmlformats.org/officeDocument/2006/relationships/customXml" Target="../ink/ink1960.xml"/><Relationship Id="rId212" Type="http://schemas.openxmlformats.org/officeDocument/2006/relationships/customXml" Target="../ink/ink1890.xml"/><Relationship Id="rId657" Type="http://schemas.openxmlformats.org/officeDocument/2006/relationships/image" Target="../media/image3630.png"/><Relationship Id="rId296" Type="http://schemas.openxmlformats.org/officeDocument/2006/relationships/customXml" Target="../ink/ink1932.xml"/><Relationship Id="rId517" Type="http://schemas.openxmlformats.org/officeDocument/2006/relationships/customXml" Target="../ink/ink2043.xml"/><Relationship Id="rId60" Type="http://schemas.openxmlformats.org/officeDocument/2006/relationships/customXml" Target="../ink/ink1814.xml"/><Relationship Id="rId156" Type="http://schemas.openxmlformats.org/officeDocument/2006/relationships/customXml" Target="../ink/ink1862.xml"/><Relationship Id="rId363" Type="http://schemas.openxmlformats.org/officeDocument/2006/relationships/image" Target="../media/image2170.png"/><Relationship Id="rId570" Type="http://schemas.openxmlformats.org/officeDocument/2006/relationships/image" Target="../media/image3200.png"/><Relationship Id="rId223" Type="http://schemas.openxmlformats.org/officeDocument/2006/relationships/image" Target="../media/image1470.png"/><Relationship Id="rId430" Type="http://schemas.openxmlformats.org/officeDocument/2006/relationships/customXml" Target="../ink/ink1999.xml"/><Relationship Id="rId668" Type="http://schemas.openxmlformats.org/officeDocument/2006/relationships/customXml" Target="../ink/ink2119.xml"/><Relationship Id="rId18" Type="http://schemas.openxmlformats.org/officeDocument/2006/relationships/customXml" Target="../ink/ink1793.xml"/><Relationship Id="rId265" Type="http://schemas.openxmlformats.org/officeDocument/2006/relationships/image" Target="../media/image1680.png"/><Relationship Id="rId472" Type="http://schemas.openxmlformats.org/officeDocument/2006/relationships/customXml" Target="../ink/ink2020.xml"/><Relationship Id="rId528" Type="http://schemas.openxmlformats.org/officeDocument/2006/relationships/image" Target="../media/image2990.png"/><Relationship Id="rId125" Type="http://schemas.openxmlformats.org/officeDocument/2006/relationships/image" Target="../media/image980.png"/><Relationship Id="rId167" Type="http://schemas.openxmlformats.org/officeDocument/2006/relationships/image" Target="../media/image1190.png"/><Relationship Id="rId332" Type="http://schemas.openxmlformats.org/officeDocument/2006/relationships/customXml" Target="../ink/ink1950.xml"/><Relationship Id="rId374" Type="http://schemas.openxmlformats.org/officeDocument/2006/relationships/customXml" Target="../ink/ink1971.xml"/><Relationship Id="rId581" Type="http://schemas.openxmlformats.org/officeDocument/2006/relationships/image" Target="../media/image3250.png"/><Relationship Id="rId71" Type="http://schemas.openxmlformats.org/officeDocument/2006/relationships/image" Target="../media/image7100.png"/><Relationship Id="rId234" Type="http://schemas.openxmlformats.org/officeDocument/2006/relationships/customXml" Target="../ink/ink1901.xml"/><Relationship Id="rId637" Type="http://schemas.openxmlformats.org/officeDocument/2006/relationships/image" Target="../media/image3530.png"/><Relationship Id="rId679" Type="http://schemas.openxmlformats.org/officeDocument/2006/relationships/image" Target="../media/image3740.png"/><Relationship Id="rId2" Type="http://schemas.openxmlformats.org/officeDocument/2006/relationships/customXml" Target="../ink/ink1785.xml"/><Relationship Id="rId29" Type="http://schemas.openxmlformats.org/officeDocument/2006/relationships/image" Target="../media/image5011.png"/><Relationship Id="rId276" Type="http://schemas.openxmlformats.org/officeDocument/2006/relationships/customXml" Target="../ink/ink1922.xml"/><Relationship Id="rId441" Type="http://schemas.openxmlformats.org/officeDocument/2006/relationships/image" Target="../media/image2560.png"/><Relationship Id="rId483" Type="http://schemas.openxmlformats.org/officeDocument/2006/relationships/image" Target="../media/image2770.png"/><Relationship Id="rId539" Type="http://schemas.openxmlformats.org/officeDocument/2006/relationships/customXml" Target="../ink/ink2054.xml"/><Relationship Id="rId690" Type="http://schemas.openxmlformats.org/officeDocument/2006/relationships/customXml" Target="../ink/ink2130.xml"/><Relationship Id="rId40" Type="http://schemas.openxmlformats.org/officeDocument/2006/relationships/customXml" Target="../ink/ink1804.xml"/><Relationship Id="rId136" Type="http://schemas.openxmlformats.org/officeDocument/2006/relationships/customXml" Target="../ink/ink1852.xml"/><Relationship Id="rId178" Type="http://schemas.openxmlformats.org/officeDocument/2006/relationships/customXml" Target="../ink/ink1873.xml"/><Relationship Id="rId301" Type="http://schemas.openxmlformats.org/officeDocument/2006/relationships/image" Target="../media/image1860.png"/><Relationship Id="rId343" Type="http://schemas.openxmlformats.org/officeDocument/2006/relationships/image" Target="../media/image2070.png"/><Relationship Id="rId550" Type="http://schemas.openxmlformats.org/officeDocument/2006/relationships/image" Target="../media/image3100.png"/><Relationship Id="rId82" Type="http://schemas.openxmlformats.org/officeDocument/2006/relationships/customXml" Target="../ink/ink1825.xml"/><Relationship Id="rId203" Type="http://schemas.openxmlformats.org/officeDocument/2006/relationships/image" Target="../media/image1370.png"/><Relationship Id="rId385" Type="http://schemas.openxmlformats.org/officeDocument/2006/relationships/image" Target="../media/image2280.png"/><Relationship Id="rId592" Type="http://schemas.openxmlformats.org/officeDocument/2006/relationships/customXml" Target="../ink/ink2081.xml"/><Relationship Id="rId606" Type="http://schemas.openxmlformats.org/officeDocument/2006/relationships/customXml" Target="../ink/ink2088.xml"/><Relationship Id="rId648" Type="http://schemas.openxmlformats.org/officeDocument/2006/relationships/customXml" Target="../ink/ink2109.xml"/><Relationship Id="rId245" Type="http://schemas.openxmlformats.org/officeDocument/2006/relationships/image" Target="../media/image1580.png"/><Relationship Id="rId287" Type="http://schemas.openxmlformats.org/officeDocument/2006/relationships/image" Target="../media/image1790.png"/><Relationship Id="rId410" Type="http://schemas.openxmlformats.org/officeDocument/2006/relationships/customXml" Target="../ink/ink1989.xml"/><Relationship Id="rId452" Type="http://schemas.openxmlformats.org/officeDocument/2006/relationships/customXml" Target="../ink/ink2010.xml"/><Relationship Id="rId494" Type="http://schemas.openxmlformats.org/officeDocument/2006/relationships/image" Target="../media/image2820.png"/><Relationship Id="rId508" Type="http://schemas.openxmlformats.org/officeDocument/2006/relationships/image" Target="../media/image2890.png"/><Relationship Id="rId105" Type="http://schemas.openxmlformats.org/officeDocument/2006/relationships/image" Target="../media/image8800.png"/><Relationship Id="rId147" Type="http://schemas.openxmlformats.org/officeDocument/2006/relationships/image" Target="../media/image1090.png"/><Relationship Id="rId312" Type="http://schemas.openxmlformats.org/officeDocument/2006/relationships/customXml" Target="../ink/ink1940.xml"/><Relationship Id="rId354" Type="http://schemas.openxmlformats.org/officeDocument/2006/relationships/customXml" Target="../ink/ink1961.xml"/><Relationship Id="rId51" Type="http://schemas.openxmlformats.org/officeDocument/2006/relationships/image" Target="../media/image6100.png"/><Relationship Id="rId93" Type="http://schemas.openxmlformats.org/officeDocument/2006/relationships/image" Target="../media/image8200.png"/><Relationship Id="rId189" Type="http://schemas.openxmlformats.org/officeDocument/2006/relationships/image" Target="../media/image1300.png"/><Relationship Id="rId396" Type="http://schemas.openxmlformats.org/officeDocument/2006/relationships/customXml" Target="../ink/ink1982.xml"/><Relationship Id="rId561" Type="http://schemas.openxmlformats.org/officeDocument/2006/relationships/customXml" Target="../ink/ink2065.xml"/><Relationship Id="rId617" Type="http://schemas.openxmlformats.org/officeDocument/2006/relationships/image" Target="../media/image3430.png"/><Relationship Id="rId659" Type="http://schemas.openxmlformats.org/officeDocument/2006/relationships/image" Target="../media/image3640.png"/><Relationship Id="rId214" Type="http://schemas.openxmlformats.org/officeDocument/2006/relationships/customXml" Target="../ink/ink1891.xml"/><Relationship Id="rId256" Type="http://schemas.openxmlformats.org/officeDocument/2006/relationships/customXml" Target="../ink/ink1912.xml"/><Relationship Id="rId298" Type="http://schemas.openxmlformats.org/officeDocument/2006/relationships/customXml" Target="../ink/ink1933.xml"/><Relationship Id="rId421" Type="http://schemas.openxmlformats.org/officeDocument/2006/relationships/image" Target="../media/image2460.png"/><Relationship Id="rId463" Type="http://schemas.openxmlformats.org/officeDocument/2006/relationships/image" Target="../media/image2670.png"/><Relationship Id="rId519" Type="http://schemas.openxmlformats.org/officeDocument/2006/relationships/customXml" Target="../ink/ink2044.xml"/><Relationship Id="rId670" Type="http://schemas.openxmlformats.org/officeDocument/2006/relationships/customXml" Target="../ink/ink2120.xml"/><Relationship Id="rId116" Type="http://schemas.openxmlformats.org/officeDocument/2006/relationships/customXml" Target="../ink/ink1842.xml"/><Relationship Id="rId158" Type="http://schemas.openxmlformats.org/officeDocument/2006/relationships/customXml" Target="../ink/ink1863.xml"/><Relationship Id="rId323" Type="http://schemas.openxmlformats.org/officeDocument/2006/relationships/image" Target="../media/image1970.png"/><Relationship Id="rId530" Type="http://schemas.openxmlformats.org/officeDocument/2006/relationships/image" Target="../media/image3000.png"/><Relationship Id="rId20" Type="http://schemas.openxmlformats.org/officeDocument/2006/relationships/customXml" Target="../ink/ink1794.xml"/><Relationship Id="rId62" Type="http://schemas.openxmlformats.org/officeDocument/2006/relationships/customXml" Target="../ink/ink1815.xml"/><Relationship Id="rId365" Type="http://schemas.openxmlformats.org/officeDocument/2006/relationships/image" Target="../media/image2180.png"/><Relationship Id="rId572" Type="http://schemas.openxmlformats.org/officeDocument/2006/relationships/image" Target="../media/image3210.png"/><Relationship Id="rId628" Type="http://schemas.openxmlformats.org/officeDocument/2006/relationships/customXml" Target="../ink/ink2099.xml"/><Relationship Id="rId225" Type="http://schemas.openxmlformats.org/officeDocument/2006/relationships/image" Target="../media/image1480.png"/><Relationship Id="rId267" Type="http://schemas.openxmlformats.org/officeDocument/2006/relationships/image" Target="../media/image1690.png"/><Relationship Id="rId432" Type="http://schemas.openxmlformats.org/officeDocument/2006/relationships/customXml" Target="../ink/ink2000.xml"/><Relationship Id="rId474" Type="http://schemas.openxmlformats.org/officeDocument/2006/relationships/customXml" Target="../ink/ink2021.xml"/><Relationship Id="rId127" Type="http://schemas.openxmlformats.org/officeDocument/2006/relationships/image" Target="../media/image990.png"/><Relationship Id="rId681" Type="http://schemas.openxmlformats.org/officeDocument/2006/relationships/image" Target="../media/image3750.png"/><Relationship Id="rId31" Type="http://schemas.openxmlformats.org/officeDocument/2006/relationships/image" Target="../media/image5111.png"/><Relationship Id="rId73" Type="http://schemas.openxmlformats.org/officeDocument/2006/relationships/image" Target="../media/image7200.png"/><Relationship Id="rId169" Type="http://schemas.openxmlformats.org/officeDocument/2006/relationships/image" Target="../media/image1200.png"/><Relationship Id="rId334" Type="http://schemas.openxmlformats.org/officeDocument/2006/relationships/customXml" Target="../ink/ink1951.xml"/><Relationship Id="rId376" Type="http://schemas.openxmlformats.org/officeDocument/2006/relationships/customXml" Target="../ink/ink1972.xml"/><Relationship Id="rId541" Type="http://schemas.openxmlformats.org/officeDocument/2006/relationships/customXml" Target="../ink/ink2055.xml"/><Relationship Id="rId583" Type="http://schemas.openxmlformats.org/officeDocument/2006/relationships/image" Target="../media/image3260.png"/><Relationship Id="rId639" Type="http://schemas.openxmlformats.org/officeDocument/2006/relationships/image" Target="../media/image3540.png"/><Relationship Id="rId4" Type="http://schemas.openxmlformats.org/officeDocument/2006/relationships/customXml" Target="../ink/ink1786.xml"/><Relationship Id="rId180" Type="http://schemas.openxmlformats.org/officeDocument/2006/relationships/customXml" Target="../ink/ink1874.xml"/><Relationship Id="rId236" Type="http://schemas.openxmlformats.org/officeDocument/2006/relationships/customXml" Target="../ink/ink1902.xml"/><Relationship Id="rId278" Type="http://schemas.openxmlformats.org/officeDocument/2006/relationships/customXml" Target="../ink/ink1923.xml"/><Relationship Id="rId401" Type="http://schemas.openxmlformats.org/officeDocument/2006/relationships/image" Target="../media/image2360.png"/><Relationship Id="rId443" Type="http://schemas.openxmlformats.org/officeDocument/2006/relationships/image" Target="../media/image2570.png"/><Relationship Id="rId650" Type="http://schemas.openxmlformats.org/officeDocument/2006/relationships/customXml" Target="../ink/ink2110.xml"/><Relationship Id="rId303" Type="http://schemas.openxmlformats.org/officeDocument/2006/relationships/image" Target="../media/image1870.png"/><Relationship Id="rId485" Type="http://schemas.openxmlformats.org/officeDocument/2006/relationships/image" Target="../media/image2780.png"/><Relationship Id="rId692" Type="http://schemas.openxmlformats.org/officeDocument/2006/relationships/customXml" Target="../ink/ink2131.xml"/><Relationship Id="rId42" Type="http://schemas.openxmlformats.org/officeDocument/2006/relationships/customXml" Target="../ink/ink1805.xml"/><Relationship Id="rId84" Type="http://schemas.openxmlformats.org/officeDocument/2006/relationships/customXml" Target="../ink/ink1826.xml"/><Relationship Id="rId138" Type="http://schemas.openxmlformats.org/officeDocument/2006/relationships/customXml" Target="../ink/ink1853.xml"/><Relationship Id="rId345" Type="http://schemas.openxmlformats.org/officeDocument/2006/relationships/image" Target="../media/image2080.png"/><Relationship Id="rId387" Type="http://schemas.openxmlformats.org/officeDocument/2006/relationships/image" Target="../media/image2290.png"/><Relationship Id="rId510" Type="http://schemas.openxmlformats.org/officeDocument/2006/relationships/image" Target="../media/image2900.png"/><Relationship Id="rId552" Type="http://schemas.openxmlformats.org/officeDocument/2006/relationships/image" Target="../media/image3110.png"/><Relationship Id="rId594" Type="http://schemas.openxmlformats.org/officeDocument/2006/relationships/customXml" Target="../ink/ink2082.xml"/><Relationship Id="rId608" Type="http://schemas.openxmlformats.org/officeDocument/2006/relationships/customXml" Target="../ink/ink2089.xml"/><Relationship Id="rId191" Type="http://schemas.openxmlformats.org/officeDocument/2006/relationships/image" Target="../media/image1310.png"/><Relationship Id="rId205" Type="http://schemas.openxmlformats.org/officeDocument/2006/relationships/image" Target="../media/image1380.png"/><Relationship Id="rId247" Type="http://schemas.openxmlformats.org/officeDocument/2006/relationships/image" Target="../media/image1590.png"/><Relationship Id="rId412" Type="http://schemas.openxmlformats.org/officeDocument/2006/relationships/customXml" Target="../ink/ink1990.xml"/><Relationship Id="rId107" Type="http://schemas.openxmlformats.org/officeDocument/2006/relationships/image" Target="../media/image8900.png"/><Relationship Id="rId289" Type="http://schemas.openxmlformats.org/officeDocument/2006/relationships/image" Target="../media/image1800.png"/><Relationship Id="rId454" Type="http://schemas.openxmlformats.org/officeDocument/2006/relationships/customXml" Target="../ink/ink2011.xml"/><Relationship Id="rId496" Type="http://schemas.openxmlformats.org/officeDocument/2006/relationships/image" Target="../media/image2830.png"/><Relationship Id="rId661" Type="http://schemas.openxmlformats.org/officeDocument/2006/relationships/image" Target="../media/image3650.png"/><Relationship Id="rId11" Type="http://schemas.openxmlformats.org/officeDocument/2006/relationships/image" Target="../media/image4110.png"/><Relationship Id="rId53" Type="http://schemas.openxmlformats.org/officeDocument/2006/relationships/image" Target="../media/image6200.png"/><Relationship Id="rId149" Type="http://schemas.openxmlformats.org/officeDocument/2006/relationships/image" Target="../media/image1100.png"/><Relationship Id="rId314" Type="http://schemas.openxmlformats.org/officeDocument/2006/relationships/customXml" Target="../ink/ink1941.xml"/><Relationship Id="rId356" Type="http://schemas.openxmlformats.org/officeDocument/2006/relationships/customXml" Target="../ink/ink1962.xml"/><Relationship Id="rId398" Type="http://schemas.openxmlformats.org/officeDocument/2006/relationships/customXml" Target="../ink/ink1983.xml"/><Relationship Id="rId521" Type="http://schemas.openxmlformats.org/officeDocument/2006/relationships/customXml" Target="../ink/ink2045.xml"/><Relationship Id="rId563" Type="http://schemas.openxmlformats.org/officeDocument/2006/relationships/customXml" Target="../ink/ink2066.xml"/><Relationship Id="rId619" Type="http://schemas.openxmlformats.org/officeDocument/2006/relationships/image" Target="../media/image3440.png"/><Relationship Id="rId95" Type="http://schemas.openxmlformats.org/officeDocument/2006/relationships/image" Target="../media/image8300.png"/><Relationship Id="rId160" Type="http://schemas.openxmlformats.org/officeDocument/2006/relationships/customXml" Target="../ink/ink1864.xml"/><Relationship Id="rId216" Type="http://schemas.openxmlformats.org/officeDocument/2006/relationships/customXml" Target="../ink/ink1892.xml"/><Relationship Id="rId423" Type="http://schemas.openxmlformats.org/officeDocument/2006/relationships/image" Target="../media/image2470.png"/><Relationship Id="rId258" Type="http://schemas.openxmlformats.org/officeDocument/2006/relationships/customXml" Target="../ink/ink1913.xml"/><Relationship Id="rId465" Type="http://schemas.openxmlformats.org/officeDocument/2006/relationships/image" Target="../media/image2680.png"/><Relationship Id="rId630" Type="http://schemas.openxmlformats.org/officeDocument/2006/relationships/customXml" Target="../ink/ink2100.xml"/><Relationship Id="rId672" Type="http://schemas.openxmlformats.org/officeDocument/2006/relationships/customXml" Target="../ink/ink2121.xml"/><Relationship Id="rId22" Type="http://schemas.openxmlformats.org/officeDocument/2006/relationships/customXml" Target="../ink/ink1795.xml"/><Relationship Id="rId64" Type="http://schemas.openxmlformats.org/officeDocument/2006/relationships/customXml" Target="../ink/ink1816.xml"/><Relationship Id="rId118" Type="http://schemas.openxmlformats.org/officeDocument/2006/relationships/customXml" Target="../ink/ink1843.xml"/><Relationship Id="rId325" Type="http://schemas.openxmlformats.org/officeDocument/2006/relationships/image" Target="../media/image1980.png"/><Relationship Id="rId367" Type="http://schemas.openxmlformats.org/officeDocument/2006/relationships/image" Target="../media/image2190.png"/><Relationship Id="rId532" Type="http://schemas.openxmlformats.org/officeDocument/2006/relationships/image" Target="../media/image3010.png"/><Relationship Id="rId574" Type="http://schemas.openxmlformats.org/officeDocument/2006/relationships/image" Target="../media/image3220.png"/><Relationship Id="rId171" Type="http://schemas.openxmlformats.org/officeDocument/2006/relationships/image" Target="../media/image1210.png"/><Relationship Id="rId227" Type="http://schemas.openxmlformats.org/officeDocument/2006/relationships/image" Target="../media/image1490.png"/><Relationship Id="rId269" Type="http://schemas.openxmlformats.org/officeDocument/2006/relationships/image" Target="../media/image1700.png"/><Relationship Id="rId434" Type="http://schemas.openxmlformats.org/officeDocument/2006/relationships/customXml" Target="../ink/ink2001.xml"/><Relationship Id="rId476" Type="http://schemas.openxmlformats.org/officeDocument/2006/relationships/customXml" Target="../ink/ink2022.xml"/><Relationship Id="rId641" Type="http://schemas.openxmlformats.org/officeDocument/2006/relationships/image" Target="../media/image3550.png"/><Relationship Id="rId683" Type="http://schemas.openxmlformats.org/officeDocument/2006/relationships/image" Target="../media/image3760.png"/><Relationship Id="rId33" Type="http://schemas.openxmlformats.org/officeDocument/2006/relationships/image" Target="../media/image5211.png"/><Relationship Id="rId129" Type="http://schemas.openxmlformats.org/officeDocument/2006/relationships/image" Target="../media/image1000.png"/><Relationship Id="rId280" Type="http://schemas.openxmlformats.org/officeDocument/2006/relationships/customXml" Target="../ink/ink1924.xml"/><Relationship Id="rId336" Type="http://schemas.openxmlformats.org/officeDocument/2006/relationships/customXml" Target="../ink/ink1952.xml"/><Relationship Id="rId501" Type="http://schemas.openxmlformats.org/officeDocument/2006/relationships/customXml" Target="../ink/ink2035.xml"/><Relationship Id="rId543" Type="http://schemas.openxmlformats.org/officeDocument/2006/relationships/customXml" Target="../ink/ink2056.xml"/><Relationship Id="rId75" Type="http://schemas.openxmlformats.org/officeDocument/2006/relationships/image" Target="../media/image7300.png"/><Relationship Id="rId140" Type="http://schemas.openxmlformats.org/officeDocument/2006/relationships/customXml" Target="../ink/ink1854.xml"/><Relationship Id="rId182" Type="http://schemas.openxmlformats.org/officeDocument/2006/relationships/customXml" Target="../ink/ink1875.xml"/><Relationship Id="rId378" Type="http://schemas.openxmlformats.org/officeDocument/2006/relationships/customXml" Target="../ink/ink1973.xml"/><Relationship Id="rId403" Type="http://schemas.openxmlformats.org/officeDocument/2006/relationships/image" Target="../media/image2370.png"/><Relationship Id="rId585" Type="http://schemas.openxmlformats.org/officeDocument/2006/relationships/image" Target="../media/image3270.png"/><Relationship Id="rId6" Type="http://schemas.openxmlformats.org/officeDocument/2006/relationships/customXml" Target="../ink/ink1787.xml"/><Relationship Id="rId238" Type="http://schemas.openxmlformats.org/officeDocument/2006/relationships/customXml" Target="../ink/ink1903.xml"/><Relationship Id="rId445" Type="http://schemas.openxmlformats.org/officeDocument/2006/relationships/image" Target="../media/image2580.png"/><Relationship Id="rId487" Type="http://schemas.openxmlformats.org/officeDocument/2006/relationships/image" Target="../media/image2790.png"/><Relationship Id="rId610" Type="http://schemas.openxmlformats.org/officeDocument/2006/relationships/customXml" Target="../ink/ink2090.xml"/><Relationship Id="rId652" Type="http://schemas.openxmlformats.org/officeDocument/2006/relationships/customXml" Target="../ink/ink2111.xml"/><Relationship Id="rId694" Type="http://schemas.openxmlformats.org/officeDocument/2006/relationships/customXml" Target="../ink/ink2132.xml"/><Relationship Id="rId291" Type="http://schemas.openxmlformats.org/officeDocument/2006/relationships/image" Target="../media/image1810.png"/><Relationship Id="rId305" Type="http://schemas.openxmlformats.org/officeDocument/2006/relationships/image" Target="../media/image1880.png"/><Relationship Id="rId347" Type="http://schemas.openxmlformats.org/officeDocument/2006/relationships/image" Target="../media/image2090.png"/><Relationship Id="rId512" Type="http://schemas.openxmlformats.org/officeDocument/2006/relationships/image" Target="../media/image2910.png"/><Relationship Id="rId44" Type="http://schemas.openxmlformats.org/officeDocument/2006/relationships/customXml" Target="../ink/ink1806.xml"/><Relationship Id="rId86" Type="http://schemas.openxmlformats.org/officeDocument/2006/relationships/customXml" Target="../ink/ink1827.xml"/><Relationship Id="rId151" Type="http://schemas.openxmlformats.org/officeDocument/2006/relationships/image" Target="../media/image1110.png"/><Relationship Id="rId389" Type="http://schemas.openxmlformats.org/officeDocument/2006/relationships/image" Target="../media/image2300.png"/><Relationship Id="rId554" Type="http://schemas.openxmlformats.org/officeDocument/2006/relationships/image" Target="../media/image3120.png"/><Relationship Id="rId596" Type="http://schemas.openxmlformats.org/officeDocument/2006/relationships/customXml" Target="../ink/ink2083.xml"/><Relationship Id="rId193" Type="http://schemas.openxmlformats.org/officeDocument/2006/relationships/image" Target="../media/image1320.png"/><Relationship Id="rId207" Type="http://schemas.openxmlformats.org/officeDocument/2006/relationships/image" Target="../media/image1390.png"/><Relationship Id="rId249" Type="http://schemas.openxmlformats.org/officeDocument/2006/relationships/image" Target="../media/image1600.png"/><Relationship Id="rId414" Type="http://schemas.openxmlformats.org/officeDocument/2006/relationships/customXml" Target="../ink/ink1991.xml"/><Relationship Id="rId456" Type="http://schemas.openxmlformats.org/officeDocument/2006/relationships/customXml" Target="../ink/ink2012.xml"/><Relationship Id="rId498" Type="http://schemas.openxmlformats.org/officeDocument/2006/relationships/image" Target="../media/image2840.png"/><Relationship Id="rId621" Type="http://schemas.openxmlformats.org/officeDocument/2006/relationships/image" Target="../media/image3450.png"/><Relationship Id="rId663" Type="http://schemas.openxmlformats.org/officeDocument/2006/relationships/image" Target="../media/image3660.png"/><Relationship Id="rId13" Type="http://schemas.openxmlformats.org/officeDocument/2006/relationships/image" Target="../media/image4210.png"/><Relationship Id="rId109" Type="http://schemas.openxmlformats.org/officeDocument/2006/relationships/image" Target="../media/image9000.png"/><Relationship Id="rId260" Type="http://schemas.openxmlformats.org/officeDocument/2006/relationships/customXml" Target="../ink/ink1914.xml"/><Relationship Id="rId316" Type="http://schemas.openxmlformats.org/officeDocument/2006/relationships/customXml" Target="../ink/ink1942.xml"/><Relationship Id="rId523" Type="http://schemas.openxmlformats.org/officeDocument/2006/relationships/customXml" Target="../ink/ink2046.xml"/><Relationship Id="rId55" Type="http://schemas.openxmlformats.org/officeDocument/2006/relationships/image" Target="../media/image6300.png"/><Relationship Id="rId97" Type="http://schemas.openxmlformats.org/officeDocument/2006/relationships/image" Target="../media/image8400.png"/><Relationship Id="rId120" Type="http://schemas.openxmlformats.org/officeDocument/2006/relationships/customXml" Target="../ink/ink1844.xml"/><Relationship Id="rId358" Type="http://schemas.openxmlformats.org/officeDocument/2006/relationships/customXml" Target="../ink/ink1963.xml"/><Relationship Id="rId565" Type="http://schemas.openxmlformats.org/officeDocument/2006/relationships/customXml" Target="../ink/ink2067.xml"/><Relationship Id="rId162" Type="http://schemas.openxmlformats.org/officeDocument/2006/relationships/customXml" Target="../ink/ink1865.xml"/><Relationship Id="rId218" Type="http://schemas.openxmlformats.org/officeDocument/2006/relationships/customXml" Target="../ink/ink1893.xml"/><Relationship Id="rId425" Type="http://schemas.openxmlformats.org/officeDocument/2006/relationships/image" Target="../media/image2480.png"/><Relationship Id="rId467" Type="http://schemas.openxmlformats.org/officeDocument/2006/relationships/image" Target="../media/image2690.png"/><Relationship Id="rId632" Type="http://schemas.openxmlformats.org/officeDocument/2006/relationships/customXml" Target="../ink/ink2101.xml"/><Relationship Id="rId271" Type="http://schemas.openxmlformats.org/officeDocument/2006/relationships/image" Target="../media/image1710.png"/><Relationship Id="rId674" Type="http://schemas.openxmlformats.org/officeDocument/2006/relationships/customXml" Target="../ink/ink2122.xml"/><Relationship Id="rId24" Type="http://schemas.openxmlformats.org/officeDocument/2006/relationships/customXml" Target="../ink/ink1796.xml"/><Relationship Id="rId66" Type="http://schemas.openxmlformats.org/officeDocument/2006/relationships/customXml" Target="../ink/ink1817.xml"/><Relationship Id="rId131" Type="http://schemas.openxmlformats.org/officeDocument/2006/relationships/image" Target="../media/image1010.png"/><Relationship Id="rId327" Type="http://schemas.openxmlformats.org/officeDocument/2006/relationships/image" Target="../media/image1990.png"/><Relationship Id="rId369" Type="http://schemas.openxmlformats.org/officeDocument/2006/relationships/image" Target="../media/image2200.png"/><Relationship Id="rId534" Type="http://schemas.openxmlformats.org/officeDocument/2006/relationships/image" Target="../media/image3020.png"/><Relationship Id="rId576" Type="http://schemas.openxmlformats.org/officeDocument/2006/relationships/image" Target="../media/image3230.png"/><Relationship Id="rId173" Type="http://schemas.openxmlformats.org/officeDocument/2006/relationships/image" Target="../media/image1220.png"/><Relationship Id="rId229" Type="http://schemas.openxmlformats.org/officeDocument/2006/relationships/image" Target="../media/image1500.png"/><Relationship Id="rId380" Type="http://schemas.openxmlformats.org/officeDocument/2006/relationships/customXml" Target="../ink/ink1974.xml"/><Relationship Id="rId436" Type="http://schemas.openxmlformats.org/officeDocument/2006/relationships/customXml" Target="../ink/ink2002.xml"/><Relationship Id="rId601" Type="http://schemas.openxmlformats.org/officeDocument/2006/relationships/image" Target="../media/image3350.png"/><Relationship Id="rId643" Type="http://schemas.openxmlformats.org/officeDocument/2006/relationships/image" Target="../media/image3560.png"/><Relationship Id="rId240" Type="http://schemas.openxmlformats.org/officeDocument/2006/relationships/customXml" Target="../ink/ink1904.xml"/><Relationship Id="rId478" Type="http://schemas.openxmlformats.org/officeDocument/2006/relationships/customXml" Target="../ink/ink2023.xml"/><Relationship Id="rId685" Type="http://schemas.openxmlformats.org/officeDocument/2006/relationships/image" Target="../media/image3770.png"/><Relationship Id="rId35" Type="http://schemas.openxmlformats.org/officeDocument/2006/relationships/image" Target="../media/image5311.png"/><Relationship Id="rId77" Type="http://schemas.openxmlformats.org/officeDocument/2006/relationships/image" Target="../media/image7400.png"/><Relationship Id="rId100" Type="http://schemas.openxmlformats.org/officeDocument/2006/relationships/customXml" Target="../ink/ink1834.xml"/><Relationship Id="rId282" Type="http://schemas.openxmlformats.org/officeDocument/2006/relationships/customXml" Target="../ink/ink1925.xml"/><Relationship Id="rId338" Type="http://schemas.openxmlformats.org/officeDocument/2006/relationships/customXml" Target="../ink/ink1953.xml"/><Relationship Id="rId503" Type="http://schemas.openxmlformats.org/officeDocument/2006/relationships/customXml" Target="../ink/ink2036.xml"/><Relationship Id="rId545" Type="http://schemas.openxmlformats.org/officeDocument/2006/relationships/customXml" Target="../ink/ink2057.xml"/><Relationship Id="rId587" Type="http://schemas.openxmlformats.org/officeDocument/2006/relationships/image" Target="../media/image3280.png"/><Relationship Id="rId8" Type="http://schemas.openxmlformats.org/officeDocument/2006/relationships/customXml" Target="../ink/ink1788.xml"/><Relationship Id="rId142" Type="http://schemas.openxmlformats.org/officeDocument/2006/relationships/customXml" Target="../ink/ink1855.xml"/><Relationship Id="rId184" Type="http://schemas.openxmlformats.org/officeDocument/2006/relationships/customXml" Target="../ink/ink1876.xml"/><Relationship Id="rId391" Type="http://schemas.openxmlformats.org/officeDocument/2006/relationships/image" Target="../media/image2310.png"/><Relationship Id="rId405" Type="http://schemas.openxmlformats.org/officeDocument/2006/relationships/image" Target="../media/image2380.png"/><Relationship Id="rId447" Type="http://schemas.openxmlformats.org/officeDocument/2006/relationships/image" Target="../media/image2590.png"/><Relationship Id="rId612" Type="http://schemas.openxmlformats.org/officeDocument/2006/relationships/customXml" Target="../ink/ink2091.xml"/><Relationship Id="rId251" Type="http://schemas.openxmlformats.org/officeDocument/2006/relationships/image" Target="../media/image1610.png"/><Relationship Id="rId489" Type="http://schemas.openxmlformats.org/officeDocument/2006/relationships/customXml" Target="../ink/ink2029.xml"/><Relationship Id="rId654" Type="http://schemas.openxmlformats.org/officeDocument/2006/relationships/customXml" Target="../ink/ink2112.xml"/><Relationship Id="rId696" Type="http://schemas.openxmlformats.org/officeDocument/2006/relationships/customXml" Target="../ink/ink2133.xml"/><Relationship Id="rId46" Type="http://schemas.openxmlformats.org/officeDocument/2006/relationships/customXml" Target="../ink/ink1807.xml"/><Relationship Id="rId293" Type="http://schemas.openxmlformats.org/officeDocument/2006/relationships/image" Target="../media/image1820.png"/><Relationship Id="rId307" Type="http://schemas.openxmlformats.org/officeDocument/2006/relationships/image" Target="../media/image1890.png"/><Relationship Id="rId349" Type="http://schemas.openxmlformats.org/officeDocument/2006/relationships/image" Target="../media/image2100.png"/><Relationship Id="rId514" Type="http://schemas.openxmlformats.org/officeDocument/2006/relationships/image" Target="../media/image2920.png"/><Relationship Id="rId556" Type="http://schemas.openxmlformats.org/officeDocument/2006/relationships/image" Target="../media/image3130.png"/><Relationship Id="rId88" Type="http://schemas.openxmlformats.org/officeDocument/2006/relationships/customXml" Target="../ink/ink1828.xml"/><Relationship Id="rId111" Type="http://schemas.openxmlformats.org/officeDocument/2006/relationships/image" Target="../media/image910.png"/><Relationship Id="rId153" Type="http://schemas.openxmlformats.org/officeDocument/2006/relationships/image" Target="../media/image1120.png"/><Relationship Id="rId195" Type="http://schemas.openxmlformats.org/officeDocument/2006/relationships/image" Target="../media/image1330.png"/><Relationship Id="rId209" Type="http://schemas.openxmlformats.org/officeDocument/2006/relationships/image" Target="../media/image1400.png"/><Relationship Id="rId360" Type="http://schemas.openxmlformats.org/officeDocument/2006/relationships/customXml" Target="../ink/ink1964.xml"/><Relationship Id="rId416" Type="http://schemas.openxmlformats.org/officeDocument/2006/relationships/customXml" Target="../ink/ink1992.xml"/><Relationship Id="rId598" Type="http://schemas.openxmlformats.org/officeDocument/2006/relationships/customXml" Target="../ink/ink2084.xml"/><Relationship Id="rId220" Type="http://schemas.openxmlformats.org/officeDocument/2006/relationships/customXml" Target="../ink/ink1894.xml"/><Relationship Id="rId458" Type="http://schemas.openxmlformats.org/officeDocument/2006/relationships/customXml" Target="../ink/ink2013.xml"/><Relationship Id="rId623" Type="http://schemas.openxmlformats.org/officeDocument/2006/relationships/image" Target="../media/image3460.png"/><Relationship Id="rId665" Type="http://schemas.openxmlformats.org/officeDocument/2006/relationships/image" Target="../media/image3670.png"/><Relationship Id="rId15" Type="http://schemas.openxmlformats.org/officeDocument/2006/relationships/image" Target="../media/image4310.png"/><Relationship Id="rId57" Type="http://schemas.openxmlformats.org/officeDocument/2006/relationships/image" Target="../media/image6400.png"/><Relationship Id="rId262" Type="http://schemas.openxmlformats.org/officeDocument/2006/relationships/customXml" Target="../ink/ink1915.xml"/><Relationship Id="rId318" Type="http://schemas.openxmlformats.org/officeDocument/2006/relationships/customXml" Target="../ink/ink1943.xml"/><Relationship Id="rId525" Type="http://schemas.openxmlformats.org/officeDocument/2006/relationships/customXml" Target="../ink/ink2047.xml"/><Relationship Id="rId567" Type="http://schemas.openxmlformats.org/officeDocument/2006/relationships/customXml" Target="../ink/ink2068.xml"/><Relationship Id="rId99" Type="http://schemas.openxmlformats.org/officeDocument/2006/relationships/image" Target="../media/image8500.png"/><Relationship Id="rId122" Type="http://schemas.openxmlformats.org/officeDocument/2006/relationships/customXml" Target="../ink/ink1845.xml"/><Relationship Id="rId164" Type="http://schemas.openxmlformats.org/officeDocument/2006/relationships/customXml" Target="../ink/ink1866.xml"/><Relationship Id="rId371" Type="http://schemas.openxmlformats.org/officeDocument/2006/relationships/image" Target="../media/image2210.png"/><Relationship Id="rId427" Type="http://schemas.openxmlformats.org/officeDocument/2006/relationships/image" Target="../media/image2490.png"/><Relationship Id="rId469" Type="http://schemas.openxmlformats.org/officeDocument/2006/relationships/image" Target="../media/image2700.png"/><Relationship Id="rId634" Type="http://schemas.openxmlformats.org/officeDocument/2006/relationships/customXml" Target="../ink/ink2102.xml"/><Relationship Id="rId676" Type="http://schemas.openxmlformats.org/officeDocument/2006/relationships/customXml" Target="../ink/ink2123.xml"/><Relationship Id="rId26" Type="http://schemas.openxmlformats.org/officeDocument/2006/relationships/customXml" Target="../ink/ink1797.xml"/><Relationship Id="rId231" Type="http://schemas.openxmlformats.org/officeDocument/2006/relationships/image" Target="../media/image1510.png"/><Relationship Id="rId273" Type="http://schemas.openxmlformats.org/officeDocument/2006/relationships/image" Target="../media/image1720.png"/><Relationship Id="rId329" Type="http://schemas.openxmlformats.org/officeDocument/2006/relationships/image" Target="../media/image2000.png"/><Relationship Id="rId480" Type="http://schemas.openxmlformats.org/officeDocument/2006/relationships/customXml" Target="../ink/ink2024.xml"/><Relationship Id="rId536" Type="http://schemas.openxmlformats.org/officeDocument/2006/relationships/image" Target="../media/image3030.png"/><Relationship Id="rId68" Type="http://schemas.openxmlformats.org/officeDocument/2006/relationships/customXml" Target="../ink/ink1818.xml"/><Relationship Id="rId133" Type="http://schemas.openxmlformats.org/officeDocument/2006/relationships/image" Target="../media/image1020.png"/><Relationship Id="rId175" Type="http://schemas.openxmlformats.org/officeDocument/2006/relationships/image" Target="../media/image1230.png"/><Relationship Id="rId340" Type="http://schemas.openxmlformats.org/officeDocument/2006/relationships/customXml" Target="../ink/ink1954.xml"/><Relationship Id="rId578" Type="http://schemas.openxmlformats.org/officeDocument/2006/relationships/image" Target="../media/image3240.png"/><Relationship Id="rId200" Type="http://schemas.openxmlformats.org/officeDocument/2006/relationships/customXml" Target="../ink/ink1884.xml"/><Relationship Id="rId382" Type="http://schemas.openxmlformats.org/officeDocument/2006/relationships/customXml" Target="../ink/ink1975.xml"/><Relationship Id="rId438" Type="http://schemas.openxmlformats.org/officeDocument/2006/relationships/customXml" Target="../ink/ink2003.xml"/><Relationship Id="rId603" Type="http://schemas.openxmlformats.org/officeDocument/2006/relationships/image" Target="../media/image3360.png"/><Relationship Id="rId645" Type="http://schemas.openxmlformats.org/officeDocument/2006/relationships/image" Target="../media/image3570.png"/><Relationship Id="rId687" Type="http://schemas.openxmlformats.org/officeDocument/2006/relationships/image" Target="../media/image3780.png"/><Relationship Id="rId242" Type="http://schemas.openxmlformats.org/officeDocument/2006/relationships/customXml" Target="../ink/ink1905.xml"/><Relationship Id="rId284" Type="http://schemas.openxmlformats.org/officeDocument/2006/relationships/customXml" Target="../ink/ink1926.xml"/><Relationship Id="rId491" Type="http://schemas.openxmlformats.org/officeDocument/2006/relationships/customXml" Target="../ink/ink2030.xml"/><Relationship Id="rId505" Type="http://schemas.openxmlformats.org/officeDocument/2006/relationships/customXml" Target="../ink/ink2037.xml"/><Relationship Id="rId37" Type="http://schemas.openxmlformats.org/officeDocument/2006/relationships/image" Target="../media/image5411.png"/><Relationship Id="rId79" Type="http://schemas.openxmlformats.org/officeDocument/2006/relationships/image" Target="../media/image7500.png"/><Relationship Id="rId102" Type="http://schemas.openxmlformats.org/officeDocument/2006/relationships/customXml" Target="../ink/ink1835.xml"/><Relationship Id="rId144" Type="http://schemas.openxmlformats.org/officeDocument/2006/relationships/customXml" Target="../ink/ink1856.xml"/><Relationship Id="rId547" Type="http://schemas.openxmlformats.org/officeDocument/2006/relationships/customXml" Target="../ink/ink2058.xml"/><Relationship Id="rId589" Type="http://schemas.openxmlformats.org/officeDocument/2006/relationships/image" Target="../media/image3290.png"/><Relationship Id="rId90" Type="http://schemas.openxmlformats.org/officeDocument/2006/relationships/customXml" Target="../ink/ink1829.xml"/><Relationship Id="rId186" Type="http://schemas.openxmlformats.org/officeDocument/2006/relationships/customXml" Target="../ink/ink1877.xml"/><Relationship Id="rId351" Type="http://schemas.openxmlformats.org/officeDocument/2006/relationships/image" Target="../media/image2110.png"/><Relationship Id="rId393" Type="http://schemas.openxmlformats.org/officeDocument/2006/relationships/image" Target="../media/image2320.png"/><Relationship Id="rId407" Type="http://schemas.openxmlformats.org/officeDocument/2006/relationships/image" Target="../media/image2390.png"/><Relationship Id="rId449" Type="http://schemas.openxmlformats.org/officeDocument/2006/relationships/image" Target="../media/image2600.png"/><Relationship Id="rId614" Type="http://schemas.openxmlformats.org/officeDocument/2006/relationships/customXml" Target="../ink/ink2092.xml"/><Relationship Id="rId656" Type="http://schemas.openxmlformats.org/officeDocument/2006/relationships/customXml" Target="../ink/ink2113.xml"/><Relationship Id="rId211" Type="http://schemas.openxmlformats.org/officeDocument/2006/relationships/image" Target="../media/image1410.png"/><Relationship Id="rId253" Type="http://schemas.openxmlformats.org/officeDocument/2006/relationships/image" Target="../media/image1620.png"/><Relationship Id="rId295" Type="http://schemas.openxmlformats.org/officeDocument/2006/relationships/image" Target="../media/image1830.png"/><Relationship Id="rId309" Type="http://schemas.openxmlformats.org/officeDocument/2006/relationships/image" Target="../media/image1900.png"/><Relationship Id="rId460" Type="http://schemas.openxmlformats.org/officeDocument/2006/relationships/customXml" Target="../ink/ink2014.xml"/><Relationship Id="rId516" Type="http://schemas.openxmlformats.org/officeDocument/2006/relationships/image" Target="../media/image2930.png"/><Relationship Id="rId48" Type="http://schemas.openxmlformats.org/officeDocument/2006/relationships/customXml" Target="../ink/ink1808.xml"/><Relationship Id="rId113" Type="http://schemas.openxmlformats.org/officeDocument/2006/relationships/image" Target="../media/image920.png"/><Relationship Id="rId320" Type="http://schemas.openxmlformats.org/officeDocument/2006/relationships/customXml" Target="../ink/ink1944.xml"/><Relationship Id="rId558" Type="http://schemas.openxmlformats.org/officeDocument/2006/relationships/image" Target="../media/image3140.png"/><Relationship Id="rId155" Type="http://schemas.openxmlformats.org/officeDocument/2006/relationships/image" Target="../media/image1130.png"/><Relationship Id="rId197" Type="http://schemas.openxmlformats.org/officeDocument/2006/relationships/image" Target="../media/image1340.png"/><Relationship Id="rId362" Type="http://schemas.openxmlformats.org/officeDocument/2006/relationships/customXml" Target="../ink/ink1965.xml"/><Relationship Id="rId418" Type="http://schemas.openxmlformats.org/officeDocument/2006/relationships/customXml" Target="../ink/ink1993.xml"/><Relationship Id="rId625" Type="http://schemas.openxmlformats.org/officeDocument/2006/relationships/image" Target="../media/image3470.png"/><Relationship Id="rId222" Type="http://schemas.openxmlformats.org/officeDocument/2006/relationships/customXml" Target="../ink/ink1895.xml"/><Relationship Id="rId264" Type="http://schemas.openxmlformats.org/officeDocument/2006/relationships/customXml" Target="../ink/ink1916.xml"/><Relationship Id="rId471" Type="http://schemas.openxmlformats.org/officeDocument/2006/relationships/image" Target="../media/image2710.png"/><Relationship Id="rId667" Type="http://schemas.openxmlformats.org/officeDocument/2006/relationships/image" Target="../media/image3680.png"/><Relationship Id="rId17" Type="http://schemas.openxmlformats.org/officeDocument/2006/relationships/image" Target="../media/image4410.png"/><Relationship Id="rId59" Type="http://schemas.openxmlformats.org/officeDocument/2006/relationships/image" Target="../media/image6500.png"/><Relationship Id="rId124" Type="http://schemas.openxmlformats.org/officeDocument/2006/relationships/customXml" Target="../ink/ink1846.xml"/><Relationship Id="rId527" Type="http://schemas.openxmlformats.org/officeDocument/2006/relationships/customXml" Target="../ink/ink2048.xml"/><Relationship Id="rId569" Type="http://schemas.openxmlformats.org/officeDocument/2006/relationships/customXml" Target="../ink/ink2069.xml"/><Relationship Id="rId70" Type="http://schemas.openxmlformats.org/officeDocument/2006/relationships/customXml" Target="../ink/ink1819.xml"/><Relationship Id="rId166" Type="http://schemas.openxmlformats.org/officeDocument/2006/relationships/customXml" Target="../ink/ink1867.xml"/><Relationship Id="rId331" Type="http://schemas.openxmlformats.org/officeDocument/2006/relationships/image" Target="../media/image2010.png"/><Relationship Id="rId373" Type="http://schemas.openxmlformats.org/officeDocument/2006/relationships/image" Target="../media/image2220.png"/><Relationship Id="rId429" Type="http://schemas.openxmlformats.org/officeDocument/2006/relationships/image" Target="../media/image2500.png"/><Relationship Id="rId580" Type="http://schemas.openxmlformats.org/officeDocument/2006/relationships/customXml" Target="../ink/ink2075.xml"/><Relationship Id="rId636" Type="http://schemas.openxmlformats.org/officeDocument/2006/relationships/customXml" Target="../ink/ink2103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520.png"/><Relationship Id="rId440" Type="http://schemas.openxmlformats.org/officeDocument/2006/relationships/customXml" Target="../ink/ink2004.xml"/><Relationship Id="rId678" Type="http://schemas.openxmlformats.org/officeDocument/2006/relationships/customXml" Target="../ink/ink2124.xml"/><Relationship Id="rId28" Type="http://schemas.openxmlformats.org/officeDocument/2006/relationships/customXml" Target="../ink/ink1798.xml"/><Relationship Id="rId275" Type="http://schemas.openxmlformats.org/officeDocument/2006/relationships/image" Target="../media/image1730.png"/><Relationship Id="rId300" Type="http://schemas.openxmlformats.org/officeDocument/2006/relationships/customXml" Target="../ink/ink1934.xml"/><Relationship Id="rId482" Type="http://schemas.openxmlformats.org/officeDocument/2006/relationships/customXml" Target="../ink/ink2025.xml"/><Relationship Id="rId538" Type="http://schemas.openxmlformats.org/officeDocument/2006/relationships/image" Target="../media/image3040.png"/><Relationship Id="rId81" Type="http://schemas.openxmlformats.org/officeDocument/2006/relationships/image" Target="../media/image7600.png"/><Relationship Id="rId135" Type="http://schemas.openxmlformats.org/officeDocument/2006/relationships/image" Target="../media/image1030.png"/><Relationship Id="rId177" Type="http://schemas.openxmlformats.org/officeDocument/2006/relationships/image" Target="../media/image1240.png"/><Relationship Id="rId342" Type="http://schemas.openxmlformats.org/officeDocument/2006/relationships/customXml" Target="../ink/ink1955.xml"/><Relationship Id="rId384" Type="http://schemas.openxmlformats.org/officeDocument/2006/relationships/customXml" Target="../ink/ink1976.xml"/><Relationship Id="rId591" Type="http://schemas.openxmlformats.org/officeDocument/2006/relationships/image" Target="../media/image3300.png"/><Relationship Id="rId605" Type="http://schemas.openxmlformats.org/officeDocument/2006/relationships/image" Target="../media/image3370.png"/><Relationship Id="rId202" Type="http://schemas.openxmlformats.org/officeDocument/2006/relationships/customXml" Target="../ink/ink1885.xml"/><Relationship Id="rId244" Type="http://schemas.openxmlformats.org/officeDocument/2006/relationships/customXml" Target="../ink/ink1906.xml"/><Relationship Id="rId647" Type="http://schemas.openxmlformats.org/officeDocument/2006/relationships/image" Target="../media/image3580.png"/><Relationship Id="rId689" Type="http://schemas.openxmlformats.org/officeDocument/2006/relationships/image" Target="../media/image3790.png"/><Relationship Id="rId39" Type="http://schemas.openxmlformats.org/officeDocument/2006/relationships/image" Target="../media/image5511.png"/><Relationship Id="rId286" Type="http://schemas.openxmlformats.org/officeDocument/2006/relationships/customXml" Target="../ink/ink1927.xml"/><Relationship Id="rId451" Type="http://schemas.openxmlformats.org/officeDocument/2006/relationships/image" Target="../media/image2610.png"/><Relationship Id="rId493" Type="http://schemas.openxmlformats.org/officeDocument/2006/relationships/customXml" Target="../ink/ink2031.xml"/><Relationship Id="rId507" Type="http://schemas.openxmlformats.org/officeDocument/2006/relationships/customXml" Target="../ink/ink2038.xml"/><Relationship Id="rId549" Type="http://schemas.openxmlformats.org/officeDocument/2006/relationships/customXml" Target="../ink/ink2059.xml"/><Relationship Id="rId50" Type="http://schemas.openxmlformats.org/officeDocument/2006/relationships/customXml" Target="../ink/ink1809.xml"/><Relationship Id="rId104" Type="http://schemas.openxmlformats.org/officeDocument/2006/relationships/customXml" Target="../ink/ink1836.xml"/><Relationship Id="rId146" Type="http://schemas.openxmlformats.org/officeDocument/2006/relationships/customXml" Target="../ink/ink1857.xml"/><Relationship Id="rId188" Type="http://schemas.openxmlformats.org/officeDocument/2006/relationships/customXml" Target="../ink/ink1878.xml"/><Relationship Id="rId311" Type="http://schemas.openxmlformats.org/officeDocument/2006/relationships/image" Target="../media/image1910.png"/><Relationship Id="rId353" Type="http://schemas.openxmlformats.org/officeDocument/2006/relationships/image" Target="../media/image2120.png"/><Relationship Id="rId395" Type="http://schemas.openxmlformats.org/officeDocument/2006/relationships/image" Target="../media/image2330.png"/><Relationship Id="rId409" Type="http://schemas.openxmlformats.org/officeDocument/2006/relationships/image" Target="../media/image2400.png"/><Relationship Id="rId560" Type="http://schemas.openxmlformats.org/officeDocument/2006/relationships/image" Target="../media/image3150.png"/><Relationship Id="rId92" Type="http://schemas.openxmlformats.org/officeDocument/2006/relationships/customXml" Target="../ink/ink1830.xml"/><Relationship Id="rId213" Type="http://schemas.openxmlformats.org/officeDocument/2006/relationships/image" Target="../media/image1420.png"/><Relationship Id="rId420" Type="http://schemas.openxmlformats.org/officeDocument/2006/relationships/customXml" Target="../ink/ink1994.xml"/><Relationship Id="rId616" Type="http://schemas.openxmlformats.org/officeDocument/2006/relationships/customXml" Target="../ink/ink2093.xml"/><Relationship Id="rId658" Type="http://schemas.openxmlformats.org/officeDocument/2006/relationships/customXml" Target="../ink/ink2114.xml"/><Relationship Id="rId255" Type="http://schemas.openxmlformats.org/officeDocument/2006/relationships/image" Target="../media/image1630.png"/><Relationship Id="rId297" Type="http://schemas.openxmlformats.org/officeDocument/2006/relationships/image" Target="../media/image1840.png"/><Relationship Id="rId462" Type="http://schemas.openxmlformats.org/officeDocument/2006/relationships/customXml" Target="../ink/ink2015.xml"/><Relationship Id="rId518" Type="http://schemas.openxmlformats.org/officeDocument/2006/relationships/image" Target="../media/image2940.png"/><Relationship Id="rId115" Type="http://schemas.openxmlformats.org/officeDocument/2006/relationships/image" Target="../media/image930.png"/><Relationship Id="rId157" Type="http://schemas.openxmlformats.org/officeDocument/2006/relationships/image" Target="../media/image1140.png"/><Relationship Id="rId322" Type="http://schemas.openxmlformats.org/officeDocument/2006/relationships/customXml" Target="../ink/ink1945.xml"/><Relationship Id="rId364" Type="http://schemas.openxmlformats.org/officeDocument/2006/relationships/customXml" Target="../ink/ink1966.xml"/><Relationship Id="rId61" Type="http://schemas.openxmlformats.org/officeDocument/2006/relationships/image" Target="../media/image6600.png"/><Relationship Id="rId199" Type="http://schemas.openxmlformats.org/officeDocument/2006/relationships/image" Target="../media/image1350.png"/><Relationship Id="rId571" Type="http://schemas.openxmlformats.org/officeDocument/2006/relationships/customXml" Target="../ink/ink2070.xml"/><Relationship Id="rId627" Type="http://schemas.openxmlformats.org/officeDocument/2006/relationships/image" Target="../media/image3480.png"/><Relationship Id="rId669" Type="http://schemas.openxmlformats.org/officeDocument/2006/relationships/image" Target="../media/image3690.png"/><Relationship Id="rId19" Type="http://schemas.openxmlformats.org/officeDocument/2006/relationships/image" Target="../media/image4510.png"/><Relationship Id="rId224" Type="http://schemas.openxmlformats.org/officeDocument/2006/relationships/customXml" Target="../ink/ink1896.xml"/><Relationship Id="rId266" Type="http://schemas.openxmlformats.org/officeDocument/2006/relationships/customXml" Target="../ink/ink1917.xml"/><Relationship Id="rId431" Type="http://schemas.openxmlformats.org/officeDocument/2006/relationships/image" Target="../media/image2510.png"/><Relationship Id="rId473" Type="http://schemas.openxmlformats.org/officeDocument/2006/relationships/image" Target="../media/image2720.png"/><Relationship Id="rId529" Type="http://schemas.openxmlformats.org/officeDocument/2006/relationships/customXml" Target="../ink/ink2049.xml"/><Relationship Id="rId680" Type="http://schemas.openxmlformats.org/officeDocument/2006/relationships/customXml" Target="../ink/ink2125.xml"/><Relationship Id="rId30" Type="http://schemas.openxmlformats.org/officeDocument/2006/relationships/customXml" Target="../ink/ink1799.xml"/><Relationship Id="rId126" Type="http://schemas.openxmlformats.org/officeDocument/2006/relationships/customXml" Target="../ink/ink1847.xml"/><Relationship Id="rId168" Type="http://schemas.openxmlformats.org/officeDocument/2006/relationships/customXml" Target="../ink/ink1868.xml"/><Relationship Id="rId333" Type="http://schemas.openxmlformats.org/officeDocument/2006/relationships/image" Target="../media/image2020.png"/><Relationship Id="rId540" Type="http://schemas.openxmlformats.org/officeDocument/2006/relationships/image" Target="../media/image3050.png"/><Relationship Id="rId72" Type="http://schemas.openxmlformats.org/officeDocument/2006/relationships/customXml" Target="../ink/ink1820.xml"/><Relationship Id="rId375" Type="http://schemas.openxmlformats.org/officeDocument/2006/relationships/image" Target="../media/image2230.png"/><Relationship Id="rId582" Type="http://schemas.openxmlformats.org/officeDocument/2006/relationships/customXml" Target="../ink/ink2076.xml"/><Relationship Id="rId638" Type="http://schemas.openxmlformats.org/officeDocument/2006/relationships/customXml" Target="../ink/ink2104.xml"/><Relationship Id="rId3" Type="http://schemas.openxmlformats.org/officeDocument/2006/relationships/image" Target="../media/image3710.png"/><Relationship Id="rId235" Type="http://schemas.openxmlformats.org/officeDocument/2006/relationships/image" Target="../media/image1530.png"/><Relationship Id="rId277" Type="http://schemas.openxmlformats.org/officeDocument/2006/relationships/image" Target="../media/image1740.png"/><Relationship Id="rId400" Type="http://schemas.openxmlformats.org/officeDocument/2006/relationships/customXml" Target="../ink/ink1984.xml"/><Relationship Id="rId442" Type="http://schemas.openxmlformats.org/officeDocument/2006/relationships/customXml" Target="../ink/ink2005.xml"/><Relationship Id="rId484" Type="http://schemas.openxmlformats.org/officeDocument/2006/relationships/customXml" Target="../ink/ink2026.xml"/><Relationship Id="rId137" Type="http://schemas.openxmlformats.org/officeDocument/2006/relationships/image" Target="../media/image1040.png"/><Relationship Id="rId302" Type="http://schemas.openxmlformats.org/officeDocument/2006/relationships/customXml" Target="../ink/ink1935.xml"/><Relationship Id="rId344" Type="http://schemas.openxmlformats.org/officeDocument/2006/relationships/customXml" Target="../ink/ink1956.xml"/><Relationship Id="rId691" Type="http://schemas.openxmlformats.org/officeDocument/2006/relationships/image" Target="../media/image3800.png"/><Relationship Id="rId41" Type="http://schemas.openxmlformats.org/officeDocument/2006/relationships/image" Target="../media/image5611.png"/><Relationship Id="rId83" Type="http://schemas.openxmlformats.org/officeDocument/2006/relationships/image" Target="../media/image7700.png"/><Relationship Id="rId179" Type="http://schemas.openxmlformats.org/officeDocument/2006/relationships/image" Target="../media/image1250.png"/><Relationship Id="rId386" Type="http://schemas.openxmlformats.org/officeDocument/2006/relationships/customXml" Target="../ink/ink1977.xml"/><Relationship Id="rId551" Type="http://schemas.openxmlformats.org/officeDocument/2006/relationships/customXml" Target="../ink/ink2060.xml"/><Relationship Id="rId593" Type="http://schemas.openxmlformats.org/officeDocument/2006/relationships/image" Target="../media/image3310.png"/><Relationship Id="rId607" Type="http://schemas.openxmlformats.org/officeDocument/2006/relationships/image" Target="../media/image3380.png"/><Relationship Id="rId649" Type="http://schemas.openxmlformats.org/officeDocument/2006/relationships/image" Target="../media/image3590.png"/><Relationship Id="rId190" Type="http://schemas.openxmlformats.org/officeDocument/2006/relationships/customXml" Target="../ink/ink1879.xml"/><Relationship Id="rId204" Type="http://schemas.openxmlformats.org/officeDocument/2006/relationships/customXml" Target="../ink/ink1886.xml"/><Relationship Id="rId246" Type="http://schemas.openxmlformats.org/officeDocument/2006/relationships/customXml" Target="../ink/ink1907.xml"/><Relationship Id="rId288" Type="http://schemas.openxmlformats.org/officeDocument/2006/relationships/customXml" Target="../ink/ink1928.xml"/><Relationship Id="rId411" Type="http://schemas.openxmlformats.org/officeDocument/2006/relationships/image" Target="../media/image2410.png"/><Relationship Id="rId453" Type="http://schemas.openxmlformats.org/officeDocument/2006/relationships/image" Target="../media/image2620.png"/><Relationship Id="rId509" Type="http://schemas.openxmlformats.org/officeDocument/2006/relationships/customXml" Target="../ink/ink2039.xml"/><Relationship Id="rId660" Type="http://schemas.openxmlformats.org/officeDocument/2006/relationships/customXml" Target="../ink/ink2115.xml"/><Relationship Id="rId106" Type="http://schemas.openxmlformats.org/officeDocument/2006/relationships/customXml" Target="../ink/ink1837.xml"/><Relationship Id="rId313" Type="http://schemas.openxmlformats.org/officeDocument/2006/relationships/image" Target="../media/image1920.png"/><Relationship Id="rId495" Type="http://schemas.openxmlformats.org/officeDocument/2006/relationships/customXml" Target="../ink/ink2032.xml"/><Relationship Id="rId10" Type="http://schemas.openxmlformats.org/officeDocument/2006/relationships/customXml" Target="../ink/ink1789.xml"/><Relationship Id="rId52" Type="http://schemas.openxmlformats.org/officeDocument/2006/relationships/customXml" Target="../ink/ink1810.xml"/><Relationship Id="rId94" Type="http://schemas.openxmlformats.org/officeDocument/2006/relationships/customXml" Target="../ink/ink1831.xml"/><Relationship Id="rId148" Type="http://schemas.openxmlformats.org/officeDocument/2006/relationships/customXml" Target="../ink/ink1858.xml"/><Relationship Id="rId355" Type="http://schemas.openxmlformats.org/officeDocument/2006/relationships/image" Target="../media/image2130.png"/><Relationship Id="rId397" Type="http://schemas.openxmlformats.org/officeDocument/2006/relationships/image" Target="../media/image2340.png"/><Relationship Id="rId520" Type="http://schemas.openxmlformats.org/officeDocument/2006/relationships/image" Target="../media/image2950.png"/><Relationship Id="rId562" Type="http://schemas.openxmlformats.org/officeDocument/2006/relationships/image" Target="../media/image3160.png"/><Relationship Id="rId618" Type="http://schemas.openxmlformats.org/officeDocument/2006/relationships/customXml" Target="../ink/ink2094.xml"/><Relationship Id="rId215" Type="http://schemas.openxmlformats.org/officeDocument/2006/relationships/image" Target="../media/image1430.png"/><Relationship Id="rId257" Type="http://schemas.openxmlformats.org/officeDocument/2006/relationships/image" Target="../media/image1640.png"/><Relationship Id="rId422" Type="http://schemas.openxmlformats.org/officeDocument/2006/relationships/customXml" Target="../ink/ink1995.xml"/><Relationship Id="rId464" Type="http://schemas.openxmlformats.org/officeDocument/2006/relationships/customXml" Target="../ink/ink2016.xml"/><Relationship Id="rId299" Type="http://schemas.openxmlformats.org/officeDocument/2006/relationships/image" Target="../media/image1850.png"/><Relationship Id="rId63" Type="http://schemas.openxmlformats.org/officeDocument/2006/relationships/image" Target="../media/image6700.png"/><Relationship Id="rId159" Type="http://schemas.openxmlformats.org/officeDocument/2006/relationships/image" Target="../media/image1150.png"/><Relationship Id="rId366" Type="http://schemas.openxmlformats.org/officeDocument/2006/relationships/customXml" Target="../ink/ink1967.xml"/><Relationship Id="rId573" Type="http://schemas.openxmlformats.org/officeDocument/2006/relationships/customXml" Target="../ink/ink2071.xml"/><Relationship Id="rId226" Type="http://schemas.openxmlformats.org/officeDocument/2006/relationships/customXml" Target="../ink/ink1897.xml"/><Relationship Id="rId433" Type="http://schemas.openxmlformats.org/officeDocument/2006/relationships/image" Target="../media/image2520.png"/><Relationship Id="rId640" Type="http://schemas.openxmlformats.org/officeDocument/2006/relationships/customXml" Target="../ink/ink2105.xml"/><Relationship Id="rId74" Type="http://schemas.openxmlformats.org/officeDocument/2006/relationships/customXml" Target="../ink/ink1821.xml"/><Relationship Id="rId377" Type="http://schemas.openxmlformats.org/officeDocument/2006/relationships/image" Target="../media/image2240.png"/><Relationship Id="rId500" Type="http://schemas.openxmlformats.org/officeDocument/2006/relationships/image" Target="../media/image2850.png"/><Relationship Id="rId584" Type="http://schemas.openxmlformats.org/officeDocument/2006/relationships/customXml" Target="../ink/ink2077.xml"/><Relationship Id="rId5" Type="http://schemas.openxmlformats.org/officeDocument/2006/relationships/image" Target="../media/image3810.png"/><Relationship Id="rId237" Type="http://schemas.openxmlformats.org/officeDocument/2006/relationships/image" Target="../media/image1540.png"/><Relationship Id="rId444" Type="http://schemas.openxmlformats.org/officeDocument/2006/relationships/customXml" Target="../ink/ink2006.xml"/><Relationship Id="rId651" Type="http://schemas.openxmlformats.org/officeDocument/2006/relationships/image" Target="../media/image3600.png"/><Relationship Id="rId290" Type="http://schemas.openxmlformats.org/officeDocument/2006/relationships/customXml" Target="../ink/ink1929.xml"/><Relationship Id="rId304" Type="http://schemas.openxmlformats.org/officeDocument/2006/relationships/customXml" Target="../ink/ink1936.xml"/><Relationship Id="rId388" Type="http://schemas.openxmlformats.org/officeDocument/2006/relationships/customXml" Target="../ink/ink1978.xml"/><Relationship Id="rId511" Type="http://schemas.openxmlformats.org/officeDocument/2006/relationships/customXml" Target="../ink/ink2040.xml"/><Relationship Id="rId609" Type="http://schemas.openxmlformats.org/officeDocument/2006/relationships/image" Target="../media/image3390.png"/><Relationship Id="rId85" Type="http://schemas.openxmlformats.org/officeDocument/2006/relationships/image" Target="../media/image7800.png"/><Relationship Id="rId150" Type="http://schemas.openxmlformats.org/officeDocument/2006/relationships/customXml" Target="../ink/ink1859.xml"/><Relationship Id="rId595" Type="http://schemas.openxmlformats.org/officeDocument/2006/relationships/image" Target="../media/image3320.png"/><Relationship Id="rId248" Type="http://schemas.openxmlformats.org/officeDocument/2006/relationships/customXml" Target="../ink/ink1908.xml"/><Relationship Id="rId455" Type="http://schemas.openxmlformats.org/officeDocument/2006/relationships/image" Target="../media/image2630.png"/><Relationship Id="rId662" Type="http://schemas.openxmlformats.org/officeDocument/2006/relationships/customXml" Target="../ink/ink2116.xml"/><Relationship Id="rId12" Type="http://schemas.openxmlformats.org/officeDocument/2006/relationships/customXml" Target="../ink/ink1790.xml"/><Relationship Id="rId108" Type="http://schemas.openxmlformats.org/officeDocument/2006/relationships/customXml" Target="../ink/ink1838.xml"/><Relationship Id="rId315" Type="http://schemas.openxmlformats.org/officeDocument/2006/relationships/image" Target="../media/image1930.png"/><Relationship Id="rId522" Type="http://schemas.openxmlformats.org/officeDocument/2006/relationships/image" Target="../media/image2960.png"/><Relationship Id="rId96" Type="http://schemas.openxmlformats.org/officeDocument/2006/relationships/customXml" Target="../ink/ink1832.xml"/><Relationship Id="rId161" Type="http://schemas.openxmlformats.org/officeDocument/2006/relationships/image" Target="../media/image1160.png"/><Relationship Id="rId399" Type="http://schemas.openxmlformats.org/officeDocument/2006/relationships/image" Target="../media/image2350.png"/><Relationship Id="rId259" Type="http://schemas.openxmlformats.org/officeDocument/2006/relationships/image" Target="../media/image1650.png"/><Relationship Id="rId466" Type="http://schemas.openxmlformats.org/officeDocument/2006/relationships/customXml" Target="../ink/ink2017.xml"/><Relationship Id="rId673" Type="http://schemas.openxmlformats.org/officeDocument/2006/relationships/image" Target="../media/image3711.png"/><Relationship Id="rId23" Type="http://schemas.openxmlformats.org/officeDocument/2006/relationships/image" Target="../media/image4710.png"/><Relationship Id="rId119" Type="http://schemas.openxmlformats.org/officeDocument/2006/relationships/image" Target="../media/image950.png"/><Relationship Id="rId326" Type="http://schemas.openxmlformats.org/officeDocument/2006/relationships/customXml" Target="../ink/ink1947.xml"/><Relationship Id="rId533" Type="http://schemas.openxmlformats.org/officeDocument/2006/relationships/customXml" Target="../ink/ink2051.xml"/><Relationship Id="rId172" Type="http://schemas.openxmlformats.org/officeDocument/2006/relationships/customXml" Target="../ink/ink1870.xml"/><Relationship Id="rId477" Type="http://schemas.openxmlformats.org/officeDocument/2006/relationships/image" Target="../media/image2740.png"/><Relationship Id="rId600" Type="http://schemas.openxmlformats.org/officeDocument/2006/relationships/customXml" Target="../ink/ink2085.xml"/><Relationship Id="rId684" Type="http://schemas.openxmlformats.org/officeDocument/2006/relationships/customXml" Target="../ink/ink2127.xml"/><Relationship Id="rId337" Type="http://schemas.openxmlformats.org/officeDocument/2006/relationships/image" Target="../media/image2040.png"/><Relationship Id="rId34" Type="http://schemas.openxmlformats.org/officeDocument/2006/relationships/customXml" Target="../ink/ink1801.xml"/><Relationship Id="rId544" Type="http://schemas.openxmlformats.org/officeDocument/2006/relationships/image" Target="../media/image3070.png"/><Relationship Id="rId183" Type="http://schemas.openxmlformats.org/officeDocument/2006/relationships/image" Target="../media/image1270.png"/><Relationship Id="rId390" Type="http://schemas.openxmlformats.org/officeDocument/2006/relationships/customXml" Target="../ink/ink1979.xml"/><Relationship Id="rId404" Type="http://schemas.openxmlformats.org/officeDocument/2006/relationships/customXml" Target="../ink/ink1986.xml"/><Relationship Id="rId611" Type="http://schemas.openxmlformats.org/officeDocument/2006/relationships/image" Target="../media/image3400.png"/><Relationship Id="rId250" Type="http://schemas.openxmlformats.org/officeDocument/2006/relationships/customXml" Target="../ink/ink1909.xml"/><Relationship Id="rId488" Type="http://schemas.openxmlformats.org/officeDocument/2006/relationships/customXml" Target="../ink/ink2028.xml"/><Relationship Id="rId695" Type="http://schemas.openxmlformats.org/officeDocument/2006/relationships/image" Target="../media/image3820.png"/><Relationship Id="rId45" Type="http://schemas.openxmlformats.org/officeDocument/2006/relationships/image" Target="../media/image5811.png"/><Relationship Id="rId110" Type="http://schemas.openxmlformats.org/officeDocument/2006/relationships/customXml" Target="../ink/ink1839.xml"/><Relationship Id="rId348" Type="http://schemas.openxmlformats.org/officeDocument/2006/relationships/customXml" Target="../ink/ink1958.xml"/><Relationship Id="rId555" Type="http://schemas.openxmlformats.org/officeDocument/2006/relationships/customXml" Target="../ink/ink2062.xml"/><Relationship Id="rId194" Type="http://schemas.openxmlformats.org/officeDocument/2006/relationships/customXml" Target="../ink/ink1881.xml"/><Relationship Id="rId208" Type="http://schemas.openxmlformats.org/officeDocument/2006/relationships/customXml" Target="../ink/ink1888.xml"/><Relationship Id="rId415" Type="http://schemas.openxmlformats.org/officeDocument/2006/relationships/image" Target="../media/image2430.png"/><Relationship Id="rId622" Type="http://schemas.openxmlformats.org/officeDocument/2006/relationships/customXml" Target="../ink/ink2096.xml"/><Relationship Id="rId261" Type="http://schemas.openxmlformats.org/officeDocument/2006/relationships/image" Target="../media/image1660.png"/><Relationship Id="rId499" Type="http://schemas.openxmlformats.org/officeDocument/2006/relationships/customXml" Target="../ink/ink2034.xml"/><Relationship Id="rId56" Type="http://schemas.openxmlformats.org/officeDocument/2006/relationships/customXml" Target="../ink/ink1812.xml"/><Relationship Id="rId359" Type="http://schemas.openxmlformats.org/officeDocument/2006/relationships/image" Target="../media/image2150.png"/><Relationship Id="rId566" Type="http://schemas.openxmlformats.org/officeDocument/2006/relationships/image" Target="../media/image3180.png"/><Relationship Id="rId121" Type="http://schemas.openxmlformats.org/officeDocument/2006/relationships/image" Target="../media/image960.png"/><Relationship Id="rId219" Type="http://schemas.openxmlformats.org/officeDocument/2006/relationships/image" Target="../media/image1450.png"/><Relationship Id="rId426" Type="http://schemas.openxmlformats.org/officeDocument/2006/relationships/customXml" Target="../ink/ink1997.xml"/><Relationship Id="rId633" Type="http://schemas.openxmlformats.org/officeDocument/2006/relationships/image" Target="../media/image3510.png"/><Relationship Id="rId67" Type="http://schemas.openxmlformats.org/officeDocument/2006/relationships/image" Target="../media/image6900.png"/><Relationship Id="rId272" Type="http://schemas.openxmlformats.org/officeDocument/2006/relationships/customXml" Target="../ink/ink1920.xml"/><Relationship Id="rId577" Type="http://schemas.openxmlformats.org/officeDocument/2006/relationships/customXml" Target="../ink/ink2073.xml"/><Relationship Id="rId132" Type="http://schemas.openxmlformats.org/officeDocument/2006/relationships/customXml" Target="../ink/ink1850.xml"/><Relationship Id="rId437" Type="http://schemas.openxmlformats.org/officeDocument/2006/relationships/image" Target="../media/image2540.png"/><Relationship Id="rId644" Type="http://schemas.openxmlformats.org/officeDocument/2006/relationships/customXml" Target="../ink/ink2107.xml"/><Relationship Id="rId283" Type="http://schemas.openxmlformats.org/officeDocument/2006/relationships/image" Target="../media/image1770.png"/><Relationship Id="rId490" Type="http://schemas.openxmlformats.org/officeDocument/2006/relationships/image" Target="../media/image2800.png"/><Relationship Id="rId504" Type="http://schemas.openxmlformats.org/officeDocument/2006/relationships/image" Target="../media/image2870.png"/><Relationship Id="rId78" Type="http://schemas.openxmlformats.org/officeDocument/2006/relationships/customXml" Target="../ink/ink1823.xml"/><Relationship Id="rId143" Type="http://schemas.openxmlformats.org/officeDocument/2006/relationships/image" Target="../media/image1070.png"/><Relationship Id="rId350" Type="http://schemas.openxmlformats.org/officeDocument/2006/relationships/customXml" Target="../ink/ink1959.xml"/><Relationship Id="rId588" Type="http://schemas.openxmlformats.org/officeDocument/2006/relationships/customXml" Target="../ink/ink2079.xml"/><Relationship Id="rId9" Type="http://schemas.openxmlformats.org/officeDocument/2006/relationships/image" Target="../media/image4010.png"/><Relationship Id="rId210" Type="http://schemas.openxmlformats.org/officeDocument/2006/relationships/customXml" Target="../ink/ink1889.xml"/><Relationship Id="rId448" Type="http://schemas.openxmlformats.org/officeDocument/2006/relationships/customXml" Target="../ink/ink2008.xml"/><Relationship Id="rId655" Type="http://schemas.openxmlformats.org/officeDocument/2006/relationships/image" Target="../media/image3620.png"/><Relationship Id="rId294" Type="http://schemas.openxmlformats.org/officeDocument/2006/relationships/customXml" Target="../ink/ink1931.xml"/><Relationship Id="rId308" Type="http://schemas.openxmlformats.org/officeDocument/2006/relationships/customXml" Target="../ink/ink1938.xml"/><Relationship Id="rId515" Type="http://schemas.openxmlformats.org/officeDocument/2006/relationships/customXml" Target="../ink/ink2042.xml"/><Relationship Id="rId89" Type="http://schemas.openxmlformats.org/officeDocument/2006/relationships/image" Target="../media/image8000.png"/><Relationship Id="rId154" Type="http://schemas.openxmlformats.org/officeDocument/2006/relationships/customXml" Target="../ink/ink1861.xml"/><Relationship Id="rId361" Type="http://schemas.openxmlformats.org/officeDocument/2006/relationships/image" Target="../media/image2160.png"/><Relationship Id="rId599" Type="http://schemas.openxmlformats.org/officeDocument/2006/relationships/image" Target="../media/image3340.png"/><Relationship Id="rId459" Type="http://schemas.openxmlformats.org/officeDocument/2006/relationships/image" Target="../media/image2650.png"/><Relationship Id="rId666" Type="http://schemas.openxmlformats.org/officeDocument/2006/relationships/customXml" Target="../ink/ink2118.xml"/><Relationship Id="rId16" Type="http://schemas.openxmlformats.org/officeDocument/2006/relationships/customXml" Target="../ink/ink1792.xml"/><Relationship Id="rId221" Type="http://schemas.openxmlformats.org/officeDocument/2006/relationships/image" Target="../media/image1460.png"/><Relationship Id="rId319" Type="http://schemas.openxmlformats.org/officeDocument/2006/relationships/image" Target="../media/image1950.png"/><Relationship Id="rId526" Type="http://schemas.openxmlformats.org/officeDocument/2006/relationships/image" Target="../media/image2980.png"/><Relationship Id="rId165" Type="http://schemas.openxmlformats.org/officeDocument/2006/relationships/image" Target="../media/image1180.png"/><Relationship Id="rId372" Type="http://schemas.openxmlformats.org/officeDocument/2006/relationships/customXml" Target="../ink/ink1970.xml"/><Relationship Id="rId677" Type="http://schemas.openxmlformats.org/officeDocument/2006/relationships/image" Target="../media/image3730.png"/><Relationship Id="rId232" Type="http://schemas.openxmlformats.org/officeDocument/2006/relationships/customXml" Target="../ink/ink1900.xml"/><Relationship Id="rId27" Type="http://schemas.openxmlformats.org/officeDocument/2006/relationships/image" Target="../media/image4911.png"/><Relationship Id="rId537" Type="http://schemas.openxmlformats.org/officeDocument/2006/relationships/customXml" Target="../ink/ink2053.xml"/><Relationship Id="rId80" Type="http://schemas.openxmlformats.org/officeDocument/2006/relationships/customXml" Target="../ink/ink1824.xml"/><Relationship Id="rId176" Type="http://schemas.openxmlformats.org/officeDocument/2006/relationships/customXml" Target="../ink/ink1872.xml"/><Relationship Id="rId383" Type="http://schemas.openxmlformats.org/officeDocument/2006/relationships/image" Target="../media/image2270.png"/><Relationship Id="rId590" Type="http://schemas.openxmlformats.org/officeDocument/2006/relationships/customXml" Target="../ink/ink2080.xml"/><Relationship Id="rId604" Type="http://schemas.openxmlformats.org/officeDocument/2006/relationships/customXml" Target="../ink/ink2087.xml"/><Relationship Id="rId243" Type="http://schemas.openxmlformats.org/officeDocument/2006/relationships/image" Target="../media/image1570.png"/><Relationship Id="rId450" Type="http://schemas.openxmlformats.org/officeDocument/2006/relationships/customXml" Target="../ink/ink2009.xml"/><Relationship Id="rId688" Type="http://schemas.openxmlformats.org/officeDocument/2006/relationships/customXml" Target="../ink/ink2129.xml"/><Relationship Id="rId38" Type="http://schemas.openxmlformats.org/officeDocument/2006/relationships/customXml" Target="../ink/ink1803.xml"/><Relationship Id="rId103" Type="http://schemas.openxmlformats.org/officeDocument/2006/relationships/image" Target="../media/image8700.png"/><Relationship Id="rId310" Type="http://schemas.openxmlformats.org/officeDocument/2006/relationships/customXml" Target="../ink/ink1939.xml"/><Relationship Id="rId548" Type="http://schemas.openxmlformats.org/officeDocument/2006/relationships/image" Target="../media/image3090.png"/><Relationship Id="rId91" Type="http://schemas.openxmlformats.org/officeDocument/2006/relationships/image" Target="../media/image8100.png"/><Relationship Id="rId187" Type="http://schemas.openxmlformats.org/officeDocument/2006/relationships/image" Target="../media/image1290.png"/><Relationship Id="rId394" Type="http://schemas.openxmlformats.org/officeDocument/2006/relationships/customXml" Target="../ink/ink1981.xml"/><Relationship Id="rId408" Type="http://schemas.openxmlformats.org/officeDocument/2006/relationships/customXml" Target="../ink/ink1988.xml"/><Relationship Id="rId615" Type="http://schemas.openxmlformats.org/officeDocument/2006/relationships/image" Target="../media/image3420.png"/><Relationship Id="rId254" Type="http://schemas.openxmlformats.org/officeDocument/2006/relationships/customXml" Target="../ink/ink1911.xml"/><Relationship Id="rId49" Type="http://schemas.openxmlformats.org/officeDocument/2006/relationships/image" Target="../media/image6050.png"/><Relationship Id="rId114" Type="http://schemas.openxmlformats.org/officeDocument/2006/relationships/customXml" Target="../ink/ink1841.xml"/><Relationship Id="rId461" Type="http://schemas.openxmlformats.org/officeDocument/2006/relationships/image" Target="../media/image2660.png"/><Relationship Id="rId559" Type="http://schemas.openxmlformats.org/officeDocument/2006/relationships/customXml" Target="../ink/ink2064.xml"/><Relationship Id="rId198" Type="http://schemas.openxmlformats.org/officeDocument/2006/relationships/customXml" Target="../ink/ink1883.xml"/><Relationship Id="rId321" Type="http://schemas.openxmlformats.org/officeDocument/2006/relationships/image" Target="../media/image1960.png"/><Relationship Id="rId419" Type="http://schemas.openxmlformats.org/officeDocument/2006/relationships/image" Target="../media/image2450.png"/><Relationship Id="rId626" Type="http://schemas.openxmlformats.org/officeDocument/2006/relationships/customXml" Target="../ink/ink2098.xml"/></Relationships>
</file>

<file path=ppt/slides/_rels/slide3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40.png"/><Relationship Id="rId299" Type="http://schemas.openxmlformats.org/officeDocument/2006/relationships/customXml" Target="../ink/ink2283.xml"/><Relationship Id="rId21" Type="http://schemas.openxmlformats.org/officeDocument/2006/relationships/image" Target="../media/image4610.png"/><Relationship Id="rId63" Type="http://schemas.openxmlformats.org/officeDocument/2006/relationships/image" Target="../media/image6700.png"/><Relationship Id="rId159" Type="http://schemas.openxmlformats.org/officeDocument/2006/relationships/image" Target="../media/image1160.png"/><Relationship Id="rId324" Type="http://schemas.openxmlformats.org/officeDocument/2006/relationships/image" Target="../media/image4130.png"/><Relationship Id="rId366" Type="http://schemas.openxmlformats.org/officeDocument/2006/relationships/image" Target="../media/image4340.png"/><Relationship Id="rId170" Type="http://schemas.openxmlformats.org/officeDocument/2006/relationships/customXml" Target="../ink/ink2218.xml"/><Relationship Id="rId226" Type="http://schemas.openxmlformats.org/officeDocument/2006/relationships/customXml" Target="../ink/ink2246.xml"/><Relationship Id="rId268" Type="http://schemas.openxmlformats.org/officeDocument/2006/relationships/image" Target="../media/image3850.png"/><Relationship Id="rId32" Type="http://schemas.openxmlformats.org/officeDocument/2006/relationships/customXml" Target="../ink/ink2149.xml"/><Relationship Id="rId74" Type="http://schemas.openxmlformats.org/officeDocument/2006/relationships/customXml" Target="../ink/ink2170.xml"/><Relationship Id="rId128" Type="http://schemas.openxmlformats.org/officeDocument/2006/relationships/customXml" Target="../ink/ink2197.xml"/><Relationship Id="rId335" Type="http://schemas.openxmlformats.org/officeDocument/2006/relationships/customXml" Target="../ink/ink2301.xml"/><Relationship Id="rId377" Type="http://schemas.openxmlformats.org/officeDocument/2006/relationships/customXml" Target="../ink/ink2322.xml"/><Relationship Id="rId5" Type="http://schemas.openxmlformats.org/officeDocument/2006/relationships/image" Target="../media/image3810.png"/><Relationship Id="rId181" Type="http://schemas.openxmlformats.org/officeDocument/2006/relationships/image" Target="../media/image1270.png"/><Relationship Id="rId237" Type="http://schemas.openxmlformats.org/officeDocument/2006/relationships/image" Target="../media/image1700.png"/><Relationship Id="rId402" Type="http://schemas.openxmlformats.org/officeDocument/2006/relationships/image" Target="../media/image4520.png"/><Relationship Id="rId279" Type="http://schemas.openxmlformats.org/officeDocument/2006/relationships/customXml" Target="../ink/ink2273.xml"/><Relationship Id="rId43" Type="http://schemas.openxmlformats.org/officeDocument/2006/relationships/image" Target="../media/image5711.png"/><Relationship Id="rId139" Type="http://schemas.openxmlformats.org/officeDocument/2006/relationships/image" Target="../media/image1050.png"/><Relationship Id="rId290" Type="http://schemas.openxmlformats.org/officeDocument/2006/relationships/image" Target="../media/image3960.png"/><Relationship Id="rId304" Type="http://schemas.openxmlformats.org/officeDocument/2006/relationships/image" Target="../media/image4030.png"/><Relationship Id="rId346" Type="http://schemas.openxmlformats.org/officeDocument/2006/relationships/image" Target="../media/image4240.png"/><Relationship Id="rId388" Type="http://schemas.openxmlformats.org/officeDocument/2006/relationships/image" Target="../media/image4450.png"/><Relationship Id="rId85" Type="http://schemas.openxmlformats.org/officeDocument/2006/relationships/image" Target="../media/image7800.png"/><Relationship Id="rId150" Type="http://schemas.openxmlformats.org/officeDocument/2006/relationships/customXml" Target="../ink/ink2208.xml"/><Relationship Id="rId192" Type="http://schemas.openxmlformats.org/officeDocument/2006/relationships/customXml" Target="../ink/ink2229.xml"/><Relationship Id="rId206" Type="http://schemas.openxmlformats.org/officeDocument/2006/relationships/customXml" Target="../ink/ink2236.xml"/><Relationship Id="rId413" Type="http://schemas.openxmlformats.org/officeDocument/2006/relationships/customXml" Target="../ink/ink2340.xml"/><Relationship Id="rId248" Type="http://schemas.openxmlformats.org/officeDocument/2006/relationships/customXml" Target="../ink/ink2257.xml"/><Relationship Id="rId12" Type="http://schemas.openxmlformats.org/officeDocument/2006/relationships/customXml" Target="../ink/ink2139.xml"/><Relationship Id="rId108" Type="http://schemas.openxmlformats.org/officeDocument/2006/relationships/customXml" Target="../ink/ink2187.xml"/><Relationship Id="rId315" Type="http://schemas.openxmlformats.org/officeDocument/2006/relationships/customXml" Target="../ink/ink2291.xml"/><Relationship Id="rId357" Type="http://schemas.openxmlformats.org/officeDocument/2006/relationships/customXml" Target="../ink/ink2312.xml"/><Relationship Id="rId54" Type="http://schemas.openxmlformats.org/officeDocument/2006/relationships/customXml" Target="../ink/ink2160.xml"/><Relationship Id="rId96" Type="http://schemas.openxmlformats.org/officeDocument/2006/relationships/customXml" Target="../ink/ink2181.xml"/><Relationship Id="rId161" Type="http://schemas.openxmlformats.org/officeDocument/2006/relationships/image" Target="../media/image1170.png"/><Relationship Id="rId217" Type="http://schemas.openxmlformats.org/officeDocument/2006/relationships/image" Target="../media/image1600.png"/><Relationship Id="rId399" Type="http://schemas.openxmlformats.org/officeDocument/2006/relationships/customXml" Target="../ink/ink2333.xml"/><Relationship Id="rId259" Type="http://schemas.openxmlformats.org/officeDocument/2006/relationships/image" Target="../media/image2580.png"/><Relationship Id="rId23" Type="http://schemas.openxmlformats.org/officeDocument/2006/relationships/image" Target="../media/image4710.png"/><Relationship Id="rId119" Type="http://schemas.openxmlformats.org/officeDocument/2006/relationships/image" Target="../media/image950.png"/><Relationship Id="rId270" Type="http://schemas.openxmlformats.org/officeDocument/2006/relationships/image" Target="../media/image3860.png"/><Relationship Id="rId326" Type="http://schemas.openxmlformats.org/officeDocument/2006/relationships/image" Target="../media/image4140.png"/><Relationship Id="rId65" Type="http://schemas.openxmlformats.org/officeDocument/2006/relationships/image" Target="../media/image6800.png"/><Relationship Id="rId130" Type="http://schemas.openxmlformats.org/officeDocument/2006/relationships/customXml" Target="../ink/ink2198.xml"/><Relationship Id="rId368" Type="http://schemas.openxmlformats.org/officeDocument/2006/relationships/image" Target="../media/image4350.png"/><Relationship Id="rId172" Type="http://schemas.openxmlformats.org/officeDocument/2006/relationships/customXml" Target="../ink/ink2219.xml"/><Relationship Id="rId228" Type="http://schemas.openxmlformats.org/officeDocument/2006/relationships/customXml" Target="../ink/ink2247.xml"/><Relationship Id="rId281" Type="http://schemas.openxmlformats.org/officeDocument/2006/relationships/customXml" Target="../ink/ink2274.xml"/><Relationship Id="rId337" Type="http://schemas.openxmlformats.org/officeDocument/2006/relationships/customXml" Target="../ink/ink2302.xml"/><Relationship Id="rId34" Type="http://schemas.openxmlformats.org/officeDocument/2006/relationships/customXml" Target="../ink/ink2150.xml"/><Relationship Id="rId76" Type="http://schemas.openxmlformats.org/officeDocument/2006/relationships/customXml" Target="../ink/ink2171.xml"/><Relationship Id="rId141" Type="http://schemas.openxmlformats.org/officeDocument/2006/relationships/image" Target="../media/image1060.png"/><Relationship Id="rId379" Type="http://schemas.openxmlformats.org/officeDocument/2006/relationships/customXml" Target="../ink/ink2323.xml"/><Relationship Id="rId7" Type="http://schemas.openxmlformats.org/officeDocument/2006/relationships/image" Target="../media/image3910.png"/><Relationship Id="rId183" Type="http://schemas.openxmlformats.org/officeDocument/2006/relationships/image" Target="../media/image1280.png"/><Relationship Id="rId239" Type="http://schemas.openxmlformats.org/officeDocument/2006/relationships/image" Target="../media/image1710.png"/><Relationship Id="rId390" Type="http://schemas.openxmlformats.org/officeDocument/2006/relationships/image" Target="../media/image4460.png"/><Relationship Id="rId404" Type="http://schemas.openxmlformats.org/officeDocument/2006/relationships/image" Target="../media/image4530.png"/><Relationship Id="rId250" Type="http://schemas.openxmlformats.org/officeDocument/2006/relationships/customXml" Target="../ink/ink2258.xml"/><Relationship Id="rId292" Type="http://schemas.openxmlformats.org/officeDocument/2006/relationships/image" Target="../media/image3970.png"/><Relationship Id="rId306" Type="http://schemas.openxmlformats.org/officeDocument/2006/relationships/image" Target="../media/image4040.png"/><Relationship Id="rId45" Type="http://schemas.openxmlformats.org/officeDocument/2006/relationships/image" Target="../media/image5811.png"/><Relationship Id="rId87" Type="http://schemas.openxmlformats.org/officeDocument/2006/relationships/image" Target="../media/image7900.png"/><Relationship Id="rId110" Type="http://schemas.openxmlformats.org/officeDocument/2006/relationships/customXml" Target="../ink/ink2188.xml"/><Relationship Id="rId348" Type="http://schemas.openxmlformats.org/officeDocument/2006/relationships/image" Target="../media/image4250.png"/><Relationship Id="rId152" Type="http://schemas.openxmlformats.org/officeDocument/2006/relationships/customXml" Target="../ink/ink2209.xml"/><Relationship Id="rId194" Type="http://schemas.openxmlformats.org/officeDocument/2006/relationships/customXml" Target="../ink/ink2230.xml"/><Relationship Id="rId208" Type="http://schemas.openxmlformats.org/officeDocument/2006/relationships/customXml" Target="../ink/ink2237.xml"/><Relationship Id="rId415" Type="http://schemas.openxmlformats.org/officeDocument/2006/relationships/customXml" Target="../ink/ink2341.xml"/><Relationship Id="rId261" Type="http://schemas.openxmlformats.org/officeDocument/2006/relationships/image" Target="../media/image2780.png"/><Relationship Id="rId14" Type="http://schemas.openxmlformats.org/officeDocument/2006/relationships/customXml" Target="../ink/ink2140.xml"/><Relationship Id="rId56" Type="http://schemas.openxmlformats.org/officeDocument/2006/relationships/customXml" Target="../ink/ink2161.xml"/><Relationship Id="rId317" Type="http://schemas.openxmlformats.org/officeDocument/2006/relationships/customXml" Target="../ink/ink2292.xml"/><Relationship Id="rId359" Type="http://schemas.openxmlformats.org/officeDocument/2006/relationships/customXml" Target="../ink/ink2313.xml"/><Relationship Id="rId98" Type="http://schemas.openxmlformats.org/officeDocument/2006/relationships/customXml" Target="../ink/ink2182.xml"/><Relationship Id="rId121" Type="http://schemas.openxmlformats.org/officeDocument/2006/relationships/image" Target="../media/image960.png"/><Relationship Id="rId163" Type="http://schemas.openxmlformats.org/officeDocument/2006/relationships/image" Target="../media/image1180.png"/><Relationship Id="rId219" Type="http://schemas.openxmlformats.org/officeDocument/2006/relationships/image" Target="../media/image1610.png"/><Relationship Id="rId370" Type="http://schemas.openxmlformats.org/officeDocument/2006/relationships/image" Target="../media/image4360.png"/><Relationship Id="rId230" Type="http://schemas.openxmlformats.org/officeDocument/2006/relationships/customXml" Target="../ink/ink2248.xml"/><Relationship Id="rId25" Type="http://schemas.openxmlformats.org/officeDocument/2006/relationships/image" Target="../media/image4811.png"/><Relationship Id="rId67" Type="http://schemas.openxmlformats.org/officeDocument/2006/relationships/image" Target="../media/image6900.png"/><Relationship Id="rId272" Type="http://schemas.openxmlformats.org/officeDocument/2006/relationships/image" Target="../media/image3870.png"/><Relationship Id="rId328" Type="http://schemas.openxmlformats.org/officeDocument/2006/relationships/image" Target="../media/image4150.png"/><Relationship Id="rId132" Type="http://schemas.openxmlformats.org/officeDocument/2006/relationships/customXml" Target="../ink/ink2199.xml"/><Relationship Id="rId174" Type="http://schemas.openxmlformats.org/officeDocument/2006/relationships/customXml" Target="../ink/ink2220.xml"/><Relationship Id="rId381" Type="http://schemas.openxmlformats.org/officeDocument/2006/relationships/customXml" Target="../ink/ink2324.xml"/><Relationship Id="rId241" Type="http://schemas.openxmlformats.org/officeDocument/2006/relationships/image" Target="../media/image1720.png"/><Relationship Id="rId36" Type="http://schemas.openxmlformats.org/officeDocument/2006/relationships/customXml" Target="../ink/ink2151.xml"/><Relationship Id="rId283" Type="http://schemas.openxmlformats.org/officeDocument/2006/relationships/customXml" Target="../ink/ink2275.xml"/><Relationship Id="rId339" Type="http://schemas.openxmlformats.org/officeDocument/2006/relationships/customXml" Target="../ink/ink2303.xml"/><Relationship Id="rId78" Type="http://schemas.openxmlformats.org/officeDocument/2006/relationships/customXml" Target="../ink/ink2172.xml"/><Relationship Id="rId101" Type="http://schemas.openxmlformats.org/officeDocument/2006/relationships/image" Target="../media/image8600.png"/><Relationship Id="rId143" Type="http://schemas.openxmlformats.org/officeDocument/2006/relationships/image" Target="../media/image1070.png"/><Relationship Id="rId185" Type="http://schemas.openxmlformats.org/officeDocument/2006/relationships/image" Target="../media/image1440.png"/><Relationship Id="rId350" Type="http://schemas.openxmlformats.org/officeDocument/2006/relationships/image" Target="../media/image4260.png"/><Relationship Id="rId406" Type="http://schemas.openxmlformats.org/officeDocument/2006/relationships/image" Target="../media/image4540.png"/><Relationship Id="rId9" Type="http://schemas.openxmlformats.org/officeDocument/2006/relationships/image" Target="../media/image4010.png"/><Relationship Id="rId210" Type="http://schemas.openxmlformats.org/officeDocument/2006/relationships/customXml" Target="../ink/ink2238.xml"/><Relationship Id="rId392" Type="http://schemas.openxmlformats.org/officeDocument/2006/relationships/image" Target="../media/image4470.png"/><Relationship Id="rId252" Type="http://schemas.openxmlformats.org/officeDocument/2006/relationships/customXml" Target="../ink/ink2259.xml"/><Relationship Id="rId294" Type="http://schemas.openxmlformats.org/officeDocument/2006/relationships/image" Target="../media/image3980.png"/><Relationship Id="rId308" Type="http://schemas.openxmlformats.org/officeDocument/2006/relationships/image" Target="../media/image4050.png"/><Relationship Id="rId47" Type="http://schemas.openxmlformats.org/officeDocument/2006/relationships/image" Target="../media/image5911.png"/><Relationship Id="rId89" Type="http://schemas.openxmlformats.org/officeDocument/2006/relationships/image" Target="../media/image8000.png"/><Relationship Id="rId112" Type="http://schemas.openxmlformats.org/officeDocument/2006/relationships/customXml" Target="../ink/ink2189.xml"/><Relationship Id="rId154" Type="http://schemas.openxmlformats.org/officeDocument/2006/relationships/customXml" Target="../ink/ink2210.xml"/><Relationship Id="rId361" Type="http://schemas.openxmlformats.org/officeDocument/2006/relationships/customXml" Target="../ink/ink2314.xml"/><Relationship Id="rId196" Type="http://schemas.openxmlformats.org/officeDocument/2006/relationships/customXml" Target="../ink/ink2231.xml"/><Relationship Id="rId16" Type="http://schemas.openxmlformats.org/officeDocument/2006/relationships/customXml" Target="../ink/ink2141.xml"/><Relationship Id="rId221" Type="http://schemas.openxmlformats.org/officeDocument/2006/relationships/image" Target="../media/image1620.png"/><Relationship Id="rId263" Type="http://schemas.openxmlformats.org/officeDocument/2006/relationships/image" Target="../media/image2790.png"/><Relationship Id="rId319" Type="http://schemas.openxmlformats.org/officeDocument/2006/relationships/customXml" Target="../ink/ink2293.xml"/><Relationship Id="rId58" Type="http://schemas.openxmlformats.org/officeDocument/2006/relationships/customXml" Target="../ink/ink2162.xml"/><Relationship Id="rId123" Type="http://schemas.openxmlformats.org/officeDocument/2006/relationships/image" Target="../media/image970.png"/><Relationship Id="rId330" Type="http://schemas.openxmlformats.org/officeDocument/2006/relationships/image" Target="../media/image4160.png"/><Relationship Id="rId165" Type="http://schemas.openxmlformats.org/officeDocument/2006/relationships/image" Target="../media/image1190.png"/><Relationship Id="rId372" Type="http://schemas.openxmlformats.org/officeDocument/2006/relationships/image" Target="../media/image4370.png"/><Relationship Id="rId232" Type="http://schemas.openxmlformats.org/officeDocument/2006/relationships/customXml" Target="../ink/ink2249.xml"/><Relationship Id="rId274" Type="http://schemas.openxmlformats.org/officeDocument/2006/relationships/image" Target="../media/image3880.png"/><Relationship Id="rId27" Type="http://schemas.openxmlformats.org/officeDocument/2006/relationships/image" Target="../media/image4911.png"/><Relationship Id="rId69" Type="http://schemas.openxmlformats.org/officeDocument/2006/relationships/image" Target="../media/image7000.png"/><Relationship Id="rId134" Type="http://schemas.openxmlformats.org/officeDocument/2006/relationships/customXml" Target="../ink/ink2200.xml"/><Relationship Id="rId80" Type="http://schemas.openxmlformats.org/officeDocument/2006/relationships/customXml" Target="../ink/ink2173.xml"/><Relationship Id="rId155" Type="http://schemas.openxmlformats.org/officeDocument/2006/relationships/image" Target="../media/image1130.png"/><Relationship Id="rId176" Type="http://schemas.openxmlformats.org/officeDocument/2006/relationships/customXml" Target="../ink/ink2221.xml"/><Relationship Id="rId197" Type="http://schemas.openxmlformats.org/officeDocument/2006/relationships/image" Target="../media/image1500.png"/><Relationship Id="rId341" Type="http://schemas.openxmlformats.org/officeDocument/2006/relationships/customXml" Target="../ink/ink2304.xml"/><Relationship Id="rId362" Type="http://schemas.openxmlformats.org/officeDocument/2006/relationships/image" Target="../media/image4320.png"/><Relationship Id="rId383" Type="http://schemas.openxmlformats.org/officeDocument/2006/relationships/customXml" Target="../ink/ink2325.xml"/><Relationship Id="rId201" Type="http://schemas.openxmlformats.org/officeDocument/2006/relationships/image" Target="../media/image1520.png"/><Relationship Id="rId222" Type="http://schemas.openxmlformats.org/officeDocument/2006/relationships/customXml" Target="../ink/ink2244.xml"/><Relationship Id="rId243" Type="http://schemas.openxmlformats.org/officeDocument/2006/relationships/image" Target="../media/image1730.png"/><Relationship Id="rId264" Type="http://schemas.openxmlformats.org/officeDocument/2006/relationships/customXml" Target="../ink/ink2265.xml"/><Relationship Id="rId285" Type="http://schemas.openxmlformats.org/officeDocument/2006/relationships/customXml" Target="../ink/ink2276.xml"/><Relationship Id="rId17" Type="http://schemas.openxmlformats.org/officeDocument/2006/relationships/image" Target="../media/image4410.png"/><Relationship Id="rId38" Type="http://schemas.openxmlformats.org/officeDocument/2006/relationships/customXml" Target="../ink/ink2152.xml"/><Relationship Id="rId59" Type="http://schemas.openxmlformats.org/officeDocument/2006/relationships/image" Target="../media/image6500.png"/><Relationship Id="rId103" Type="http://schemas.openxmlformats.org/officeDocument/2006/relationships/image" Target="../media/image8700.png"/><Relationship Id="rId124" Type="http://schemas.openxmlformats.org/officeDocument/2006/relationships/customXml" Target="../ink/ink2195.xml"/><Relationship Id="rId310" Type="http://schemas.openxmlformats.org/officeDocument/2006/relationships/image" Target="../media/image4060.png"/><Relationship Id="rId70" Type="http://schemas.openxmlformats.org/officeDocument/2006/relationships/customXml" Target="../ink/ink2168.xml"/><Relationship Id="rId91" Type="http://schemas.openxmlformats.org/officeDocument/2006/relationships/image" Target="../media/image8100.png"/><Relationship Id="rId145" Type="http://schemas.openxmlformats.org/officeDocument/2006/relationships/image" Target="../media/image1080.png"/><Relationship Id="rId166" Type="http://schemas.openxmlformats.org/officeDocument/2006/relationships/customXml" Target="../ink/ink2216.xml"/><Relationship Id="rId187" Type="http://schemas.openxmlformats.org/officeDocument/2006/relationships/image" Target="../media/image1450.png"/><Relationship Id="rId331" Type="http://schemas.openxmlformats.org/officeDocument/2006/relationships/customXml" Target="../ink/ink2299.xml"/><Relationship Id="rId352" Type="http://schemas.openxmlformats.org/officeDocument/2006/relationships/image" Target="../media/image4270.png"/><Relationship Id="rId373" Type="http://schemas.openxmlformats.org/officeDocument/2006/relationships/customXml" Target="../ink/ink2320.xml"/><Relationship Id="rId394" Type="http://schemas.openxmlformats.org/officeDocument/2006/relationships/image" Target="../media/image4480.png"/><Relationship Id="rId408" Type="http://schemas.openxmlformats.org/officeDocument/2006/relationships/image" Target="../media/image455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39.xml"/><Relationship Id="rId233" Type="http://schemas.openxmlformats.org/officeDocument/2006/relationships/image" Target="../media/image1680.png"/><Relationship Id="rId254" Type="http://schemas.openxmlformats.org/officeDocument/2006/relationships/customXml" Target="../ink/ink2260.xml"/><Relationship Id="rId28" Type="http://schemas.openxmlformats.org/officeDocument/2006/relationships/customXml" Target="../ink/ink2147.xml"/><Relationship Id="rId49" Type="http://schemas.openxmlformats.org/officeDocument/2006/relationships/image" Target="../media/image6050.png"/><Relationship Id="rId114" Type="http://schemas.openxmlformats.org/officeDocument/2006/relationships/customXml" Target="../ink/ink2190.xml"/><Relationship Id="rId275" Type="http://schemas.openxmlformats.org/officeDocument/2006/relationships/customXml" Target="../ink/ink2271.xml"/><Relationship Id="rId296" Type="http://schemas.openxmlformats.org/officeDocument/2006/relationships/image" Target="../media/image3990.png"/><Relationship Id="rId300" Type="http://schemas.openxmlformats.org/officeDocument/2006/relationships/image" Target="../media/image4011.png"/><Relationship Id="rId60" Type="http://schemas.openxmlformats.org/officeDocument/2006/relationships/customXml" Target="../ink/ink2163.xml"/><Relationship Id="rId81" Type="http://schemas.openxmlformats.org/officeDocument/2006/relationships/image" Target="../media/image7600.png"/><Relationship Id="rId135" Type="http://schemas.openxmlformats.org/officeDocument/2006/relationships/image" Target="../media/image1030.png"/><Relationship Id="rId156" Type="http://schemas.openxmlformats.org/officeDocument/2006/relationships/customXml" Target="../ink/ink2211.xml"/><Relationship Id="rId177" Type="http://schemas.openxmlformats.org/officeDocument/2006/relationships/image" Target="../media/image1250.png"/><Relationship Id="rId198" Type="http://schemas.openxmlformats.org/officeDocument/2006/relationships/customXml" Target="../ink/ink2232.xml"/><Relationship Id="rId321" Type="http://schemas.openxmlformats.org/officeDocument/2006/relationships/customXml" Target="../ink/ink2294.xml"/><Relationship Id="rId342" Type="http://schemas.openxmlformats.org/officeDocument/2006/relationships/image" Target="../media/image4220.png"/><Relationship Id="rId363" Type="http://schemas.openxmlformats.org/officeDocument/2006/relationships/customXml" Target="../ink/ink2315.xml"/><Relationship Id="rId384" Type="http://schemas.openxmlformats.org/officeDocument/2006/relationships/image" Target="../media/image4430.png"/><Relationship Id="rId202" Type="http://schemas.openxmlformats.org/officeDocument/2006/relationships/customXml" Target="../ink/ink2234.xml"/><Relationship Id="rId223" Type="http://schemas.openxmlformats.org/officeDocument/2006/relationships/image" Target="../media/image1630.png"/><Relationship Id="rId244" Type="http://schemas.openxmlformats.org/officeDocument/2006/relationships/customXml" Target="../ink/ink2255.xml"/><Relationship Id="rId18" Type="http://schemas.openxmlformats.org/officeDocument/2006/relationships/customXml" Target="../ink/ink2142.xml"/><Relationship Id="rId39" Type="http://schemas.openxmlformats.org/officeDocument/2006/relationships/image" Target="../media/image5511.png"/><Relationship Id="rId265" Type="http://schemas.openxmlformats.org/officeDocument/2006/relationships/image" Target="../media/image3840.png"/><Relationship Id="rId286" Type="http://schemas.openxmlformats.org/officeDocument/2006/relationships/image" Target="../media/image3940.png"/><Relationship Id="rId50" Type="http://schemas.openxmlformats.org/officeDocument/2006/relationships/customXml" Target="../ink/ink2158.xml"/><Relationship Id="rId104" Type="http://schemas.openxmlformats.org/officeDocument/2006/relationships/customXml" Target="../ink/ink2185.xml"/><Relationship Id="rId125" Type="http://schemas.openxmlformats.org/officeDocument/2006/relationships/image" Target="../media/image980.png"/><Relationship Id="rId146" Type="http://schemas.openxmlformats.org/officeDocument/2006/relationships/customXml" Target="../ink/ink2206.xml"/><Relationship Id="rId167" Type="http://schemas.openxmlformats.org/officeDocument/2006/relationships/image" Target="../media/image1200.png"/><Relationship Id="rId188" Type="http://schemas.openxmlformats.org/officeDocument/2006/relationships/customXml" Target="../ink/ink2227.xml"/><Relationship Id="rId311" Type="http://schemas.openxmlformats.org/officeDocument/2006/relationships/customXml" Target="../ink/ink2289.xml"/><Relationship Id="rId332" Type="http://schemas.openxmlformats.org/officeDocument/2006/relationships/image" Target="../media/image4170.png"/><Relationship Id="rId353" Type="http://schemas.openxmlformats.org/officeDocument/2006/relationships/customXml" Target="../ink/ink2310.xml"/><Relationship Id="rId374" Type="http://schemas.openxmlformats.org/officeDocument/2006/relationships/image" Target="../media/image4380.png"/><Relationship Id="rId395" Type="http://schemas.openxmlformats.org/officeDocument/2006/relationships/customXml" Target="../ink/ink2331.xml"/><Relationship Id="rId409" Type="http://schemas.openxmlformats.org/officeDocument/2006/relationships/customXml" Target="../ink/ink2338.xml"/><Relationship Id="rId71" Type="http://schemas.openxmlformats.org/officeDocument/2006/relationships/image" Target="../media/image7100.png"/><Relationship Id="rId92" Type="http://schemas.openxmlformats.org/officeDocument/2006/relationships/customXml" Target="../ink/ink2179.xml"/><Relationship Id="rId213" Type="http://schemas.openxmlformats.org/officeDocument/2006/relationships/image" Target="../media/image1580.png"/><Relationship Id="rId234" Type="http://schemas.openxmlformats.org/officeDocument/2006/relationships/customXml" Target="../ink/ink2250.xml"/><Relationship Id="rId2" Type="http://schemas.openxmlformats.org/officeDocument/2006/relationships/customXml" Target="../ink/ink2134.xml"/><Relationship Id="rId29" Type="http://schemas.openxmlformats.org/officeDocument/2006/relationships/image" Target="../media/image5011.png"/><Relationship Id="rId255" Type="http://schemas.openxmlformats.org/officeDocument/2006/relationships/image" Target="../media/image2560.png"/><Relationship Id="rId276" Type="http://schemas.openxmlformats.org/officeDocument/2006/relationships/image" Target="../media/image3890.png"/><Relationship Id="rId297" Type="http://schemas.openxmlformats.org/officeDocument/2006/relationships/customXml" Target="../ink/ink2282.xml"/><Relationship Id="rId40" Type="http://schemas.openxmlformats.org/officeDocument/2006/relationships/customXml" Target="../ink/ink2153.xml"/><Relationship Id="rId115" Type="http://schemas.openxmlformats.org/officeDocument/2006/relationships/image" Target="../media/image930.png"/><Relationship Id="rId136" Type="http://schemas.openxmlformats.org/officeDocument/2006/relationships/customXml" Target="../ink/ink2201.xml"/><Relationship Id="rId157" Type="http://schemas.openxmlformats.org/officeDocument/2006/relationships/image" Target="../media/image1150.png"/><Relationship Id="rId178" Type="http://schemas.openxmlformats.org/officeDocument/2006/relationships/customXml" Target="../ink/ink2222.xml"/><Relationship Id="rId301" Type="http://schemas.openxmlformats.org/officeDocument/2006/relationships/customXml" Target="../ink/ink2284.xml"/><Relationship Id="rId322" Type="http://schemas.openxmlformats.org/officeDocument/2006/relationships/image" Target="../media/image4120.png"/><Relationship Id="rId343" Type="http://schemas.openxmlformats.org/officeDocument/2006/relationships/customXml" Target="../ink/ink2305.xml"/><Relationship Id="rId364" Type="http://schemas.openxmlformats.org/officeDocument/2006/relationships/image" Target="../media/image4330.png"/><Relationship Id="rId61" Type="http://schemas.openxmlformats.org/officeDocument/2006/relationships/image" Target="../media/image6600.png"/><Relationship Id="rId82" Type="http://schemas.openxmlformats.org/officeDocument/2006/relationships/customXml" Target="../ink/ink2174.xml"/><Relationship Id="rId199" Type="http://schemas.openxmlformats.org/officeDocument/2006/relationships/image" Target="../media/image1510.png"/><Relationship Id="rId203" Type="http://schemas.openxmlformats.org/officeDocument/2006/relationships/image" Target="../media/image1530.png"/><Relationship Id="rId385" Type="http://schemas.openxmlformats.org/officeDocument/2006/relationships/customXml" Target="../ink/ink2326.xml"/><Relationship Id="rId19" Type="http://schemas.openxmlformats.org/officeDocument/2006/relationships/image" Target="../media/image4510.png"/><Relationship Id="rId224" Type="http://schemas.openxmlformats.org/officeDocument/2006/relationships/customXml" Target="../ink/ink2245.xml"/><Relationship Id="rId245" Type="http://schemas.openxmlformats.org/officeDocument/2006/relationships/image" Target="../media/image2510.png"/><Relationship Id="rId266" Type="http://schemas.openxmlformats.org/officeDocument/2006/relationships/customXml" Target="../ink/ink2266.xml"/><Relationship Id="rId287" Type="http://schemas.openxmlformats.org/officeDocument/2006/relationships/customXml" Target="../ink/ink2277.xml"/><Relationship Id="rId410" Type="http://schemas.openxmlformats.org/officeDocument/2006/relationships/image" Target="../media/image4560.png"/><Relationship Id="rId30" Type="http://schemas.openxmlformats.org/officeDocument/2006/relationships/customXml" Target="../ink/ink2148.xml"/><Relationship Id="rId105" Type="http://schemas.openxmlformats.org/officeDocument/2006/relationships/image" Target="../media/image8800.png"/><Relationship Id="rId126" Type="http://schemas.openxmlformats.org/officeDocument/2006/relationships/customXml" Target="../ink/ink2196.xml"/><Relationship Id="rId147" Type="http://schemas.openxmlformats.org/officeDocument/2006/relationships/image" Target="../media/image1090.png"/><Relationship Id="rId168" Type="http://schemas.openxmlformats.org/officeDocument/2006/relationships/customXml" Target="../ink/ink2217.xml"/><Relationship Id="rId312" Type="http://schemas.openxmlformats.org/officeDocument/2006/relationships/image" Target="../media/image4070.png"/><Relationship Id="rId333" Type="http://schemas.openxmlformats.org/officeDocument/2006/relationships/customXml" Target="../ink/ink2300.xml"/><Relationship Id="rId354" Type="http://schemas.openxmlformats.org/officeDocument/2006/relationships/image" Target="../media/image4280.png"/><Relationship Id="rId51" Type="http://schemas.openxmlformats.org/officeDocument/2006/relationships/image" Target="../media/image6100.png"/><Relationship Id="rId72" Type="http://schemas.openxmlformats.org/officeDocument/2006/relationships/customXml" Target="../ink/ink2169.xml"/><Relationship Id="rId93" Type="http://schemas.openxmlformats.org/officeDocument/2006/relationships/image" Target="../media/image8200.png"/><Relationship Id="rId189" Type="http://schemas.openxmlformats.org/officeDocument/2006/relationships/image" Target="../media/image1460.png"/><Relationship Id="rId375" Type="http://schemas.openxmlformats.org/officeDocument/2006/relationships/customXml" Target="../ink/ink2321.xml"/><Relationship Id="rId396" Type="http://schemas.openxmlformats.org/officeDocument/2006/relationships/image" Target="../media/image4490.png"/><Relationship Id="rId3" Type="http://schemas.openxmlformats.org/officeDocument/2006/relationships/image" Target="../media/image3710.png"/><Relationship Id="rId214" Type="http://schemas.openxmlformats.org/officeDocument/2006/relationships/customXml" Target="../ink/ink2240.xml"/><Relationship Id="rId235" Type="http://schemas.openxmlformats.org/officeDocument/2006/relationships/image" Target="../media/image1690.png"/><Relationship Id="rId256" Type="http://schemas.openxmlformats.org/officeDocument/2006/relationships/customXml" Target="../ink/ink2261.xml"/><Relationship Id="rId277" Type="http://schemas.openxmlformats.org/officeDocument/2006/relationships/customXml" Target="../ink/ink2272.xml"/><Relationship Id="rId298" Type="http://schemas.openxmlformats.org/officeDocument/2006/relationships/image" Target="../media/image4000.png"/><Relationship Id="rId400" Type="http://schemas.openxmlformats.org/officeDocument/2006/relationships/image" Target="../media/image4511.png"/><Relationship Id="rId116" Type="http://schemas.openxmlformats.org/officeDocument/2006/relationships/customXml" Target="../ink/ink2191.xml"/><Relationship Id="rId137" Type="http://schemas.openxmlformats.org/officeDocument/2006/relationships/image" Target="../media/image1040.png"/><Relationship Id="rId158" Type="http://schemas.openxmlformats.org/officeDocument/2006/relationships/customXml" Target="../ink/ink2212.xml"/><Relationship Id="rId302" Type="http://schemas.openxmlformats.org/officeDocument/2006/relationships/image" Target="../media/image4020.png"/><Relationship Id="rId323" Type="http://schemas.openxmlformats.org/officeDocument/2006/relationships/customXml" Target="../ink/ink2295.xml"/><Relationship Id="rId344" Type="http://schemas.openxmlformats.org/officeDocument/2006/relationships/image" Target="../media/image4230.png"/><Relationship Id="rId20" Type="http://schemas.openxmlformats.org/officeDocument/2006/relationships/customXml" Target="../ink/ink2143.xml"/><Relationship Id="rId41" Type="http://schemas.openxmlformats.org/officeDocument/2006/relationships/image" Target="../media/image5611.png"/><Relationship Id="rId62" Type="http://schemas.openxmlformats.org/officeDocument/2006/relationships/customXml" Target="../ink/ink2164.xml"/><Relationship Id="rId83" Type="http://schemas.openxmlformats.org/officeDocument/2006/relationships/image" Target="../media/image7700.png"/><Relationship Id="rId179" Type="http://schemas.openxmlformats.org/officeDocument/2006/relationships/image" Target="../media/image1260.png"/><Relationship Id="rId365" Type="http://schemas.openxmlformats.org/officeDocument/2006/relationships/customXml" Target="../ink/ink2316.xml"/><Relationship Id="rId386" Type="http://schemas.openxmlformats.org/officeDocument/2006/relationships/image" Target="../media/image4440.png"/><Relationship Id="rId190" Type="http://schemas.openxmlformats.org/officeDocument/2006/relationships/customXml" Target="../ink/ink2228.xml"/><Relationship Id="rId204" Type="http://schemas.openxmlformats.org/officeDocument/2006/relationships/customXml" Target="../ink/ink2235.xml"/><Relationship Id="rId225" Type="http://schemas.openxmlformats.org/officeDocument/2006/relationships/image" Target="../media/image1640.png"/><Relationship Id="rId246" Type="http://schemas.openxmlformats.org/officeDocument/2006/relationships/customXml" Target="../ink/ink2256.xml"/><Relationship Id="rId267" Type="http://schemas.openxmlformats.org/officeDocument/2006/relationships/customXml" Target="../ink/ink2267.xml"/><Relationship Id="rId288" Type="http://schemas.openxmlformats.org/officeDocument/2006/relationships/image" Target="../media/image3950.png"/><Relationship Id="rId411" Type="http://schemas.openxmlformats.org/officeDocument/2006/relationships/customXml" Target="../ink/ink2339.xml"/><Relationship Id="rId106" Type="http://schemas.openxmlformats.org/officeDocument/2006/relationships/customXml" Target="../ink/ink2186.xml"/><Relationship Id="rId127" Type="http://schemas.openxmlformats.org/officeDocument/2006/relationships/image" Target="../media/image990.png"/><Relationship Id="rId313" Type="http://schemas.openxmlformats.org/officeDocument/2006/relationships/customXml" Target="../ink/ink2290.xml"/><Relationship Id="rId10" Type="http://schemas.openxmlformats.org/officeDocument/2006/relationships/customXml" Target="../ink/ink2138.xml"/><Relationship Id="rId31" Type="http://schemas.openxmlformats.org/officeDocument/2006/relationships/image" Target="../media/image5111.png"/><Relationship Id="rId52" Type="http://schemas.openxmlformats.org/officeDocument/2006/relationships/customXml" Target="../ink/ink2159.xml"/><Relationship Id="rId73" Type="http://schemas.openxmlformats.org/officeDocument/2006/relationships/image" Target="../media/image7200.png"/><Relationship Id="rId94" Type="http://schemas.openxmlformats.org/officeDocument/2006/relationships/customXml" Target="../ink/ink2180.xml"/><Relationship Id="rId148" Type="http://schemas.openxmlformats.org/officeDocument/2006/relationships/customXml" Target="../ink/ink2207.xml"/><Relationship Id="rId169" Type="http://schemas.openxmlformats.org/officeDocument/2006/relationships/image" Target="../media/image1210.png"/><Relationship Id="rId334" Type="http://schemas.openxmlformats.org/officeDocument/2006/relationships/image" Target="../media/image4180.png"/><Relationship Id="rId355" Type="http://schemas.openxmlformats.org/officeDocument/2006/relationships/customXml" Target="../ink/ink2311.xml"/><Relationship Id="rId376" Type="http://schemas.openxmlformats.org/officeDocument/2006/relationships/image" Target="../media/image4390.png"/><Relationship Id="rId397" Type="http://schemas.openxmlformats.org/officeDocument/2006/relationships/customXml" Target="../ink/ink2332.xml"/><Relationship Id="rId4" Type="http://schemas.openxmlformats.org/officeDocument/2006/relationships/customXml" Target="../ink/ink2135.xml"/><Relationship Id="rId180" Type="http://schemas.openxmlformats.org/officeDocument/2006/relationships/customXml" Target="../ink/ink2223.xml"/><Relationship Id="rId215" Type="http://schemas.openxmlformats.org/officeDocument/2006/relationships/image" Target="../media/image1590.png"/><Relationship Id="rId236" Type="http://schemas.openxmlformats.org/officeDocument/2006/relationships/customXml" Target="../ink/ink2251.xml"/><Relationship Id="rId257" Type="http://schemas.openxmlformats.org/officeDocument/2006/relationships/image" Target="../media/image2570.png"/><Relationship Id="rId278" Type="http://schemas.openxmlformats.org/officeDocument/2006/relationships/image" Target="../media/image3900.png"/><Relationship Id="rId401" Type="http://schemas.openxmlformats.org/officeDocument/2006/relationships/customXml" Target="../ink/ink2334.xml"/><Relationship Id="rId303" Type="http://schemas.openxmlformats.org/officeDocument/2006/relationships/customXml" Target="../ink/ink2285.xml"/><Relationship Id="rId42" Type="http://schemas.openxmlformats.org/officeDocument/2006/relationships/customXml" Target="../ink/ink2154.xml"/><Relationship Id="rId84" Type="http://schemas.openxmlformats.org/officeDocument/2006/relationships/customXml" Target="../ink/ink2175.xml"/><Relationship Id="rId138" Type="http://schemas.openxmlformats.org/officeDocument/2006/relationships/customXml" Target="../ink/ink2202.xml"/><Relationship Id="rId345" Type="http://schemas.openxmlformats.org/officeDocument/2006/relationships/customXml" Target="../ink/ink2306.xml"/><Relationship Id="rId387" Type="http://schemas.openxmlformats.org/officeDocument/2006/relationships/customXml" Target="../ink/ink2327.xml"/><Relationship Id="rId191" Type="http://schemas.openxmlformats.org/officeDocument/2006/relationships/image" Target="../media/image1470.png"/><Relationship Id="rId205" Type="http://schemas.openxmlformats.org/officeDocument/2006/relationships/image" Target="../media/image1540.png"/><Relationship Id="rId247" Type="http://schemas.openxmlformats.org/officeDocument/2006/relationships/image" Target="../media/image2520.png"/><Relationship Id="rId412" Type="http://schemas.openxmlformats.org/officeDocument/2006/relationships/image" Target="../media/image4570.png"/><Relationship Id="rId107" Type="http://schemas.openxmlformats.org/officeDocument/2006/relationships/image" Target="../media/image8900.png"/><Relationship Id="rId289" Type="http://schemas.openxmlformats.org/officeDocument/2006/relationships/customXml" Target="../ink/ink2278.xml"/><Relationship Id="rId11" Type="http://schemas.openxmlformats.org/officeDocument/2006/relationships/image" Target="../media/image4110.png"/><Relationship Id="rId53" Type="http://schemas.openxmlformats.org/officeDocument/2006/relationships/image" Target="../media/image6200.png"/><Relationship Id="rId149" Type="http://schemas.openxmlformats.org/officeDocument/2006/relationships/image" Target="../media/image1100.png"/><Relationship Id="rId314" Type="http://schemas.openxmlformats.org/officeDocument/2006/relationships/image" Target="../media/image4080.png"/><Relationship Id="rId356" Type="http://schemas.openxmlformats.org/officeDocument/2006/relationships/image" Target="../media/image4290.png"/><Relationship Id="rId398" Type="http://schemas.openxmlformats.org/officeDocument/2006/relationships/image" Target="../media/image4500.png"/><Relationship Id="rId95" Type="http://schemas.openxmlformats.org/officeDocument/2006/relationships/image" Target="../media/image8300.png"/><Relationship Id="rId160" Type="http://schemas.openxmlformats.org/officeDocument/2006/relationships/customXml" Target="../ink/ink2213.xml"/><Relationship Id="rId216" Type="http://schemas.openxmlformats.org/officeDocument/2006/relationships/customXml" Target="../ink/ink2241.xml"/><Relationship Id="rId258" Type="http://schemas.openxmlformats.org/officeDocument/2006/relationships/customXml" Target="../ink/ink2262.xml"/><Relationship Id="rId22" Type="http://schemas.openxmlformats.org/officeDocument/2006/relationships/customXml" Target="../ink/ink2144.xml"/><Relationship Id="rId64" Type="http://schemas.openxmlformats.org/officeDocument/2006/relationships/customXml" Target="../ink/ink2165.xml"/><Relationship Id="rId118" Type="http://schemas.openxmlformats.org/officeDocument/2006/relationships/customXml" Target="../ink/ink2192.xml"/><Relationship Id="rId325" Type="http://schemas.openxmlformats.org/officeDocument/2006/relationships/customXml" Target="../ink/ink2296.xml"/><Relationship Id="rId367" Type="http://schemas.openxmlformats.org/officeDocument/2006/relationships/customXml" Target="../ink/ink2317.xml"/><Relationship Id="rId171" Type="http://schemas.openxmlformats.org/officeDocument/2006/relationships/image" Target="../media/image1220.png"/><Relationship Id="rId227" Type="http://schemas.openxmlformats.org/officeDocument/2006/relationships/image" Target="../media/image1650.png"/><Relationship Id="rId269" Type="http://schemas.openxmlformats.org/officeDocument/2006/relationships/customXml" Target="../ink/ink2268.xml"/><Relationship Id="rId33" Type="http://schemas.openxmlformats.org/officeDocument/2006/relationships/image" Target="../media/image5211.png"/><Relationship Id="rId129" Type="http://schemas.openxmlformats.org/officeDocument/2006/relationships/image" Target="../media/image1000.png"/><Relationship Id="rId280" Type="http://schemas.openxmlformats.org/officeDocument/2006/relationships/image" Target="../media/image3911.png"/><Relationship Id="rId336" Type="http://schemas.openxmlformats.org/officeDocument/2006/relationships/image" Target="../media/image4190.png"/><Relationship Id="rId75" Type="http://schemas.openxmlformats.org/officeDocument/2006/relationships/image" Target="../media/image7300.png"/><Relationship Id="rId140" Type="http://schemas.openxmlformats.org/officeDocument/2006/relationships/customXml" Target="../ink/ink2203.xml"/><Relationship Id="rId182" Type="http://schemas.openxmlformats.org/officeDocument/2006/relationships/customXml" Target="../ink/ink2224.xml"/><Relationship Id="rId378" Type="http://schemas.openxmlformats.org/officeDocument/2006/relationships/image" Target="../media/image4400.png"/><Relationship Id="rId403" Type="http://schemas.openxmlformats.org/officeDocument/2006/relationships/customXml" Target="../ink/ink2335.xml"/><Relationship Id="rId6" Type="http://schemas.openxmlformats.org/officeDocument/2006/relationships/customXml" Target="../ink/ink2136.xml"/><Relationship Id="rId238" Type="http://schemas.openxmlformats.org/officeDocument/2006/relationships/customXml" Target="../ink/ink2252.xml"/><Relationship Id="rId291" Type="http://schemas.openxmlformats.org/officeDocument/2006/relationships/customXml" Target="../ink/ink2279.xml"/><Relationship Id="rId305" Type="http://schemas.openxmlformats.org/officeDocument/2006/relationships/customXml" Target="../ink/ink2286.xml"/><Relationship Id="rId347" Type="http://schemas.openxmlformats.org/officeDocument/2006/relationships/customXml" Target="../ink/ink2307.xml"/><Relationship Id="rId44" Type="http://schemas.openxmlformats.org/officeDocument/2006/relationships/customXml" Target="../ink/ink2155.xml"/><Relationship Id="rId86" Type="http://schemas.openxmlformats.org/officeDocument/2006/relationships/customXml" Target="../ink/ink2176.xml"/><Relationship Id="rId151" Type="http://schemas.openxmlformats.org/officeDocument/2006/relationships/image" Target="../media/image1110.png"/><Relationship Id="rId389" Type="http://schemas.openxmlformats.org/officeDocument/2006/relationships/customXml" Target="../ink/ink2328.xml"/><Relationship Id="rId193" Type="http://schemas.openxmlformats.org/officeDocument/2006/relationships/image" Target="../media/image1480.png"/><Relationship Id="rId207" Type="http://schemas.openxmlformats.org/officeDocument/2006/relationships/image" Target="../media/image1550.png"/><Relationship Id="rId249" Type="http://schemas.openxmlformats.org/officeDocument/2006/relationships/image" Target="../media/image2530.png"/><Relationship Id="rId414" Type="http://schemas.openxmlformats.org/officeDocument/2006/relationships/image" Target="../media/image4580.png"/><Relationship Id="rId13" Type="http://schemas.openxmlformats.org/officeDocument/2006/relationships/image" Target="../media/image4210.png"/><Relationship Id="rId109" Type="http://schemas.openxmlformats.org/officeDocument/2006/relationships/image" Target="../media/image9000.png"/><Relationship Id="rId260" Type="http://schemas.openxmlformats.org/officeDocument/2006/relationships/customXml" Target="../ink/ink2263.xml"/><Relationship Id="rId316" Type="http://schemas.openxmlformats.org/officeDocument/2006/relationships/image" Target="../media/image4090.png"/><Relationship Id="rId55" Type="http://schemas.openxmlformats.org/officeDocument/2006/relationships/image" Target="../media/image6300.png"/><Relationship Id="rId97" Type="http://schemas.openxmlformats.org/officeDocument/2006/relationships/image" Target="../media/image8400.png"/><Relationship Id="rId120" Type="http://schemas.openxmlformats.org/officeDocument/2006/relationships/customXml" Target="../ink/ink2193.xml"/><Relationship Id="rId358" Type="http://schemas.openxmlformats.org/officeDocument/2006/relationships/image" Target="../media/image4300.png"/><Relationship Id="rId162" Type="http://schemas.openxmlformats.org/officeDocument/2006/relationships/customXml" Target="../ink/ink2214.xml"/><Relationship Id="rId218" Type="http://schemas.openxmlformats.org/officeDocument/2006/relationships/customXml" Target="../ink/ink2242.xml"/><Relationship Id="rId271" Type="http://schemas.openxmlformats.org/officeDocument/2006/relationships/customXml" Target="../ink/ink2269.xml"/><Relationship Id="rId24" Type="http://schemas.openxmlformats.org/officeDocument/2006/relationships/customXml" Target="../ink/ink2145.xml"/><Relationship Id="rId66" Type="http://schemas.openxmlformats.org/officeDocument/2006/relationships/customXml" Target="../ink/ink2166.xml"/><Relationship Id="rId131" Type="http://schemas.openxmlformats.org/officeDocument/2006/relationships/image" Target="../media/image1010.png"/><Relationship Id="rId327" Type="http://schemas.openxmlformats.org/officeDocument/2006/relationships/customXml" Target="../ink/ink2297.xml"/><Relationship Id="rId369" Type="http://schemas.openxmlformats.org/officeDocument/2006/relationships/customXml" Target="../ink/ink2318.xml"/><Relationship Id="rId173" Type="http://schemas.openxmlformats.org/officeDocument/2006/relationships/image" Target="../media/image1230.png"/><Relationship Id="rId229" Type="http://schemas.openxmlformats.org/officeDocument/2006/relationships/image" Target="../media/image1660.png"/><Relationship Id="rId380" Type="http://schemas.openxmlformats.org/officeDocument/2006/relationships/image" Target="../media/image4411.png"/><Relationship Id="rId240" Type="http://schemas.openxmlformats.org/officeDocument/2006/relationships/customXml" Target="../ink/ink2253.xml"/><Relationship Id="rId35" Type="http://schemas.openxmlformats.org/officeDocument/2006/relationships/image" Target="../media/image5311.png"/><Relationship Id="rId77" Type="http://schemas.openxmlformats.org/officeDocument/2006/relationships/image" Target="../media/image7400.png"/><Relationship Id="rId100" Type="http://schemas.openxmlformats.org/officeDocument/2006/relationships/customXml" Target="../ink/ink2183.xml"/><Relationship Id="rId282" Type="http://schemas.openxmlformats.org/officeDocument/2006/relationships/image" Target="../media/image3920.png"/><Relationship Id="rId338" Type="http://schemas.openxmlformats.org/officeDocument/2006/relationships/image" Target="../media/image4200.png"/><Relationship Id="rId8" Type="http://schemas.openxmlformats.org/officeDocument/2006/relationships/customXml" Target="../ink/ink2137.xml"/><Relationship Id="rId142" Type="http://schemas.openxmlformats.org/officeDocument/2006/relationships/customXml" Target="../ink/ink2204.xml"/><Relationship Id="rId184" Type="http://schemas.openxmlformats.org/officeDocument/2006/relationships/customXml" Target="../ink/ink2225.xml"/><Relationship Id="rId391" Type="http://schemas.openxmlformats.org/officeDocument/2006/relationships/customXml" Target="../ink/ink2329.xml"/><Relationship Id="rId405" Type="http://schemas.openxmlformats.org/officeDocument/2006/relationships/customXml" Target="../ink/ink2336.xml"/><Relationship Id="rId251" Type="http://schemas.openxmlformats.org/officeDocument/2006/relationships/image" Target="../media/image2540.png"/><Relationship Id="rId46" Type="http://schemas.openxmlformats.org/officeDocument/2006/relationships/customXml" Target="../ink/ink2156.xml"/><Relationship Id="rId293" Type="http://schemas.openxmlformats.org/officeDocument/2006/relationships/customXml" Target="../ink/ink2280.xml"/><Relationship Id="rId307" Type="http://schemas.openxmlformats.org/officeDocument/2006/relationships/customXml" Target="../ink/ink2287.xml"/><Relationship Id="rId349" Type="http://schemas.openxmlformats.org/officeDocument/2006/relationships/customXml" Target="../ink/ink2308.xml"/><Relationship Id="rId88" Type="http://schemas.openxmlformats.org/officeDocument/2006/relationships/customXml" Target="../ink/ink2177.xml"/><Relationship Id="rId111" Type="http://schemas.openxmlformats.org/officeDocument/2006/relationships/image" Target="../media/image910.png"/><Relationship Id="rId153" Type="http://schemas.openxmlformats.org/officeDocument/2006/relationships/image" Target="../media/image1120.png"/><Relationship Id="rId195" Type="http://schemas.openxmlformats.org/officeDocument/2006/relationships/image" Target="../media/image1490.png"/><Relationship Id="rId209" Type="http://schemas.openxmlformats.org/officeDocument/2006/relationships/image" Target="../media/image1560.png"/><Relationship Id="rId360" Type="http://schemas.openxmlformats.org/officeDocument/2006/relationships/image" Target="../media/image4311.png"/><Relationship Id="rId416" Type="http://schemas.openxmlformats.org/officeDocument/2006/relationships/image" Target="../media/image4590.png"/><Relationship Id="rId220" Type="http://schemas.openxmlformats.org/officeDocument/2006/relationships/customXml" Target="../ink/ink2243.xml"/><Relationship Id="rId15" Type="http://schemas.openxmlformats.org/officeDocument/2006/relationships/image" Target="../media/image4310.png"/><Relationship Id="rId57" Type="http://schemas.openxmlformats.org/officeDocument/2006/relationships/image" Target="../media/image6400.png"/><Relationship Id="rId262" Type="http://schemas.openxmlformats.org/officeDocument/2006/relationships/customXml" Target="../ink/ink2264.xml"/><Relationship Id="rId318" Type="http://schemas.openxmlformats.org/officeDocument/2006/relationships/image" Target="../media/image4100.png"/><Relationship Id="rId99" Type="http://schemas.openxmlformats.org/officeDocument/2006/relationships/image" Target="../media/image8500.png"/><Relationship Id="rId122" Type="http://schemas.openxmlformats.org/officeDocument/2006/relationships/customXml" Target="../ink/ink2194.xml"/><Relationship Id="rId164" Type="http://schemas.openxmlformats.org/officeDocument/2006/relationships/customXml" Target="../ink/ink2215.xml"/><Relationship Id="rId371" Type="http://schemas.openxmlformats.org/officeDocument/2006/relationships/customXml" Target="../ink/ink2319.xml"/><Relationship Id="rId26" Type="http://schemas.openxmlformats.org/officeDocument/2006/relationships/customXml" Target="../ink/ink2146.xml"/><Relationship Id="rId231" Type="http://schemas.openxmlformats.org/officeDocument/2006/relationships/image" Target="../media/image1670.png"/><Relationship Id="rId273" Type="http://schemas.openxmlformats.org/officeDocument/2006/relationships/customXml" Target="../ink/ink2270.xml"/><Relationship Id="rId329" Type="http://schemas.openxmlformats.org/officeDocument/2006/relationships/customXml" Target="../ink/ink2298.xml"/><Relationship Id="rId68" Type="http://schemas.openxmlformats.org/officeDocument/2006/relationships/customXml" Target="../ink/ink2167.xml"/><Relationship Id="rId133" Type="http://schemas.openxmlformats.org/officeDocument/2006/relationships/image" Target="../media/image1020.png"/><Relationship Id="rId175" Type="http://schemas.openxmlformats.org/officeDocument/2006/relationships/image" Target="../media/image1240.png"/><Relationship Id="rId340" Type="http://schemas.openxmlformats.org/officeDocument/2006/relationships/image" Target="../media/image4211.png"/><Relationship Id="rId200" Type="http://schemas.openxmlformats.org/officeDocument/2006/relationships/customXml" Target="../ink/ink2233.xml"/><Relationship Id="rId382" Type="http://schemas.openxmlformats.org/officeDocument/2006/relationships/image" Target="../media/image4420.png"/><Relationship Id="rId242" Type="http://schemas.openxmlformats.org/officeDocument/2006/relationships/customXml" Target="../ink/ink2254.xml"/><Relationship Id="rId284" Type="http://schemas.openxmlformats.org/officeDocument/2006/relationships/image" Target="../media/image3930.png"/><Relationship Id="rId37" Type="http://schemas.openxmlformats.org/officeDocument/2006/relationships/image" Target="../media/image5411.png"/><Relationship Id="rId79" Type="http://schemas.openxmlformats.org/officeDocument/2006/relationships/image" Target="../media/image7500.png"/><Relationship Id="rId102" Type="http://schemas.openxmlformats.org/officeDocument/2006/relationships/customXml" Target="../ink/ink2184.xml"/><Relationship Id="rId144" Type="http://schemas.openxmlformats.org/officeDocument/2006/relationships/customXml" Target="../ink/ink2205.xml"/><Relationship Id="rId90" Type="http://schemas.openxmlformats.org/officeDocument/2006/relationships/customXml" Target="../ink/ink2178.xml"/><Relationship Id="rId186" Type="http://schemas.openxmlformats.org/officeDocument/2006/relationships/customXml" Target="../ink/ink2226.xml"/><Relationship Id="rId351" Type="http://schemas.openxmlformats.org/officeDocument/2006/relationships/customXml" Target="../ink/ink2309.xml"/><Relationship Id="rId393" Type="http://schemas.openxmlformats.org/officeDocument/2006/relationships/customXml" Target="../ink/ink2330.xml"/><Relationship Id="rId407" Type="http://schemas.openxmlformats.org/officeDocument/2006/relationships/customXml" Target="../ink/ink2337.xml"/><Relationship Id="rId211" Type="http://schemas.openxmlformats.org/officeDocument/2006/relationships/image" Target="../media/image1570.png"/><Relationship Id="rId253" Type="http://schemas.openxmlformats.org/officeDocument/2006/relationships/image" Target="../media/image2550.png"/><Relationship Id="rId295" Type="http://schemas.openxmlformats.org/officeDocument/2006/relationships/customXml" Target="../ink/ink2281.xml"/><Relationship Id="rId309" Type="http://schemas.openxmlformats.org/officeDocument/2006/relationships/customXml" Target="../ink/ink2288.xml"/><Relationship Id="rId48" Type="http://schemas.openxmlformats.org/officeDocument/2006/relationships/customXml" Target="../ink/ink2157.xml"/><Relationship Id="rId113" Type="http://schemas.openxmlformats.org/officeDocument/2006/relationships/image" Target="../media/image920.png"/><Relationship Id="rId320" Type="http://schemas.openxmlformats.org/officeDocument/2006/relationships/image" Target="../media/image4111.png"/></Relationships>
</file>

<file path=ppt/slides/_rels/slide35.xml.rels><?xml version="1.0" encoding="UTF-8" standalone="yes"?>
<Relationships xmlns="http://schemas.openxmlformats.org/package/2006/relationships"><Relationship Id="rId299" Type="http://schemas.openxmlformats.org/officeDocument/2006/relationships/image" Target="../media/image1850.png"/><Relationship Id="rId303" Type="http://schemas.openxmlformats.org/officeDocument/2006/relationships/image" Target="../media/image1870.png"/><Relationship Id="rId324" Type="http://schemas.openxmlformats.org/officeDocument/2006/relationships/customXml" Target="../ink/ink2363.xml"/><Relationship Id="rId345" Type="http://schemas.openxmlformats.org/officeDocument/2006/relationships/image" Target="../media/image2080.png"/><Relationship Id="rId366" Type="http://schemas.openxmlformats.org/officeDocument/2006/relationships/customXml" Target="../ink/ink2384.xml"/><Relationship Id="rId387" Type="http://schemas.openxmlformats.org/officeDocument/2006/relationships/image" Target="../media/image2290.png"/><Relationship Id="rId412" Type="http://schemas.openxmlformats.org/officeDocument/2006/relationships/customXml" Target="../ink/ink2407.xml"/><Relationship Id="rId433" Type="http://schemas.openxmlformats.org/officeDocument/2006/relationships/image" Target="../media/image4740.png"/><Relationship Id="rId289" Type="http://schemas.openxmlformats.org/officeDocument/2006/relationships/image" Target="../media/image1800.png"/><Relationship Id="rId314" Type="http://schemas.openxmlformats.org/officeDocument/2006/relationships/customXml" Target="../ink/ink2358.xml"/><Relationship Id="rId335" Type="http://schemas.openxmlformats.org/officeDocument/2006/relationships/image" Target="../media/image2030.png"/><Relationship Id="rId356" Type="http://schemas.openxmlformats.org/officeDocument/2006/relationships/customXml" Target="../ink/ink2379.xml"/><Relationship Id="rId377" Type="http://schemas.openxmlformats.org/officeDocument/2006/relationships/image" Target="../media/image2240.png"/><Relationship Id="rId398" Type="http://schemas.openxmlformats.org/officeDocument/2006/relationships/customXml" Target="../ink/ink2400.xml"/><Relationship Id="rId402" Type="http://schemas.openxmlformats.org/officeDocument/2006/relationships/customXml" Target="../ink/ink2402.xml"/><Relationship Id="rId423" Type="http://schemas.openxmlformats.org/officeDocument/2006/relationships/image" Target="../media/image4690.png"/><Relationship Id="rId290" Type="http://schemas.openxmlformats.org/officeDocument/2006/relationships/customXml" Target="../ink/ink2346.xml"/><Relationship Id="rId304" Type="http://schemas.openxmlformats.org/officeDocument/2006/relationships/customXml" Target="../ink/ink2353.xml"/><Relationship Id="rId325" Type="http://schemas.openxmlformats.org/officeDocument/2006/relationships/image" Target="../media/image1980.png"/><Relationship Id="rId346" Type="http://schemas.openxmlformats.org/officeDocument/2006/relationships/customXml" Target="../ink/ink2374.xml"/><Relationship Id="rId367" Type="http://schemas.openxmlformats.org/officeDocument/2006/relationships/image" Target="../media/image2190.png"/><Relationship Id="rId388" Type="http://schemas.openxmlformats.org/officeDocument/2006/relationships/customXml" Target="../ink/ink2395.xml"/><Relationship Id="rId341" Type="http://schemas.openxmlformats.org/officeDocument/2006/relationships/image" Target="../media/image2060.png"/><Relationship Id="rId362" Type="http://schemas.openxmlformats.org/officeDocument/2006/relationships/customXml" Target="../ink/ink2382.xml"/><Relationship Id="rId383" Type="http://schemas.openxmlformats.org/officeDocument/2006/relationships/image" Target="../media/image2270.png"/><Relationship Id="rId413" Type="http://schemas.openxmlformats.org/officeDocument/2006/relationships/image" Target="../media/image4640.png"/><Relationship Id="rId418" Type="http://schemas.openxmlformats.org/officeDocument/2006/relationships/customXml" Target="../ink/ink2410.xml"/><Relationship Id="rId439" Type="http://schemas.openxmlformats.org/officeDocument/2006/relationships/image" Target="../media/image4770.png"/><Relationship Id="rId434" Type="http://schemas.openxmlformats.org/officeDocument/2006/relationships/customXml" Target="../ink/ink2418.xml"/><Relationship Id="rId310" Type="http://schemas.openxmlformats.org/officeDocument/2006/relationships/customXml" Target="../ink/ink2356.xml"/><Relationship Id="rId315" Type="http://schemas.openxmlformats.org/officeDocument/2006/relationships/image" Target="../media/image1930.png"/><Relationship Id="rId336" Type="http://schemas.openxmlformats.org/officeDocument/2006/relationships/customXml" Target="../ink/ink2369.xml"/><Relationship Id="rId357" Type="http://schemas.openxmlformats.org/officeDocument/2006/relationships/image" Target="../media/image2140.png"/><Relationship Id="rId331" Type="http://schemas.openxmlformats.org/officeDocument/2006/relationships/image" Target="../media/image2010.png"/><Relationship Id="rId352" Type="http://schemas.openxmlformats.org/officeDocument/2006/relationships/customXml" Target="../ink/ink2377.xml"/><Relationship Id="rId373" Type="http://schemas.openxmlformats.org/officeDocument/2006/relationships/image" Target="../media/image2220.png"/><Relationship Id="rId378" Type="http://schemas.openxmlformats.org/officeDocument/2006/relationships/customXml" Target="../ink/ink2390.xml"/><Relationship Id="rId394" Type="http://schemas.openxmlformats.org/officeDocument/2006/relationships/customXml" Target="../ink/ink2398.xml"/><Relationship Id="rId399" Type="http://schemas.openxmlformats.org/officeDocument/2006/relationships/image" Target="../media/image2350.png"/><Relationship Id="rId403" Type="http://schemas.openxmlformats.org/officeDocument/2006/relationships/image" Target="../media/image2370.png"/><Relationship Id="rId408" Type="http://schemas.openxmlformats.org/officeDocument/2006/relationships/customXml" Target="../ink/ink2405.xml"/><Relationship Id="rId429" Type="http://schemas.openxmlformats.org/officeDocument/2006/relationships/image" Target="../media/image4720.png"/><Relationship Id="rId1" Type="http://schemas.openxmlformats.org/officeDocument/2006/relationships/slideLayout" Target="../slideLayouts/slideLayout7.xml"/><Relationship Id="rId424" Type="http://schemas.openxmlformats.org/officeDocument/2006/relationships/customXml" Target="../ink/ink2413.xml"/><Relationship Id="rId270" Type="http://schemas.openxmlformats.org/officeDocument/2006/relationships/image" Target="../media/image4611.png"/><Relationship Id="rId291" Type="http://schemas.openxmlformats.org/officeDocument/2006/relationships/image" Target="../media/image1810.png"/><Relationship Id="rId296" Type="http://schemas.openxmlformats.org/officeDocument/2006/relationships/customXml" Target="../ink/ink2349.xml"/><Relationship Id="rId300" Type="http://schemas.openxmlformats.org/officeDocument/2006/relationships/customXml" Target="../ink/ink2351.xml"/><Relationship Id="rId305" Type="http://schemas.openxmlformats.org/officeDocument/2006/relationships/image" Target="../media/image1880.png"/><Relationship Id="rId326" Type="http://schemas.openxmlformats.org/officeDocument/2006/relationships/customXml" Target="../ink/ink2364.xml"/><Relationship Id="rId347" Type="http://schemas.openxmlformats.org/officeDocument/2006/relationships/image" Target="../media/image2090.png"/><Relationship Id="rId321" Type="http://schemas.openxmlformats.org/officeDocument/2006/relationships/image" Target="../media/image1960.png"/><Relationship Id="rId342" Type="http://schemas.openxmlformats.org/officeDocument/2006/relationships/customXml" Target="../ink/ink2372.xml"/><Relationship Id="rId363" Type="http://schemas.openxmlformats.org/officeDocument/2006/relationships/image" Target="../media/image2170.png"/><Relationship Id="rId368" Type="http://schemas.openxmlformats.org/officeDocument/2006/relationships/customXml" Target="../ink/ink2385.xml"/><Relationship Id="rId384" Type="http://schemas.openxmlformats.org/officeDocument/2006/relationships/customXml" Target="../ink/ink2393.xml"/><Relationship Id="rId389" Type="http://schemas.openxmlformats.org/officeDocument/2006/relationships/image" Target="../media/image2300.png"/><Relationship Id="rId419" Type="http://schemas.openxmlformats.org/officeDocument/2006/relationships/image" Target="../media/image4670.png"/><Relationship Id="rId414" Type="http://schemas.openxmlformats.org/officeDocument/2006/relationships/customXml" Target="../ink/ink2408.xml"/><Relationship Id="rId430" Type="http://schemas.openxmlformats.org/officeDocument/2006/relationships/customXml" Target="../ink/ink2416.xml"/><Relationship Id="rId435" Type="http://schemas.openxmlformats.org/officeDocument/2006/relationships/image" Target="../media/image4750.png"/><Relationship Id="rId316" Type="http://schemas.openxmlformats.org/officeDocument/2006/relationships/customXml" Target="../ink/ink2359.xml"/><Relationship Id="rId337" Type="http://schemas.openxmlformats.org/officeDocument/2006/relationships/image" Target="../media/image2040.png"/><Relationship Id="rId311" Type="http://schemas.openxmlformats.org/officeDocument/2006/relationships/image" Target="../media/image1910.png"/><Relationship Id="rId332" Type="http://schemas.openxmlformats.org/officeDocument/2006/relationships/customXml" Target="../ink/ink2367.xml"/><Relationship Id="rId353" Type="http://schemas.openxmlformats.org/officeDocument/2006/relationships/image" Target="../media/image2120.png"/><Relationship Id="rId358" Type="http://schemas.openxmlformats.org/officeDocument/2006/relationships/customXml" Target="../ink/ink2380.xml"/><Relationship Id="rId374" Type="http://schemas.openxmlformats.org/officeDocument/2006/relationships/customXml" Target="../ink/ink2388.xml"/><Relationship Id="rId379" Type="http://schemas.openxmlformats.org/officeDocument/2006/relationships/image" Target="../media/image2250.png"/><Relationship Id="rId395" Type="http://schemas.openxmlformats.org/officeDocument/2006/relationships/image" Target="../media/image2330.png"/><Relationship Id="rId409" Type="http://schemas.openxmlformats.org/officeDocument/2006/relationships/image" Target="../media/image4620.png"/><Relationship Id="rId390" Type="http://schemas.openxmlformats.org/officeDocument/2006/relationships/customXml" Target="../ink/ink2396.xml"/><Relationship Id="rId404" Type="http://schemas.openxmlformats.org/officeDocument/2006/relationships/customXml" Target="../ink/ink2403.xml"/><Relationship Id="rId420" Type="http://schemas.openxmlformats.org/officeDocument/2006/relationships/customXml" Target="../ink/ink2411.xml"/><Relationship Id="rId425" Type="http://schemas.openxmlformats.org/officeDocument/2006/relationships/image" Target="../media/image4700.png"/><Relationship Id="rId2" Type="http://schemas.openxmlformats.org/officeDocument/2006/relationships/customXml" Target="../ink/ink2342.xml"/><Relationship Id="rId271" Type="http://schemas.openxmlformats.org/officeDocument/2006/relationships/customXml" Target="../ink/ink2344.xml"/><Relationship Id="rId292" Type="http://schemas.openxmlformats.org/officeDocument/2006/relationships/customXml" Target="../ink/ink2347.xml"/><Relationship Id="rId297" Type="http://schemas.openxmlformats.org/officeDocument/2006/relationships/image" Target="../media/image1840.png"/><Relationship Id="rId306" Type="http://schemas.openxmlformats.org/officeDocument/2006/relationships/customXml" Target="../ink/ink2354.xml"/><Relationship Id="rId301" Type="http://schemas.openxmlformats.org/officeDocument/2006/relationships/image" Target="../media/image1860.png"/><Relationship Id="rId322" Type="http://schemas.openxmlformats.org/officeDocument/2006/relationships/customXml" Target="../ink/ink2362.xml"/><Relationship Id="rId327" Type="http://schemas.openxmlformats.org/officeDocument/2006/relationships/image" Target="../media/image1990.png"/><Relationship Id="rId343" Type="http://schemas.openxmlformats.org/officeDocument/2006/relationships/image" Target="../media/image2070.png"/><Relationship Id="rId348" Type="http://schemas.openxmlformats.org/officeDocument/2006/relationships/customXml" Target="../ink/ink2375.xml"/><Relationship Id="rId364" Type="http://schemas.openxmlformats.org/officeDocument/2006/relationships/customXml" Target="../ink/ink2383.xml"/><Relationship Id="rId369" Type="http://schemas.openxmlformats.org/officeDocument/2006/relationships/image" Target="../media/image2200.png"/><Relationship Id="rId380" Type="http://schemas.openxmlformats.org/officeDocument/2006/relationships/customXml" Target="../ink/ink2391.xml"/><Relationship Id="rId385" Type="http://schemas.openxmlformats.org/officeDocument/2006/relationships/image" Target="../media/image2280.png"/><Relationship Id="rId415" Type="http://schemas.openxmlformats.org/officeDocument/2006/relationships/image" Target="../media/image4650.png"/><Relationship Id="rId436" Type="http://schemas.openxmlformats.org/officeDocument/2006/relationships/customXml" Target="../ink/ink2419.xml"/><Relationship Id="rId287" Type="http://schemas.openxmlformats.org/officeDocument/2006/relationships/image" Target="../media/image1790.png"/><Relationship Id="rId410" Type="http://schemas.openxmlformats.org/officeDocument/2006/relationships/customXml" Target="../ink/ink2406.xml"/><Relationship Id="rId431" Type="http://schemas.openxmlformats.org/officeDocument/2006/relationships/image" Target="../media/image4730.png"/><Relationship Id="rId312" Type="http://schemas.openxmlformats.org/officeDocument/2006/relationships/customXml" Target="../ink/ink2357.xml"/><Relationship Id="rId317" Type="http://schemas.openxmlformats.org/officeDocument/2006/relationships/image" Target="../media/image1940.png"/><Relationship Id="rId333" Type="http://schemas.openxmlformats.org/officeDocument/2006/relationships/image" Target="../media/image2020.png"/><Relationship Id="rId338" Type="http://schemas.openxmlformats.org/officeDocument/2006/relationships/customXml" Target="../ink/ink2370.xml"/><Relationship Id="rId354" Type="http://schemas.openxmlformats.org/officeDocument/2006/relationships/customXml" Target="../ink/ink2378.xml"/><Relationship Id="rId359" Type="http://schemas.openxmlformats.org/officeDocument/2006/relationships/image" Target="../media/image2150.png"/><Relationship Id="rId370" Type="http://schemas.openxmlformats.org/officeDocument/2006/relationships/customXml" Target="../ink/ink2386.xml"/><Relationship Id="rId375" Type="http://schemas.openxmlformats.org/officeDocument/2006/relationships/image" Target="../media/image2230.png"/><Relationship Id="rId391" Type="http://schemas.openxmlformats.org/officeDocument/2006/relationships/image" Target="../media/image2310.png"/><Relationship Id="rId396" Type="http://schemas.openxmlformats.org/officeDocument/2006/relationships/customXml" Target="../ink/ink2399.xml"/><Relationship Id="rId405" Type="http://schemas.openxmlformats.org/officeDocument/2006/relationships/image" Target="../media/image2380.png"/><Relationship Id="rId426" Type="http://schemas.openxmlformats.org/officeDocument/2006/relationships/customXml" Target="../ink/ink2414.xml"/><Relationship Id="rId3" Type="http://schemas.openxmlformats.org/officeDocument/2006/relationships/image" Target="../media/image4600.png"/><Relationship Id="rId298" Type="http://schemas.openxmlformats.org/officeDocument/2006/relationships/customXml" Target="../ink/ink2350.xml"/><Relationship Id="rId400" Type="http://schemas.openxmlformats.org/officeDocument/2006/relationships/customXml" Target="../ink/ink2401.xml"/><Relationship Id="rId421" Type="http://schemas.openxmlformats.org/officeDocument/2006/relationships/image" Target="../media/image4680.png"/><Relationship Id="rId293" Type="http://schemas.openxmlformats.org/officeDocument/2006/relationships/image" Target="../media/image1820.png"/><Relationship Id="rId302" Type="http://schemas.openxmlformats.org/officeDocument/2006/relationships/customXml" Target="../ink/ink2352.xml"/><Relationship Id="rId307" Type="http://schemas.openxmlformats.org/officeDocument/2006/relationships/image" Target="../media/image1890.png"/><Relationship Id="rId323" Type="http://schemas.openxmlformats.org/officeDocument/2006/relationships/image" Target="../media/image1970.png"/><Relationship Id="rId328" Type="http://schemas.openxmlformats.org/officeDocument/2006/relationships/customXml" Target="../ink/ink2365.xml"/><Relationship Id="rId344" Type="http://schemas.openxmlformats.org/officeDocument/2006/relationships/customXml" Target="../ink/ink2373.xml"/><Relationship Id="rId349" Type="http://schemas.openxmlformats.org/officeDocument/2006/relationships/image" Target="../media/image2100.png"/><Relationship Id="rId360" Type="http://schemas.openxmlformats.org/officeDocument/2006/relationships/customXml" Target="../ink/ink2381.xml"/><Relationship Id="rId365" Type="http://schemas.openxmlformats.org/officeDocument/2006/relationships/image" Target="../media/image2180.png"/><Relationship Id="rId381" Type="http://schemas.openxmlformats.org/officeDocument/2006/relationships/image" Target="../media/image2260.png"/><Relationship Id="rId386" Type="http://schemas.openxmlformats.org/officeDocument/2006/relationships/customXml" Target="../ink/ink2394.xml"/><Relationship Id="rId416" Type="http://schemas.openxmlformats.org/officeDocument/2006/relationships/customXml" Target="../ink/ink2409.xml"/><Relationship Id="rId288" Type="http://schemas.openxmlformats.org/officeDocument/2006/relationships/customXml" Target="../ink/ink2345.xml"/><Relationship Id="rId411" Type="http://schemas.openxmlformats.org/officeDocument/2006/relationships/image" Target="../media/image4630.png"/><Relationship Id="rId432" Type="http://schemas.openxmlformats.org/officeDocument/2006/relationships/customXml" Target="../ink/ink2417.xml"/><Relationship Id="rId437" Type="http://schemas.openxmlformats.org/officeDocument/2006/relationships/image" Target="../media/image4760.png"/><Relationship Id="rId313" Type="http://schemas.openxmlformats.org/officeDocument/2006/relationships/image" Target="../media/image1920.png"/><Relationship Id="rId318" Type="http://schemas.openxmlformats.org/officeDocument/2006/relationships/customXml" Target="../ink/ink2360.xml"/><Relationship Id="rId339" Type="http://schemas.openxmlformats.org/officeDocument/2006/relationships/image" Target="../media/image2050.png"/><Relationship Id="rId334" Type="http://schemas.openxmlformats.org/officeDocument/2006/relationships/customXml" Target="../ink/ink2368.xml"/><Relationship Id="rId350" Type="http://schemas.openxmlformats.org/officeDocument/2006/relationships/customXml" Target="../ink/ink2376.xml"/><Relationship Id="rId355" Type="http://schemas.openxmlformats.org/officeDocument/2006/relationships/image" Target="../media/image2130.png"/><Relationship Id="rId371" Type="http://schemas.openxmlformats.org/officeDocument/2006/relationships/image" Target="../media/image2210.png"/><Relationship Id="rId376" Type="http://schemas.openxmlformats.org/officeDocument/2006/relationships/customXml" Target="../ink/ink2389.xml"/><Relationship Id="rId397" Type="http://schemas.openxmlformats.org/officeDocument/2006/relationships/image" Target="../media/image2340.png"/><Relationship Id="rId406" Type="http://schemas.openxmlformats.org/officeDocument/2006/relationships/customXml" Target="../ink/ink2404.xml"/><Relationship Id="rId4" Type="http://schemas.openxmlformats.org/officeDocument/2006/relationships/customXml" Target="../ink/ink2343.xml"/><Relationship Id="rId392" Type="http://schemas.openxmlformats.org/officeDocument/2006/relationships/customXml" Target="../ink/ink2397.xml"/><Relationship Id="rId401" Type="http://schemas.openxmlformats.org/officeDocument/2006/relationships/image" Target="../media/image2360.png"/><Relationship Id="rId422" Type="http://schemas.openxmlformats.org/officeDocument/2006/relationships/customXml" Target="../ink/ink2412.xml"/><Relationship Id="rId427" Type="http://schemas.openxmlformats.org/officeDocument/2006/relationships/image" Target="../media/image4711.png"/><Relationship Id="rId294" Type="http://schemas.openxmlformats.org/officeDocument/2006/relationships/customXml" Target="../ink/ink2348.xml"/><Relationship Id="rId308" Type="http://schemas.openxmlformats.org/officeDocument/2006/relationships/customXml" Target="../ink/ink2355.xml"/><Relationship Id="rId329" Type="http://schemas.openxmlformats.org/officeDocument/2006/relationships/image" Target="../media/image2000.png"/><Relationship Id="rId340" Type="http://schemas.openxmlformats.org/officeDocument/2006/relationships/customXml" Target="../ink/ink2371.xml"/><Relationship Id="rId361" Type="http://schemas.openxmlformats.org/officeDocument/2006/relationships/image" Target="../media/image2160.png"/><Relationship Id="rId382" Type="http://schemas.openxmlformats.org/officeDocument/2006/relationships/customXml" Target="../ink/ink2392.xml"/><Relationship Id="rId417" Type="http://schemas.openxmlformats.org/officeDocument/2006/relationships/image" Target="../media/image4660.png"/><Relationship Id="rId438" Type="http://schemas.openxmlformats.org/officeDocument/2006/relationships/customXml" Target="../ink/ink2420.xml"/><Relationship Id="rId319" Type="http://schemas.openxmlformats.org/officeDocument/2006/relationships/image" Target="../media/image1950.png"/><Relationship Id="rId330" Type="http://schemas.openxmlformats.org/officeDocument/2006/relationships/customXml" Target="../ink/ink2366.xml"/><Relationship Id="rId351" Type="http://schemas.openxmlformats.org/officeDocument/2006/relationships/image" Target="../media/image2110.png"/><Relationship Id="rId372" Type="http://schemas.openxmlformats.org/officeDocument/2006/relationships/customXml" Target="../ink/ink2387.xml"/><Relationship Id="rId393" Type="http://schemas.openxmlformats.org/officeDocument/2006/relationships/image" Target="../media/image2320.png"/><Relationship Id="rId407" Type="http://schemas.openxmlformats.org/officeDocument/2006/relationships/image" Target="../media/image2390.png"/><Relationship Id="rId428" Type="http://schemas.openxmlformats.org/officeDocument/2006/relationships/customXml" Target="../ink/ink2415.xml"/><Relationship Id="rId295" Type="http://schemas.openxmlformats.org/officeDocument/2006/relationships/image" Target="../media/image1830.png"/><Relationship Id="rId309" Type="http://schemas.openxmlformats.org/officeDocument/2006/relationships/image" Target="../media/image1900.png"/><Relationship Id="rId320" Type="http://schemas.openxmlformats.org/officeDocument/2006/relationships/customXml" Target="../ink/ink236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41.png"/><Relationship Id="rId21" Type="http://schemas.openxmlformats.org/officeDocument/2006/relationships/image" Target="../media/image4871.png"/><Relationship Id="rId42" Type="http://schemas.openxmlformats.org/officeDocument/2006/relationships/customXml" Target="../ink/ink2440.xml"/><Relationship Id="rId63" Type="http://schemas.openxmlformats.org/officeDocument/2006/relationships/image" Target="../media/image5071.png"/><Relationship Id="rId84" Type="http://schemas.openxmlformats.org/officeDocument/2006/relationships/customXml" Target="../ink/ink2461.xml"/><Relationship Id="rId138" Type="http://schemas.openxmlformats.org/officeDocument/2006/relationships/customXml" Target="../ink/ink2488.xml"/><Relationship Id="rId159" Type="http://schemas.openxmlformats.org/officeDocument/2006/relationships/image" Target="../media/image5551.png"/><Relationship Id="rId170" Type="http://schemas.openxmlformats.org/officeDocument/2006/relationships/customXml" Target="../ink/ink2504.xml"/><Relationship Id="rId191" Type="http://schemas.openxmlformats.org/officeDocument/2006/relationships/image" Target="../media/image5712.png"/><Relationship Id="rId205" Type="http://schemas.openxmlformats.org/officeDocument/2006/relationships/image" Target="../media/image5781.png"/><Relationship Id="rId226" Type="http://schemas.openxmlformats.org/officeDocument/2006/relationships/customXml" Target="../ink/ink2532.xml"/><Relationship Id="rId247" Type="http://schemas.openxmlformats.org/officeDocument/2006/relationships/image" Target="../media/image5990.png"/><Relationship Id="rId107" Type="http://schemas.openxmlformats.org/officeDocument/2006/relationships/image" Target="../media/image5291.png"/><Relationship Id="rId11" Type="http://schemas.openxmlformats.org/officeDocument/2006/relationships/image" Target="../media/image4821.png"/><Relationship Id="rId53" Type="http://schemas.openxmlformats.org/officeDocument/2006/relationships/image" Target="../media/image5021.png"/><Relationship Id="rId74" Type="http://schemas.openxmlformats.org/officeDocument/2006/relationships/customXml" Target="../ink/ink2456.xml"/><Relationship Id="rId128" Type="http://schemas.openxmlformats.org/officeDocument/2006/relationships/customXml" Target="../ink/ink2483.xml"/><Relationship Id="rId149" Type="http://schemas.openxmlformats.org/officeDocument/2006/relationships/image" Target="../media/image5501.png"/><Relationship Id="rId5" Type="http://schemas.openxmlformats.org/officeDocument/2006/relationships/image" Target="../media/image4791.png"/><Relationship Id="rId95" Type="http://schemas.openxmlformats.org/officeDocument/2006/relationships/image" Target="../media/image5231.png"/><Relationship Id="rId160" Type="http://schemas.openxmlformats.org/officeDocument/2006/relationships/customXml" Target="../ink/ink2499.xml"/><Relationship Id="rId181" Type="http://schemas.openxmlformats.org/officeDocument/2006/relationships/image" Target="../media/image5661.png"/><Relationship Id="rId216" Type="http://schemas.openxmlformats.org/officeDocument/2006/relationships/customXml" Target="../ink/ink2527.xml"/><Relationship Id="rId237" Type="http://schemas.openxmlformats.org/officeDocument/2006/relationships/image" Target="../media/image5941.png"/><Relationship Id="rId22" Type="http://schemas.openxmlformats.org/officeDocument/2006/relationships/customXml" Target="../ink/ink2431.xml"/><Relationship Id="rId43" Type="http://schemas.openxmlformats.org/officeDocument/2006/relationships/image" Target="../media/image4921.png"/><Relationship Id="rId64" Type="http://schemas.openxmlformats.org/officeDocument/2006/relationships/customXml" Target="../ink/ink2451.xml"/><Relationship Id="rId118" Type="http://schemas.openxmlformats.org/officeDocument/2006/relationships/customXml" Target="../ink/ink2478.xml"/><Relationship Id="rId139" Type="http://schemas.openxmlformats.org/officeDocument/2006/relationships/image" Target="../media/image5451.png"/><Relationship Id="rId85" Type="http://schemas.openxmlformats.org/officeDocument/2006/relationships/image" Target="../media/image5181.png"/><Relationship Id="rId150" Type="http://schemas.openxmlformats.org/officeDocument/2006/relationships/customXml" Target="../ink/ink2494.xml"/><Relationship Id="rId171" Type="http://schemas.openxmlformats.org/officeDocument/2006/relationships/image" Target="../media/image5612.png"/><Relationship Id="rId192" Type="http://schemas.openxmlformats.org/officeDocument/2006/relationships/customXml" Target="../ink/ink2515.xml"/><Relationship Id="rId206" Type="http://schemas.openxmlformats.org/officeDocument/2006/relationships/customXml" Target="../ink/ink2522.xml"/><Relationship Id="rId227" Type="http://schemas.openxmlformats.org/officeDocument/2006/relationships/image" Target="../media/image5891.png"/><Relationship Id="rId248" Type="http://schemas.openxmlformats.org/officeDocument/2006/relationships/customXml" Target="../ink/ink2543.xml"/><Relationship Id="rId12" Type="http://schemas.openxmlformats.org/officeDocument/2006/relationships/customXml" Target="../ink/ink2426.xml"/><Relationship Id="rId33" Type="http://schemas.openxmlformats.org/officeDocument/2006/relationships/image" Target="../media/image4931.png"/><Relationship Id="rId108" Type="http://schemas.openxmlformats.org/officeDocument/2006/relationships/customXml" Target="../ink/ink2473.xml"/><Relationship Id="rId129" Type="http://schemas.openxmlformats.org/officeDocument/2006/relationships/image" Target="../media/image5401.png"/><Relationship Id="rId54" Type="http://schemas.openxmlformats.org/officeDocument/2006/relationships/customXml" Target="../ink/ink2446.xml"/><Relationship Id="rId75" Type="http://schemas.openxmlformats.org/officeDocument/2006/relationships/image" Target="../media/image5131.png"/><Relationship Id="rId96" Type="http://schemas.openxmlformats.org/officeDocument/2006/relationships/customXml" Target="../ink/ink2467.xml"/><Relationship Id="rId140" Type="http://schemas.openxmlformats.org/officeDocument/2006/relationships/customXml" Target="../ink/ink2489.xml"/><Relationship Id="rId161" Type="http://schemas.openxmlformats.org/officeDocument/2006/relationships/image" Target="../media/image5561.png"/><Relationship Id="rId182" Type="http://schemas.openxmlformats.org/officeDocument/2006/relationships/customXml" Target="../ink/ink2510.xml"/><Relationship Id="rId217" Type="http://schemas.openxmlformats.org/officeDocument/2006/relationships/image" Target="../media/image5841.png"/><Relationship Id="rId6" Type="http://schemas.openxmlformats.org/officeDocument/2006/relationships/customXml" Target="../ink/ink2423.xml"/><Relationship Id="rId238" Type="http://schemas.openxmlformats.org/officeDocument/2006/relationships/customXml" Target="../ink/ink2538.xml"/><Relationship Id="rId23" Type="http://schemas.openxmlformats.org/officeDocument/2006/relationships/image" Target="../media/image4881.png"/><Relationship Id="rId119" Type="http://schemas.openxmlformats.org/officeDocument/2006/relationships/image" Target="../media/image5351.png"/><Relationship Id="rId44" Type="http://schemas.openxmlformats.org/officeDocument/2006/relationships/customXml" Target="../ink/ink2441.xml"/><Relationship Id="rId65" Type="http://schemas.openxmlformats.org/officeDocument/2006/relationships/image" Target="../media/image5081.png"/><Relationship Id="rId86" Type="http://schemas.openxmlformats.org/officeDocument/2006/relationships/customXml" Target="../ink/ink2462.xml"/><Relationship Id="rId130" Type="http://schemas.openxmlformats.org/officeDocument/2006/relationships/customXml" Target="../ink/ink2484.xml"/><Relationship Id="rId151" Type="http://schemas.openxmlformats.org/officeDocument/2006/relationships/image" Target="../media/image5512.png"/><Relationship Id="rId172" Type="http://schemas.openxmlformats.org/officeDocument/2006/relationships/customXml" Target="../ink/ink2505.xml"/><Relationship Id="rId193" Type="http://schemas.openxmlformats.org/officeDocument/2006/relationships/image" Target="../media/image5721.png"/><Relationship Id="rId207" Type="http://schemas.openxmlformats.org/officeDocument/2006/relationships/image" Target="../media/image5791.png"/><Relationship Id="rId228" Type="http://schemas.openxmlformats.org/officeDocument/2006/relationships/customXml" Target="../ink/ink2533.xml"/><Relationship Id="rId249" Type="http://schemas.openxmlformats.org/officeDocument/2006/relationships/image" Target="../media/image6000.png"/><Relationship Id="rId13" Type="http://schemas.openxmlformats.org/officeDocument/2006/relationships/image" Target="../media/image4831.png"/><Relationship Id="rId109" Type="http://schemas.openxmlformats.org/officeDocument/2006/relationships/image" Target="../media/image5301.png"/><Relationship Id="rId34" Type="http://schemas.openxmlformats.org/officeDocument/2006/relationships/customXml" Target="../ink/ink2436.xml"/><Relationship Id="rId55" Type="http://schemas.openxmlformats.org/officeDocument/2006/relationships/image" Target="../media/image5031.png"/><Relationship Id="rId76" Type="http://schemas.openxmlformats.org/officeDocument/2006/relationships/customXml" Target="../ink/ink2457.xml"/><Relationship Id="rId97" Type="http://schemas.openxmlformats.org/officeDocument/2006/relationships/image" Target="../media/image5241.png"/><Relationship Id="rId120" Type="http://schemas.openxmlformats.org/officeDocument/2006/relationships/customXml" Target="../ink/ink2479.xml"/><Relationship Id="rId141" Type="http://schemas.openxmlformats.org/officeDocument/2006/relationships/image" Target="../media/image5461.png"/><Relationship Id="rId7" Type="http://schemas.openxmlformats.org/officeDocument/2006/relationships/image" Target="../media/image4801.png"/><Relationship Id="rId162" Type="http://schemas.openxmlformats.org/officeDocument/2006/relationships/customXml" Target="../ink/ink2500.xml"/><Relationship Id="rId183" Type="http://schemas.openxmlformats.org/officeDocument/2006/relationships/image" Target="../media/image5671.png"/><Relationship Id="rId218" Type="http://schemas.openxmlformats.org/officeDocument/2006/relationships/customXml" Target="../ink/ink2528.xml"/><Relationship Id="rId239" Type="http://schemas.openxmlformats.org/officeDocument/2006/relationships/image" Target="../media/image5951.png"/><Relationship Id="rId250" Type="http://schemas.openxmlformats.org/officeDocument/2006/relationships/customXml" Target="../ink/ink2544.xml"/><Relationship Id="rId24" Type="http://schemas.openxmlformats.org/officeDocument/2006/relationships/customXml" Target="../ink/ink2432.xml"/><Relationship Id="rId45" Type="http://schemas.openxmlformats.org/officeDocument/2006/relationships/image" Target="../media/image4981.png"/><Relationship Id="rId66" Type="http://schemas.openxmlformats.org/officeDocument/2006/relationships/customXml" Target="../ink/ink2452.xml"/><Relationship Id="rId87" Type="http://schemas.openxmlformats.org/officeDocument/2006/relationships/image" Target="../media/image5191.png"/><Relationship Id="rId110" Type="http://schemas.openxmlformats.org/officeDocument/2006/relationships/customXml" Target="../ink/ink2474.xml"/><Relationship Id="rId131" Type="http://schemas.openxmlformats.org/officeDocument/2006/relationships/image" Target="../media/image5412.png"/><Relationship Id="rId152" Type="http://schemas.openxmlformats.org/officeDocument/2006/relationships/customXml" Target="../ink/ink2495.xml"/><Relationship Id="rId173" Type="http://schemas.openxmlformats.org/officeDocument/2006/relationships/image" Target="../media/image5621.png"/><Relationship Id="rId194" Type="http://schemas.openxmlformats.org/officeDocument/2006/relationships/customXml" Target="../ink/ink2516.xml"/><Relationship Id="rId208" Type="http://schemas.openxmlformats.org/officeDocument/2006/relationships/customXml" Target="../ink/ink2523.xml"/><Relationship Id="rId229" Type="http://schemas.openxmlformats.org/officeDocument/2006/relationships/image" Target="../media/image5901.png"/><Relationship Id="rId240" Type="http://schemas.openxmlformats.org/officeDocument/2006/relationships/customXml" Target="../ink/ink2539.xml"/><Relationship Id="rId14" Type="http://schemas.openxmlformats.org/officeDocument/2006/relationships/customXml" Target="../ink/ink2427.xml"/><Relationship Id="rId35" Type="http://schemas.openxmlformats.org/officeDocument/2006/relationships/image" Target="../media/image4941.png"/><Relationship Id="rId56" Type="http://schemas.openxmlformats.org/officeDocument/2006/relationships/customXml" Target="../ink/ink2447.xml"/><Relationship Id="rId77" Type="http://schemas.openxmlformats.org/officeDocument/2006/relationships/image" Target="../media/image5141.png"/><Relationship Id="rId100" Type="http://schemas.openxmlformats.org/officeDocument/2006/relationships/customXml" Target="../ink/ink2469.xml"/><Relationship Id="rId8" Type="http://schemas.openxmlformats.org/officeDocument/2006/relationships/customXml" Target="../ink/ink2424.xml"/><Relationship Id="rId98" Type="http://schemas.openxmlformats.org/officeDocument/2006/relationships/customXml" Target="../ink/ink2468.xml"/><Relationship Id="rId121" Type="http://schemas.openxmlformats.org/officeDocument/2006/relationships/image" Target="../media/image5361.png"/><Relationship Id="rId142" Type="http://schemas.openxmlformats.org/officeDocument/2006/relationships/customXml" Target="../ink/ink2490.xml"/><Relationship Id="rId163" Type="http://schemas.openxmlformats.org/officeDocument/2006/relationships/image" Target="../media/image5571.png"/><Relationship Id="rId184" Type="http://schemas.openxmlformats.org/officeDocument/2006/relationships/customXml" Target="../ink/ink2511.xml"/><Relationship Id="rId219" Type="http://schemas.openxmlformats.org/officeDocument/2006/relationships/image" Target="../media/image5851.png"/><Relationship Id="rId230" Type="http://schemas.openxmlformats.org/officeDocument/2006/relationships/customXml" Target="../ink/ink2534.xml"/><Relationship Id="rId251" Type="http://schemas.openxmlformats.org/officeDocument/2006/relationships/image" Target="../media/image6010.png"/><Relationship Id="rId25" Type="http://schemas.openxmlformats.org/officeDocument/2006/relationships/image" Target="../media/image4891.png"/><Relationship Id="rId46" Type="http://schemas.openxmlformats.org/officeDocument/2006/relationships/customXml" Target="../ink/ink2442.xml"/><Relationship Id="rId67" Type="http://schemas.openxmlformats.org/officeDocument/2006/relationships/image" Target="../media/image5091.png"/><Relationship Id="rId88" Type="http://schemas.openxmlformats.org/officeDocument/2006/relationships/customXml" Target="../ink/ink2463.xml"/><Relationship Id="rId111" Type="http://schemas.openxmlformats.org/officeDocument/2006/relationships/image" Target="../media/image5312.png"/><Relationship Id="rId132" Type="http://schemas.openxmlformats.org/officeDocument/2006/relationships/customXml" Target="../ink/ink2485.xml"/><Relationship Id="rId153" Type="http://schemas.openxmlformats.org/officeDocument/2006/relationships/image" Target="../media/image5521.png"/><Relationship Id="rId174" Type="http://schemas.openxmlformats.org/officeDocument/2006/relationships/customXml" Target="../ink/ink2506.xml"/><Relationship Id="rId195" Type="http://schemas.openxmlformats.org/officeDocument/2006/relationships/image" Target="../media/image5731.png"/><Relationship Id="rId209" Type="http://schemas.openxmlformats.org/officeDocument/2006/relationships/image" Target="../media/image5801.png"/><Relationship Id="rId220" Type="http://schemas.openxmlformats.org/officeDocument/2006/relationships/customXml" Target="../ink/ink2529.xml"/><Relationship Id="rId241" Type="http://schemas.openxmlformats.org/officeDocument/2006/relationships/image" Target="../media/image5961.png"/><Relationship Id="rId15" Type="http://schemas.openxmlformats.org/officeDocument/2006/relationships/image" Target="../media/image4841.png"/><Relationship Id="rId36" Type="http://schemas.openxmlformats.org/officeDocument/2006/relationships/customXml" Target="../ink/ink2437.xml"/><Relationship Id="rId57" Type="http://schemas.openxmlformats.org/officeDocument/2006/relationships/image" Target="../media/image5041.png"/><Relationship Id="rId78" Type="http://schemas.openxmlformats.org/officeDocument/2006/relationships/customXml" Target="../ink/ink2458.xml"/><Relationship Id="rId99" Type="http://schemas.openxmlformats.org/officeDocument/2006/relationships/image" Target="../media/image5251.png"/><Relationship Id="rId101" Type="http://schemas.openxmlformats.org/officeDocument/2006/relationships/image" Target="../media/image5261.png"/><Relationship Id="rId122" Type="http://schemas.openxmlformats.org/officeDocument/2006/relationships/customXml" Target="../ink/ink2480.xml"/><Relationship Id="rId143" Type="http://schemas.openxmlformats.org/officeDocument/2006/relationships/image" Target="../media/image5471.png"/><Relationship Id="rId164" Type="http://schemas.openxmlformats.org/officeDocument/2006/relationships/customXml" Target="../ink/ink2501.xml"/><Relationship Id="rId185" Type="http://schemas.openxmlformats.org/officeDocument/2006/relationships/image" Target="../media/image5681.png"/><Relationship Id="rId9" Type="http://schemas.openxmlformats.org/officeDocument/2006/relationships/image" Target="../media/image4812.png"/><Relationship Id="rId210" Type="http://schemas.openxmlformats.org/officeDocument/2006/relationships/customXml" Target="../ink/ink2524.xml"/><Relationship Id="rId26" Type="http://schemas.openxmlformats.org/officeDocument/2006/relationships/customXml" Target="../ink/ink2433.xml"/><Relationship Id="rId231" Type="http://schemas.openxmlformats.org/officeDocument/2006/relationships/image" Target="../media/image5912.png"/><Relationship Id="rId252" Type="http://schemas.openxmlformats.org/officeDocument/2006/relationships/customXml" Target="../ink/ink2545.xml"/><Relationship Id="rId47" Type="http://schemas.openxmlformats.org/officeDocument/2006/relationships/image" Target="../media/image4991.png"/><Relationship Id="rId68" Type="http://schemas.openxmlformats.org/officeDocument/2006/relationships/customXml" Target="../ink/ink2453.xml"/><Relationship Id="rId89" Type="http://schemas.openxmlformats.org/officeDocument/2006/relationships/image" Target="../media/image5201.png"/><Relationship Id="rId112" Type="http://schemas.openxmlformats.org/officeDocument/2006/relationships/customXml" Target="../ink/ink2475.xml"/><Relationship Id="rId133" Type="http://schemas.openxmlformats.org/officeDocument/2006/relationships/image" Target="../media/image5421.png"/><Relationship Id="rId154" Type="http://schemas.openxmlformats.org/officeDocument/2006/relationships/customXml" Target="../ink/ink2496.xml"/><Relationship Id="rId175" Type="http://schemas.openxmlformats.org/officeDocument/2006/relationships/image" Target="../media/image5631.png"/><Relationship Id="rId196" Type="http://schemas.openxmlformats.org/officeDocument/2006/relationships/customXml" Target="../ink/ink2517.xml"/><Relationship Id="rId200" Type="http://schemas.openxmlformats.org/officeDocument/2006/relationships/customXml" Target="../ink/ink2519.xml"/><Relationship Id="rId16" Type="http://schemas.openxmlformats.org/officeDocument/2006/relationships/customXml" Target="../ink/ink2428.xml"/><Relationship Id="rId221" Type="http://schemas.openxmlformats.org/officeDocument/2006/relationships/image" Target="../media/image5861.png"/><Relationship Id="rId242" Type="http://schemas.openxmlformats.org/officeDocument/2006/relationships/customXml" Target="../ink/ink2540.xml"/><Relationship Id="rId37" Type="http://schemas.openxmlformats.org/officeDocument/2006/relationships/image" Target="../media/image4951.png"/><Relationship Id="rId58" Type="http://schemas.openxmlformats.org/officeDocument/2006/relationships/customXml" Target="../ink/ink2448.xml"/><Relationship Id="rId79" Type="http://schemas.openxmlformats.org/officeDocument/2006/relationships/image" Target="../media/image5151.png"/><Relationship Id="rId102" Type="http://schemas.openxmlformats.org/officeDocument/2006/relationships/customXml" Target="../ink/ink2470.xml"/><Relationship Id="rId123" Type="http://schemas.openxmlformats.org/officeDocument/2006/relationships/image" Target="../media/image5371.png"/><Relationship Id="rId144" Type="http://schemas.openxmlformats.org/officeDocument/2006/relationships/customXml" Target="../ink/ink2491.xml"/><Relationship Id="rId90" Type="http://schemas.openxmlformats.org/officeDocument/2006/relationships/customXml" Target="../ink/ink2464.xml"/><Relationship Id="rId165" Type="http://schemas.openxmlformats.org/officeDocument/2006/relationships/image" Target="../media/image5581.png"/><Relationship Id="rId186" Type="http://schemas.openxmlformats.org/officeDocument/2006/relationships/customXml" Target="../ink/ink2512.xml"/><Relationship Id="rId211" Type="http://schemas.openxmlformats.org/officeDocument/2006/relationships/image" Target="../media/image5812.png"/><Relationship Id="rId232" Type="http://schemas.openxmlformats.org/officeDocument/2006/relationships/customXml" Target="../ink/ink2535.xml"/><Relationship Id="rId253" Type="http://schemas.openxmlformats.org/officeDocument/2006/relationships/image" Target="../media/image6020.png"/><Relationship Id="rId27" Type="http://schemas.openxmlformats.org/officeDocument/2006/relationships/image" Target="../media/image4901.png"/><Relationship Id="rId48" Type="http://schemas.openxmlformats.org/officeDocument/2006/relationships/customXml" Target="../ink/ink2443.xml"/><Relationship Id="rId69" Type="http://schemas.openxmlformats.org/officeDocument/2006/relationships/image" Target="../media/image5101.png"/><Relationship Id="rId113" Type="http://schemas.openxmlformats.org/officeDocument/2006/relationships/image" Target="../media/image5321.png"/><Relationship Id="rId134" Type="http://schemas.openxmlformats.org/officeDocument/2006/relationships/customXml" Target="../ink/ink2486.xml"/><Relationship Id="rId80" Type="http://schemas.openxmlformats.org/officeDocument/2006/relationships/customXml" Target="../ink/ink2459.xml"/><Relationship Id="rId155" Type="http://schemas.openxmlformats.org/officeDocument/2006/relationships/image" Target="../media/image5531.png"/><Relationship Id="rId176" Type="http://schemas.openxmlformats.org/officeDocument/2006/relationships/customXml" Target="../ink/ink2507.xml"/><Relationship Id="rId197" Type="http://schemas.openxmlformats.org/officeDocument/2006/relationships/image" Target="../media/image5741.png"/><Relationship Id="rId201" Type="http://schemas.openxmlformats.org/officeDocument/2006/relationships/image" Target="../media/image5761.png"/><Relationship Id="rId222" Type="http://schemas.openxmlformats.org/officeDocument/2006/relationships/customXml" Target="../ink/ink2530.xml"/><Relationship Id="rId243" Type="http://schemas.openxmlformats.org/officeDocument/2006/relationships/image" Target="../media/image5971.png"/><Relationship Id="rId17" Type="http://schemas.openxmlformats.org/officeDocument/2006/relationships/image" Target="../media/image4851.png"/><Relationship Id="rId38" Type="http://schemas.openxmlformats.org/officeDocument/2006/relationships/customXml" Target="../ink/ink2438.xml"/><Relationship Id="rId59" Type="http://schemas.openxmlformats.org/officeDocument/2006/relationships/image" Target="../media/image5051.png"/><Relationship Id="rId103" Type="http://schemas.openxmlformats.org/officeDocument/2006/relationships/image" Target="../media/image5271.png"/><Relationship Id="rId124" Type="http://schemas.openxmlformats.org/officeDocument/2006/relationships/customXml" Target="../ink/ink2481.xml"/><Relationship Id="rId70" Type="http://schemas.openxmlformats.org/officeDocument/2006/relationships/customXml" Target="../ink/ink2454.xml"/><Relationship Id="rId91" Type="http://schemas.openxmlformats.org/officeDocument/2006/relationships/image" Target="../media/image5212.png"/><Relationship Id="rId145" Type="http://schemas.openxmlformats.org/officeDocument/2006/relationships/image" Target="../media/image5481.png"/><Relationship Id="rId166" Type="http://schemas.openxmlformats.org/officeDocument/2006/relationships/customXml" Target="../ink/ink2502.xml"/><Relationship Id="rId187" Type="http://schemas.openxmlformats.org/officeDocument/2006/relationships/image" Target="../media/image569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525.xml"/><Relationship Id="rId233" Type="http://schemas.openxmlformats.org/officeDocument/2006/relationships/image" Target="../media/image5921.png"/><Relationship Id="rId254" Type="http://schemas.openxmlformats.org/officeDocument/2006/relationships/customXml" Target="../ink/ink2546.xml"/><Relationship Id="rId28" Type="http://schemas.openxmlformats.org/officeDocument/2006/relationships/customXml" Target="../ink/ink2434.xml"/><Relationship Id="rId49" Type="http://schemas.openxmlformats.org/officeDocument/2006/relationships/image" Target="../media/image5001.png"/><Relationship Id="rId114" Type="http://schemas.openxmlformats.org/officeDocument/2006/relationships/customXml" Target="../ink/ink2476.xml"/><Relationship Id="rId60" Type="http://schemas.openxmlformats.org/officeDocument/2006/relationships/customXml" Target="../ink/ink2449.xml"/><Relationship Id="rId81" Type="http://schemas.openxmlformats.org/officeDocument/2006/relationships/image" Target="../media/image5161.png"/><Relationship Id="rId135" Type="http://schemas.openxmlformats.org/officeDocument/2006/relationships/image" Target="../media/image5431.png"/><Relationship Id="rId156" Type="http://schemas.openxmlformats.org/officeDocument/2006/relationships/customXml" Target="../ink/ink2497.xml"/><Relationship Id="rId177" Type="http://schemas.openxmlformats.org/officeDocument/2006/relationships/image" Target="../media/image5641.png"/><Relationship Id="rId198" Type="http://schemas.openxmlformats.org/officeDocument/2006/relationships/customXml" Target="../ink/ink2518.xml"/><Relationship Id="rId202" Type="http://schemas.openxmlformats.org/officeDocument/2006/relationships/customXml" Target="../ink/ink2520.xml"/><Relationship Id="rId223" Type="http://schemas.openxmlformats.org/officeDocument/2006/relationships/image" Target="../media/image5871.png"/><Relationship Id="rId244" Type="http://schemas.openxmlformats.org/officeDocument/2006/relationships/customXml" Target="../ink/ink2541.xml"/><Relationship Id="rId18" Type="http://schemas.openxmlformats.org/officeDocument/2006/relationships/customXml" Target="../ink/ink2429.xml"/><Relationship Id="rId39" Type="http://schemas.openxmlformats.org/officeDocument/2006/relationships/image" Target="../media/image4961.png"/><Relationship Id="rId50" Type="http://schemas.openxmlformats.org/officeDocument/2006/relationships/customXml" Target="../ink/ink2444.xml"/><Relationship Id="rId104" Type="http://schemas.openxmlformats.org/officeDocument/2006/relationships/customXml" Target="../ink/ink2471.xml"/><Relationship Id="rId125" Type="http://schemas.openxmlformats.org/officeDocument/2006/relationships/image" Target="../media/image5381.png"/><Relationship Id="rId146" Type="http://schemas.openxmlformats.org/officeDocument/2006/relationships/customXml" Target="../ink/ink2492.xml"/><Relationship Id="rId167" Type="http://schemas.openxmlformats.org/officeDocument/2006/relationships/image" Target="../media/image5591.png"/><Relationship Id="rId188" Type="http://schemas.openxmlformats.org/officeDocument/2006/relationships/customXml" Target="../ink/ink2513.xml"/><Relationship Id="rId71" Type="http://schemas.openxmlformats.org/officeDocument/2006/relationships/image" Target="../media/image5112.png"/><Relationship Id="rId92" Type="http://schemas.openxmlformats.org/officeDocument/2006/relationships/customXml" Target="../ink/ink2465.xml"/><Relationship Id="rId213" Type="http://schemas.openxmlformats.org/officeDocument/2006/relationships/image" Target="../media/image5821.png"/><Relationship Id="rId234" Type="http://schemas.openxmlformats.org/officeDocument/2006/relationships/customXml" Target="../ink/ink2536.xml"/><Relationship Id="rId2" Type="http://schemas.openxmlformats.org/officeDocument/2006/relationships/customXml" Target="../ink/ink2421.xml"/><Relationship Id="rId29" Type="http://schemas.openxmlformats.org/officeDocument/2006/relationships/image" Target="../media/image4912.png"/><Relationship Id="rId255" Type="http://schemas.openxmlformats.org/officeDocument/2006/relationships/image" Target="../media/image6030.png"/><Relationship Id="rId40" Type="http://schemas.openxmlformats.org/officeDocument/2006/relationships/customXml" Target="../ink/ink2439.xml"/><Relationship Id="rId115" Type="http://schemas.openxmlformats.org/officeDocument/2006/relationships/image" Target="../media/image5331.png"/><Relationship Id="rId136" Type="http://schemas.openxmlformats.org/officeDocument/2006/relationships/customXml" Target="../ink/ink2487.xml"/><Relationship Id="rId157" Type="http://schemas.openxmlformats.org/officeDocument/2006/relationships/image" Target="../media/image5541.png"/><Relationship Id="rId178" Type="http://schemas.openxmlformats.org/officeDocument/2006/relationships/customXml" Target="../ink/ink2508.xml"/><Relationship Id="rId61" Type="http://schemas.openxmlformats.org/officeDocument/2006/relationships/image" Target="../media/image5061.png"/><Relationship Id="rId82" Type="http://schemas.openxmlformats.org/officeDocument/2006/relationships/customXml" Target="../ink/ink2460.xml"/><Relationship Id="rId199" Type="http://schemas.openxmlformats.org/officeDocument/2006/relationships/image" Target="../media/image5751.png"/><Relationship Id="rId203" Type="http://schemas.openxmlformats.org/officeDocument/2006/relationships/image" Target="../media/image5771.png"/><Relationship Id="rId19" Type="http://schemas.openxmlformats.org/officeDocument/2006/relationships/image" Target="../media/image4861.png"/><Relationship Id="rId224" Type="http://schemas.openxmlformats.org/officeDocument/2006/relationships/customXml" Target="../ink/ink2531.xml"/><Relationship Id="rId245" Type="http://schemas.openxmlformats.org/officeDocument/2006/relationships/image" Target="../media/image5980.png"/><Relationship Id="rId30" Type="http://schemas.openxmlformats.org/officeDocument/2006/relationships/customXml" Target="../ink/ink2435.xml"/><Relationship Id="rId105" Type="http://schemas.openxmlformats.org/officeDocument/2006/relationships/image" Target="../media/image5281.png"/><Relationship Id="rId126" Type="http://schemas.openxmlformats.org/officeDocument/2006/relationships/customXml" Target="../ink/ink2482.xml"/><Relationship Id="rId147" Type="http://schemas.openxmlformats.org/officeDocument/2006/relationships/image" Target="../media/image5491.png"/><Relationship Id="rId168" Type="http://schemas.openxmlformats.org/officeDocument/2006/relationships/customXml" Target="../ink/ink2503.xml"/><Relationship Id="rId51" Type="http://schemas.openxmlformats.org/officeDocument/2006/relationships/image" Target="../media/image5012.png"/><Relationship Id="rId72" Type="http://schemas.openxmlformats.org/officeDocument/2006/relationships/customXml" Target="../ink/ink2455.xml"/><Relationship Id="rId93" Type="http://schemas.openxmlformats.org/officeDocument/2006/relationships/image" Target="../media/image5221.png"/><Relationship Id="rId189" Type="http://schemas.openxmlformats.org/officeDocument/2006/relationships/image" Target="../media/image5701.png"/><Relationship Id="rId3" Type="http://schemas.openxmlformats.org/officeDocument/2006/relationships/image" Target="../media/image4781.png"/><Relationship Id="rId214" Type="http://schemas.openxmlformats.org/officeDocument/2006/relationships/customXml" Target="../ink/ink2526.xml"/><Relationship Id="rId235" Type="http://schemas.openxmlformats.org/officeDocument/2006/relationships/image" Target="../media/image5931.png"/><Relationship Id="rId256" Type="http://schemas.openxmlformats.org/officeDocument/2006/relationships/customXml" Target="../ink/ink2547.xml"/><Relationship Id="rId116" Type="http://schemas.openxmlformats.org/officeDocument/2006/relationships/customXml" Target="../ink/ink2477.xml"/><Relationship Id="rId137" Type="http://schemas.openxmlformats.org/officeDocument/2006/relationships/image" Target="../media/image5441.png"/><Relationship Id="rId158" Type="http://schemas.openxmlformats.org/officeDocument/2006/relationships/customXml" Target="../ink/ink2498.xml"/><Relationship Id="rId20" Type="http://schemas.openxmlformats.org/officeDocument/2006/relationships/customXml" Target="../ink/ink2430.xml"/><Relationship Id="rId41" Type="http://schemas.openxmlformats.org/officeDocument/2006/relationships/image" Target="../media/image4971.png"/><Relationship Id="rId62" Type="http://schemas.openxmlformats.org/officeDocument/2006/relationships/customXml" Target="../ink/ink2450.xml"/><Relationship Id="rId83" Type="http://schemas.openxmlformats.org/officeDocument/2006/relationships/image" Target="../media/image5171.png"/><Relationship Id="rId179" Type="http://schemas.openxmlformats.org/officeDocument/2006/relationships/image" Target="../media/image5651.png"/><Relationship Id="rId190" Type="http://schemas.openxmlformats.org/officeDocument/2006/relationships/customXml" Target="../ink/ink2514.xml"/><Relationship Id="rId204" Type="http://schemas.openxmlformats.org/officeDocument/2006/relationships/customXml" Target="../ink/ink2521.xml"/><Relationship Id="rId225" Type="http://schemas.openxmlformats.org/officeDocument/2006/relationships/image" Target="../media/image5881.png"/><Relationship Id="rId246" Type="http://schemas.openxmlformats.org/officeDocument/2006/relationships/customXml" Target="../ink/ink2542.xml"/><Relationship Id="rId106" Type="http://schemas.openxmlformats.org/officeDocument/2006/relationships/customXml" Target="../ink/ink2472.xml"/><Relationship Id="rId127" Type="http://schemas.openxmlformats.org/officeDocument/2006/relationships/image" Target="../media/image5391.png"/><Relationship Id="rId10" Type="http://schemas.openxmlformats.org/officeDocument/2006/relationships/customXml" Target="../ink/ink2425.xml"/><Relationship Id="rId52" Type="http://schemas.openxmlformats.org/officeDocument/2006/relationships/customXml" Target="../ink/ink2445.xml"/><Relationship Id="rId73" Type="http://schemas.openxmlformats.org/officeDocument/2006/relationships/image" Target="../media/image5121.png"/><Relationship Id="rId94" Type="http://schemas.openxmlformats.org/officeDocument/2006/relationships/customXml" Target="../ink/ink2466.xml"/><Relationship Id="rId148" Type="http://schemas.openxmlformats.org/officeDocument/2006/relationships/customXml" Target="../ink/ink2493.xml"/><Relationship Id="rId169" Type="http://schemas.openxmlformats.org/officeDocument/2006/relationships/image" Target="../media/image5601.png"/><Relationship Id="rId4" Type="http://schemas.openxmlformats.org/officeDocument/2006/relationships/customXml" Target="../ink/ink2422.xml"/><Relationship Id="rId180" Type="http://schemas.openxmlformats.org/officeDocument/2006/relationships/customXml" Target="../ink/ink2509.xml"/><Relationship Id="rId215" Type="http://schemas.openxmlformats.org/officeDocument/2006/relationships/image" Target="../media/image5831.png"/><Relationship Id="rId236" Type="http://schemas.openxmlformats.org/officeDocument/2006/relationships/customXml" Target="../ink/ink2537.xml"/><Relationship Id="rId257" Type="http://schemas.openxmlformats.org/officeDocument/2006/relationships/image" Target="../media/image6040.png"/></Relationships>
</file>

<file path=ppt/slides/_rels/slide4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50.png"/><Relationship Id="rId21" Type="http://schemas.openxmlformats.org/officeDocument/2006/relationships/image" Target="../media/image4870.png"/><Relationship Id="rId42" Type="http://schemas.openxmlformats.org/officeDocument/2006/relationships/customXml" Target="../ink/ink2568.xml"/><Relationship Id="rId63" Type="http://schemas.openxmlformats.org/officeDocument/2006/relationships/image" Target="../media/image5080.png"/><Relationship Id="rId84" Type="http://schemas.openxmlformats.org/officeDocument/2006/relationships/customXml" Target="../ink/ink2589.xml"/><Relationship Id="rId138" Type="http://schemas.openxmlformats.org/officeDocument/2006/relationships/customXml" Target="../ink/ink2616.xml"/><Relationship Id="rId159" Type="http://schemas.openxmlformats.org/officeDocument/2006/relationships/image" Target="../media/image5560.png"/><Relationship Id="rId170" Type="http://schemas.openxmlformats.org/officeDocument/2006/relationships/customXml" Target="../ink/ink2632.xml"/><Relationship Id="rId191" Type="http://schemas.openxmlformats.org/officeDocument/2006/relationships/image" Target="../media/image5720.png"/><Relationship Id="rId205" Type="http://schemas.openxmlformats.org/officeDocument/2006/relationships/image" Target="../media/image5790.png"/><Relationship Id="rId226" Type="http://schemas.openxmlformats.org/officeDocument/2006/relationships/customXml" Target="../ink/ink2660.xml"/><Relationship Id="rId107" Type="http://schemas.openxmlformats.org/officeDocument/2006/relationships/image" Target="../media/image5300.png"/><Relationship Id="rId11" Type="http://schemas.openxmlformats.org/officeDocument/2006/relationships/image" Target="../media/image4820.png"/><Relationship Id="rId32" Type="http://schemas.openxmlformats.org/officeDocument/2006/relationships/customXml" Target="../ink/ink2563.xml"/><Relationship Id="rId53" Type="http://schemas.openxmlformats.org/officeDocument/2006/relationships/image" Target="../media/image5030.png"/><Relationship Id="rId74" Type="http://schemas.openxmlformats.org/officeDocument/2006/relationships/customXml" Target="../ink/ink2584.xml"/><Relationship Id="rId128" Type="http://schemas.openxmlformats.org/officeDocument/2006/relationships/customXml" Target="../ink/ink2611.xml"/><Relationship Id="rId149" Type="http://schemas.openxmlformats.org/officeDocument/2006/relationships/image" Target="../media/image5510.png"/><Relationship Id="rId5" Type="http://schemas.openxmlformats.org/officeDocument/2006/relationships/image" Target="../media/image4790.png"/><Relationship Id="rId95" Type="http://schemas.openxmlformats.org/officeDocument/2006/relationships/image" Target="../media/image5240.png"/><Relationship Id="rId160" Type="http://schemas.openxmlformats.org/officeDocument/2006/relationships/customXml" Target="../ink/ink2627.xml"/><Relationship Id="rId181" Type="http://schemas.openxmlformats.org/officeDocument/2006/relationships/image" Target="../media/image5670.png"/><Relationship Id="rId216" Type="http://schemas.openxmlformats.org/officeDocument/2006/relationships/customXml" Target="../ink/ink2655.xml"/><Relationship Id="rId237" Type="http://schemas.openxmlformats.org/officeDocument/2006/relationships/image" Target="../media/image5950.png"/><Relationship Id="rId22" Type="http://schemas.openxmlformats.org/officeDocument/2006/relationships/customXml" Target="../ink/ink2558.xml"/><Relationship Id="rId43" Type="http://schemas.openxmlformats.org/officeDocument/2006/relationships/image" Target="../media/image4980.png"/><Relationship Id="rId64" Type="http://schemas.openxmlformats.org/officeDocument/2006/relationships/customXml" Target="../ink/ink2579.xml"/><Relationship Id="rId118" Type="http://schemas.openxmlformats.org/officeDocument/2006/relationships/customXml" Target="../ink/ink2606.xml"/><Relationship Id="rId139" Type="http://schemas.openxmlformats.org/officeDocument/2006/relationships/image" Target="../media/image5460.png"/><Relationship Id="rId85" Type="http://schemas.openxmlformats.org/officeDocument/2006/relationships/image" Target="../media/image5190.png"/><Relationship Id="rId150" Type="http://schemas.openxmlformats.org/officeDocument/2006/relationships/customXml" Target="../ink/ink2622.xml"/><Relationship Id="rId171" Type="http://schemas.openxmlformats.org/officeDocument/2006/relationships/image" Target="../media/image5620.png"/><Relationship Id="rId192" Type="http://schemas.openxmlformats.org/officeDocument/2006/relationships/customXml" Target="../ink/ink2643.xml"/><Relationship Id="rId206" Type="http://schemas.openxmlformats.org/officeDocument/2006/relationships/customXml" Target="../ink/ink2650.xml"/><Relationship Id="rId227" Type="http://schemas.openxmlformats.org/officeDocument/2006/relationships/image" Target="../media/image5900.png"/><Relationship Id="rId12" Type="http://schemas.openxmlformats.org/officeDocument/2006/relationships/customXml" Target="../ink/ink2553.xml"/><Relationship Id="rId33" Type="http://schemas.openxmlformats.org/officeDocument/2006/relationships/image" Target="../media/image4930.png"/><Relationship Id="rId108" Type="http://schemas.openxmlformats.org/officeDocument/2006/relationships/customXml" Target="../ink/ink2601.xml"/><Relationship Id="rId129" Type="http://schemas.openxmlformats.org/officeDocument/2006/relationships/image" Target="../media/image5410.png"/><Relationship Id="rId54" Type="http://schemas.openxmlformats.org/officeDocument/2006/relationships/customXml" Target="../ink/ink2574.xml"/><Relationship Id="rId75" Type="http://schemas.openxmlformats.org/officeDocument/2006/relationships/image" Target="../media/image5140.png"/><Relationship Id="rId96" Type="http://schemas.openxmlformats.org/officeDocument/2006/relationships/customXml" Target="../ink/ink2595.xml"/><Relationship Id="rId140" Type="http://schemas.openxmlformats.org/officeDocument/2006/relationships/customXml" Target="../ink/ink2617.xml"/><Relationship Id="rId161" Type="http://schemas.openxmlformats.org/officeDocument/2006/relationships/image" Target="../media/image5570.png"/><Relationship Id="rId182" Type="http://schemas.openxmlformats.org/officeDocument/2006/relationships/customXml" Target="../ink/ink2638.xml"/><Relationship Id="rId217" Type="http://schemas.openxmlformats.org/officeDocument/2006/relationships/image" Target="../media/image5850.png"/><Relationship Id="rId6" Type="http://schemas.openxmlformats.org/officeDocument/2006/relationships/customXml" Target="../ink/ink2550.xml"/><Relationship Id="rId238" Type="http://schemas.openxmlformats.org/officeDocument/2006/relationships/customXml" Target="../ink/ink2666.xml"/><Relationship Id="rId23" Type="http://schemas.openxmlformats.org/officeDocument/2006/relationships/image" Target="../media/image4880.png"/><Relationship Id="rId119" Type="http://schemas.openxmlformats.org/officeDocument/2006/relationships/image" Target="../media/image5360.png"/><Relationship Id="rId44" Type="http://schemas.openxmlformats.org/officeDocument/2006/relationships/customXml" Target="../ink/ink2569.xml"/><Relationship Id="rId65" Type="http://schemas.openxmlformats.org/officeDocument/2006/relationships/image" Target="../media/image5090.png"/><Relationship Id="rId86" Type="http://schemas.openxmlformats.org/officeDocument/2006/relationships/customXml" Target="../ink/ink2590.xml"/><Relationship Id="rId130" Type="http://schemas.openxmlformats.org/officeDocument/2006/relationships/customXml" Target="../ink/ink2612.xml"/><Relationship Id="rId151" Type="http://schemas.openxmlformats.org/officeDocument/2006/relationships/image" Target="../media/image5520.png"/><Relationship Id="rId172" Type="http://schemas.openxmlformats.org/officeDocument/2006/relationships/customXml" Target="../ink/ink2633.xml"/><Relationship Id="rId193" Type="http://schemas.openxmlformats.org/officeDocument/2006/relationships/image" Target="../media/image5730.png"/><Relationship Id="rId207" Type="http://schemas.openxmlformats.org/officeDocument/2006/relationships/image" Target="../media/image5800.png"/><Relationship Id="rId228" Type="http://schemas.openxmlformats.org/officeDocument/2006/relationships/customXml" Target="../ink/ink2661.xml"/><Relationship Id="rId13" Type="http://schemas.openxmlformats.org/officeDocument/2006/relationships/image" Target="../media/image4830.png"/><Relationship Id="rId109" Type="http://schemas.openxmlformats.org/officeDocument/2006/relationships/image" Target="../media/image5310.png"/><Relationship Id="rId34" Type="http://schemas.openxmlformats.org/officeDocument/2006/relationships/customXml" Target="../ink/ink2564.xml"/><Relationship Id="rId55" Type="http://schemas.openxmlformats.org/officeDocument/2006/relationships/image" Target="../media/image5040.png"/><Relationship Id="rId76" Type="http://schemas.openxmlformats.org/officeDocument/2006/relationships/customXml" Target="../ink/ink2585.xml"/><Relationship Id="rId97" Type="http://schemas.openxmlformats.org/officeDocument/2006/relationships/image" Target="../media/image5250.png"/><Relationship Id="rId120" Type="http://schemas.openxmlformats.org/officeDocument/2006/relationships/customXml" Target="../ink/ink2607.xml"/><Relationship Id="rId141" Type="http://schemas.openxmlformats.org/officeDocument/2006/relationships/image" Target="../media/image5470.png"/><Relationship Id="rId7" Type="http://schemas.openxmlformats.org/officeDocument/2006/relationships/image" Target="../media/image4800.png"/><Relationship Id="rId162" Type="http://schemas.openxmlformats.org/officeDocument/2006/relationships/customXml" Target="../ink/ink2628.xml"/><Relationship Id="rId183" Type="http://schemas.openxmlformats.org/officeDocument/2006/relationships/image" Target="../media/image5680.png"/><Relationship Id="rId218" Type="http://schemas.openxmlformats.org/officeDocument/2006/relationships/customXml" Target="../ink/ink2656.xml"/><Relationship Id="rId239" Type="http://schemas.openxmlformats.org/officeDocument/2006/relationships/image" Target="../media/image5960.png"/><Relationship Id="rId24" Type="http://schemas.openxmlformats.org/officeDocument/2006/relationships/customXml" Target="../ink/ink2559.xml"/><Relationship Id="rId45" Type="http://schemas.openxmlformats.org/officeDocument/2006/relationships/image" Target="../media/image4990.png"/><Relationship Id="rId66" Type="http://schemas.openxmlformats.org/officeDocument/2006/relationships/customXml" Target="../ink/ink2580.xml"/><Relationship Id="rId87" Type="http://schemas.openxmlformats.org/officeDocument/2006/relationships/image" Target="../media/image5200.png"/><Relationship Id="rId110" Type="http://schemas.openxmlformats.org/officeDocument/2006/relationships/customXml" Target="../ink/ink2602.xml"/><Relationship Id="rId131" Type="http://schemas.openxmlformats.org/officeDocument/2006/relationships/image" Target="../media/image5420.png"/><Relationship Id="rId152" Type="http://schemas.openxmlformats.org/officeDocument/2006/relationships/customXml" Target="../ink/ink2623.xml"/><Relationship Id="rId173" Type="http://schemas.openxmlformats.org/officeDocument/2006/relationships/image" Target="../media/image5630.png"/><Relationship Id="rId194" Type="http://schemas.openxmlformats.org/officeDocument/2006/relationships/customXml" Target="../ink/ink2644.xml"/><Relationship Id="rId208" Type="http://schemas.openxmlformats.org/officeDocument/2006/relationships/customXml" Target="../ink/ink2651.xml"/><Relationship Id="rId229" Type="http://schemas.openxmlformats.org/officeDocument/2006/relationships/image" Target="../media/image5910.png"/><Relationship Id="rId240" Type="http://schemas.openxmlformats.org/officeDocument/2006/relationships/customXml" Target="../ink/ink2667.xml"/><Relationship Id="rId14" Type="http://schemas.openxmlformats.org/officeDocument/2006/relationships/customXml" Target="../ink/ink2554.xml"/><Relationship Id="rId35" Type="http://schemas.openxmlformats.org/officeDocument/2006/relationships/image" Target="../media/image4940.png"/><Relationship Id="rId56" Type="http://schemas.openxmlformats.org/officeDocument/2006/relationships/customXml" Target="../ink/ink2575.xml"/><Relationship Id="rId77" Type="http://schemas.openxmlformats.org/officeDocument/2006/relationships/image" Target="../media/image5150.png"/><Relationship Id="rId100" Type="http://schemas.openxmlformats.org/officeDocument/2006/relationships/customXml" Target="../ink/ink2597.xml"/><Relationship Id="rId8" Type="http://schemas.openxmlformats.org/officeDocument/2006/relationships/customXml" Target="../ink/ink2551.xml"/><Relationship Id="rId98" Type="http://schemas.openxmlformats.org/officeDocument/2006/relationships/customXml" Target="../ink/ink2596.xml"/><Relationship Id="rId121" Type="http://schemas.openxmlformats.org/officeDocument/2006/relationships/image" Target="../media/image5370.png"/><Relationship Id="rId142" Type="http://schemas.openxmlformats.org/officeDocument/2006/relationships/customXml" Target="../ink/ink2618.xml"/><Relationship Id="rId163" Type="http://schemas.openxmlformats.org/officeDocument/2006/relationships/image" Target="../media/image5580.png"/><Relationship Id="rId184" Type="http://schemas.openxmlformats.org/officeDocument/2006/relationships/customXml" Target="../ink/ink2639.xml"/><Relationship Id="rId219" Type="http://schemas.openxmlformats.org/officeDocument/2006/relationships/image" Target="../media/image5860.png"/><Relationship Id="rId230" Type="http://schemas.openxmlformats.org/officeDocument/2006/relationships/customXml" Target="../ink/ink2662.xml"/><Relationship Id="rId25" Type="http://schemas.openxmlformats.org/officeDocument/2006/relationships/image" Target="../media/image4890.png"/><Relationship Id="rId46" Type="http://schemas.openxmlformats.org/officeDocument/2006/relationships/customXml" Target="../ink/ink2570.xml"/><Relationship Id="rId67" Type="http://schemas.openxmlformats.org/officeDocument/2006/relationships/image" Target="../media/image5100.png"/><Relationship Id="rId88" Type="http://schemas.openxmlformats.org/officeDocument/2006/relationships/customXml" Target="../ink/ink2591.xml"/><Relationship Id="rId111" Type="http://schemas.openxmlformats.org/officeDocument/2006/relationships/image" Target="../media/image5320.png"/><Relationship Id="rId132" Type="http://schemas.openxmlformats.org/officeDocument/2006/relationships/customXml" Target="../ink/ink2613.xml"/><Relationship Id="rId153" Type="http://schemas.openxmlformats.org/officeDocument/2006/relationships/image" Target="../media/image5530.png"/><Relationship Id="rId174" Type="http://schemas.openxmlformats.org/officeDocument/2006/relationships/customXml" Target="../ink/ink2634.xml"/><Relationship Id="rId195" Type="http://schemas.openxmlformats.org/officeDocument/2006/relationships/image" Target="../media/image5740.png"/><Relationship Id="rId209" Type="http://schemas.openxmlformats.org/officeDocument/2006/relationships/image" Target="../media/image5810.png"/><Relationship Id="rId220" Type="http://schemas.openxmlformats.org/officeDocument/2006/relationships/customXml" Target="../ink/ink2657.xml"/><Relationship Id="rId241" Type="http://schemas.openxmlformats.org/officeDocument/2006/relationships/image" Target="../media/image5970.png"/><Relationship Id="rId15" Type="http://schemas.openxmlformats.org/officeDocument/2006/relationships/image" Target="../media/image4840.png"/><Relationship Id="rId36" Type="http://schemas.openxmlformats.org/officeDocument/2006/relationships/customXml" Target="../ink/ink2565.xml"/><Relationship Id="rId57" Type="http://schemas.openxmlformats.org/officeDocument/2006/relationships/image" Target="../media/image5050.png"/><Relationship Id="rId106" Type="http://schemas.openxmlformats.org/officeDocument/2006/relationships/customXml" Target="../ink/ink2600.xml"/><Relationship Id="rId127" Type="http://schemas.openxmlformats.org/officeDocument/2006/relationships/image" Target="../media/image5400.png"/><Relationship Id="rId10" Type="http://schemas.openxmlformats.org/officeDocument/2006/relationships/customXml" Target="../ink/ink2552.xml"/><Relationship Id="rId31" Type="http://schemas.openxmlformats.org/officeDocument/2006/relationships/image" Target="../media/image4920.png"/><Relationship Id="rId52" Type="http://schemas.openxmlformats.org/officeDocument/2006/relationships/customXml" Target="../ink/ink2573.xml"/><Relationship Id="rId73" Type="http://schemas.openxmlformats.org/officeDocument/2006/relationships/image" Target="../media/image5130.png"/><Relationship Id="rId78" Type="http://schemas.openxmlformats.org/officeDocument/2006/relationships/customXml" Target="../ink/ink2586.xml"/><Relationship Id="rId94" Type="http://schemas.openxmlformats.org/officeDocument/2006/relationships/customXml" Target="../ink/ink2594.xml"/><Relationship Id="rId99" Type="http://schemas.openxmlformats.org/officeDocument/2006/relationships/image" Target="../media/image5260.png"/><Relationship Id="rId101" Type="http://schemas.openxmlformats.org/officeDocument/2006/relationships/image" Target="../media/image5270.png"/><Relationship Id="rId122" Type="http://schemas.openxmlformats.org/officeDocument/2006/relationships/customXml" Target="../ink/ink2608.xml"/><Relationship Id="rId143" Type="http://schemas.openxmlformats.org/officeDocument/2006/relationships/image" Target="../media/image5480.png"/><Relationship Id="rId148" Type="http://schemas.openxmlformats.org/officeDocument/2006/relationships/customXml" Target="../ink/ink2621.xml"/><Relationship Id="rId164" Type="http://schemas.openxmlformats.org/officeDocument/2006/relationships/customXml" Target="../ink/ink2629.xml"/><Relationship Id="rId169" Type="http://schemas.openxmlformats.org/officeDocument/2006/relationships/image" Target="../media/image5610.png"/><Relationship Id="rId185" Type="http://schemas.openxmlformats.org/officeDocument/2006/relationships/image" Target="../media/image5690.png"/><Relationship Id="rId4" Type="http://schemas.openxmlformats.org/officeDocument/2006/relationships/customXml" Target="../ink/ink2549.xml"/><Relationship Id="rId9" Type="http://schemas.openxmlformats.org/officeDocument/2006/relationships/image" Target="../media/image4810.png"/><Relationship Id="rId180" Type="http://schemas.openxmlformats.org/officeDocument/2006/relationships/customXml" Target="../ink/ink2637.xml"/><Relationship Id="rId210" Type="http://schemas.openxmlformats.org/officeDocument/2006/relationships/customXml" Target="../ink/ink2652.xml"/><Relationship Id="rId215" Type="http://schemas.openxmlformats.org/officeDocument/2006/relationships/image" Target="../media/image5840.png"/><Relationship Id="rId236" Type="http://schemas.openxmlformats.org/officeDocument/2006/relationships/customXml" Target="../ink/ink2665.xml"/><Relationship Id="rId26" Type="http://schemas.openxmlformats.org/officeDocument/2006/relationships/customXml" Target="../ink/ink2560.xml"/><Relationship Id="rId231" Type="http://schemas.openxmlformats.org/officeDocument/2006/relationships/image" Target="../media/image5920.png"/><Relationship Id="rId47" Type="http://schemas.openxmlformats.org/officeDocument/2006/relationships/image" Target="../media/image5000.png"/><Relationship Id="rId68" Type="http://schemas.openxmlformats.org/officeDocument/2006/relationships/customXml" Target="../ink/ink2581.xml"/><Relationship Id="rId89" Type="http://schemas.openxmlformats.org/officeDocument/2006/relationships/image" Target="../media/image5210.png"/><Relationship Id="rId112" Type="http://schemas.openxmlformats.org/officeDocument/2006/relationships/customXml" Target="../ink/ink2603.xml"/><Relationship Id="rId133" Type="http://schemas.openxmlformats.org/officeDocument/2006/relationships/image" Target="../media/image5430.png"/><Relationship Id="rId154" Type="http://schemas.openxmlformats.org/officeDocument/2006/relationships/customXml" Target="../ink/ink2624.xml"/><Relationship Id="rId175" Type="http://schemas.openxmlformats.org/officeDocument/2006/relationships/image" Target="../media/image5640.png"/><Relationship Id="rId196" Type="http://schemas.openxmlformats.org/officeDocument/2006/relationships/customXml" Target="../ink/ink2645.xml"/><Relationship Id="rId200" Type="http://schemas.openxmlformats.org/officeDocument/2006/relationships/customXml" Target="../ink/ink2647.xml"/><Relationship Id="rId16" Type="http://schemas.openxmlformats.org/officeDocument/2006/relationships/customXml" Target="../ink/ink2555.xml"/><Relationship Id="rId221" Type="http://schemas.openxmlformats.org/officeDocument/2006/relationships/image" Target="../media/image5870.png"/><Relationship Id="rId37" Type="http://schemas.openxmlformats.org/officeDocument/2006/relationships/image" Target="../media/image4950.png"/><Relationship Id="rId58" Type="http://schemas.openxmlformats.org/officeDocument/2006/relationships/customXml" Target="../ink/ink2576.xml"/><Relationship Id="rId79" Type="http://schemas.openxmlformats.org/officeDocument/2006/relationships/image" Target="../media/image5160.png"/><Relationship Id="rId102" Type="http://schemas.openxmlformats.org/officeDocument/2006/relationships/customXml" Target="../ink/ink2598.xml"/><Relationship Id="rId123" Type="http://schemas.openxmlformats.org/officeDocument/2006/relationships/image" Target="../media/image5380.png"/><Relationship Id="rId144" Type="http://schemas.openxmlformats.org/officeDocument/2006/relationships/customXml" Target="../ink/ink2619.xml"/><Relationship Id="rId90" Type="http://schemas.openxmlformats.org/officeDocument/2006/relationships/customXml" Target="../ink/ink2592.xml"/><Relationship Id="rId165" Type="http://schemas.openxmlformats.org/officeDocument/2006/relationships/image" Target="../media/image5590.png"/><Relationship Id="rId186" Type="http://schemas.openxmlformats.org/officeDocument/2006/relationships/customXml" Target="../ink/ink2640.xml"/><Relationship Id="rId211" Type="http://schemas.openxmlformats.org/officeDocument/2006/relationships/image" Target="../media/image5820.png"/><Relationship Id="rId232" Type="http://schemas.openxmlformats.org/officeDocument/2006/relationships/customXml" Target="../ink/ink2663.xml"/><Relationship Id="rId27" Type="http://schemas.openxmlformats.org/officeDocument/2006/relationships/image" Target="../media/image4900.png"/><Relationship Id="rId48" Type="http://schemas.openxmlformats.org/officeDocument/2006/relationships/customXml" Target="../ink/ink2571.xml"/><Relationship Id="rId69" Type="http://schemas.openxmlformats.org/officeDocument/2006/relationships/image" Target="../media/image5110.png"/><Relationship Id="rId113" Type="http://schemas.openxmlformats.org/officeDocument/2006/relationships/image" Target="../media/image5330.png"/><Relationship Id="rId134" Type="http://schemas.openxmlformats.org/officeDocument/2006/relationships/customXml" Target="../ink/ink2614.xml"/><Relationship Id="rId80" Type="http://schemas.openxmlformats.org/officeDocument/2006/relationships/customXml" Target="../ink/ink2587.xml"/><Relationship Id="rId155" Type="http://schemas.openxmlformats.org/officeDocument/2006/relationships/image" Target="../media/image5540.png"/><Relationship Id="rId176" Type="http://schemas.openxmlformats.org/officeDocument/2006/relationships/customXml" Target="../ink/ink2635.xml"/><Relationship Id="rId197" Type="http://schemas.openxmlformats.org/officeDocument/2006/relationships/image" Target="../media/image5750.png"/><Relationship Id="rId201" Type="http://schemas.openxmlformats.org/officeDocument/2006/relationships/image" Target="../media/image5770.png"/><Relationship Id="rId222" Type="http://schemas.openxmlformats.org/officeDocument/2006/relationships/customXml" Target="../ink/ink2658.xml"/><Relationship Id="rId17" Type="http://schemas.openxmlformats.org/officeDocument/2006/relationships/image" Target="../media/image4850.png"/><Relationship Id="rId38" Type="http://schemas.openxmlformats.org/officeDocument/2006/relationships/customXml" Target="../ink/ink2566.xml"/><Relationship Id="rId59" Type="http://schemas.openxmlformats.org/officeDocument/2006/relationships/image" Target="../media/image5060.png"/><Relationship Id="rId103" Type="http://schemas.openxmlformats.org/officeDocument/2006/relationships/image" Target="../media/image5280.png"/><Relationship Id="rId124" Type="http://schemas.openxmlformats.org/officeDocument/2006/relationships/customXml" Target="../ink/ink2609.xml"/><Relationship Id="rId70" Type="http://schemas.openxmlformats.org/officeDocument/2006/relationships/customXml" Target="../ink/ink2582.xml"/><Relationship Id="rId91" Type="http://schemas.openxmlformats.org/officeDocument/2006/relationships/image" Target="../media/image5220.png"/><Relationship Id="rId145" Type="http://schemas.openxmlformats.org/officeDocument/2006/relationships/image" Target="../media/image5490.png"/><Relationship Id="rId166" Type="http://schemas.openxmlformats.org/officeDocument/2006/relationships/customXml" Target="../ink/ink2630.xml"/><Relationship Id="rId187" Type="http://schemas.openxmlformats.org/officeDocument/2006/relationships/image" Target="../media/image570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653.xml"/><Relationship Id="rId233" Type="http://schemas.openxmlformats.org/officeDocument/2006/relationships/image" Target="../media/image5930.png"/><Relationship Id="rId28" Type="http://schemas.openxmlformats.org/officeDocument/2006/relationships/customXml" Target="../ink/ink2561.xml"/><Relationship Id="rId49" Type="http://schemas.openxmlformats.org/officeDocument/2006/relationships/image" Target="../media/image5010.png"/><Relationship Id="rId114" Type="http://schemas.openxmlformats.org/officeDocument/2006/relationships/customXml" Target="../ink/ink2604.xml"/><Relationship Id="rId60" Type="http://schemas.openxmlformats.org/officeDocument/2006/relationships/customXml" Target="../ink/ink2577.xml"/><Relationship Id="rId81" Type="http://schemas.openxmlformats.org/officeDocument/2006/relationships/image" Target="../media/image5170.png"/><Relationship Id="rId135" Type="http://schemas.openxmlformats.org/officeDocument/2006/relationships/image" Target="../media/image5440.png"/><Relationship Id="rId156" Type="http://schemas.openxmlformats.org/officeDocument/2006/relationships/customXml" Target="../ink/ink2625.xml"/><Relationship Id="rId177" Type="http://schemas.openxmlformats.org/officeDocument/2006/relationships/image" Target="../media/image5650.png"/><Relationship Id="rId198" Type="http://schemas.openxmlformats.org/officeDocument/2006/relationships/customXml" Target="../ink/ink2646.xml"/><Relationship Id="rId202" Type="http://schemas.openxmlformats.org/officeDocument/2006/relationships/customXml" Target="../ink/ink2648.xml"/><Relationship Id="rId223" Type="http://schemas.openxmlformats.org/officeDocument/2006/relationships/image" Target="../media/image5880.png"/><Relationship Id="rId18" Type="http://schemas.openxmlformats.org/officeDocument/2006/relationships/customXml" Target="../ink/ink2556.xml"/><Relationship Id="rId39" Type="http://schemas.openxmlformats.org/officeDocument/2006/relationships/image" Target="../media/image4960.png"/><Relationship Id="rId50" Type="http://schemas.openxmlformats.org/officeDocument/2006/relationships/customXml" Target="../ink/ink2572.xml"/><Relationship Id="rId104" Type="http://schemas.openxmlformats.org/officeDocument/2006/relationships/customXml" Target="../ink/ink2599.xml"/><Relationship Id="rId125" Type="http://schemas.openxmlformats.org/officeDocument/2006/relationships/image" Target="../media/image5390.png"/><Relationship Id="rId146" Type="http://schemas.openxmlformats.org/officeDocument/2006/relationships/customXml" Target="../ink/ink2620.xml"/><Relationship Id="rId167" Type="http://schemas.openxmlformats.org/officeDocument/2006/relationships/image" Target="../media/image5600.png"/><Relationship Id="rId188" Type="http://schemas.openxmlformats.org/officeDocument/2006/relationships/customXml" Target="../ink/ink2641.xml"/><Relationship Id="rId71" Type="http://schemas.openxmlformats.org/officeDocument/2006/relationships/image" Target="../media/image5120.png"/><Relationship Id="rId92" Type="http://schemas.openxmlformats.org/officeDocument/2006/relationships/customXml" Target="../ink/ink2593.xml"/><Relationship Id="rId213" Type="http://schemas.openxmlformats.org/officeDocument/2006/relationships/image" Target="../media/image5830.png"/><Relationship Id="rId234" Type="http://schemas.openxmlformats.org/officeDocument/2006/relationships/customXml" Target="../ink/ink2664.xml"/><Relationship Id="rId2" Type="http://schemas.openxmlformats.org/officeDocument/2006/relationships/customXml" Target="../ink/ink2548.xml"/><Relationship Id="rId29" Type="http://schemas.openxmlformats.org/officeDocument/2006/relationships/image" Target="../media/image4910.png"/><Relationship Id="rId40" Type="http://schemas.openxmlformats.org/officeDocument/2006/relationships/customXml" Target="../ink/ink2567.xml"/><Relationship Id="rId115" Type="http://schemas.openxmlformats.org/officeDocument/2006/relationships/image" Target="../media/image5340.png"/><Relationship Id="rId136" Type="http://schemas.openxmlformats.org/officeDocument/2006/relationships/customXml" Target="../ink/ink2615.xml"/><Relationship Id="rId157" Type="http://schemas.openxmlformats.org/officeDocument/2006/relationships/image" Target="../media/image5550.png"/><Relationship Id="rId178" Type="http://schemas.openxmlformats.org/officeDocument/2006/relationships/customXml" Target="../ink/ink2636.xml"/><Relationship Id="rId61" Type="http://schemas.openxmlformats.org/officeDocument/2006/relationships/image" Target="../media/image5070.png"/><Relationship Id="rId82" Type="http://schemas.openxmlformats.org/officeDocument/2006/relationships/customXml" Target="../ink/ink2588.xml"/><Relationship Id="rId199" Type="http://schemas.openxmlformats.org/officeDocument/2006/relationships/image" Target="../media/image5760.png"/><Relationship Id="rId203" Type="http://schemas.openxmlformats.org/officeDocument/2006/relationships/image" Target="../media/image5780.png"/><Relationship Id="rId19" Type="http://schemas.openxmlformats.org/officeDocument/2006/relationships/image" Target="../media/image4860.png"/><Relationship Id="rId224" Type="http://schemas.openxmlformats.org/officeDocument/2006/relationships/customXml" Target="../ink/ink2659.xml"/><Relationship Id="rId30" Type="http://schemas.openxmlformats.org/officeDocument/2006/relationships/customXml" Target="../ink/ink2562.xml"/><Relationship Id="rId105" Type="http://schemas.openxmlformats.org/officeDocument/2006/relationships/image" Target="../media/image5290.png"/><Relationship Id="rId126" Type="http://schemas.openxmlformats.org/officeDocument/2006/relationships/customXml" Target="../ink/ink2610.xml"/><Relationship Id="rId147" Type="http://schemas.openxmlformats.org/officeDocument/2006/relationships/image" Target="../media/image5500.png"/><Relationship Id="rId168" Type="http://schemas.openxmlformats.org/officeDocument/2006/relationships/customXml" Target="../ink/ink2631.xml"/><Relationship Id="rId51" Type="http://schemas.openxmlformats.org/officeDocument/2006/relationships/image" Target="../media/image5020.png"/><Relationship Id="rId72" Type="http://schemas.openxmlformats.org/officeDocument/2006/relationships/customXml" Target="../ink/ink2583.xml"/><Relationship Id="rId93" Type="http://schemas.openxmlformats.org/officeDocument/2006/relationships/image" Target="../media/image5230.png"/><Relationship Id="rId189" Type="http://schemas.openxmlformats.org/officeDocument/2006/relationships/image" Target="../media/image5710.png"/><Relationship Id="rId3" Type="http://schemas.openxmlformats.org/officeDocument/2006/relationships/image" Target="../media/image4780.png"/><Relationship Id="rId214" Type="http://schemas.openxmlformats.org/officeDocument/2006/relationships/customXml" Target="../ink/ink2654.xml"/><Relationship Id="rId235" Type="http://schemas.openxmlformats.org/officeDocument/2006/relationships/image" Target="../media/image5940.png"/><Relationship Id="rId116" Type="http://schemas.openxmlformats.org/officeDocument/2006/relationships/customXml" Target="../ink/ink2605.xml"/><Relationship Id="rId137" Type="http://schemas.openxmlformats.org/officeDocument/2006/relationships/image" Target="../media/image5450.png"/><Relationship Id="rId158" Type="http://schemas.openxmlformats.org/officeDocument/2006/relationships/customXml" Target="../ink/ink2626.xml"/><Relationship Id="rId20" Type="http://schemas.openxmlformats.org/officeDocument/2006/relationships/customXml" Target="../ink/ink2557.xml"/><Relationship Id="rId41" Type="http://schemas.openxmlformats.org/officeDocument/2006/relationships/image" Target="../media/image4970.png"/><Relationship Id="rId62" Type="http://schemas.openxmlformats.org/officeDocument/2006/relationships/customXml" Target="../ink/ink2578.xml"/><Relationship Id="rId83" Type="http://schemas.openxmlformats.org/officeDocument/2006/relationships/image" Target="../media/image5180.png"/><Relationship Id="rId179" Type="http://schemas.openxmlformats.org/officeDocument/2006/relationships/image" Target="../media/image5660.png"/><Relationship Id="rId190" Type="http://schemas.openxmlformats.org/officeDocument/2006/relationships/customXml" Target="../ink/ink2642.xml"/><Relationship Id="rId204" Type="http://schemas.openxmlformats.org/officeDocument/2006/relationships/customXml" Target="../ink/ink2649.xml"/><Relationship Id="rId225" Type="http://schemas.openxmlformats.org/officeDocument/2006/relationships/image" Target="../media/image589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2.png"/><Relationship Id="rId2" Type="http://schemas.openxmlformats.org/officeDocument/2006/relationships/image" Target="../media/image90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B6378A-80D3-4206-9C14-387C65F280CC}"/>
              </a:ext>
            </a:extLst>
          </p:cNvPr>
          <p:cNvSpPr txBox="1"/>
          <p:nvPr/>
        </p:nvSpPr>
        <p:spPr>
          <a:xfrm>
            <a:off x="2066544" y="603504"/>
            <a:ext cx="819302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Software Process</a:t>
            </a:r>
          </a:p>
        </p:txBody>
      </p:sp>
    </p:spTree>
    <p:extLst>
      <p:ext uri="{BB962C8B-B14F-4D97-AF65-F5344CB8AC3E}">
        <p14:creationId xmlns:p14="http://schemas.microsoft.com/office/powerpoint/2010/main" val="990000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62BA4E-C06F-6B20-6998-A050D438CE57}"/>
                  </a:ext>
                </a:extLst>
              </p14:cNvPr>
              <p14:cNvContentPartPr/>
              <p14:nvPr/>
            </p14:nvContentPartPr>
            <p14:xfrm>
              <a:off x="2561184" y="3825936"/>
              <a:ext cx="128880" cy="98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62BA4E-C06F-6B20-6998-A050D438CE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2544" y="3816936"/>
                <a:ext cx="1465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387D944-BEA5-A87B-AA3C-482263A3FF10}"/>
                  </a:ext>
                </a:extLst>
              </p14:cNvPr>
              <p14:cNvContentPartPr/>
              <p14:nvPr/>
            </p14:nvContentPartPr>
            <p14:xfrm>
              <a:off x="2607264" y="3341736"/>
              <a:ext cx="42840" cy="117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387D944-BEA5-A87B-AA3C-482263A3FF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98264" y="3333096"/>
                <a:ext cx="604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18C0EB1-A0EA-B78E-D0AC-605094CD9295}"/>
                  </a:ext>
                </a:extLst>
              </p14:cNvPr>
              <p14:cNvContentPartPr/>
              <p14:nvPr/>
            </p14:nvContentPartPr>
            <p14:xfrm>
              <a:off x="2574144" y="2872656"/>
              <a:ext cx="133920" cy="109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18C0EB1-A0EA-B78E-D0AC-605094CD92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65144" y="2864016"/>
                <a:ext cx="15156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E937B23-A898-00C8-D75C-88B6A4A6101D}"/>
                  </a:ext>
                </a:extLst>
              </p14:cNvPr>
              <p14:cNvContentPartPr/>
              <p14:nvPr/>
            </p14:nvContentPartPr>
            <p14:xfrm>
              <a:off x="2541744" y="2410416"/>
              <a:ext cx="171360" cy="1558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E937B23-A898-00C8-D75C-88B6A4A610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32744" y="2401776"/>
                <a:ext cx="189000" cy="17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7C0A039C-E0C2-8C17-D193-B6B285B8F871}"/>
              </a:ext>
            </a:extLst>
          </p:cNvPr>
          <p:cNvGrpSpPr/>
          <p:nvPr/>
        </p:nvGrpSpPr>
        <p:grpSpPr>
          <a:xfrm>
            <a:off x="2506824" y="1940976"/>
            <a:ext cx="144000" cy="153360"/>
            <a:chOff x="2506824" y="1940976"/>
            <a:chExt cx="144000" cy="15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6E0252F-67E1-EFA2-5DF7-F303B72F26CC}"/>
                    </a:ext>
                  </a:extLst>
                </p14:cNvPr>
                <p14:cNvContentPartPr/>
                <p14:nvPr/>
              </p14:nvContentPartPr>
              <p14:xfrm>
                <a:off x="2506824" y="1992816"/>
                <a:ext cx="132120" cy="54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6E0252F-67E1-EFA2-5DF7-F303B72F26C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97824" y="1984176"/>
                  <a:ext cx="1497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7FACF87-7CB7-FFC3-FA43-A74C5EB302C5}"/>
                    </a:ext>
                  </a:extLst>
                </p14:cNvPr>
                <p14:cNvContentPartPr/>
                <p14:nvPr/>
              </p14:nvContentPartPr>
              <p14:xfrm>
                <a:off x="2596104" y="1940976"/>
                <a:ext cx="54720" cy="153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7FACF87-7CB7-FFC3-FA43-A74C5EB302C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87104" y="1931976"/>
                  <a:ext cx="7236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045B717-DB1F-15FE-8BA0-2DB20D52DD8F}"/>
              </a:ext>
            </a:extLst>
          </p:cNvPr>
          <p:cNvGrpSpPr/>
          <p:nvPr/>
        </p:nvGrpSpPr>
        <p:grpSpPr>
          <a:xfrm>
            <a:off x="2533824" y="1416816"/>
            <a:ext cx="138600" cy="282960"/>
            <a:chOff x="2533824" y="1416816"/>
            <a:chExt cx="13860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A878B6E-4E2A-E63C-ABE8-63B53F73A44B}"/>
                    </a:ext>
                  </a:extLst>
                </p14:cNvPr>
                <p14:cNvContentPartPr/>
                <p14:nvPr/>
              </p14:nvContentPartPr>
              <p14:xfrm>
                <a:off x="2533824" y="1578456"/>
                <a:ext cx="110520" cy="121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A878B6E-4E2A-E63C-ABE8-63B53F73A44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24824" y="1569456"/>
                  <a:ext cx="1281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E80128D-2F72-B50A-6B3D-3E76CE709A88}"/>
                    </a:ext>
                  </a:extLst>
                </p14:cNvPr>
                <p14:cNvContentPartPr/>
                <p14:nvPr/>
              </p14:nvContentPartPr>
              <p14:xfrm>
                <a:off x="2558304" y="1416816"/>
                <a:ext cx="114120" cy="159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E80128D-2F72-B50A-6B3D-3E76CE709A8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49304" y="1408176"/>
                  <a:ext cx="131760" cy="17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52E6FCC-8498-EE13-29E5-3A65C02D33F2}"/>
                  </a:ext>
                </a:extLst>
              </p14:cNvPr>
              <p14:cNvContentPartPr/>
              <p14:nvPr/>
            </p14:nvContentPartPr>
            <p14:xfrm>
              <a:off x="2515464" y="1082736"/>
              <a:ext cx="139680" cy="1436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52E6FCC-8498-EE13-29E5-3A65C02D33F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06824" y="1073736"/>
                <a:ext cx="157320" cy="161280"/>
              </a:xfrm>
              <a:prstGeom prst="rect">
                <a:avLst/>
              </a:prstGeom>
            </p:spPr>
          </p:pic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D94969F-C632-D68E-780F-22129383490F}"/>
              </a:ext>
            </a:extLst>
          </p:cNvPr>
          <p:cNvCxnSpPr/>
          <p:nvPr/>
        </p:nvCxnSpPr>
        <p:spPr>
          <a:xfrm>
            <a:off x="2880360" y="813816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F033502-3F22-DA22-87E7-568EE679AA40}"/>
              </a:ext>
            </a:extLst>
          </p:cNvPr>
          <p:cNvCxnSpPr/>
          <p:nvPr/>
        </p:nvCxnSpPr>
        <p:spPr>
          <a:xfrm>
            <a:off x="3389376" y="829056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A70D15F-E564-9CA6-DC3B-718A37A5E9A9}"/>
              </a:ext>
            </a:extLst>
          </p:cNvPr>
          <p:cNvCxnSpPr/>
          <p:nvPr/>
        </p:nvCxnSpPr>
        <p:spPr>
          <a:xfrm>
            <a:off x="3837432" y="819912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99F4262-AAAC-C90B-391D-53E187119520}"/>
              </a:ext>
            </a:extLst>
          </p:cNvPr>
          <p:cNvCxnSpPr/>
          <p:nvPr/>
        </p:nvCxnSpPr>
        <p:spPr>
          <a:xfrm>
            <a:off x="4346448" y="835152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81119B5-5259-6A1F-F03E-229BF8FE2F0A}"/>
              </a:ext>
            </a:extLst>
          </p:cNvPr>
          <p:cNvCxnSpPr/>
          <p:nvPr/>
        </p:nvCxnSpPr>
        <p:spPr>
          <a:xfrm>
            <a:off x="4861560" y="829056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4523051-B39E-DF8D-45A4-CD154CC02788}"/>
              </a:ext>
            </a:extLst>
          </p:cNvPr>
          <p:cNvCxnSpPr/>
          <p:nvPr/>
        </p:nvCxnSpPr>
        <p:spPr>
          <a:xfrm>
            <a:off x="5370576" y="844296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2A3667A-2E3F-58A6-F0D0-1A5D375D1FAA}"/>
              </a:ext>
            </a:extLst>
          </p:cNvPr>
          <p:cNvCxnSpPr/>
          <p:nvPr/>
        </p:nvCxnSpPr>
        <p:spPr>
          <a:xfrm>
            <a:off x="5818632" y="835152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0D00AC8-D8D1-CC66-4F4A-389E667B0A27}"/>
              </a:ext>
            </a:extLst>
          </p:cNvPr>
          <p:cNvCxnSpPr/>
          <p:nvPr/>
        </p:nvCxnSpPr>
        <p:spPr>
          <a:xfrm>
            <a:off x="6327648" y="850392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7FAB90B-0DD3-9BEB-3AC5-37C09F30DED5}"/>
              </a:ext>
            </a:extLst>
          </p:cNvPr>
          <p:cNvCxnSpPr/>
          <p:nvPr/>
        </p:nvCxnSpPr>
        <p:spPr>
          <a:xfrm>
            <a:off x="6891528" y="856488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CCDC566-2993-CC2D-9D70-225A818B20C7}"/>
              </a:ext>
            </a:extLst>
          </p:cNvPr>
          <p:cNvCxnSpPr/>
          <p:nvPr/>
        </p:nvCxnSpPr>
        <p:spPr>
          <a:xfrm>
            <a:off x="7400544" y="871728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84BAE9A-DC47-03ED-E18A-C7C3A0D43CA1}"/>
              </a:ext>
            </a:extLst>
          </p:cNvPr>
          <p:cNvCxnSpPr/>
          <p:nvPr/>
        </p:nvCxnSpPr>
        <p:spPr>
          <a:xfrm>
            <a:off x="7848600" y="862584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54C7DD7-A4E9-0847-A0E3-14CC9762CF2A}"/>
              </a:ext>
            </a:extLst>
          </p:cNvPr>
          <p:cNvCxnSpPr/>
          <p:nvPr/>
        </p:nvCxnSpPr>
        <p:spPr>
          <a:xfrm>
            <a:off x="8357616" y="877824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648938E-E305-4069-AD75-4AB953F37F37}"/>
              </a:ext>
            </a:extLst>
          </p:cNvPr>
          <p:cNvCxnSpPr/>
          <p:nvPr/>
        </p:nvCxnSpPr>
        <p:spPr>
          <a:xfrm>
            <a:off x="8872728" y="871728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3D2A746-0F1E-1DF3-DE28-A8DD544D9D02}"/>
              </a:ext>
            </a:extLst>
          </p:cNvPr>
          <p:cNvCxnSpPr/>
          <p:nvPr/>
        </p:nvCxnSpPr>
        <p:spPr>
          <a:xfrm>
            <a:off x="9381744" y="886968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B5C30C0-197F-DE18-0C55-3186B06F889B}"/>
              </a:ext>
            </a:extLst>
          </p:cNvPr>
          <p:cNvCxnSpPr/>
          <p:nvPr/>
        </p:nvCxnSpPr>
        <p:spPr>
          <a:xfrm>
            <a:off x="9829800" y="877824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45DC7AA-B479-02A6-05B8-4C9816F8304B}"/>
              </a:ext>
            </a:extLst>
          </p:cNvPr>
          <p:cNvCxnSpPr/>
          <p:nvPr/>
        </p:nvCxnSpPr>
        <p:spPr>
          <a:xfrm>
            <a:off x="10338816" y="893064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BAF084B-DC5E-B162-11E2-839EDF564368}"/>
                  </a:ext>
                </a:extLst>
              </p14:cNvPr>
              <p14:cNvContentPartPr/>
              <p14:nvPr/>
            </p14:nvContentPartPr>
            <p14:xfrm>
              <a:off x="6257880" y="585072"/>
              <a:ext cx="131040" cy="1051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BAF084B-DC5E-B162-11E2-839EDF56436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249240" y="576072"/>
                <a:ext cx="1486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A8DB167-303A-429C-00AC-B34B3160200E}"/>
                  </a:ext>
                </a:extLst>
              </p14:cNvPr>
              <p14:cNvContentPartPr/>
              <p14:nvPr/>
            </p14:nvContentPartPr>
            <p14:xfrm>
              <a:off x="6818760" y="585072"/>
              <a:ext cx="21240" cy="1155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A8DB167-303A-429C-00AC-B34B3160200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09760" y="576432"/>
                <a:ext cx="3888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DEF90A7-90AD-6400-017D-59D26149F11C}"/>
                  </a:ext>
                </a:extLst>
              </p14:cNvPr>
              <p14:cNvContentPartPr/>
              <p14:nvPr/>
            </p14:nvContentPartPr>
            <p14:xfrm>
              <a:off x="7225920" y="586152"/>
              <a:ext cx="156600" cy="950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DEF90A7-90AD-6400-017D-59D26149F11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16920" y="577512"/>
                <a:ext cx="17424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D5A84C18-3CC8-7225-941B-627AA7D9A4DF}"/>
                  </a:ext>
                </a:extLst>
              </p14:cNvPr>
              <p14:cNvContentPartPr/>
              <p14:nvPr/>
            </p14:nvContentPartPr>
            <p14:xfrm>
              <a:off x="7723080" y="519552"/>
              <a:ext cx="128520" cy="1530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D5A84C18-3CC8-7225-941B-627AA7D9A4D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714080" y="510912"/>
                <a:ext cx="146160" cy="17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4A2E9E39-946D-09E0-677B-AF34382D737D}"/>
              </a:ext>
            </a:extLst>
          </p:cNvPr>
          <p:cNvGrpSpPr/>
          <p:nvPr/>
        </p:nvGrpSpPr>
        <p:grpSpPr>
          <a:xfrm>
            <a:off x="8189640" y="487152"/>
            <a:ext cx="139680" cy="194040"/>
            <a:chOff x="4769784" y="496296"/>
            <a:chExt cx="139680" cy="19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F1D1DAD-5007-F8A1-DC54-FF50D03EF2F0}"/>
                    </a:ext>
                  </a:extLst>
                </p14:cNvPr>
                <p14:cNvContentPartPr/>
                <p14:nvPr/>
              </p14:nvContentPartPr>
              <p14:xfrm>
                <a:off x="4769784" y="541296"/>
                <a:ext cx="127080" cy="57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F1D1DAD-5007-F8A1-DC54-FF50D03EF2F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60784" y="532656"/>
                  <a:ext cx="1447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6E94754-FBEC-5B63-FA1B-E2FDAA2E66F9}"/>
                    </a:ext>
                  </a:extLst>
                </p14:cNvPr>
                <p14:cNvContentPartPr/>
                <p14:nvPr/>
              </p14:nvContentPartPr>
              <p14:xfrm>
                <a:off x="4874904" y="496296"/>
                <a:ext cx="34560" cy="194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6E94754-FBEC-5B63-FA1B-E2FDAA2E66F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65904" y="487656"/>
                  <a:ext cx="5220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DC0583E-252F-D5C1-0A81-21F6C268C6BC}"/>
              </a:ext>
            </a:extLst>
          </p:cNvPr>
          <p:cNvGrpSpPr/>
          <p:nvPr/>
        </p:nvGrpSpPr>
        <p:grpSpPr>
          <a:xfrm>
            <a:off x="8761680" y="476712"/>
            <a:ext cx="228240" cy="165600"/>
            <a:chOff x="5341824" y="485856"/>
            <a:chExt cx="22824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C1A380E-5847-C104-0166-145A4D555919}"/>
                    </a:ext>
                  </a:extLst>
                </p14:cNvPr>
                <p14:cNvContentPartPr/>
                <p14:nvPr/>
              </p14:nvContentPartPr>
              <p14:xfrm>
                <a:off x="5341824" y="536256"/>
                <a:ext cx="97560" cy="115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C1A380E-5847-C104-0166-145A4D55591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32824" y="527616"/>
                  <a:ext cx="115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9F62E90-B7F9-FAA9-BA32-79DF81614628}"/>
                    </a:ext>
                  </a:extLst>
                </p14:cNvPr>
                <p14:cNvContentPartPr/>
                <p14:nvPr/>
              </p14:nvContentPartPr>
              <p14:xfrm>
                <a:off x="5398344" y="485856"/>
                <a:ext cx="171720" cy="70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9F62E90-B7F9-FAA9-BA32-79DF8161462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89704" y="477216"/>
                  <a:ext cx="189360" cy="8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BC8DEEA-7E87-D692-8AE1-F07F9BF251C1}"/>
                  </a:ext>
                </a:extLst>
              </p14:cNvPr>
              <p14:cNvContentPartPr/>
              <p14:nvPr/>
            </p14:nvContentPartPr>
            <p14:xfrm>
              <a:off x="9266040" y="531432"/>
              <a:ext cx="141120" cy="1479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BC8DEEA-7E87-D692-8AE1-F07F9BF251C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257040" y="522432"/>
                <a:ext cx="15876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1789F50B-189E-52D5-6E16-3EB1A7349750}"/>
              </a:ext>
            </a:extLst>
          </p:cNvPr>
          <p:cNvGrpSpPr/>
          <p:nvPr/>
        </p:nvGrpSpPr>
        <p:grpSpPr>
          <a:xfrm>
            <a:off x="9756000" y="490392"/>
            <a:ext cx="258120" cy="176760"/>
            <a:chOff x="6336144" y="499536"/>
            <a:chExt cx="25812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BD6ED17-A315-86BC-C834-C347F00E7DD8}"/>
                    </a:ext>
                  </a:extLst>
                </p14:cNvPr>
                <p14:cNvContentPartPr/>
                <p14:nvPr/>
              </p14:nvContentPartPr>
              <p14:xfrm>
                <a:off x="6336144" y="499536"/>
                <a:ext cx="104040" cy="176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BD6ED17-A315-86BC-C834-C347F00E7DD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327144" y="490896"/>
                  <a:ext cx="121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B99DFE7-10E8-4112-17A3-F2A17515295A}"/>
                    </a:ext>
                  </a:extLst>
                </p14:cNvPr>
                <p14:cNvContentPartPr/>
                <p14:nvPr/>
              </p14:nvContentPartPr>
              <p14:xfrm>
                <a:off x="6355944" y="563616"/>
                <a:ext cx="238320" cy="66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B99DFE7-10E8-4112-17A3-F2A17515295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47304" y="554976"/>
                  <a:ext cx="255960" cy="8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0327D73E-570C-A11A-42C2-6ED9C4FA1C98}"/>
                  </a:ext>
                </a:extLst>
              </p14:cNvPr>
              <p14:cNvContentPartPr/>
              <p14:nvPr/>
            </p14:nvContentPartPr>
            <p14:xfrm>
              <a:off x="10314720" y="441072"/>
              <a:ext cx="142560" cy="1580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0327D73E-570C-A11A-42C2-6ED9C4FA1C9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305720" y="432072"/>
                <a:ext cx="160200" cy="17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C711AA0-10AA-CF82-F9BD-156E918F3878}"/>
              </a:ext>
            </a:extLst>
          </p:cNvPr>
          <p:cNvGrpSpPr/>
          <p:nvPr/>
        </p:nvGrpSpPr>
        <p:grpSpPr>
          <a:xfrm>
            <a:off x="5626944" y="565776"/>
            <a:ext cx="191160" cy="105120"/>
            <a:chOff x="5626944" y="565776"/>
            <a:chExt cx="191160" cy="10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CC812EB-1BB6-1D2C-BCE0-4EE174E0CE28}"/>
                    </a:ext>
                  </a:extLst>
                </p14:cNvPr>
                <p14:cNvContentPartPr/>
                <p14:nvPr/>
              </p14:nvContentPartPr>
              <p14:xfrm>
                <a:off x="5626944" y="611496"/>
                <a:ext cx="105120" cy="298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CC812EB-1BB6-1D2C-BCE0-4EE174E0CE2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18304" y="602496"/>
                  <a:ext cx="1227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E497BAD-D460-A2A9-4C69-6068A0442437}"/>
                    </a:ext>
                  </a:extLst>
                </p14:cNvPr>
                <p14:cNvContentPartPr/>
                <p14:nvPr/>
              </p14:nvContentPartPr>
              <p14:xfrm>
                <a:off x="5803344" y="565776"/>
                <a:ext cx="14760" cy="105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E497BAD-D460-A2A9-4C69-6068A044243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94344" y="556776"/>
                  <a:ext cx="3240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0FB9326-E322-9DCF-6E7F-74ED8E0FD6AC}"/>
              </a:ext>
            </a:extLst>
          </p:cNvPr>
          <p:cNvGrpSpPr/>
          <p:nvPr/>
        </p:nvGrpSpPr>
        <p:grpSpPr>
          <a:xfrm>
            <a:off x="5151024" y="574416"/>
            <a:ext cx="265320" cy="111600"/>
            <a:chOff x="5151024" y="574416"/>
            <a:chExt cx="265320" cy="11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7875544-DD51-683C-E04D-35403C237D4D}"/>
                    </a:ext>
                  </a:extLst>
                </p14:cNvPr>
                <p14:cNvContentPartPr/>
                <p14:nvPr/>
              </p14:nvContentPartPr>
              <p14:xfrm>
                <a:off x="5151024" y="624816"/>
                <a:ext cx="66960" cy="24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7875544-DD51-683C-E04D-35403C237D4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42384" y="616176"/>
                  <a:ext cx="846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517A6EE-11C3-7401-8007-A7CC2207D2BE}"/>
                    </a:ext>
                  </a:extLst>
                </p14:cNvPr>
                <p14:cNvContentPartPr/>
                <p14:nvPr/>
              </p14:nvContentPartPr>
              <p14:xfrm>
                <a:off x="5276664" y="574416"/>
                <a:ext cx="139680" cy="111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517A6EE-11C3-7401-8007-A7CC2207D2B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68024" y="565416"/>
                  <a:ext cx="15732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3237167-D09D-E0FC-1CAC-A2E3049777AF}"/>
              </a:ext>
            </a:extLst>
          </p:cNvPr>
          <p:cNvGrpSpPr/>
          <p:nvPr/>
        </p:nvGrpSpPr>
        <p:grpSpPr>
          <a:xfrm>
            <a:off x="4523184" y="581256"/>
            <a:ext cx="377640" cy="121680"/>
            <a:chOff x="4523184" y="581256"/>
            <a:chExt cx="377640" cy="12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3067E94-2A7F-1D17-BF2E-FB158BE962D7}"/>
                    </a:ext>
                  </a:extLst>
                </p14:cNvPr>
                <p14:cNvContentPartPr/>
                <p14:nvPr/>
              </p14:nvContentPartPr>
              <p14:xfrm>
                <a:off x="4523184" y="646056"/>
                <a:ext cx="107640" cy="56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3067E94-2A7F-1D17-BF2E-FB158BE962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14544" y="637056"/>
                  <a:ext cx="1252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F0D6C56-E947-DDE1-98BD-838F8498D29D}"/>
                    </a:ext>
                  </a:extLst>
                </p14:cNvPr>
                <p14:cNvContentPartPr/>
                <p14:nvPr/>
              </p14:nvContentPartPr>
              <p14:xfrm>
                <a:off x="4748544" y="581256"/>
                <a:ext cx="152280" cy="105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F0D6C56-E947-DDE1-98BD-838F8498D29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39904" y="572256"/>
                  <a:ext cx="16992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46ACEE5-9E55-4CD2-FC91-36CD856E8DCE}"/>
              </a:ext>
            </a:extLst>
          </p:cNvPr>
          <p:cNvGrpSpPr/>
          <p:nvPr/>
        </p:nvGrpSpPr>
        <p:grpSpPr>
          <a:xfrm>
            <a:off x="3210264" y="511416"/>
            <a:ext cx="1167480" cy="200160"/>
            <a:chOff x="3210264" y="511416"/>
            <a:chExt cx="116748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4E6DD8C-4A25-E201-3789-0D9238FE1E4C}"/>
                    </a:ext>
                  </a:extLst>
                </p14:cNvPr>
                <p14:cNvContentPartPr/>
                <p14:nvPr/>
              </p14:nvContentPartPr>
              <p14:xfrm>
                <a:off x="4071384" y="624816"/>
                <a:ext cx="113760" cy="61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4E6DD8C-4A25-E201-3789-0D9238FE1E4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62744" y="616176"/>
                  <a:ext cx="1314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2997EB8-6DAD-56FE-2D2A-33F95FE7E33A}"/>
                    </a:ext>
                  </a:extLst>
                </p14:cNvPr>
                <p14:cNvContentPartPr/>
                <p14:nvPr/>
              </p14:nvContentPartPr>
              <p14:xfrm>
                <a:off x="4232664" y="558936"/>
                <a:ext cx="145080" cy="56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2997EB8-6DAD-56FE-2D2A-33F95FE7E33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23664" y="549936"/>
                  <a:ext cx="1627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3DB30FD-7B82-266F-A25D-C80D26846395}"/>
                    </a:ext>
                  </a:extLst>
                </p14:cNvPr>
                <p14:cNvContentPartPr/>
                <p14:nvPr/>
              </p14:nvContentPartPr>
              <p14:xfrm>
                <a:off x="4356144" y="531576"/>
                <a:ext cx="12960" cy="178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3DB30FD-7B82-266F-A25D-C80D2684639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47504" y="522576"/>
                  <a:ext cx="306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C7002FC-2595-5795-8D1B-FFAE4D2874A0}"/>
                    </a:ext>
                  </a:extLst>
                </p14:cNvPr>
                <p14:cNvContentPartPr/>
                <p14:nvPr/>
              </p14:nvContentPartPr>
              <p14:xfrm>
                <a:off x="3642984" y="622296"/>
                <a:ext cx="81720" cy="720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C7002FC-2595-5795-8D1B-FFAE4D2874A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34344" y="613656"/>
                  <a:ext cx="993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6ED99D6-B32F-2339-6DD3-85DEF07B67A2}"/>
                    </a:ext>
                  </a:extLst>
                </p14:cNvPr>
                <p14:cNvContentPartPr/>
                <p14:nvPr/>
              </p14:nvContentPartPr>
              <p14:xfrm>
                <a:off x="3827304" y="566856"/>
                <a:ext cx="96120" cy="144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6ED99D6-B32F-2339-6DD3-85DEF07B67A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18304" y="558216"/>
                  <a:ext cx="1137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9E169BC-53C7-E10C-5CE3-9D925BA6EF7D}"/>
                    </a:ext>
                  </a:extLst>
                </p14:cNvPr>
                <p14:cNvContentPartPr/>
                <p14:nvPr/>
              </p14:nvContentPartPr>
              <p14:xfrm>
                <a:off x="3859344" y="511416"/>
                <a:ext cx="81360" cy="70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9E169BC-53C7-E10C-5CE3-9D925BA6EF7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50344" y="502776"/>
                  <a:ext cx="990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A949622-3617-80A9-3E5E-A53AFC5BC4D5}"/>
                    </a:ext>
                  </a:extLst>
                </p14:cNvPr>
                <p14:cNvContentPartPr/>
                <p14:nvPr/>
              </p14:nvContentPartPr>
              <p14:xfrm>
                <a:off x="3210264" y="624096"/>
                <a:ext cx="121680" cy="74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A949622-3617-80A9-3E5E-A53AFC5BC4D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01264" y="615096"/>
                  <a:ext cx="1393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E3943DB-B6B0-2AED-C6A1-CB085E73BB81}"/>
                    </a:ext>
                  </a:extLst>
                </p14:cNvPr>
                <p14:cNvContentPartPr/>
                <p14:nvPr/>
              </p14:nvContentPartPr>
              <p14:xfrm>
                <a:off x="3409704" y="556416"/>
                <a:ext cx="132480" cy="105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E3943DB-B6B0-2AED-C6A1-CB085E73BB8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00704" y="547416"/>
                  <a:ext cx="15012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F8839FB-DA63-6F3E-97B4-A8F9738FCC24}"/>
              </a:ext>
            </a:extLst>
          </p:cNvPr>
          <p:cNvGrpSpPr/>
          <p:nvPr/>
        </p:nvGrpSpPr>
        <p:grpSpPr>
          <a:xfrm>
            <a:off x="2614464" y="547416"/>
            <a:ext cx="355680" cy="154080"/>
            <a:chOff x="2614464" y="547416"/>
            <a:chExt cx="355680" cy="15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5E15547-B283-EE78-767A-32DDA2AA7E2D}"/>
                    </a:ext>
                  </a:extLst>
                </p14:cNvPr>
                <p14:cNvContentPartPr/>
                <p14:nvPr/>
              </p14:nvContentPartPr>
              <p14:xfrm>
                <a:off x="2614464" y="657936"/>
                <a:ext cx="132840" cy="43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5E15547-B283-EE78-767A-32DDA2AA7E2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605824" y="649296"/>
                  <a:ext cx="1504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F8A2935-4D30-B413-A720-AC3B20F5EBA0}"/>
                    </a:ext>
                  </a:extLst>
                </p14:cNvPr>
                <p14:cNvContentPartPr/>
                <p14:nvPr/>
              </p14:nvContentPartPr>
              <p14:xfrm>
                <a:off x="2800224" y="547416"/>
                <a:ext cx="160920" cy="142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F8A2935-4D30-B413-A720-AC3B20F5EBA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1584" y="538776"/>
                  <a:ext cx="1785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763CFAE-9A4F-84F5-C08A-CF55DA580D84}"/>
                    </a:ext>
                  </a:extLst>
                </p14:cNvPr>
                <p14:cNvContentPartPr/>
                <p14:nvPr/>
              </p14:nvContentPartPr>
              <p14:xfrm>
                <a:off x="2850264" y="666576"/>
                <a:ext cx="360" cy="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763CFAE-9A4F-84F5-C08A-CF55DA580D8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41264" y="6579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C4DBCDC-8682-4EA1-867E-5DEBF809303F}"/>
                    </a:ext>
                  </a:extLst>
                </p14:cNvPr>
                <p14:cNvContentPartPr/>
                <p14:nvPr/>
              </p14:nvContentPartPr>
              <p14:xfrm>
                <a:off x="2886264" y="608616"/>
                <a:ext cx="83880" cy="50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C4DBCDC-8682-4EA1-867E-5DEBF809303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77624" y="599616"/>
                  <a:ext cx="101520" cy="67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5" name="Oval 144">
            <a:extLst>
              <a:ext uri="{FF2B5EF4-FFF2-40B4-BE49-F238E27FC236}">
                <a16:creationId xmlns:a16="http://schemas.microsoft.com/office/drawing/2014/main" id="{C3371608-9910-228A-3874-4BD6D59E18FB}"/>
              </a:ext>
            </a:extLst>
          </p:cNvPr>
          <p:cNvSpPr/>
          <p:nvPr/>
        </p:nvSpPr>
        <p:spPr>
          <a:xfrm>
            <a:off x="4873752" y="2697480"/>
            <a:ext cx="960120" cy="96012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7830FBC4-9BA8-14B8-B6B5-70940BAF2504}"/>
                  </a:ext>
                </a:extLst>
              </p14:cNvPr>
              <p14:cNvContentPartPr/>
              <p14:nvPr/>
            </p14:nvContentPartPr>
            <p14:xfrm>
              <a:off x="5332248" y="3164760"/>
              <a:ext cx="71640" cy="968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7830FBC4-9BA8-14B8-B6B5-70940BAF250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323248" y="3156120"/>
                <a:ext cx="89280" cy="114480"/>
              </a:xfrm>
              <a:prstGeom prst="rect">
                <a:avLst/>
              </a:prstGeom>
            </p:spPr>
          </p:pic>
        </mc:Fallback>
      </mc:AlternateContent>
      <p:sp>
        <p:nvSpPr>
          <p:cNvPr id="147" name="Oval 146">
            <a:extLst>
              <a:ext uri="{FF2B5EF4-FFF2-40B4-BE49-F238E27FC236}">
                <a16:creationId xmlns:a16="http://schemas.microsoft.com/office/drawing/2014/main" id="{38E36ED6-46D7-8373-1B12-6474B02173A7}"/>
              </a:ext>
            </a:extLst>
          </p:cNvPr>
          <p:cNvSpPr/>
          <p:nvPr/>
        </p:nvSpPr>
        <p:spPr>
          <a:xfrm>
            <a:off x="6900672" y="3425952"/>
            <a:ext cx="960120" cy="96012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F5F258CB-1114-21F3-EA2C-D74138D15306}"/>
                  </a:ext>
                </a:extLst>
              </p14:cNvPr>
              <p14:cNvContentPartPr/>
              <p14:nvPr/>
            </p14:nvContentPartPr>
            <p14:xfrm>
              <a:off x="7356024" y="3793536"/>
              <a:ext cx="93960" cy="1177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F5F258CB-1114-21F3-EA2C-D74138D1530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347024" y="3784536"/>
                <a:ext cx="1116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86AD746A-8314-8EA9-238D-B3BE9F539DC4}"/>
                  </a:ext>
                </a:extLst>
              </p14:cNvPr>
              <p14:cNvContentPartPr/>
              <p14:nvPr/>
            </p14:nvContentPartPr>
            <p14:xfrm>
              <a:off x="7388568" y="2420280"/>
              <a:ext cx="76320" cy="766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86AD746A-8314-8EA9-238D-B3BE9F539DC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379568" y="2411640"/>
                <a:ext cx="93960" cy="94320"/>
              </a:xfrm>
              <a:prstGeom prst="rect">
                <a:avLst/>
              </a:prstGeom>
            </p:spPr>
          </p:pic>
        </mc:Fallback>
      </mc:AlternateContent>
      <p:sp>
        <p:nvSpPr>
          <p:cNvPr id="150" name="Oval 149">
            <a:extLst>
              <a:ext uri="{FF2B5EF4-FFF2-40B4-BE49-F238E27FC236}">
                <a16:creationId xmlns:a16="http://schemas.microsoft.com/office/drawing/2014/main" id="{493A3160-74F7-10BE-9A42-5EB5173F632E}"/>
              </a:ext>
            </a:extLst>
          </p:cNvPr>
          <p:cNvSpPr/>
          <p:nvPr/>
        </p:nvSpPr>
        <p:spPr>
          <a:xfrm>
            <a:off x="6897624" y="1987296"/>
            <a:ext cx="960120" cy="96012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DBCD23A-1B5F-4383-DE18-48850BA8A6EA}"/>
              </a:ext>
            </a:extLst>
          </p:cNvPr>
          <p:cNvGrpSpPr/>
          <p:nvPr/>
        </p:nvGrpSpPr>
        <p:grpSpPr>
          <a:xfrm>
            <a:off x="5015304" y="4142016"/>
            <a:ext cx="836640" cy="336240"/>
            <a:chOff x="5015304" y="4142016"/>
            <a:chExt cx="83664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105D175-E7B6-24BE-0EEE-6E2F4AC60DBF}"/>
                    </a:ext>
                  </a:extLst>
                </p14:cNvPr>
                <p14:cNvContentPartPr/>
                <p14:nvPr/>
              </p14:nvContentPartPr>
              <p14:xfrm>
                <a:off x="5015304" y="4339656"/>
                <a:ext cx="126360" cy="313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105D175-E7B6-24BE-0EEE-6E2F4AC60DB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006304" y="4330656"/>
                  <a:ext cx="1440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5B6A1D5-D4A0-0455-D409-46749EB6EFCA}"/>
                    </a:ext>
                  </a:extLst>
                </p14:cNvPr>
                <p14:cNvContentPartPr/>
                <p14:nvPr/>
              </p14:nvContentPartPr>
              <p14:xfrm>
                <a:off x="5147424" y="4275216"/>
                <a:ext cx="164160" cy="130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5B6A1D5-D4A0-0455-D409-46749EB6EFC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38424" y="4266576"/>
                  <a:ext cx="1818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E635229-E299-3F68-FF70-3E577E69A944}"/>
                    </a:ext>
                  </a:extLst>
                </p14:cNvPr>
                <p14:cNvContentPartPr/>
                <p14:nvPr/>
              </p14:nvContentPartPr>
              <p14:xfrm>
                <a:off x="5340024" y="4365936"/>
                <a:ext cx="58680" cy="112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E635229-E299-3F68-FF70-3E577E69A94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331384" y="4356936"/>
                  <a:ext cx="76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77579D3-550C-B9BA-9412-3AB716B7CD06}"/>
                    </a:ext>
                  </a:extLst>
                </p14:cNvPr>
                <p14:cNvContentPartPr/>
                <p14:nvPr/>
              </p14:nvContentPartPr>
              <p14:xfrm>
                <a:off x="5494464" y="4251816"/>
                <a:ext cx="57600" cy="109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77579D3-550C-B9BA-9412-3AB716B7CD0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85824" y="4242816"/>
                  <a:ext cx="752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7962609-0FA3-13A7-513B-064E5A0D785C}"/>
                    </a:ext>
                  </a:extLst>
                </p14:cNvPr>
                <p14:cNvContentPartPr/>
                <p14:nvPr/>
              </p14:nvContentPartPr>
              <p14:xfrm>
                <a:off x="5607504" y="4315896"/>
                <a:ext cx="15480" cy="291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7962609-0FA3-13A7-513B-064E5A0D785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98864" y="4306896"/>
                  <a:ext cx="331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2257709-0BBA-7A07-40A4-75BE3813C920}"/>
                    </a:ext>
                  </a:extLst>
                </p14:cNvPr>
                <p14:cNvContentPartPr/>
                <p14:nvPr/>
              </p14:nvContentPartPr>
              <p14:xfrm>
                <a:off x="5689224" y="4243896"/>
                <a:ext cx="63000" cy="838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2257709-0BBA-7A07-40A4-75BE3813C92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680584" y="4234896"/>
                  <a:ext cx="806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71AFE3D-4D3B-0F8E-6CFC-CCC99EAF256A}"/>
                    </a:ext>
                  </a:extLst>
                </p14:cNvPr>
                <p14:cNvContentPartPr/>
                <p14:nvPr/>
              </p14:nvContentPartPr>
              <p14:xfrm>
                <a:off x="5719104" y="4142016"/>
                <a:ext cx="132840" cy="52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71AFE3D-4D3B-0F8E-6CFC-CCC99EAF256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10104" y="4133376"/>
                  <a:ext cx="15048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0F27D713-E1FE-ADE1-EE90-C0DDFAE6EFBF}"/>
              </a:ext>
            </a:extLst>
          </p:cNvPr>
          <p:cNvGrpSpPr/>
          <p:nvPr/>
        </p:nvGrpSpPr>
        <p:grpSpPr>
          <a:xfrm>
            <a:off x="7147224" y="1753416"/>
            <a:ext cx="434880" cy="141840"/>
            <a:chOff x="7147224" y="1753416"/>
            <a:chExt cx="434880" cy="14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1582BFE-0457-DABD-3948-307E57C25FCB}"/>
                    </a:ext>
                  </a:extLst>
                </p14:cNvPr>
                <p14:cNvContentPartPr/>
                <p14:nvPr/>
              </p14:nvContentPartPr>
              <p14:xfrm>
                <a:off x="7147224" y="1760976"/>
                <a:ext cx="96120" cy="936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1582BFE-0457-DABD-3948-307E57C25FC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38224" y="1752336"/>
                  <a:ext cx="1137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FCFDBB0-6B9D-EE01-E113-BDF24E9F8B4A}"/>
                    </a:ext>
                  </a:extLst>
                </p14:cNvPr>
                <p14:cNvContentPartPr/>
                <p14:nvPr/>
              </p14:nvContentPartPr>
              <p14:xfrm>
                <a:off x="7275384" y="1815696"/>
                <a:ext cx="19800" cy="79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FCFDBB0-6B9D-EE01-E113-BDF24E9F8B4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66384" y="1806696"/>
                  <a:ext cx="37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D7B6B01-9DA5-F5C9-0CF6-77C7E7896EB4}"/>
                    </a:ext>
                  </a:extLst>
                </p14:cNvPr>
                <p14:cNvContentPartPr/>
                <p14:nvPr/>
              </p14:nvContentPartPr>
              <p14:xfrm>
                <a:off x="7412544" y="1753416"/>
                <a:ext cx="169560" cy="1177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D7B6B01-9DA5-F5C9-0CF6-77C7E7896EB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03544" y="1744416"/>
                  <a:ext cx="18720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750E170E-5C97-A4C5-213E-F6BA5127EE52}"/>
              </a:ext>
            </a:extLst>
          </p:cNvPr>
          <p:cNvGrpSpPr/>
          <p:nvPr/>
        </p:nvGrpSpPr>
        <p:grpSpPr>
          <a:xfrm>
            <a:off x="7824024" y="4374936"/>
            <a:ext cx="514800" cy="218160"/>
            <a:chOff x="7824024" y="4374936"/>
            <a:chExt cx="51480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D3F43B5-AF47-4BC4-557C-61B88B384ADB}"/>
                    </a:ext>
                  </a:extLst>
                </p14:cNvPr>
                <p14:cNvContentPartPr/>
                <p14:nvPr/>
              </p14:nvContentPartPr>
              <p14:xfrm>
                <a:off x="7871544" y="4463136"/>
                <a:ext cx="4680" cy="32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D3F43B5-AF47-4BC4-557C-61B88B384AD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62544" y="4454496"/>
                  <a:ext cx="223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426660E-9D58-8B06-F772-A8040D50F669}"/>
                    </a:ext>
                  </a:extLst>
                </p14:cNvPr>
                <p14:cNvContentPartPr/>
                <p14:nvPr/>
              </p14:nvContentPartPr>
              <p14:xfrm>
                <a:off x="7824024" y="4438656"/>
                <a:ext cx="127800" cy="154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426660E-9D58-8B06-F772-A8040D50F66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15384" y="4429656"/>
                  <a:ext cx="1454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D4D3AAD-D42B-945E-6863-0C8C954F77FC}"/>
                    </a:ext>
                  </a:extLst>
                </p14:cNvPr>
                <p14:cNvContentPartPr/>
                <p14:nvPr/>
              </p14:nvContentPartPr>
              <p14:xfrm>
                <a:off x="8044344" y="4506696"/>
                <a:ext cx="11160" cy="777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D4D3AAD-D42B-945E-6863-0C8C954F77F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35704" y="4498056"/>
                  <a:ext cx="288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2D15820-9F16-AFC7-996E-7269DD71F539}"/>
                    </a:ext>
                  </a:extLst>
                </p14:cNvPr>
                <p14:cNvContentPartPr/>
                <p14:nvPr/>
              </p14:nvContentPartPr>
              <p14:xfrm>
                <a:off x="8162064" y="4374936"/>
                <a:ext cx="176760" cy="115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2D15820-9F16-AFC7-996E-7269DD71F53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53424" y="4366296"/>
                  <a:ext cx="19440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4A3D0A0-30FD-21BF-B6FC-84800186750F}"/>
              </a:ext>
            </a:extLst>
          </p:cNvPr>
          <p:cNvGrpSpPr/>
          <p:nvPr/>
        </p:nvGrpSpPr>
        <p:grpSpPr>
          <a:xfrm>
            <a:off x="8095824" y="2225376"/>
            <a:ext cx="684360" cy="571320"/>
            <a:chOff x="8095824" y="2225376"/>
            <a:chExt cx="684360" cy="57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B09A717-3738-00BE-1E92-0415AA76545E}"/>
                    </a:ext>
                  </a:extLst>
                </p14:cNvPr>
                <p14:cNvContentPartPr/>
                <p14:nvPr/>
              </p14:nvContentPartPr>
              <p14:xfrm>
                <a:off x="8095824" y="2317896"/>
                <a:ext cx="86760" cy="979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B09A717-3738-00BE-1E92-0415AA76545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087184" y="2309256"/>
                  <a:ext cx="1044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26DE6F3-7407-0CC1-62AA-5DF587293696}"/>
                    </a:ext>
                  </a:extLst>
                </p14:cNvPr>
                <p14:cNvContentPartPr/>
                <p14:nvPr/>
              </p14:nvContentPartPr>
              <p14:xfrm>
                <a:off x="8181864" y="2371536"/>
                <a:ext cx="73080" cy="1382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26DE6F3-7407-0CC1-62AA-5DF58729369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173224" y="2362896"/>
                  <a:ext cx="907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B37A814-425A-40AD-12A1-30743E7F3529}"/>
                    </a:ext>
                  </a:extLst>
                </p14:cNvPr>
                <p14:cNvContentPartPr/>
                <p14:nvPr/>
              </p14:nvContentPartPr>
              <p14:xfrm>
                <a:off x="8293464" y="2326536"/>
                <a:ext cx="96480" cy="165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B37A814-425A-40AD-12A1-30743E7F352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284464" y="2317536"/>
                  <a:ext cx="114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0CE60A2-06DE-BDCE-B599-5EEB871E31ED}"/>
                    </a:ext>
                  </a:extLst>
                </p14:cNvPr>
                <p14:cNvContentPartPr/>
                <p14:nvPr/>
              </p14:nvContentPartPr>
              <p14:xfrm>
                <a:off x="8320104" y="2358576"/>
                <a:ext cx="105480" cy="324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0CE60A2-06DE-BDCE-B599-5EEB871E31E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311104" y="2349936"/>
                  <a:ext cx="123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2B7FBEE-BA61-6EF2-2852-701666E40C3D}"/>
                    </a:ext>
                  </a:extLst>
                </p14:cNvPr>
                <p14:cNvContentPartPr/>
                <p14:nvPr/>
              </p14:nvContentPartPr>
              <p14:xfrm>
                <a:off x="8481384" y="2292696"/>
                <a:ext cx="92160" cy="338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2B7FBEE-BA61-6EF2-2852-701666E40C3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72744" y="2283696"/>
                  <a:ext cx="1098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957ACEA-8591-91C9-BA14-3AB0CB741B74}"/>
                    </a:ext>
                  </a:extLst>
                </p14:cNvPr>
                <p14:cNvContentPartPr/>
                <p14:nvPr/>
              </p14:nvContentPartPr>
              <p14:xfrm>
                <a:off x="8659584" y="2225376"/>
                <a:ext cx="41760" cy="171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957ACEA-8591-91C9-BA14-3AB0CB741B7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50584" y="2216736"/>
                  <a:ext cx="594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A947D1A-C0A0-5AD4-BD36-1BED184A9F54}"/>
                    </a:ext>
                  </a:extLst>
                </p14:cNvPr>
                <p14:cNvContentPartPr/>
                <p14:nvPr/>
              </p14:nvContentPartPr>
              <p14:xfrm>
                <a:off x="8249904" y="2616696"/>
                <a:ext cx="110160" cy="1278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A947D1A-C0A0-5AD4-BD36-1BED184A9F5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41264" y="2607696"/>
                  <a:ext cx="1278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CA0EC98-B249-66A5-998A-24DE4E019916}"/>
                    </a:ext>
                  </a:extLst>
                </p14:cNvPr>
                <p14:cNvContentPartPr/>
                <p14:nvPr/>
              </p14:nvContentPartPr>
              <p14:xfrm>
                <a:off x="8385264" y="2691216"/>
                <a:ext cx="109800" cy="1054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CA0EC98-B249-66A5-998A-24DE4E01991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376624" y="2682216"/>
                  <a:ext cx="1274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9A78A9C-F0E5-1EC4-2CD0-F43E59B4CF69}"/>
                    </a:ext>
                  </a:extLst>
                </p14:cNvPr>
                <p14:cNvContentPartPr/>
                <p14:nvPr/>
              </p14:nvContentPartPr>
              <p14:xfrm>
                <a:off x="8496144" y="2597976"/>
                <a:ext cx="80640" cy="356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9A78A9C-F0E5-1EC4-2CD0-F43E59B4CF6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487144" y="2589336"/>
                  <a:ext cx="982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64A79B8-E75C-70CF-668B-8DDBE304527F}"/>
                    </a:ext>
                  </a:extLst>
                </p14:cNvPr>
                <p14:cNvContentPartPr/>
                <p14:nvPr/>
              </p14:nvContentPartPr>
              <p14:xfrm>
                <a:off x="8495064" y="2637576"/>
                <a:ext cx="122760" cy="385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64A79B8-E75C-70CF-668B-8DDBE304527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486064" y="2628936"/>
                  <a:ext cx="1404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718788B-F1F1-10EC-C4C3-2B9D9D786B3F}"/>
                    </a:ext>
                  </a:extLst>
                </p14:cNvPr>
                <p14:cNvContentPartPr/>
                <p14:nvPr/>
              </p14:nvContentPartPr>
              <p14:xfrm>
                <a:off x="8670024" y="2555496"/>
                <a:ext cx="110160" cy="65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718788B-F1F1-10EC-C4C3-2B9D9D786B3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661024" y="2546496"/>
                  <a:ext cx="12780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630B2C66-F5C2-B7DE-8AD8-2549435AB63F}"/>
              </a:ext>
            </a:extLst>
          </p:cNvPr>
          <p:cNvGrpSpPr/>
          <p:nvPr/>
        </p:nvGrpSpPr>
        <p:grpSpPr>
          <a:xfrm>
            <a:off x="8202024" y="3621456"/>
            <a:ext cx="658800" cy="321840"/>
            <a:chOff x="8202024" y="3621456"/>
            <a:chExt cx="658800" cy="32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20E7537-F1AD-758F-078C-D9F0FF556E61}"/>
                    </a:ext>
                  </a:extLst>
                </p14:cNvPr>
                <p14:cNvContentPartPr/>
                <p14:nvPr/>
              </p14:nvContentPartPr>
              <p14:xfrm>
                <a:off x="8202024" y="3785616"/>
                <a:ext cx="118440" cy="1346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20E7537-F1AD-758F-078C-D9F0FF556E6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93024" y="3776976"/>
                  <a:ext cx="1360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05E0C1B-D4CC-5ECB-38F4-BF1D490A4D81}"/>
                    </a:ext>
                  </a:extLst>
                </p14:cNvPr>
                <p14:cNvContentPartPr/>
                <p14:nvPr/>
              </p14:nvContentPartPr>
              <p14:xfrm>
                <a:off x="8393544" y="3892896"/>
                <a:ext cx="360" cy="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05E0C1B-D4CC-5ECB-38F4-BF1D490A4D8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384904" y="38842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7B96E51-B8F2-8638-3811-0FEA473BDD45}"/>
                    </a:ext>
                  </a:extLst>
                </p14:cNvPr>
                <p14:cNvContentPartPr/>
                <p14:nvPr/>
              </p14:nvContentPartPr>
              <p14:xfrm>
                <a:off x="8338104" y="3867696"/>
                <a:ext cx="57240" cy="756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7B96E51-B8F2-8638-3811-0FEA473BDD4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329104" y="3858696"/>
                  <a:ext cx="74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C7F4EA4-555D-E078-E07A-B893554D20F6}"/>
                    </a:ext>
                  </a:extLst>
                </p14:cNvPr>
                <p14:cNvContentPartPr/>
                <p14:nvPr/>
              </p14:nvContentPartPr>
              <p14:xfrm>
                <a:off x="8351424" y="3860496"/>
                <a:ext cx="96480" cy="50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C7F4EA4-555D-E078-E07A-B893554D20F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342784" y="3851496"/>
                  <a:ext cx="1141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B5AFE5E-0E06-1C11-6294-80E1FA37BFF2}"/>
                    </a:ext>
                  </a:extLst>
                </p14:cNvPr>
                <p14:cNvContentPartPr/>
                <p14:nvPr/>
              </p14:nvContentPartPr>
              <p14:xfrm>
                <a:off x="8498664" y="3767616"/>
                <a:ext cx="73800" cy="241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B5AFE5E-0E06-1C11-6294-80E1FA37BFF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489664" y="3758976"/>
                  <a:ext cx="914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E12B6FC-897B-518B-A7BC-3BD13E259B40}"/>
                    </a:ext>
                  </a:extLst>
                </p14:cNvPr>
                <p14:cNvContentPartPr/>
                <p14:nvPr/>
              </p14:nvContentPartPr>
              <p14:xfrm>
                <a:off x="8524944" y="3774096"/>
                <a:ext cx="106920" cy="44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E12B6FC-897B-518B-A7BC-3BD13E259B4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515944" y="3765096"/>
                  <a:ext cx="1245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264619C-E70F-0DAA-45A9-54B3703E0844}"/>
                    </a:ext>
                  </a:extLst>
                </p14:cNvPr>
                <p14:cNvContentPartPr/>
                <p14:nvPr/>
              </p14:nvContentPartPr>
              <p14:xfrm>
                <a:off x="8674704" y="3709296"/>
                <a:ext cx="107640" cy="270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264619C-E70F-0DAA-45A9-54B3703E084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665704" y="3700656"/>
                  <a:ext cx="125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A7E068F-1AFB-C88B-14C9-2D51D5444FE2}"/>
                    </a:ext>
                  </a:extLst>
                </p14:cNvPr>
                <p14:cNvContentPartPr/>
                <p14:nvPr/>
              </p14:nvContentPartPr>
              <p14:xfrm>
                <a:off x="8831304" y="3621456"/>
                <a:ext cx="29520" cy="137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A7E068F-1AFB-C88B-14C9-2D51D5444FE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822664" y="3612816"/>
                  <a:ext cx="4716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A0C8A440-665C-346F-5ED6-97C3089DC2C3}"/>
              </a:ext>
            </a:extLst>
          </p:cNvPr>
          <p:cNvGrpSpPr/>
          <p:nvPr/>
        </p:nvGrpSpPr>
        <p:grpSpPr>
          <a:xfrm>
            <a:off x="8379504" y="3993336"/>
            <a:ext cx="570240" cy="301680"/>
            <a:chOff x="8379504" y="3993336"/>
            <a:chExt cx="57024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CCFD137-3C4C-39F8-17D5-B6F6CC477E19}"/>
                    </a:ext>
                  </a:extLst>
                </p14:cNvPr>
                <p14:cNvContentPartPr/>
                <p14:nvPr/>
              </p14:nvContentPartPr>
              <p14:xfrm>
                <a:off x="8379504" y="4050936"/>
                <a:ext cx="151920" cy="1346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CCFD137-3C4C-39F8-17D5-B6F6CC477E1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370864" y="4041936"/>
                  <a:ext cx="169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5B91AF4-E3DB-853F-6239-AA4D9293ABF0}"/>
                    </a:ext>
                  </a:extLst>
                </p14:cNvPr>
                <p14:cNvContentPartPr/>
                <p14:nvPr/>
              </p14:nvContentPartPr>
              <p14:xfrm>
                <a:off x="8555184" y="4139856"/>
                <a:ext cx="130680" cy="155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5B91AF4-E3DB-853F-6239-AA4D9293ABF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546544" y="4130856"/>
                  <a:ext cx="1483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F08EAA5-8E1E-A8E5-107B-E27483BA456D}"/>
                    </a:ext>
                  </a:extLst>
                </p14:cNvPr>
                <p14:cNvContentPartPr/>
                <p14:nvPr/>
              </p14:nvContentPartPr>
              <p14:xfrm>
                <a:off x="8704944" y="4048056"/>
                <a:ext cx="68400" cy="298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F08EAA5-8E1E-A8E5-107B-E27483BA456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696304" y="4039056"/>
                  <a:ext cx="860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0B2E71B-AA00-4B90-8AD0-677CFE6D1FC1}"/>
                    </a:ext>
                  </a:extLst>
                </p14:cNvPr>
                <p14:cNvContentPartPr/>
                <p14:nvPr/>
              </p14:nvContentPartPr>
              <p14:xfrm>
                <a:off x="8717904" y="4063536"/>
                <a:ext cx="120240" cy="45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0B2E71B-AA00-4B90-8AD0-677CFE6D1FC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708904" y="4054896"/>
                  <a:ext cx="1378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A45FEAC-4613-59E8-8BD3-7E5736BD392A}"/>
                    </a:ext>
                  </a:extLst>
                </p14:cNvPr>
                <p14:cNvContentPartPr/>
                <p14:nvPr/>
              </p14:nvContentPartPr>
              <p14:xfrm>
                <a:off x="8850024" y="3993336"/>
                <a:ext cx="99720" cy="817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A45FEAC-4613-59E8-8BD3-7E5736BD392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841384" y="3984696"/>
                  <a:ext cx="11736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0E18100-7FC3-5CF7-5F1B-533C9B09C576}"/>
              </a:ext>
            </a:extLst>
          </p:cNvPr>
          <p:cNvGrpSpPr/>
          <p:nvPr/>
        </p:nvGrpSpPr>
        <p:grpSpPr>
          <a:xfrm>
            <a:off x="4418784" y="2577456"/>
            <a:ext cx="422280" cy="339840"/>
            <a:chOff x="4418784" y="2577456"/>
            <a:chExt cx="42228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234A8DC-6EBD-A02E-0400-4CAFA3FA2CA4}"/>
                    </a:ext>
                  </a:extLst>
                </p14:cNvPr>
                <p14:cNvContentPartPr/>
                <p14:nvPr/>
              </p14:nvContentPartPr>
              <p14:xfrm>
                <a:off x="4418784" y="2677176"/>
                <a:ext cx="84960" cy="1551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234A8DC-6EBD-A02E-0400-4CAFA3FA2CA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409784" y="2668536"/>
                  <a:ext cx="102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B0649B7-B2CC-7903-7ACF-B82B0ADCBD8F}"/>
                    </a:ext>
                  </a:extLst>
                </p14:cNvPr>
                <p14:cNvContentPartPr/>
                <p14:nvPr/>
              </p14:nvContentPartPr>
              <p14:xfrm>
                <a:off x="4524624" y="2790936"/>
                <a:ext cx="92880" cy="1263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B0649B7-B2CC-7903-7ACF-B82B0ADCBD8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515624" y="2782296"/>
                  <a:ext cx="1105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6E01F0A-2F43-B369-A109-A777F16E7145}"/>
                    </a:ext>
                  </a:extLst>
                </p14:cNvPr>
                <p14:cNvContentPartPr/>
                <p14:nvPr/>
              </p14:nvContentPartPr>
              <p14:xfrm>
                <a:off x="4633704" y="2673936"/>
                <a:ext cx="118800" cy="1000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6E01F0A-2F43-B369-A109-A777F16E714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625064" y="2664936"/>
                  <a:ext cx="1364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613AB6F-5667-47F3-671F-2A9E79CA8261}"/>
                    </a:ext>
                  </a:extLst>
                </p14:cNvPr>
                <p14:cNvContentPartPr/>
                <p14:nvPr/>
              </p14:nvContentPartPr>
              <p14:xfrm>
                <a:off x="4805064" y="2577456"/>
                <a:ext cx="36000" cy="1119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613AB6F-5667-47F3-671F-2A9E79CA826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796424" y="2568456"/>
                  <a:ext cx="5364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64685B87-5663-8F26-25C4-7693B6196A5F}"/>
              </a:ext>
            </a:extLst>
          </p:cNvPr>
          <p:cNvGrpSpPr/>
          <p:nvPr/>
        </p:nvGrpSpPr>
        <p:grpSpPr>
          <a:xfrm>
            <a:off x="4235544" y="3010536"/>
            <a:ext cx="459360" cy="382320"/>
            <a:chOff x="4235544" y="3010536"/>
            <a:chExt cx="45936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6306B81-DD2A-A16C-5755-7EFCD7661A59}"/>
                    </a:ext>
                  </a:extLst>
                </p14:cNvPr>
                <p14:cNvContentPartPr/>
                <p14:nvPr/>
              </p14:nvContentPartPr>
              <p14:xfrm>
                <a:off x="4235544" y="3063816"/>
                <a:ext cx="101880" cy="1598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6306B81-DD2A-A16C-5755-7EFCD7661A5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226544" y="3055176"/>
                  <a:ext cx="119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ECA1CF9-762A-5F62-743A-416834B0BE56}"/>
                    </a:ext>
                  </a:extLst>
                </p14:cNvPr>
                <p14:cNvContentPartPr/>
                <p14:nvPr/>
              </p14:nvContentPartPr>
              <p14:xfrm>
                <a:off x="4354704" y="3212496"/>
                <a:ext cx="96840" cy="1803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ECA1CF9-762A-5F62-743A-416834B0BE5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345704" y="3203856"/>
                  <a:ext cx="1144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55596E6-2B35-F0D9-0BC0-BD88B9B76693}"/>
                    </a:ext>
                  </a:extLst>
                </p14:cNvPr>
                <p14:cNvContentPartPr/>
                <p14:nvPr/>
              </p14:nvContentPartPr>
              <p14:xfrm>
                <a:off x="4463424" y="3074976"/>
                <a:ext cx="146160" cy="871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55596E6-2B35-F0D9-0BC0-BD88B9B7669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454784" y="3066336"/>
                  <a:ext cx="1638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7D49203-4CA6-7F15-F2EA-2F75FFD13CB4}"/>
                    </a:ext>
                  </a:extLst>
                </p14:cNvPr>
                <p14:cNvContentPartPr/>
                <p14:nvPr/>
              </p14:nvContentPartPr>
              <p14:xfrm>
                <a:off x="4587624" y="3010536"/>
                <a:ext cx="107280" cy="957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7D49203-4CA6-7F15-F2EA-2F75FFD13CB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578624" y="3001896"/>
                  <a:ext cx="12492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1AA24C3-C626-E73D-A2EF-C90B8CA6552D}"/>
              </a:ext>
            </a:extLst>
          </p:cNvPr>
          <p:cNvGrpSpPr/>
          <p:nvPr/>
        </p:nvGrpSpPr>
        <p:grpSpPr>
          <a:xfrm>
            <a:off x="2442744" y="4610016"/>
            <a:ext cx="304560" cy="226800"/>
            <a:chOff x="2442744" y="4610016"/>
            <a:chExt cx="304560" cy="2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D552AA8-8612-82FA-D513-D343F21968A8}"/>
                    </a:ext>
                  </a:extLst>
                </p14:cNvPr>
                <p14:cNvContentPartPr/>
                <p14:nvPr/>
              </p14:nvContentPartPr>
              <p14:xfrm>
                <a:off x="2565504" y="4610016"/>
                <a:ext cx="115560" cy="224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D552AA8-8612-82FA-D513-D343F21968A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556864" y="4601016"/>
                  <a:ext cx="1332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6CA6BA7-DEFC-DF9C-93B2-D3BDF366176A}"/>
                    </a:ext>
                  </a:extLst>
                </p14:cNvPr>
                <p14:cNvContentPartPr/>
                <p14:nvPr/>
              </p14:nvContentPartPr>
              <p14:xfrm>
                <a:off x="2442744" y="4810176"/>
                <a:ext cx="124200" cy="26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6CA6BA7-DEFC-DF9C-93B2-D3BDF366176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433744" y="4801176"/>
                  <a:ext cx="1418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C1AE89F-2310-0229-6574-144CA7C4AD39}"/>
                    </a:ext>
                  </a:extLst>
                </p14:cNvPr>
                <p14:cNvContentPartPr/>
                <p14:nvPr/>
              </p14:nvContentPartPr>
              <p14:xfrm>
                <a:off x="2736144" y="4668696"/>
                <a:ext cx="11160" cy="14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C1AE89F-2310-0229-6574-144CA7C4AD3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727504" y="4660056"/>
                  <a:ext cx="28800" cy="31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3D17DC9-CD0C-5C7E-FCDE-7793DA5889A9}"/>
              </a:ext>
            </a:extLst>
          </p:cNvPr>
          <p:cNvSpPr txBox="1"/>
          <p:nvPr/>
        </p:nvSpPr>
        <p:spPr>
          <a:xfrm>
            <a:off x="2736342" y="560348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wall_dim</a:t>
            </a:r>
            <a:r>
              <a:rPr lang="en-US" dirty="0"/>
              <a:t> = [0.0,2.4,0.0,1.5];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151879-72DF-6285-2ECE-DE34E2D156B1}"/>
              </a:ext>
            </a:extLst>
          </p:cNvPr>
          <p:cNvGrpSpPr/>
          <p:nvPr/>
        </p:nvGrpSpPr>
        <p:grpSpPr>
          <a:xfrm>
            <a:off x="4117104" y="5494896"/>
            <a:ext cx="524160" cy="156960"/>
            <a:chOff x="4117104" y="5494896"/>
            <a:chExt cx="524160" cy="15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27662B1-9F9D-7E46-C4ED-D808730E61A6}"/>
                    </a:ext>
                  </a:extLst>
                </p14:cNvPr>
                <p14:cNvContentPartPr/>
                <p14:nvPr/>
              </p14:nvContentPartPr>
              <p14:xfrm>
                <a:off x="4117104" y="5520816"/>
                <a:ext cx="60120" cy="104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27662B1-9F9D-7E46-C4ED-D808730E61A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108104" y="5511816"/>
                  <a:ext cx="777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37FAAC4-62C7-1925-4439-64F589226F2C}"/>
                    </a:ext>
                  </a:extLst>
                </p14:cNvPr>
                <p14:cNvContentPartPr/>
                <p14:nvPr/>
              </p14:nvContentPartPr>
              <p14:xfrm>
                <a:off x="4120704" y="5494896"/>
                <a:ext cx="110880" cy="92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37FAAC4-62C7-1925-4439-64F589226F2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112064" y="5486256"/>
                  <a:ext cx="1285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0015D30-1E63-AB0F-4B6F-719AE567903E}"/>
                    </a:ext>
                  </a:extLst>
                </p14:cNvPr>
                <p14:cNvContentPartPr/>
                <p14:nvPr/>
              </p14:nvContentPartPr>
              <p14:xfrm>
                <a:off x="4249584" y="5593176"/>
                <a:ext cx="53280" cy="58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0015D30-1E63-AB0F-4B6F-719AE567903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240584" y="5584536"/>
                  <a:ext cx="709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EBC6343-E148-9312-D88A-5588176C2C15}"/>
                    </a:ext>
                  </a:extLst>
                </p14:cNvPr>
                <p14:cNvContentPartPr/>
                <p14:nvPr/>
              </p14:nvContentPartPr>
              <p14:xfrm>
                <a:off x="4472784" y="5531256"/>
                <a:ext cx="70560" cy="99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EBC6343-E148-9312-D88A-5588176C2C1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463784" y="5522616"/>
                  <a:ext cx="88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5B6C833-64F6-4745-9A53-5387A7EA2DC2}"/>
                    </a:ext>
                  </a:extLst>
                </p14:cNvPr>
                <p14:cNvContentPartPr/>
                <p14:nvPr/>
              </p14:nvContentPartPr>
              <p14:xfrm>
                <a:off x="4467384" y="5539176"/>
                <a:ext cx="64440" cy="77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5B6C833-64F6-4745-9A53-5387A7EA2DC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458384" y="5530176"/>
                  <a:ext cx="820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65DB2F-8DB6-ED07-027E-19CB521C40B9}"/>
                    </a:ext>
                  </a:extLst>
                </p14:cNvPr>
                <p14:cNvContentPartPr/>
                <p14:nvPr/>
              </p14:nvContentPartPr>
              <p14:xfrm>
                <a:off x="4544064" y="5563296"/>
                <a:ext cx="97200" cy="69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65DB2F-8DB6-ED07-027E-19CB521C40B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535424" y="5554656"/>
                  <a:ext cx="11484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B1C13E4-069F-8BDC-E365-31FE06A236DD}"/>
              </a:ext>
            </a:extLst>
          </p:cNvPr>
          <p:cNvGrpSpPr/>
          <p:nvPr/>
        </p:nvGrpSpPr>
        <p:grpSpPr>
          <a:xfrm>
            <a:off x="4840344" y="5424696"/>
            <a:ext cx="860760" cy="214920"/>
            <a:chOff x="4840344" y="5424696"/>
            <a:chExt cx="860760" cy="21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0B49D61-9CB4-E2BA-628B-290E451A818A}"/>
                    </a:ext>
                  </a:extLst>
                </p14:cNvPr>
                <p14:cNvContentPartPr/>
                <p14:nvPr/>
              </p14:nvContentPartPr>
              <p14:xfrm>
                <a:off x="4840344" y="5514696"/>
                <a:ext cx="163080" cy="124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0B49D61-9CB4-E2BA-628B-290E451A818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831704" y="5505696"/>
                  <a:ext cx="1807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A001ECF-93C2-3CC8-25BE-235E65AE6E23}"/>
                    </a:ext>
                  </a:extLst>
                </p14:cNvPr>
                <p14:cNvContentPartPr/>
                <p14:nvPr/>
              </p14:nvContentPartPr>
              <p14:xfrm>
                <a:off x="5035464" y="5560416"/>
                <a:ext cx="62640" cy="58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A001ECF-93C2-3CC8-25BE-235E65AE6E2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026824" y="5551776"/>
                  <a:ext cx="802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D5581D2-B322-D56C-4421-BB7A58EFF777}"/>
                    </a:ext>
                  </a:extLst>
                </p14:cNvPr>
                <p14:cNvContentPartPr/>
                <p14:nvPr/>
              </p14:nvContentPartPr>
              <p14:xfrm>
                <a:off x="5234904" y="5486616"/>
                <a:ext cx="114840" cy="116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D5581D2-B322-D56C-4421-BB7A58EFF77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226264" y="5477616"/>
                  <a:ext cx="132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19A9E0A-4437-AC10-6EC3-7F5D66C55CD2}"/>
                    </a:ext>
                  </a:extLst>
                </p14:cNvPr>
                <p14:cNvContentPartPr/>
                <p14:nvPr/>
              </p14:nvContentPartPr>
              <p14:xfrm>
                <a:off x="5404104" y="5515416"/>
                <a:ext cx="86400" cy="57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19A9E0A-4437-AC10-6EC3-7F5D66C55CD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395464" y="5506416"/>
                  <a:ext cx="104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963E23E-C6C2-3B0A-9BE3-0AC9EB835C43}"/>
                    </a:ext>
                  </a:extLst>
                </p14:cNvPr>
                <p14:cNvContentPartPr/>
                <p14:nvPr/>
              </p14:nvContentPartPr>
              <p14:xfrm>
                <a:off x="5485824" y="5424696"/>
                <a:ext cx="215280" cy="164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963E23E-C6C2-3B0A-9BE3-0AC9EB835C4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476824" y="5415696"/>
                  <a:ext cx="23292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C643D5D-A4C8-97A5-FF1B-0157189CC993}"/>
              </a:ext>
            </a:extLst>
          </p:cNvPr>
          <p:cNvGrpSpPr/>
          <p:nvPr/>
        </p:nvGrpSpPr>
        <p:grpSpPr>
          <a:xfrm>
            <a:off x="4009464" y="4853736"/>
            <a:ext cx="351360" cy="277560"/>
            <a:chOff x="4009464" y="4853736"/>
            <a:chExt cx="351360" cy="2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CF71001-F134-4C89-91A0-ABFA38C5B8FA}"/>
                    </a:ext>
                  </a:extLst>
                </p14:cNvPr>
                <p14:cNvContentPartPr/>
                <p14:nvPr/>
              </p14:nvContentPartPr>
              <p14:xfrm>
                <a:off x="4009464" y="4913136"/>
                <a:ext cx="113400" cy="17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CF71001-F134-4C89-91A0-ABFA38C5B8F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000824" y="4904136"/>
                  <a:ext cx="131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389874B-17E2-3C90-D453-5088C86EB4FC}"/>
                    </a:ext>
                  </a:extLst>
                </p14:cNvPr>
                <p14:cNvContentPartPr/>
                <p14:nvPr/>
              </p14:nvContentPartPr>
              <p14:xfrm>
                <a:off x="4182624" y="4853736"/>
                <a:ext cx="81360" cy="177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389874B-17E2-3C90-D453-5088C86EB4F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173624" y="4845096"/>
                  <a:ext cx="990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A9FF087-33ED-CDC0-7F3A-045BFCD3D4CE}"/>
                    </a:ext>
                  </a:extLst>
                </p14:cNvPr>
                <p14:cNvContentPartPr/>
                <p14:nvPr/>
              </p14:nvContentPartPr>
              <p14:xfrm>
                <a:off x="4182624" y="4966776"/>
                <a:ext cx="131400" cy="9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A9FF087-33ED-CDC0-7F3A-045BFCD3D4C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173624" y="4958136"/>
                  <a:ext cx="149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1A29C45-2095-6656-245A-4CD3596B94F9}"/>
                    </a:ext>
                  </a:extLst>
                </p14:cNvPr>
                <p14:cNvContentPartPr/>
                <p14:nvPr/>
              </p14:nvContentPartPr>
              <p14:xfrm>
                <a:off x="4331304" y="5016096"/>
                <a:ext cx="29520" cy="115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1A29C45-2095-6656-245A-4CD3596B94F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322304" y="5007456"/>
                  <a:ext cx="4716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B26ACE-03DF-AE76-3D60-83FBA98DD073}"/>
              </a:ext>
            </a:extLst>
          </p:cNvPr>
          <p:cNvGrpSpPr/>
          <p:nvPr/>
        </p:nvGrpSpPr>
        <p:grpSpPr>
          <a:xfrm>
            <a:off x="4513104" y="4854096"/>
            <a:ext cx="240480" cy="293760"/>
            <a:chOff x="4513104" y="4854096"/>
            <a:chExt cx="24048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1153A9A-46C9-4F9D-6724-CD0F9B83EBDD}"/>
                    </a:ext>
                  </a:extLst>
                </p14:cNvPr>
                <p14:cNvContentPartPr/>
                <p14:nvPr/>
              </p14:nvContentPartPr>
              <p14:xfrm>
                <a:off x="4513104" y="4854096"/>
                <a:ext cx="98640" cy="199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1153A9A-46C9-4F9D-6724-CD0F9B83EBD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504464" y="4845096"/>
                  <a:ext cx="116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2CA2100-9DB2-2509-7A7F-B2213788F623}"/>
                    </a:ext>
                  </a:extLst>
                </p14:cNvPr>
                <p14:cNvContentPartPr/>
                <p14:nvPr/>
              </p14:nvContentPartPr>
              <p14:xfrm>
                <a:off x="4554864" y="4969296"/>
                <a:ext cx="153720" cy="14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2CA2100-9DB2-2509-7A7F-B2213788F62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546224" y="4960296"/>
                  <a:ext cx="171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E241038-B4F6-752A-807B-B800A7C1D71B}"/>
                    </a:ext>
                  </a:extLst>
                </p14:cNvPr>
                <p14:cNvContentPartPr/>
                <p14:nvPr/>
              </p14:nvContentPartPr>
              <p14:xfrm>
                <a:off x="4725144" y="5039856"/>
                <a:ext cx="28440" cy="108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E241038-B4F6-752A-807B-B800A7C1D71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716144" y="5031216"/>
                  <a:ext cx="4608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E294FF3-33B1-2632-6349-B8A47F99F4B1}"/>
              </a:ext>
            </a:extLst>
          </p:cNvPr>
          <p:cNvGrpSpPr/>
          <p:nvPr/>
        </p:nvGrpSpPr>
        <p:grpSpPr>
          <a:xfrm>
            <a:off x="5032944" y="4891896"/>
            <a:ext cx="780840" cy="193680"/>
            <a:chOff x="5032944" y="4891896"/>
            <a:chExt cx="78084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B086E6B-E9D8-2825-A084-5A7DF3F63199}"/>
                    </a:ext>
                  </a:extLst>
                </p14:cNvPr>
                <p14:cNvContentPartPr/>
                <p14:nvPr/>
              </p14:nvContentPartPr>
              <p14:xfrm>
                <a:off x="5032944" y="4972536"/>
                <a:ext cx="133560" cy="16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B086E6B-E9D8-2825-A084-5A7DF3F6319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024304" y="4963536"/>
                  <a:ext cx="1512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E019F5F-07CA-8FA1-FEA8-6D53D88AA93A}"/>
                    </a:ext>
                  </a:extLst>
                </p14:cNvPr>
                <p14:cNvContentPartPr/>
                <p14:nvPr/>
              </p14:nvContentPartPr>
              <p14:xfrm>
                <a:off x="5281704" y="4904856"/>
                <a:ext cx="119160" cy="122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E019F5F-07CA-8FA1-FEA8-6D53D88AA93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272704" y="4896216"/>
                  <a:ext cx="136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9070343-DEC8-70EB-35E3-7950535DAB78}"/>
                    </a:ext>
                  </a:extLst>
                </p14:cNvPr>
                <p14:cNvContentPartPr/>
                <p14:nvPr/>
              </p14:nvContentPartPr>
              <p14:xfrm>
                <a:off x="5307984" y="4891896"/>
                <a:ext cx="114480" cy="25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9070343-DEC8-70EB-35E3-7950535DAB7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299344" y="4883256"/>
                  <a:ext cx="1321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2CB85F4-62BE-AA83-031F-D70ADC3D1BC3}"/>
                    </a:ext>
                  </a:extLst>
                </p14:cNvPr>
                <p14:cNvContentPartPr/>
                <p14:nvPr/>
              </p14:nvContentPartPr>
              <p14:xfrm>
                <a:off x="5485464" y="4998816"/>
                <a:ext cx="33120" cy="86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2CB85F4-62BE-AA83-031F-D70ADC3D1BC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476464" y="4989816"/>
                  <a:ext cx="507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06772D0-A158-8F48-11E8-C0DBCFF15814}"/>
                    </a:ext>
                  </a:extLst>
                </p14:cNvPr>
                <p14:cNvContentPartPr/>
                <p14:nvPr/>
              </p14:nvContentPartPr>
              <p14:xfrm>
                <a:off x="5648904" y="4894416"/>
                <a:ext cx="164880" cy="132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06772D0-A158-8F48-11E8-C0DBCFF1581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640264" y="4885776"/>
                  <a:ext cx="182520" cy="150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1081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8336E-8531-C3B5-A062-C9FC62C5C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784D0CF-080F-D373-E9C7-3B6386A8E6F6}"/>
                  </a:ext>
                </a:extLst>
              </p14:cNvPr>
              <p14:cNvContentPartPr/>
              <p14:nvPr/>
            </p14:nvContentPartPr>
            <p14:xfrm>
              <a:off x="2561184" y="3825936"/>
              <a:ext cx="128880" cy="98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784D0CF-080F-D373-E9C7-3B6386A8E6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2184" y="3816936"/>
                <a:ext cx="1465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5992252-B708-A8F9-7291-AA044C1692EF}"/>
                  </a:ext>
                </a:extLst>
              </p14:cNvPr>
              <p14:cNvContentPartPr/>
              <p14:nvPr/>
            </p14:nvContentPartPr>
            <p14:xfrm>
              <a:off x="2607264" y="3341736"/>
              <a:ext cx="42840" cy="117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5992252-B708-A8F9-7291-AA044C1692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98339" y="3332708"/>
                <a:ext cx="60333" cy="1354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8622F58-C135-FF94-0DAD-A7FD56A3669D}"/>
                  </a:ext>
                </a:extLst>
              </p14:cNvPr>
              <p14:cNvContentPartPr/>
              <p14:nvPr/>
            </p14:nvContentPartPr>
            <p14:xfrm>
              <a:off x="2574144" y="2872656"/>
              <a:ext cx="133920" cy="109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8622F58-C135-FF94-0DAD-A7FD56A3669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65168" y="2863656"/>
                <a:ext cx="151513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68A8301-58AE-A098-02EC-3F66666690D8}"/>
                  </a:ext>
                </a:extLst>
              </p14:cNvPr>
              <p14:cNvContentPartPr/>
              <p14:nvPr/>
            </p14:nvContentPartPr>
            <p14:xfrm>
              <a:off x="2541744" y="2410416"/>
              <a:ext cx="171360" cy="1558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68A8301-58AE-A098-02EC-3F66666690D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32744" y="2401395"/>
                <a:ext cx="189000" cy="173561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2D9E8168-AD83-6572-774A-2A13BFFD0B54}"/>
              </a:ext>
            </a:extLst>
          </p:cNvPr>
          <p:cNvGrpSpPr/>
          <p:nvPr/>
        </p:nvGrpSpPr>
        <p:grpSpPr>
          <a:xfrm>
            <a:off x="2506824" y="1940976"/>
            <a:ext cx="144000" cy="153360"/>
            <a:chOff x="2506824" y="1940976"/>
            <a:chExt cx="144000" cy="15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94C499F-B753-1470-A737-980D2C94D6DD}"/>
                    </a:ext>
                  </a:extLst>
                </p14:cNvPr>
                <p14:cNvContentPartPr/>
                <p14:nvPr/>
              </p14:nvContentPartPr>
              <p14:xfrm>
                <a:off x="2506824" y="1992816"/>
                <a:ext cx="132120" cy="54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94C499F-B753-1470-A737-980D2C94D6D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97824" y="1983816"/>
                  <a:ext cx="1497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293856E-25B2-E785-821B-8C6A2F0C62DD}"/>
                    </a:ext>
                  </a:extLst>
                </p14:cNvPr>
                <p14:cNvContentPartPr/>
                <p14:nvPr/>
              </p14:nvContentPartPr>
              <p14:xfrm>
                <a:off x="2596104" y="1940976"/>
                <a:ext cx="54720" cy="153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293856E-25B2-E785-821B-8C6A2F0C62D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87104" y="1931976"/>
                  <a:ext cx="7236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17BB959-852E-0051-0918-2DAF2195B4E2}"/>
              </a:ext>
            </a:extLst>
          </p:cNvPr>
          <p:cNvGrpSpPr/>
          <p:nvPr/>
        </p:nvGrpSpPr>
        <p:grpSpPr>
          <a:xfrm>
            <a:off x="2533824" y="1416816"/>
            <a:ext cx="138600" cy="282960"/>
            <a:chOff x="2533824" y="1416816"/>
            <a:chExt cx="13860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BE56062-828B-A89B-0F82-8A0669544C0A}"/>
                    </a:ext>
                  </a:extLst>
                </p14:cNvPr>
                <p14:cNvContentPartPr/>
                <p14:nvPr/>
              </p14:nvContentPartPr>
              <p14:xfrm>
                <a:off x="2533824" y="1578456"/>
                <a:ext cx="110520" cy="121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BE56062-828B-A89B-0F82-8A0669544C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24824" y="1569456"/>
                  <a:ext cx="1281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80ECDDF-D0E0-5D94-79A4-46794077BCE8}"/>
                    </a:ext>
                  </a:extLst>
                </p14:cNvPr>
                <p14:cNvContentPartPr/>
                <p14:nvPr/>
              </p14:nvContentPartPr>
              <p14:xfrm>
                <a:off x="2558304" y="1416816"/>
                <a:ext cx="114120" cy="159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80ECDDF-D0E0-5D94-79A4-46794077BCE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49332" y="1407816"/>
                  <a:ext cx="131705" cy="17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1D8C128-06DA-59F3-43E0-40CFF4FF9341}"/>
                  </a:ext>
                </a:extLst>
              </p14:cNvPr>
              <p14:cNvContentPartPr/>
              <p14:nvPr/>
            </p14:nvContentPartPr>
            <p14:xfrm>
              <a:off x="2515464" y="1082736"/>
              <a:ext cx="139680" cy="1436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1D8C128-06DA-59F3-43E0-40CFF4FF934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06464" y="1073736"/>
                <a:ext cx="157320" cy="161280"/>
              </a:xfrm>
              <a:prstGeom prst="rect">
                <a:avLst/>
              </a:prstGeom>
            </p:spPr>
          </p:pic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23C6287-2EFA-9B2E-1B49-BCB2ED57D0FB}"/>
              </a:ext>
            </a:extLst>
          </p:cNvPr>
          <p:cNvCxnSpPr/>
          <p:nvPr/>
        </p:nvCxnSpPr>
        <p:spPr>
          <a:xfrm>
            <a:off x="2880360" y="813816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1DF373B-1A4C-8CCF-93F0-486169FCBBFD}"/>
              </a:ext>
            </a:extLst>
          </p:cNvPr>
          <p:cNvCxnSpPr/>
          <p:nvPr/>
        </p:nvCxnSpPr>
        <p:spPr>
          <a:xfrm>
            <a:off x="3389376" y="829056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63F6EAA-25F0-E7E4-9EB1-AECDFD5B871A}"/>
              </a:ext>
            </a:extLst>
          </p:cNvPr>
          <p:cNvCxnSpPr/>
          <p:nvPr/>
        </p:nvCxnSpPr>
        <p:spPr>
          <a:xfrm>
            <a:off x="3837432" y="819912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58A609C-ED87-50B6-1D7F-6C91ED449F43}"/>
              </a:ext>
            </a:extLst>
          </p:cNvPr>
          <p:cNvCxnSpPr/>
          <p:nvPr/>
        </p:nvCxnSpPr>
        <p:spPr>
          <a:xfrm>
            <a:off x="4346448" y="835152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527F7F0-48A9-3803-F99C-3FC53DB201C7}"/>
              </a:ext>
            </a:extLst>
          </p:cNvPr>
          <p:cNvCxnSpPr/>
          <p:nvPr/>
        </p:nvCxnSpPr>
        <p:spPr>
          <a:xfrm>
            <a:off x="4861560" y="829056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2185B72-EDD4-905D-5427-45D031007C52}"/>
              </a:ext>
            </a:extLst>
          </p:cNvPr>
          <p:cNvCxnSpPr/>
          <p:nvPr/>
        </p:nvCxnSpPr>
        <p:spPr>
          <a:xfrm>
            <a:off x="5370576" y="844296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B3878B7-7AB9-ACD9-2A2F-BD8D00EDE063}"/>
              </a:ext>
            </a:extLst>
          </p:cNvPr>
          <p:cNvCxnSpPr/>
          <p:nvPr/>
        </p:nvCxnSpPr>
        <p:spPr>
          <a:xfrm>
            <a:off x="5818632" y="835152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E45C3F9-7D4F-F57B-9ED1-46EEC70C49D2}"/>
              </a:ext>
            </a:extLst>
          </p:cNvPr>
          <p:cNvCxnSpPr/>
          <p:nvPr/>
        </p:nvCxnSpPr>
        <p:spPr>
          <a:xfrm>
            <a:off x="6327648" y="850392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58E157A-657E-36D7-2634-2902555FF3D3}"/>
              </a:ext>
            </a:extLst>
          </p:cNvPr>
          <p:cNvCxnSpPr/>
          <p:nvPr/>
        </p:nvCxnSpPr>
        <p:spPr>
          <a:xfrm>
            <a:off x="6891528" y="856488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2BFCBB3-3AA9-ADEE-B519-F63D7C790C97}"/>
              </a:ext>
            </a:extLst>
          </p:cNvPr>
          <p:cNvCxnSpPr/>
          <p:nvPr/>
        </p:nvCxnSpPr>
        <p:spPr>
          <a:xfrm>
            <a:off x="7400544" y="871728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FF0AF4D-3D30-D7EE-A28C-62BF548F7657}"/>
              </a:ext>
            </a:extLst>
          </p:cNvPr>
          <p:cNvCxnSpPr/>
          <p:nvPr/>
        </p:nvCxnSpPr>
        <p:spPr>
          <a:xfrm>
            <a:off x="7848600" y="862584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6E26944-5732-5D32-AB8E-92189005AADA}"/>
              </a:ext>
            </a:extLst>
          </p:cNvPr>
          <p:cNvCxnSpPr/>
          <p:nvPr/>
        </p:nvCxnSpPr>
        <p:spPr>
          <a:xfrm>
            <a:off x="8357616" y="877824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6DBC039-4FA9-63C2-E74B-DA470AC0F090}"/>
              </a:ext>
            </a:extLst>
          </p:cNvPr>
          <p:cNvCxnSpPr/>
          <p:nvPr/>
        </p:nvCxnSpPr>
        <p:spPr>
          <a:xfrm>
            <a:off x="8872728" y="871728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A4607F4-2197-0254-4DC9-8EFBE771DD3C}"/>
              </a:ext>
            </a:extLst>
          </p:cNvPr>
          <p:cNvCxnSpPr/>
          <p:nvPr/>
        </p:nvCxnSpPr>
        <p:spPr>
          <a:xfrm>
            <a:off x="9381744" y="886968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1BF726A-4CD7-B762-6E97-012DF797D172}"/>
              </a:ext>
            </a:extLst>
          </p:cNvPr>
          <p:cNvCxnSpPr/>
          <p:nvPr/>
        </p:nvCxnSpPr>
        <p:spPr>
          <a:xfrm>
            <a:off x="9829800" y="877824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2B9497D-07B9-797D-CA35-792C7D8ABDB3}"/>
              </a:ext>
            </a:extLst>
          </p:cNvPr>
          <p:cNvCxnSpPr/>
          <p:nvPr/>
        </p:nvCxnSpPr>
        <p:spPr>
          <a:xfrm>
            <a:off x="10338816" y="893064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1D9E3C6-3F46-61F8-119B-11878573C783}"/>
                  </a:ext>
                </a:extLst>
              </p14:cNvPr>
              <p14:cNvContentPartPr/>
              <p14:nvPr/>
            </p14:nvContentPartPr>
            <p14:xfrm>
              <a:off x="6257880" y="585072"/>
              <a:ext cx="131040" cy="1051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1D9E3C6-3F46-61F8-119B-11878573C78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248855" y="576072"/>
                <a:ext cx="148729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97FF0016-99F4-EA2D-A392-076D0F3B0DD5}"/>
                  </a:ext>
                </a:extLst>
              </p14:cNvPr>
              <p14:cNvContentPartPr/>
              <p14:nvPr/>
            </p14:nvContentPartPr>
            <p14:xfrm>
              <a:off x="6818760" y="585072"/>
              <a:ext cx="21240" cy="1155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97FF0016-99F4-EA2D-A392-076D0F3B0DD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09760" y="576072"/>
                <a:ext cx="3888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BEA412E-6C66-FC21-5104-C48E1B478935}"/>
                  </a:ext>
                </a:extLst>
              </p14:cNvPr>
              <p14:cNvContentPartPr/>
              <p14:nvPr/>
            </p14:nvContentPartPr>
            <p14:xfrm>
              <a:off x="7225920" y="586152"/>
              <a:ext cx="156600" cy="950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BEA412E-6C66-FC21-5104-C48E1B47893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16920" y="577152"/>
                <a:ext cx="17424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A91DBE4-ECE2-2943-7C98-86370AE4E05D}"/>
                  </a:ext>
                </a:extLst>
              </p14:cNvPr>
              <p14:cNvContentPartPr/>
              <p14:nvPr/>
            </p14:nvContentPartPr>
            <p14:xfrm>
              <a:off x="7723080" y="519552"/>
              <a:ext cx="128520" cy="1530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A91DBE4-ECE2-2943-7C98-86370AE4E05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714105" y="510531"/>
                <a:ext cx="146111" cy="170682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81E0DCAD-42BF-1F90-6748-1196BD88CE3E}"/>
              </a:ext>
            </a:extLst>
          </p:cNvPr>
          <p:cNvGrpSpPr/>
          <p:nvPr/>
        </p:nvGrpSpPr>
        <p:grpSpPr>
          <a:xfrm>
            <a:off x="8189640" y="487152"/>
            <a:ext cx="139680" cy="194040"/>
            <a:chOff x="4769784" y="496296"/>
            <a:chExt cx="139680" cy="19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2BA9ACF-F7A6-2BC8-FF32-547ADD5E2A3A}"/>
                    </a:ext>
                  </a:extLst>
                </p14:cNvPr>
                <p14:cNvContentPartPr/>
                <p14:nvPr/>
              </p14:nvContentPartPr>
              <p14:xfrm>
                <a:off x="4769784" y="541296"/>
                <a:ext cx="127080" cy="57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2BA9ACF-F7A6-2BC8-FF32-547ADD5E2A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60784" y="532239"/>
                  <a:ext cx="144720" cy="749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7AE8284-1D8D-3FE9-CB64-31B757FF08B9}"/>
                    </a:ext>
                  </a:extLst>
                </p14:cNvPr>
                <p14:cNvContentPartPr/>
                <p14:nvPr/>
              </p14:nvContentPartPr>
              <p14:xfrm>
                <a:off x="4874904" y="496296"/>
                <a:ext cx="34560" cy="194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7AE8284-1D8D-3FE9-CB64-31B757FF08B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65904" y="487296"/>
                  <a:ext cx="5220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F8ADF71-EB31-360C-E1F4-F95323C1AD6D}"/>
              </a:ext>
            </a:extLst>
          </p:cNvPr>
          <p:cNvGrpSpPr/>
          <p:nvPr/>
        </p:nvGrpSpPr>
        <p:grpSpPr>
          <a:xfrm>
            <a:off x="8761680" y="476712"/>
            <a:ext cx="228240" cy="165600"/>
            <a:chOff x="5341824" y="485856"/>
            <a:chExt cx="22824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36D2A31-B50C-897B-2568-D8248B0932D1}"/>
                    </a:ext>
                  </a:extLst>
                </p14:cNvPr>
                <p14:cNvContentPartPr/>
                <p14:nvPr/>
              </p14:nvContentPartPr>
              <p14:xfrm>
                <a:off x="5341824" y="536256"/>
                <a:ext cx="97560" cy="115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36D2A31-B50C-897B-2568-D8248B0932D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32824" y="527228"/>
                  <a:ext cx="115200" cy="132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0304548-E186-04AC-C096-17B4F08B8579}"/>
                    </a:ext>
                  </a:extLst>
                </p14:cNvPr>
                <p14:cNvContentPartPr/>
                <p14:nvPr/>
              </p14:nvContentPartPr>
              <p14:xfrm>
                <a:off x="5398344" y="485856"/>
                <a:ext cx="171720" cy="70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0304548-E186-04AC-C096-17B4F08B857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89325" y="476856"/>
                  <a:ext cx="189397" cy="8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0C21CDE2-CE94-A42B-9073-904182E4F36E}"/>
                  </a:ext>
                </a:extLst>
              </p14:cNvPr>
              <p14:cNvContentPartPr/>
              <p14:nvPr/>
            </p14:nvContentPartPr>
            <p14:xfrm>
              <a:off x="9266040" y="531432"/>
              <a:ext cx="141120" cy="1479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0C21CDE2-CE94-A42B-9073-904182E4F36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257040" y="522432"/>
                <a:ext cx="15876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DC08ED79-C562-1263-B3D8-75C2EB77F364}"/>
              </a:ext>
            </a:extLst>
          </p:cNvPr>
          <p:cNvGrpSpPr/>
          <p:nvPr/>
        </p:nvGrpSpPr>
        <p:grpSpPr>
          <a:xfrm>
            <a:off x="9756000" y="490392"/>
            <a:ext cx="258120" cy="176760"/>
            <a:chOff x="6336144" y="499536"/>
            <a:chExt cx="25812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D2ECA69-820D-BD39-7552-682FCAA9E56D}"/>
                    </a:ext>
                  </a:extLst>
                </p14:cNvPr>
                <p14:cNvContentPartPr/>
                <p14:nvPr/>
              </p14:nvContentPartPr>
              <p14:xfrm>
                <a:off x="6336144" y="499536"/>
                <a:ext cx="104040" cy="176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D2ECA69-820D-BD39-7552-682FCAA9E56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327144" y="490536"/>
                  <a:ext cx="121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6CB864E-11D8-2E71-5C95-E0A17553F8C6}"/>
                    </a:ext>
                  </a:extLst>
                </p14:cNvPr>
                <p14:cNvContentPartPr/>
                <p14:nvPr/>
              </p14:nvContentPartPr>
              <p14:xfrm>
                <a:off x="6355944" y="563616"/>
                <a:ext cx="238320" cy="66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6CB864E-11D8-2E71-5C95-E0A17553F8C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46944" y="554616"/>
                  <a:ext cx="255960" cy="8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26E0A832-1415-3B01-1A44-B1965E067A90}"/>
                  </a:ext>
                </a:extLst>
              </p14:cNvPr>
              <p14:cNvContentPartPr/>
              <p14:nvPr/>
            </p14:nvContentPartPr>
            <p14:xfrm>
              <a:off x="10314720" y="441072"/>
              <a:ext cx="142560" cy="1580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26E0A832-1415-3B01-1A44-B1965E067A9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305720" y="432072"/>
                <a:ext cx="160200" cy="17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F6792EC-7FE0-9668-0351-A1A8D482D58E}"/>
              </a:ext>
            </a:extLst>
          </p:cNvPr>
          <p:cNvGrpSpPr/>
          <p:nvPr/>
        </p:nvGrpSpPr>
        <p:grpSpPr>
          <a:xfrm>
            <a:off x="5626944" y="565776"/>
            <a:ext cx="191160" cy="105120"/>
            <a:chOff x="5626944" y="565776"/>
            <a:chExt cx="191160" cy="10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F929D8F-5B8B-7D02-B474-2F189B625770}"/>
                    </a:ext>
                  </a:extLst>
                </p14:cNvPr>
                <p14:cNvContentPartPr/>
                <p14:nvPr/>
              </p14:nvContentPartPr>
              <p14:xfrm>
                <a:off x="5626944" y="611496"/>
                <a:ext cx="105120" cy="298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F929D8F-5B8B-7D02-B474-2F189B62577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17913" y="602603"/>
                  <a:ext cx="122821" cy="473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747A6CF-82B5-7179-355C-81D7256AE520}"/>
                    </a:ext>
                  </a:extLst>
                </p14:cNvPr>
                <p14:cNvContentPartPr/>
                <p14:nvPr/>
              </p14:nvContentPartPr>
              <p14:xfrm>
                <a:off x="5803344" y="565776"/>
                <a:ext cx="14760" cy="105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747A6CF-82B5-7179-355C-81D7256AE52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94344" y="556807"/>
                  <a:ext cx="32400" cy="1227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BE4E58A-3BEC-64B0-5BBD-1E93E1AE184C}"/>
              </a:ext>
            </a:extLst>
          </p:cNvPr>
          <p:cNvGrpSpPr/>
          <p:nvPr/>
        </p:nvGrpSpPr>
        <p:grpSpPr>
          <a:xfrm>
            <a:off x="5151024" y="574416"/>
            <a:ext cx="265320" cy="111600"/>
            <a:chOff x="5151024" y="574416"/>
            <a:chExt cx="265320" cy="11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7496686-C08B-8610-5736-F24744BD039E}"/>
                    </a:ext>
                  </a:extLst>
                </p14:cNvPr>
                <p14:cNvContentPartPr/>
                <p14:nvPr/>
              </p14:nvContentPartPr>
              <p14:xfrm>
                <a:off x="5151024" y="624816"/>
                <a:ext cx="66960" cy="24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7496686-C08B-8610-5736-F24744BD039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42024" y="615682"/>
                  <a:ext cx="84600" cy="42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7A474D8-68B9-32B7-51A0-9FEB479028C8}"/>
                    </a:ext>
                  </a:extLst>
                </p14:cNvPr>
                <p14:cNvContentPartPr/>
                <p14:nvPr/>
              </p14:nvContentPartPr>
              <p14:xfrm>
                <a:off x="5276664" y="574416"/>
                <a:ext cx="139680" cy="111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7A474D8-68B9-32B7-51A0-9FEB479028C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67664" y="565445"/>
                  <a:ext cx="157320" cy="12918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B7FDB46-A8F6-E29E-D575-F27741B239A6}"/>
              </a:ext>
            </a:extLst>
          </p:cNvPr>
          <p:cNvGrpSpPr/>
          <p:nvPr/>
        </p:nvGrpSpPr>
        <p:grpSpPr>
          <a:xfrm>
            <a:off x="4523184" y="581256"/>
            <a:ext cx="377640" cy="121680"/>
            <a:chOff x="4523184" y="581256"/>
            <a:chExt cx="377640" cy="12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CCDDE1C-E1B1-7F4B-ECDA-ED087487811C}"/>
                    </a:ext>
                  </a:extLst>
                </p14:cNvPr>
                <p14:cNvContentPartPr/>
                <p14:nvPr/>
              </p14:nvContentPartPr>
              <p14:xfrm>
                <a:off x="4523184" y="646056"/>
                <a:ext cx="107640" cy="56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CCDDE1C-E1B1-7F4B-ECDA-ED087487811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14184" y="637056"/>
                  <a:ext cx="1252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85066CA-D25D-CE13-9A08-C81705581B3D}"/>
                    </a:ext>
                  </a:extLst>
                </p14:cNvPr>
                <p14:cNvContentPartPr/>
                <p14:nvPr/>
              </p14:nvContentPartPr>
              <p14:xfrm>
                <a:off x="4748544" y="581256"/>
                <a:ext cx="152280" cy="105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85066CA-D25D-CE13-9A08-C81705581B3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39544" y="572256"/>
                  <a:ext cx="16992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F54B86F-D935-FAAB-194B-6CD2863514FE}"/>
              </a:ext>
            </a:extLst>
          </p:cNvPr>
          <p:cNvGrpSpPr/>
          <p:nvPr/>
        </p:nvGrpSpPr>
        <p:grpSpPr>
          <a:xfrm>
            <a:off x="3210264" y="511416"/>
            <a:ext cx="1167480" cy="200160"/>
            <a:chOff x="3210264" y="511416"/>
            <a:chExt cx="116748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B05F92D-EE87-9AA4-6379-43D4FDD2813D}"/>
                    </a:ext>
                  </a:extLst>
                </p14:cNvPr>
                <p14:cNvContentPartPr/>
                <p14:nvPr/>
              </p14:nvContentPartPr>
              <p14:xfrm>
                <a:off x="4071384" y="624816"/>
                <a:ext cx="113760" cy="61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B05F92D-EE87-9AA4-6379-43D4FDD2813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62384" y="615816"/>
                  <a:ext cx="1314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4E9591C-0677-A825-D3E9-B749A25DB46B}"/>
                    </a:ext>
                  </a:extLst>
                </p14:cNvPr>
                <p14:cNvContentPartPr/>
                <p14:nvPr/>
              </p14:nvContentPartPr>
              <p14:xfrm>
                <a:off x="4232664" y="558936"/>
                <a:ext cx="145080" cy="56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4E9591C-0677-A825-D3E9-B749A25DB46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23686" y="549936"/>
                  <a:ext cx="162676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1088265-980C-DC3E-4437-15F3E7527936}"/>
                    </a:ext>
                  </a:extLst>
                </p14:cNvPr>
                <p14:cNvContentPartPr/>
                <p14:nvPr/>
              </p14:nvContentPartPr>
              <p14:xfrm>
                <a:off x="4356144" y="531576"/>
                <a:ext cx="12960" cy="178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1088265-980C-DC3E-4437-15F3E752793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47144" y="522594"/>
                  <a:ext cx="30600" cy="1965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6ACAB51-EC68-C5CC-F467-5F9FB33A71E8}"/>
                    </a:ext>
                  </a:extLst>
                </p14:cNvPr>
                <p14:cNvContentPartPr/>
                <p14:nvPr/>
              </p14:nvContentPartPr>
              <p14:xfrm>
                <a:off x="3642984" y="622296"/>
                <a:ext cx="81720" cy="720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6ACAB51-EC68-C5CC-F467-5F9FB33A71E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33944" y="613296"/>
                  <a:ext cx="99438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60950D4-0C15-B8A6-4034-3E6BEDCC56FD}"/>
                    </a:ext>
                  </a:extLst>
                </p14:cNvPr>
                <p14:cNvContentPartPr/>
                <p14:nvPr/>
              </p14:nvContentPartPr>
              <p14:xfrm>
                <a:off x="3827304" y="566856"/>
                <a:ext cx="96120" cy="144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60950D4-0C15-B8A6-4034-3E6BEDCC56F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18304" y="557856"/>
                  <a:ext cx="1137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4E013AF-E29F-4925-2DFC-A79E51E26B36}"/>
                    </a:ext>
                  </a:extLst>
                </p14:cNvPr>
                <p14:cNvContentPartPr/>
                <p14:nvPr/>
              </p14:nvContentPartPr>
              <p14:xfrm>
                <a:off x="3859344" y="511416"/>
                <a:ext cx="81360" cy="70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4E013AF-E29F-4925-2DFC-A79E51E26B3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50344" y="502416"/>
                  <a:ext cx="990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E3AE692-3484-8218-9469-FFFD7DF9F655}"/>
                    </a:ext>
                  </a:extLst>
                </p14:cNvPr>
                <p14:cNvContentPartPr/>
                <p14:nvPr/>
              </p14:nvContentPartPr>
              <p14:xfrm>
                <a:off x="3210264" y="624096"/>
                <a:ext cx="121680" cy="74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E3AE692-3484-8218-9469-FFFD7DF9F65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01264" y="615096"/>
                  <a:ext cx="1393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25B4A7A-75A1-2BA2-6972-54E423ABBD54}"/>
                    </a:ext>
                  </a:extLst>
                </p14:cNvPr>
                <p14:cNvContentPartPr/>
                <p14:nvPr/>
              </p14:nvContentPartPr>
              <p14:xfrm>
                <a:off x="3409704" y="556416"/>
                <a:ext cx="132480" cy="105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25B4A7A-75A1-2BA2-6972-54E423ABBD5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00704" y="547447"/>
                  <a:ext cx="150120" cy="1230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8237FE5-C1B1-A69B-0051-FEFE5A3E13AE}"/>
              </a:ext>
            </a:extLst>
          </p:cNvPr>
          <p:cNvGrpSpPr/>
          <p:nvPr/>
        </p:nvGrpSpPr>
        <p:grpSpPr>
          <a:xfrm>
            <a:off x="2614464" y="547416"/>
            <a:ext cx="355680" cy="154080"/>
            <a:chOff x="2614464" y="547416"/>
            <a:chExt cx="355680" cy="15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02AA69F-4A4F-FE6D-3145-C0C38358FEAD}"/>
                    </a:ext>
                  </a:extLst>
                </p14:cNvPr>
                <p14:cNvContentPartPr/>
                <p14:nvPr/>
              </p14:nvContentPartPr>
              <p14:xfrm>
                <a:off x="2614464" y="657936"/>
                <a:ext cx="132840" cy="43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02AA69F-4A4F-FE6D-3145-C0C38358FEA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605464" y="648936"/>
                  <a:ext cx="1504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20C46B6-5CA8-7EC0-5DB2-0C39D5E1B117}"/>
                    </a:ext>
                  </a:extLst>
                </p14:cNvPr>
                <p14:cNvContentPartPr/>
                <p14:nvPr/>
              </p14:nvContentPartPr>
              <p14:xfrm>
                <a:off x="2800224" y="547416"/>
                <a:ext cx="160920" cy="142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20C46B6-5CA8-7EC0-5DB2-0C39D5E1B11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91224" y="538393"/>
                  <a:ext cx="178560" cy="1606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76C9BBB-6204-3E8A-ABB0-298C434A4F86}"/>
                    </a:ext>
                  </a:extLst>
                </p14:cNvPr>
                <p14:cNvContentPartPr/>
                <p14:nvPr/>
              </p14:nvContentPartPr>
              <p14:xfrm>
                <a:off x="2850264" y="666576"/>
                <a:ext cx="360" cy="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76C9BBB-6204-3E8A-ABB0-298C434A4F8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41264" y="6575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0742AB8-EB2C-B2E6-91EC-E5C9612943ED}"/>
                    </a:ext>
                  </a:extLst>
                </p14:cNvPr>
                <p14:cNvContentPartPr/>
                <p14:nvPr/>
              </p14:nvContentPartPr>
              <p14:xfrm>
                <a:off x="2886264" y="608616"/>
                <a:ext cx="83880" cy="50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0742AB8-EB2C-B2E6-91EC-E5C9612943E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77264" y="599680"/>
                  <a:ext cx="101520" cy="67554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5" name="Oval 144">
            <a:extLst>
              <a:ext uri="{FF2B5EF4-FFF2-40B4-BE49-F238E27FC236}">
                <a16:creationId xmlns:a16="http://schemas.microsoft.com/office/drawing/2014/main" id="{DF04387C-A44B-5138-DAAA-6F2E19DDAD80}"/>
              </a:ext>
            </a:extLst>
          </p:cNvPr>
          <p:cNvSpPr/>
          <p:nvPr/>
        </p:nvSpPr>
        <p:spPr>
          <a:xfrm>
            <a:off x="4873752" y="2029968"/>
            <a:ext cx="960120" cy="96012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97D05597-F4E0-5D44-A260-E0E964DA0EB5}"/>
                  </a:ext>
                </a:extLst>
              </p14:cNvPr>
              <p14:cNvContentPartPr/>
              <p14:nvPr/>
            </p14:nvContentPartPr>
            <p14:xfrm>
              <a:off x="5332248" y="2497248"/>
              <a:ext cx="71640" cy="968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97D05597-F4E0-5D44-A260-E0E964DA0EB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323248" y="2488214"/>
                <a:ext cx="89280" cy="114546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0B4E512A-2D1E-73A1-4671-09BD0155B182}"/>
              </a:ext>
            </a:extLst>
          </p:cNvPr>
          <p:cNvGrpSpPr/>
          <p:nvPr/>
        </p:nvGrpSpPr>
        <p:grpSpPr>
          <a:xfrm>
            <a:off x="5346192" y="3334512"/>
            <a:ext cx="960120" cy="960120"/>
            <a:chOff x="5364480" y="3133344"/>
            <a:chExt cx="960120" cy="960120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01D15F62-BCDC-9B4F-4D07-F758FBB948D9}"/>
                </a:ext>
              </a:extLst>
            </p:cNvPr>
            <p:cNvSpPr/>
            <p:nvPr/>
          </p:nvSpPr>
          <p:spPr>
            <a:xfrm>
              <a:off x="5364480" y="3133344"/>
              <a:ext cx="960120" cy="960120"/>
            </a:xfrm>
            <a:prstGeom prst="ellipse">
              <a:avLst/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1B6D42E-8040-2C9E-BBDF-12C835E6DA28}"/>
                    </a:ext>
                  </a:extLst>
                </p14:cNvPr>
                <p14:cNvContentPartPr/>
                <p14:nvPr/>
              </p14:nvContentPartPr>
              <p14:xfrm>
                <a:off x="5783256" y="3583224"/>
                <a:ext cx="93960" cy="117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1B6D42E-8040-2C9E-BBDF-12C835E6DA2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74256" y="3574251"/>
                  <a:ext cx="111600" cy="13530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B2F143C-E43D-D2CB-8961-492D16FB5797}"/>
              </a:ext>
            </a:extLst>
          </p:cNvPr>
          <p:cNvGrpSpPr/>
          <p:nvPr/>
        </p:nvGrpSpPr>
        <p:grpSpPr>
          <a:xfrm>
            <a:off x="7156944" y="3481416"/>
            <a:ext cx="415800" cy="179640"/>
            <a:chOff x="7156944" y="3481416"/>
            <a:chExt cx="415800" cy="17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A5CFFAE-D810-0AF2-D912-380C5675239F}"/>
                    </a:ext>
                  </a:extLst>
                </p14:cNvPr>
                <p14:cNvContentPartPr/>
                <p14:nvPr/>
              </p14:nvContentPartPr>
              <p14:xfrm>
                <a:off x="7156944" y="3512016"/>
                <a:ext cx="192600" cy="118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A5CFFAE-D810-0AF2-D912-380C5675239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47944" y="3503376"/>
                  <a:ext cx="2102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DFA2E84-7C50-4BE0-C7C4-6DB576B6A96F}"/>
                    </a:ext>
                  </a:extLst>
                </p14:cNvPr>
                <p14:cNvContentPartPr/>
                <p14:nvPr/>
              </p14:nvContentPartPr>
              <p14:xfrm>
                <a:off x="7399584" y="3564936"/>
                <a:ext cx="36720" cy="96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DFA2E84-7C50-4BE0-C7C4-6DB576B6A96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390944" y="3555936"/>
                  <a:ext cx="54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2B1FD21-4708-3401-63A7-4DA98B535844}"/>
                    </a:ext>
                  </a:extLst>
                </p14:cNvPr>
                <p14:cNvContentPartPr/>
                <p14:nvPr/>
              </p14:nvContentPartPr>
              <p14:xfrm>
                <a:off x="7526304" y="3481416"/>
                <a:ext cx="46440" cy="111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2B1FD21-4708-3401-63A7-4DA98B53584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517664" y="3472776"/>
                  <a:ext cx="6408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E9BD44F-7D71-26C2-E41F-91993ECC52EA}"/>
              </a:ext>
            </a:extLst>
          </p:cNvPr>
          <p:cNvGrpSpPr/>
          <p:nvPr/>
        </p:nvGrpSpPr>
        <p:grpSpPr>
          <a:xfrm>
            <a:off x="5462424" y="1607616"/>
            <a:ext cx="612720" cy="194040"/>
            <a:chOff x="5462424" y="1607616"/>
            <a:chExt cx="612720" cy="19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566AF8A-3A20-450B-F2D6-A3940D979036}"/>
                    </a:ext>
                  </a:extLst>
                </p14:cNvPr>
                <p14:cNvContentPartPr/>
                <p14:nvPr/>
              </p14:nvContentPartPr>
              <p14:xfrm>
                <a:off x="5462424" y="1742256"/>
                <a:ext cx="79200" cy="36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566AF8A-3A20-450B-F2D6-A3940D97903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53784" y="1733616"/>
                  <a:ext cx="968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A648548-88E2-E79E-C2C8-28709446D3CA}"/>
                    </a:ext>
                  </a:extLst>
                </p14:cNvPr>
                <p14:cNvContentPartPr/>
                <p14:nvPr/>
              </p14:nvContentPartPr>
              <p14:xfrm>
                <a:off x="5581944" y="1666656"/>
                <a:ext cx="184680" cy="96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A648548-88E2-E79E-C2C8-28709446D3C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72944" y="1657656"/>
                  <a:ext cx="2023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B08F512-E8D6-0171-331C-47F07F7FD2CB}"/>
                    </a:ext>
                  </a:extLst>
                </p14:cNvPr>
                <p14:cNvContentPartPr/>
                <p14:nvPr/>
              </p14:nvContentPartPr>
              <p14:xfrm>
                <a:off x="5867424" y="1693296"/>
                <a:ext cx="41040" cy="108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B08F512-E8D6-0171-331C-47F07F7FD2C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58784" y="1684296"/>
                  <a:ext cx="586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43A47B3-7B55-391E-F58B-4EB4B9CCDA26}"/>
                    </a:ext>
                  </a:extLst>
                </p14:cNvPr>
                <p14:cNvContentPartPr/>
                <p14:nvPr/>
              </p14:nvContentPartPr>
              <p14:xfrm>
                <a:off x="5921784" y="1607616"/>
                <a:ext cx="153360" cy="119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43A47B3-7B55-391E-F58B-4EB4B9CCDA2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13144" y="1598616"/>
                  <a:ext cx="171000" cy="137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46359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0BBF6F6-C583-571E-4B34-BFEC2072D79D}"/>
              </a:ext>
            </a:extLst>
          </p:cNvPr>
          <p:cNvGrpSpPr/>
          <p:nvPr/>
        </p:nvGrpSpPr>
        <p:grpSpPr>
          <a:xfrm>
            <a:off x="882504" y="837936"/>
            <a:ext cx="1015920" cy="311400"/>
            <a:chOff x="882504" y="837936"/>
            <a:chExt cx="101592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EDF2A83-3224-272B-09D7-CC540CF3C2BB}"/>
                    </a:ext>
                  </a:extLst>
                </p14:cNvPr>
                <p14:cNvContentPartPr/>
                <p14:nvPr/>
              </p14:nvContentPartPr>
              <p14:xfrm>
                <a:off x="892944" y="862056"/>
                <a:ext cx="200160" cy="240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EDF2A83-3224-272B-09D7-CC540CF3C2B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83944" y="853056"/>
                  <a:ext cx="2178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050E0A-9FCB-3C2F-5B21-70BD30E173C6}"/>
                    </a:ext>
                  </a:extLst>
                </p14:cNvPr>
                <p14:cNvContentPartPr/>
                <p14:nvPr/>
              </p14:nvContentPartPr>
              <p14:xfrm>
                <a:off x="882504" y="1015776"/>
                <a:ext cx="194040" cy="40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050E0A-9FCB-3C2F-5B21-70BD30E173C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3504" y="1006776"/>
                  <a:ext cx="2116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BCD5E2D-6378-2428-4F5F-5E4FAA92494D}"/>
                    </a:ext>
                  </a:extLst>
                </p14:cNvPr>
                <p14:cNvContentPartPr/>
                <p14:nvPr/>
              </p14:nvContentPartPr>
              <p14:xfrm>
                <a:off x="1199304" y="837936"/>
                <a:ext cx="128880" cy="311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BCD5E2D-6378-2428-4F5F-5E4FAA92494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0664" y="828936"/>
                  <a:ext cx="1465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0FF5F48-35E1-F0E1-AF1A-8904C9EEE311}"/>
                    </a:ext>
                  </a:extLst>
                </p14:cNvPr>
                <p14:cNvContentPartPr/>
                <p14:nvPr/>
              </p14:nvContentPartPr>
              <p14:xfrm>
                <a:off x="1328184" y="977976"/>
                <a:ext cx="246600" cy="124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0FF5F48-35E1-F0E1-AF1A-8904C9EEE31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19184" y="969336"/>
                  <a:ext cx="2642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EDC502E-D6C9-EF41-6635-7D2E9ACC0452}"/>
                    </a:ext>
                  </a:extLst>
                </p14:cNvPr>
                <p14:cNvContentPartPr/>
                <p14:nvPr/>
              </p14:nvContentPartPr>
              <p14:xfrm>
                <a:off x="1570104" y="907776"/>
                <a:ext cx="101160" cy="72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EDC502E-D6C9-EF41-6635-7D2E9ACC045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61464" y="899136"/>
                  <a:ext cx="1188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5EC4930-B51D-915C-1A67-70B284718F6F}"/>
                    </a:ext>
                  </a:extLst>
                </p14:cNvPr>
                <p14:cNvContentPartPr/>
                <p14:nvPr/>
              </p14:nvContentPartPr>
              <p14:xfrm>
                <a:off x="1700784" y="846936"/>
                <a:ext cx="197640" cy="281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5EC4930-B51D-915C-1A67-70B284718F6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92144" y="837936"/>
                  <a:ext cx="215280" cy="29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77DE576-E3B1-578C-C59A-A14877B6F88D}"/>
                  </a:ext>
                </a:extLst>
              </p14:cNvPr>
              <p14:cNvContentPartPr/>
              <p14:nvPr/>
            </p14:nvContentPartPr>
            <p14:xfrm>
              <a:off x="2213064" y="966096"/>
              <a:ext cx="212400" cy="72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77DE576-E3B1-578C-C59A-A14877B6F88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04424" y="957096"/>
                <a:ext cx="230040" cy="9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5BFF072C-7FB1-B0C2-84EE-6567A0B3461E}"/>
              </a:ext>
            </a:extLst>
          </p:cNvPr>
          <p:cNvGrpSpPr/>
          <p:nvPr/>
        </p:nvGrpSpPr>
        <p:grpSpPr>
          <a:xfrm>
            <a:off x="2686464" y="790416"/>
            <a:ext cx="650880" cy="290880"/>
            <a:chOff x="2686464" y="790416"/>
            <a:chExt cx="65088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964F326-4F03-3D67-E8C4-6A9678473C79}"/>
                    </a:ext>
                  </a:extLst>
                </p14:cNvPr>
                <p14:cNvContentPartPr/>
                <p14:nvPr/>
              </p14:nvContentPartPr>
              <p14:xfrm>
                <a:off x="2714184" y="970056"/>
                <a:ext cx="3348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964F326-4F03-3D67-E8C4-6A9678473C7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05184" y="961056"/>
                  <a:ext cx="511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4CD555-EFD6-B2A2-6B1A-F9484DB4C558}"/>
                    </a:ext>
                  </a:extLst>
                </p14:cNvPr>
                <p14:cNvContentPartPr/>
                <p14:nvPr/>
              </p14:nvContentPartPr>
              <p14:xfrm>
                <a:off x="2804544" y="971136"/>
                <a:ext cx="37440" cy="88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4CD555-EFD6-B2A2-6B1A-F9484DB4C55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95904" y="962136"/>
                  <a:ext cx="55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5AB74D1-1147-9CC6-B9AD-217DED5BE1D7}"/>
                    </a:ext>
                  </a:extLst>
                </p14:cNvPr>
                <p14:cNvContentPartPr/>
                <p14:nvPr/>
              </p14:nvContentPartPr>
              <p14:xfrm>
                <a:off x="2686464" y="941976"/>
                <a:ext cx="154440" cy="16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5AB74D1-1147-9CC6-B9AD-217DED5BE1D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77824" y="933336"/>
                  <a:ext cx="172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F8CE37E-EBF0-7FCD-9B6E-AFE5F3F90588}"/>
                    </a:ext>
                  </a:extLst>
                </p14:cNvPr>
                <p14:cNvContentPartPr/>
                <p14:nvPr/>
              </p14:nvContentPartPr>
              <p14:xfrm>
                <a:off x="2946744" y="941256"/>
                <a:ext cx="177480" cy="131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F8CE37E-EBF0-7FCD-9B6E-AFE5F3F9058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37744" y="932256"/>
                  <a:ext cx="1951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5DD2D1C-DA6C-4D90-98A1-79C12B54420E}"/>
                    </a:ext>
                  </a:extLst>
                </p14:cNvPr>
                <p14:cNvContentPartPr/>
                <p14:nvPr/>
              </p14:nvContentPartPr>
              <p14:xfrm>
                <a:off x="3160584" y="790416"/>
                <a:ext cx="176760" cy="82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5DD2D1C-DA6C-4D90-98A1-79C12B54420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51584" y="781416"/>
                  <a:ext cx="19440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CEDD242-185E-0FB2-9070-C14ABB1C4DEB}"/>
              </a:ext>
            </a:extLst>
          </p:cNvPr>
          <p:cNvGrpSpPr/>
          <p:nvPr/>
        </p:nvGrpSpPr>
        <p:grpSpPr>
          <a:xfrm>
            <a:off x="916344" y="1411056"/>
            <a:ext cx="933120" cy="156960"/>
            <a:chOff x="916344" y="1411056"/>
            <a:chExt cx="933120" cy="15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3D18CEF-962C-5AE0-65FA-36F90384019B}"/>
                    </a:ext>
                  </a:extLst>
                </p14:cNvPr>
                <p14:cNvContentPartPr/>
                <p14:nvPr/>
              </p14:nvContentPartPr>
              <p14:xfrm>
                <a:off x="916344" y="1411056"/>
                <a:ext cx="221040" cy="150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3D18CEF-962C-5AE0-65FA-36F90384019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07704" y="1402416"/>
                  <a:ext cx="2386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FB10EA6-5CD3-193C-8A0A-ABEDA91AA9C6}"/>
                    </a:ext>
                  </a:extLst>
                </p14:cNvPr>
                <p14:cNvContentPartPr/>
                <p14:nvPr/>
              </p14:nvContentPartPr>
              <p14:xfrm>
                <a:off x="1637064" y="1462536"/>
                <a:ext cx="100440" cy="21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FB10EA6-5CD3-193C-8A0A-ABEDA91AA9C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28424" y="1453896"/>
                  <a:ext cx="118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E0753C4-6121-81BA-E3DB-B8D9116DEAB9}"/>
                    </a:ext>
                  </a:extLst>
                </p14:cNvPr>
                <p14:cNvContentPartPr/>
                <p14:nvPr/>
              </p14:nvContentPartPr>
              <p14:xfrm>
                <a:off x="1632744" y="1545696"/>
                <a:ext cx="216720" cy="22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E0753C4-6121-81BA-E3DB-B8D9116DEAB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23744" y="1537056"/>
                  <a:ext cx="23436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600FD11-6290-F486-AD8F-306ED787804A}"/>
              </a:ext>
            </a:extLst>
          </p:cNvPr>
          <p:cNvGrpSpPr/>
          <p:nvPr/>
        </p:nvGrpSpPr>
        <p:grpSpPr>
          <a:xfrm>
            <a:off x="2117304" y="1415736"/>
            <a:ext cx="626040" cy="183240"/>
            <a:chOff x="2117304" y="1415736"/>
            <a:chExt cx="626040" cy="18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3EE71BF-0129-5E42-A92D-0CC891A925D0}"/>
                    </a:ext>
                  </a:extLst>
                </p14:cNvPr>
                <p14:cNvContentPartPr/>
                <p14:nvPr/>
              </p14:nvContentPartPr>
              <p14:xfrm>
                <a:off x="2117304" y="1445976"/>
                <a:ext cx="141120" cy="153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3EE71BF-0129-5E42-A92D-0CC891A925D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08664" y="1436976"/>
                  <a:ext cx="1587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12F51F0-6FB3-5F16-A2B5-2F3DADEA9444}"/>
                    </a:ext>
                  </a:extLst>
                </p14:cNvPr>
                <p14:cNvContentPartPr/>
                <p14:nvPr/>
              </p14:nvContentPartPr>
              <p14:xfrm>
                <a:off x="2319984" y="1534536"/>
                <a:ext cx="54000" cy="34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12F51F0-6FB3-5F16-A2B5-2F3DADEA944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311344" y="1525536"/>
                  <a:ext cx="716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9C90E75-3567-70F9-3E15-1D17FA9DFAEE}"/>
                    </a:ext>
                  </a:extLst>
                </p14:cNvPr>
                <p14:cNvContentPartPr/>
                <p14:nvPr/>
              </p14:nvContentPartPr>
              <p14:xfrm>
                <a:off x="2440224" y="1448496"/>
                <a:ext cx="152280" cy="121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9C90E75-3567-70F9-3E15-1D17FA9DFAE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31224" y="1439856"/>
                  <a:ext cx="1699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D9D8F52-4476-98B2-2EFF-0F2EC4751C07}"/>
                    </a:ext>
                  </a:extLst>
                </p14:cNvPr>
                <p14:cNvContentPartPr/>
                <p14:nvPr/>
              </p14:nvContentPartPr>
              <p14:xfrm>
                <a:off x="2506824" y="1415736"/>
                <a:ext cx="236520" cy="12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D9D8F52-4476-98B2-2EFF-0F2EC4751C0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97824" y="1406736"/>
                  <a:ext cx="25416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276F735-88CB-C08D-B19D-460AA9ED0C4A}"/>
              </a:ext>
            </a:extLst>
          </p:cNvPr>
          <p:cNvGrpSpPr/>
          <p:nvPr/>
        </p:nvGrpSpPr>
        <p:grpSpPr>
          <a:xfrm>
            <a:off x="2828304" y="1412136"/>
            <a:ext cx="630000" cy="489240"/>
            <a:chOff x="2828304" y="1412136"/>
            <a:chExt cx="630000" cy="48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265FF1E-5E11-3389-7999-B2E94C99CA3A}"/>
                    </a:ext>
                  </a:extLst>
                </p14:cNvPr>
                <p14:cNvContentPartPr/>
                <p14:nvPr/>
              </p14:nvContentPartPr>
              <p14:xfrm>
                <a:off x="2949984" y="1465056"/>
                <a:ext cx="256680" cy="77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265FF1E-5E11-3389-7999-B2E94C99CA3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41344" y="1456056"/>
                  <a:ext cx="2743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8058BFE-9908-81C9-5940-4C9339ACB8B6}"/>
                    </a:ext>
                  </a:extLst>
                </p14:cNvPr>
                <p14:cNvContentPartPr/>
                <p14:nvPr/>
              </p14:nvContentPartPr>
              <p14:xfrm>
                <a:off x="2925144" y="1596096"/>
                <a:ext cx="358200" cy="19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8058BFE-9908-81C9-5940-4C9339ACB8B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16144" y="1587096"/>
                  <a:ext cx="3758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DEE0317-3CB1-578D-E64C-48312BD79F09}"/>
                    </a:ext>
                  </a:extLst>
                </p14:cNvPr>
                <p14:cNvContentPartPr/>
                <p14:nvPr/>
              </p14:nvContentPartPr>
              <p14:xfrm>
                <a:off x="3053664" y="1640736"/>
                <a:ext cx="150840" cy="159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DEE0317-3CB1-578D-E64C-48312BD79F0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44664" y="1632096"/>
                  <a:ext cx="1684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3EB085A-BB94-7F17-2E22-82B62DE4DAEE}"/>
                    </a:ext>
                  </a:extLst>
                </p14:cNvPr>
                <p14:cNvContentPartPr/>
                <p14:nvPr/>
              </p14:nvContentPartPr>
              <p14:xfrm>
                <a:off x="2828304" y="1412136"/>
                <a:ext cx="259200" cy="489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3EB085A-BB94-7F17-2E22-82B62DE4DAE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19304" y="1403136"/>
                  <a:ext cx="27684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53FDA21-A523-ED9C-C025-D945E4FAFA17}"/>
                    </a:ext>
                  </a:extLst>
                </p14:cNvPr>
                <p14:cNvContentPartPr/>
                <p14:nvPr/>
              </p14:nvContentPartPr>
              <p14:xfrm>
                <a:off x="3224664" y="1457136"/>
                <a:ext cx="233640" cy="366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53FDA21-A523-ED9C-C025-D945E4FAFA1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16024" y="1448496"/>
                  <a:ext cx="251280" cy="38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FA9FF17-7A87-4D94-913F-2CF6B7FF94D3}"/>
              </a:ext>
            </a:extLst>
          </p:cNvPr>
          <p:cNvGrpSpPr/>
          <p:nvPr/>
        </p:nvGrpSpPr>
        <p:grpSpPr>
          <a:xfrm>
            <a:off x="1032624" y="2276136"/>
            <a:ext cx="473400" cy="315720"/>
            <a:chOff x="1032624" y="2276136"/>
            <a:chExt cx="47340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5D0E405-9013-0D6B-1BF6-B6845BA79D58}"/>
                    </a:ext>
                  </a:extLst>
                </p14:cNvPr>
                <p14:cNvContentPartPr/>
                <p14:nvPr/>
              </p14:nvContentPartPr>
              <p14:xfrm>
                <a:off x="1032624" y="2360016"/>
                <a:ext cx="24120" cy="206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5D0E405-9013-0D6B-1BF6-B6845BA79D5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3984" y="2351376"/>
                  <a:ext cx="41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1E762E8-36EB-BFCD-5B96-D821BD04DB24}"/>
                    </a:ext>
                  </a:extLst>
                </p14:cNvPr>
                <p14:cNvContentPartPr/>
                <p14:nvPr/>
              </p14:nvContentPartPr>
              <p14:xfrm>
                <a:off x="1053864" y="2352816"/>
                <a:ext cx="167400" cy="145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1E762E8-36EB-BFCD-5B96-D821BD04DB2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44864" y="2344176"/>
                  <a:ext cx="1850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BFB5AEC-E12C-8C22-482A-B5B0AB73838B}"/>
                    </a:ext>
                  </a:extLst>
                </p14:cNvPr>
                <p14:cNvContentPartPr/>
                <p14:nvPr/>
              </p14:nvContentPartPr>
              <p14:xfrm>
                <a:off x="1195704" y="2276136"/>
                <a:ext cx="33840" cy="240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BFB5AEC-E12C-8C22-482A-B5B0AB73838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87064" y="2267136"/>
                  <a:ext cx="514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4D8956F-AF57-FF36-70A8-460EC44E2071}"/>
                    </a:ext>
                  </a:extLst>
                </p14:cNvPr>
                <p14:cNvContentPartPr/>
                <p14:nvPr/>
              </p14:nvContentPartPr>
              <p14:xfrm>
                <a:off x="1385064" y="2276496"/>
                <a:ext cx="120960" cy="315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4D8956F-AF57-FF36-70A8-460EC44E207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376424" y="2267496"/>
                  <a:ext cx="138600" cy="33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D3CCDE0-1E1B-F4E6-805D-2AFA8A0442D4}"/>
              </a:ext>
            </a:extLst>
          </p:cNvPr>
          <p:cNvGrpSpPr/>
          <p:nvPr/>
        </p:nvGrpSpPr>
        <p:grpSpPr>
          <a:xfrm>
            <a:off x="1584144" y="2286576"/>
            <a:ext cx="887400" cy="324720"/>
            <a:chOff x="1584144" y="2286576"/>
            <a:chExt cx="88740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6482B2D-68D5-8A22-38BC-F45F3155EE7B}"/>
                    </a:ext>
                  </a:extLst>
                </p14:cNvPr>
                <p14:cNvContentPartPr/>
                <p14:nvPr/>
              </p14:nvContentPartPr>
              <p14:xfrm>
                <a:off x="1589544" y="2334096"/>
                <a:ext cx="218880" cy="93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6482B2D-68D5-8A22-38BC-F45F3155EE7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80904" y="2325456"/>
                  <a:ext cx="2365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017AD90-8F57-0C01-7501-5933ED1C01CE}"/>
                    </a:ext>
                  </a:extLst>
                </p14:cNvPr>
                <p14:cNvContentPartPr/>
                <p14:nvPr/>
              </p14:nvContentPartPr>
              <p14:xfrm>
                <a:off x="1584144" y="2455056"/>
                <a:ext cx="276840" cy="54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017AD90-8F57-0C01-7501-5933ED1C01C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75504" y="2446416"/>
                  <a:ext cx="2944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9AA101A-3053-CEA7-E94B-4DFBB0C46734}"/>
                    </a:ext>
                  </a:extLst>
                </p14:cNvPr>
                <p14:cNvContentPartPr/>
                <p14:nvPr/>
              </p14:nvContentPartPr>
              <p14:xfrm>
                <a:off x="1711944" y="2502576"/>
                <a:ext cx="118080" cy="108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9AA101A-3053-CEA7-E94B-4DFBB0C4673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02944" y="2493936"/>
                  <a:ext cx="1357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44438BD-48D8-A38E-C798-2A8344649951}"/>
                    </a:ext>
                  </a:extLst>
                </p14:cNvPr>
                <p14:cNvContentPartPr/>
                <p14:nvPr/>
              </p14:nvContentPartPr>
              <p14:xfrm>
                <a:off x="1936224" y="2496456"/>
                <a:ext cx="236160" cy="98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44438BD-48D8-A38E-C798-2A834464995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927584" y="2487456"/>
                  <a:ext cx="253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215BE13-5AA2-AF29-B277-8AE5D53E376A}"/>
                    </a:ext>
                  </a:extLst>
                </p14:cNvPr>
                <p14:cNvContentPartPr/>
                <p14:nvPr/>
              </p14:nvContentPartPr>
              <p14:xfrm>
                <a:off x="2132064" y="2396736"/>
                <a:ext cx="160560" cy="67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215BE13-5AA2-AF29-B277-8AE5D53E376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23424" y="2387736"/>
                  <a:ext cx="1782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9C725FE-0EA9-A5B3-BD49-7F920D14D5D7}"/>
                    </a:ext>
                  </a:extLst>
                </p14:cNvPr>
                <p14:cNvContentPartPr/>
                <p14:nvPr/>
              </p14:nvContentPartPr>
              <p14:xfrm>
                <a:off x="2241144" y="2286576"/>
                <a:ext cx="230400" cy="298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9C725FE-0EA9-A5B3-BD49-7F920D14D5D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32144" y="2277936"/>
                  <a:ext cx="2480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1B63796-D697-4869-D5E1-538AF300D2B0}"/>
                    </a:ext>
                  </a:extLst>
                </p14:cNvPr>
                <p14:cNvContentPartPr/>
                <p14:nvPr/>
              </p14:nvContentPartPr>
              <p14:xfrm>
                <a:off x="1874664" y="2417976"/>
                <a:ext cx="250200" cy="25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1B63796-D697-4869-D5E1-538AF300D2B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866024" y="2409336"/>
                  <a:ext cx="26784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70D58A9-25AA-E664-62F7-663AB1AE6CC1}"/>
              </a:ext>
            </a:extLst>
          </p:cNvPr>
          <p:cNvGrpSpPr/>
          <p:nvPr/>
        </p:nvGrpSpPr>
        <p:grpSpPr>
          <a:xfrm>
            <a:off x="2696184" y="2372256"/>
            <a:ext cx="177120" cy="70200"/>
            <a:chOff x="2696184" y="2372256"/>
            <a:chExt cx="177120" cy="7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0BA0F26-7B92-640C-E594-4A22ACF7BEA9}"/>
                    </a:ext>
                  </a:extLst>
                </p14:cNvPr>
                <p14:cNvContentPartPr/>
                <p14:nvPr/>
              </p14:nvContentPartPr>
              <p14:xfrm>
                <a:off x="2696184" y="2372256"/>
                <a:ext cx="121680" cy="39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0BA0F26-7B92-640C-E594-4A22ACF7BEA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687184" y="2363616"/>
                  <a:ext cx="1393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F11B9EA-59E7-024F-62D8-007DDF82E6D2}"/>
                    </a:ext>
                  </a:extLst>
                </p14:cNvPr>
                <p14:cNvContentPartPr/>
                <p14:nvPr/>
              </p14:nvContentPartPr>
              <p14:xfrm>
                <a:off x="2748744" y="2427336"/>
                <a:ext cx="124560" cy="15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F11B9EA-59E7-024F-62D8-007DDF82E6D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40104" y="2418336"/>
                  <a:ext cx="1422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AE2B2D6-8D1A-2058-47C8-E6151E6F06A9}"/>
              </a:ext>
            </a:extLst>
          </p:cNvPr>
          <p:cNvGrpSpPr/>
          <p:nvPr/>
        </p:nvGrpSpPr>
        <p:grpSpPr>
          <a:xfrm>
            <a:off x="3183264" y="2134296"/>
            <a:ext cx="2067120" cy="423360"/>
            <a:chOff x="3183264" y="2134296"/>
            <a:chExt cx="2067120" cy="42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F022F91-C263-F8B4-7818-83342319B122}"/>
                    </a:ext>
                  </a:extLst>
                </p14:cNvPr>
                <p14:cNvContentPartPr/>
                <p14:nvPr/>
              </p14:nvContentPartPr>
              <p14:xfrm>
                <a:off x="3183264" y="2291976"/>
                <a:ext cx="262800" cy="108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F022F91-C263-F8B4-7818-83342319B12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74624" y="2283336"/>
                  <a:ext cx="280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60C4ED4-8EBC-8A20-0596-A8D65AD710B3}"/>
                    </a:ext>
                  </a:extLst>
                </p14:cNvPr>
                <p14:cNvContentPartPr/>
                <p14:nvPr/>
              </p14:nvContentPartPr>
              <p14:xfrm>
                <a:off x="3454344" y="2337696"/>
                <a:ext cx="12960" cy="10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60C4ED4-8EBC-8A20-0596-A8D65AD710B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45344" y="2328696"/>
                  <a:ext cx="306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FA73701-2F1D-98A3-A613-957A1F89D0DC}"/>
                    </a:ext>
                  </a:extLst>
                </p14:cNvPr>
                <p14:cNvContentPartPr/>
                <p14:nvPr/>
              </p14:nvContentPartPr>
              <p14:xfrm>
                <a:off x="3549024" y="2219616"/>
                <a:ext cx="143640" cy="338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FA73701-2F1D-98A3-A613-957A1F89D0D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40024" y="2210616"/>
                  <a:ext cx="1612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CBA61FD-F49F-846F-C70F-7BA25589CBA9}"/>
                    </a:ext>
                  </a:extLst>
                </p14:cNvPr>
                <p14:cNvContentPartPr/>
                <p14:nvPr/>
              </p14:nvContentPartPr>
              <p14:xfrm>
                <a:off x="3676104" y="2284056"/>
                <a:ext cx="189360" cy="64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CBA61FD-F49F-846F-C70F-7BA25589CBA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67464" y="2275416"/>
                  <a:ext cx="2070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018AEBC-0F8C-466E-8C35-24408AE7ECFB}"/>
                    </a:ext>
                  </a:extLst>
                </p14:cNvPr>
                <p14:cNvContentPartPr/>
                <p14:nvPr/>
              </p14:nvContentPartPr>
              <p14:xfrm>
                <a:off x="3685464" y="2383056"/>
                <a:ext cx="229320" cy="29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018AEBC-0F8C-466E-8C35-24408AE7ECF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76824" y="2374416"/>
                  <a:ext cx="2469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67C781C-F6A6-8074-8EE9-19DFD94B6B8D}"/>
                    </a:ext>
                  </a:extLst>
                </p14:cNvPr>
                <p14:cNvContentPartPr/>
                <p14:nvPr/>
              </p14:nvContentPartPr>
              <p14:xfrm>
                <a:off x="3788784" y="2428416"/>
                <a:ext cx="140400" cy="92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67C781C-F6A6-8074-8EE9-19DFD94B6B8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80144" y="2419416"/>
                  <a:ext cx="1580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3DF2D10-D94C-0CC8-2BB8-E2796402F30B}"/>
                    </a:ext>
                  </a:extLst>
                </p14:cNvPr>
                <p14:cNvContentPartPr/>
                <p14:nvPr/>
              </p14:nvContentPartPr>
              <p14:xfrm>
                <a:off x="3938184" y="2240856"/>
                <a:ext cx="182880" cy="297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3DF2D10-D94C-0CC8-2BB8-E2796402F30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29544" y="2231856"/>
                  <a:ext cx="2005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5C8FA09-BB61-7EDB-60DE-386D0130958F}"/>
                    </a:ext>
                  </a:extLst>
                </p14:cNvPr>
                <p14:cNvContentPartPr/>
                <p14:nvPr/>
              </p14:nvContentPartPr>
              <p14:xfrm>
                <a:off x="4238064" y="2169576"/>
                <a:ext cx="37080" cy="138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5C8FA09-BB61-7EDB-60DE-386D0130958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29424" y="2160576"/>
                  <a:ext cx="547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F971210-0263-6678-61F2-7B4ED50FF6ED}"/>
                    </a:ext>
                  </a:extLst>
                </p14:cNvPr>
                <p14:cNvContentPartPr/>
                <p14:nvPr/>
              </p14:nvContentPartPr>
              <p14:xfrm>
                <a:off x="4120704" y="2333376"/>
                <a:ext cx="280440" cy="27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F971210-0263-6678-61F2-7B4ED50FF6E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12064" y="2324376"/>
                  <a:ext cx="2980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5965DE2-3961-7A16-205C-ED7029ADF8CF}"/>
                    </a:ext>
                  </a:extLst>
                </p14:cNvPr>
                <p14:cNvContentPartPr/>
                <p14:nvPr/>
              </p14:nvContentPartPr>
              <p14:xfrm>
                <a:off x="4215744" y="2378016"/>
                <a:ext cx="155880" cy="127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5965DE2-3961-7A16-205C-ED7029ADF8C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07104" y="2369016"/>
                  <a:ext cx="1735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2D34375-2CF2-34AC-C4A4-8672E4803548}"/>
                    </a:ext>
                  </a:extLst>
                </p14:cNvPr>
                <p14:cNvContentPartPr/>
                <p14:nvPr/>
              </p14:nvContentPartPr>
              <p14:xfrm>
                <a:off x="4254624" y="2438136"/>
                <a:ext cx="198360" cy="25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2D34375-2CF2-34AC-C4A4-8672E480354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45624" y="2429496"/>
                  <a:ext cx="216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B64F22F-E273-F784-5A3B-84978F1BA209}"/>
                    </a:ext>
                  </a:extLst>
                </p14:cNvPr>
                <p14:cNvContentPartPr/>
                <p14:nvPr/>
              </p14:nvContentPartPr>
              <p14:xfrm>
                <a:off x="4480704" y="2181096"/>
                <a:ext cx="241920" cy="365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B64F22F-E273-F784-5A3B-84978F1BA20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71704" y="2172456"/>
                  <a:ext cx="2595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2D9EC37-247D-0FE3-984E-9D8FF258B072}"/>
                    </a:ext>
                  </a:extLst>
                </p14:cNvPr>
                <p14:cNvContentPartPr/>
                <p14:nvPr/>
              </p14:nvContentPartPr>
              <p14:xfrm>
                <a:off x="4666824" y="2366856"/>
                <a:ext cx="261360" cy="80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2D9EC37-247D-0FE3-984E-9D8FF258B07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57824" y="2358216"/>
                  <a:ext cx="279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BB11B48-2968-F61D-D1B3-8594BDB9E0AC}"/>
                    </a:ext>
                  </a:extLst>
                </p14:cNvPr>
                <p14:cNvContentPartPr/>
                <p14:nvPr/>
              </p14:nvContentPartPr>
              <p14:xfrm>
                <a:off x="4875264" y="2275056"/>
                <a:ext cx="208080" cy="81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BB11B48-2968-F61D-D1B3-8594BDB9E0A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866264" y="2266416"/>
                  <a:ext cx="2257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3C0C224-169D-5D5A-2032-A17727691181}"/>
                    </a:ext>
                  </a:extLst>
                </p14:cNvPr>
                <p14:cNvContentPartPr/>
                <p14:nvPr/>
              </p14:nvContentPartPr>
              <p14:xfrm>
                <a:off x="5057424" y="2134296"/>
                <a:ext cx="192960" cy="285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3C0C224-169D-5D5A-2032-A1772769118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48784" y="2125656"/>
                  <a:ext cx="210600" cy="30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5CA82A5-7A99-C8B2-D2C5-A0EB47C62ADB}"/>
              </a:ext>
            </a:extLst>
          </p:cNvPr>
          <p:cNvGrpSpPr/>
          <p:nvPr/>
        </p:nvGrpSpPr>
        <p:grpSpPr>
          <a:xfrm>
            <a:off x="5944464" y="2172096"/>
            <a:ext cx="360000" cy="357840"/>
            <a:chOff x="5944464" y="2172096"/>
            <a:chExt cx="360000" cy="3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21E5CCE-FFC3-B5E4-0D48-4859F2552CDF}"/>
                    </a:ext>
                  </a:extLst>
                </p14:cNvPr>
                <p14:cNvContentPartPr/>
                <p14:nvPr/>
              </p14:nvContentPartPr>
              <p14:xfrm>
                <a:off x="6113304" y="2172096"/>
                <a:ext cx="35640" cy="113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21E5CCE-FFC3-B5E4-0D48-4859F2552CD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04664" y="2163096"/>
                  <a:ext cx="532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99011E5-A64A-7435-C3A7-08F34404FFC0}"/>
                    </a:ext>
                  </a:extLst>
                </p14:cNvPr>
                <p14:cNvContentPartPr/>
                <p14:nvPr/>
              </p14:nvContentPartPr>
              <p14:xfrm>
                <a:off x="5967504" y="2330496"/>
                <a:ext cx="320400" cy="17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99011E5-A64A-7435-C3A7-08F34404FFC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58504" y="2321856"/>
                  <a:ext cx="338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2A001C1-1214-0D25-E25F-FDC407F87510}"/>
                    </a:ext>
                  </a:extLst>
                </p14:cNvPr>
                <p14:cNvContentPartPr/>
                <p14:nvPr/>
              </p14:nvContentPartPr>
              <p14:xfrm>
                <a:off x="5944464" y="2433096"/>
                <a:ext cx="222840" cy="87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2A001C1-1214-0D25-E25F-FDC407F8751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935464" y="2424096"/>
                  <a:ext cx="240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22F3795-B13F-6DB5-FBA0-8556A9EF4408}"/>
                    </a:ext>
                  </a:extLst>
                </p14:cNvPr>
                <p14:cNvContentPartPr/>
                <p14:nvPr/>
              </p14:nvContentPartPr>
              <p14:xfrm>
                <a:off x="6205104" y="2399256"/>
                <a:ext cx="99360" cy="130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22F3795-B13F-6DB5-FBA0-8556A9EF440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196464" y="2390256"/>
                  <a:ext cx="11700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6AB507E-F6DD-4529-4BBE-422B93AC9464}"/>
              </a:ext>
            </a:extLst>
          </p:cNvPr>
          <p:cNvGrpSpPr/>
          <p:nvPr/>
        </p:nvGrpSpPr>
        <p:grpSpPr>
          <a:xfrm>
            <a:off x="4811904" y="869616"/>
            <a:ext cx="473040" cy="230040"/>
            <a:chOff x="4811904" y="869616"/>
            <a:chExt cx="473040" cy="23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FF26347-0F25-C646-4A25-DEB5B22D9414}"/>
                    </a:ext>
                  </a:extLst>
                </p14:cNvPr>
                <p14:cNvContentPartPr/>
                <p14:nvPr/>
              </p14:nvContentPartPr>
              <p14:xfrm>
                <a:off x="4811904" y="922536"/>
                <a:ext cx="115200" cy="171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FF26347-0F25-C646-4A25-DEB5B22D941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802904" y="913536"/>
                  <a:ext cx="1328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4110CE2-FAC8-FB77-26B5-ED9DD116EA4B}"/>
                    </a:ext>
                  </a:extLst>
                </p14:cNvPr>
                <p14:cNvContentPartPr/>
                <p14:nvPr/>
              </p14:nvContentPartPr>
              <p14:xfrm>
                <a:off x="4812624" y="1058616"/>
                <a:ext cx="228600" cy="41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4110CE2-FAC8-FB77-26B5-ED9DD116EA4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03984" y="1049616"/>
                  <a:ext cx="2462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A2BD68A-BA40-1B75-0227-2EEDC54D8A3B}"/>
                    </a:ext>
                  </a:extLst>
                </p14:cNvPr>
                <p14:cNvContentPartPr/>
                <p14:nvPr/>
              </p14:nvContentPartPr>
              <p14:xfrm>
                <a:off x="5078664" y="869616"/>
                <a:ext cx="146160" cy="199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A2BD68A-BA40-1B75-0227-2EEDC54D8A3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069664" y="860616"/>
                  <a:ext cx="1638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6FC0677-A1C1-9A20-2F86-C8C781812E81}"/>
                    </a:ext>
                  </a:extLst>
                </p14:cNvPr>
                <p14:cNvContentPartPr/>
                <p14:nvPr/>
              </p14:nvContentPartPr>
              <p14:xfrm>
                <a:off x="5125824" y="1022256"/>
                <a:ext cx="159120" cy="18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6FC0677-A1C1-9A20-2F86-C8C781812E8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116824" y="1013616"/>
                  <a:ext cx="17676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A6F9DC0-D04F-42FB-6BA9-FA206FF87435}"/>
              </a:ext>
            </a:extLst>
          </p:cNvPr>
          <p:cNvGrpSpPr/>
          <p:nvPr/>
        </p:nvGrpSpPr>
        <p:grpSpPr>
          <a:xfrm>
            <a:off x="5520384" y="862416"/>
            <a:ext cx="400680" cy="212760"/>
            <a:chOff x="5520384" y="862416"/>
            <a:chExt cx="400680" cy="2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6FE21A8-8117-6BA5-35B7-D4129562269B}"/>
                    </a:ext>
                  </a:extLst>
                </p14:cNvPr>
                <p14:cNvContentPartPr/>
                <p14:nvPr/>
              </p14:nvContentPartPr>
              <p14:xfrm>
                <a:off x="5520384" y="956376"/>
                <a:ext cx="306000" cy="118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6FE21A8-8117-6BA5-35B7-D4129562269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511384" y="947376"/>
                  <a:ext cx="3236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87AFCAA-664B-A86A-3003-C6C2FEEAC205}"/>
                    </a:ext>
                  </a:extLst>
                </p14:cNvPr>
                <p14:cNvContentPartPr/>
                <p14:nvPr/>
              </p14:nvContentPartPr>
              <p14:xfrm>
                <a:off x="5805144" y="862416"/>
                <a:ext cx="115920" cy="90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87AFCAA-664B-A86A-3003-C6C2FEEAC20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796144" y="853416"/>
                  <a:ext cx="13356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FA0C30D-4AEC-1EA1-0404-6099484337B7}"/>
              </a:ext>
            </a:extLst>
          </p:cNvPr>
          <p:cNvGrpSpPr/>
          <p:nvPr/>
        </p:nvGrpSpPr>
        <p:grpSpPr>
          <a:xfrm>
            <a:off x="1130544" y="3209616"/>
            <a:ext cx="648360" cy="178920"/>
            <a:chOff x="1130544" y="3209616"/>
            <a:chExt cx="64836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131BAF9-F761-0D56-B11F-F4CF6AADDF93}"/>
                    </a:ext>
                  </a:extLst>
                </p14:cNvPr>
                <p14:cNvContentPartPr/>
                <p14:nvPr/>
              </p14:nvContentPartPr>
              <p14:xfrm>
                <a:off x="1130544" y="3209616"/>
                <a:ext cx="227520" cy="178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131BAF9-F761-0D56-B11F-F4CF6AADDF9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21904" y="3200976"/>
                  <a:ext cx="2451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F1D7407-033F-F799-5766-90F56F863275}"/>
                    </a:ext>
                  </a:extLst>
                </p14:cNvPr>
                <p14:cNvContentPartPr/>
                <p14:nvPr/>
              </p14:nvContentPartPr>
              <p14:xfrm>
                <a:off x="1546704" y="3229776"/>
                <a:ext cx="232200" cy="101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F1D7407-033F-F799-5766-90F56F86327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537704" y="3220776"/>
                  <a:ext cx="24984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F186FE2-2CCE-C077-4622-47201257558D}"/>
              </a:ext>
            </a:extLst>
          </p:cNvPr>
          <p:cNvGrpSpPr/>
          <p:nvPr/>
        </p:nvGrpSpPr>
        <p:grpSpPr>
          <a:xfrm>
            <a:off x="2061144" y="2991456"/>
            <a:ext cx="2295720" cy="590760"/>
            <a:chOff x="2061144" y="2991456"/>
            <a:chExt cx="2295720" cy="59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B901D10-F253-B28B-55B4-A7D6C5BDE6D5}"/>
                    </a:ext>
                  </a:extLst>
                </p14:cNvPr>
                <p14:cNvContentPartPr/>
                <p14:nvPr/>
              </p14:nvContentPartPr>
              <p14:xfrm>
                <a:off x="2061144" y="3147696"/>
                <a:ext cx="164880" cy="155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B901D10-F253-B28B-55B4-A7D6C5BDE6D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052504" y="3138696"/>
                  <a:ext cx="182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2FA337B-CB1F-ADEF-27D7-CC4D4DADCC2C}"/>
                    </a:ext>
                  </a:extLst>
                </p14:cNvPr>
                <p14:cNvContentPartPr/>
                <p14:nvPr/>
              </p14:nvContentPartPr>
              <p14:xfrm>
                <a:off x="2101824" y="3259656"/>
                <a:ext cx="174600" cy="11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2FA337B-CB1F-ADEF-27D7-CC4D4DADCC2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092824" y="3251016"/>
                  <a:ext cx="192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4FB7F44-14C4-F029-5DD1-7CCA75E46071}"/>
                    </a:ext>
                  </a:extLst>
                </p14:cNvPr>
                <p14:cNvContentPartPr/>
                <p14:nvPr/>
              </p14:nvContentPartPr>
              <p14:xfrm>
                <a:off x="2326104" y="3087576"/>
                <a:ext cx="187560" cy="297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4FB7F44-14C4-F029-5DD1-7CCA75E4607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317464" y="3078576"/>
                  <a:ext cx="2052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0C81FCB-A78C-1278-B8A0-44CDE0957C82}"/>
                    </a:ext>
                  </a:extLst>
                </p14:cNvPr>
                <p14:cNvContentPartPr/>
                <p14:nvPr/>
              </p14:nvContentPartPr>
              <p14:xfrm>
                <a:off x="2490264" y="3173976"/>
                <a:ext cx="235440" cy="92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0C81FCB-A78C-1278-B8A0-44CDE0957C8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81264" y="3164976"/>
                  <a:ext cx="2530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BC216F6-7C89-1DAA-52E7-B65BEA8B87BE}"/>
                    </a:ext>
                  </a:extLst>
                </p14:cNvPr>
                <p14:cNvContentPartPr/>
                <p14:nvPr/>
              </p14:nvContentPartPr>
              <p14:xfrm>
                <a:off x="2684664" y="3113136"/>
                <a:ext cx="126360" cy="82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BC216F6-7C89-1DAA-52E7-B65BEA8B87B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676024" y="3104136"/>
                  <a:ext cx="1440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D8E0F60-6EF6-65CA-E482-3B4ED8BB99EE}"/>
                    </a:ext>
                  </a:extLst>
                </p14:cNvPr>
                <p14:cNvContentPartPr/>
                <p14:nvPr/>
              </p14:nvContentPartPr>
              <p14:xfrm>
                <a:off x="2864664" y="3074976"/>
                <a:ext cx="225720" cy="322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D8E0F60-6EF6-65CA-E482-3B4ED8BB99E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55664" y="3065976"/>
                  <a:ext cx="24336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D9E33E2-5557-D57E-A352-20B582C8169B}"/>
                    </a:ext>
                  </a:extLst>
                </p14:cNvPr>
                <p14:cNvContentPartPr/>
                <p14:nvPr/>
              </p14:nvContentPartPr>
              <p14:xfrm>
                <a:off x="3323664" y="3113136"/>
                <a:ext cx="41040" cy="133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D9E33E2-5557-D57E-A352-20B582C8169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314664" y="3104496"/>
                  <a:ext cx="586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620C6B8-7556-4050-75E0-6D93DC2BF6A9}"/>
                    </a:ext>
                  </a:extLst>
                </p14:cNvPr>
                <p14:cNvContentPartPr/>
                <p14:nvPr/>
              </p14:nvContentPartPr>
              <p14:xfrm>
                <a:off x="3196944" y="3278016"/>
                <a:ext cx="469080" cy="46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620C6B8-7556-4050-75E0-6D93DC2BF6A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188304" y="3269016"/>
                  <a:ext cx="4867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1203DD7-FE64-465F-0F84-D9C9668783D6}"/>
                    </a:ext>
                  </a:extLst>
                </p14:cNvPr>
                <p14:cNvContentPartPr/>
                <p14:nvPr/>
              </p14:nvContentPartPr>
              <p14:xfrm>
                <a:off x="3301704" y="3449376"/>
                <a:ext cx="292320" cy="92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1203DD7-FE64-465F-0F84-D9C9668783D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292704" y="3440376"/>
                  <a:ext cx="3099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EAFA516-5131-A218-D752-67B9A3C2F9DE}"/>
                    </a:ext>
                  </a:extLst>
                </p14:cNvPr>
                <p14:cNvContentPartPr/>
                <p14:nvPr/>
              </p14:nvContentPartPr>
              <p14:xfrm>
                <a:off x="3848904" y="3411216"/>
                <a:ext cx="176400" cy="88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EAFA516-5131-A218-D752-67B9A3C2F9D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839904" y="3402576"/>
                  <a:ext cx="1940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3EFB8DD-127F-23C2-0F83-FC4D3548C43F}"/>
                    </a:ext>
                  </a:extLst>
                </p14:cNvPr>
                <p14:cNvContentPartPr/>
                <p14:nvPr/>
              </p14:nvContentPartPr>
              <p14:xfrm>
                <a:off x="3827304" y="3220416"/>
                <a:ext cx="282960" cy="26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3EFB8DD-127F-23C2-0F83-FC4D3548C43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818304" y="3211416"/>
                  <a:ext cx="300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986BD27-ADB8-BAA0-C78E-27820CFE46F1}"/>
                    </a:ext>
                  </a:extLst>
                </p14:cNvPr>
                <p14:cNvContentPartPr/>
                <p14:nvPr/>
              </p14:nvContentPartPr>
              <p14:xfrm>
                <a:off x="3887064" y="3040416"/>
                <a:ext cx="82080" cy="117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986BD27-ADB8-BAA0-C78E-27820CFE46F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878424" y="3031776"/>
                  <a:ext cx="997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DCE3116-2EFB-9EE8-44DF-8939E6977AA3}"/>
                    </a:ext>
                  </a:extLst>
                </p14:cNvPr>
                <p14:cNvContentPartPr/>
                <p14:nvPr/>
              </p14:nvContentPartPr>
              <p14:xfrm>
                <a:off x="3729744" y="2991456"/>
                <a:ext cx="200880" cy="5907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DCE3116-2EFB-9EE8-44DF-8939E6977AA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720744" y="2982816"/>
                  <a:ext cx="21852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3818FC3-F22B-9516-4045-BDA1ABE2D4D5}"/>
                    </a:ext>
                  </a:extLst>
                </p14:cNvPr>
                <p14:cNvContentPartPr/>
                <p14:nvPr/>
              </p14:nvContentPartPr>
              <p14:xfrm>
                <a:off x="4109904" y="3040416"/>
                <a:ext cx="246960" cy="455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3818FC3-F22B-9516-4045-BDA1ABE2D4D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101264" y="3031776"/>
                  <a:ext cx="264600" cy="47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385B6E9-BD68-4A14-C0C5-79CDC313A5A2}"/>
              </a:ext>
            </a:extLst>
          </p:cNvPr>
          <p:cNvGrpSpPr/>
          <p:nvPr/>
        </p:nvGrpSpPr>
        <p:grpSpPr>
          <a:xfrm>
            <a:off x="7664184" y="916416"/>
            <a:ext cx="937440" cy="259560"/>
            <a:chOff x="7664184" y="916416"/>
            <a:chExt cx="93744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64B2A06-3168-5999-9DB6-72C57FBF23B0}"/>
                    </a:ext>
                  </a:extLst>
                </p14:cNvPr>
                <p14:cNvContentPartPr/>
                <p14:nvPr/>
              </p14:nvContentPartPr>
              <p14:xfrm>
                <a:off x="7664184" y="916416"/>
                <a:ext cx="160560" cy="259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64B2A06-3168-5999-9DB6-72C57FBF23B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655184" y="907776"/>
                  <a:ext cx="1782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A47CFF-7DE9-7690-C476-8A3B91293BE5}"/>
                    </a:ext>
                  </a:extLst>
                </p14:cNvPr>
                <p14:cNvContentPartPr/>
                <p14:nvPr/>
              </p14:nvContentPartPr>
              <p14:xfrm>
                <a:off x="7853544" y="1128096"/>
                <a:ext cx="19800" cy="14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A47CFF-7DE9-7690-C476-8A3B91293BE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44904" y="1119456"/>
                  <a:ext cx="374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744C0D9-A6CE-6B48-83E6-7F9C80184728}"/>
                    </a:ext>
                  </a:extLst>
                </p14:cNvPr>
                <p14:cNvContentPartPr/>
                <p14:nvPr/>
              </p14:nvContentPartPr>
              <p14:xfrm>
                <a:off x="7951824" y="1022976"/>
                <a:ext cx="221040" cy="106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744C0D9-A6CE-6B48-83E6-7F9C8018472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42824" y="1013976"/>
                  <a:ext cx="2386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418F604-E3ED-3065-0B98-DA9C312B6755}"/>
                    </a:ext>
                  </a:extLst>
                </p14:cNvPr>
                <p14:cNvContentPartPr/>
                <p14:nvPr/>
              </p14:nvContentPartPr>
              <p14:xfrm>
                <a:off x="8218944" y="1008216"/>
                <a:ext cx="133200" cy="147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418F604-E3ED-3065-0B98-DA9C312B675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209944" y="999576"/>
                  <a:ext cx="1508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278756D-3549-DE3D-10C3-5C67418DE346}"/>
                    </a:ext>
                  </a:extLst>
                </p14:cNvPr>
                <p14:cNvContentPartPr/>
                <p14:nvPr/>
              </p14:nvContentPartPr>
              <p14:xfrm>
                <a:off x="8418384" y="1024776"/>
                <a:ext cx="97200" cy="123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278756D-3549-DE3D-10C3-5C67418DE34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09744" y="1015776"/>
                  <a:ext cx="114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922C2D7-1180-A2BF-2295-FB56DB162620}"/>
                    </a:ext>
                  </a:extLst>
                </p14:cNvPr>
                <p14:cNvContentPartPr/>
                <p14:nvPr/>
              </p14:nvContentPartPr>
              <p14:xfrm>
                <a:off x="8477424" y="1019376"/>
                <a:ext cx="124200" cy="23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922C2D7-1180-A2BF-2295-FB56DB16262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468424" y="1010376"/>
                  <a:ext cx="14184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A0D8A3B-E8B2-9C43-89CC-C9BF78EF76DB}"/>
              </a:ext>
            </a:extLst>
          </p:cNvPr>
          <p:cNvGrpSpPr/>
          <p:nvPr/>
        </p:nvGrpSpPr>
        <p:grpSpPr>
          <a:xfrm>
            <a:off x="8692704" y="982296"/>
            <a:ext cx="561240" cy="178200"/>
            <a:chOff x="8692704" y="982296"/>
            <a:chExt cx="561240" cy="17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DDA387F-6B99-1A72-8E2D-8DF6CD0C4F9F}"/>
                    </a:ext>
                  </a:extLst>
                </p14:cNvPr>
                <p14:cNvContentPartPr/>
                <p14:nvPr/>
              </p14:nvContentPartPr>
              <p14:xfrm>
                <a:off x="8692704" y="982296"/>
                <a:ext cx="132480" cy="178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DDA387F-6B99-1A72-8E2D-8DF6CD0C4F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684064" y="973296"/>
                  <a:ext cx="150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6AA7369-5A25-DC36-CC7A-4FB97839A277}"/>
                    </a:ext>
                  </a:extLst>
                </p14:cNvPr>
                <p14:cNvContentPartPr/>
                <p14:nvPr/>
              </p14:nvContentPartPr>
              <p14:xfrm>
                <a:off x="8869464" y="1103256"/>
                <a:ext cx="74160" cy="2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6AA7369-5A25-DC36-CC7A-4FB97839A27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860824" y="1094616"/>
                  <a:ext cx="91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467E6A6-8259-4F5C-0846-AA878E541B30}"/>
                    </a:ext>
                  </a:extLst>
                </p14:cNvPr>
                <p14:cNvContentPartPr/>
                <p14:nvPr/>
              </p14:nvContentPartPr>
              <p14:xfrm>
                <a:off x="9013104" y="1051056"/>
                <a:ext cx="145800" cy="107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467E6A6-8259-4F5C-0846-AA878E541B3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04464" y="1042416"/>
                  <a:ext cx="1634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9F1D89B-F3C7-7633-67A4-2235C131EC97}"/>
                    </a:ext>
                  </a:extLst>
                </p14:cNvPr>
                <p14:cNvContentPartPr/>
                <p14:nvPr/>
              </p14:nvContentPartPr>
              <p14:xfrm>
                <a:off x="9107424" y="985176"/>
                <a:ext cx="146520" cy="13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9F1D89B-F3C7-7633-67A4-2235C131EC9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098784" y="976176"/>
                  <a:ext cx="16416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C30487C-DA5E-7D1E-C74E-888BA6F05544}"/>
              </a:ext>
            </a:extLst>
          </p:cNvPr>
          <p:cNvGrpSpPr/>
          <p:nvPr/>
        </p:nvGrpSpPr>
        <p:grpSpPr>
          <a:xfrm>
            <a:off x="4525344" y="4140216"/>
            <a:ext cx="444960" cy="144720"/>
            <a:chOff x="4525344" y="4140216"/>
            <a:chExt cx="444960" cy="14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DD3B590-ACB5-49CD-8B33-141CBCA91213}"/>
                    </a:ext>
                  </a:extLst>
                </p14:cNvPr>
                <p14:cNvContentPartPr/>
                <p14:nvPr/>
              </p14:nvContentPartPr>
              <p14:xfrm>
                <a:off x="4526064" y="4233816"/>
                <a:ext cx="24120" cy="23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DD3B590-ACB5-49CD-8B33-141CBCA9121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517064" y="4224816"/>
                  <a:ext cx="41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048DB5E-765F-7DA0-7BC0-CD4B401D664D}"/>
                    </a:ext>
                  </a:extLst>
                </p14:cNvPr>
                <p14:cNvContentPartPr/>
                <p14:nvPr/>
              </p14:nvContentPartPr>
              <p14:xfrm>
                <a:off x="4525344" y="4150296"/>
                <a:ext cx="41400" cy="134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048DB5E-765F-7DA0-7BC0-CD4B401D664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516704" y="4141656"/>
                  <a:ext cx="590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6C0C104-80CD-0C81-BC74-DE6B2FAF8195}"/>
                    </a:ext>
                  </a:extLst>
                </p14:cNvPr>
                <p14:cNvContentPartPr/>
                <p14:nvPr/>
              </p14:nvContentPartPr>
              <p14:xfrm>
                <a:off x="4637304" y="4234536"/>
                <a:ext cx="12960" cy="25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6C0C104-80CD-0C81-BC74-DE6B2FAF819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628304" y="4225536"/>
                  <a:ext cx="306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D240211-C4BD-214A-98E7-745524D81085}"/>
                    </a:ext>
                  </a:extLst>
                </p14:cNvPr>
                <p14:cNvContentPartPr/>
                <p14:nvPr/>
              </p14:nvContentPartPr>
              <p14:xfrm>
                <a:off x="4749624" y="4168656"/>
                <a:ext cx="107640" cy="110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D240211-C4BD-214A-98E7-745524D8108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740984" y="4160016"/>
                  <a:ext cx="1252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E0C7AEE-7356-7819-84C3-E634F44AE6B1}"/>
                    </a:ext>
                  </a:extLst>
                </p14:cNvPr>
                <p14:cNvContentPartPr/>
                <p14:nvPr/>
              </p14:nvContentPartPr>
              <p14:xfrm>
                <a:off x="4806144" y="4140216"/>
                <a:ext cx="164160" cy="15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E0C7AEE-7356-7819-84C3-E634F44AE6B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797144" y="4131576"/>
                  <a:ext cx="18180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0FC69FE-BB97-CABB-A871-7824A7BC781F}"/>
              </a:ext>
            </a:extLst>
          </p:cNvPr>
          <p:cNvGrpSpPr/>
          <p:nvPr/>
        </p:nvGrpSpPr>
        <p:grpSpPr>
          <a:xfrm>
            <a:off x="5059224" y="4226976"/>
            <a:ext cx="131040" cy="67320"/>
            <a:chOff x="5059224" y="4226976"/>
            <a:chExt cx="131040" cy="6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D1A7CD8-FC9B-BDAE-3C27-6A5FA69193A0}"/>
                    </a:ext>
                  </a:extLst>
                </p14:cNvPr>
                <p14:cNvContentPartPr/>
                <p14:nvPr/>
              </p14:nvContentPartPr>
              <p14:xfrm>
                <a:off x="5121504" y="4256856"/>
                <a:ext cx="28080" cy="1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D1A7CD8-FC9B-BDAE-3C27-6A5FA69193A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112864" y="4247856"/>
                  <a:ext cx="457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1E35756-2D51-4C94-7F06-A23151F5A498}"/>
                    </a:ext>
                  </a:extLst>
                </p14:cNvPr>
                <p14:cNvContentPartPr/>
                <p14:nvPr/>
              </p14:nvContentPartPr>
              <p14:xfrm>
                <a:off x="5095584" y="4253616"/>
                <a:ext cx="22320" cy="3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1E35756-2D51-4C94-7F06-A23151F5A49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86584" y="4244976"/>
                  <a:ext cx="39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3B8627F-8C52-0DA8-1E44-CE9FD17DFE6A}"/>
                    </a:ext>
                  </a:extLst>
                </p14:cNvPr>
                <p14:cNvContentPartPr/>
                <p14:nvPr/>
              </p14:nvContentPartPr>
              <p14:xfrm>
                <a:off x="5059224" y="4226976"/>
                <a:ext cx="131040" cy="67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3B8627F-8C52-0DA8-1E44-CE9FD17DFE6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050224" y="4218336"/>
                  <a:ext cx="14868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A56D4E4-A205-FCD9-01AC-4C6D0AD47E4B}"/>
              </a:ext>
            </a:extLst>
          </p:cNvPr>
          <p:cNvGrpSpPr/>
          <p:nvPr/>
        </p:nvGrpSpPr>
        <p:grpSpPr>
          <a:xfrm>
            <a:off x="5340024" y="4215096"/>
            <a:ext cx="99360" cy="100080"/>
            <a:chOff x="5340024" y="4215096"/>
            <a:chExt cx="99360" cy="10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19927B6-0322-2D37-BF0F-E7AE17364F90}"/>
                    </a:ext>
                  </a:extLst>
                </p14:cNvPr>
                <p14:cNvContentPartPr/>
                <p14:nvPr/>
              </p14:nvContentPartPr>
              <p14:xfrm>
                <a:off x="5340024" y="4215096"/>
                <a:ext cx="90720" cy="100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19927B6-0322-2D37-BF0F-E7AE17364F9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331384" y="4206456"/>
                  <a:ext cx="1083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FAED7F5-C98E-6CF1-75E9-8C9FFAA35A9A}"/>
                    </a:ext>
                  </a:extLst>
                </p14:cNvPr>
                <p14:cNvContentPartPr/>
                <p14:nvPr/>
              </p14:nvContentPartPr>
              <p14:xfrm>
                <a:off x="5360544" y="4233456"/>
                <a:ext cx="78840" cy="41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FAED7F5-C98E-6CF1-75E9-8C9FFAA35A9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351544" y="4224816"/>
                  <a:ext cx="96480" cy="5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6375AED2-C94C-C444-4BDE-83C986BBEDDB}"/>
                  </a:ext>
                </a:extLst>
              </p14:cNvPr>
              <p14:cNvContentPartPr/>
              <p14:nvPr/>
            </p14:nvContentPartPr>
            <p14:xfrm>
              <a:off x="5607504" y="4211856"/>
              <a:ext cx="205920" cy="810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6375AED2-C94C-C444-4BDE-83C986BBEDD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598864" y="4202856"/>
                <a:ext cx="223560" cy="9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FD431B0B-10B8-C635-2255-2C4CE2B1F6C2}"/>
              </a:ext>
            </a:extLst>
          </p:cNvPr>
          <p:cNvGrpSpPr/>
          <p:nvPr/>
        </p:nvGrpSpPr>
        <p:grpSpPr>
          <a:xfrm>
            <a:off x="5928984" y="4068936"/>
            <a:ext cx="1256760" cy="239040"/>
            <a:chOff x="5928984" y="4068936"/>
            <a:chExt cx="125676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2A351A8-C367-DD66-7709-8B8F503F2F2C}"/>
                    </a:ext>
                  </a:extLst>
                </p14:cNvPr>
                <p14:cNvContentPartPr/>
                <p14:nvPr/>
              </p14:nvContentPartPr>
              <p14:xfrm>
                <a:off x="5928984" y="4068936"/>
                <a:ext cx="105840" cy="180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2A351A8-C367-DD66-7709-8B8F503F2F2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920344" y="4060296"/>
                  <a:ext cx="1234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D1F228F-B5CF-6CB6-38F2-275FB7B254EB}"/>
                    </a:ext>
                  </a:extLst>
                </p14:cNvPr>
                <p14:cNvContentPartPr/>
                <p14:nvPr/>
              </p14:nvContentPartPr>
              <p14:xfrm>
                <a:off x="6069024" y="4240296"/>
                <a:ext cx="19080" cy="208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D1F228F-B5CF-6CB6-38F2-275FB7B254E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060384" y="4231296"/>
                  <a:ext cx="36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E153842-526A-1578-C50A-6C46BC9BA407}"/>
                    </a:ext>
                  </a:extLst>
                </p14:cNvPr>
                <p14:cNvContentPartPr/>
                <p14:nvPr/>
              </p14:nvContentPartPr>
              <p14:xfrm>
                <a:off x="6162984" y="4133016"/>
                <a:ext cx="140400" cy="73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E153842-526A-1578-C50A-6C46BC9BA40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154344" y="4124016"/>
                  <a:ext cx="1580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37293AB-F451-4896-16DE-B4A13E07DABA}"/>
                    </a:ext>
                  </a:extLst>
                </p14:cNvPr>
                <p14:cNvContentPartPr/>
                <p14:nvPr/>
              </p14:nvContentPartPr>
              <p14:xfrm>
                <a:off x="6327144" y="4120776"/>
                <a:ext cx="110520" cy="154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37293AB-F451-4896-16DE-B4A13E07DAB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318144" y="4111776"/>
                  <a:ext cx="1281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D13D030-EB6C-958B-51C5-202FA88C203E}"/>
                    </a:ext>
                  </a:extLst>
                </p14:cNvPr>
                <p14:cNvContentPartPr/>
                <p14:nvPr/>
              </p14:nvContentPartPr>
              <p14:xfrm>
                <a:off x="6498504" y="4185576"/>
                <a:ext cx="70920" cy="925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D13D030-EB6C-958B-51C5-202FA88C203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489504" y="4176936"/>
                  <a:ext cx="88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4A440DF-49DB-EB34-6898-80BCA30DB207}"/>
                    </a:ext>
                  </a:extLst>
                </p14:cNvPr>
                <p14:cNvContentPartPr/>
                <p14:nvPr/>
              </p14:nvContentPartPr>
              <p14:xfrm>
                <a:off x="6566184" y="4158576"/>
                <a:ext cx="69120" cy="10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4A440DF-49DB-EB34-6898-80BCA30DB20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557184" y="4149576"/>
                  <a:ext cx="867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9E07E37-17FD-494C-24E2-28BB01B76405}"/>
                    </a:ext>
                  </a:extLst>
                </p14:cNvPr>
                <p14:cNvContentPartPr/>
                <p14:nvPr/>
              </p14:nvContentPartPr>
              <p14:xfrm>
                <a:off x="6697944" y="4174776"/>
                <a:ext cx="131760" cy="98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9E07E37-17FD-494C-24E2-28BB01B7640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689304" y="4166136"/>
                  <a:ext cx="149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1F18EFB-2812-99B1-6D9A-537A06DA324D}"/>
                    </a:ext>
                  </a:extLst>
                </p14:cNvPr>
                <p14:cNvContentPartPr/>
                <p14:nvPr/>
              </p14:nvContentPartPr>
              <p14:xfrm>
                <a:off x="6843024" y="4224096"/>
                <a:ext cx="132840" cy="3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1F18EFB-2812-99B1-6D9A-537A06DA324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834024" y="4215096"/>
                  <a:ext cx="150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A9EAA55-7A30-FF34-1C20-786EC0C83247}"/>
                    </a:ext>
                  </a:extLst>
                </p14:cNvPr>
                <p14:cNvContentPartPr/>
                <p14:nvPr/>
              </p14:nvContentPartPr>
              <p14:xfrm>
                <a:off x="6983064" y="4198176"/>
                <a:ext cx="94320" cy="109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A9EAA55-7A30-FF34-1C20-786EC0C8324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974064" y="4189176"/>
                  <a:ext cx="1119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C41162E-705F-D6A4-BE23-7469BB40797F}"/>
                    </a:ext>
                  </a:extLst>
                </p14:cNvPr>
                <p14:cNvContentPartPr/>
                <p14:nvPr/>
              </p14:nvContentPartPr>
              <p14:xfrm>
                <a:off x="7086744" y="4207176"/>
                <a:ext cx="99000" cy="23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C41162E-705F-D6A4-BE23-7469BB40797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077744" y="4198176"/>
                  <a:ext cx="11664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E7691454-0C5F-5971-96EB-AB08E2294483}"/>
              </a:ext>
            </a:extLst>
          </p:cNvPr>
          <p:cNvGrpSpPr/>
          <p:nvPr/>
        </p:nvGrpSpPr>
        <p:grpSpPr>
          <a:xfrm>
            <a:off x="6420024" y="3181896"/>
            <a:ext cx="438120" cy="248760"/>
            <a:chOff x="6420024" y="3181896"/>
            <a:chExt cx="43812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CABB23A-4011-178A-E770-1001D8875CD4}"/>
                    </a:ext>
                  </a:extLst>
                </p14:cNvPr>
                <p14:cNvContentPartPr/>
                <p14:nvPr/>
              </p14:nvContentPartPr>
              <p14:xfrm>
                <a:off x="6441264" y="3237336"/>
                <a:ext cx="28080" cy="1332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CABB23A-4011-178A-E770-1001D8875CD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32264" y="3228696"/>
                  <a:ext cx="457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E274BBC-A3C9-30FE-30E7-156A522F5FF8}"/>
                    </a:ext>
                  </a:extLst>
                </p14:cNvPr>
                <p14:cNvContentPartPr/>
                <p14:nvPr/>
              </p14:nvContentPartPr>
              <p14:xfrm>
                <a:off x="6420024" y="3181896"/>
                <a:ext cx="162000" cy="964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E274BBC-A3C9-30FE-30E7-156A522F5FF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411384" y="3172896"/>
                  <a:ext cx="179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FF811E0-035D-EC79-7611-FBC9A5D2D909}"/>
                    </a:ext>
                  </a:extLst>
                </p14:cNvPr>
                <p14:cNvContentPartPr/>
                <p14:nvPr/>
              </p14:nvContentPartPr>
              <p14:xfrm>
                <a:off x="6504264" y="3328776"/>
                <a:ext cx="134640" cy="101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FF811E0-035D-EC79-7611-FBC9A5D2D90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495624" y="3320136"/>
                  <a:ext cx="1522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AEEE56B-0B24-D378-E830-FF988EA0987A}"/>
                    </a:ext>
                  </a:extLst>
                </p14:cNvPr>
                <p14:cNvContentPartPr/>
                <p14:nvPr/>
              </p14:nvContentPartPr>
              <p14:xfrm>
                <a:off x="6531624" y="3376656"/>
                <a:ext cx="111600" cy="68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AEEE56B-0B24-D378-E830-FF988EA0987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522624" y="3368016"/>
                  <a:ext cx="129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ED0108D-AC3D-8AD4-FF60-418B21838B33}"/>
                    </a:ext>
                  </a:extLst>
                </p14:cNvPr>
                <p14:cNvContentPartPr/>
                <p14:nvPr/>
              </p14:nvContentPartPr>
              <p14:xfrm>
                <a:off x="6717384" y="3269016"/>
                <a:ext cx="106200" cy="87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ED0108D-AC3D-8AD4-FF60-418B21838B3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708744" y="3260376"/>
                  <a:ext cx="123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976AAA3-0FCA-9125-486B-689D644567B7}"/>
                    </a:ext>
                  </a:extLst>
                </p14:cNvPr>
                <p14:cNvContentPartPr/>
                <p14:nvPr/>
              </p14:nvContentPartPr>
              <p14:xfrm>
                <a:off x="6752664" y="3260376"/>
                <a:ext cx="105480" cy="1008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976AAA3-0FCA-9125-486B-689D644567B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743664" y="3251736"/>
                  <a:ext cx="123120" cy="11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82216672-E192-72E7-86B8-D1593DB03062}"/>
                  </a:ext>
                </a:extLst>
              </p14:cNvPr>
              <p14:cNvContentPartPr/>
              <p14:nvPr/>
            </p14:nvContentPartPr>
            <p14:xfrm>
              <a:off x="7099344" y="3278016"/>
              <a:ext cx="8640" cy="57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82216672-E192-72E7-86B8-D1593DB03062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7090704" y="3269016"/>
                <a:ext cx="2628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15F39E5-6D02-7D7E-A31A-15F4CB84AB21}"/>
              </a:ext>
            </a:extLst>
          </p:cNvPr>
          <p:cNvGrpSpPr/>
          <p:nvPr/>
        </p:nvGrpSpPr>
        <p:grpSpPr>
          <a:xfrm>
            <a:off x="7030224" y="3268296"/>
            <a:ext cx="932760" cy="180360"/>
            <a:chOff x="7030224" y="3268296"/>
            <a:chExt cx="932760" cy="18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3AF6E6E-017D-62B2-956C-35626EDF51EA}"/>
                    </a:ext>
                  </a:extLst>
                </p14:cNvPr>
                <p14:cNvContentPartPr/>
                <p14:nvPr/>
              </p14:nvContentPartPr>
              <p14:xfrm>
                <a:off x="7030224" y="3268296"/>
                <a:ext cx="150840" cy="154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3AF6E6E-017D-62B2-956C-35626EDF51E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21224" y="3259656"/>
                  <a:ext cx="1684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A685F36-C62B-B6FC-F3A9-9A622B603B03}"/>
                    </a:ext>
                  </a:extLst>
                </p14:cNvPr>
                <p14:cNvContentPartPr/>
                <p14:nvPr/>
              </p14:nvContentPartPr>
              <p14:xfrm>
                <a:off x="7190784" y="3275136"/>
                <a:ext cx="462960" cy="1735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A685F36-C62B-B6FC-F3A9-9A622B603B0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181784" y="3266136"/>
                  <a:ext cx="4806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C474ED4-54CE-74A6-C6EE-3EA98FE2FD5C}"/>
                    </a:ext>
                  </a:extLst>
                </p14:cNvPr>
                <p14:cNvContentPartPr/>
                <p14:nvPr/>
              </p14:nvContentPartPr>
              <p14:xfrm>
                <a:off x="7781184" y="3329136"/>
                <a:ext cx="105120" cy="97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C474ED4-54CE-74A6-C6EE-3EA98FE2FD5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772184" y="3320496"/>
                  <a:ext cx="122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BBA93B3-3332-5094-3B2F-3479370AC47A}"/>
                    </a:ext>
                  </a:extLst>
                </p14:cNvPr>
                <p14:cNvContentPartPr/>
                <p14:nvPr/>
              </p14:nvContentPartPr>
              <p14:xfrm>
                <a:off x="7802064" y="3369096"/>
                <a:ext cx="160920" cy="176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BBA93B3-3332-5094-3B2F-3479370AC47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793424" y="3360456"/>
                  <a:ext cx="17856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4819CA3-1513-2861-39D1-15B763867B58}"/>
              </a:ext>
            </a:extLst>
          </p:cNvPr>
          <p:cNvGrpSpPr/>
          <p:nvPr/>
        </p:nvGrpSpPr>
        <p:grpSpPr>
          <a:xfrm>
            <a:off x="8058384" y="3188016"/>
            <a:ext cx="1351800" cy="243720"/>
            <a:chOff x="8058384" y="3188016"/>
            <a:chExt cx="1351800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CB1CB02-4C56-454C-7621-35EE83AFAF02}"/>
                    </a:ext>
                  </a:extLst>
                </p14:cNvPr>
                <p14:cNvContentPartPr/>
                <p14:nvPr/>
              </p14:nvContentPartPr>
              <p14:xfrm>
                <a:off x="8058384" y="3188016"/>
                <a:ext cx="122400" cy="1875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CB1CB02-4C56-454C-7621-35EE83AFAF0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049384" y="3179016"/>
                  <a:ext cx="1400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795B195-959A-CC9E-2729-7B099ED35FAE}"/>
                    </a:ext>
                  </a:extLst>
                </p14:cNvPr>
                <p14:cNvContentPartPr/>
                <p14:nvPr/>
              </p14:nvContentPartPr>
              <p14:xfrm>
                <a:off x="8218224" y="3361176"/>
                <a:ext cx="36720" cy="392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795B195-959A-CC9E-2729-7B099ED35FA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209224" y="3352176"/>
                  <a:ext cx="543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BC3DFAB-649D-81CD-4C08-15C8EB8EA4ED}"/>
                    </a:ext>
                  </a:extLst>
                </p14:cNvPr>
                <p14:cNvContentPartPr/>
                <p14:nvPr/>
              </p14:nvContentPartPr>
              <p14:xfrm>
                <a:off x="8333784" y="3276576"/>
                <a:ext cx="180720" cy="1242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BC3DFAB-649D-81CD-4C08-15C8EB8EA4E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324784" y="3267576"/>
                  <a:ext cx="1983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C42B4D9-7D1E-98CE-C442-3824E1ACABD6}"/>
                    </a:ext>
                  </a:extLst>
                </p14:cNvPr>
                <p14:cNvContentPartPr/>
                <p14:nvPr/>
              </p14:nvContentPartPr>
              <p14:xfrm>
                <a:off x="8538264" y="3254976"/>
                <a:ext cx="158040" cy="155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C42B4D9-7D1E-98CE-C442-3824E1ACABD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529264" y="3245976"/>
                  <a:ext cx="175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25D8C10-E53C-91FF-19DD-D82EDB3BB2F6}"/>
                    </a:ext>
                  </a:extLst>
                </p14:cNvPr>
                <p14:cNvContentPartPr/>
                <p14:nvPr/>
              </p14:nvContentPartPr>
              <p14:xfrm>
                <a:off x="8757144" y="3293496"/>
                <a:ext cx="67680" cy="1306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25D8C10-E53C-91FF-19DD-D82EDB3BB2F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748144" y="3284856"/>
                  <a:ext cx="853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CFE0164-F498-EB7B-F0E1-5CA7117133E7}"/>
                    </a:ext>
                  </a:extLst>
                </p14:cNvPr>
                <p14:cNvContentPartPr/>
                <p14:nvPr/>
              </p14:nvContentPartPr>
              <p14:xfrm>
                <a:off x="8830944" y="3279096"/>
                <a:ext cx="82080" cy="7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CFE0164-F498-EB7B-F0E1-5CA7117133E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821944" y="3270096"/>
                  <a:ext cx="997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13AC447-6146-A5B9-707D-18CFED04393B}"/>
                    </a:ext>
                  </a:extLst>
                </p14:cNvPr>
                <p14:cNvContentPartPr/>
                <p14:nvPr/>
              </p14:nvContentPartPr>
              <p14:xfrm>
                <a:off x="8938944" y="3284136"/>
                <a:ext cx="173160" cy="1141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13AC447-6146-A5B9-707D-18CFED04393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930304" y="3275496"/>
                  <a:ext cx="1908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DC6B38A-26BF-8793-D79D-41A1E12FA52C}"/>
                    </a:ext>
                  </a:extLst>
                </p14:cNvPr>
                <p14:cNvContentPartPr/>
                <p14:nvPr/>
              </p14:nvContentPartPr>
              <p14:xfrm>
                <a:off x="9121824" y="3331656"/>
                <a:ext cx="88920" cy="86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DC6B38A-26BF-8793-D79D-41A1E12FA52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113184" y="3323016"/>
                  <a:ext cx="1065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DD96F9F-CB2C-56BA-9179-C457BAE52ED2}"/>
                    </a:ext>
                  </a:extLst>
                </p14:cNvPr>
                <p14:cNvContentPartPr/>
                <p14:nvPr/>
              </p14:nvContentPartPr>
              <p14:xfrm>
                <a:off x="9203544" y="3296016"/>
                <a:ext cx="87840" cy="135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DD96F9F-CB2C-56BA-9179-C457BAE52ED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194904" y="3287016"/>
                  <a:ext cx="1054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B095B79-CC2B-D135-21B1-DDC7B833243F}"/>
                    </a:ext>
                  </a:extLst>
                </p14:cNvPr>
                <p14:cNvContentPartPr/>
                <p14:nvPr/>
              </p14:nvContentPartPr>
              <p14:xfrm>
                <a:off x="9285624" y="3308616"/>
                <a:ext cx="124560" cy="370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B095B79-CC2B-D135-21B1-DDC7B833243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276624" y="3299616"/>
                  <a:ext cx="14220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D311C43-8A48-8782-1112-7D51E5009FEE}"/>
              </a:ext>
            </a:extLst>
          </p:cNvPr>
          <p:cNvGrpSpPr/>
          <p:nvPr/>
        </p:nvGrpSpPr>
        <p:grpSpPr>
          <a:xfrm>
            <a:off x="8221104" y="4071096"/>
            <a:ext cx="1275120" cy="228960"/>
            <a:chOff x="8221104" y="4071096"/>
            <a:chExt cx="127512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D786A47-1612-3480-C267-1ECA4439689A}"/>
                    </a:ext>
                  </a:extLst>
                </p14:cNvPr>
                <p14:cNvContentPartPr/>
                <p14:nvPr/>
              </p14:nvContentPartPr>
              <p14:xfrm>
                <a:off x="8221104" y="4071096"/>
                <a:ext cx="105480" cy="2001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D786A47-1612-3480-C267-1ECA4439689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212464" y="4062456"/>
                  <a:ext cx="123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A402F5F-3C62-58D9-11FB-76283987FBB1}"/>
                    </a:ext>
                  </a:extLst>
                </p14:cNvPr>
                <p14:cNvContentPartPr/>
                <p14:nvPr/>
              </p14:nvContentPartPr>
              <p14:xfrm>
                <a:off x="8354664" y="4245696"/>
                <a:ext cx="37800" cy="28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A402F5F-3C62-58D9-11FB-76283987FBB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346024" y="4236696"/>
                  <a:ext cx="55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81D2913-4C96-BCB1-F7D9-503F2904C754}"/>
                    </a:ext>
                  </a:extLst>
                </p14:cNvPr>
                <p14:cNvContentPartPr/>
                <p14:nvPr/>
              </p14:nvContentPartPr>
              <p14:xfrm>
                <a:off x="8439264" y="4178736"/>
                <a:ext cx="157320" cy="860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81D2913-4C96-BCB1-F7D9-503F2904C75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430624" y="4169736"/>
                  <a:ext cx="1749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1CEF283-504D-9A1A-19F0-4F958C33DD13}"/>
                    </a:ext>
                  </a:extLst>
                </p14:cNvPr>
                <p14:cNvContentPartPr/>
                <p14:nvPr/>
              </p14:nvContentPartPr>
              <p14:xfrm>
                <a:off x="8626104" y="4163616"/>
                <a:ext cx="93600" cy="127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1CEF283-504D-9A1A-19F0-4F958C33DD1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617464" y="4154616"/>
                  <a:ext cx="1112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5E8DEDC-BDC1-E41C-5E26-4B80B3213C54}"/>
                    </a:ext>
                  </a:extLst>
                </p14:cNvPr>
                <p14:cNvContentPartPr/>
                <p14:nvPr/>
              </p14:nvContentPartPr>
              <p14:xfrm>
                <a:off x="8761104" y="4176216"/>
                <a:ext cx="79560" cy="1170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5E8DEDC-BDC1-E41C-5E26-4B80B3213C5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752104" y="4167576"/>
                  <a:ext cx="97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B95B57D-6D03-EAEB-CA72-14A935230A3F}"/>
                    </a:ext>
                  </a:extLst>
                </p14:cNvPr>
                <p14:cNvContentPartPr/>
                <p14:nvPr/>
              </p14:nvContentPartPr>
              <p14:xfrm>
                <a:off x="8869464" y="4152096"/>
                <a:ext cx="64440" cy="100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B95B57D-6D03-EAEB-CA72-14A935230A3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860824" y="4143456"/>
                  <a:ext cx="820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F475E68-DB89-283E-81DD-16B2A0E06C1A}"/>
                    </a:ext>
                  </a:extLst>
                </p14:cNvPr>
                <p14:cNvContentPartPr/>
                <p14:nvPr/>
              </p14:nvContentPartPr>
              <p14:xfrm>
                <a:off x="9004104" y="4151376"/>
                <a:ext cx="204840" cy="137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F475E68-DB89-283E-81DD-16B2A0E06C1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995464" y="4142376"/>
                  <a:ext cx="222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FF6EF30-70A1-FEA3-DD17-295B9DC2AD2F}"/>
                    </a:ext>
                  </a:extLst>
                </p14:cNvPr>
                <p14:cNvContentPartPr/>
                <p14:nvPr/>
              </p14:nvContentPartPr>
              <p14:xfrm>
                <a:off x="9204624" y="4233816"/>
                <a:ext cx="109080" cy="23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FF6EF30-70A1-FEA3-DD17-295B9DC2AD2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195624" y="4225176"/>
                  <a:ext cx="126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00642B8-37B7-8464-48EC-E8A294721281}"/>
                    </a:ext>
                  </a:extLst>
                </p14:cNvPr>
                <p14:cNvContentPartPr/>
                <p14:nvPr/>
              </p14:nvContentPartPr>
              <p14:xfrm>
                <a:off x="9325584" y="4174056"/>
                <a:ext cx="95040" cy="126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00642B8-37B7-8464-48EC-E8A29472128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316944" y="4165416"/>
                  <a:ext cx="1126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97F48B2-03A4-B38C-C7DA-38C98FBFDB2A}"/>
                    </a:ext>
                  </a:extLst>
                </p14:cNvPr>
                <p14:cNvContentPartPr/>
                <p14:nvPr/>
              </p14:nvContentPartPr>
              <p14:xfrm>
                <a:off x="9444384" y="4203576"/>
                <a:ext cx="51840" cy="4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97F48B2-03A4-B38C-C7DA-38C98FBFDB2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435384" y="4194936"/>
                  <a:ext cx="6948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057DD27-6FDE-56A0-36B9-08E89E5AC6A8}"/>
              </a:ext>
            </a:extLst>
          </p:cNvPr>
          <p:cNvGrpSpPr/>
          <p:nvPr/>
        </p:nvGrpSpPr>
        <p:grpSpPr>
          <a:xfrm>
            <a:off x="8265384" y="4371336"/>
            <a:ext cx="1076040" cy="292320"/>
            <a:chOff x="8265384" y="4371336"/>
            <a:chExt cx="107604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C9F962F-DA3A-501E-B513-EECE5DF2AF0B}"/>
                    </a:ext>
                  </a:extLst>
                </p14:cNvPr>
                <p14:cNvContentPartPr/>
                <p14:nvPr/>
              </p14:nvContentPartPr>
              <p14:xfrm>
                <a:off x="8265384" y="4371336"/>
                <a:ext cx="1076040" cy="141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C9F962F-DA3A-501E-B513-EECE5DF2AF0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256744" y="4362696"/>
                  <a:ext cx="10936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B0648E6-3F78-0085-7104-2E9B755EB30E}"/>
                    </a:ext>
                  </a:extLst>
                </p14:cNvPr>
                <p14:cNvContentPartPr/>
                <p14:nvPr/>
              </p14:nvContentPartPr>
              <p14:xfrm>
                <a:off x="8468784" y="4478976"/>
                <a:ext cx="133200" cy="1422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B0648E6-3F78-0085-7104-2E9B755EB30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460144" y="4469976"/>
                  <a:ext cx="1508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03C43F9-A6E3-196A-4109-4E212CC893F5}"/>
                    </a:ext>
                  </a:extLst>
                </p14:cNvPr>
                <p14:cNvContentPartPr/>
                <p14:nvPr/>
              </p14:nvContentPartPr>
              <p14:xfrm>
                <a:off x="8627544" y="4488696"/>
                <a:ext cx="527760" cy="1749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03C43F9-A6E3-196A-4109-4E212CC893F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618544" y="4480056"/>
                  <a:ext cx="54540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212AEF5D-01C6-1E1D-9AE9-CA1BD7F25633}"/>
              </a:ext>
            </a:extLst>
          </p:cNvPr>
          <p:cNvGrpSpPr/>
          <p:nvPr/>
        </p:nvGrpSpPr>
        <p:grpSpPr>
          <a:xfrm>
            <a:off x="4573224" y="4597416"/>
            <a:ext cx="671040" cy="244080"/>
            <a:chOff x="4573224" y="4597416"/>
            <a:chExt cx="67104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5238327-28E0-0185-C5A8-EE741A205CFE}"/>
                    </a:ext>
                  </a:extLst>
                </p14:cNvPr>
                <p14:cNvContentPartPr/>
                <p14:nvPr/>
              </p14:nvContentPartPr>
              <p14:xfrm>
                <a:off x="4573224" y="4597416"/>
                <a:ext cx="60120" cy="1605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5238327-28E0-0185-C5A8-EE741A205CF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564224" y="4588416"/>
                  <a:ext cx="777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231E761-329E-F199-4B2A-E9724ABBF385}"/>
                    </a:ext>
                  </a:extLst>
                </p14:cNvPr>
                <p14:cNvContentPartPr/>
                <p14:nvPr/>
              </p14:nvContentPartPr>
              <p14:xfrm>
                <a:off x="4666824" y="4742136"/>
                <a:ext cx="24120" cy="475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231E761-329E-F199-4B2A-E9724ABBF38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657824" y="4733496"/>
                  <a:ext cx="417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AA412DD-1F15-0137-5213-C1A501D8A6A5}"/>
                    </a:ext>
                  </a:extLst>
                </p14:cNvPr>
                <p14:cNvContentPartPr/>
                <p14:nvPr/>
              </p14:nvContentPartPr>
              <p14:xfrm>
                <a:off x="4789224" y="4633056"/>
                <a:ext cx="101520" cy="928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AA412DD-1F15-0137-5213-C1A501D8A6A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780584" y="4624416"/>
                  <a:ext cx="1191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4523C7D-1C51-EB42-F0B5-553266EAC837}"/>
                    </a:ext>
                  </a:extLst>
                </p14:cNvPr>
                <p14:cNvContentPartPr/>
                <p14:nvPr/>
              </p14:nvContentPartPr>
              <p14:xfrm>
                <a:off x="4854384" y="4612176"/>
                <a:ext cx="70200" cy="2138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4523C7D-1C51-EB42-F0B5-553266EAC83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845744" y="4603176"/>
                  <a:ext cx="878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B5A5922-B6B9-8D00-7A1F-0FF0000BE226}"/>
                    </a:ext>
                  </a:extLst>
                </p14:cNvPr>
                <p14:cNvContentPartPr/>
                <p14:nvPr/>
              </p14:nvContentPartPr>
              <p14:xfrm>
                <a:off x="4938624" y="4688136"/>
                <a:ext cx="124920" cy="146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B5A5922-B6B9-8D00-7A1F-0FF0000BE22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929984" y="4679136"/>
                  <a:ext cx="1425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9470C44-6878-8980-4F42-E2711C2B6A53}"/>
                    </a:ext>
                  </a:extLst>
                </p14:cNvPr>
                <p14:cNvContentPartPr/>
                <p14:nvPr/>
              </p14:nvContentPartPr>
              <p14:xfrm>
                <a:off x="5110704" y="4673016"/>
                <a:ext cx="133560" cy="168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9470C44-6878-8980-4F42-E2711C2B6A5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101704" y="4664016"/>
                  <a:ext cx="15120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66362DEC-DD1B-E850-4EBA-8271FD71601B}"/>
              </a:ext>
            </a:extLst>
          </p:cNvPr>
          <p:cNvGrpSpPr/>
          <p:nvPr/>
        </p:nvGrpSpPr>
        <p:grpSpPr>
          <a:xfrm>
            <a:off x="5341104" y="4672656"/>
            <a:ext cx="815040" cy="187200"/>
            <a:chOff x="5341104" y="4672656"/>
            <a:chExt cx="815040" cy="18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6DC7418-EF58-01E5-BE9F-17FE1EA6AE92}"/>
                    </a:ext>
                  </a:extLst>
                </p14:cNvPr>
                <p14:cNvContentPartPr/>
                <p14:nvPr/>
              </p14:nvContentPartPr>
              <p14:xfrm>
                <a:off x="5341104" y="4672656"/>
                <a:ext cx="121680" cy="1522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6DC7418-EF58-01E5-BE9F-17FE1EA6AE9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32464" y="4664016"/>
                  <a:ext cx="1393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6021709-5BC6-3FE4-D0E1-889EAF664603}"/>
                    </a:ext>
                  </a:extLst>
                </p14:cNvPr>
                <p14:cNvContentPartPr/>
                <p14:nvPr/>
              </p14:nvContentPartPr>
              <p14:xfrm>
                <a:off x="5504904" y="4745376"/>
                <a:ext cx="96120" cy="75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6021709-5BC6-3FE4-D0E1-889EAF66460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495904" y="4736376"/>
                  <a:ext cx="1137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B78A988-ECAC-479E-E3F4-485F3333311C}"/>
                    </a:ext>
                  </a:extLst>
                </p14:cNvPr>
                <p14:cNvContentPartPr/>
                <p14:nvPr/>
              </p14:nvContentPartPr>
              <p14:xfrm>
                <a:off x="5639544" y="4724496"/>
                <a:ext cx="144000" cy="135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B78A988-ECAC-479E-E3F4-485F3333311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630904" y="4715496"/>
                  <a:ext cx="161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9D0F9A2-61EF-5F6A-A75E-2F65EB9C8A2E}"/>
                    </a:ext>
                  </a:extLst>
                </p14:cNvPr>
                <p14:cNvContentPartPr/>
                <p14:nvPr/>
              </p14:nvContentPartPr>
              <p14:xfrm>
                <a:off x="5705064" y="4699296"/>
                <a:ext cx="155520" cy="230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9D0F9A2-61EF-5F6A-A75E-2F65EB9C8A2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696424" y="4690656"/>
                  <a:ext cx="173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E6DF3BB-B333-9544-2AAA-BD730F1555C3}"/>
                    </a:ext>
                  </a:extLst>
                </p14:cNvPr>
                <p14:cNvContentPartPr/>
                <p14:nvPr/>
              </p14:nvContentPartPr>
              <p14:xfrm>
                <a:off x="6017544" y="4709016"/>
                <a:ext cx="77040" cy="327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E6DF3BB-B333-9544-2AAA-BD730F1555C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008904" y="4700016"/>
                  <a:ext cx="94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418055E-F168-8C04-A344-62589AAB98D0}"/>
                    </a:ext>
                  </a:extLst>
                </p14:cNvPr>
                <p14:cNvContentPartPr/>
                <p14:nvPr/>
              </p14:nvContentPartPr>
              <p14:xfrm>
                <a:off x="6006744" y="4781736"/>
                <a:ext cx="149400" cy="133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418055E-F168-8C04-A344-62589AAB98D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997744" y="4772736"/>
                  <a:ext cx="16704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DD252DB-397E-EFD6-E84E-77548EC971ED}"/>
              </a:ext>
            </a:extLst>
          </p:cNvPr>
          <p:cNvGrpSpPr/>
          <p:nvPr/>
        </p:nvGrpSpPr>
        <p:grpSpPr>
          <a:xfrm>
            <a:off x="6440904" y="4628016"/>
            <a:ext cx="1107360" cy="266760"/>
            <a:chOff x="6440904" y="4628016"/>
            <a:chExt cx="1107360" cy="26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0727F28-0614-F156-B026-B3F90C00D4BF}"/>
                    </a:ext>
                  </a:extLst>
                </p14:cNvPr>
                <p14:cNvContentPartPr/>
                <p14:nvPr/>
              </p14:nvContentPartPr>
              <p14:xfrm>
                <a:off x="6440904" y="4729536"/>
                <a:ext cx="129960" cy="982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0727F28-0614-F156-B026-B3F90C00D4B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431904" y="4720896"/>
                  <a:ext cx="1476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C4E1195-9AAC-8712-4BF6-60FED6FC761E}"/>
                    </a:ext>
                  </a:extLst>
                </p14:cNvPr>
                <p14:cNvContentPartPr/>
                <p14:nvPr/>
              </p14:nvContentPartPr>
              <p14:xfrm>
                <a:off x="6808824" y="4775976"/>
                <a:ext cx="1800" cy="61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C4E1195-9AAC-8712-4BF6-60FED6FC761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799824" y="4767336"/>
                  <a:ext cx="19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4D00234-3EB3-C2F8-2F2D-CF823C082712}"/>
                    </a:ext>
                  </a:extLst>
                </p14:cNvPr>
                <p14:cNvContentPartPr/>
                <p14:nvPr/>
              </p14:nvContentPartPr>
              <p14:xfrm>
                <a:off x="6678864" y="4628016"/>
                <a:ext cx="103320" cy="2520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4D00234-3EB3-C2F8-2F2D-CF823C08271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670224" y="4619376"/>
                  <a:ext cx="1209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C01D525-A388-0183-86FC-095EBD6BED10}"/>
                    </a:ext>
                  </a:extLst>
                </p14:cNvPr>
                <p14:cNvContentPartPr/>
                <p14:nvPr/>
              </p14:nvContentPartPr>
              <p14:xfrm>
                <a:off x="6800904" y="4740696"/>
                <a:ext cx="95400" cy="103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C01D525-A388-0183-86FC-095EBD6BED1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792264" y="4732056"/>
                  <a:ext cx="113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993E340-6CCF-FBBB-F857-2CF2F9C5905D}"/>
                    </a:ext>
                  </a:extLst>
                </p14:cNvPr>
                <p14:cNvContentPartPr/>
                <p14:nvPr/>
              </p14:nvContentPartPr>
              <p14:xfrm>
                <a:off x="6892344" y="4820256"/>
                <a:ext cx="104400" cy="90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993E340-6CCF-FBBB-F857-2CF2F9C5905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883704" y="4811616"/>
                  <a:ext cx="122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285B4B8-8D9F-F426-5ED6-9CE5A3E833E9}"/>
                    </a:ext>
                  </a:extLst>
                </p14:cNvPr>
                <p14:cNvContentPartPr/>
                <p14:nvPr/>
              </p14:nvContentPartPr>
              <p14:xfrm>
                <a:off x="7001064" y="4710096"/>
                <a:ext cx="453600" cy="112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285B4B8-8D9F-F426-5ED6-9CE5A3E833E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992424" y="4701096"/>
                  <a:ext cx="471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83E00D5-5491-93A2-4933-44541C63E1A7}"/>
                    </a:ext>
                  </a:extLst>
                </p14:cNvPr>
                <p14:cNvContentPartPr/>
                <p14:nvPr/>
              </p14:nvContentPartPr>
              <p14:xfrm>
                <a:off x="7469424" y="4658616"/>
                <a:ext cx="78840" cy="236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83E00D5-5491-93A2-4933-44541C63E1A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460424" y="4649616"/>
                  <a:ext cx="96480" cy="253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9244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9A3A-042C-CDC5-F6BD-E464F397B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83">
            <a:extLst>
              <a:ext uri="{FF2B5EF4-FFF2-40B4-BE49-F238E27FC236}">
                <a16:creationId xmlns:a16="http://schemas.microsoft.com/office/drawing/2014/main" id="{82B42CDB-82FD-47AC-8506-EF12212023A3}"/>
              </a:ext>
            </a:extLst>
          </p:cNvPr>
          <p:cNvSpPr txBox="1"/>
          <p:nvPr/>
        </p:nvSpPr>
        <p:spPr>
          <a:xfrm>
            <a:off x="669798" y="393192"/>
            <a:ext cx="110162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b="1" dirty="0"/>
              <a:t>Wall Collision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5328D7-4563-40E6-6252-C43EC4E6DC34}"/>
              </a:ext>
            </a:extLst>
          </p:cNvPr>
          <p:cNvCxnSpPr/>
          <p:nvPr/>
        </p:nvCxnSpPr>
        <p:spPr>
          <a:xfrm>
            <a:off x="1527048" y="2304288"/>
            <a:ext cx="0" cy="2990088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1BB1D933-DFAC-0F77-0C0C-E9255B3079A7}"/>
              </a:ext>
            </a:extLst>
          </p:cNvPr>
          <p:cNvGrpSpPr/>
          <p:nvPr/>
        </p:nvGrpSpPr>
        <p:grpSpPr>
          <a:xfrm>
            <a:off x="1938528" y="2834640"/>
            <a:ext cx="1892808" cy="1892808"/>
            <a:chOff x="5577840" y="2670048"/>
            <a:chExt cx="1892808" cy="189280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B23E3BB-16F0-6FFE-961D-79829ADF473B}"/>
                </a:ext>
              </a:extLst>
            </p:cNvPr>
            <p:cNvSpPr/>
            <p:nvPr/>
          </p:nvSpPr>
          <p:spPr>
            <a:xfrm>
              <a:off x="5577840" y="2670048"/>
              <a:ext cx="1892808" cy="189280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AC34AAD-A4F1-88ED-3812-14900D056B61}"/>
                </a:ext>
              </a:extLst>
            </p:cNvPr>
            <p:cNvSpPr/>
            <p:nvPr/>
          </p:nvSpPr>
          <p:spPr>
            <a:xfrm>
              <a:off x="6437376" y="3538728"/>
              <a:ext cx="155448" cy="15544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DD4234-9044-4EF4-73E1-960B612C30ED}"/>
              </a:ext>
            </a:extLst>
          </p:cNvPr>
          <p:cNvCxnSpPr>
            <a:cxnSpLocks/>
            <a:stCxn id="7" idx="2"/>
            <a:endCxn id="8" idx="2"/>
          </p:cNvCxnSpPr>
          <p:nvPr/>
        </p:nvCxnSpPr>
        <p:spPr>
          <a:xfrm>
            <a:off x="1938528" y="3781044"/>
            <a:ext cx="859536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30ECD66-F2A5-F57D-8B87-6D026DDC0365}"/>
              </a:ext>
            </a:extLst>
          </p:cNvPr>
          <p:cNvCxnSpPr/>
          <p:nvPr/>
        </p:nvCxnSpPr>
        <p:spPr>
          <a:xfrm>
            <a:off x="5602224" y="2328672"/>
            <a:ext cx="0" cy="2990088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4097998-15B0-1A2F-8F8A-94F7AFA8DC80}"/>
              </a:ext>
            </a:extLst>
          </p:cNvPr>
          <p:cNvGrpSpPr/>
          <p:nvPr/>
        </p:nvGrpSpPr>
        <p:grpSpPr>
          <a:xfrm>
            <a:off x="1275264" y="5485824"/>
            <a:ext cx="762120" cy="241920"/>
            <a:chOff x="3424104" y="5604696"/>
            <a:chExt cx="76212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351F656-7632-467B-E6BA-24A98A9598B4}"/>
                    </a:ext>
                  </a:extLst>
                </p14:cNvPr>
                <p14:cNvContentPartPr/>
                <p14:nvPr/>
              </p14:nvContentPartPr>
              <p14:xfrm>
                <a:off x="3424104" y="5606136"/>
                <a:ext cx="206280" cy="240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351F656-7632-467B-E6BA-24A98A9598B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415104" y="5597496"/>
                  <a:ext cx="2239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28F071A-162C-B86C-9D58-1D7F3DEA42C6}"/>
                    </a:ext>
                  </a:extLst>
                </p14:cNvPr>
                <p14:cNvContentPartPr/>
                <p14:nvPr/>
              </p14:nvContentPartPr>
              <p14:xfrm>
                <a:off x="3653424" y="5643216"/>
                <a:ext cx="279000" cy="90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28F071A-162C-B86C-9D58-1D7F3DEA42C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44784" y="5634216"/>
                  <a:ext cx="296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6DF622C-C013-7FC1-3A09-1007AE3E318E}"/>
                    </a:ext>
                  </a:extLst>
                </p14:cNvPr>
                <p14:cNvContentPartPr/>
                <p14:nvPr/>
              </p14:nvContentPartPr>
              <p14:xfrm>
                <a:off x="3899664" y="5604696"/>
                <a:ext cx="34200" cy="28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6DF622C-C013-7FC1-3A09-1007AE3E31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91024" y="5595696"/>
                  <a:ext cx="51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1F197FA-6963-2638-E487-7A85FAD4DBF8}"/>
                    </a:ext>
                  </a:extLst>
                </p14:cNvPr>
                <p14:cNvContentPartPr/>
                <p14:nvPr/>
              </p14:nvContentPartPr>
              <p14:xfrm>
                <a:off x="3968424" y="5630256"/>
                <a:ext cx="217800" cy="111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1F197FA-6963-2638-E487-7A85FAD4DB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59784" y="5621256"/>
                  <a:ext cx="23544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7040ED0-1A1C-DEC4-5C56-E82566E24695}"/>
              </a:ext>
            </a:extLst>
          </p:cNvPr>
          <p:cNvGrpSpPr/>
          <p:nvPr/>
        </p:nvGrpSpPr>
        <p:grpSpPr>
          <a:xfrm>
            <a:off x="1361664" y="2057544"/>
            <a:ext cx="773280" cy="214920"/>
            <a:chOff x="3510504" y="2176416"/>
            <a:chExt cx="773280" cy="21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404CC3A-79C1-B6BE-DC38-753ADF98B7F9}"/>
                    </a:ext>
                  </a:extLst>
                </p14:cNvPr>
                <p14:cNvContentPartPr/>
                <p14:nvPr/>
              </p14:nvContentPartPr>
              <p14:xfrm>
                <a:off x="3510504" y="2176416"/>
                <a:ext cx="174240" cy="214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404CC3A-79C1-B6BE-DC38-753ADF98B7F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01864" y="2167416"/>
                  <a:ext cx="1918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F81CCFD-8235-6483-F4DB-2A0F44640EEE}"/>
                    </a:ext>
                  </a:extLst>
                </p14:cNvPr>
                <p14:cNvContentPartPr/>
                <p14:nvPr/>
              </p14:nvContentPartPr>
              <p14:xfrm>
                <a:off x="3713184" y="2213136"/>
                <a:ext cx="223200" cy="1004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F81CCFD-8235-6483-F4DB-2A0F44640EE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04544" y="2204136"/>
                  <a:ext cx="2408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6D6F2FB-5AC3-2937-B218-0AA03F334995}"/>
                    </a:ext>
                  </a:extLst>
                </p14:cNvPr>
                <p14:cNvContentPartPr/>
                <p14:nvPr/>
              </p14:nvContentPartPr>
              <p14:xfrm>
                <a:off x="3957624" y="2201616"/>
                <a:ext cx="111960" cy="75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6D6F2FB-5AC3-2937-B218-0AA03F33499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48984" y="2192976"/>
                  <a:ext cx="1296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8F3D7CD-3B2F-BE26-E343-F13771402C2F}"/>
                    </a:ext>
                  </a:extLst>
                </p14:cNvPr>
                <p14:cNvContentPartPr/>
                <p14:nvPr/>
              </p14:nvContentPartPr>
              <p14:xfrm>
                <a:off x="4154544" y="2204496"/>
                <a:ext cx="56160" cy="77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8F3D7CD-3B2F-BE26-E343-F13771402C2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45904" y="2195496"/>
                  <a:ext cx="738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B482E94-2B86-66FA-E5C7-AB6394C97E40}"/>
                    </a:ext>
                  </a:extLst>
                </p14:cNvPr>
                <p14:cNvContentPartPr/>
                <p14:nvPr/>
              </p14:nvContentPartPr>
              <p14:xfrm>
                <a:off x="4144464" y="2206656"/>
                <a:ext cx="139320" cy="1213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B482E94-2B86-66FA-E5C7-AB6394C97E4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35824" y="2197656"/>
                  <a:ext cx="15696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E7231D0-34CA-66B0-0D1F-7F6BCBCF6F63}"/>
              </a:ext>
            </a:extLst>
          </p:cNvPr>
          <p:cNvGrpSpPr/>
          <p:nvPr/>
        </p:nvGrpSpPr>
        <p:grpSpPr>
          <a:xfrm>
            <a:off x="5439024" y="2048904"/>
            <a:ext cx="768240" cy="263160"/>
            <a:chOff x="7587864" y="2167776"/>
            <a:chExt cx="76824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2FECF4F-B7B5-D3C6-BC36-61C71793815B}"/>
                    </a:ext>
                  </a:extLst>
                </p14:cNvPr>
                <p14:cNvContentPartPr/>
                <p14:nvPr/>
              </p14:nvContentPartPr>
              <p14:xfrm>
                <a:off x="7587864" y="2167776"/>
                <a:ext cx="190440" cy="263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2FECF4F-B7B5-D3C6-BC36-61C71793815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578864" y="2158776"/>
                  <a:ext cx="2080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F89C4EF-CD53-0E98-562F-928146B3E4D1}"/>
                    </a:ext>
                  </a:extLst>
                </p14:cNvPr>
                <p14:cNvContentPartPr/>
                <p14:nvPr/>
              </p14:nvContentPartPr>
              <p14:xfrm>
                <a:off x="7821504" y="2256336"/>
                <a:ext cx="260280" cy="105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F89C4EF-CD53-0E98-562F-928146B3E4D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12864" y="2247336"/>
                  <a:ext cx="2779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085309D-D1F2-DA62-8E7E-256236EFB3F2}"/>
                    </a:ext>
                  </a:extLst>
                </p14:cNvPr>
                <p14:cNvContentPartPr/>
                <p14:nvPr/>
              </p14:nvContentPartPr>
              <p14:xfrm>
                <a:off x="8074584" y="2236896"/>
                <a:ext cx="116640" cy="856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085309D-D1F2-DA62-8E7E-256236EFB3F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65584" y="2227896"/>
                  <a:ext cx="1342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80EA950-416A-6A7C-2A69-F3A9B3E62A4F}"/>
                    </a:ext>
                  </a:extLst>
                </p14:cNvPr>
                <p14:cNvContentPartPr/>
                <p14:nvPr/>
              </p14:nvContentPartPr>
              <p14:xfrm>
                <a:off x="8257104" y="2244096"/>
                <a:ext cx="99000" cy="137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80EA950-416A-6A7C-2A69-F3A9B3E62A4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248104" y="2235456"/>
                  <a:ext cx="116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C6B89C7-8D90-D954-D6DA-28D048516C84}"/>
                    </a:ext>
                  </a:extLst>
                </p14:cNvPr>
                <p14:cNvContentPartPr/>
                <p14:nvPr/>
              </p14:nvContentPartPr>
              <p14:xfrm>
                <a:off x="8287344" y="2256336"/>
                <a:ext cx="40680" cy="121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C6B89C7-8D90-D954-D6DA-28D048516C8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78344" y="2247336"/>
                  <a:ext cx="5832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B6D3CF0-C20C-3E43-4482-6A5F5EEE63E1}"/>
              </a:ext>
            </a:extLst>
          </p:cNvPr>
          <p:cNvGrpSpPr/>
          <p:nvPr/>
        </p:nvGrpSpPr>
        <p:grpSpPr>
          <a:xfrm>
            <a:off x="5436144" y="5499144"/>
            <a:ext cx="740880" cy="245520"/>
            <a:chOff x="7584984" y="5618016"/>
            <a:chExt cx="74088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2F94ABE-BA14-D180-92EF-255F5F048317}"/>
                    </a:ext>
                  </a:extLst>
                </p14:cNvPr>
                <p14:cNvContentPartPr/>
                <p14:nvPr/>
              </p14:nvContentPartPr>
              <p14:xfrm>
                <a:off x="7584984" y="5618016"/>
                <a:ext cx="231480" cy="2455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2F94ABE-BA14-D180-92EF-255F5F04831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75984" y="5609376"/>
                  <a:ext cx="2491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E98B5CB-1C9F-B48A-1A31-F62D1F66D94A}"/>
                    </a:ext>
                  </a:extLst>
                </p14:cNvPr>
                <p14:cNvContentPartPr/>
                <p14:nvPr/>
              </p14:nvContentPartPr>
              <p14:xfrm>
                <a:off x="7830144" y="5690016"/>
                <a:ext cx="281160" cy="88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E98B5CB-1C9F-B48A-1A31-F62D1F66D94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21144" y="5681376"/>
                  <a:ext cx="298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7F71727-5DEC-BDF7-BEE9-B98EA1F4A869}"/>
                    </a:ext>
                  </a:extLst>
                </p14:cNvPr>
                <p14:cNvContentPartPr/>
                <p14:nvPr/>
              </p14:nvContentPartPr>
              <p14:xfrm>
                <a:off x="8155944" y="5709456"/>
                <a:ext cx="15480" cy="18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7F71727-5DEC-BDF7-BEE9-B98EA1F4A8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46944" y="5700456"/>
                  <a:ext cx="33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1864452-5ABF-8550-F5F8-D6B6B38AC6CE}"/>
                    </a:ext>
                  </a:extLst>
                </p14:cNvPr>
                <p14:cNvContentPartPr/>
                <p14:nvPr/>
              </p14:nvContentPartPr>
              <p14:xfrm>
                <a:off x="8154144" y="5641776"/>
                <a:ext cx="171720" cy="990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1864452-5ABF-8550-F5F8-D6B6B38AC6C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145144" y="5632776"/>
                  <a:ext cx="189360" cy="11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C23F3EE-6FC5-6881-3044-E2FDE1707ECD}"/>
              </a:ext>
            </a:extLst>
          </p:cNvPr>
          <p:cNvGrpSpPr/>
          <p:nvPr/>
        </p:nvGrpSpPr>
        <p:grpSpPr>
          <a:xfrm>
            <a:off x="5786784" y="3591504"/>
            <a:ext cx="718920" cy="146160"/>
            <a:chOff x="7935624" y="3710376"/>
            <a:chExt cx="718920" cy="14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E0832D0-5AE1-EA87-631B-5039ED490349}"/>
                    </a:ext>
                  </a:extLst>
                </p14:cNvPr>
                <p14:cNvContentPartPr/>
                <p14:nvPr/>
              </p14:nvContentPartPr>
              <p14:xfrm>
                <a:off x="7935624" y="3710376"/>
                <a:ext cx="123480" cy="146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E0832D0-5AE1-EA87-631B-5039ED49034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26624" y="3701376"/>
                  <a:ext cx="1411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01F7A60-8CE3-4C98-83E0-8B1AEED2D4F3}"/>
                    </a:ext>
                  </a:extLst>
                </p14:cNvPr>
                <p14:cNvContentPartPr/>
                <p14:nvPr/>
              </p14:nvContentPartPr>
              <p14:xfrm>
                <a:off x="8117424" y="3753576"/>
                <a:ext cx="242640" cy="63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01F7A60-8CE3-4C98-83E0-8B1AEED2D4F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08784" y="3744576"/>
                  <a:ext cx="2602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839BD14-6816-96FA-2881-A9C201BBE787}"/>
                    </a:ext>
                  </a:extLst>
                </p14:cNvPr>
                <p14:cNvContentPartPr/>
                <p14:nvPr/>
              </p14:nvContentPartPr>
              <p14:xfrm>
                <a:off x="8371584" y="3712896"/>
                <a:ext cx="128160" cy="1090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839BD14-6816-96FA-2881-A9C201BBE78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362584" y="3704256"/>
                  <a:ext cx="145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DA7B39E-173F-8DB8-A7B9-EF48935E1A5E}"/>
                    </a:ext>
                  </a:extLst>
                </p14:cNvPr>
                <p14:cNvContentPartPr/>
                <p14:nvPr/>
              </p14:nvContentPartPr>
              <p14:xfrm>
                <a:off x="8550504" y="3734496"/>
                <a:ext cx="61920" cy="93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DA7B39E-173F-8DB8-A7B9-EF48935E1A5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541864" y="3725496"/>
                  <a:ext cx="79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613CF49-3AA8-1131-E85E-8619C8A60BA2}"/>
                    </a:ext>
                  </a:extLst>
                </p14:cNvPr>
                <p14:cNvContentPartPr/>
                <p14:nvPr/>
              </p14:nvContentPartPr>
              <p14:xfrm>
                <a:off x="8562384" y="3713616"/>
                <a:ext cx="92160" cy="131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613CF49-3AA8-1131-E85E-8619C8A60BA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53384" y="3704976"/>
                  <a:ext cx="109800" cy="1494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54F7F2D9-318C-1A62-76BA-426F01A29173}"/>
              </a:ext>
            </a:extLst>
          </p:cNvPr>
          <p:cNvCxnSpPr/>
          <p:nvPr/>
        </p:nvCxnSpPr>
        <p:spPr>
          <a:xfrm>
            <a:off x="1508760" y="2962656"/>
            <a:ext cx="138074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075961CE-A74F-2BFA-CAA1-8BA98DB6B72D}"/>
                  </a:ext>
                </a:extLst>
              </p14:cNvPr>
              <p14:cNvContentPartPr/>
              <p14:nvPr/>
            </p14:nvContentPartPr>
            <p14:xfrm>
              <a:off x="2020824" y="2700144"/>
              <a:ext cx="140040" cy="1519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075961CE-A74F-2BFA-CAA1-8BA98DB6B72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012184" y="2691144"/>
                <a:ext cx="157680" cy="16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00C1DE4-1E0D-DE95-C495-EA702069EAA7}"/>
              </a:ext>
            </a:extLst>
          </p:cNvPr>
          <p:cNvGrpSpPr/>
          <p:nvPr/>
        </p:nvGrpSpPr>
        <p:grpSpPr>
          <a:xfrm>
            <a:off x="7546464" y="1886256"/>
            <a:ext cx="352080" cy="176400"/>
            <a:chOff x="7546464" y="1886256"/>
            <a:chExt cx="35208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0072252-D409-A8C8-1283-0E2AC1EE69CA}"/>
                    </a:ext>
                  </a:extLst>
                </p14:cNvPr>
                <p14:cNvContentPartPr/>
                <p14:nvPr/>
              </p14:nvContentPartPr>
              <p14:xfrm>
                <a:off x="7546464" y="1886256"/>
                <a:ext cx="135720" cy="1764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0072252-D409-A8C8-1283-0E2AC1EE69C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37464" y="1877616"/>
                  <a:ext cx="1533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C835613-F3FE-B4CA-9277-DDF1B450089C}"/>
                    </a:ext>
                  </a:extLst>
                </p14:cNvPr>
                <p14:cNvContentPartPr/>
                <p14:nvPr/>
              </p14:nvContentPartPr>
              <p14:xfrm>
                <a:off x="7778664" y="1942056"/>
                <a:ext cx="78120" cy="133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C835613-F3FE-B4CA-9277-DDF1B450089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69664" y="1933416"/>
                  <a:ext cx="957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547D212-1BAA-37E6-6584-ACDB9067F33B}"/>
                    </a:ext>
                  </a:extLst>
                </p14:cNvPr>
                <p14:cNvContentPartPr/>
                <p14:nvPr/>
              </p14:nvContentPartPr>
              <p14:xfrm>
                <a:off x="7788024" y="2005056"/>
                <a:ext cx="110520" cy="169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547D212-1BAA-37E6-6584-ACDB9067F33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79024" y="1996416"/>
                  <a:ext cx="12816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B6FABE02-A177-D5C2-2859-21EBDF9627AB}"/>
              </a:ext>
            </a:extLst>
          </p:cNvPr>
          <p:cNvGrpSpPr/>
          <p:nvPr/>
        </p:nvGrpSpPr>
        <p:grpSpPr>
          <a:xfrm>
            <a:off x="8130384" y="1822536"/>
            <a:ext cx="1888200" cy="259200"/>
            <a:chOff x="8130384" y="1822536"/>
            <a:chExt cx="1888200" cy="2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9C3C42C-0901-268C-DF14-14034789FBF0}"/>
                    </a:ext>
                  </a:extLst>
                </p14:cNvPr>
                <p14:cNvContentPartPr/>
                <p14:nvPr/>
              </p14:nvContentPartPr>
              <p14:xfrm>
                <a:off x="8130384" y="1924416"/>
                <a:ext cx="118440" cy="997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9C3C42C-0901-268C-DF14-14034789FBF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21744" y="1915416"/>
                  <a:ext cx="1360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6CD554F-3C45-8F85-DEFB-F3AB3F0D2B71}"/>
                    </a:ext>
                  </a:extLst>
                </p14:cNvPr>
                <p14:cNvContentPartPr/>
                <p14:nvPr/>
              </p14:nvContentPartPr>
              <p14:xfrm>
                <a:off x="8250984" y="1866816"/>
                <a:ext cx="120600" cy="1616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6CD554F-3C45-8F85-DEFB-F3AB3F0D2B7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41984" y="1857816"/>
                  <a:ext cx="1382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9F8D0A9-50E9-3E06-28D9-3F8B20EBF6B3}"/>
                    </a:ext>
                  </a:extLst>
                </p14:cNvPr>
                <p14:cNvContentPartPr/>
                <p14:nvPr/>
              </p14:nvContentPartPr>
              <p14:xfrm>
                <a:off x="8366184" y="1949256"/>
                <a:ext cx="129960" cy="75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9F8D0A9-50E9-3E06-28D9-3F8B20EBF6B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57544" y="1940616"/>
                  <a:ext cx="1476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1675390-14B5-9397-E127-322A162BC743}"/>
                    </a:ext>
                  </a:extLst>
                </p14:cNvPr>
                <p14:cNvContentPartPr/>
                <p14:nvPr/>
              </p14:nvContentPartPr>
              <p14:xfrm>
                <a:off x="8569944" y="1837656"/>
                <a:ext cx="113400" cy="244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1675390-14B5-9397-E127-322A162BC74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60944" y="1829016"/>
                  <a:ext cx="1310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DFF15A0-0902-10E8-5203-B8D7E4196755}"/>
                    </a:ext>
                  </a:extLst>
                </p14:cNvPr>
                <p14:cNvContentPartPr/>
                <p14:nvPr/>
              </p14:nvContentPartPr>
              <p14:xfrm>
                <a:off x="8753904" y="1926936"/>
                <a:ext cx="68760" cy="103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DFF15A0-0902-10E8-5203-B8D7E419675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45264" y="1917936"/>
                  <a:ext cx="864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6A3E858-61D6-34F5-16C1-0F16866E4FB5}"/>
                    </a:ext>
                  </a:extLst>
                </p14:cNvPr>
                <p14:cNvContentPartPr/>
                <p14:nvPr/>
              </p14:nvContentPartPr>
              <p14:xfrm>
                <a:off x="8752464" y="1943496"/>
                <a:ext cx="104400" cy="601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6A3E858-61D6-34F5-16C1-0F16866E4FB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743464" y="1934496"/>
                  <a:ext cx="1220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3EBCB4E-914D-4DC8-EF54-CB28C4AAF8E4}"/>
                    </a:ext>
                  </a:extLst>
                </p14:cNvPr>
                <p14:cNvContentPartPr/>
                <p14:nvPr/>
              </p14:nvContentPartPr>
              <p14:xfrm>
                <a:off x="8875584" y="1920096"/>
                <a:ext cx="224640" cy="1015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3EBCB4E-914D-4DC8-EF54-CB28C4AAF8E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866584" y="1911096"/>
                  <a:ext cx="2422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3C3B362-1F14-95BD-ECD0-04D1A19414E1}"/>
                    </a:ext>
                  </a:extLst>
                </p14:cNvPr>
                <p14:cNvContentPartPr/>
                <p14:nvPr/>
              </p14:nvContentPartPr>
              <p14:xfrm>
                <a:off x="9109584" y="1935936"/>
                <a:ext cx="18000" cy="799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3C3B362-1F14-95BD-ECD0-04D1A19414E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100584" y="1927296"/>
                  <a:ext cx="35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24092A5-262C-1602-4BE4-FEB4F7E2C1F8}"/>
                    </a:ext>
                  </a:extLst>
                </p14:cNvPr>
                <p14:cNvContentPartPr/>
                <p14:nvPr/>
              </p14:nvContentPartPr>
              <p14:xfrm>
                <a:off x="9094824" y="1885896"/>
                <a:ext cx="1440" cy="15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24092A5-262C-1602-4BE4-FEB4F7E2C1F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86184" y="1876896"/>
                  <a:ext cx="19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7CAA4AC-5649-A003-2206-F016FDCFD5C8}"/>
                    </a:ext>
                  </a:extLst>
                </p14:cNvPr>
                <p14:cNvContentPartPr/>
                <p14:nvPr/>
              </p14:nvContentPartPr>
              <p14:xfrm>
                <a:off x="9157464" y="1911456"/>
                <a:ext cx="195120" cy="1162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7CAA4AC-5649-A003-2206-F016FDCFD5C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148464" y="1902456"/>
                  <a:ext cx="212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6B61D65-FB84-B4EB-3ADD-F8F080758458}"/>
                    </a:ext>
                  </a:extLst>
                </p14:cNvPr>
                <p14:cNvContentPartPr/>
                <p14:nvPr/>
              </p14:nvContentPartPr>
              <p14:xfrm>
                <a:off x="9406944" y="1960056"/>
                <a:ext cx="132120" cy="20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6B61D65-FB84-B4EB-3ADD-F8F08075845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398304" y="1951056"/>
                  <a:ext cx="1497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F700C12-7FA7-94CB-709B-1CAF13BD0576}"/>
                    </a:ext>
                  </a:extLst>
                </p14:cNvPr>
                <p14:cNvContentPartPr/>
                <p14:nvPr/>
              </p14:nvContentPartPr>
              <p14:xfrm>
                <a:off x="9586224" y="1905336"/>
                <a:ext cx="124200" cy="1368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F700C12-7FA7-94CB-709B-1CAF13BD057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577224" y="1896336"/>
                  <a:ext cx="1418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160F64A-81B2-7AD2-C5F9-F8410FB2C593}"/>
                    </a:ext>
                  </a:extLst>
                </p14:cNvPr>
                <p14:cNvContentPartPr/>
                <p14:nvPr/>
              </p14:nvContentPartPr>
              <p14:xfrm>
                <a:off x="9725184" y="1920816"/>
                <a:ext cx="79560" cy="1177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160F64A-81B2-7AD2-C5F9-F8410FB2C59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16184" y="1911816"/>
                  <a:ext cx="972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5F86E34-FA70-B9C7-BF68-375EC199A7B3}"/>
                    </a:ext>
                  </a:extLst>
                </p14:cNvPr>
                <p14:cNvContentPartPr/>
                <p14:nvPr/>
              </p14:nvContentPartPr>
              <p14:xfrm>
                <a:off x="9739584" y="1956456"/>
                <a:ext cx="93240" cy="734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5F86E34-FA70-B9C7-BF68-375EC199A7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30584" y="1947816"/>
                  <a:ext cx="1108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BBDC067-F171-762B-1819-A8BF6809EF8C}"/>
                    </a:ext>
                  </a:extLst>
                </p14:cNvPr>
                <p14:cNvContentPartPr/>
                <p14:nvPr/>
              </p14:nvContentPartPr>
              <p14:xfrm>
                <a:off x="9801864" y="1822536"/>
                <a:ext cx="216720" cy="208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BBDC067-F171-762B-1819-A8BF6809EF8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93224" y="1813896"/>
                  <a:ext cx="23436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A3204FB-4E20-5246-245A-E9C8F2F7FF64}"/>
              </a:ext>
            </a:extLst>
          </p:cNvPr>
          <p:cNvGrpSpPr/>
          <p:nvPr/>
        </p:nvGrpSpPr>
        <p:grpSpPr>
          <a:xfrm>
            <a:off x="256824" y="3578976"/>
            <a:ext cx="513000" cy="141840"/>
            <a:chOff x="256824" y="3578976"/>
            <a:chExt cx="513000" cy="14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8A2BDE1-B41B-BCF7-22E3-C07D337B0F6A}"/>
                    </a:ext>
                  </a:extLst>
                </p14:cNvPr>
                <p14:cNvContentPartPr/>
                <p14:nvPr/>
              </p14:nvContentPartPr>
              <p14:xfrm>
                <a:off x="256824" y="3578976"/>
                <a:ext cx="117720" cy="1418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8A2BDE1-B41B-BCF7-22E3-C07D337B0F6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48184" y="3570336"/>
                  <a:ext cx="1353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CCAA511-260C-A768-BA43-A292102BF4DF}"/>
                    </a:ext>
                  </a:extLst>
                </p14:cNvPr>
                <p14:cNvContentPartPr/>
                <p14:nvPr/>
              </p14:nvContentPartPr>
              <p14:xfrm>
                <a:off x="380304" y="3615696"/>
                <a:ext cx="195480" cy="75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CCAA511-260C-A768-BA43-A292102BF4D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71304" y="3606696"/>
                  <a:ext cx="213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AB3357D-1A95-A515-018C-10B5C20EF063}"/>
                    </a:ext>
                  </a:extLst>
                </p14:cNvPr>
                <p14:cNvContentPartPr/>
                <p14:nvPr/>
              </p14:nvContentPartPr>
              <p14:xfrm>
                <a:off x="609984" y="3640536"/>
                <a:ext cx="12600" cy="34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AB3357D-1A95-A515-018C-10B5C20EF06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0984" y="3631536"/>
                  <a:ext cx="302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D7413FC-6458-83C8-5B6A-4EC36A22CB5C}"/>
                    </a:ext>
                  </a:extLst>
                </p14:cNvPr>
                <p14:cNvContentPartPr/>
                <p14:nvPr/>
              </p14:nvContentPartPr>
              <p14:xfrm>
                <a:off x="608184" y="3585456"/>
                <a:ext cx="10080" cy="11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D7413FC-6458-83C8-5B6A-4EC36A22CB5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99544" y="3576456"/>
                  <a:ext cx="277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563A582-5B8F-1A11-3408-775A8E1F7CA5}"/>
                    </a:ext>
                  </a:extLst>
                </p14:cNvPr>
                <p14:cNvContentPartPr/>
                <p14:nvPr/>
              </p14:nvContentPartPr>
              <p14:xfrm>
                <a:off x="629424" y="3594456"/>
                <a:ext cx="140400" cy="1119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563A582-5B8F-1A11-3408-775A8E1F7CA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0424" y="3585816"/>
                  <a:ext cx="15804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B7DB045-E62D-E69D-4E76-A6C7F71EE75B}"/>
              </a:ext>
            </a:extLst>
          </p:cNvPr>
          <p:cNvGrpSpPr/>
          <p:nvPr/>
        </p:nvGrpSpPr>
        <p:grpSpPr>
          <a:xfrm>
            <a:off x="153504" y="3885696"/>
            <a:ext cx="559800" cy="122040"/>
            <a:chOff x="153504" y="3885696"/>
            <a:chExt cx="559800" cy="12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43F627F-96C0-14D3-F0DC-AFFC47290EE0}"/>
                    </a:ext>
                  </a:extLst>
                </p14:cNvPr>
                <p14:cNvContentPartPr/>
                <p14:nvPr/>
              </p14:nvContentPartPr>
              <p14:xfrm>
                <a:off x="166104" y="3901536"/>
                <a:ext cx="80280" cy="219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43F627F-96C0-14D3-F0DC-AFFC47290E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57464" y="3892536"/>
                  <a:ext cx="97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03C1B6A-3CB4-194E-D850-8C56811B04A2}"/>
                    </a:ext>
                  </a:extLst>
                </p14:cNvPr>
                <p14:cNvContentPartPr/>
                <p14:nvPr/>
              </p14:nvContentPartPr>
              <p14:xfrm>
                <a:off x="153504" y="3966696"/>
                <a:ext cx="147600" cy="198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03C1B6A-3CB4-194E-D850-8C56811B04A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44504" y="3957696"/>
                  <a:ext cx="165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E91EB92-7295-36BD-4881-681D19B8F314}"/>
                    </a:ext>
                  </a:extLst>
                </p14:cNvPr>
                <p14:cNvContentPartPr/>
                <p14:nvPr/>
              </p14:nvContentPartPr>
              <p14:xfrm>
                <a:off x="446184" y="3885696"/>
                <a:ext cx="16560" cy="122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E91EB92-7295-36BD-4881-681D19B8F31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37184" y="3877056"/>
                  <a:ext cx="342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7EF7B8C-6D5C-5AFB-20FE-48C4E6E7F913}"/>
                    </a:ext>
                  </a:extLst>
                </p14:cNvPr>
                <p14:cNvContentPartPr/>
                <p14:nvPr/>
              </p14:nvContentPartPr>
              <p14:xfrm>
                <a:off x="558504" y="3968496"/>
                <a:ext cx="3240" cy="140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7EF7B8C-6D5C-5AFB-20FE-48C4E6E7F91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49504" y="3959856"/>
                  <a:ext cx="20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D8DCF16-F0EC-67D3-65CA-F8B5B2DAE26C}"/>
                    </a:ext>
                  </a:extLst>
                </p14:cNvPr>
                <p14:cNvContentPartPr/>
                <p14:nvPr/>
              </p14:nvContentPartPr>
              <p14:xfrm>
                <a:off x="613224" y="3900456"/>
                <a:ext cx="100080" cy="892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D8DCF16-F0EC-67D3-65CA-F8B5B2DAE26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04224" y="3891456"/>
                  <a:ext cx="11772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A740D528-2F20-7437-A81B-45557B9F8ACD}"/>
              </a:ext>
            </a:extLst>
          </p:cNvPr>
          <p:cNvGrpSpPr/>
          <p:nvPr/>
        </p:nvGrpSpPr>
        <p:grpSpPr>
          <a:xfrm>
            <a:off x="2029104" y="5502816"/>
            <a:ext cx="644760" cy="144360"/>
            <a:chOff x="2029104" y="5502816"/>
            <a:chExt cx="644760" cy="14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FC5B7FE-9B7A-BD3C-90EC-0228AA814195}"/>
                    </a:ext>
                  </a:extLst>
                </p14:cNvPr>
                <p14:cNvContentPartPr/>
                <p14:nvPr/>
              </p14:nvContentPartPr>
              <p14:xfrm>
                <a:off x="2029104" y="5502816"/>
                <a:ext cx="103320" cy="59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FC5B7FE-9B7A-BD3C-90EC-0228AA81419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020464" y="5494176"/>
                  <a:ext cx="1209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1E1AEC3-7E71-D617-B277-44BA7E00CEB1}"/>
                    </a:ext>
                  </a:extLst>
                </p14:cNvPr>
                <p14:cNvContentPartPr/>
                <p14:nvPr/>
              </p14:nvContentPartPr>
              <p14:xfrm>
                <a:off x="2057184" y="5568336"/>
                <a:ext cx="136440" cy="194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1E1AEC3-7E71-D617-B277-44BA7E00CEB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048184" y="5559336"/>
                  <a:ext cx="154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967F621-D048-AC16-9595-6616C4BF3717}"/>
                    </a:ext>
                  </a:extLst>
                </p14:cNvPr>
                <p14:cNvContentPartPr/>
                <p14:nvPr/>
              </p14:nvContentPartPr>
              <p14:xfrm>
                <a:off x="2225664" y="5533056"/>
                <a:ext cx="126000" cy="990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967F621-D048-AC16-9595-6616C4BF371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217024" y="5524416"/>
                  <a:ext cx="143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04B7927-8D31-6A44-B16F-601FCEC26598}"/>
                    </a:ext>
                  </a:extLst>
                </p14:cNvPr>
                <p14:cNvContentPartPr/>
                <p14:nvPr/>
              </p14:nvContentPartPr>
              <p14:xfrm>
                <a:off x="2427264" y="5595336"/>
                <a:ext cx="26640" cy="306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04B7927-8D31-6A44-B16F-601FCEC2659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418264" y="5586336"/>
                  <a:ext cx="44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5C163EB-142D-CA10-F204-711083A67753}"/>
                    </a:ext>
                  </a:extLst>
                </p14:cNvPr>
                <p14:cNvContentPartPr/>
                <p14:nvPr/>
              </p14:nvContentPartPr>
              <p14:xfrm>
                <a:off x="2538504" y="5522256"/>
                <a:ext cx="135360" cy="124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5C163EB-142D-CA10-F204-711083A6775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529504" y="5513256"/>
                  <a:ext cx="15300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CF55D56E-53C3-D57C-D62A-B7897479A921}"/>
              </a:ext>
            </a:extLst>
          </p:cNvPr>
          <p:cNvGrpSpPr/>
          <p:nvPr/>
        </p:nvGrpSpPr>
        <p:grpSpPr>
          <a:xfrm>
            <a:off x="2412144" y="1984536"/>
            <a:ext cx="331920" cy="197280"/>
            <a:chOff x="2412144" y="1984536"/>
            <a:chExt cx="331920" cy="19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3670B09-2C74-E8F1-ADCA-D67CD277A7FE}"/>
                    </a:ext>
                  </a:extLst>
                </p14:cNvPr>
                <p14:cNvContentPartPr/>
                <p14:nvPr/>
              </p14:nvContentPartPr>
              <p14:xfrm>
                <a:off x="2412144" y="2016576"/>
                <a:ext cx="45360" cy="107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3670B09-2C74-E8F1-ADCA-D67CD277A7F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403504" y="2007576"/>
                  <a:ext cx="630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FF1C699-EB8B-FD3D-1568-3A0C7AAEE738}"/>
                    </a:ext>
                  </a:extLst>
                </p14:cNvPr>
                <p14:cNvContentPartPr/>
                <p14:nvPr/>
              </p14:nvContentPartPr>
              <p14:xfrm>
                <a:off x="2520864" y="2087856"/>
                <a:ext cx="33480" cy="676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FF1C699-EB8B-FD3D-1568-3A0C7AAEE73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512224" y="2079216"/>
                  <a:ext cx="51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BAC2403-A6E9-E745-6B6F-4FA10E925D0A}"/>
                    </a:ext>
                  </a:extLst>
                </p14:cNvPr>
                <p14:cNvContentPartPr/>
                <p14:nvPr/>
              </p14:nvContentPartPr>
              <p14:xfrm>
                <a:off x="2590344" y="2021256"/>
                <a:ext cx="138600" cy="892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BAC2403-A6E9-E745-6B6F-4FA10E925D0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581344" y="2012256"/>
                  <a:ext cx="1562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AB286A5-3575-7CDD-83FB-187A2686125A}"/>
                    </a:ext>
                  </a:extLst>
                </p14:cNvPr>
                <p14:cNvContentPartPr/>
                <p14:nvPr/>
              </p14:nvContentPartPr>
              <p14:xfrm>
                <a:off x="2711664" y="1984536"/>
                <a:ext cx="32400" cy="1972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AB286A5-3575-7CDD-83FB-187A2686125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702664" y="1975896"/>
                  <a:ext cx="50040" cy="21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F75DE53F-D76A-2599-A938-5A85AF37EF41}"/>
                  </a:ext>
                </a:extLst>
              </p14:cNvPr>
              <p14:cNvContentPartPr/>
              <p14:nvPr/>
            </p14:nvContentPartPr>
            <p14:xfrm>
              <a:off x="1482984" y="5254776"/>
              <a:ext cx="97200" cy="820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F75DE53F-D76A-2599-A938-5A85AF37EF41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474344" y="5246136"/>
                <a:ext cx="114840" cy="9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Group 223">
            <a:extLst>
              <a:ext uri="{FF2B5EF4-FFF2-40B4-BE49-F238E27FC236}">
                <a16:creationId xmlns:a16="http://schemas.microsoft.com/office/drawing/2014/main" id="{AFC3710B-33AB-1182-C2FC-D8EC98EF34CE}"/>
              </a:ext>
            </a:extLst>
          </p:cNvPr>
          <p:cNvGrpSpPr/>
          <p:nvPr/>
        </p:nvGrpSpPr>
        <p:grpSpPr>
          <a:xfrm>
            <a:off x="1908144" y="6009696"/>
            <a:ext cx="1244160" cy="210960"/>
            <a:chOff x="1908144" y="6009696"/>
            <a:chExt cx="1244160" cy="21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129A0C5-7481-832A-C578-98AF0C617573}"/>
                    </a:ext>
                  </a:extLst>
                </p14:cNvPr>
                <p14:cNvContentPartPr/>
                <p14:nvPr/>
              </p14:nvContentPartPr>
              <p14:xfrm>
                <a:off x="1908144" y="6024456"/>
                <a:ext cx="78120" cy="1785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129A0C5-7481-832A-C578-98AF0C61757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899504" y="6015816"/>
                  <a:ext cx="957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0BFE037-2DAC-B7A8-2255-44C414782E8B}"/>
                    </a:ext>
                  </a:extLst>
                </p14:cNvPr>
                <p14:cNvContentPartPr/>
                <p14:nvPr/>
              </p14:nvContentPartPr>
              <p14:xfrm>
                <a:off x="2078064" y="6057936"/>
                <a:ext cx="16920" cy="1094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0BFE037-2DAC-B7A8-2255-44C414782E8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069424" y="6049296"/>
                  <a:ext cx="345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BDAE040-DCA7-CCF0-FC78-43F8972FB546}"/>
                    </a:ext>
                  </a:extLst>
                </p14:cNvPr>
                <p14:cNvContentPartPr/>
                <p14:nvPr/>
              </p14:nvContentPartPr>
              <p14:xfrm>
                <a:off x="2160504" y="6128496"/>
                <a:ext cx="12960" cy="396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BDAE040-DCA7-CCF0-FC78-43F8972FB54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151504" y="6119856"/>
                  <a:ext cx="306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90B3215-C044-2B30-851C-A7F41F942239}"/>
                    </a:ext>
                  </a:extLst>
                </p14:cNvPr>
                <p14:cNvContentPartPr/>
                <p14:nvPr/>
              </p14:nvContentPartPr>
              <p14:xfrm>
                <a:off x="2227464" y="6078096"/>
                <a:ext cx="147240" cy="820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90B3215-C044-2B30-851C-A7F41F94223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218464" y="6069456"/>
                  <a:ext cx="1648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1E24876-CDE5-6DFB-D859-15DD201F6BFD}"/>
                    </a:ext>
                  </a:extLst>
                </p14:cNvPr>
                <p14:cNvContentPartPr/>
                <p14:nvPr/>
              </p14:nvContentPartPr>
              <p14:xfrm>
                <a:off x="2472264" y="6152256"/>
                <a:ext cx="23040" cy="68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1E24876-CDE5-6DFB-D859-15DD201F6BF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463264" y="6143616"/>
                  <a:ext cx="406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61DE74D-9C80-8DF1-6DE7-E1B990D79498}"/>
                    </a:ext>
                  </a:extLst>
                </p14:cNvPr>
                <p14:cNvContentPartPr/>
                <p14:nvPr/>
              </p14:nvContentPartPr>
              <p14:xfrm>
                <a:off x="2603664" y="6052536"/>
                <a:ext cx="111960" cy="961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61DE74D-9C80-8DF1-6DE7-E1B990D7949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595024" y="6043536"/>
                  <a:ext cx="129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8A76D30-88B5-176F-62A9-924BEE72C0AB}"/>
                    </a:ext>
                  </a:extLst>
                </p14:cNvPr>
                <p14:cNvContentPartPr/>
                <p14:nvPr/>
              </p14:nvContentPartPr>
              <p14:xfrm>
                <a:off x="2778264" y="6138936"/>
                <a:ext cx="17280" cy="252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8A76D30-88B5-176F-62A9-924BEE72C0A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769624" y="6130296"/>
                  <a:ext cx="34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42D329F-2D50-8462-1E88-056DD990470C}"/>
                    </a:ext>
                  </a:extLst>
                </p14:cNvPr>
                <p14:cNvContentPartPr/>
                <p14:nvPr/>
              </p14:nvContentPartPr>
              <p14:xfrm>
                <a:off x="2875824" y="6038136"/>
                <a:ext cx="131040" cy="1454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42D329F-2D50-8462-1E88-056DD990470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867184" y="6029496"/>
                  <a:ext cx="1486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B3E0B9B-1FC7-E485-9B53-7639B6640414}"/>
                    </a:ext>
                  </a:extLst>
                </p14:cNvPr>
                <p14:cNvContentPartPr/>
                <p14:nvPr/>
              </p14:nvContentPartPr>
              <p14:xfrm>
                <a:off x="3034224" y="6009696"/>
                <a:ext cx="118080" cy="1944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B3E0B9B-1FC7-E485-9B53-7639B664041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025584" y="6000696"/>
                  <a:ext cx="13572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C39C4C4A-F78B-E5F8-5AD4-E34C1333F73A}"/>
              </a:ext>
            </a:extLst>
          </p:cNvPr>
          <p:cNvGrpSpPr/>
          <p:nvPr/>
        </p:nvGrpSpPr>
        <p:grpSpPr>
          <a:xfrm>
            <a:off x="3394944" y="6065136"/>
            <a:ext cx="198000" cy="90720"/>
            <a:chOff x="3394944" y="6065136"/>
            <a:chExt cx="198000" cy="9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56E0550-875E-981C-9648-9FBB6224CBCE}"/>
                    </a:ext>
                  </a:extLst>
                </p14:cNvPr>
                <p14:cNvContentPartPr/>
                <p14:nvPr/>
              </p14:nvContentPartPr>
              <p14:xfrm>
                <a:off x="3394944" y="6088896"/>
                <a:ext cx="119880" cy="226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56E0550-875E-981C-9648-9FBB6224CBC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386304" y="6080256"/>
                  <a:ext cx="137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3A9BEB5-8342-4B96-A9A3-ECCFB22BEAD5}"/>
                    </a:ext>
                  </a:extLst>
                </p14:cNvPr>
                <p14:cNvContentPartPr/>
                <p14:nvPr/>
              </p14:nvContentPartPr>
              <p14:xfrm>
                <a:off x="3489264" y="6065136"/>
                <a:ext cx="103680" cy="907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3A9BEB5-8342-4B96-A9A3-ECCFB22BEAD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480264" y="6056496"/>
                  <a:ext cx="12132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FFCFE9F-A6BB-98D2-FFB7-AEC694D657A5}"/>
              </a:ext>
            </a:extLst>
          </p:cNvPr>
          <p:cNvGrpSpPr/>
          <p:nvPr/>
        </p:nvGrpSpPr>
        <p:grpSpPr>
          <a:xfrm>
            <a:off x="3804624" y="6005736"/>
            <a:ext cx="1216080" cy="199080"/>
            <a:chOff x="3804624" y="6005736"/>
            <a:chExt cx="121608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8984CA6-25EB-4D20-F787-32E932FA3BD2}"/>
                    </a:ext>
                  </a:extLst>
                </p14:cNvPr>
                <p14:cNvContentPartPr/>
                <p14:nvPr/>
              </p14:nvContentPartPr>
              <p14:xfrm>
                <a:off x="3804624" y="6005736"/>
                <a:ext cx="90360" cy="1710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8984CA6-25EB-4D20-F787-32E932FA3BD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795624" y="5996736"/>
                  <a:ext cx="1080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26455AC-1279-1E0C-629B-5F6274223129}"/>
                    </a:ext>
                  </a:extLst>
                </p14:cNvPr>
                <p14:cNvContentPartPr/>
                <p14:nvPr/>
              </p14:nvContentPartPr>
              <p14:xfrm>
                <a:off x="3969864" y="6041736"/>
                <a:ext cx="22320" cy="1000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26455AC-1279-1E0C-629B-5F627422312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960864" y="6033096"/>
                  <a:ext cx="399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A942D606-DEAB-FB5A-B99E-F13D82E078E4}"/>
                    </a:ext>
                  </a:extLst>
                </p14:cNvPr>
                <p14:cNvContentPartPr/>
                <p14:nvPr/>
              </p14:nvContentPartPr>
              <p14:xfrm>
                <a:off x="4077864" y="6127776"/>
                <a:ext cx="16560" cy="219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A942D606-DEAB-FB5A-B99E-F13D82E078E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068864" y="6118776"/>
                  <a:ext cx="342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B585E68-5182-1EF9-DF83-6E0955D94EF4}"/>
                    </a:ext>
                  </a:extLst>
                </p14:cNvPr>
                <p14:cNvContentPartPr/>
                <p14:nvPr/>
              </p14:nvContentPartPr>
              <p14:xfrm>
                <a:off x="4168584" y="6053256"/>
                <a:ext cx="130680" cy="979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B585E68-5182-1EF9-DF83-6E0955D94EF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159584" y="6044616"/>
                  <a:ext cx="148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23E5416-5C8A-B7BE-45BB-35C637949106}"/>
                    </a:ext>
                  </a:extLst>
                </p14:cNvPr>
                <p14:cNvContentPartPr/>
                <p14:nvPr/>
              </p14:nvContentPartPr>
              <p14:xfrm>
                <a:off x="4364784" y="6122376"/>
                <a:ext cx="55800" cy="82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23E5416-5C8A-B7BE-45BB-35C63794910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355784" y="6113376"/>
                  <a:ext cx="73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C37B662-6A0C-46A1-D852-D13B3E5AFB8D}"/>
                    </a:ext>
                  </a:extLst>
                </p14:cNvPr>
                <p14:cNvContentPartPr/>
                <p14:nvPr/>
              </p14:nvContentPartPr>
              <p14:xfrm>
                <a:off x="4551264" y="6038136"/>
                <a:ext cx="29520" cy="117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C37B662-6A0C-46A1-D852-D13B3E5AFB8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542264" y="6029496"/>
                  <a:ext cx="471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57EEF84-0416-306D-EB87-23206949E06A}"/>
                    </a:ext>
                  </a:extLst>
                </p14:cNvPr>
                <p14:cNvContentPartPr/>
                <p14:nvPr/>
              </p14:nvContentPartPr>
              <p14:xfrm>
                <a:off x="4675824" y="6136416"/>
                <a:ext cx="17640" cy="201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57EEF84-0416-306D-EB87-23206949E06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666824" y="6127776"/>
                  <a:ext cx="352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2935B79-0CBF-739E-1A16-F794D1353915}"/>
                    </a:ext>
                  </a:extLst>
                </p14:cNvPr>
                <p14:cNvContentPartPr/>
                <p14:nvPr/>
              </p14:nvContentPartPr>
              <p14:xfrm>
                <a:off x="4755384" y="6043536"/>
                <a:ext cx="100440" cy="547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2935B79-0CBF-739E-1A16-F794D135391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746744" y="6034896"/>
                  <a:ext cx="1180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11E8708-ED62-517D-60FE-E013D3B413DA}"/>
                    </a:ext>
                  </a:extLst>
                </p14:cNvPr>
                <p14:cNvContentPartPr/>
                <p14:nvPr/>
              </p14:nvContentPartPr>
              <p14:xfrm>
                <a:off x="4828104" y="6040296"/>
                <a:ext cx="52920" cy="892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11E8708-ED62-517D-60FE-E013D3B413D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819104" y="6031296"/>
                  <a:ext cx="705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A6E85D3-15B7-B2C3-E60B-8720D89320C1}"/>
                    </a:ext>
                  </a:extLst>
                </p14:cNvPr>
                <p14:cNvContentPartPr/>
                <p14:nvPr/>
              </p14:nvContentPartPr>
              <p14:xfrm>
                <a:off x="4907304" y="6005736"/>
                <a:ext cx="113400" cy="1828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A6E85D3-15B7-B2C3-E60B-8720D89320C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898304" y="5996736"/>
                  <a:ext cx="13104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3F971CD8-B4D3-FBF4-2D53-4CEF3F54B253}"/>
                  </a:ext>
                </a:extLst>
              </p14:cNvPr>
              <p14:cNvContentPartPr/>
              <p14:nvPr/>
            </p14:nvContentPartPr>
            <p14:xfrm>
              <a:off x="1527264" y="3785256"/>
              <a:ext cx="2880" cy="648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3F971CD8-B4D3-FBF4-2D53-4CEF3F54B253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518264" y="3776616"/>
                <a:ext cx="2052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5" name="Group 254">
            <a:extLst>
              <a:ext uri="{FF2B5EF4-FFF2-40B4-BE49-F238E27FC236}">
                <a16:creationId xmlns:a16="http://schemas.microsoft.com/office/drawing/2014/main" id="{74F3A1D6-1EB9-2D78-2D91-DF4EEFB5030F}"/>
              </a:ext>
            </a:extLst>
          </p:cNvPr>
          <p:cNvGrpSpPr/>
          <p:nvPr/>
        </p:nvGrpSpPr>
        <p:grpSpPr>
          <a:xfrm>
            <a:off x="7574184" y="2678256"/>
            <a:ext cx="610920" cy="238680"/>
            <a:chOff x="7574184" y="2678256"/>
            <a:chExt cx="610920" cy="23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20BE378-87E5-7BB2-4CCD-DD02F7B9A367}"/>
                    </a:ext>
                  </a:extLst>
                </p14:cNvPr>
                <p14:cNvContentPartPr/>
                <p14:nvPr/>
              </p14:nvContentPartPr>
              <p14:xfrm>
                <a:off x="7703064" y="2735856"/>
                <a:ext cx="14400" cy="1015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20BE378-87E5-7BB2-4CCD-DD02F7B9A36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694424" y="2727216"/>
                  <a:ext cx="320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C190542-590F-6C13-85E7-8B5114C9B02D}"/>
                    </a:ext>
                  </a:extLst>
                </p14:cNvPr>
                <p14:cNvContentPartPr/>
                <p14:nvPr/>
              </p14:nvContentPartPr>
              <p14:xfrm>
                <a:off x="7770024" y="2828376"/>
                <a:ext cx="26640" cy="388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C190542-590F-6C13-85E7-8B5114C9B02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761384" y="2819376"/>
                  <a:ext cx="442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6B10DE3-6D77-B92E-54EC-79AA3BC425CF}"/>
                    </a:ext>
                  </a:extLst>
                </p14:cNvPr>
                <p14:cNvContentPartPr/>
                <p14:nvPr/>
              </p14:nvContentPartPr>
              <p14:xfrm>
                <a:off x="7825464" y="2783376"/>
                <a:ext cx="140760" cy="817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6B10DE3-6D77-B92E-54EC-79AA3BC425C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816824" y="2774736"/>
                  <a:ext cx="158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68C3B87-9E4C-5FB3-37BF-0D79B40260F8}"/>
                    </a:ext>
                  </a:extLst>
                </p14:cNvPr>
                <p14:cNvContentPartPr/>
                <p14:nvPr/>
              </p14:nvContentPartPr>
              <p14:xfrm>
                <a:off x="8076384" y="2817576"/>
                <a:ext cx="108720" cy="115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68C3B87-9E4C-5FB3-37BF-0D79B40260F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067744" y="2808936"/>
                  <a:ext cx="126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9D9EA62-888B-74AA-7225-0C4468322E03}"/>
                    </a:ext>
                  </a:extLst>
                </p14:cNvPr>
                <p14:cNvContentPartPr/>
                <p14:nvPr/>
              </p14:nvContentPartPr>
              <p14:xfrm>
                <a:off x="7574184" y="2678256"/>
                <a:ext cx="115200" cy="2386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9D9EA62-888B-74AA-7225-0C4468322E0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565544" y="2669616"/>
                  <a:ext cx="13284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449E509A-D86A-856D-5389-AFFF3FC5BEDD}"/>
              </a:ext>
            </a:extLst>
          </p:cNvPr>
          <p:cNvGrpSpPr/>
          <p:nvPr/>
        </p:nvGrpSpPr>
        <p:grpSpPr>
          <a:xfrm>
            <a:off x="8360064" y="2753136"/>
            <a:ext cx="418680" cy="228960"/>
            <a:chOff x="8360064" y="2753136"/>
            <a:chExt cx="41868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D4FCE91-4897-38CD-57F8-551E52EB32B6}"/>
                    </a:ext>
                  </a:extLst>
                </p14:cNvPr>
                <p14:cNvContentPartPr/>
                <p14:nvPr/>
              </p14:nvContentPartPr>
              <p14:xfrm>
                <a:off x="8360064" y="2753136"/>
                <a:ext cx="10080" cy="1220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D4FCE91-4897-38CD-57F8-551E52EB32B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351064" y="2744496"/>
                  <a:ext cx="277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0733BFD-38AC-37A1-1421-7DF7B6A0269B}"/>
                    </a:ext>
                  </a:extLst>
                </p14:cNvPr>
                <p14:cNvContentPartPr/>
                <p14:nvPr/>
              </p14:nvContentPartPr>
              <p14:xfrm>
                <a:off x="8461224" y="2843856"/>
                <a:ext cx="5400" cy="288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0733BFD-38AC-37A1-1421-7DF7B6A0269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452224" y="2835216"/>
                  <a:ext cx="230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8436E893-8391-CCE1-3B7F-FA5D0B7EF1A9}"/>
                    </a:ext>
                  </a:extLst>
                </p14:cNvPr>
                <p14:cNvContentPartPr/>
                <p14:nvPr/>
              </p14:nvContentPartPr>
              <p14:xfrm>
                <a:off x="8524224" y="2782656"/>
                <a:ext cx="155160" cy="813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8436E893-8391-CCE1-3B7F-FA5D0B7EF1A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515224" y="2774016"/>
                  <a:ext cx="1728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B1E3310-FD06-9EAB-B39A-72957C45D5DD}"/>
                    </a:ext>
                  </a:extLst>
                </p14:cNvPr>
                <p14:cNvContentPartPr/>
                <p14:nvPr/>
              </p14:nvContentPartPr>
              <p14:xfrm>
                <a:off x="8738424" y="2874096"/>
                <a:ext cx="40320" cy="1080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B1E3310-FD06-9EAB-B39A-72957C45D5D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729784" y="2865096"/>
                  <a:ext cx="5796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A119C343-CCAB-097C-953C-EB67B4724682}"/>
              </a:ext>
            </a:extLst>
          </p:cNvPr>
          <p:cNvGrpSpPr/>
          <p:nvPr/>
        </p:nvGrpSpPr>
        <p:grpSpPr>
          <a:xfrm>
            <a:off x="8925624" y="2743056"/>
            <a:ext cx="970920" cy="178200"/>
            <a:chOff x="8925624" y="2743056"/>
            <a:chExt cx="970920" cy="17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C8970CF3-5BF9-5603-E55E-1566F285628A}"/>
                    </a:ext>
                  </a:extLst>
                </p14:cNvPr>
                <p14:cNvContentPartPr/>
                <p14:nvPr/>
              </p14:nvContentPartPr>
              <p14:xfrm>
                <a:off x="8925624" y="2762136"/>
                <a:ext cx="27360" cy="990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C8970CF3-5BF9-5603-E55E-1566F285628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916984" y="2753496"/>
                  <a:ext cx="450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E112C70-362A-A30F-F85A-396C6A824FD0}"/>
                    </a:ext>
                  </a:extLst>
                </p14:cNvPr>
                <p14:cNvContentPartPr/>
                <p14:nvPr/>
              </p14:nvContentPartPr>
              <p14:xfrm>
                <a:off x="9018504" y="2830176"/>
                <a:ext cx="20880" cy="446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E112C70-362A-A30F-F85A-396C6A824FD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009864" y="2821536"/>
                  <a:ext cx="385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CE83CE03-C9EE-2713-4B98-3F4C1B4ABC45}"/>
                    </a:ext>
                  </a:extLst>
                </p14:cNvPr>
                <p14:cNvContentPartPr/>
                <p14:nvPr/>
              </p14:nvContentPartPr>
              <p14:xfrm>
                <a:off x="9103464" y="2784456"/>
                <a:ext cx="100080" cy="406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CE83CE03-C9EE-2713-4B98-3F4C1B4ABC4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094464" y="2775816"/>
                  <a:ext cx="1177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2CC6894-C03C-3A72-7D27-F840F7B8E7EA}"/>
                    </a:ext>
                  </a:extLst>
                </p14:cNvPr>
                <p14:cNvContentPartPr/>
                <p14:nvPr/>
              </p14:nvContentPartPr>
              <p14:xfrm>
                <a:off x="9195624" y="2743056"/>
                <a:ext cx="25920" cy="1260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2CC6894-C03C-3A72-7D27-F840F7B8E7E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186984" y="2734056"/>
                  <a:ext cx="43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DC05790-A896-E3C5-FAF5-ED06351E15BC}"/>
                    </a:ext>
                  </a:extLst>
                </p14:cNvPr>
                <p14:cNvContentPartPr/>
                <p14:nvPr/>
              </p14:nvContentPartPr>
              <p14:xfrm>
                <a:off x="9311184" y="2823336"/>
                <a:ext cx="92520" cy="158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DC05790-A896-E3C5-FAF5-ED06351E15B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302544" y="2814696"/>
                  <a:ext cx="1101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E6FA6F6-7049-0505-91AF-41ACF16F53F0}"/>
                    </a:ext>
                  </a:extLst>
                </p14:cNvPr>
                <p14:cNvContentPartPr/>
                <p14:nvPr/>
              </p14:nvContentPartPr>
              <p14:xfrm>
                <a:off x="9465624" y="2784096"/>
                <a:ext cx="132480" cy="853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E6FA6F6-7049-0505-91AF-41ACF16F53F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456624" y="2775456"/>
                  <a:ext cx="1501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AA8E8A9-2A24-07D0-6D12-CD021E8BEB08}"/>
                    </a:ext>
                  </a:extLst>
                </p14:cNvPr>
                <p14:cNvContentPartPr/>
                <p14:nvPr/>
              </p14:nvContentPartPr>
              <p14:xfrm>
                <a:off x="9632664" y="2852496"/>
                <a:ext cx="26280" cy="20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AA8E8A9-2A24-07D0-6D12-CD021E8BEB0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623664" y="2843856"/>
                  <a:ext cx="439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05CB13E-2A94-2E11-29B9-202C14DB1B54}"/>
                    </a:ext>
                  </a:extLst>
                </p14:cNvPr>
                <p14:cNvContentPartPr/>
                <p14:nvPr/>
              </p14:nvContentPartPr>
              <p14:xfrm>
                <a:off x="9725184" y="2789136"/>
                <a:ext cx="97200" cy="1008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05CB13E-2A94-2E11-29B9-202C14DB1B5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716184" y="2780136"/>
                  <a:ext cx="1148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6DC16AE-4B26-BA21-2A26-308716DC8B04}"/>
                    </a:ext>
                  </a:extLst>
                </p14:cNvPr>
                <p14:cNvContentPartPr/>
                <p14:nvPr/>
              </p14:nvContentPartPr>
              <p14:xfrm>
                <a:off x="9833904" y="2760336"/>
                <a:ext cx="62640" cy="1609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6DC16AE-4B26-BA21-2A26-308716DC8B0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825264" y="2751696"/>
                  <a:ext cx="8028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B4747FFB-D916-11F1-DF33-6EE0C081A49E}"/>
              </a:ext>
            </a:extLst>
          </p:cNvPr>
          <p:cNvGrpSpPr/>
          <p:nvPr/>
        </p:nvGrpSpPr>
        <p:grpSpPr>
          <a:xfrm>
            <a:off x="7880184" y="3258576"/>
            <a:ext cx="245520" cy="188280"/>
            <a:chOff x="7880184" y="3258576"/>
            <a:chExt cx="245520" cy="18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3F01752E-D44C-6A0F-27BA-2F067AD4C001}"/>
                    </a:ext>
                  </a:extLst>
                </p14:cNvPr>
                <p14:cNvContentPartPr/>
                <p14:nvPr/>
              </p14:nvContentPartPr>
              <p14:xfrm>
                <a:off x="7880184" y="3258576"/>
                <a:ext cx="142920" cy="1155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3F01752E-D44C-6A0F-27BA-2F067AD4C00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871544" y="3249576"/>
                  <a:ext cx="1605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153F1D1-CDBF-4E3E-C1CC-E04F6D8ADC72}"/>
                    </a:ext>
                  </a:extLst>
                </p14:cNvPr>
                <p14:cNvContentPartPr/>
                <p14:nvPr/>
              </p14:nvContentPartPr>
              <p14:xfrm>
                <a:off x="8090064" y="3347856"/>
                <a:ext cx="35640" cy="990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153F1D1-CDBF-4E3E-C1CC-E04F6D8ADC7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081424" y="3338856"/>
                  <a:ext cx="53280" cy="11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F1612A4E-A2A9-5E9E-D434-C62F27C8ACCE}"/>
                  </a:ext>
                </a:extLst>
              </p14:cNvPr>
              <p14:cNvContentPartPr/>
              <p14:nvPr/>
            </p14:nvContentPartPr>
            <p14:xfrm>
              <a:off x="7633944" y="3254256"/>
              <a:ext cx="196560" cy="11448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F1612A4E-A2A9-5E9E-D434-C62F27C8ACCE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7624944" y="3245616"/>
                <a:ext cx="214200" cy="13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oup 279">
            <a:extLst>
              <a:ext uri="{FF2B5EF4-FFF2-40B4-BE49-F238E27FC236}">
                <a16:creationId xmlns:a16="http://schemas.microsoft.com/office/drawing/2014/main" id="{90546DD6-A15C-6587-F69B-AB8431D824EF}"/>
              </a:ext>
            </a:extLst>
          </p:cNvPr>
          <p:cNvGrpSpPr/>
          <p:nvPr/>
        </p:nvGrpSpPr>
        <p:grpSpPr>
          <a:xfrm>
            <a:off x="8290224" y="3215376"/>
            <a:ext cx="617760" cy="153720"/>
            <a:chOff x="8290224" y="3215376"/>
            <a:chExt cx="61776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56F8386-98FB-2599-98AA-A4190001238B}"/>
                    </a:ext>
                  </a:extLst>
                </p14:cNvPr>
                <p14:cNvContentPartPr/>
                <p14:nvPr/>
              </p14:nvContentPartPr>
              <p14:xfrm>
                <a:off x="8290224" y="3246696"/>
                <a:ext cx="122400" cy="1202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56F8386-98FB-2599-98AA-A4190001238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281584" y="3237696"/>
                  <a:ext cx="1400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58C64A8C-8E12-6AFF-45B4-2B00019ED8B0}"/>
                    </a:ext>
                  </a:extLst>
                </p14:cNvPr>
                <p14:cNvContentPartPr/>
                <p14:nvPr/>
              </p14:nvContentPartPr>
              <p14:xfrm>
                <a:off x="8464464" y="3331296"/>
                <a:ext cx="15840" cy="219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58C64A8C-8E12-6AFF-45B4-2B00019ED8B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455824" y="3322296"/>
                  <a:ext cx="33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1EA8CD4-E417-BCE8-0895-ADC652ED2445}"/>
                    </a:ext>
                  </a:extLst>
                </p14:cNvPr>
                <p14:cNvContentPartPr/>
                <p14:nvPr/>
              </p14:nvContentPartPr>
              <p14:xfrm>
                <a:off x="8529264" y="3245616"/>
                <a:ext cx="132840" cy="1234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1EA8CD4-E417-BCE8-0895-ADC652ED244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520264" y="3236616"/>
                  <a:ext cx="150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C4757C6-6C7C-B9BF-0353-333356C8C61F}"/>
                    </a:ext>
                  </a:extLst>
                </p14:cNvPr>
                <p14:cNvContentPartPr/>
                <p14:nvPr/>
              </p14:nvContentPartPr>
              <p14:xfrm>
                <a:off x="8741304" y="3215376"/>
                <a:ext cx="166680" cy="1479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C4757C6-6C7C-B9BF-0353-333356C8C61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732304" y="3206376"/>
                  <a:ext cx="18432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619D0EF1-4236-5AA6-0F95-818E6D253B9C}"/>
              </a:ext>
            </a:extLst>
          </p:cNvPr>
          <p:cNvGrpSpPr/>
          <p:nvPr/>
        </p:nvGrpSpPr>
        <p:grpSpPr>
          <a:xfrm>
            <a:off x="7000704" y="4136976"/>
            <a:ext cx="777240" cy="383040"/>
            <a:chOff x="7000704" y="4136976"/>
            <a:chExt cx="77724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4AAA80AD-5C1A-30B4-80B9-F4305DB77951}"/>
                    </a:ext>
                  </a:extLst>
                </p14:cNvPr>
                <p14:cNvContentPartPr/>
                <p14:nvPr/>
              </p14:nvContentPartPr>
              <p14:xfrm>
                <a:off x="7000704" y="4191696"/>
                <a:ext cx="185040" cy="3250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4AAA80AD-5C1A-30B4-80B9-F4305DB77951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991704" y="4182696"/>
                  <a:ext cx="2026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33018DB-E4C4-AEE1-D9B6-E0A90D07CC47}"/>
                    </a:ext>
                  </a:extLst>
                </p14:cNvPr>
                <p14:cNvContentPartPr/>
                <p14:nvPr/>
              </p14:nvContentPartPr>
              <p14:xfrm>
                <a:off x="7206624" y="4243176"/>
                <a:ext cx="100440" cy="252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33018DB-E4C4-AEE1-D9B6-E0A90D07CC4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197624" y="4234536"/>
                  <a:ext cx="118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92B32F39-CB6C-64B3-7040-E802CD1C8FC8}"/>
                    </a:ext>
                  </a:extLst>
                </p14:cNvPr>
                <p14:cNvContentPartPr/>
                <p14:nvPr/>
              </p14:nvContentPartPr>
              <p14:xfrm>
                <a:off x="7221744" y="4298256"/>
                <a:ext cx="128880" cy="158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92B32F39-CB6C-64B3-7040-E802CD1C8FC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212744" y="4289256"/>
                  <a:ext cx="1465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E8D6CC5-4B3B-8CAE-2A4A-C3B1B875B6DB}"/>
                    </a:ext>
                  </a:extLst>
                </p14:cNvPr>
                <p14:cNvContentPartPr/>
                <p14:nvPr/>
              </p14:nvContentPartPr>
              <p14:xfrm>
                <a:off x="7485264" y="4136976"/>
                <a:ext cx="224280" cy="3474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E8D6CC5-4B3B-8CAE-2A4A-C3B1B875B6D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476624" y="4127976"/>
                  <a:ext cx="24192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14B5CDB-9B9B-033F-A314-E9109B5B032D}"/>
                    </a:ext>
                  </a:extLst>
                </p14:cNvPr>
                <p14:cNvContentPartPr/>
                <p14:nvPr/>
              </p14:nvContentPartPr>
              <p14:xfrm>
                <a:off x="7757424" y="4450176"/>
                <a:ext cx="20520" cy="698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14B5CDB-9B9B-033F-A314-E9109B5B032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748784" y="4441536"/>
                  <a:ext cx="3816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868D99E3-B42B-1EC2-8A0C-63C6978091C1}"/>
              </a:ext>
            </a:extLst>
          </p:cNvPr>
          <p:cNvGrpSpPr/>
          <p:nvPr/>
        </p:nvGrpSpPr>
        <p:grpSpPr>
          <a:xfrm>
            <a:off x="7789464" y="4180896"/>
            <a:ext cx="152640" cy="104040"/>
            <a:chOff x="7789464" y="4180896"/>
            <a:chExt cx="152640" cy="10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010A3900-541C-8DC3-E879-31089ABCEF1B}"/>
                    </a:ext>
                  </a:extLst>
                </p14:cNvPr>
                <p14:cNvContentPartPr/>
                <p14:nvPr/>
              </p14:nvContentPartPr>
              <p14:xfrm>
                <a:off x="7836984" y="4180896"/>
                <a:ext cx="19800" cy="1040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010A3900-541C-8DC3-E879-31089ABCEF1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827984" y="4171896"/>
                  <a:ext cx="37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F724BD1F-12E4-F7EF-4752-03C529E09A07}"/>
                    </a:ext>
                  </a:extLst>
                </p14:cNvPr>
                <p14:cNvContentPartPr/>
                <p14:nvPr/>
              </p14:nvContentPartPr>
              <p14:xfrm>
                <a:off x="7789464" y="4229496"/>
                <a:ext cx="152640" cy="126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F724BD1F-12E4-F7EF-4752-03C529E09A0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780824" y="4220856"/>
                  <a:ext cx="17028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F2BDA52F-2178-CACD-171C-407207723008}"/>
              </a:ext>
            </a:extLst>
          </p:cNvPr>
          <p:cNvGrpSpPr/>
          <p:nvPr/>
        </p:nvGrpSpPr>
        <p:grpSpPr>
          <a:xfrm>
            <a:off x="8115264" y="4112496"/>
            <a:ext cx="1374840" cy="221400"/>
            <a:chOff x="8115264" y="4112496"/>
            <a:chExt cx="137484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113DD546-48D1-1E4B-F206-6D3BEA164C45}"/>
                    </a:ext>
                  </a:extLst>
                </p14:cNvPr>
                <p14:cNvContentPartPr/>
                <p14:nvPr/>
              </p14:nvContentPartPr>
              <p14:xfrm>
                <a:off x="8115264" y="4212576"/>
                <a:ext cx="155880" cy="1112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113DD546-48D1-1E4B-F206-6D3BEA164C4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106624" y="4203576"/>
                  <a:ext cx="173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6CC3FC8-AAF7-E6B0-C02A-9151C16D7243}"/>
                    </a:ext>
                  </a:extLst>
                </p14:cNvPr>
                <p14:cNvContentPartPr/>
                <p14:nvPr/>
              </p14:nvContentPartPr>
              <p14:xfrm>
                <a:off x="8241984" y="4228056"/>
                <a:ext cx="150120" cy="1058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6CC3FC8-AAF7-E6B0-C02A-9151C16D724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232984" y="4219416"/>
                  <a:ext cx="1677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E3728CFF-497A-E600-1EE9-0579D63B2877}"/>
                    </a:ext>
                  </a:extLst>
                </p14:cNvPr>
                <p14:cNvContentPartPr/>
                <p14:nvPr/>
              </p14:nvContentPartPr>
              <p14:xfrm>
                <a:off x="8514504" y="4112496"/>
                <a:ext cx="79560" cy="1875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E3728CFF-497A-E600-1EE9-0579D63B287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505864" y="4103496"/>
                  <a:ext cx="972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B249BF69-680C-AEF5-8374-9590449A0120}"/>
                    </a:ext>
                  </a:extLst>
                </p14:cNvPr>
                <p14:cNvContentPartPr/>
                <p14:nvPr/>
              </p14:nvContentPartPr>
              <p14:xfrm>
                <a:off x="8708544" y="4134816"/>
                <a:ext cx="88920" cy="1512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B249BF69-680C-AEF5-8374-9590449A012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699544" y="4125816"/>
                  <a:ext cx="106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51D2B517-582D-D03A-6A6F-4E27E7361351}"/>
                    </a:ext>
                  </a:extLst>
                </p14:cNvPr>
                <p14:cNvContentPartPr/>
                <p14:nvPr/>
              </p14:nvContentPartPr>
              <p14:xfrm>
                <a:off x="8733024" y="4180176"/>
                <a:ext cx="75600" cy="813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51D2B517-582D-D03A-6A6F-4E27E736135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724024" y="4171536"/>
                  <a:ext cx="932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2F2A6BB1-6D2A-7C73-831A-CEB88AF8F058}"/>
                    </a:ext>
                  </a:extLst>
                </p14:cNvPr>
                <p14:cNvContentPartPr/>
                <p14:nvPr/>
              </p14:nvContentPartPr>
              <p14:xfrm>
                <a:off x="8901504" y="4206816"/>
                <a:ext cx="159480" cy="154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2F2A6BB1-6D2A-7C73-831A-CEB88AF8F05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892864" y="4197816"/>
                  <a:ext cx="177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964DED20-E123-35E2-6456-C5A3F2C2841D}"/>
                    </a:ext>
                  </a:extLst>
                </p14:cNvPr>
                <p14:cNvContentPartPr/>
                <p14:nvPr/>
              </p14:nvContentPartPr>
              <p14:xfrm>
                <a:off x="9122904" y="4210056"/>
                <a:ext cx="73080" cy="885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964DED20-E123-35E2-6456-C5A3F2C2841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113904" y="4201056"/>
                  <a:ext cx="907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9D7AA439-9E03-4C01-2133-B1B89D52E016}"/>
                    </a:ext>
                  </a:extLst>
                </p14:cNvPr>
                <p14:cNvContentPartPr/>
                <p14:nvPr/>
              </p14:nvContentPartPr>
              <p14:xfrm>
                <a:off x="9114264" y="4210776"/>
                <a:ext cx="152280" cy="640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9D7AA439-9E03-4C01-2133-B1B89D52E01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105624" y="4202136"/>
                  <a:ext cx="1699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9D5DF74-6E3E-3C1C-206B-0CF89909A620}"/>
                    </a:ext>
                  </a:extLst>
                </p14:cNvPr>
                <p14:cNvContentPartPr/>
                <p14:nvPr/>
              </p14:nvContentPartPr>
              <p14:xfrm>
                <a:off x="9302904" y="4260816"/>
                <a:ext cx="49680" cy="388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9D5DF74-6E3E-3C1C-206B-0CF89909A62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293904" y="4252176"/>
                  <a:ext cx="673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4FF492B5-2F79-9089-C4EE-AFC2793068A7}"/>
                    </a:ext>
                  </a:extLst>
                </p14:cNvPr>
                <p14:cNvContentPartPr/>
                <p14:nvPr/>
              </p14:nvContentPartPr>
              <p14:xfrm>
                <a:off x="9334584" y="4158936"/>
                <a:ext cx="155520" cy="1749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4FF492B5-2F79-9089-C4EE-AFC2793068A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325584" y="4150296"/>
                  <a:ext cx="173160" cy="19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8065DC92-6EE4-746D-8AB5-CD5CA30D1CD4}"/>
                  </a:ext>
                </a:extLst>
              </p14:cNvPr>
              <p14:cNvContentPartPr/>
              <p14:nvPr/>
            </p14:nvContentPartPr>
            <p14:xfrm>
              <a:off x="7242984" y="4805136"/>
              <a:ext cx="240840" cy="11124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8065DC92-6EE4-746D-8AB5-CD5CA30D1CD4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7233984" y="4796496"/>
                <a:ext cx="25848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5" name="Group 334">
            <a:extLst>
              <a:ext uri="{FF2B5EF4-FFF2-40B4-BE49-F238E27FC236}">
                <a16:creationId xmlns:a16="http://schemas.microsoft.com/office/drawing/2014/main" id="{6041235A-1DD7-F6B6-99E4-5030E13F0A11}"/>
              </a:ext>
            </a:extLst>
          </p:cNvPr>
          <p:cNvGrpSpPr/>
          <p:nvPr/>
        </p:nvGrpSpPr>
        <p:grpSpPr>
          <a:xfrm>
            <a:off x="7592184" y="4684896"/>
            <a:ext cx="1253880" cy="752400"/>
            <a:chOff x="7592184" y="4684896"/>
            <a:chExt cx="1253880" cy="75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57C18E51-D786-319C-35EC-6DA600403048}"/>
                    </a:ext>
                  </a:extLst>
                </p14:cNvPr>
                <p14:cNvContentPartPr/>
                <p14:nvPr/>
              </p14:nvContentPartPr>
              <p14:xfrm>
                <a:off x="7592184" y="4820616"/>
                <a:ext cx="92880" cy="284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57C18E51-D786-319C-35EC-6DA600403048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583544" y="4811616"/>
                  <a:ext cx="110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FD0DBC61-EFAC-B1EB-4F79-6CB54345B13D}"/>
                    </a:ext>
                  </a:extLst>
                </p14:cNvPr>
                <p14:cNvContentPartPr/>
                <p14:nvPr/>
              </p14:nvContentPartPr>
              <p14:xfrm>
                <a:off x="7629264" y="4867416"/>
                <a:ext cx="128520" cy="266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FD0DBC61-EFAC-B1EB-4F79-6CB54345B13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620624" y="4858776"/>
                  <a:ext cx="1461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FA31DF8-35DD-29F7-6228-548A87D05D82}"/>
                    </a:ext>
                  </a:extLst>
                </p14:cNvPr>
                <p14:cNvContentPartPr/>
                <p14:nvPr/>
              </p14:nvContentPartPr>
              <p14:xfrm>
                <a:off x="7963344" y="4693176"/>
                <a:ext cx="123480" cy="21564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FA31DF8-35DD-29F7-6228-548A87D05D8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954344" y="4684176"/>
                  <a:ext cx="1411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4D3D620E-0DEC-7FFE-31F7-98D78E258517}"/>
                    </a:ext>
                  </a:extLst>
                </p14:cNvPr>
                <p14:cNvContentPartPr/>
                <p14:nvPr/>
              </p14:nvContentPartPr>
              <p14:xfrm>
                <a:off x="8179344" y="4854096"/>
                <a:ext cx="9720" cy="453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4D3D620E-0DEC-7FFE-31F7-98D78E25851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170704" y="4845096"/>
                  <a:ext cx="273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3528198B-0230-1503-6EB9-F53C84F82A79}"/>
                    </a:ext>
                  </a:extLst>
                </p14:cNvPr>
                <p14:cNvContentPartPr/>
                <p14:nvPr/>
              </p14:nvContentPartPr>
              <p14:xfrm>
                <a:off x="8213904" y="4725216"/>
                <a:ext cx="158760" cy="140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3528198B-0230-1503-6EB9-F53C84F82A7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205264" y="4716216"/>
                  <a:ext cx="176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31198C29-F259-6A72-6C8A-06D22E015DB9}"/>
                    </a:ext>
                  </a:extLst>
                </p14:cNvPr>
                <p14:cNvContentPartPr/>
                <p14:nvPr/>
              </p14:nvContentPartPr>
              <p14:xfrm>
                <a:off x="8442864" y="4684896"/>
                <a:ext cx="161640" cy="2055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31198C29-F259-6A72-6C8A-06D22E015DB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434224" y="4676256"/>
                  <a:ext cx="1792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66882A39-D2C0-7E53-7A83-8EB1073DBF5E}"/>
                    </a:ext>
                  </a:extLst>
                </p14:cNvPr>
                <p14:cNvContentPartPr/>
                <p14:nvPr/>
              </p14:nvContentPartPr>
              <p14:xfrm>
                <a:off x="8691624" y="4819896"/>
                <a:ext cx="150480" cy="9072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66882A39-D2C0-7E53-7A83-8EB1073DBF5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682624" y="4811256"/>
                  <a:ext cx="1681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66299D6-2D92-D026-EF72-2FE6D98DFFB8}"/>
                    </a:ext>
                  </a:extLst>
                </p14:cNvPr>
                <p14:cNvContentPartPr/>
                <p14:nvPr/>
              </p14:nvContentPartPr>
              <p14:xfrm>
                <a:off x="7901064" y="4955976"/>
                <a:ext cx="945000" cy="403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66299D6-2D92-D026-EF72-2FE6D98DFFB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892064" y="4947336"/>
                  <a:ext cx="9626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AB2AB87E-9329-B93D-DC15-8D99BBD13E9E}"/>
                    </a:ext>
                  </a:extLst>
                </p14:cNvPr>
                <p14:cNvContentPartPr/>
                <p14:nvPr/>
              </p14:nvContentPartPr>
              <p14:xfrm>
                <a:off x="7914024" y="5094576"/>
                <a:ext cx="183600" cy="1746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AB2AB87E-9329-B93D-DC15-8D99BBD13E9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905384" y="5085576"/>
                  <a:ext cx="2012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6396489E-CD49-D562-8B6C-38AC971A4A79}"/>
                    </a:ext>
                  </a:extLst>
                </p14:cNvPr>
                <p14:cNvContentPartPr/>
                <p14:nvPr/>
              </p14:nvContentPartPr>
              <p14:xfrm>
                <a:off x="7984584" y="5119776"/>
                <a:ext cx="95400" cy="1375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6396489E-CD49-D562-8B6C-38AC971A4A7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975584" y="5110776"/>
                  <a:ext cx="1130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BA1FC7E8-7FC6-3B19-D4D0-7A751AFB167A}"/>
                    </a:ext>
                  </a:extLst>
                </p14:cNvPr>
                <p14:cNvContentPartPr/>
                <p14:nvPr/>
              </p14:nvContentPartPr>
              <p14:xfrm>
                <a:off x="8104464" y="5223816"/>
                <a:ext cx="101520" cy="874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BA1FC7E8-7FC6-3B19-D4D0-7A751AFB167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095464" y="5215176"/>
                  <a:ext cx="1191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B3EC604-84BC-9E3B-A13E-52B9423CBE77}"/>
                    </a:ext>
                  </a:extLst>
                </p14:cNvPr>
                <p14:cNvContentPartPr/>
                <p14:nvPr/>
              </p14:nvContentPartPr>
              <p14:xfrm>
                <a:off x="8289144" y="5155056"/>
                <a:ext cx="139680" cy="237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B3EC604-84BC-9E3B-A13E-52B9423CBE7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280144" y="5146416"/>
                  <a:ext cx="157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30121BED-A3C5-2500-B01B-B10E3BEEEAAB}"/>
                    </a:ext>
                  </a:extLst>
                </p14:cNvPr>
                <p14:cNvContentPartPr/>
                <p14:nvPr/>
              </p14:nvContentPartPr>
              <p14:xfrm>
                <a:off x="8492544" y="5100336"/>
                <a:ext cx="111600" cy="14760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30121BED-A3C5-2500-B01B-B10E3BEEEAAB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483544" y="5091336"/>
                  <a:ext cx="129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09AF915C-7711-5B42-5EFC-340D413C218C}"/>
                    </a:ext>
                  </a:extLst>
                </p14:cNvPr>
                <p14:cNvContentPartPr/>
                <p14:nvPr/>
              </p14:nvContentPartPr>
              <p14:xfrm>
                <a:off x="8505864" y="5115456"/>
                <a:ext cx="94320" cy="878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09AF915C-7711-5B42-5EFC-340D413C218C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497224" y="5106456"/>
                  <a:ext cx="1119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F8C0C4E1-BB9D-B93C-B5E3-819403EB21E5}"/>
                    </a:ext>
                  </a:extLst>
                </p14:cNvPr>
                <p14:cNvContentPartPr/>
                <p14:nvPr/>
              </p14:nvContentPartPr>
              <p14:xfrm>
                <a:off x="8689824" y="5195016"/>
                <a:ext cx="28080" cy="7488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F8C0C4E1-BB9D-B93C-B5E3-819403EB21E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681184" y="5186016"/>
                  <a:ext cx="45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BDE42FD1-9EF2-A1E5-CA8D-AE9B6020E261}"/>
                    </a:ext>
                  </a:extLst>
                </p14:cNvPr>
                <p14:cNvContentPartPr/>
                <p14:nvPr/>
              </p14:nvContentPartPr>
              <p14:xfrm>
                <a:off x="7786584" y="4889016"/>
                <a:ext cx="1034280" cy="5482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BDE42FD1-9EF2-A1E5-CA8D-AE9B6020E26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777584" y="4880016"/>
                  <a:ext cx="1051920" cy="56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9968EAB5-44C8-465C-5105-83007B3BEC70}"/>
              </a:ext>
            </a:extLst>
          </p:cNvPr>
          <p:cNvGrpSpPr/>
          <p:nvPr/>
        </p:nvGrpSpPr>
        <p:grpSpPr>
          <a:xfrm>
            <a:off x="7123824" y="3700296"/>
            <a:ext cx="308520" cy="228960"/>
            <a:chOff x="7123824" y="3700296"/>
            <a:chExt cx="30852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965B92D4-B0BD-D92E-5F28-E26FADF03B36}"/>
                    </a:ext>
                  </a:extLst>
                </p14:cNvPr>
                <p14:cNvContentPartPr/>
                <p14:nvPr/>
              </p14:nvContentPartPr>
              <p14:xfrm>
                <a:off x="7123824" y="3700296"/>
                <a:ext cx="131400" cy="2289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965B92D4-B0BD-D92E-5F28-E26FADF03B3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114824" y="3691296"/>
                  <a:ext cx="1490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EA952846-8279-BCFE-2F2C-8C09B029AA2A}"/>
                    </a:ext>
                  </a:extLst>
                </p14:cNvPr>
                <p14:cNvContentPartPr/>
                <p14:nvPr/>
              </p14:nvContentPartPr>
              <p14:xfrm>
                <a:off x="7273224" y="3738456"/>
                <a:ext cx="159120" cy="4428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EA952846-8279-BCFE-2F2C-8C09B029AA2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264224" y="3729456"/>
                  <a:ext cx="17676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84EA0113-70B6-8190-F83C-C1B5ECC0AF24}"/>
              </a:ext>
            </a:extLst>
          </p:cNvPr>
          <p:cNvGrpSpPr/>
          <p:nvPr/>
        </p:nvGrpSpPr>
        <p:grpSpPr>
          <a:xfrm>
            <a:off x="8123544" y="3677256"/>
            <a:ext cx="433440" cy="134640"/>
            <a:chOff x="8123544" y="3677256"/>
            <a:chExt cx="433440" cy="1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37F6008-27DB-A8D9-B717-E8B66E650750}"/>
                    </a:ext>
                  </a:extLst>
                </p14:cNvPr>
                <p14:cNvContentPartPr/>
                <p14:nvPr/>
              </p14:nvContentPartPr>
              <p14:xfrm>
                <a:off x="8123544" y="3690576"/>
                <a:ext cx="73800" cy="1213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37F6008-27DB-A8D9-B717-E8B66E650750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114904" y="3681576"/>
                  <a:ext cx="91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22A09AD8-A867-79A1-3C9A-B457C4E908D6}"/>
                    </a:ext>
                  </a:extLst>
                </p14:cNvPr>
                <p14:cNvContentPartPr/>
                <p14:nvPr/>
              </p14:nvContentPartPr>
              <p14:xfrm>
                <a:off x="8149464" y="3715776"/>
                <a:ext cx="69120" cy="871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22A09AD8-A867-79A1-3C9A-B457C4E908D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140824" y="3707136"/>
                  <a:ext cx="86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49EBE95-1798-8F9B-203F-9E0364450D45}"/>
                    </a:ext>
                  </a:extLst>
                </p14:cNvPr>
                <p14:cNvContentPartPr/>
                <p14:nvPr/>
              </p14:nvContentPartPr>
              <p14:xfrm>
                <a:off x="8289144" y="3743856"/>
                <a:ext cx="143640" cy="417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49EBE95-1798-8F9B-203F-9E0364450D4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280144" y="3735216"/>
                  <a:ext cx="1612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62AAF326-CA0F-1105-87C0-3133AA43626B}"/>
                    </a:ext>
                  </a:extLst>
                </p14:cNvPr>
                <p14:cNvContentPartPr/>
                <p14:nvPr/>
              </p14:nvContentPartPr>
              <p14:xfrm>
                <a:off x="8544024" y="3677256"/>
                <a:ext cx="12960" cy="1166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62AAF326-CA0F-1105-87C0-3133AA43626B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535024" y="3668256"/>
                  <a:ext cx="30600" cy="13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A9B23D47-1FFC-23C6-308E-667D84B3A540}"/>
                  </a:ext>
                </a:extLst>
              </p14:cNvPr>
              <p14:cNvContentPartPr/>
              <p14:nvPr/>
            </p14:nvContentPartPr>
            <p14:xfrm>
              <a:off x="7568424" y="3687336"/>
              <a:ext cx="51480" cy="98280"/>
            </p14:xfrm>
          </p:contentPart>
        </mc:Choice>
        <mc:Fallback xmlns=""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A9B23D47-1FFC-23C6-308E-667D84B3A540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7559784" y="3678336"/>
                <a:ext cx="691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48B6A2B3-91C5-2F53-A76C-EF09AE796BBF}"/>
                  </a:ext>
                </a:extLst>
              </p14:cNvPr>
              <p14:cNvContentPartPr/>
              <p14:nvPr/>
            </p14:nvContentPartPr>
            <p14:xfrm>
              <a:off x="1508544" y="3745296"/>
              <a:ext cx="74880" cy="47880"/>
            </p14:xfrm>
          </p:contentPart>
        </mc:Choice>
        <mc:Fallback xmlns=""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48B6A2B3-91C5-2F53-A76C-EF09AE796BBF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1499544" y="3736296"/>
                <a:ext cx="9252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1C099E84-16B7-23C3-A858-AE1351405A75}"/>
                  </a:ext>
                </a:extLst>
              </p14:cNvPr>
              <p14:cNvContentPartPr/>
              <p14:nvPr/>
            </p14:nvContentPartPr>
            <p14:xfrm>
              <a:off x="1514304" y="3725496"/>
              <a:ext cx="61200" cy="5472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1C099E84-16B7-23C3-A858-AE1351405A75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1505664" y="3716856"/>
                <a:ext cx="7884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B13A49FF-592E-9723-0462-B9CA000EA8A2}"/>
                  </a:ext>
                </a:extLst>
              </p14:cNvPr>
              <p14:cNvContentPartPr/>
              <p14:nvPr/>
            </p14:nvContentPartPr>
            <p14:xfrm>
              <a:off x="1390464" y="3742416"/>
              <a:ext cx="248400" cy="2844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B13A49FF-592E-9723-0462-B9CA000EA8A2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1381464" y="3733776"/>
                <a:ext cx="2660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414EE4D2-2516-2128-ADF4-B72A130846A9}"/>
                  </a:ext>
                </a:extLst>
              </p14:cNvPr>
              <p14:cNvContentPartPr/>
              <p14:nvPr/>
            </p14:nvContentPartPr>
            <p14:xfrm>
              <a:off x="1074744" y="3524616"/>
              <a:ext cx="43560" cy="7848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414EE4D2-2516-2128-ADF4-B72A130846A9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1066104" y="3515616"/>
                <a:ext cx="6120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31DCA271-BF9F-3E01-A5C3-65965D903102}"/>
                  </a:ext>
                </a:extLst>
              </p14:cNvPr>
              <p14:cNvContentPartPr/>
              <p14:nvPr/>
            </p14:nvContentPartPr>
            <p14:xfrm>
              <a:off x="1187064" y="3553056"/>
              <a:ext cx="19080" cy="3816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31DCA271-BF9F-3E01-A5C3-65965D903102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1178424" y="3544056"/>
                <a:ext cx="367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EFA50822-F5DC-A092-F66B-ED902508AB18}"/>
                  </a:ext>
                </a:extLst>
              </p14:cNvPr>
              <p14:cNvContentPartPr/>
              <p14:nvPr/>
            </p14:nvContentPartPr>
            <p14:xfrm>
              <a:off x="1250424" y="3462336"/>
              <a:ext cx="105120" cy="9144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EFA50822-F5DC-A092-F66B-ED902508AB18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1241424" y="3453336"/>
                <a:ext cx="1227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C2F98A3C-A9A4-B4C9-3B97-BE56151A0668}"/>
                  </a:ext>
                </a:extLst>
              </p14:cNvPr>
              <p14:cNvContentPartPr/>
              <p14:nvPr/>
            </p14:nvContentPartPr>
            <p14:xfrm>
              <a:off x="1409904" y="3187296"/>
              <a:ext cx="246600" cy="56880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C2F98A3C-A9A4-B4C9-3B97-BE56151A0668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1400904" y="3178296"/>
                <a:ext cx="264240" cy="58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1" name="Group 390">
            <a:extLst>
              <a:ext uri="{FF2B5EF4-FFF2-40B4-BE49-F238E27FC236}">
                <a16:creationId xmlns:a16="http://schemas.microsoft.com/office/drawing/2014/main" id="{F6F971BC-E603-95E5-A29C-E33F3B9BB145}"/>
              </a:ext>
            </a:extLst>
          </p:cNvPr>
          <p:cNvGrpSpPr/>
          <p:nvPr/>
        </p:nvGrpSpPr>
        <p:grpSpPr>
          <a:xfrm>
            <a:off x="2668824" y="2390976"/>
            <a:ext cx="258480" cy="221040"/>
            <a:chOff x="2668824" y="2390976"/>
            <a:chExt cx="25848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D2C498E6-C590-A76B-EBCD-3C09770407A4}"/>
                    </a:ext>
                  </a:extLst>
                </p14:cNvPr>
                <p14:cNvContentPartPr/>
                <p14:nvPr/>
              </p14:nvContentPartPr>
              <p14:xfrm>
                <a:off x="2668824" y="2390976"/>
                <a:ext cx="52920" cy="16848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D2C498E6-C590-A76B-EBCD-3C09770407A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659824" y="2381976"/>
                  <a:ext cx="705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3ECF30B6-79A1-98A5-0877-235BC95CB932}"/>
                    </a:ext>
                  </a:extLst>
                </p14:cNvPr>
                <p14:cNvContentPartPr/>
                <p14:nvPr/>
              </p14:nvContentPartPr>
              <p14:xfrm>
                <a:off x="2797704" y="2433816"/>
                <a:ext cx="11520" cy="10224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3ECF30B6-79A1-98A5-0877-235BC95CB932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789064" y="2424816"/>
                  <a:ext cx="291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A7F57118-C623-5D62-0A7E-5F5EAD0E6452}"/>
                    </a:ext>
                  </a:extLst>
                </p14:cNvPr>
                <p14:cNvContentPartPr/>
                <p14:nvPr/>
              </p14:nvContentPartPr>
              <p14:xfrm>
                <a:off x="2892384" y="2531016"/>
                <a:ext cx="34920" cy="810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A7F57118-C623-5D62-0A7E-5F5EAD0E6452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883384" y="2522376"/>
                  <a:ext cx="5256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A8EE7D86-B0E8-9986-5611-6C399C52044B}"/>
              </a:ext>
            </a:extLst>
          </p:cNvPr>
          <p:cNvGrpSpPr/>
          <p:nvPr/>
        </p:nvGrpSpPr>
        <p:grpSpPr>
          <a:xfrm>
            <a:off x="3079944" y="2426976"/>
            <a:ext cx="401760" cy="165240"/>
            <a:chOff x="3079944" y="2426976"/>
            <a:chExt cx="401760" cy="1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05D87336-E0BF-102A-FF6C-32EDAC44C6CB}"/>
                    </a:ext>
                  </a:extLst>
                </p14:cNvPr>
                <p14:cNvContentPartPr/>
                <p14:nvPr/>
              </p14:nvContentPartPr>
              <p14:xfrm>
                <a:off x="3079944" y="2426976"/>
                <a:ext cx="23040" cy="1040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05D87336-E0BF-102A-FF6C-32EDAC44C6CB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070944" y="2417976"/>
                  <a:ext cx="406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6806F9C2-D1C9-409A-F4D0-95334FF66B5A}"/>
                    </a:ext>
                  </a:extLst>
                </p14:cNvPr>
                <p14:cNvContentPartPr/>
                <p14:nvPr/>
              </p14:nvContentPartPr>
              <p14:xfrm>
                <a:off x="3177864" y="2505816"/>
                <a:ext cx="26640" cy="349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6806F9C2-D1C9-409A-F4D0-95334FF66B5A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168864" y="2496816"/>
                  <a:ext cx="442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2308A6B0-DCAF-609F-3903-06C8F337EFEB}"/>
                    </a:ext>
                  </a:extLst>
                </p14:cNvPr>
                <p14:cNvContentPartPr/>
                <p14:nvPr/>
              </p14:nvContentPartPr>
              <p14:xfrm>
                <a:off x="3208104" y="2462616"/>
                <a:ext cx="147240" cy="730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2308A6B0-DCAF-609F-3903-06C8F337EFEB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199104" y="2453976"/>
                  <a:ext cx="1648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C8EEA80A-CC11-D860-EAAC-3360FEA48F04}"/>
                    </a:ext>
                  </a:extLst>
                </p14:cNvPr>
                <p14:cNvContentPartPr/>
                <p14:nvPr/>
              </p14:nvContentPartPr>
              <p14:xfrm>
                <a:off x="3336264" y="2439576"/>
                <a:ext cx="145440" cy="15264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C8EEA80A-CC11-D860-EAAC-3360FEA48F0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327264" y="2430936"/>
                  <a:ext cx="163080" cy="17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5D6AE8B5-CB4C-A381-3883-5D0A45EAD953}"/>
                  </a:ext>
                </a:extLst>
              </p14:cNvPr>
              <p14:cNvContentPartPr/>
              <p14:nvPr/>
            </p14:nvContentPartPr>
            <p14:xfrm>
              <a:off x="4027104" y="2413656"/>
              <a:ext cx="93960" cy="167760"/>
            </p14:xfrm>
          </p:contentPart>
        </mc:Choice>
        <mc:Fallback xmlns=""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5D6AE8B5-CB4C-A381-3883-5D0A45EAD953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4018464" y="2404656"/>
                <a:ext cx="11160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5" name="Group 404">
            <a:extLst>
              <a:ext uri="{FF2B5EF4-FFF2-40B4-BE49-F238E27FC236}">
                <a16:creationId xmlns:a16="http://schemas.microsoft.com/office/drawing/2014/main" id="{80722670-B95E-8798-F044-722FD4368CDA}"/>
              </a:ext>
            </a:extLst>
          </p:cNvPr>
          <p:cNvGrpSpPr/>
          <p:nvPr/>
        </p:nvGrpSpPr>
        <p:grpSpPr>
          <a:xfrm>
            <a:off x="891144" y="3708936"/>
            <a:ext cx="535680" cy="142920"/>
            <a:chOff x="891144" y="3708936"/>
            <a:chExt cx="535680" cy="14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6F518BD3-B96F-54D6-CC29-8086761154DF}"/>
                    </a:ext>
                  </a:extLst>
                </p14:cNvPr>
                <p14:cNvContentPartPr/>
                <p14:nvPr/>
              </p14:nvContentPartPr>
              <p14:xfrm>
                <a:off x="1407384" y="3758256"/>
                <a:ext cx="15480" cy="136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6F518BD3-B96F-54D6-CC29-8086761154D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398384" y="3749616"/>
                  <a:ext cx="331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4C3AE6BA-4C64-6ABD-5733-985B5726BD20}"/>
                    </a:ext>
                  </a:extLst>
                </p14:cNvPr>
                <p14:cNvContentPartPr/>
                <p14:nvPr/>
              </p14:nvContentPartPr>
              <p14:xfrm>
                <a:off x="1398744" y="3755376"/>
                <a:ext cx="8640" cy="324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4C3AE6BA-4C64-6ABD-5733-985B5726BD2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390104" y="3746736"/>
                  <a:ext cx="262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2B10451A-25B3-D36F-A3C2-2453C70E916D}"/>
                    </a:ext>
                  </a:extLst>
                </p14:cNvPr>
                <p14:cNvContentPartPr/>
                <p14:nvPr/>
              </p14:nvContentPartPr>
              <p14:xfrm>
                <a:off x="1390464" y="3752136"/>
                <a:ext cx="360" cy="3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2B10451A-25B3-D36F-A3C2-2453C70E916D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381464" y="37434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52C5A3AE-75E7-C753-A9B3-ECCF12F9FE26}"/>
                    </a:ext>
                  </a:extLst>
                </p14:cNvPr>
                <p14:cNvContentPartPr/>
                <p14:nvPr/>
              </p14:nvContentPartPr>
              <p14:xfrm>
                <a:off x="891144" y="3750336"/>
                <a:ext cx="102960" cy="8208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52C5A3AE-75E7-C753-A9B3-ECCF12F9FE2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82144" y="3741336"/>
                  <a:ext cx="120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C298A954-07D3-C783-6ED0-9AE9AFAE36C1}"/>
                    </a:ext>
                  </a:extLst>
                </p14:cNvPr>
                <p14:cNvContentPartPr/>
                <p14:nvPr/>
              </p14:nvContentPartPr>
              <p14:xfrm>
                <a:off x="959184" y="3746736"/>
                <a:ext cx="467640" cy="2196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C298A954-07D3-C783-6ED0-9AE9AFAE36C1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50544" y="3738096"/>
                  <a:ext cx="485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C834B854-C516-EBED-A2A3-57881FFA0B68}"/>
                    </a:ext>
                  </a:extLst>
                </p14:cNvPr>
                <p14:cNvContentPartPr/>
                <p14:nvPr/>
              </p14:nvContentPartPr>
              <p14:xfrm>
                <a:off x="931464" y="3708936"/>
                <a:ext cx="145800" cy="14292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C834B854-C516-EBED-A2A3-57881FFA0B6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22464" y="3700296"/>
                  <a:ext cx="163440" cy="16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3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0FE9925B-3B74-09AB-789C-D59ED1E8C7CD}"/>
                  </a:ext>
                </a:extLst>
              </p14:cNvPr>
              <p14:cNvContentPartPr/>
              <p14:nvPr/>
            </p14:nvContentPartPr>
            <p14:xfrm>
              <a:off x="4196664" y="2461896"/>
              <a:ext cx="110160" cy="125640"/>
            </p14:xfrm>
          </p:contentPart>
        </mc:Choice>
        <mc:Fallback xmlns=""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0FE9925B-3B74-09AB-789C-D59ED1E8C7CD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4188024" y="2453256"/>
                <a:ext cx="127800" cy="14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0" name="Group 409">
            <a:extLst>
              <a:ext uri="{FF2B5EF4-FFF2-40B4-BE49-F238E27FC236}">
                <a16:creationId xmlns:a16="http://schemas.microsoft.com/office/drawing/2014/main" id="{A676A628-FAF6-14A2-E475-3B509DF23C45}"/>
              </a:ext>
            </a:extLst>
          </p:cNvPr>
          <p:cNvGrpSpPr/>
          <p:nvPr/>
        </p:nvGrpSpPr>
        <p:grpSpPr>
          <a:xfrm>
            <a:off x="1570104" y="3679776"/>
            <a:ext cx="880200" cy="258840"/>
            <a:chOff x="1570104" y="3679776"/>
            <a:chExt cx="88020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6400839-A1AB-D255-6753-0697CF3815E8}"/>
                    </a:ext>
                  </a:extLst>
                </p14:cNvPr>
                <p14:cNvContentPartPr/>
                <p14:nvPr/>
              </p14:nvContentPartPr>
              <p14:xfrm>
                <a:off x="2273184" y="3744576"/>
                <a:ext cx="360" cy="3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6400839-A1AB-D255-6753-0697CF3815E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264184" y="37355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CEF810DB-9399-46CA-CA81-B0EE800A19E1}"/>
                    </a:ext>
                  </a:extLst>
                </p14:cNvPr>
                <p14:cNvContentPartPr/>
                <p14:nvPr/>
              </p14:nvContentPartPr>
              <p14:xfrm>
                <a:off x="2273184" y="3744576"/>
                <a:ext cx="360" cy="3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CEF810DB-9399-46CA-CA81-B0EE800A19E1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264184" y="37355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02FFF1F7-5340-8CC9-6FD1-AF7F5078702D}"/>
                    </a:ext>
                  </a:extLst>
                </p14:cNvPr>
                <p14:cNvContentPartPr/>
                <p14:nvPr/>
              </p14:nvContentPartPr>
              <p14:xfrm>
                <a:off x="2267064" y="3740616"/>
                <a:ext cx="6120" cy="396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02FFF1F7-5340-8CC9-6FD1-AF7F5078702D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258424" y="3731976"/>
                  <a:ext cx="237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D8B46B9-86BD-9E3C-0272-550A917ABDD2}"/>
                    </a:ext>
                  </a:extLst>
                </p14:cNvPr>
                <p14:cNvContentPartPr/>
                <p14:nvPr/>
              </p14:nvContentPartPr>
              <p14:xfrm>
                <a:off x="1776024" y="3911256"/>
                <a:ext cx="32400" cy="273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D8B46B9-86BD-9E3C-0272-550A917ABDD2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767384" y="3902256"/>
                  <a:ext cx="50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E59A6468-40A5-6878-434C-CF5D4A27ABDF}"/>
                    </a:ext>
                  </a:extLst>
                </p14:cNvPr>
                <p14:cNvContentPartPr/>
                <p14:nvPr/>
              </p14:nvContentPartPr>
              <p14:xfrm>
                <a:off x="1570104" y="3763296"/>
                <a:ext cx="777600" cy="219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E59A6468-40A5-6878-434C-CF5D4A27ABD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561464" y="3754296"/>
                  <a:ext cx="795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A26469E9-18D1-5F3E-814A-D0F0F333AD15}"/>
                    </a:ext>
                  </a:extLst>
                </p14:cNvPr>
                <p14:cNvContentPartPr/>
                <p14:nvPr/>
              </p14:nvContentPartPr>
              <p14:xfrm>
                <a:off x="2245104" y="3679776"/>
                <a:ext cx="205200" cy="18000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A26469E9-18D1-5F3E-814A-D0F0F333AD1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2236464" y="3670776"/>
                  <a:ext cx="22284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4006E7DD-1D7E-F1BB-BE49-83AAC5330D65}"/>
              </a:ext>
            </a:extLst>
          </p:cNvPr>
          <p:cNvGrpSpPr/>
          <p:nvPr/>
        </p:nvGrpSpPr>
        <p:grpSpPr>
          <a:xfrm>
            <a:off x="455184" y="4776336"/>
            <a:ext cx="367560" cy="158760"/>
            <a:chOff x="455184" y="4776336"/>
            <a:chExt cx="367560" cy="15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54A32573-A3AC-167F-0184-13CB97C034C6}"/>
                    </a:ext>
                  </a:extLst>
                </p14:cNvPr>
                <p14:cNvContentPartPr/>
                <p14:nvPr/>
              </p14:nvContentPartPr>
              <p14:xfrm>
                <a:off x="455184" y="4776336"/>
                <a:ext cx="171360" cy="12384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54A32573-A3AC-167F-0184-13CB97C034C6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46544" y="4767696"/>
                  <a:ext cx="189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DB4C6DA5-E64A-1827-290E-4FCB031FCCD0}"/>
                    </a:ext>
                  </a:extLst>
                </p14:cNvPr>
                <p14:cNvContentPartPr/>
                <p14:nvPr/>
              </p14:nvContentPartPr>
              <p14:xfrm>
                <a:off x="697824" y="4866696"/>
                <a:ext cx="22320" cy="6840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DB4C6DA5-E64A-1827-290E-4FCB031FCCD0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88824" y="4858056"/>
                  <a:ext cx="399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FD2E87A1-8480-6F3C-36B7-2972142E4363}"/>
                    </a:ext>
                  </a:extLst>
                </p14:cNvPr>
                <p14:cNvContentPartPr/>
                <p14:nvPr/>
              </p14:nvContentPartPr>
              <p14:xfrm>
                <a:off x="791064" y="4800456"/>
                <a:ext cx="31680" cy="9324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FD2E87A1-8480-6F3C-36B7-2972142E436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82064" y="4791456"/>
                  <a:ext cx="4932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6D71A82B-584C-A2D2-80E1-CDC0E5360807}"/>
              </a:ext>
            </a:extLst>
          </p:cNvPr>
          <p:cNvGrpSpPr/>
          <p:nvPr/>
        </p:nvGrpSpPr>
        <p:grpSpPr>
          <a:xfrm>
            <a:off x="4737744" y="3634416"/>
            <a:ext cx="946080" cy="90720"/>
            <a:chOff x="4737744" y="3634416"/>
            <a:chExt cx="946080" cy="9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F0004A57-037C-75F0-299D-47EBBA49A340}"/>
                    </a:ext>
                  </a:extLst>
                </p14:cNvPr>
                <p14:cNvContentPartPr/>
                <p14:nvPr/>
              </p14:nvContentPartPr>
              <p14:xfrm>
                <a:off x="4737744" y="3696696"/>
                <a:ext cx="721080" cy="2844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F0004A57-037C-75F0-299D-47EBBA49A34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728744" y="3688056"/>
                  <a:ext cx="7387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68F1FE4D-D9B3-1B49-21B5-3DE197149253}"/>
                    </a:ext>
                  </a:extLst>
                </p14:cNvPr>
                <p14:cNvContentPartPr/>
                <p14:nvPr/>
              </p14:nvContentPartPr>
              <p14:xfrm>
                <a:off x="5538024" y="3634416"/>
                <a:ext cx="145800" cy="8640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68F1FE4D-D9B3-1B49-21B5-3DE197149253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529024" y="3625776"/>
                  <a:ext cx="163440" cy="10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5">
            <p14:nvContentPartPr>
              <p14:cNvPr id="430" name="Ink 429">
                <a:extLst>
                  <a:ext uri="{FF2B5EF4-FFF2-40B4-BE49-F238E27FC236}">
                    <a16:creationId xmlns:a16="http://schemas.microsoft.com/office/drawing/2014/main" id="{041F4BA6-66AB-C855-A3FD-BC819CAA6A76}"/>
                  </a:ext>
                </a:extLst>
              </p14:cNvPr>
              <p14:cNvContentPartPr/>
              <p14:nvPr/>
            </p14:nvContentPartPr>
            <p14:xfrm>
              <a:off x="3037536" y="1874448"/>
              <a:ext cx="2106360" cy="69120"/>
            </p14:xfrm>
          </p:contentPart>
        </mc:Choice>
        <mc:Fallback xmlns="">
          <p:pic>
            <p:nvPicPr>
              <p:cNvPr id="430" name="Ink 429">
                <a:extLst>
                  <a:ext uri="{FF2B5EF4-FFF2-40B4-BE49-F238E27FC236}">
                    <a16:creationId xmlns:a16="http://schemas.microsoft.com/office/drawing/2014/main" id="{041F4BA6-66AB-C855-A3FD-BC819CAA6A76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3028536" y="1865808"/>
                <a:ext cx="21240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431" name="Ink 430">
                <a:extLst>
                  <a:ext uri="{FF2B5EF4-FFF2-40B4-BE49-F238E27FC236}">
                    <a16:creationId xmlns:a16="http://schemas.microsoft.com/office/drawing/2014/main" id="{A7CF1DA5-BACD-0F82-0805-A02DAC20D776}"/>
                  </a:ext>
                </a:extLst>
              </p14:cNvPr>
              <p14:cNvContentPartPr/>
              <p14:nvPr/>
            </p14:nvContentPartPr>
            <p14:xfrm>
              <a:off x="4316184" y="2072376"/>
              <a:ext cx="173880" cy="167760"/>
            </p14:xfrm>
          </p:contentPart>
        </mc:Choice>
        <mc:Fallback xmlns="">
          <p:pic>
            <p:nvPicPr>
              <p:cNvPr id="431" name="Ink 430">
                <a:extLst>
                  <a:ext uri="{FF2B5EF4-FFF2-40B4-BE49-F238E27FC236}">
                    <a16:creationId xmlns:a16="http://schemas.microsoft.com/office/drawing/2014/main" id="{A7CF1DA5-BACD-0F82-0805-A02DAC20D776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4307544" y="2063736"/>
                <a:ext cx="19152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2" name="Group 441">
            <a:extLst>
              <a:ext uri="{FF2B5EF4-FFF2-40B4-BE49-F238E27FC236}">
                <a16:creationId xmlns:a16="http://schemas.microsoft.com/office/drawing/2014/main" id="{C6FCE16E-571D-0470-FFE9-813D449ADA29}"/>
              </a:ext>
            </a:extLst>
          </p:cNvPr>
          <p:cNvGrpSpPr/>
          <p:nvPr/>
        </p:nvGrpSpPr>
        <p:grpSpPr>
          <a:xfrm>
            <a:off x="5355144" y="1667376"/>
            <a:ext cx="410040" cy="245880"/>
            <a:chOff x="5355144" y="1667376"/>
            <a:chExt cx="410040" cy="2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2D0974D4-DD44-1AFA-8797-72F57FB29346}"/>
                    </a:ext>
                  </a:extLst>
                </p14:cNvPr>
                <p14:cNvContentPartPr/>
                <p14:nvPr/>
              </p14:nvContentPartPr>
              <p14:xfrm>
                <a:off x="5377104" y="1897416"/>
                <a:ext cx="268560" cy="1584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2D0974D4-DD44-1AFA-8797-72F57FB2934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5368464" y="1888776"/>
                  <a:ext cx="286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14A4F30B-7FAB-3294-AABA-3E30B60145C7}"/>
                    </a:ext>
                  </a:extLst>
                </p14:cNvPr>
                <p14:cNvContentPartPr/>
                <p14:nvPr/>
              </p14:nvContentPartPr>
              <p14:xfrm>
                <a:off x="5587344" y="1845216"/>
                <a:ext cx="177840" cy="6192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14A4F30B-7FAB-3294-AABA-3E30B60145C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578344" y="1836216"/>
                  <a:ext cx="1954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D0283E68-BC6F-DD01-DD6B-DAA76F47C161}"/>
                    </a:ext>
                  </a:extLst>
                </p14:cNvPr>
                <p14:cNvContentPartPr/>
                <p14:nvPr/>
              </p14:nvContentPartPr>
              <p14:xfrm>
                <a:off x="5355144" y="1667376"/>
                <a:ext cx="14760" cy="14292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D0283E68-BC6F-DD01-DD6B-DAA76F47C161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346504" y="1658376"/>
                  <a:ext cx="324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D6720D6E-EF2D-9CA5-5E1F-6CDEE9536F78}"/>
                    </a:ext>
                  </a:extLst>
                </p14:cNvPr>
                <p14:cNvContentPartPr/>
                <p14:nvPr/>
              </p14:nvContentPartPr>
              <p14:xfrm>
                <a:off x="5449104" y="1767096"/>
                <a:ext cx="24120" cy="6372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D6720D6E-EF2D-9CA5-5E1F-6CDEE9536F78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440104" y="1758096"/>
                  <a:ext cx="417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753F134E-D6C7-6EA5-8B04-200519346B3A}"/>
                    </a:ext>
                  </a:extLst>
                </p14:cNvPr>
                <p14:cNvContentPartPr/>
                <p14:nvPr/>
              </p14:nvContentPartPr>
              <p14:xfrm>
                <a:off x="5540904" y="1681776"/>
                <a:ext cx="135000" cy="10224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753F134E-D6C7-6EA5-8B04-200519346B3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532264" y="1673136"/>
                  <a:ext cx="15264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8" name="Group 447">
            <a:extLst>
              <a:ext uri="{FF2B5EF4-FFF2-40B4-BE49-F238E27FC236}">
                <a16:creationId xmlns:a16="http://schemas.microsoft.com/office/drawing/2014/main" id="{2A701388-1E91-27C9-F714-1BF071DF4C1F}"/>
              </a:ext>
            </a:extLst>
          </p:cNvPr>
          <p:cNvGrpSpPr/>
          <p:nvPr/>
        </p:nvGrpSpPr>
        <p:grpSpPr>
          <a:xfrm>
            <a:off x="4272264" y="2260656"/>
            <a:ext cx="754200" cy="389520"/>
            <a:chOff x="4272264" y="2260656"/>
            <a:chExt cx="754200" cy="3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301D04CC-24BA-3DB9-F827-09DF3AA64321}"/>
                    </a:ext>
                  </a:extLst>
                </p14:cNvPr>
                <p14:cNvContentPartPr/>
                <p14:nvPr/>
              </p14:nvContentPartPr>
              <p14:xfrm>
                <a:off x="4468104" y="2524536"/>
                <a:ext cx="17280" cy="1256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301D04CC-24BA-3DB9-F827-09DF3AA64321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4459104" y="2515536"/>
                  <a:ext cx="349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025E23B7-322B-CF50-3352-F7DA8145C286}"/>
                    </a:ext>
                  </a:extLst>
                </p14:cNvPr>
                <p14:cNvContentPartPr/>
                <p14:nvPr/>
              </p14:nvContentPartPr>
              <p14:xfrm>
                <a:off x="4611024" y="2458296"/>
                <a:ext cx="26640" cy="9360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025E23B7-322B-CF50-3352-F7DA8145C286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4602384" y="2449656"/>
                  <a:ext cx="442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DC39C1BB-61B5-593D-AE58-43BA16C23462}"/>
                    </a:ext>
                  </a:extLst>
                </p14:cNvPr>
                <p14:cNvContentPartPr/>
                <p14:nvPr/>
              </p14:nvContentPartPr>
              <p14:xfrm>
                <a:off x="4713264" y="2563416"/>
                <a:ext cx="37440" cy="2772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DC39C1BB-61B5-593D-AE58-43BA16C23462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704264" y="2554416"/>
                  <a:ext cx="550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F6D555CB-BB79-9243-8F4E-460ED0ECEB41}"/>
                    </a:ext>
                  </a:extLst>
                </p14:cNvPr>
                <p14:cNvContentPartPr/>
                <p14:nvPr/>
              </p14:nvContentPartPr>
              <p14:xfrm>
                <a:off x="4783104" y="2490696"/>
                <a:ext cx="158040" cy="8784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F6D555CB-BB79-9243-8F4E-460ED0ECEB4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4774464" y="2482056"/>
                  <a:ext cx="1756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0E532B4E-BB40-F213-D4F5-3BE57EEE5776}"/>
                    </a:ext>
                  </a:extLst>
                </p14:cNvPr>
                <p14:cNvContentPartPr/>
                <p14:nvPr/>
              </p14:nvContentPartPr>
              <p14:xfrm>
                <a:off x="4928544" y="2452536"/>
                <a:ext cx="97920" cy="15480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0E532B4E-BB40-F213-D4F5-3BE57EEE5776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919544" y="2443536"/>
                  <a:ext cx="1155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D156328D-BC4E-3494-5C81-A3C2C4C85C29}"/>
                    </a:ext>
                  </a:extLst>
                </p14:cNvPr>
                <p14:cNvContentPartPr/>
                <p14:nvPr/>
              </p14:nvContentPartPr>
              <p14:xfrm>
                <a:off x="4396104" y="2324376"/>
                <a:ext cx="185040" cy="10764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D156328D-BC4E-3494-5C81-A3C2C4C85C29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387104" y="2315736"/>
                  <a:ext cx="202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B5B9D6A4-D6A9-06D4-A342-C1CBB3953216}"/>
                    </a:ext>
                  </a:extLst>
                </p14:cNvPr>
                <p14:cNvContentPartPr/>
                <p14:nvPr/>
              </p14:nvContentPartPr>
              <p14:xfrm>
                <a:off x="4615704" y="2337696"/>
                <a:ext cx="37080" cy="849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B5B9D6A4-D6A9-06D4-A342-C1CBB3953216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607064" y="2328696"/>
                  <a:ext cx="54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D2BD5499-CD51-B9BC-07C2-DCB3B4F017FB}"/>
                    </a:ext>
                  </a:extLst>
                </p14:cNvPr>
                <p14:cNvContentPartPr/>
                <p14:nvPr/>
              </p14:nvContentPartPr>
              <p14:xfrm>
                <a:off x="4746024" y="2307456"/>
                <a:ext cx="30600" cy="12060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D2BD5499-CD51-B9BC-07C2-DCB3B4F017F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737384" y="2298816"/>
                  <a:ext cx="482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52846154-A497-97EA-C89C-119F57B27B9D}"/>
                    </a:ext>
                  </a:extLst>
                </p14:cNvPr>
                <p14:cNvContentPartPr/>
                <p14:nvPr/>
              </p14:nvContentPartPr>
              <p14:xfrm>
                <a:off x="4272264" y="2316816"/>
                <a:ext cx="91080" cy="15408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52846154-A497-97EA-C89C-119F57B27B9D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263624" y="2307816"/>
                  <a:ext cx="1087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F74F0954-FBBE-25C3-2027-81F5A7D4D274}"/>
                    </a:ext>
                  </a:extLst>
                </p14:cNvPr>
                <p14:cNvContentPartPr/>
                <p14:nvPr/>
              </p14:nvContentPartPr>
              <p14:xfrm>
                <a:off x="4773384" y="2260656"/>
                <a:ext cx="75600" cy="17640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F74F0954-FBBE-25C3-2027-81F5A7D4D274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764744" y="2252016"/>
                  <a:ext cx="9324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8D2ABD55-C33B-10D0-15C3-4FA3EA4C69CD}"/>
              </a:ext>
            </a:extLst>
          </p:cNvPr>
          <p:cNvGrpSpPr/>
          <p:nvPr/>
        </p:nvGrpSpPr>
        <p:grpSpPr>
          <a:xfrm>
            <a:off x="5914584" y="2465856"/>
            <a:ext cx="559440" cy="662040"/>
            <a:chOff x="5914584" y="2465856"/>
            <a:chExt cx="559440" cy="66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276C783C-67A8-DA9C-FD09-C7B9AAA2FD5A}"/>
                    </a:ext>
                  </a:extLst>
                </p14:cNvPr>
                <p14:cNvContentPartPr/>
                <p14:nvPr/>
              </p14:nvContentPartPr>
              <p14:xfrm>
                <a:off x="5914584" y="2465856"/>
                <a:ext cx="210600" cy="57816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276C783C-67A8-DA9C-FD09-C7B9AAA2FD5A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5905944" y="2457216"/>
                  <a:ext cx="22824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A42BF34A-B0BC-3C25-29AD-CACF63AC56BA}"/>
                    </a:ext>
                  </a:extLst>
                </p14:cNvPr>
                <p14:cNvContentPartPr/>
                <p14:nvPr/>
              </p14:nvContentPartPr>
              <p14:xfrm>
                <a:off x="6096384" y="2979936"/>
                <a:ext cx="142920" cy="10296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A42BF34A-B0BC-3C25-29AD-CACF63AC56BA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087744" y="2971296"/>
                  <a:ext cx="1605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F0E4FDFE-DED8-2E81-480E-790CB0D7D2A1}"/>
                    </a:ext>
                  </a:extLst>
                </p14:cNvPr>
                <p14:cNvContentPartPr/>
                <p14:nvPr/>
              </p14:nvContentPartPr>
              <p14:xfrm>
                <a:off x="6302304" y="3001176"/>
                <a:ext cx="48960" cy="12672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F0E4FDFE-DED8-2E81-480E-790CB0D7D2A1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293304" y="2992176"/>
                  <a:ext cx="666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F7F526A6-C64B-F75B-2EE9-2462797C21CE}"/>
                    </a:ext>
                  </a:extLst>
                </p14:cNvPr>
                <p14:cNvContentPartPr/>
                <p14:nvPr/>
              </p14:nvContentPartPr>
              <p14:xfrm>
                <a:off x="6464664" y="2946096"/>
                <a:ext cx="9360" cy="12060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F7F526A6-C64B-F75B-2EE9-2462797C21CE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455664" y="2937096"/>
                  <a:ext cx="2700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790A7E5B-922C-CA51-AF70-A6AA82817E3F}"/>
              </a:ext>
            </a:extLst>
          </p:cNvPr>
          <p:cNvGrpSpPr/>
          <p:nvPr/>
        </p:nvGrpSpPr>
        <p:grpSpPr>
          <a:xfrm>
            <a:off x="4724424" y="2966976"/>
            <a:ext cx="1176480" cy="455760"/>
            <a:chOff x="4724424" y="2966976"/>
            <a:chExt cx="1176480" cy="45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8DCBB665-1B01-0D67-1423-896A6CFA7A50}"/>
                    </a:ext>
                  </a:extLst>
                </p14:cNvPr>
                <p14:cNvContentPartPr/>
                <p14:nvPr/>
              </p14:nvContentPartPr>
              <p14:xfrm>
                <a:off x="5082624" y="3006216"/>
                <a:ext cx="818280" cy="525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8DCBB665-1B01-0D67-1423-896A6CFA7A50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5073984" y="2997216"/>
                  <a:ext cx="835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08AA0428-4159-77DB-A6FA-D264F2A72995}"/>
                    </a:ext>
                  </a:extLst>
                </p14:cNvPr>
                <p14:cNvContentPartPr/>
                <p14:nvPr/>
              </p14:nvContentPartPr>
              <p14:xfrm>
                <a:off x="5039784" y="2966976"/>
                <a:ext cx="139680" cy="14868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08AA0428-4159-77DB-A6FA-D264F2A72995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030784" y="2958336"/>
                  <a:ext cx="1573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95B8D1F3-1938-2D00-5A32-CF6E9E8E18C9}"/>
                    </a:ext>
                  </a:extLst>
                </p14:cNvPr>
                <p14:cNvContentPartPr/>
                <p14:nvPr/>
              </p14:nvContentPartPr>
              <p14:xfrm>
                <a:off x="4906584" y="3183336"/>
                <a:ext cx="21960" cy="14904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95B8D1F3-1938-2D00-5A32-CF6E9E8E18C9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897944" y="3174336"/>
                  <a:ext cx="396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CE1F0963-41B0-320A-2BA4-E535AC01077D}"/>
                    </a:ext>
                  </a:extLst>
                </p14:cNvPr>
                <p14:cNvContentPartPr/>
                <p14:nvPr/>
              </p14:nvContentPartPr>
              <p14:xfrm>
                <a:off x="4990104" y="3308256"/>
                <a:ext cx="39240" cy="957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CE1F0963-41B0-320A-2BA4-E535AC01077D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981104" y="3299616"/>
                  <a:ext cx="568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A2DDC8C5-3EB1-9A9F-BE6B-64FD9AEFE62F}"/>
                    </a:ext>
                  </a:extLst>
                </p14:cNvPr>
                <p14:cNvContentPartPr/>
                <p14:nvPr/>
              </p14:nvContentPartPr>
              <p14:xfrm>
                <a:off x="5086944" y="3211776"/>
                <a:ext cx="206640" cy="9828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A2DDC8C5-3EB1-9A9F-BE6B-64FD9AEFE62F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077944" y="3202776"/>
                  <a:ext cx="2242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CEA446D5-7C79-4315-7AE5-B6260EAADDDD}"/>
                    </a:ext>
                  </a:extLst>
                </p14:cNvPr>
                <p14:cNvContentPartPr/>
                <p14:nvPr/>
              </p14:nvContentPartPr>
              <p14:xfrm>
                <a:off x="4724424" y="3076056"/>
                <a:ext cx="176400" cy="29520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CEA446D5-7C79-4315-7AE5-B6260EAADDD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4715784" y="3067056"/>
                  <a:ext cx="1940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1304ABB1-A7F6-EEB3-3574-D3E18017C19B}"/>
                    </a:ext>
                  </a:extLst>
                </p14:cNvPr>
                <p14:cNvContentPartPr/>
                <p14:nvPr/>
              </p14:nvContentPartPr>
              <p14:xfrm>
                <a:off x="5391504" y="3116376"/>
                <a:ext cx="32400" cy="30636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1304ABB1-A7F6-EEB3-3574-D3E18017C19B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382864" y="3107376"/>
                  <a:ext cx="50040" cy="32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61C26F03-42AD-0695-B23F-5317AA6E0869}"/>
              </a:ext>
            </a:extLst>
          </p:cNvPr>
          <p:cNvGrpSpPr/>
          <p:nvPr/>
        </p:nvGrpSpPr>
        <p:grpSpPr>
          <a:xfrm>
            <a:off x="2783664" y="3161016"/>
            <a:ext cx="664200" cy="605880"/>
            <a:chOff x="2783664" y="3161016"/>
            <a:chExt cx="664200" cy="60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D8506B16-C774-757C-B774-E93DD4EBC7E1}"/>
                    </a:ext>
                  </a:extLst>
                </p14:cNvPr>
                <p14:cNvContentPartPr/>
                <p14:nvPr/>
              </p14:nvContentPartPr>
              <p14:xfrm>
                <a:off x="2783664" y="3161016"/>
                <a:ext cx="270360" cy="60588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D8506B16-C774-757C-B774-E93DD4EBC7E1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2774664" y="3152016"/>
                  <a:ext cx="28800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F6A89910-B9E4-9CFF-5D98-21FBECE18C98}"/>
                    </a:ext>
                  </a:extLst>
                </p14:cNvPr>
                <p14:cNvContentPartPr/>
                <p14:nvPr/>
              </p14:nvContentPartPr>
              <p14:xfrm>
                <a:off x="3045024" y="3563856"/>
                <a:ext cx="119880" cy="14040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F6A89910-B9E4-9CFF-5D98-21FBECE18C98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3036024" y="3555216"/>
                  <a:ext cx="1375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71CFF673-E9A1-4C4F-BA10-A36E3626C1CB}"/>
                    </a:ext>
                  </a:extLst>
                </p14:cNvPr>
                <p14:cNvContentPartPr/>
                <p14:nvPr/>
              </p14:nvContentPartPr>
              <p14:xfrm>
                <a:off x="3147624" y="3603096"/>
                <a:ext cx="135720" cy="813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71CFF673-E9A1-4C4F-BA10-A36E3626C1CB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138984" y="3594456"/>
                  <a:ext cx="1533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EDC2939E-BB8D-CB07-179B-277DF49E3CB4}"/>
                    </a:ext>
                  </a:extLst>
                </p14:cNvPr>
                <p14:cNvContentPartPr/>
                <p14:nvPr/>
              </p14:nvContentPartPr>
              <p14:xfrm>
                <a:off x="3268584" y="3570696"/>
                <a:ext cx="179280" cy="19404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EDC2939E-BB8D-CB07-179B-277DF49E3CB4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3259584" y="3562056"/>
                  <a:ext cx="19692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2" name="Group 471">
            <a:extLst>
              <a:ext uri="{FF2B5EF4-FFF2-40B4-BE49-F238E27FC236}">
                <a16:creationId xmlns:a16="http://schemas.microsoft.com/office/drawing/2014/main" id="{FF17977E-AF30-F72F-F2A0-FBCFA7C6C2E6}"/>
              </a:ext>
            </a:extLst>
          </p:cNvPr>
          <p:cNvGrpSpPr/>
          <p:nvPr/>
        </p:nvGrpSpPr>
        <p:grpSpPr>
          <a:xfrm>
            <a:off x="3219264" y="1687896"/>
            <a:ext cx="1728360" cy="153720"/>
            <a:chOff x="3219264" y="1687896"/>
            <a:chExt cx="172836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835CA6C7-537F-FFA9-2027-52E1CF5E7757}"/>
                    </a:ext>
                  </a:extLst>
                </p14:cNvPr>
                <p14:cNvContentPartPr/>
                <p14:nvPr/>
              </p14:nvContentPartPr>
              <p14:xfrm>
                <a:off x="3219264" y="1803816"/>
                <a:ext cx="1341360" cy="3492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835CA6C7-537F-FFA9-2027-52E1CF5E7757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210264" y="1794816"/>
                  <a:ext cx="1359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1579D86A-A174-272C-2CA6-0B94A8C153A6}"/>
                    </a:ext>
                  </a:extLst>
                </p14:cNvPr>
                <p14:cNvContentPartPr/>
                <p14:nvPr/>
              </p14:nvContentPartPr>
              <p14:xfrm>
                <a:off x="4584744" y="1687896"/>
                <a:ext cx="164520" cy="14508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1579D86A-A174-272C-2CA6-0B94A8C153A6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576104" y="1679256"/>
                  <a:ext cx="1821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5A4E14BD-ED51-5BEA-92C9-73EF8B013EB6}"/>
                    </a:ext>
                  </a:extLst>
                </p14:cNvPr>
                <p14:cNvContentPartPr/>
                <p14:nvPr/>
              </p14:nvContentPartPr>
              <p14:xfrm>
                <a:off x="4721184" y="1742976"/>
                <a:ext cx="3600" cy="360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5A4E14BD-ED51-5BEA-92C9-73EF8B013EB6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712544" y="1733976"/>
                  <a:ext cx="21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74340E45-36DA-776B-331E-12E1137DF494}"/>
                    </a:ext>
                  </a:extLst>
                </p14:cNvPr>
                <p14:cNvContentPartPr/>
                <p14:nvPr/>
              </p14:nvContentPartPr>
              <p14:xfrm>
                <a:off x="4738464" y="1740456"/>
                <a:ext cx="209160" cy="10116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74340E45-36DA-776B-331E-12E1137DF494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729824" y="1731456"/>
                  <a:ext cx="226800" cy="118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66025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A310250-76B1-2D90-A90B-F286E6C780C7}"/>
              </a:ext>
            </a:extLst>
          </p:cNvPr>
          <p:cNvGrpSpPr/>
          <p:nvPr/>
        </p:nvGrpSpPr>
        <p:grpSpPr>
          <a:xfrm>
            <a:off x="897624" y="1475136"/>
            <a:ext cx="525240" cy="131760"/>
            <a:chOff x="897624" y="1475136"/>
            <a:chExt cx="525240" cy="13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A3E6291-6FF8-1940-ABF3-4B574D411343}"/>
                    </a:ext>
                  </a:extLst>
                </p14:cNvPr>
                <p14:cNvContentPartPr/>
                <p14:nvPr/>
              </p14:nvContentPartPr>
              <p14:xfrm>
                <a:off x="897624" y="1475136"/>
                <a:ext cx="112320" cy="114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A3E6291-6FF8-1940-ABF3-4B574D41134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88984" y="1466136"/>
                  <a:ext cx="1299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EB36575-A54B-0940-654B-7AF63633353C}"/>
                    </a:ext>
                  </a:extLst>
                </p14:cNvPr>
                <p14:cNvContentPartPr/>
                <p14:nvPr/>
              </p14:nvContentPartPr>
              <p14:xfrm>
                <a:off x="1032624" y="1502856"/>
                <a:ext cx="83160" cy="104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EB36575-A54B-0940-654B-7AF6363335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3624" y="1494216"/>
                  <a:ext cx="1008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4B15DC6-7160-EC48-8B46-45EB34038463}"/>
                    </a:ext>
                  </a:extLst>
                </p14:cNvPr>
                <p14:cNvContentPartPr/>
                <p14:nvPr/>
              </p14:nvContentPartPr>
              <p14:xfrm>
                <a:off x="1057824" y="1494576"/>
                <a:ext cx="75600" cy="78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4B15DC6-7160-EC48-8B46-45EB3403846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48824" y="1485936"/>
                  <a:ext cx="932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847FB7B-3D21-F401-F135-5C9772E359E0}"/>
                    </a:ext>
                  </a:extLst>
                </p14:cNvPr>
                <p14:cNvContentPartPr/>
                <p14:nvPr/>
              </p14:nvContentPartPr>
              <p14:xfrm>
                <a:off x="1261224" y="1515456"/>
                <a:ext cx="161640" cy="64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847FB7B-3D21-F401-F135-5C9772E359E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52584" y="1506816"/>
                  <a:ext cx="17928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004D8B6-E404-C9E1-F73A-E1BFCEC6A520}"/>
              </a:ext>
            </a:extLst>
          </p:cNvPr>
          <p:cNvGrpSpPr/>
          <p:nvPr/>
        </p:nvGrpSpPr>
        <p:grpSpPr>
          <a:xfrm>
            <a:off x="828864" y="1903176"/>
            <a:ext cx="732600" cy="277560"/>
            <a:chOff x="828864" y="1903176"/>
            <a:chExt cx="732600" cy="2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C8ED5C6-0D87-60B4-6D1F-EFF3D7636AC3}"/>
                    </a:ext>
                  </a:extLst>
                </p14:cNvPr>
                <p14:cNvContentPartPr/>
                <p14:nvPr/>
              </p14:nvContentPartPr>
              <p14:xfrm>
                <a:off x="828864" y="1903176"/>
                <a:ext cx="178200" cy="93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C8ED5C6-0D87-60B4-6D1F-EFF3D7636AC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9864" y="1894176"/>
                  <a:ext cx="195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FA2826B-E38F-C379-CBBF-D3830848A47C}"/>
                    </a:ext>
                  </a:extLst>
                </p14:cNvPr>
                <p14:cNvContentPartPr/>
                <p14:nvPr/>
              </p14:nvContentPartPr>
              <p14:xfrm>
                <a:off x="1067184" y="1917936"/>
                <a:ext cx="146880" cy="262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FA2826B-E38F-C379-CBBF-D3830848A4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58544" y="1909296"/>
                  <a:ext cx="1645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D167DD5-A4A8-02A0-A0FB-8B57EBAEC464}"/>
                    </a:ext>
                  </a:extLst>
                </p14:cNvPr>
                <p14:cNvContentPartPr/>
                <p14:nvPr/>
              </p14:nvContentPartPr>
              <p14:xfrm>
                <a:off x="1371024" y="1919016"/>
                <a:ext cx="88200" cy="33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D167DD5-A4A8-02A0-A0FB-8B57EBAEC46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62384" y="1910016"/>
                  <a:ext cx="1058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AB97D6E-54EF-FBF0-E4AA-BDB7EA83C170}"/>
                    </a:ext>
                  </a:extLst>
                </p14:cNvPr>
                <p14:cNvContentPartPr/>
                <p14:nvPr/>
              </p14:nvContentPartPr>
              <p14:xfrm>
                <a:off x="1386504" y="1931616"/>
                <a:ext cx="174960" cy="54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AB97D6E-54EF-FBF0-E4AA-BDB7EA83C17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77504" y="1922616"/>
                  <a:ext cx="19260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6F5812C-EAFF-0015-77AB-D9BB3E9F0068}"/>
              </a:ext>
            </a:extLst>
          </p:cNvPr>
          <p:cNvGrpSpPr/>
          <p:nvPr/>
        </p:nvGrpSpPr>
        <p:grpSpPr>
          <a:xfrm>
            <a:off x="1875744" y="1822536"/>
            <a:ext cx="719280" cy="171720"/>
            <a:chOff x="1875744" y="1822536"/>
            <a:chExt cx="719280" cy="17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7FC91A5-12A3-C203-BB3E-D9B5A6A096DF}"/>
                    </a:ext>
                  </a:extLst>
                </p14:cNvPr>
                <p14:cNvContentPartPr/>
                <p14:nvPr/>
              </p14:nvContentPartPr>
              <p14:xfrm>
                <a:off x="1875744" y="1829736"/>
                <a:ext cx="38160" cy="145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7FC91A5-12A3-C203-BB3E-D9B5A6A096D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66744" y="1821096"/>
                  <a:ext cx="558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F04035D-D3FD-8508-E809-AC5FC98F5BAE}"/>
                    </a:ext>
                  </a:extLst>
                </p14:cNvPr>
                <p14:cNvContentPartPr/>
                <p14:nvPr/>
              </p14:nvContentPartPr>
              <p14:xfrm>
                <a:off x="1973664" y="1931976"/>
                <a:ext cx="17280" cy="34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F04035D-D3FD-8508-E809-AC5FC98F5BA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64664" y="1922976"/>
                  <a:ext cx="349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D15E3E6-FCD1-48B0-5B19-D611E44AC3CC}"/>
                    </a:ext>
                  </a:extLst>
                </p14:cNvPr>
                <p14:cNvContentPartPr/>
                <p14:nvPr/>
              </p14:nvContentPartPr>
              <p14:xfrm>
                <a:off x="2024784" y="1858896"/>
                <a:ext cx="180000" cy="124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D15E3E6-FCD1-48B0-5B19-D611E44AC3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16144" y="1849896"/>
                  <a:ext cx="1976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CF7AFBC-B027-1BFA-8420-51DE6BA0DEEC}"/>
                    </a:ext>
                  </a:extLst>
                </p14:cNvPr>
                <p14:cNvContentPartPr/>
                <p14:nvPr/>
              </p14:nvContentPartPr>
              <p14:xfrm>
                <a:off x="2226024" y="1844856"/>
                <a:ext cx="135000" cy="79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CF7AFBC-B027-1BFA-8420-51DE6BA0DEE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17384" y="1835856"/>
                  <a:ext cx="152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50E7290-34C3-7123-EF3B-BCBD715D6112}"/>
                    </a:ext>
                  </a:extLst>
                </p14:cNvPr>
                <p14:cNvContentPartPr/>
                <p14:nvPr/>
              </p14:nvContentPartPr>
              <p14:xfrm>
                <a:off x="2332584" y="1822536"/>
                <a:ext cx="52200" cy="147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50E7290-34C3-7123-EF3B-BCBD715D611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23944" y="1813896"/>
                  <a:ext cx="69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06CD96B-0BF4-39B5-F6B1-20B3F5FE0737}"/>
                    </a:ext>
                  </a:extLst>
                </p14:cNvPr>
                <p14:cNvContentPartPr/>
                <p14:nvPr/>
              </p14:nvContentPartPr>
              <p14:xfrm>
                <a:off x="2391264" y="1859616"/>
                <a:ext cx="152640" cy="134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06CD96B-0BF4-39B5-F6B1-20B3F5FE073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82264" y="1850976"/>
                  <a:ext cx="1702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31A6C09-3295-81FE-C68E-6FDF96EA06DE}"/>
                    </a:ext>
                  </a:extLst>
                </p14:cNvPr>
                <p14:cNvContentPartPr/>
                <p14:nvPr/>
              </p14:nvContentPartPr>
              <p14:xfrm>
                <a:off x="2430144" y="1879056"/>
                <a:ext cx="164880" cy="44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31A6C09-3295-81FE-C68E-6FDF96EA06D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21144" y="1870056"/>
                  <a:ext cx="182520" cy="6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C0DA4E5-6309-CA3E-9280-0DBC819F5518}"/>
                  </a:ext>
                </a:extLst>
              </p14:cNvPr>
              <p14:cNvContentPartPr/>
              <p14:nvPr/>
            </p14:nvContentPartPr>
            <p14:xfrm>
              <a:off x="785664" y="931536"/>
              <a:ext cx="196560" cy="108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C0DA4E5-6309-CA3E-9280-0DBC819F551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77024" y="922896"/>
                <a:ext cx="2142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ACDAEE7-942E-7F25-2B87-81CE498192C7}"/>
                  </a:ext>
                </a:extLst>
              </p14:cNvPr>
              <p14:cNvContentPartPr/>
              <p14:nvPr/>
            </p14:nvContentPartPr>
            <p14:xfrm>
              <a:off x="1609344" y="1514016"/>
              <a:ext cx="130680" cy="97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ACDAEE7-942E-7F25-2B87-81CE498192C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600704" y="1505016"/>
                <a:ext cx="14832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A5D34D10-5A48-0B9A-29BB-E382D18E0EA1}"/>
              </a:ext>
            </a:extLst>
          </p:cNvPr>
          <p:cNvGrpSpPr/>
          <p:nvPr/>
        </p:nvGrpSpPr>
        <p:grpSpPr>
          <a:xfrm>
            <a:off x="1862064" y="1417896"/>
            <a:ext cx="405000" cy="201960"/>
            <a:chOff x="1862064" y="1417896"/>
            <a:chExt cx="405000" cy="20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B3D0BE8-E10E-4EE4-E849-1CF497536D0F}"/>
                    </a:ext>
                  </a:extLst>
                </p14:cNvPr>
                <p14:cNvContentPartPr/>
                <p14:nvPr/>
              </p14:nvContentPartPr>
              <p14:xfrm>
                <a:off x="1862064" y="1440936"/>
                <a:ext cx="128520" cy="134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B3D0BE8-E10E-4EE4-E849-1CF497536D0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853424" y="1431936"/>
                  <a:ext cx="146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0D9B543-7F8C-F059-8B55-294BA2958BC1}"/>
                    </a:ext>
                  </a:extLst>
                </p14:cNvPr>
                <p14:cNvContentPartPr/>
                <p14:nvPr/>
              </p14:nvContentPartPr>
              <p14:xfrm>
                <a:off x="2046024" y="1566936"/>
                <a:ext cx="24120" cy="28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0D9B543-7F8C-F059-8B55-294BA2958BC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37384" y="1558296"/>
                  <a:ext cx="417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9DFC739-A48F-89E5-266E-7E7F4779E4D6}"/>
                    </a:ext>
                  </a:extLst>
                </p14:cNvPr>
                <p14:cNvContentPartPr/>
                <p14:nvPr/>
              </p14:nvContentPartPr>
              <p14:xfrm>
                <a:off x="2166264" y="1471896"/>
                <a:ext cx="91440" cy="62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9DFC739-A48F-89E5-266E-7E7F4779E4D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57624" y="1462896"/>
                  <a:ext cx="109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A24C3B2-06B7-6DA9-742F-351B7EF461E2}"/>
                    </a:ext>
                  </a:extLst>
                </p14:cNvPr>
                <p14:cNvContentPartPr/>
                <p14:nvPr/>
              </p14:nvContentPartPr>
              <p14:xfrm>
                <a:off x="2235384" y="1417896"/>
                <a:ext cx="31680" cy="201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A24C3B2-06B7-6DA9-742F-351B7EF461E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26384" y="1408896"/>
                  <a:ext cx="49320" cy="219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8286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42339FF-2BD0-EEE3-70BC-31B11DCC18EB}"/>
              </a:ext>
            </a:extLst>
          </p:cNvPr>
          <p:cNvCxnSpPr/>
          <p:nvPr/>
        </p:nvCxnSpPr>
        <p:spPr>
          <a:xfrm>
            <a:off x="6565392" y="2340864"/>
            <a:ext cx="0" cy="2990088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08C9461-2B6C-8118-644E-688E6609D39C}"/>
              </a:ext>
            </a:extLst>
          </p:cNvPr>
          <p:cNvGrpSpPr/>
          <p:nvPr/>
        </p:nvGrpSpPr>
        <p:grpSpPr>
          <a:xfrm>
            <a:off x="4928616" y="2971800"/>
            <a:ext cx="1892808" cy="1892808"/>
            <a:chOff x="5577840" y="2670048"/>
            <a:chExt cx="1892808" cy="189280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46CB087-A743-2131-A684-90D99037EEC9}"/>
                </a:ext>
              </a:extLst>
            </p:cNvPr>
            <p:cNvSpPr/>
            <p:nvPr/>
          </p:nvSpPr>
          <p:spPr>
            <a:xfrm>
              <a:off x="5577840" y="2670048"/>
              <a:ext cx="1892808" cy="189280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AD662A1-D917-94E5-A4A7-682E672FB7C9}"/>
                </a:ext>
              </a:extLst>
            </p:cNvPr>
            <p:cNvSpPr/>
            <p:nvPr/>
          </p:nvSpPr>
          <p:spPr>
            <a:xfrm>
              <a:off x="6437376" y="3538728"/>
              <a:ext cx="155448" cy="15544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973732-6C92-0290-E3CB-3106107A3146}"/>
              </a:ext>
            </a:extLst>
          </p:cNvPr>
          <p:cNvGrpSpPr/>
          <p:nvPr/>
        </p:nvGrpSpPr>
        <p:grpSpPr>
          <a:xfrm>
            <a:off x="5854824" y="3288096"/>
            <a:ext cx="757080" cy="1288440"/>
            <a:chOff x="5854824" y="3288096"/>
            <a:chExt cx="757080" cy="12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E88D6EA-7AC0-AAB7-EB9C-5ED79B88B9E5}"/>
                    </a:ext>
                  </a:extLst>
                </p14:cNvPr>
                <p14:cNvContentPartPr/>
                <p14:nvPr/>
              </p14:nvContentPartPr>
              <p14:xfrm>
                <a:off x="5901264" y="3867336"/>
                <a:ext cx="632520" cy="44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E88D6EA-7AC0-AAB7-EB9C-5ED79B88B9E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92264" y="3858336"/>
                  <a:ext cx="650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2D2C80B-FB0D-E97C-E6D3-BFB1D7B79785}"/>
                    </a:ext>
                  </a:extLst>
                </p14:cNvPr>
                <p14:cNvContentPartPr/>
                <p14:nvPr/>
              </p14:nvContentPartPr>
              <p14:xfrm>
                <a:off x="5869224" y="3875616"/>
                <a:ext cx="689760" cy="58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2D2C80B-FB0D-E97C-E6D3-BFB1D7B797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60224" y="3866616"/>
                  <a:ext cx="7074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4D1D099-7A02-D6FB-9814-9489E84A6751}"/>
                    </a:ext>
                  </a:extLst>
                </p14:cNvPr>
                <p14:cNvContentPartPr/>
                <p14:nvPr/>
              </p14:nvContentPartPr>
              <p14:xfrm>
                <a:off x="6446664" y="3851496"/>
                <a:ext cx="148320" cy="110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4D1D099-7A02-D6FB-9814-9489E84A675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37664" y="3842856"/>
                  <a:ext cx="1659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4B2F010-74A6-6444-6CEF-1AE054112835}"/>
                    </a:ext>
                  </a:extLst>
                </p14:cNvPr>
                <p14:cNvContentPartPr/>
                <p14:nvPr/>
              </p14:nvContentPartPr>
              <p14:xfrm>
                <a:off x="5854824" y="3288096"/>
                <a:ext cx="717480" cy="599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4B2F010-74A6-6444-6CEF-1AE05411283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45824" y="3279096"/>
                  <a:ext cx="73512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DFC5008-0390-BECE-91F9-D1B48E427D93}"/>
                    </a:ext>
                  </a:extLst>
                </p14:cNvPr>
                <p14:cNvContentPartPr/>
                <p14:nvPr/>
              </p14:nvContentPartPr>
              <p14:xfrm>
                <a:off x="5906304" y="3946176"/>
                <a:ext cx="705600" cy="630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DFC5008-0390-BECE-91F9-D1B48E427D9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97664" y="3937536"/>
                  <a:ext cx="723240" cy="64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D338D10-0D1E-EEDB-DF59-A95AA2D3C0BF}"/>
              </a:ext>
            </a:extLst>
          </p:cNvPr>
          <p:cNvGrpSpPr/>
          <p:nvPr/>
        </p:nvGrpSpPr>
        <p:grpSpPr>
          <a:xfrm>
            <a:off x="6303744" y="1332576"/>
            <a:ext cx="1888200" cy="407880"/>
            <a:chOff x="6303744" y="1332576"/>
            <a:chExt cx="1888200" cy="40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40758C7-F37D-AF4F-54CB-E6C6E3D8E016}"/>
                    </a:ext>
                  </a:extLst>
                </p14:cNvPr>
                <p14:cNvContentPartPr/>
                <p14:nvPr/>
              </p14:nvContentPartPr>
              <p14:xfrm>
                <a:off x="6303744" y="1492416"/>
                <a:ext cx="170280" cy="110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40758C7-F37D-AF4F-54CB-E6C6E3D8E01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95104" y="1483776"/>
                  <a:ext cx="1879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9EC8036-8C4F-49B9-3D9F-FE0DD917C58F}"/>
                    </a:ext>
                  </a:extLst>
                </p14:cNvPr>
                <p14:cNvContentPartPr/>
                <p14:nvPr/>
              </p14:nvContentPartPr>
              <p14:xfrm>
                <a:off x="6495984" y="1337256"/>
                <a:ext cx="721800" cy="223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9EC8036-8C4F-49B9-3D9F-FE0DD917C58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486984" y="1328616"/>
                  <a:ext cx="7394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C7EA8C8-F7A5-97E2-7F6A-9A4C21E62526}"/>
                    </a:ext>
                  </a:extLst>
                </p14:cNvPr>
                <p14:cNvContentPartPr/>
                <p14:nvPr/>
              </p14:nvContentPartPr>
              <p14:xfrm>
                <a:off x="7402104" y="1462536"/>
                <a:ext cx="490680" cy="117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C7EA8C8-F7A5-97E2-7F6A-9A4C21E6252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93104" y="1453536"/>
                  <a:ext cx="508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AF297F5-5B4D-3AA1-5C73-EB1F0BE7EC30}"/>
                    </a:ext>
                  </a:extLst>
                </p14:cNvPr>
                <p14:cNvContentPartPr/>
                <p14:nvPr/>
              </p14:nvContentPartPr>
              <p14:xfrm>
                <a:off x="7862904" y="1332576"/>
                <a:ext cx="329040" cy="407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AF297F5-5B4D-3AA1-5C73-EB1F0BE7EC3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853904" y="1323936"/>
                  <a:ext cx="346680" cy="42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F51FA87-430B-C987-0369-B2B4E5ABB024}"/>
                  </a:ext>
                </a:extLst>
              </p14:cNvPr>
              <p14:cNvContentPartPr/>
              <p14:nvPr/>
            </p14:nvContentPartPr>
            <p14:xfrm>
              <a:off x="2322144" y="1205136"/>
              <a:ext cx="1803240" cy="1386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F51FA87-430B-C987-0369-B2B4E5ABB02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313144" y="1196496"/>
                <a:ext cx="1820880" cy="140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9FB064C-A24E-3047-9F9B-EBE7BF5E0731}"/>
                  </a:ext>
                </a:extLst>
              </p14:cNvPr>
              <p14:cNvContentPartPr/>
              <p14:nvPr/>
            </p14:nvContentPartPr>
            <p14:xfrm>
              <a:off x="3181464" y="1727496"/>
              <a:ext cx="986400" cy="72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9FB064C-A24E-3047-9F9B-EBE7BF5E073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72824" y="1718856"/>
                <a:ext cx="1004040" cy="9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8416A725-54F7-29CD-BCFF-B7407C35D597}"/>
              </a:ext>
            </a:extLst>
          </p:cNvPr>
          <p:cNvGrpSpPr/>
          <p:nvPr/>
        </p:nvGrpSpPr>
        <p:grpSpPr>
          <a:xfrm>
            <a:off x="3190104" y="1819296"/>
            <a:ext cx="34200" cy="169560"/>
            <a:chOff x="3190104" y="1819296"/>
            <a:chExt cx="34200" cy="16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87B0644-E67A-CBDF-A28D-F91AF91A8F1F}"/>
                    </a:ext>
                  </a:extLst>
                </p14:cNvPr>
                <p14:cNvContentPartPr/>
                <p14:nvPr/>
              </p14:nvContentPartPr>
              <p14:xfrm>
                <a:off x="3213864" y="1820016"/>
                <a:ext cx="7200" cy="2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87B0644-E67A-CBDF-A28D-F91AF91A8F1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04864" y="1811376"/>
                  <a:ext cx="248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FC8F143-9F07-E8AE-3BE6-1E1510EE6618}"/>
                    </a:ext>
                  </a:extLst>
                </p14:cNvPr>
                <p14:cNvContentPartPr/>
                <p14:nvPr/>
              </p14:nvContentPartPr>
              <p14:xfrm>
                <a:off x="3190104" y="1819296"/>
                <a:ext cx="34200" cy="169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FC8F143-9F07-E8AE-3BE6-1E1510EE661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81464" y="1810656"/>
                  <a:ext cx="5184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E499DF-0348-DAF4-2E13-89D61B868813}"/>
              </a:ext>
            </a:extLst>
          </p:cNvPr>
          <p:cNvGrpSpPr/>
          <p:nvPr/>
        </p:nvGrpSpPr>
        <p:grpSpPr>
          <a:xfrm>
            <a:off x="2676384" y="3035736"/>
            <a:ext cx="1089000" cy="158400"/>
            <a:chOff x="2676384" y="3035736"/>
            <a:chExt cx="1089000" cy="15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8B35720-0F91-9935-1245-44589884E88C}"/>
                    </a:ext>
                  </a:extLst>
                </p14:cNvPr>
                <p14:cNvContentPartPr/>
                <p14:nvPr/>
              </p14:nvContentPartPr>
              <p14:xfrm>
                <a:off x="2676384" y="3087936"/>
                <a:ext cx="1013400" cy="106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8B35720-0F91-9935-1245-44589884E88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67384" y="3079296"/>
                  <a:ext cx="10310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25AEE74-520A-0773-954B-752D221E54EF}"/>
                    </a:ext>
                  </a:extLst>
                </p14:cNvPr>
                <p14:cNvContentPartPr/>
                <p14:nvPr/>
              </p14:nvContentPartPr>
              <p14:xfrm>
                <a:off x="3645144" y="3035736"/>
                <a:ext cx="120240" cy="102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25AEE74-520A-0773-954B-752D221E54E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36144" y="3026736"/>
                  <a:ext cx="13788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D7AAFD5-5892-0FF2-50ED-37E81F1059D8}"/>
              </a:ext>
            </a:extLst>
          </p:cNvPr>
          <p:cNvGrpSpPr/>
          <p:nvPr/>
        </p:nvGrpSpPr>
        <p:grpSpPr>
          <a:xfrm>
            <a:off x="1638144" y="3569976"/>
            <a:ext cx="2719440" cy="316080"/>
            <a:chOff x="1638144" y="3569976"/>
            <a:chExt cx="271944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1870D6B-ACFB-58CE-1349-9E790429C8F9}"/>
                    </a:ext>
                  </a:extLst>
                </p14:cNvPr>
                <p14:cNvContentPartPr/>
                <p14:nvPr/>
              </p14:nvContentPartPr>
              <p14:xfrm>
                <a:off x="1638144" y="3671136"/>
                <a:ext cx="173520" cy="195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1870D6B-ACFB-58CE-1349-9E790429C8F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29504" y="3662136"/>
                  <a:ext cx="1911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BDBA112-EAB3-33D5-47CE-3CFDFC3A3407}"/>
                    </a:ext>
                  </a:extLst>
                </p14:cNvPr>
                <p14:cNvContentPartPr/>
                <p14:nvPr/>
              </p14:nvContentPartPr>
              <p14:xfrm>
                <a:off x="1890144" y="3729456"/>
                <a:ext cx="95040" cy="81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DBA112-EAB3-33D5-47CE-3CFDFC3A340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81504" y="3720456"/>
                  <a:ext cx="1126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3920EF5-3B34-2FD1-7E31-28E8E9704A13}"/>
                    </a:ext>
                  </a:extLst>
                </p14:cNvPr>
                <p14:cNvContentPartPr/>
                <p14:nvPr/>
              </p14:nvContentPartPr>
              <p14:xfrm>
                <a:off x="2089224" y="3649896"/>
                <a:ext cx="174600" cy="191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3920EF5-3B34-2FD1-7E31-28E8E9704A1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80224" y="3641256"/>
                  <a:ext cx="1922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D166555-82C1-FA53-6F8B-41CB838F3241}"/>
                    </a:ext>
                  </a:extLst>
                </p14:cNvPr>
                <p14:cNvContentPartPr/>
                <p14:nvPr/>
              </p14:nvContentPartPr>
              <p14:xfrm>
                <a:off x="2374344" y="3744216"/>
                <a:ext cx="131040" cy="14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166555-82C1-FA53-6F8B-41CB838F324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65344" y="3735216"/>
                  <a:ext cx="148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2E381D9-DDA9-7AF0-9488-3FC8FC72FDE7}"/>
                    </a:ext>
                  </a:extLst>
                </p14:cNvPr>
                <p14:cNvContentPartPr/>
                <p14:nvPr/>
              </p14:nvContentPartPr>
              <p14:xfrm>
                <a:off x="2388744" y="3805056"/>
                <a:ext cx="108720" cy="16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2E381D9-DDA9-7AF0-9488-3FC8FC72FDE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79744" y="3796416"/>
                  <a:ext cx="126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9A88F2D-AAFE-1058-AB04-13916499BE04}"/>
                    </a:ext>
                  </a:extLst>
                </p14:cNvPr>
                <p14:cNvContentPartPr/>
                <p14:nvPr/>
              </p14:nvContentPartPr>
              <p14:xfrm>
                <a:off x="2738304" y="3689856"/>
                <a:ext cx="199080" cy="166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9A88F2D-AAFE-1058-AB04-13916499BE0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29664" y="3680856"/>
                  <a:ext cx="216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7BAAE4D-779A-21DA-15FD-BAC95722F529}"/>
                    </a:ext>
                  </a:extLst>
                </p14:cNvPr>
                <p14:cNvContentPartPr/>
                <p14:nvPr/>
              </p14:nvContentPartPr>
              <p14:xfrm>
                <a:off x="2688984" y="3585816"/>
                <a:ext cx="68760" cy="277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7BAAE4D-779A-21DA-15FD-BAC95722F52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80344" y="3577176"/>
                  <a:ext cx="864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49A5EBA-EF65-3F93-9666-2C8625026C5C}"/>
                    </a:ext>
                  </a:extLst>
                </p14:cNvPr>
                <p14:cNvContentPartPr/>
                <p14:nvPr/>
              </p14:nvContentPartPr>
              <p14:xfrm>
                <a:off x="2958984" y="3600576"/>
                <a:ext cx="43560" cy="262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49A5EBA-EF65-3F93-9666-2C8625026C5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50344" y="3591936"/>
                  <a:ext cx="612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D8731DD-CB74-62E0-C765-06840BD72185}"/>
                    </a:ext>
                  </a:extLst>
                </p14:cNvPr>
                <p14:cNvContentPartPr/>
                <p14:nvPr/>
              </p14:nvContentPartPr>
              <p14:xfrm>
                <a:off x="3068784" y="3602016"/>
                <a:ext cx="49320" cy="278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D8731DD-CB74-62E0-C765-06840BD7218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59784" y="3593376"/>
                  <a:ext cx="669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3139048-6F4A-9009-65DB-D70AF24FB05F}"/>
                    </a:ext>
                  </a:extLst>
                </p14:cNvPr>
                <p14:cNvContentPartPr/>
                <p14:nvPr/>
              </p14:nvContentPartPr>
              <p14:xfrm>
                <a:off x="3148344" y="3640536"/>
                <a:ext cx="151560" cy="194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3139048-6F4A-9009-65DB-D70AF24FB05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39344" y="3631536"/>
                  <a:ext cx="169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B8B965B-8EE2-671B-75E3-0BDB00D86BC3}"/>
                    </a:ext>
                  </a:extLst>
                </p14:cNvPr>
                <p14:cNvContentPartPr/>
                <p14:nvPr/>
              </p14:nvContentPartPr>
              <p14:xfrm>
                <a:off x="3338784" y="3575016"/>
                <a:ext cx="73080" cy="311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B8B965B-8EE2-671B-75E3-0BDB00D86BC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29784" y="3566376"/>
                  <a:ext cx="907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001D2FA-46B7-6DD2-2E45-7D03D02AE732}"/>
                    </a:ext>
                  </a:extLst>
                </p14:cNvPr>
                <p14:cNvContentPartPr/>
                <p14:nvPr/>
              </p14:nvContentPartPr>
              <p14:xfrm>
                <a:off x="3487104" y="3707856"/>
                <a:ext cx="132120" cy="154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001D2FA-46B7-6DD2-2E45-7D03D02AE73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478464" y="3699216"/>
                  <a:ext cx="1497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2912C72-B3EC-0737-CE70-AD83A90BBA98}"/>
                    </a:ext>
                  </a:extLst>
                </p14:cNvPr>
                <p14:cNvContentPartPr/>
                <p14:nvPr/>
              </p14:nvContentPartPr>
              <p14:xfrm>
                <a:off x="3603744" y="3718296"/>
                <a:ext cx="194040" cy="106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2912C72-B3EC-0737-CE70-AD83A90BBA9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95104" y="3709296"/>
                  <a:ext cx="2116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EEC9BE4-EFD8-8FEF-1D40-44D87A1BC465}"/>
                    </a:ext>
                  </a:extLst>
                </p14:cNvPr>
                <p14:cNvContentPartPr/>
                <p14:nvPr/>
              </p14:nvContentPartPr>
              <p14:xfrm>
                <a:off x="3771864" y="3685536"/>
                <a:ext cx="159840" cy="156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EEC9BE4-EFD8-8FEF-1D40-44D87A1BC46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63224" y="3676896"/>
                  <a:ext cx="1774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7C7B93A-E9F8-04E3-2809-7B685A137826}"/>
                    </a:ext>
                  </a:extLst>
                </p14:cNvPr>
                <p14:cNvContentPartPr/>
                <p14:nvPr/>
              </p14:nvContentPartPr>
              <p14:xfrm>
                <a:off x="4034304" y="3569976"/>
                <a:ext cx="97200" cy="288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7C7B93A-E9F8-04E3-2809-7B685A13782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25304" y="3560976"/>
                  <a:ext cx="1148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3062AE0-73E4-8C7A-85DB-1F4D58CE6CA4}"/>
                    </a:ext>
                  </a:extLst>
                </p14:cNvPr>
                <p14:cNvContentPartPr/>
                <p14:nvPr/>
              </p14:nvContentPartPr>
              <p14:xfrm>
                <a:off x="4142664" y="3615696"/>
                <a:ext cx="119520" cy="179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3062AE0-73E4-8C7A-85DB-1F4D58CE6CA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33664" y="3607056"/>
                  <a:ext cx="137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0E1BD8F-87F9-C3FE-4B4B-9D60228A19C0}"/>
                    </a:ext>
                  </a:extLst>
                </p14:cNvPr>
                <p14:cNvContentPartPr/>
                <p14:nvPr/>
              </p14:nvContentPartPr>
              <p14:xfrm>
                <a:off x="4126824" y="3682656"/>
                <a:ext cx="163080" cy="33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0E1BD8F-87F9-C3FE-4B4B-9D60228A19C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17824" y="3674016"/>
                  <a:ext cx="1807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E950DC7-BD28-3762-1E80-63CD1EFC4A59}"/>
                    </a:ext>
                  </a:extLst>
                </p14:cNvPr>
                <p14:cNvContentPartPr/>
                <p14:nvPr/>
              </p14:nvContentPartPr>
              <p14:xfrm>
                <a:off x="4276944" y="3581856"/>
                <a:ext cx="80640" cy="221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E950DC7-BD28-3762-1E80-63CD1EFC4A5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268304" y="3573216"/>
                  <a:ext cx="98280" cy="239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77874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EDEA0-514F-F710-ACA9-2AC53A18D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066A17-CDF9-3042-3A13-12B33AB73B16}"/>
              </a:ext>
            </a:extLst>
          </p:cNvPr>
          <p:cNvSpPr txBox="1"/>
          <p:nvPr/>
        </p:nvSpPr>
        <p:spPr>
          <a:xfrm>
            <a:off x="614934" y="4470746"/>
            <a:ext cx="6094476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effectLst/>
                <a:latin typeface="Consolas" panose="020B0609020204030204" pitchFamily="49" charset="0"/>
              </a:rPr>
              <a:t>load_item_cfg(self,file):</a:t>
            </a:r>
            <a:endParaRPr lang="en-US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17F0FE-C7FF-62A7-E9DC-68B3F48AC43B}"/>
              </a:ext>
            </a:extLst>
          </p:cNvPr>
          <p:cNvSpPr txBox="1"/>
          <p:nvPr/>
        </p:nvSpPr>
        <p:spPr>
          <a:xfrm>
            <a:off x="870966" y="313460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TabFormDyn.py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88AE92B-5F8D-90B2-AF0D-FD85BA03E9DA}"/>
              </a:ext>
            </a:extLst>
          </p:cNvPr>
          <p:cNvGrpSpPr/>
          <p:nvPr/>
        </p:nvGrpSpPr>
        <p:grpSpPr>
          <a:xfrm>
            <a:off x="1245960" y="3650616"/>
            <a:ext cx="1020240" cy="223920"/>
            <a:chOff x="843624" y="907416"/>
            <a:chExt cx="1020240" cy="22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153A40A-6513-A033-8494-DD320E20EBB1}"/>
                    </a:ext>
                  </a:extLst>
                </p14:cNvPr>
                <p14:cNvContentPartPr/>
                <p14:nvPr/>
              </p14:nvContentPartPr>
              <p14:xfrm>
                <a:off x="843624" y="950976"/>
                <a:ext cx="221400" cy="178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153A40A-6513-A033-8494-DD320E20EBB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34624" y="942336"/>
                  <a:ext cx="2390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A3B60EA-72B4-E767-8B47-579C99817542}"/>
                    </a:ext>
                  </a:extLst>
                </p14:cNvPr>
                <p14:cNvContentPartPr/>
                <p14:nvPr/>
              </p14:nvContentPartPr>
              <p14:xfrm>
                <a:off x="1146744" y="941976"/>
                <a:ext cx="124200" cy="154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A3B60EA-72B4-E767-8B47-579C9981754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37744" y="932976"/>
                  <a:ext cx="1418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C1FBF9B-70DF-EAC0-E1CD-730154CFC6C1}"/>
                    </a:ext>
                  </a:extLst>
                </p14:cNvPr>
                <p14:cNvContentPartPr/>
                <p14:nvPr/>
              </p14:nvContentPartPr>
              <p14:xfrm>
                <a:off x="1331784" y="1038456"/>
                <a:ext cx="61200" cy="85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C1FBF9B-70DF-EAC0-E1CD-730154CFC6C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22784" y="1029816"/>
                  <a:ext cx="788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589DA4B-EC0B-71F5-FE9B-3E4CAEFC4080}"/>
                    </a:ext>
                  </a:extLst>
                </p14:cNvPr>
                <p14:cNvContentPartPr/>
                <p14:nvPr/>
              </p14:nvContentPartPr>
              <p14:xfrm>
                <a:off x="1361664" y="979416"/>
                <a:ext cx="26280" cy="16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589DA4B-EC0B-71F5-FE9B-3E4CAEFC408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53024" y="970416"/>
                  <a:ext cx="43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C5B6943-60EA-F2CC-3833-D31CCD266B59}"/>
                    </a:ext>
                  </a:extLst>
                </p14:cNvPr>
                <p14:cNvContentPartPr/>
                <p14:nvPr/>
              </p14:nvContentPartPr>
              <p14:xfrm>
                <a:off x="1456704" y="1020096"/>
                <a:ext cx="139680" cy="108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C5B6943-60EA-F2CC-3833-D31CCD266B5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48064" y="1011456"/>
                  <a:ext cx="1573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D35C91A-5A58-C6D2-B9BF-4FADAD99FCBF}"/>
                    </a:ext>
                  </a:extLst>
                </p14:cNvPr>
                <p14:cNvContentPartPr/>
                <p14:nvPr/>
              </p14:nvContentPartPr>
              <p14:xfrm>
                <a:off x="1570104" y="907416"/>
                <a:ext cx="137880" cy="209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D35C91A-5A58-C6D2-B9BF-4FADAD99FCB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61464" y="898416"/>
                  <a:ext cx="1555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841CE07-2A50-C442-CB34-127B9646668C}"/>
                    </a:ext>
                  </a:extLst>
                </p14:cNvPr>
                <p14:cNvContentPartPr/>
                <p14:nvPr/>
              </p14:nvContentPartPr>
              <p14:xfrm>
                <a:off x="1676664" y="1012896"/>
                <a:ext cx="187200" cy="118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841CE07-2A50-C442-CB34-127B9646668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68024" y="1004256"/>
                  <a:ext cx="20484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628B737-11B0-F51F-6269-532CEC9768DA}"/>
              </a:ext>
            </a:extLst>
          </p:cNvPr>
          <p:cNvGrpSpPr/>
          <p:nvPr/>
        </p:nvGrpSpPr>
        <p:grpSpPr>
          <a:xfrm>
            <a:off x="2536200" y="3604176"/>
            <a:ext cx="2398320" cy="309240"/>
            <a:chOff x="2133864" y="860976"/>
            <a:chExt cx="239832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3913D3E-76D4-94B4-2EED-F0D9C2E9386A}"/>
                    </a:ext>
                  </a:extLst>
                </p14:cNvPr>
                <p14:cNvContentPartPr/>
                <p14:nvPr/>
              </p14:nvContentPartPr>
              <p14:xfrm>
                <a:off x="2250504" y="972576"/>
                <a:ext cx="42480" cy="140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3913D3E-76D4-94B4-2EED-F0D9C2E9386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41864" y="963936"/>
                  <a:ext cx="601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2F0619B-9D7E-84AA-ED14-F40390BDA82E}"/>
                    </a:ext>
                  </a:extLst>
                </p14:cNvPr>
                <p14:cNvContentPartPr/>
                <p14:nvPr/>
              </p14:nvContentPartPr>
              <p14:xfrm>
                <a:off x="2133864" y="938016"/>
                <a:ext cx="194040" cy="56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2F0619B-9D7E-84AA-ED14-F40390BDA82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24864" y="929016"/>
                  <a:ext cx="2116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FF773D7-AF56-9FF3-498D-8C3A144C3E86}"/>
                    </a:ext>
                  </a:extLst>
                </p14:cNvPr>
                <p14:cNvContentPartPr/>
                <p14:nvPr/>
              </p14:nvContentPartPr>
              <p14:xfrm>
                <a:off x="2138184" y="1090296"/>
                <a:ext cx="218880" cy="60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FF773D7-AF56-9FF3-498D-8C3A144C3E8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29184" y="1081656"/>
                  <a:ext cx="236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311649B-BD50-9202-7720-6B84B3442946}"/>
                    </a:ext>
                  </a:extLst>
                </p14:cNvPr>
                <p14:cNvContentPartPr/>
                <p14:nvPr/>
              </p14:nvContentPartPr>
              <p14:xfrm>
                <a:off x="2422584" y="896256"/>
                <a:ext cx="103320" cy="228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311649B-BD50-9202-7720-6B84B344294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13944" y="887256"/>
                  <a:ext cx="1209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E4BE141-770E-9C51-68E3-8D33C88F2D15}"/>
                    </a:ext>
                  </a:extLst>
                </p14:cNvPr>
                <p14:cNvContentPartPr/>
                <p14:nvPr/>
              </p14:nvContentPartPr>
              <p14:xfrm>
                <a:off x="2388024" y="1009656"/>
                <a:ext cx="339840" cy="129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E4BE141-770E-9C51-68E3-8D33C88F2D1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79024" y="1001016"/>
                  <a:ext cx="357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1B9765D-3998-CF67-408A-E7861D5253A7}"/>
                    </a:ext>
                  </a:extLst>
                </p14:cNvPr>
                <p14:cNvContentPartPr/>
                <p14:nvPr/>
              </p14:nvContentPartPr>
              <p14:xfrm>
                <a:off x="2706264" y="1034856"/>
                <a:ext cx="345240" cy="135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1B9765D-3998-CF67-408A-E7861D5253A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97264" y="1025856"/>
                  <a:ext cx="362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F5683A3-006E-2AA9-CF5E-79F3ECBD1942}"/>
                    </a:ext>
                  </a:extLst>
                </p14:cNvPr>
                <p14:cNvContentPartPr/>
                <p14:nvPr/>
              </p14:nvContentPartPr>
              <p14:xfrm>
                <a:off x="3252744" y="1081656"/>
                <a:ext cx="52920" cy="65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F5683A3-006E-2AA9-CF5E-79F3ECBD194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43744" y="1073016"/>
                  <a:ext cx="705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6912784-86B6-B563-3A9C-AA92E62B93C3}"/>
                    </a:ext>
                  </a:extLst>
                </p14:cNvPr>
                <p14:cNvContentPartPr/>
                <p14:nvPr/>
              </p14:nvContentPartPr>
              <p14:xfrm>
                <a:off x="3209544" y="988776"/>
                <a:ext cx="68400" cy="21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6912784-86B6-B563-3A9C-AA92E62B93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00904" y="979776"/>
                  <a:ext cx="860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F6C0B92-0338-52F4-36B0-EA949309F6CA}"/>
                    </a:ext>
                  </a:extLst>
                </p14:cNvPr>
                <p14:cNvContentPartPr/>
                <p14:nvPr/>
              </p14:nvContentPartPr>
              <p14:xfrm>
                <a:off x="3347064" y="1029096"/>
                <a:ext cx="373320" cy="138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F6C0B92-0338-52F4-36B0-EA949309F6C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38424" y="1020096"/>
                  <a:ext cx="3909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FF2A200-7485-FB0D-DDDC-9C1E6540A54A}"/>
                    </a:ext>
                  </a:extLst>
                </p14:cNvPr>
                <p14:cNvContentPartPr/>
                <p14:nvPr/>
              </p14:nvContentPartPr>
              <p14:xfrm>
                <a:off x="3822624" y="897336"/>
                <a:ext cx="231480" cy="226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FF2A200-7485-FB0D-DDDC-9C1E6540A54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13624" y="888696"/>
                  <a:ext cx="2491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063AC61-9D5B-8C17-4FAB-8CD40B626994}"/>
                    </a:ext>
                  </a:extLst>
                </p14:cNvPr>
                <p14:cNvContentPartPr/>
                <p14:nvPr/>
              </p14:nvContentPartPr>
              <p14:xfrm>
                <a:off x="4002624" y="969336"/>
                <a:ext cx="32040" cy="24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063AC61-9D5B-8C17-4FAB-8CD40B6269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93984" y="960336"/>
                  <a:ext cx="49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F76FA90-DC20-BA7A-5FD7-EE87295D92AB}"/>
                    </a:ext>
                  </a:extLst>
                </p14:cNvPr>
                <p14:cNvContentPartPr/>
                <p14:nvPr/>
              </p14:nvContentPartPr>
              <p14:xfrm>
                <a:off x="4117464" y="991656"/>
                <a:ext cx="162360" cy="138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F76FA90-DC20-BA7A-5FD7-EE87295D92A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08464" y="983016"/>
                  <a:ext cx="1800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266B7F4-C0F9-A703-3C56-705CBC916BAF}"/>
                    </a:ext>
                  </a:extLst>
                </p14:cNvPr>
                <p14:cNvContentPartPr/>
                <p14:nvPr/>
              </p14:nvContentPartPr>
              <p14:xfrm>
                <a:off x="4303224" y="860976"/>
                <a:ext cx="134280" cy="273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266B7F4-C0F9-A703-3C56-705CBC916BA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94224" y="852336"/>
                  <a:ext cx="1519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5ED6C5F-0A21-D975-FC53-FA3538062224}"/>
                    </a:ext>
                  </a:extLst>
                </p14:cNvPr>
                <p14:cNvContentPartPr/>
                <p14:nvPr/>
              </p14:nvContentPartPr>
              <p14:xfrm>
                <a:off x="4266144" y="1022256"/>
                <a:ext cx="266040" cy="44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5ED6C5F-0A21-D975-FC53-FA353806222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57144" y="1013616"/>
                  <a:ext cx="28368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545E262-3AAA-706A-BFFA-68573F24AAD8}"/>
              </a:ext>
            </a:extLst>
          </p:cNvPr>
          <p:cNvGrpSpPr/>
          <p:nvPr/>
        </p:nvGrpSpPr>
        <p:grpSpPr>
          <a:xfrm>
            <a:off x="1524600" y="5066136"/>
            <a:ext cx="465120" cy="190440"/>
            <a:chOff x="1122264" y="2322936"/>
            <a:chExt cx="465120" cy="19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5CF173C-D0B7-B8E6-E237-96B7AF1F8E44}"/>
                    </a:ext>
                  </a:extLst>
                </p14:cNvPr>
                <p14:cNvContentPartPr/>
                <p14:nvPr/>
              </p14:nvContentPartPr>
              <p14:xfrm>
                <a:off x="1122264" y="2360736"/>
                <a:ext cx="140760" cy="152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5CF173C-D0B7-B8E6-E237-96B7AF1F8E4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13264" y="2352096"/>
                  <a:ext cx="1584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8D160E5-8DCD-4966-B32E-B0FB91232592}"/>
                    </a:ext>
                  </a:extLst>
                </p14:cNvPr>
                <p14:cNvContentPartPr/>
                <p14:nvPr/>
              </p14:nvContentPartPr>
              <p14:xfrm>
                <a:off x="1260144" y="2402496"/>
                <a:ext cx="190800" cy="109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8D160E5-8DCD-4966-B32E-B0FB9123259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51504" y="2393496"/>
                  <a:ext cx="208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646BF01-1785-F8AD-B06D-4518DCCFA80F}"/>
                    </a:ext>
                  </a:extLst>
                </p14:cNvPr>
                <p14:cNvContentPartPr/>
                <p14:nvPr/>
              </p14:nvContentPartPr>
              <p14:xfrm>
                <a:off x="1510344" y="2322936"/>
                <a:ext cx="29880" cy="179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646BF01-1785-F8AD-B06D-4518DCCFA80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01344" y="2313936"/>
                  <a:ext cx="475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8CFF951-60B2-3205-7568-4A74F584F059}"/>
                    </a:ext>
                  </a:extLst>
                </p14:cNvPr>
                <p14:cNvContentPartPr/>
                <p14:nvPr/>
              </p14:nvContentPartPr>
              <p14:xfrm>
                <a:off x="1454544" y="2436696"/>
                <a:ext cx="132840" cy="29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8CFF951-60B2-3205-7568-4A74F584F05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45904" y="2428056"/>
                  <a:ext cx="15048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C26BB7C-02FB-76F1-29BC-ECCD90F58F39}"/>
              </a:ext>
            </a:extLst>
          </p:cNvPr>
          <p:cNvGrpSpPr/>
          <p:nvPr/>
        </p:nvGrpSpPr>
        <p:grpSpPr>
          <a:xfrm>
            <a:off x="2161440" y="4985496"/>
            <a:ext cx="3717720" cy="483120"/>
            <a:chOff x="1759104" y="2242296"/>
            <a:chExt cx="3717720" cy="48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062773-3CA6-0299-F316-BC2F0887360F}"/>
                    </a:ext>
                  </a:extLst>
                </p14:cNvPr>
                <p14:cNvContentPartPr/>
                <p14:nvPr/>
              </p14:nvContentPartPr>
              <p14:xfrm>
                <a:off x="1884384" y="2308896"/>
                <a:ext cx="32400" cy="174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062773-3CA6-0299-F316-BC2F0887360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75744" y="2299896"/>
                  <a:ext cx="500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94B2F8F-74A3-4725-7EB0-A0B9B22D23E9}"/>
                    </a:ext>
                  </a:extLst>
                </p14:cNvPr>
                <p14:cNvContentPartPr/>
                <p14:nvPr/>
              </p14:nvContentPartPr>
              <p14:xfrm>
                <a:off x="1759104" y="2285496"/>
                <a:ext cx="203040" cy="11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94B2F8F-74A3-4725-7EB0-A0B9B22D23E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50464" y="2276496"/>
                  <a:ext cx="2206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2F3EF00-4899-1540-505D-DEFC3BC1CD37}"/>
                    </a:ext>
                  </a:extLst>
                </p14:cNvPr>
                <p14:cNvContentPartPr/>
                <p14:nvPr/>
              </p14:nvContentPartPr>
              <p14:xfrm>
                <a:off x="1918944" y="2385936"/>
                <a:ext cx="116640" cy="126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2F3EF00-4899-1540-505D-DEFC3BC1CD3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09944" y="2377296"/>
                  <a:ext cx="134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A35E39C-6EB5-1E10-CB77-5FEF5F89B223}"/>
                    </a:ext>
                  </a:extLst>
                </p14:cNvPr>
                <p14:cNvContentPartPr/>
                <p14:nvPr/>
              </p14:nvContentPartPr>
              <p14:xfrm>
                <a:off x="2076624" y="2269296"/>
                <a:ext cx="109440" cy="220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A35E39C-6EB5-1E10-CB77-5FEF5F89B22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67624" y="2260296"/>
                  <a:ext cx="1270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6AD193E-146B-3453-31F7-83093CDEAE68}"/>
                    </a:ext>
                  </a:extLst>
                </p14:cNvPr>
                <p14:cNvContentPartPr/>
                <p14:nvPr/>
              </p14:nvContentPartPr>
              <p14:xfrm>
                <a:off x="2243664" y="2264976"/>
                <a:ext cx="169200" cy="221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6AD193E-146B-3453-31F7-83093CDEAE6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34664" y="2255976"/>
                  <a:ext cx="1868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AF6F172-0BBA-410F-A128-D9AA99B2A357}"/>
                    </a:ext>
                  </a:extLst>
                </p14:cNvPr>
                <p14:cNvContentPartPr/>
                <p14:nvPr/>
              </p14:nvContentPartPr>
              <p14:xfrm>
                <a:off x="2239344" y="2391696"/>
                <a:ext cx="159120" cy="13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AF6F172-0BBA-410F-A128-D9AA99B2A35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30344" y="2383056"/>
                  <a:ext cx="1767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2CDF674-F0D6-7D6B-1EEA-6D42FCACDC71}"/>
                    </a:ext>
                  </a:extLst>
                </p14:cNvPr>
                <p14:cNvContentPartPr/>
                <p14:nvPr/>
              </p14:nvContentPartPr>
              <p14:xfrm>
                <a:off x="2411784" y="2402136"/>
                <a:ext cx="142560" cy="105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2CDF674-F0D6-7D6B-1EEA-6D42FCACDC7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03144" y="2393136"/>
                  <a:ext cx="1602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3C64D5B-33DE-87C2-300C-9EC0DE37DB0B}"/>
                    </a:ext>
                  </a:extLst>
                </p14:cNvPr>
                <p14:cNvContentPartPr/>
                <p14:nvPr/>
              </p14:nvContentPartPr>
              <p14:xfrm>
                <a:off x="2581704" y="2436336"/>
                <a:ext cx="129240" cy="864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3C64D5B-33DE-87C2-300C-9EC0DE37DB0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573064" y="2427336"/>
                  <a:ext cx="1468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226EB15-9AA2-F9CE-57B0-2240D1845CA7}"/>
                    </a:ext>
                  </a:extLst>
                </p14:cNvPr>
                <p14:cNvContentPartPr/>
                <p14:nvPr/>
              </p14:nvContentPartPr>
              <p14:xfrm>
                <a:off x="2719224" y="2430216"/>
                <a:ext cx="321840" cy="97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226EB15-9AA2-F9CE-57B0-2240D1845CA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10584" y="2421216"/>
                  <a:ext cx="3394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8512804-6341-1B14-D09F-8177645E4D46}"/>
                    </a:ext>
                  </a:extLst>
                </p14:cNvPr>
                <p14:cNvContentPartPr/>
                <p14:nvPr/>
              </p14:nvContentPartPr>
              <p14:xfrm>
                <a:off x="3059784" y="2317176"/>
                <a:ext cx="92520" cy="216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8512804-6341-1B14-D09F-8177645E4D4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50784" y="2308536"/>
                  <a:ext cx="1101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81CD442-2C44-B4E0-8E97-E80F2886C5D8}"/>
                    </a:ext>
                  </a:extLst>
                </p14:cNvPr>
                <p14:cNvContentPartPr/>
                <p14:nvPr/>
              </p14:nvContentPartPr>
              <p14:xfrm>
                <a:off x="2989224" y="2303856"/>
                <a:ext cx="284400" cy="249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81CD442-2C44-B4E0-8E97-E80F2886C5D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80584" y="2294856"/>
                  <a:ext cx="3020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F87AFF7-663B-9C1C-BF24-ED4C8419CC09}"/>
                    </a:ext>
                  </a:extLst>
                </p14:cNvPr>
                <p14:cNvContentPartPr/>
                <p14:nvPr/>
              </p14:nvContentPartPr>
              <p14:xfrm>
                <a:off x="3315744" y="2431656"/>
                <a:ext cx="209160" cy="2937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F87AFF7-663B-9C1C-BF24-ED4C8419CC0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07104" y="2422656"/>
                  <a:ext cx="2268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288B9AE-C28F-AB90-F37A-7627E6049F86}"/>
                    </a:ext>
                  </a:extLst>
                </p14:cNvPr>
                <p14:cNvContentPartPr/>
                <p14:nvPr/>
              </p14:nvContentPartPr>
              <p14:xfrm>
                <a:off x="3535344" y="2397456"/>
                <a:ext cx="182880" cy="100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288B9AE-C28F-AB90-F37A-7627E6049F8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526344" y="2388816"/>
                  <a:ext cx="2005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552186A-4F53-2FE8-DACE-43214D8EA130}"/>
                    </a:ext>
                  </a:extLst>
                </p14:cNvPr>
                <p14:cNvContentPartPr/>
                <p14:nvPr/>
              </p14:nvContentPartPr>
              <p14:xfrm>
                <a:off x="3869424" y="2329776"/>
                <a:ext cx="19800" cy="60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552186A-4F53-2FE8-DACE-43214D8EA13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60424" y="2320776"/>
                  <a:ext cx="37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0E3578D-B38D-5DA3-405C-24132E232009}"/>
                    </a:ext>
                  </a:extLst>
                </p14:cNvPr>
                <p14:cNvContentPartPr/>
                <p14:nvPr/>
              </p14:nvContentPartPr>
              <p14:xfrm>
                <a:off x="3871584" y="2480256"/>
                <a:ext cx="6120" cy="35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0E3578D-B38D-5DA3-405C-24132E23200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62584" y="2471256"/>
                  <a:ext cx="237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11D5408-2E21-F973-4CEE-7CD23FADC3FA}"/>
                    </a:ext>
                  </a:extLst>
                </p14:cNvPr>
                <p14:cNvContentPartPr/>
                <p14:nvPr/>
              </p14:nvContentPartPr>
              <p14:xfrm>
                <a:off x="4043304" y="2383056"/>
                <a:ext cx="34920" cy="102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11D5408-2E21-F973-4CEE-7CD23FADC3F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34304" y="2374416"/>
                  <a:ext cx="525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932390E-BC35-0664-D34F-4A9A943B4FFD}"/>
                    </a:ext>
                  </a:extLst>
                </p14:cNvPr>
                <p14:cNvContentPartPr/>
                <p14:nvPr/>
              </p14:nvContentPartPr>
              <p14:xfrm>
                <a:off x="4019544" y="2311056"/>
                <a:ext cx="27360" cy="10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932390E-BC35-0664-D34F-4A9A943B4FF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010904" y="2302056"/>
                  <a:ext cx="45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FFC40E4-0CE3-4E8E-F00F-9048093BE52E}"/>
                    </a:ext>
                  </a:extLst>
                </p14:cNvPr>
                <p14:cNvContentPartPr/>
                <p14:nvPr/>
              </p14:nvContentPartPr>
              <p14:xfrm>
                <a:off x="4161384" y="2242296"/>
                <a:ext cx="86400" cy="269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FFC40E4-0CE3-4E8E-F00F-9048093BE52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152384" y="2233656"/>
                  <a:ext cx="1040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39B88A7-5009-02ED-5B09-169EE60D6101}"/>
                    </a:ext>
                  </a:extLst>
                </p14:cNvPr>
                <p14:cNvContentPartPr/>
                <p14:nvPr/>
              </p14:nvContentPartPr>
              <p14:xfrm>
                <a:off x="4173984" y="2389896"/>
                <a:ext cx="249120" cy="94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39B88A7-5009-02ED-5B09-169EE60D610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65344" y="2381256"/>
                  <a:ext cx="266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DB9686F-80CC-ED51-DD0C-5CF75D63D570}"/>
                    </a:ext>
                  </a:extLst>
                </p14:cNvPr>
                <p14:cNvContentPartPr/>
                <p14:nvPr/>
              </p14:nvContentPartPr>
              <p14:xfrm>
                <a:off x="4444344" y="2385576"/>
                <a:ext cx="317160" cy="113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DB9686F-80CC-ED51-DD0C-5CF75D63D57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35344" y="2376576"/>
                  <a:ext cx="3348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ADBF01B-1D49-66DF-8022-64271D51FE91}"/>
                    </a:ext>
                  </a:extLst>
                </p14:cNvPr>
                <p14:cNvContentPartPr/>
                <p14:nvPr/>
              </p14:nvContentPartPr>
              <p14:xfrm>
                <a:off x="4815864" y="2383776"/>
                <a:ext cx="154080" cy="104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ADBF01B-1D49-66DF-8022-64271D51FE9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07224" y="2375136"/>
                  <a:ext cx="171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A39D18A-416D-34F4-BE17-5C85E2AADE04}"/>
                    </a:ext>
                  </a:extLst>
                </p14:cNvPr>
                <p14:cNvContentPartPr/>
                <p14:nvPr/>
              </p14:nvContentPartPr>
              <p14:xfrm>
                <a:off x="5042304" y="2254536"/>
                <a:ext cx="107280" cy="380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A39D18A-416D-34F4-BE17-5C85E2AADE0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33304" y="2245896"/>
                  <a:ext cx="12492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49912FC-F775-6DCB-5DFD-8732E3DE2663}"/>
                    </a:ext>
                  </a:extLst>
                </p14:cNvPr>
                <p14:cNvContentPartPr/>
                <p14:nvPr/>
              </p14:nvContentPartPr>
              <p14:xfrm>
                <a:off x="4999104" y="2422656"/>
                <a:ext cx="231480" cy="28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49912FC-F775-6DCB-5DFD-8732E3DE266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90464" y="2414016"/>
                  <a:ext cx="249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2F5B8D1-098A-F5CC-955E-F5EF9ECE4CCD}"/>
                    </a:ext>
                  </a:extLst>
                </p14:cNvPr>
                <p14:cNvContentPartPr/>
                <p14:nvPr/>
              </p14:nvContentPartPr>
              <p14:xfrm>
                <a:off x="5266224" y="2330496"/>
                <a:ext cx="142200" cy="142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2F5B8D1-098A-F5CC-955E-F5EF9ECE4CC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257584" y="2321496"/>
                  <a:ext cx="1598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C9E9502-3705-7249-1D4A-8D8B6CC96AB4}"/>
                    </a:ext>
                  </a:extLst>
                </p14:cNvPr>
                <p14:cNvContentPartPr/>
                <p14:nvPr/>
              </p14:nvContentPartPr>
              <p14:xfrm>
                <a:off x="5369904" y="2363616"/>
                <a:ext cx="106920" cy="33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C9E9502-3705-7249-1D4A-8D8B6CC96AB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361264" y="2354616"/>
                  <a:ext cx="124560" cy="353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914671AB-C5A5-C495-80AE-B8573123B4DD}"/>
              </a:ext>
            </a:extLst>
          </p:cNvPr>
          <p:cNvSpPr txBox="1"/>
          <p:nvPr/>
        </p:nvSpPr>
        <p:spPr>
          <a:xfrm>
            <a:off x="669798" y="393192"/>
            <a:ext cx="110162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b="1" dirty="0"/>
              <a:t>Load configuration file</a:t>
            </a:r>
          </a:p>
        </p:txBody>
      </p:sp>
    </p:spTree>
    <p:extLst>
      <p:ext uri="{BB962C8B-B14F-4D97-AF65-F5344CB8AC3E}">
        <p14:creationId xmlns:p14="http://schemas.microsoft.com/office/powerpoint/2010/main" val="595064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1F276B-E577-4F67-A456-9F5B6C783681}"/>
              </a:ext>
            </a:extLst>
          </p:cNvPr>
          <p:cNvSpPr txBox="1"/>
          <p:nvPr/>
        </p:nvSpPr>
        <p:spPr>
          <a:xfrm>
            <a:off x="313182" y="930617"/>
            <a:ext cx="1139113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plots_dir</a:t>
            </a:r>
            <a:r>
              <a:rPr lang="en-US" dirty="0"/>
              <a:t> = "C:/_DJ/gPCDFP/inc";</a:t>
            </a:r>
          </a:p>
          <a:p>
            <a:r>
              <a:rPr lang="en-US" dirty="0" err="1"/>
              <a:t>tex_dir</a:t>
            </a:r>
            <a:r>
              <a:rPr lang="en-US" dirty="0"/>
              <a:t> = "C:/_DJ/gPCDFP/inc";</a:t>
            </a:r>
          </a:p>
          <a:p>
            <a:r>
              <a:rPr lang="en-US" dirty="0" err="1"/>
              <a:t>tex_image_dir</a:t>
            </a:r>
            <a:r>
              <a:rPr lang="en-US" dirty="0"/>
              <a:t> = "";</a:t>
            </a:r>
          </a:p>
          <a:p>
            <a:r>
              <a:rPr lang="en-US" dirty="0" err="1"/>
              <a:t>bond_profile</a:t>
            </a:r>
            <a:r>
              <a:rPr lang="en-US" dirty="0"/>
              <a:t> = &lt; Bonding Parameters </a:t>
            </a:r>
            <a:r>
              <a:rPr lang="en-US" dirty="0" err="1"/>
              <a:t>FIle</a:t>
            </a:r>
            <a:r>
              <a:rPr lang="en-US" dirty="0"/>
              <a:t>&gt;.csv";</a:t>
            </a:r>
          </a:p>
          <a:p>
            <a:r>
              <a:rPr lang="en-US" dirty="0"/>
              <a:t>//    </a:t>
            </a:r>
            <a:r>
              <a:rPr lang="en-US" dirty="0" err="1"/>
              <a:t>rx</a:t>
            </a:r>
            <a:r>
              <a:rPr lang="en-US" dirty="0"/>
              <a:t>  </a:t>
            </a:r>
            <a:r>
              <a:rPr lang="en-US" dirty="0" err="1"/>
              <a:t>ry</a:t>
            </a:r>
            <a:r>
              <a:rPr lang="en-US" dirty="0"/>
              <a:t>   </a:t>
            </a:r>
            <a:r>
              <a:rPr lang="en-US" dirty="0" err="1"/>
              <a:t>rz</a:t>
            </a:r>
            <a:r>
              <a:rPr lang="en-US" dirty="0"/>
              <a:t>  </a:t>
            </a:r>
            <a:r>
              <a:rPr lang="en-US" dirty="0" err="1"/>
              <a:t>vx</a:t>
            </a:r>
            <a:r>
              <a:rPr lang="en-US" dirty="0"/>
              <a:t>, </a:t>
            </a:r>
            <a:r>
              <a:rPr lang="en-US" dirty="0" err="1"/>
              <a:t>vy</a:t>
            </a:r>
            <a:r>
              <a:rPr lang="en-US" dirty="0"/>
              <a:t>, </a:t>
            </a:r>
            <a:r>
              <a:rPr lang="en-US" dirty="0" err="1"/>
              <a:t>vz</a:t>
            </a:r>
            <a:endParaRPr lang="en-US" dirty="0"/>
          </a:p>
          <a:p>
            <a:r>
              <a:rPr lang="en-US" dirty="0"/>
              <a:t>p0 = {</a:t>
            </a:r>
            <a:r>
              <a:rPr lang="en-US" dirty="0" err="1"/>
              <a:t>rx</a:t>
            </a:r>
            <a:r>
              <a:rPr lang="en-US" dirty="0"/>
              <a:t>=1.35;ry=1.0;rz=0.0;vx=1.0;vy=0.0;vz=0.0;radius=0.25;ptype=1;molar_mass=4.0026022;temp_vel=250,gas_const=8.3145,vap_temp=-268.9,attr_accel=0.045,rpls_accel=1.0,cmprs=1.0}; </a:t>
            </a:r>
          </a:p>
          <a:p>
            <a:r>
              <a:rPr lang="en-US" dirty="0"/>
              <a:t>p1 = {</a:t>
            </a:r>
            <a:r>
              <a:rPr lang="en-US" dirty="0" err="1"/>
              <a:t>rx</a:t>
            </a:r>
            <a:r>
              <a:rPr lang="en-US" dirty="0"/>
              <a:t>=1.90;ry=1.0;rz=0.0;vx=-1.00;vy=0.0;vz=0.0;radius=0.25;ptype=1;molar_mass=4.0026022;temp_vel=250,gas_const=8.3145,vap_temp=-268.9,attr_accel=0.045,rpls_accel=1.0,cmprs=1.0}; </a:t>
            </a:r>
          </a:p>
        </p:txBody>
      </p:sp>
    </p:spTree>
    <p:extLst>
      <p:ext uri="{BB962C8B-B14F-4D97-AF65-F5344CB8AC3E}">
        <p14:creationId xmlns:p14="http://schemas.microsoft.com/office/powerpoint/2010/main" val="1975957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F21D5E-722B-2407-3CA5-8BA4AC0D4B7F}"/>
              </a:ext>
            </a:extLst>
          </p:cNvPr>
          <p:cNvSpPr txBox="1"/>
          <p:nvPr/>
        </p:nvSpPr>
        <p:spPr>
          <a:xfrm>
            <a:off x="313182" y="484364"/>
            <a:ext cx="60944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rel_one</a:t>
            </a:r>
            <a:r>
              <a:rPr lang="en-US" dirty="0"/>
              <a:t> = true;</a:t>
            </a:r>
          </a:p>
          <a:p>
            <a:r>
              <a:rPr lang="en-US" dirty="0" err="1"/>
              <a:t>wall_dim</a:t>
            </a:r>
            <a:r>
              <a:rPr lang="en-US" dirty="0"/>
              <a:t> = [1.0,2.4,0.6,1.4];</a:t>
            </a:r>
          </a:p>
          <a:p>
            <a:r>
              <a:rPr lang="en-US" dirty="0"/>
              <a:t>walls = true;</a:t>
            </a:r>
          </a:p>
          <a:p>
            <a:r>
              <a:rPr lang="en-US" dirty="0" err="1"/>
              <a:t>sphere_facets</a:t>
            </a:r>
            <a:r>
              <a:rPr lang="en-US" dirty="0"/>
              <a:t> = 15;</a:t>
            </a:r>
          </a:p>
          <a:p>
            <a:r>
              <a:rPr lang="en-US" dirty="0" err="1"/>
              <a:t>particle_range</a:t>
            </a:r>
            <a:r>
              <a:rPr lang="en-US" dirty="0"/>
              <a:t> = [1,32];</a:t>
            </a:r>
          </a:p>
          <a:p>
            <a:r>
              <a:rPr lang="en-US" dirty="0" err="1"/>
              <a:t>particle_color</a:t>
            </a:r>
            <a:r>
              <a:rPr lang="en-US" dirty="0"/>
              <a:t> = [1.0,0.0,0.0];</a:t>
            </a:r>
          </a:p>
          <a:p>
            <a:r>
              <a:rPr lang="en-US" dirty="0" err="1"/>
              <a:t>in_collison_factor</a:t>
            </a:r>
            <a:r>
              <a:rPr lang="en-US" dirty="0"/>
              <a:t> = 0.11;</a:t>
            </a:r>
          </a:p>
          <a:p>
            <a:r>
              <a:rPr lang="en-US" dirty="0" err="1"/>
              <a:t>as_points</a:t>
            </a:r>
            <a:r>
              <a:rPr lang="en-US" dirty="0"/>
              <a:t> = False;</a:t>
            </a:r>
          </a:p>
          <a:p>
            <a:r>
              <a:rPr lang="en-US" dirty="0" err="1"/>
              <a:t>vary_color</a:t>
            </a:r>
            <a:r>
              <a:rPr lang="en-US" dirty="0"/>
              <a:t> = False;</a:t>
            </a:r>
          </a:p>
          <a:p>
            <a:r>
              <a:rPr lang="en-US" dirty="0"/>
              <a:t>dim = 2;</a:t>
            </a:r>
          </a:p>
        </p:txBody>
      </p:sp>
    </p:spTree>
    <p:extLst>
      <p:ext uri="{BB962C8B-B14F-4D97-AF65-F5344CB8AC3E}">
        <p14:creationId xmlns:p14="http://schemas.microsoft.com/office/powerpoint/2010/main" val="3748856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18EEFB-7EBB-19A9-6B36-F3A2C921816D}"/>
              </a:ext>
            </a:extLst>
          </p:cNvPr>
          <p:cNvSpPr txBox="1"/>
          <p:nvPr/>
        </p:nvSpPr>
        <p:spPr>
          <a:xfrm>
            <a:off x="3047238" y="-79653"/>
            <a:ext cx="60944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 err="1"/>
              <a:t>timer_interval</a:t>
            </a:r>
            <a:r>
              <a:rPr lang="en-US" dirty="0"/>
              <a:t> = 100;</a:t>
            </a:r>
          </a:p>
          <a:p>
            <a:r>
              <a:rPr lang="en-US" dirty="0"/>
              <a:t>dt = 0.005;</a:t>
            </a:r>
          </a:p>
          <a:p>
            <a:r>
              <a:rPr lang="en-US" dirty="0" err="1"/>
              <a:t>start_time</a:t>
            </a:r>
            <a:r>
              <a:rPr lang="en-US" dirty="0"/>
              <a:t> = 0.0;</a:t>
            </a:r>
          </a:p>
          <a:p>
            <a:r>
              <a:rPr lang="en-US" dirty="0" err="1"/>
              <a:t>end_time</a:t>
            </a:r>
            <a:r>
              <a:rPr lang="en-US" dirty="0"/>
              <a:t> = 1.0;</a:t>
            </a:r>
          </a:p>
          <a:p>
            <a:r>
              <a:rPr lang="en-US" dirty="0" err="1"/>
              <a:t>xlim</a:t>
            </a:r>
            <a:r>
              <a:rPr lang="en-US" dirty="0"/>
              <a:t> = [0.0,3.0];</a:t>
            </a:r>
          </a:p>
          <a:p>
            <a:r>
              <a:rPr lang="en-US" dirty="0" err="1"/>
              <a:t>ylim</a:t>
            </a:r>
            <a:r>
              <a:rPr lang="en-US" dirty="0"/>
              <a:t> = [0.5,1.5];</a:t>
            </a:r>
          </a:p>
          <a:p>
            <a:r>
              <a:rPr lang="en-US" dirty="0" err="1"/>
              <a:t>plot_vectors</a:t>
            </a:r>
            <a:r>
              <a:rPr lang="en-US" dirty="0"/>
              <a:t> = [</a:t>
            </a:r>
            <a:r>
              <a:rPr lang="en-US" dirty="0" err="1"/>
              <a:t>true,false</a:t>
            </a:r>
            <a:r>
              <a:rPr lang="en-US" dirty="0"/>
              <a:t>];</a:t>
            </a:r>
          </a:p>
          <a:p>
            <a:r>
              <a:rPr lang="en-US" dirty="0" err="1"/>
              <a:t>plot_commands</a:t>
            </a:r>
            <a:r>
              <a:rPr lang="en-US" dirty="0"/>
              <a:t> =</a:t>
            </a:r>
          </a:p>
          <a:p>
            <a:r>
              <a:rPr lang="en-US" dirty="0"/>
              <a:t>[</a:t>
            </a:r>
          </a:p>
          <a:p>
            <a:r>
              <a:rPr lang="en-US" dirty="0"/>
              <a:t>	"</a:t>
            </a:r>
            <a:r>
              <a:rPr lang="en-US" dirty="0" err="1"/>
              <a:t>plt.ylabel</a:t>
            </a:r>
            <a:r>
              <a:rPr lang="en-US" dirty="0"/>
              <a:t>('Time (s)')",</a:t>
            </a:r>
          </a:p>
          <a:p>
            <a:r>
              <a:rPr lang="en-US" dirty="0"/>
              <a:t>    "</a:t>
            </a:r>
            <a:r>
              <a:rPr lang="en-US" dirty="0" err="1"/>
              <a:t>plt.xlabel</a:t>
            </a:r>
            <a:r>
              <a:rPr lang="en-US" dirty="0"/>
              <a:t>('Number particles, (N)')",</a:t>
            </a:r>
          </a:p>
          <a:p>
            <a:r>
              <a:rPr lang="en-US" dirty="0"/>
              <a:t>	"</a:t>
            </a:r>
            <a:r>
              <a:rPr lang="en-US" dirty="0" err="1"/>
              <a:t>fig.set_figwidth</a:t>
            </a:r>
            <a:r>
              <a:rPr lang="en-US" dirty="0"/>
              <a:t>(10)",</a:t>
            </a:r>
          </a:p>
          <a:p>
            <a:r>
              <a:rPr lang="en-US" dirty="0"/>
              <a:t>    "</a:t>
            </a:r>
            <a:r>
              <a:rPr lang="en-US" dirty="0" err="1"/>
              <a:t>fig.set_figheight</a:t>
            </a:r>
            <a:r>
              <a:rPr lang="en-US" dirty="0"/>
              <a:t>(8)",</a:t>
            </a:r>
          </a:p>
          <a:p>
            <a:r>
              <a:rPr lang="en-US" dirty="0"/>
              <a:t>	"</a:t>
            </a:r>
            <a:r>
              <a:rPr lang="en-US" dirty="0" err="1"/>
              <a:t>plt.rc</a:t>
            </a:r>
            <a:r>
              <a:rPr lang="en-US" dirty="0"/>
              <a:t>('axes', </a:t>
            </a:r>
            <a:r>
              <a:rPr lang="en-US" dirty="0" err="1"/>
              <a:t>labelsize</a:t>
            </a:r>
            <a:r>
              <a:rPr lang="en-US" dirty="0"/>
              <a:t>=22)",</a:t>
            </a:r>
          </a:p>
          <a:p>
            <a:r>
              <a:rPr lang="en-US" dirty="0"/>
              <a:t>	"</a:t>
            </a:r>
            <a:r>
              <a:rPr lang="en-US" dirty="0" err="1"/>
              <a:t>plt.rc</a:t>
            </a:r>
            <a:r>
              <a:rPr lang="en-US" dirty="0"/>
              <a:t>('</a:t>
            </a:r>
            <a:r>
              <a:rPr lang="en-US" dirty="0" err="1"/>
              <a:t>xtick</a:t>
            </a:r>
            <a:r>
              <a:rPr lang="en-US" dirty="0"/>
              <a:t>', </a:t>
            </a:r>
            <a:r>
              <a:rPr lang="en-US" dirty="0" err="1"/>
              <a:t>labelsize</a:t>
            </a:r>
            <a:r>
              <a:rPr lang="en-US" dirty="0"/>
              <a:t>=22)",</a:t>
            </a:r>
          </a:p>
          <a:p>
            <a:r>
              <a:rPr lang="en-US" dirty="0"/>
              <a:t>	"</a:t>
            </a:r>
            <a:r>
              <a:rPr lang="en-US" dirty="0" err="1"/>
              <a:t>plt.rc</a:t>
            </a:r>
            <a:r>
              <a:rPr lang="en-US" dirty="0"/>
              <a:t>('</a:t>
            </a:r>
            <a:r>
              <a:rPr lang="en-US" dirty="0" err="1"/>
              <a:t>ytick</a:t>
            </a:r>
            <a:r>
              <a:rPr lang="en-US" dirty="0"/>
              <a:t>', </a:t>
            </a:r>
            <a:r>
              <a:rPr lang="en-US" dirty="0" err="1"/>
              <a:t>labelsize</a:t>
            </a:r>
            <a:r>
              <a:rPr lang="en-US" dirty="0"/>
              <a:t>=22)",</a:t>
            </a:r>
          </a:p>
          <a:p>
            <a:r>
              <a:rPr lang="en-US" dirty="0"/>
              <a:t>	"</a:t>
            </a:r>
            <a:r>
              <a:rPr lang="en-US" dirty="0" err="1"/>
              <a:t>plt.rc</a:t>
            </a:r>
            <a:r>
              <a:rPr lang="en-US" dirty="0"/>
              <a:t>('legend', </a:t>
            </a:r>
            <a:r>
              <a:rPr lang="en-US" dirty="0" err="1"/>
              <a:t>fontsize</a:t>
            </a:r>
            <a:r>
              <a:rPr lang="en-US" dirty="0"/>
              <a:t>=22)",</a:t>
            </a:r>
          </a:p>
          <a:p>
            <a:r>
              <a:rPr lang="en-US" dirty="0"/>
              <a:t>];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22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962898-BF11-801C-B2BD-C0984D458BB9}"/>
              </a:ext>
            </a:extLst>
          </p:cNvPr>
          <p:cNvSpPr txBox="1"/>
          <p:nvPr/>
        </p:nvSpPr>
        <p:spPr>
          <a:xfrm>
            <a:off x="422910" y="412141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description = "Two particles colliding horizontally";</a:t>
            </a:r>
          </a:p>
          <a:p>
            <a:r>
              <a:rPr lang="en-US" dirty="0" err="1"/>
              <a:t>select_particle</a:t>
            </a:r>
            <a:r>
              <a:rPr lang="en-US" dirty="0"/>
              <a:t> = 0;</a:t>
            </a:r>
          </a:p>
          <a:p>
            <a:r>
              <a:rPr lang="en-US" dirty="0" err="1"/>
              <a:t>plt_vel_mag</a:t>
            </a:r>
            <a:r>
              <a:rPr lang="en-US" dirty="0"/>
              <a:t> = [</a:t>
            </a:r>
            <a:r>
              <a:rPr lang="en-US" dirty="0" err="1"/>
              <a:t>true,true</a:t>
            </a:r>
            <a:r>
              <a:rPr lang="en-US" dirty="0"/>
              <a:t>];</a:t>
            </a:r>
          </a:p>
          <a:p>
            <a:r>
              <a:rPr lang="en-US" dirty="0" err="1"/>
              <a:t>plt_pvel_mag</a:t>
            </a:r>
            <a:r>
              <a:rPr lang="en-US" dirty="0"/>
              <a:t> = [</a:t>
            </a:r>
            <a:r>
              <a:rPr lang="en-US" dirty="0" err="1"/>
              <a:t>true,true</a:t>
            </a:r>
            <a:r>
              <a:rPr lang="en-US" dirty="0"/>
              <a:t>];</a:t>
            </a:r>
          </a:p>
          <a:p>
            <a:r>
              <a:rPr lang="en-US" dirty="0" err="1"/>
              <a:t>plot_vectors</a:t>
            </a:r>
            <a:r>
              <a:rPr lang="en-US" dirty="0"/>
              <a:t> = [</a:t>
            </a:r>
            <a:r>
              <a:rPr lang="en-US" dirty="0" err="1"/>
              <a:t>true,true</a:t>
            </a:r>
            <a:r>
              <a:rPr lang="en-US" dirty="0"/>
              <a:t>];</a:t>
            </a:r>
          </a:p>
          <a:p>
            <a:r>
              <a:rPr lang="en-US" dirty="0" err="1"/>
              <a:t>plot_pred_mom</a:t>
            </a:r>
            <a:r>
              <a:rPr lang="en-US" dirty="0"/>
              <a:t> = [</a:t>
            </a:r>
            <a:r>
              <a:rPr lang="en-US" dirty="0" err="1"/>
              <a:t>true,true</a:t>
            </a:r>
            <a:r>
              <a:rPr lang="en-US" dirty="0"/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997576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2328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27881-05CF-76BA-6141-8B819040A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376A65-D89D-5E90-F6C7-AAE41E30BA3A}"/>
              </a:ext>
            </a:extLst>
          </p:cNvPr>
          <p:cNvSpPr txBox="1"/>
          <p:nvPr/>
        </p:nvSpPr>
        <p:spPr>
          <a:xfrm>
            <a:off x="2066544" y="603504"/>
            <a:ext cx="819302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/>
              <a:t>Software Process</a:t>
            </a:r>
          </a:p>
          <a:p>
            <a:r>
              <a:rPr lang="en-US" sz="13800" b="1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10248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80073F-9F10-D614-A3C0-CEE21C6F59F5}"/>
              </a:ext>
            </a:extLst>
          </p:cNvPr>
          <p:cNvSpPr txBox="1"/>
          <p:nvPr/>
        </p:nvSpPr>
        <p:spPr>
          <a:xfrm>
            <a:off x="923925" y="582216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ArrayToIndex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(uvec3 loc)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w = WIDTH;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h = HEIGHT;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indxLoc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loc.x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w * 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loc.y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h *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loc.z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if(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indxLoc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 MaxLocation-1)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npos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indxLoc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2E7F29-A06F-E56D-4C76-43149F47D8F0}"/>
              </a:ext>
            </a:extLst>
          </p:cNvPr>
          <p:cNvSpPr txBox="1"/>
          <p:nvPr/>
        </p:nvSpPr>
        <p:spPr>
          <a:xfrm>
            <a:off x="7277100" y="582216"/>
            <a:ext cx="30194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WIDTH and HEIGHT must be equal to the highest number cell location. </a:t>
            </a:r>
          </a:p>
          <a:p>
            <a:endParaRPr lang="en-US" dirty="0"/>
          </a:p>
          <a:p>
            <a:r>
              <a:rPr lang="en-US" dirty="0"/>
              <a:t>So, a particle located in the last cell&lt;3,3,3&gt;  will have a HEIGHT,WIDTH of 4,4.</a:t>
            </a:r>
          </a:p>
          <a:p>
            <a:endParaRPr lang="en-US" dirty="0"/>
          </a:p>
          <a:p>
            <a:r>
              <a:rPr lang="en-US" dirty="0"/>
              <a:t>That is because the cell range is &lt;0,0,0&gt; to &lt;3,3,3&gt;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73AA59-EA27-489D-8B54-867BBCB7372B}"/>
              </a:ext>
            </a:extLst>
          </p:cNvPr>
          <p:cNvGrpSpPr/>
          <p:nvPr/>
        </p:nvGrpSpPr>
        <p:grpSpPr>
          <a:xfrm>
            <a:off x="1243560" y="3858030"/>
            <a:ext cx="817200" cy="539280"/>
            <a:chOff x="1243560" y="3858030"/>
            <a:chExt cx="817200" cy="53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999CF46-3272-C559-EF57-D7ABEC36DB20}"/>
                    </a:ext>
                  </a:extLst>
                </p14:cNvPr>
                <p14:cNvContentPartPr/>
                <p14:nvPr/>
              </p14:nvContentPartPr>
              <p14:xfrm>
                <a:off x="1529400" y="4050270"/>
                <a:ext cx="54000" cy="171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999CF46-3272-C559-EF57-D7ABEC36DB2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25080" y="4045950"/>
                  <a:ext cx="626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51074EB-8BAF-A8DB-A01B-A210F9F657F5}"/>
                    </a:ext>
                  </a:extLst>
                </p14:cNvPr>
                <p14:cNvContentPartPr/>
                <p14:nvPr/>
              </p14:nvContentPartPr>
              <p14:xfrm>
                <a:off x="1665480" y="4232070"/>
                <a:ext cx="24840" cy="2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51074EB-8BAF-A8DB-A01B-A210F9F657F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61160" y="4227750"/>
                  <a:ext cx="3348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88E5DB-BEDD-1FA0-F577-6D7EEB50730F}"/>
                    </a:ext>
                  </a:extLst>
                </p14:cNvPr>
                <p14:cNvContentPartPr/>
                <p14:nvPr/>
              </p14:nvContentPartPr>
              <p14:xfrm>
                <a:off x="1754040" y="4116510"/>
                <a:ext cx="197640" cy="123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88E5DB-BEDD-1FA0-F577-6D7EEB50730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49720" y="4112190"/>
                  <a:ext cx="2062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7C8F6BE-7280-5660-62C3-B36379F2C265}"/>
                    </a:ext>
                  </a:extLst>
                </p14:cNvPr>
                <p14:cNvContentPartPr/>
                <p14:nvPr/>
              </p14:nvContentPartPr>
              <p14:xfrm>
                <a:off x="1243560" y="3858030"/>
                <a:ext cx="239400" cy="483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7C8F6BE-7280-5660-62C3-B36379F2C2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39240" y="3853710"/>
                  <a:ext cx="24804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6E4244-FBDF-E8F8-0CDB-3BA2A9A9C966}"/>
                    </a:ext>
                  </a:extLst>
                </p14:cNvPr>
                <p14:cNvContentPartPr/>
                <p14:nvPr/>
              </p14:nvContentPartPr>
              <p14:xfrm>
                <a:off x="2010000" y="4297950"/>
                <a:ext cx="50760" cy="99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6E4244-FBDF-E8F8-0CDB-3BA2A9A9C96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05680" y="4293630"/>
                  <a:ext cx="5940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A999272-0CDE-43E2-F2A0-A099090C3E9F}"/>
              </a:ext>
            </a:extLst>
          </p:cNvPr>
          <p:cNvGrpSpPr/>
          <p:nvPr/>
        </p:nvGrpSpPr>
        <p:grpSpPr>
          <a:xfrm>
            <a:off x="3575640" y="3928950"/>
            <a:ext cx="882720" cy="486000"/>
            <a:chOff x="3575640" y="3928950"/>
            <a:chExt cx="882720" cy="48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4B6ED1A-D2F6-DCF8-5FC8-4B94E74912FA}"/>
                    </a:ext>
                  </a:extLst>
                </p14:cNvPr>
                <p14:cNvContentPartPr/>
                <p14:nvPr/>
              </p14:nvContentPartPr>
              <p14:xfrm>
                <a:off x="3575640" y="4120470"/>
                <a:ext cx="56880" cy="185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4B6ED1A-D2F6-DCF8-5FC8-4B94E74912F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71320" y="4116150"/>
                  <a:ext cx="65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B5729D0-7B76-7EEC-15F6-6297B42FE813}"/>
                    </a:ext>
                  </a:extLst>
                </p14:cNvPr>
                <p14:cNvContentPartPr/>
                <p14:nvPr/>
              </p14:nvContentPartPr>
              <p14:xfrm>
                <a:off x="3761760" y="4273110"/>
                <a:ext cx="4680" cy="8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B5729D0-7B76-7EEC-15F6-6297B42FE81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57440" y="4268790"/>
                  <a:ext cx="133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1D2AE48-D617-00F4-EF05-762DD95416BD}"/>
                    </a:ext>
                  </a:extLst>
                </p14:cNvPr>
                <p14:cNvContentPartPr/>
                <p14:nvPr/>
              </p14:nvContentPartPr>
              <p14:xfrm>
                <a:off x="3877680" y="4119750"/>
                <a:ext cx="221400" cy="131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1D2AE48-D617-00F4-EF05-762DD95416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73360" y="4115430"/>
                  <a:ext cx="2300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21E7412-7F25-0233-E2F8-29E5C3CE40AD}"/>
                    </a:ext>
                  </a:extLst>
                </p14:cNvPr>
                <p14:cNvContentPartPr/>
                <p14:nvPr/>
              </p14:nvContentPartPr>
              <p14:xfrm>
                <a:off x="4094040" y="3928950"/>
                <a:ext cx="364320" cy="486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21E7412-7F25-0233-E2F8-29E5C3CE40A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89720" y="3924630"/>
                  <a:ext cx="372960" cy="49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986AED2-FDB8-685E-C185-68355D97759A}"/>
              </a:ext>
            </a:extLst>
          </p:cNvPr>
          <p:cNvGrpSpPr/>
          <p:nvPr/>
        </p:nvGrpSpPr>
        <p:grpSpPr>
          <a:xfrm>
            <a:off x="2417160" y="3987270"/>
            <a:ext cx="724320" cy="414720"/>
            <a:chOff x="2417160" y="3987270"/>
            <a:chExt cx="724320" cy="4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5BAA8C2-C26E-55C2-B9FE-4F95FA9D9AA2}"/>
                    </a:ext>
                  </a:extLst>
                </p14:cNvPr>
                <p14:cNvContentPartPr/>
                <p14:nvPr/>
              </p14:nvContentPartPr>
              <p14:xfrm>
                <a:off x="3076680" y="3987270"/>
                <a:ext cx="24480" cy="5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5BAA8C2-C26E-55C2-B9FE-4F95FA9D9AA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72360" y="3982950"/>
                  <a:ext cx="3312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ECD8725-4350-4DB4-C3E0-167E765FA1DD}"/>
                    </a:ext>
                  </a:extLst>
                </p14:cNvPr>
                <p14:cNvContentPartPr/>
                <p14:nvPr/>
              </p14:nvContentPartPr>
              <p14:xfrm>
                <a:off x="2417160" y="4131630"/>
                <a:ext cx="78480" cy="186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ECD8725-4350-4DB4-C3E0-167E765FA1D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12840" y="4127310"/>
                  <a:ext cx="871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22AC2FA-5D1F-3846-CF27-3A62ECF13FF4}"/>
                    </a:ext>
                  </a:extLst>
                </p14:cNvPr>
                <p14:cNvContentPartPr/>
                <p14:nvPr/>
              </p14:nvContentPartPr>
              <p14:xfrm>
                <a:off x="2529840" y="4258350"/>
                <a:ext cx="432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22AC2FA-5D1F-3846-CF27-3A62ECF13F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25520" y="4254030"/>
                  <a:ext cx="12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70B4D6-9B3F-5EA8-6A01-84687DF5B511}"/>
                    </a:ext>
                  </a:extLst>
                </p14:cNvPr>
                <p14:cNvContentPartPr/>
                <p14:nvPr/>
              </p14:nvContentPartPr>
              <p14:xfrm>
                <a:off x="2515800" y="4200030"/>
                <a:ext cx="74160" cy="82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70B4D6-9B3F-5EA8-6A01-84687DF5B51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1480" y="4195710"/>
                  <a:ext cx="82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63774F0-583E-CBBE-F50C-62E28DFFD92E}"/>
                    </a:ext>
                  </a:extLst>
                </p14:cNvPr>
                <p14:cNvContentPartPr/>
                <p14:nvPr/>
              </p14:nvContentPartPr>
              <p14:xfrm>
                <a:off x="3101520" y="4281750"/>
                <a:ext cx="39960" cy="118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63774F0-583E-CBBE-F50C-62E28DFFD92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97200" y="4277430"/>
                  <a:ext cx="486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9EB3553-7B23-2724-D112-1B8126F484E1}"/>
                    </a:ext>
                  </a:extLst>
                </p14:cNvPr>
                <p14:cNvContentPartPr/>
                <p14:nvPr/>
              </p14:nvContentPartPr>
              <p14:xfrm>
                <a:off x="2650440" y="4068270"/>
                <a:ext cx="120240" cy="124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9EB3553-7B23-2724-D112-1B8126F484E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46120" y="4063950"/>
                  <a:ext cx="128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4ED63B6-7A21-9B72-5FB9-B3E23670EFFF}"/>
                    </a:ext>
                  </a:extLst>
                </p14:cNvPr>
                <p14:cNvContentPartPr/>
                <p14:nvPr/>
              </p14:nvContentPartPr>
              <p14:xfrm>
                <a:off x="2700840" y="4077270"/>
                <a:ext cx="94680" cy="252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4ED63B6-7A21-9B72-5FB9-B3E23670EFF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96520" y="4072950"/>
                  <a:ext cx="1033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169E9AD-D11E-43FA-46F6-5BD28AA248ED}"/>
                    </a:ext>
                  </a:extLst>
                </p14:cNvPr>
                <p14:cNvContentPartPr/>
                <p14:nvPr/>
              </p14:nvContentPartPr>
              <p14:xfrm>
                <a:off x="2736480" y="4137030"/>
                <a:ext cx="201960" cy="264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169E9AD-D11E-43FA-46F6-5BD28AA248E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32160" y="4132710"/>
                  <a:ext cx="21060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3A47EC1-7681-A207-7651-322D8B8C9D5F}"/>
              </a:ext>
            </a:extLst>
          </p:cNvPr>
          <p:cNvGrpSpPr/>
          <p:nvPr/>
        </p:nvGrpSpPr>
        <p:grpSpPr>
          <a:xfrm>
            <a:off x="660720" y="4016430"/>
            <a:ext cx="328320" cy="182520"/>
            <a:chOff x="660720" y="4016430"/>
            <a:chExt cx="32832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59341FA-3EF7-7C05-E6A1-0150408A3178}"/>
                    </a:ext>
                  </a:extLst>
                </p14:cNvPr>
                <p14:cNvContentPartPr/>
                <p14:nvPr/>
              </p14:nvContentPartPr>
              <p14:xfrm>
                <a:off x="752160" y="4076910"/>
                <a:ext cx="27720" cy="122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59341FA-3EF7-7C05-E6A1-0150408A317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7840" y="4072590"/>
                  <a:ext cx="36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4AE89E-4C77-DA6F-898E-9CF0F3E03C57}"/>
                    </a:ext>
                  </a:extLst>
                </p14:cNvPr>
                <p14:cNvContentPartPr/>
                <p14:nvPr/>
              </p14:nvContentPartPr>
              <p14:xfrm>
                <a:off x="660720" y="4016430"/>
                <a:ext cx="328320" cy="22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4AE89E-4C77-DA6F-898E-9CF0F3E03C5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6400" y="4012110"/>
                  <a:ext cx="33696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DBA5FEB-BE04-5B36-A33F-3BCEA301FD24}"/>
              </a:ext>
            </a:extLst>
          </p:cNvPr>
          <p:cNvGrpSpPr/>
          <p:nvPr/>
        </p:nvGrpSpPr>
        <p:grpSpPr>
          <a:xfrm>
            <a:off x="640560" y="4553910"/>
            <a:ext cx="280080" cy="314640"/>
            <a:chOff x="640560" y="4553910"/>
            <a:chExt cx="28008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E42C65B-4E8A-249E-6762-65007BE1E6A0}"/>
                    </a:ext>
                  </a:extLst>
                </p14:cNvPr>
                <p14:cNvContentPartPr/>
                <p14:nvPr/>
              </p14:nvContentPartPr>
              <p14:xfrm>
                <a:off x="640560" y="4553910"/>
                <a:ext cx="232920" cy="314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E42C65B-4E8A-249E-6762-65007BE1E6A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6240" y="4549590"/>
                  <a:ext cx="2415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DEB718-961D-FCDE-8F46-5B551A9BDE5F}"/>
                    </a:ext>
                  </a:extLst>
                </p14:cNvPr>
                <p14:cNvContentPartPr/>
                <p14:nvPr/>
              </p14:nvContentPartPr>
              <p14:xfrm>
                <a:off x="660360" y="4697550"/>
                <a:ext cx="260280" cy="15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DEB718-961D-FCDE-8F46-5B551A9BDE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6040" y="4693230"/>
                  <a:ext cx="268920" cy="2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37DCA48-DD21-DFD0-10C6-7C9EE733664D}"/>
                  </a:ext>
                </a:extLst>
              </p14:cNvPr>
              <p14:cNvContentPartPr/>
              <p14:nvPr/>
            </p14:nvContentPartPr>
            <p14:xfrm>
              <a:off x="1178040" y="4689630"/>
              <a:ext cx="244440" cy="411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37DCA48-DD21-DFD0-10C6-7C9EE733664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73720" y="4685310"/>
                <a:ext cx="253080" cy="41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0DB049EF-EADE-7CBA-F022-093BDA3D5F38}"/>
              </a:ext>
            </a:extLst>
          </p:cNvPr>
          <p:cNvGrpSpPr/>
          <p:nvPr/>
        </p:nvGrpSpPr>
        <p:grpSpPr>
          <a:xfrm>
            <a:off x="1625160" y="4774230"/>
            <a:ext cx="504720" cy="374760"/>
            <a:chOff x="1625160" y="4774230"/>
            <a:chExt cx="50472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2DE34EA-2290-30D2-1CEF-2761001867A3}"/>
                    </a:ext>
                  </a:extLst>
                </p14:cNvPr>
                <p14:cNvContentPartPr/>
                <p14:nvPr/>
              </p14:nvContentPartPr>
              <p14:xfrm>
                <a:off x="1625160" y="4774230"/>
                <a:ext cx="97200" cy="241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2DE34EA-2290-30D2-1CEF-2761001867A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20840" y="4769910"/>
                  <a:ext cx="1058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E9DA0CD-B054-AD9A-4183-A3D634D339CE}"/>
                    </a:ext>
                  </a:extLst>
                </p14:cNvPr>
                <p14:cNvContentPartPr/>
                <p14:nvPr/>
              </p14:nvContentPartPr>
              <p14:xfrm>
                <a:off x="1700760" y="4985190"/>
                <a:ext cx="27720" cy="46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E9DA0CD-B054-AD9A-4183-A3D634D339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96440" y="4980870"/>
                  <a:ext cx="363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C81155D-C186-1289-9F42-6EB7EACA696B}"/>
                    </a:ext>
                  </a:extLst>
                </p14:cNvPr>
                <p14:cNvContentPartPr/>
                <p14:nvPr/>
              </p14:nvContentPartPr>
              <p14:xfrm>
                <a:off x="1812720" y="4859550"/>
                <a:ext cx="190080" cy="135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C81155D-C186-1289-9F42-6EB7EACA69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08400" y="4855230"/>
                  <a:ext cx="198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13CEC8C-6124-B850-210D-F838ADBB53BB}"/>
                    </a:ext>
                  </a:extLst>
                </p14:cNvPr>
                <p14:cNvContentPartPr/>
                <p14:nvPr/>
              </p14:nvContentPartPr>
              <p14:xfrm>
                <a:off x="2069400" y="5035590"/>
                <a:ext cx="60480" cy="113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13CEC8C-6124-B850-210D-F838ADBB53B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065080" y="5031270"/>
                  <a:ext cx="6912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51BD063-A04F-6588-55D9-9EE77D75B0E5}"/>
              </a:ext>
            </a:extLst>
          </p:cNvPr>
          <p:cNvGrpSpPr/>
          <p:nvPr/>
        </p:nvGrpSpPr>
        <p:grpSpPr>
          <a:xfrm>
            <a:off x="2420400" y="4835430"/>
            <a:ext cx="691200" cy="279000"/>
            <a:chOff x="2420400" y="4835430"/>
            <a:chExt cx="69120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5FA31FC-96E2-EDEB-44E4-C3461D35A9BC}"/>
                    </a:ext>
                  </a:extLst>
                </p14:cNvPr>
                <p14:cNvContentPartPr/>
                <p14:nvPr/>
              </p14:nvContentPartPr>
              <p14:xfrm>
                <a:off x="2420400" y="4877190"/>
                <a:ext cx="44640" cy="153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5FA31FC-96E2-EDEB-44E4-C3461D35A9B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16080" y="4872870"/>
                  <a:ext cx="53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0135D18-1659-26B0-A7DF-672944602464}"/>
                    </a:ext>
                  </a:extLst>
                </p14:cNvPr>
                <p14:cNvContentPartPr/>
                <p14:nvPr/>
              </p14:nvContentPartPr>
              <p14:xfrm>
                <a:off x="2541360" y="5019030"/>
                <a:ext cx="21960" cy="21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0135D18-1659-26B0-A7DF-67294460246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37040" y="5014710"/>
                  <a:ext cx="30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F334475-BDCD-2F1D-DA7A-34AF27BFCA3E}"/>
                    </a:ext>
                  </a:extLst>
                </p14:cNvPr>
                <p14:cNvContentPartPr/>
                <p14:nvPr/>
              </p14:nvContentPartPr>
              <p14:xfrm>
                <a:off x="2664840" y="4874310"/>
                <a:ext cx="147240" cy="137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F334475-BDCD-2F1D-DA7A-34AF27BFCA3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60520" y="4869990"/>
                  <a:ext cx="1558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0F50E35-D534-5693-85C6-8D727F5DCB9D}"/>
                    </a:ext>
                  </a:extLst>
                </p14:cNvPr>
                <p14:cNvContentPartPr/>
                <p14:nvPr/>
              </p14:nvContentPartPr>
              <p14:xfrm>
                <a:off x="2569080" y="4835430"/>
                <a:ext cx="384480" cy="208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0F50E35-D534-5693-85C6-8D727F5DCB9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64760" y="4831110"/>
                  <a:ext cx="3931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5F3A4F7-3550-60C5-B30C-88CE16FF8458}"/>
                    </a:ext>
                  </a:extLst>
                </p14:cNvPr>
                <p14:cNvContentPartPr/>
                <p14:nvPr/>
              </p14:nvContentPartPr>
              <p14:xfrm>
                <a:off x="3042480" y="4979430"/>
                <a:ext cx="69120" cy="135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5F3A4F7-3550-60C5-B30C-88CE16FF845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038160" y="4975110"/>
                  <a:ext cx="7776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7BBE922-8153-BD7D-385E-D3A3819C1C45}"/>
              </a:ext>
            </a:extLst>
          </p:cNvPr>
          <p:cNvGrpSpPr/>
          <p:nvPr/>
        </p:nvGrpSpPr>
        <p:grpSpPr>
          <a:xfrm>
            <a:off x="3433080" y="4815270"/>
            <a:ext cx="787680" cy="231480"/>
            <a:chOff x="3433080" y="4815270"/>
            <a:chExt cx="78768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35F2E20-9AA2-255D-60F5-8C589B68BD97}"/>
                    </a:ext>
                  </a:extLst>
                </p14:cNvPr>
                <p14:cNvContentPartPr/>
                <p14:nvPr/>
              </p14:nvContentPartPr>
              <p14:xfrm>
                <a:off x="3433080" y="4848750"/>
                <a:ext cx="33480" cy="156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35F2E20-9AA2-255D-60F5-8C589B68BD9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28760" y="4844430"/>
                  <a:ext cx="421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B792180-EF7D-DB0D-E5B6-DCF4D17C8ABD}"/>
                    </a:ext>
                  </a:extLst>
                </p14:cNvPr>
                <p14:cNvContentPartPr/>
                <p14:nvPr/>
              </p14:nvContentPartPr>
              <p14:xfrm>
                <a:off x="3581400" y="4998150"/>
                <a:ext cx="28800" cy="35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B792180-EF7D-DB0D-E5B6-DCF4D17C8AB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77080" y="4993830"/>
                  <a:ext cx="374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592A069-A8A2-D593-71EC-1ED56901929B}"/>
                    </a:ext>
                  </a:extLst>
                </p14:cNvPr>
                <p14:cNvContentPartPr/>
                <p14:nvPr/>
              </p14:nvContentPartPr>
              <p14:xfrm>
                <a:off x="3711000" y="4845510"/>
                <a:ext cx="174240" cy="93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592A069-A8A2-D593-71EC-1ED56901929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06680" y="4841190"/>
                  <a:ext cx="182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B157C77-F67D-269E-5DAE-7A40B7AA61C4}"/>
                    </a:ext>
                  </a:extLst>
                </p14:cNvPr>
                <p14:cNvContentPartPr/>
                <p14:nvPr/>
              </p14:nvContentPartPr>
              <p14:xfrm>
                <a:off x="3832320" y="4815270"/>
                <a:ext cx="81720" cy="216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B157C77-F67D-269E-5DAE-7A40B7AA61C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28000" y="4810950"/>
                  <a:ext cx="903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AABE7ED-0BF0-C08C-32D3-29E49B3FC44B}"/>
                    </a:ext>
                  </a:extLst>
                </p14:cNvPr>
                <p14:cNvContentPartPr/>
                <p14:nvPr/>
              </p14:nvContentPartPr>
              <p14:xfrm>
                <a:off x="3972000" y="4826790"/>
                <a:ext cx="248760" cy="219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AABE7ED-0BF0-C08C-32D3-29E49B3FC44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967680" y="4822470"/>
                  <a:ext cx="257400" cy="228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0137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FD69976-EFF7-C528-B0B4-4343EB79BE98}"/>
              </a:ext>
            </a:extLst>
          </p:cNvPr>
          <p:cNvGrpSpPr/>
          <p:nvPr/>
        </p:nvGrpSpPr>
        <p:grpSpPr>
          <a:xfrm>
            <a:off x="1852320" y="927270"/>
            <a:ext cx="1245240" cy="289440"/>
            <a:chOff x="1852320" y="927270"/>
            <a:chExt cx="124524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97CC15E-F80F-D201-1ECE-29B7208CA70A}"/>
                    </a:ext>
                  </a:extLst>
                </p14:cNvPr>
                <p14:cNvContentPartPr/>
                <p14:nvPr/>
              </p14:nvContentPartPr>
              <p14:xfrm>
                <a:off x="1852320" y="927270"/>
                <a:ext cx="1245240" cy="116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97CC15E-F80F-D201-1ECE-29B7208CA70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48000" y="922950"/>
                  <a:ext cx="12538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D25A081-769A-FB29-13D2-C70E7C6CD1A5}"/>
                    </a:ext>
                  </a:extLst>
                </p14:cNvPr>
                <p14:cNvContentPartPr/>
                <p14:nvPr/>
              </p14:nvContentPartPr>
              <p14:xfrm>
                <a:off x="2188560" y="1100070"/>
                <a:ext cx="195120" cy="104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D25A081-769A-FB29-13D2-C70E7C6CD1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84240" y="1095750"/>
                  <a:ext cx="2037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0535016-395A-E060-3D61-CC40CFE52E88}"/>
                    </a:ext>
                  </a:extLst>
                </p14:cNvPr>
                <p14:cNvContentPartPr/>
                <p14:nvPr/>
              </p14:nvContentPartPr>
              <p14:xfrm>
                <a:off x="2404920" y="1167750"/>
                <a:ext cx="15480" cy="48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0535016-395A-E060-3D61-CC40CFE52E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00600" y="1163430"/>
                  <a:ext cx="241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F7FBB5C-5D6E-4DB5-DFEA-659312C8B4DC}"/>
                    </a:ext>
                  </a:extLst>
                </p14:cNvPr>
                <p14:cNvContentPartPr/>
                <p14:nvPr/>
              </p14:nvContentPartPr>
              <p14:xfrm>
                <a:off x="2470440" y="1093950"/>
                <a:ext cx="90720" cy="91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F7FBB5C-5D6E-4DB5-DFEA-659312C8B4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66120" y="1089630"/>
                  <a:ext cx="993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6B950AF-4E9E-A805-D378-B7EC1511DA67}"/>
                    </a:ext>
                  </a:extLst>
                </p14:cNvPr>
                <p14:cNvContentPartPr/>
                <p14:nvPr/>
              </p14:nvContentPartPr>
              <p14:xfrm>
                <a:off x="2615160" y="1083150"/>
                <a:ext cx="59760" cy="100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6B950AF-4E9E-A805-D378-B7EC1511DA6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10840" y="1078830"/>
                  <a:ext cx="68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B605F8C-B080-DF4D-E8F8-5BABF94BF297}"/>
                    </a:ext>
                  </a:extLst>
                </p14:cNvPr>
                <p14:cNvContentPartPr/>
                <p14:nvPr/>
              </p14:nvContentPartPr>
              <p14:xfrm>
                <a:off x="2664840" y="1087110"/>
                <a:ext cx="142200" cy="10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B605F8C-B080-DF4D-E8F8-5BABF94BF2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60520" y="1082790"/>
                  <a:ext cx="15084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0FE8008-2310-5165-2B7F-35B44DB3F12D}"/>
              </a:ext>
            </a:extLst>
          </p:cNvPr>
          <p:cNvGrpSpPr/>
          <p:nvPr/>
        </p:nvGrpSpPr>
        <p:grpSpPr>
          <a:xfrm>
            <a:off x="2024400" y="729990"/>
            <a:ext cx="921600" cy="150480"/>
            <a:chOff x="2024400" y="729990"/>
            <a:chExt cx="921600" cy="15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427AE05-AC8E-D23B-D493-5C0F3C5B0F68}"/>
                    </a:ext>
                  </a:extLst>
                </p14:cNvPr>
                <p14:cNvContentPartPr/>
                <p14:nvPr/>
              </p14:nvContentPartPr>
              <p14:xfrm>
                <a:off x="2024400" y="785430"/>
                <a:ext cx="165240" cy="95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427AE05-AC8E-D23B-D493-5C0F3C5B0F6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20080" y="781110"/>
                  <a:ext cx="173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69F767E-2412-A9F7-0D98-92517AD81541}"/>
                    </a:ext>
                  </a:extLst>
                </p14:cNvPr>
                <p14:cNvContentPartPr/>
                <p14:nvPr/>
              </p14:nvContentPartPr>
              <p14:xfrm>
                <a:off x="2316000" y="802350"/>
                <a:ext cx="148320" cy="9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9F767E-2412-A9F7-0D98-92517AD8154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11680" y="798030"/>
                  <a:ext cx="1569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683D42-A86E-65A6-1B38-6BA44E4213B5}"/>
                    </a:ext>
                  </a:extLst>
                </p14:cNvPr>
                <p14:cNvContentPartPr/>
                <p14:nvPr/>
              </p14:nvContentPartPr>
              <p14:xfrm>
                <a:off x="2556480" y="765630"/>
                <a:ext cx="29520" cy="84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683D42-A86E-65A6-1B38-6BA44E4213B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52160" y="761310"/>
                  <a:ext cx="38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56A930-20DB-F34D-7E4F-4AA1B9189371}"/>
                    </a:ext>
                  </a:extLst>
                </p14:cNvPr>
                <p14:cNvContentPartPr/>
                <p14:nvPr/>
              </p14:nvContentPartPr>
              <p14:xfrm>
                <a:off x="2671320" y="742230"/>
                <a:ext cx="118440" cy="66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56A930-20DB-F34D-7E4F-4AA1B918937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67000" y="737910"/>
                  <a:ext cx="1270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A10E004-36B2-A737-4A16-59DFB862CFB6}"/>
                    </a:ext>
                  </a:extLst>
                </p14:cNvPr>
                <p14:cNvContentPartPr/>
                <p14:nvPr/>
              </p14:nvContentPartPr>
              <p14:xfrm>
                <a:off x="2830440" y="729990"/>
                <a:ext cx="115560" cy="66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A10E004-36B2-A737-4A16-59DFB862CFB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26120" y="725670"/>
                  <a:ext cx="124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5FCA1D8-E2D7-60C3-34D4-91860D87298C}"/>
                    </a:ext>
                  </a:extLst>
                </p14:cNvPr>
                <p14:cNvContentPartPr/>
                <p14:nvPr/>
              </p14:nvContentPartPr>
              <p14:xfrm>
                <a:off x="2450280" y="782190"/>
                <a:ext cx="75600" cy="96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5FCA1D8-E2D7-60C3-34D4-91860D87298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45960" y="777870"/>
                  <a:ext cx="84240" cy="10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1C10F77-7D65-3076-5B0E-F28E58B45E27}"/>
                  </a:ext>
                </a:extLst>
              </p14:cNvPr>
              <p14:cNvContentPartPr/>
              <p14:nvPr/>
            </p14:nvContentPartPr>
            <p14:xfrm>
              <a:off x="2089200" y="2281950"/>
              <a:ext cx="795960" cy="666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1C10F77-7D65-3076-5B0E-F28E58B45E2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83080" y="2275830"/>
                <a:ext cx="80820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A97C349-33E6-8CD2-8EC3-3B2800BD2E4C}"/>
                  </a:ext>
                </a:extLst>
              </p14:cNvPr>
              <p14:cNvContentPartPr/>
              <p14:nvPr/>
            </p14:nvContentPartPr>
            <p14:xfrm>
              <a:off x="4079280" y="2244870"/>
              <a:ext cx="361440" cy="316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A97C349-33E6-8CD2-8EC3-3B2800BD2E4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073160" y="2238750"/>
                <a:ext cx="3736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D8170676-E685-9FF3-86A6-4A56A42468E4}"/>
                  </a:ext>
                </a:extLst>
              </p14:cNvPr>
              <p14:cNvContentPartPr/>
              <p14:nvPr/>
            </p14:nvContentPartPr>
            <p14:xfrm>
              <a:off x="4743840" y="2143710"/>
              <a:ext cx="137520" cy="1634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D8170676-E685-9FF3-86A6-4A56A42468E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737720" y="2137590"/>
                <a:ext cx="149760" cy="17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25C823B-A907-FC5A-F43F-B575F848C5A8}"/>
              </a:ext>
            </a:extLst>
          </p:cNvPr>
          <p:cNvGrpSpPr/>
          <p:nvPr/>
        </p:nvGrpSpPr>
        <p:grpSpPr>
          <a:xfrm>
            <a:off x="3859680" y="2029950"/>
            <a:ext cx="1272960" cy="702000"/>
            <a:chOff x="3859680" y="2029950"/>
            <a:chExt cx="1272960" cy="70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5533A21-EDD6-5680-E420-E42F27A5546E}"/>
                    </a:ext>
                  </a:extLst>
                </p14:cNvPr>
                <p14:cNvContentPartPr/>
                <p14:nvPr/>
              </p14:nvContentPartPr>
              <p14:xfrm>
                <a:off x="3920160" y="2035710"/>
                <a:ext cx="127800" cy="110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5533A21-EDD6-5680-E420-E42F27A5546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14040" y="2029590"/>
                  <a:ext cx="140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C83B095-1608-1666-C1E8-96C5EEF9AF5E}"/>
                    </a:ext>
                  </a:extLst>
                </p14:cNvPr>
                <p14:cNvContentPartPr/>
                <p14:nvPr/>
              </p14:nvContentPartPr>
              <p14:xfrm>
                <a:off x="4086120" y="2029950"/>
                <a:ext cx="182880" cy="137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C83B095-1608-1666-C1E8-96C5EEF9AF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80000" y="2023830"/>
                  <a:ext cx="1951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677693E-D185-98A3-D5FB-28DCE275ACB5}"/>
                    </a:ext>
                  </a:extLst>
                </p14:cNvPr>
                <p14:cNvContentPartPr/>
                <p14:nvPr/>
              </p14:nvContentPartPr>
              <p14:xfrm>
                <a:off x="4298160" y="2125350"/>
                <a:ext cx="73080" cy="94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677693E-D185-98A3-D5FB-28DCE275ACB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92040" y="2119230"/>
                  <a:ext cx="853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3F7E019-B3EF-869C-43F8-A87558744E77}"/>
                    </a:ext>
                  </a:extLst>
                </p14:cNvPr>
                <p14:cNvContentPartPr/>
                <p14:nvPr/>
              </p14:nvContentPartPr>
              <p14:xfrm>
                <a:off x="3956880" y="2438190"/>
                <a:ext cx="141120" cy="95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3F7E019-B3EF-869C-43F8-A87558744E7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50760" y="2432070"/>
                  <a:ext cx="1533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73A4924-EEBE-9A69-6161-AC72178235DC}"/>
                    </a:ext>
                  </a:extLst>
                </p14:cNvPr>
                <p14:cNvContentPartPr/>
                <p14:nvPr/>
              </p14:nvContentPartPr>
              <p14:xfrm>
                <a:off x="4172520" y="2508750"/>
                <a:ext cx="17640" cy="109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73A4924-EEBE-9A69-6161-AC72178235D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66400" y="2502630"/>
                  <a:ext cx="298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39263AE-22F6-5FFD-F15C-101A105290EC}"/>
                    </a:ext>
                  </a:extLst>
                </p14:cNvPr>
                <p14:cNvContentPartPr/>
                <p14:nvPr/>
              </p14:nvContentPartPr>
              <p14:xfrm>
                <a:off x="4330200" y="2442150"/>
                <a:ext cx="25920" cy="127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39263AE-22F6-5FFD-F15C-101A105290E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24080" y="2436030"/>
                  <a:ext cx="381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D7DF4C5-5192-2C33-C318-EF773110B6D9}"/>
                    </a:ext>
                  </a:extLst>
                </p14:cNvPr>
                <p14:cNvContentPartPr/>
                <p14:nvPr/>
              </p14:nvContentPartPr>
              <p14:xfrm>
                <a:off x="4298160" y="2493270"/>
                <a:ext cx="107640" cy="33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D7DF4C5-5192-2C33-C318-EF773110B6D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92040" y="2487150"/>
                  <a:ext cx="119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C2DA3D9-0663-91EC-C6B1-AF46094120EA}"/>
                    </a:ext>
                  </a:extLst>
                </p14:cNvPr>
                <p14:cNvContentPartPr/>
                <p14:nvPr/>
              </p14:nvContentPartPr>
              <p14:xfrm>
                <a:off x="4430640" y="2444310"/>
                <a:ext cx="206280" cy="115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C2DA3D9-0663-91EC-C6B1-AF46094120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24520" y="2438190"/>
                  <a:ext cx="2185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12EFBEE-B506-1A64-040F-7E946E728D4F}"/>
                    </a:ext>
                  </a:extLst>
                </p14:cNvPr>
                <p14:cNvContentPartPr/>
                <p14:nvPr/>
              </p14:nvContentPartPr>
              <p14:xfrm>
                <a:off x="4685160" y="2500830"/>
                <a:ext cx="104760" cy="107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12EFBEE-B506-1A64-040F-7E946E728D4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79040" y="2494710"/>
                  <a:ext cx="1170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4F7659C-DEC9-713F-1009-D814A866AAC7}"/>
                    </a:ext>
                  </a:extLst>
                </p14:cNvPr>
                <p14:cNvContentPartPr/>
                <p14:nvPr/>
              </p14:nvContentPartPr>
              <p14:xfrm>
                <a:off x="3859680" y="2325150"/>
                <a:ext cx="211680" cy="345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4F7659C-DEC9-713F-1009-D814A866AA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53560" y="2319030"/>
                  <a:ext cx="223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8B7AA1D-1836-0E77-E130-19761BEADAA7}"/>
                    </a:ext>
                  </a:extLst>
                </p14:cNvPr>
                <p14:cNvContentPartPr/>
                <p14:nvPr/>
              </p14:nvContentPartPr>
              <p14:xfrm>
                <a:off x="4731960" y="2364390"/>
                <a:ext cx="124200" cy="367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8B7AA1D-1836-0E77-E130-19761BEADAA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25840" y="2358270"/>
                  <a:ext cx="1364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9A57877-F743-FD2D-3ED8-891AC907F5CB}"/>
                    </a:ext>
                  </a:extLst>
                </p14:cNvPr>
                <p14:cNvContentPartPr/>
                <p14:nvPr/>
              </p14:nvContentPartPr>
              <p14:xfrm>
                <a:off x="4881720" y="2164230"/>
                <a:ext cx="82440" cy="117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9A57877-F743-FD2D-3ED8-891AC907F5C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75600" y="2158110"/>
                  <a:ext cx="94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5F1EC55-79C8-D4BC-E5D5-EF4FAF496D8D}"/>
                    </a:ext>
                  </a:extLst>
                </p14:cNvPr>
                <p14:cNvContentPartPr/>
                <p14:nvPr/>
              </p14:nvContentPartPr>
              <p14:xfrm>
                <a:off x="4898280" y="2160630"/>
                <a:ext cx="75600" cy="170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5F1EC55-79C8-D4BC-E5D5-EF4FAF496D8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92160" y="2154510"/>
                  <a:ext cx="878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3D4BF4B-8773-3B30-41FD-4C09AE208674}"/>
                    </a:ext>
                  </a:extLst>
                </p14:cNvPr>
                <p14:cNvContentPartPr/>
                <p14:nvPr/>
              </p14:nvContentPartPr>
              <p14:xfrm>
                <a:off x="5030040" y="2348550"/>
                <a:ext cx="102600" cy="68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3D4BF4B-8773-3B30-41FD-4C09AE20867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23920" y="2342430"/>
                  <a:ext cx="11484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BE144EC-F6FC-82C6-C5C0-05E41FF4B5A3}"/>
              </a:ext>
            </a:extLst>
          </p:cNvPr>
          <p:cNvGrpSpPr/>
          <p:nvPr/>
        </p:nvGrpSpPr>
        <p:grpSpPr>
          <a:xfrm>
            <a:off x="1132320" y="1916910"/>
            <a:ext cx="2401920" cy="831600"/>
            <a:chOff x="1132320" y="1916910"/>
            <a:chExt cx="2401920" cy="83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5018DF-09CC-F693-5567-D4444656D74F}"/>
                    </a:ext>
                  </a:extLst>
                </p14:cNvPr>
                <p14:cNvContentPartPr/>
                <p14:nvPr/>
              </p14:nvContentPartPr>
              <p14:xfrm>
                <a:off x="1132320" y="2073870"/>
                <a:ext cx="189720" cy="142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5018DF-09CC-F693-5567-D4444656D74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26200" y="2067750"/>
                  <a:ext cx="2019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23A70E7-CEA8-A736-B939-2842A4072CE8}"/>
                    </a:ext>
                  </a:extLst>
                </p14:cNvPr>
                <p14:cNvContentPartPr/>
                <p14:nvPr/>
              </p14:nvContentPartPr>
              <p14:xfrm>
                <a:off x="1307280" y="2129670"/>
                <a:ext cx="169920" cy="107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23A70E7-CEA8-A736-B939-2842A4072CE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01160" y="2123550"/>
                  <a:ext cx="1821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FF3A963-3B81-B775-5E4B-2DC515E6D7E0}"/>
                    </a:ext>
                  </a:extLst>
                </p14:cNvPr>
                <p14:cNvContentPartPr/>
                <p14:nvPr/>
              </p14:nvContentPartPr>
              <p14:xfrm>
                <a:off x="1507440" y="2100150"/>
                <a:ext cx="84960" cy="123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FF3A963-3B81-B775-5E4B-2DC515E6D7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501320" y="2094030"/>
                  <a:ext cx="972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C443DB1-8083-E6FC-7E8D-8B05807B8D89}"/>
                    </a:ext>
                  </a:extLst>
                </p14:cNvPr>
                <p14:cNvContentPartPr/>
                <p14:nvPr/>
              </p14:nvContentPartPr>
              <p14:xfrm>
                <a:off x="1490880" y="2115270"/>
                <a:ext cx="139320" cy="118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C443DB1-8083-E6FC-7E8D-8B05807B8D8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84760" y="2109150"/>
                  <a:ext cx="1515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98FD37B-D9FA-693B-7CFD-8E1B51DD4E74}"/>
                    </a:ext>
                  </a:extLst>
                </p14:cNvPr>
                <p14:cNvContentPartPr/>
                <p14:nvPr/>
              </p14:nvContentPartPr>
              <p14:xfrm>
                <a:off x="1763760" y="2088630"/>
                <a:ext cx="91080" cy="10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98FD37B-D9FA-693B-7CFD-8E1B51DD4E7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57640" y="2082510"/>
                  <a:ext cx="103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00EFB78-C47B-1A7E-E210-7990E91027E2}"/>
                    </a:ext>
                  </a:extLst>
                </p14:cNvPr>
                <p14:cNvContentPartPr/>
                <p14:nvPr/>
              </p14:nvContentPartPr>
              <p14:xfrm>
                <a:off x="1752960" y="2151990"/>
                <a:ext cx="133920" cy="16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00EFB78-C47B-1A7E-E210-7990E91027E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46840" y="2145870"/>
                  <a:ext cx="146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CCDF1C5-8340-2125-CF9A-CE48F0946026}"/>
                    </a:ext>
                  </a:extLst>
                </p14:cNvPr>
                <p14:cNvContentPartPr/>
                <p14:nvPr/>
              </p14:nvContentPartPr>
              <p14:xfrm>
                <a:off x="2166960" y="2041470"/>
                <a:ext cx="226440" cy="96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CCDF1C5-8340-2125-CF9A-CE48F094602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160840" y="2035350"/>
                  <a:ext cx="2386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A95C139-396F-E1AD-5429-D92D3668A731}"/>
                    </a:ext>
                  </a:extLst>
                </p14:cNvPr>
                <p14:cNvContentPartPr/>
                <p14:nvPr/>
              </p14:nvContentPartPr>
              <p14:xfrm>
                <a:off x="2463960" y="2102310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A95C139-396F-E1AD-5429-D92D3668A73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457840" y="209619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A5E801C-CF74-29DE-7EEE-3E3A324787D8}"/>
                    </a:ext>
                  </a:extLst>
                </p14:cNvPr>
                <p14:cNvContentPartPr/>
                <p14:nvPr/>
              </p14:nvContentPartPr>
              <p14:xfrm>
                <a:off x="2458560" y="2001870"/>
                <a:ext cx="32760" cy="43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A5E801C-CF74-29DE-7EEE-3E3A324787D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52440" y="1995750"/>
                  <a:ext cx="45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D6F3A70-0B36-A97E-7A2E-6CEEE80A52F9}"/>
                    </a:ext>
                  </a:extLst>
                </p14:cNvPr>
                <p14:cNvContentPartPr/>
                <p14:nvPr/>
              </p14:nvContentPartPr>
              <p14:xfrm>
                <a:off x="2398080" y="2128950"/>
                <a:ext cx="30240" cy="70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D6F3A70-0B36-A97E-7A2E-6CEEE80A52F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91960" y="2122830"/>
                  <a:ext cx="424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3B5BE3-6DE6-CFFA-0232-740BADC13687}"/>
                    </a:ext>
                  </a:extLst>
                </p14:cNvPr>
                <p14:cNvContentPartPr/>
                <p14:nvPr/>
              </p14:nvContentPartPr>
              <p14:xfrm>
                <a:off x="2455320" y="2072070"/>
                <a:ext cx="96480" cy="24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3B5BE3-6DE6-CFFA-0232-740BADC1368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49200" y="2065950"/>
                  <a:ext cx="108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05E07C2-571E-9663-80E0-DD49DCD13C4C}"/>
                    </a:ext>
                  </a:extLst>
                </p14:cNvPr>
                <p14:cNvContentPartPr/>
                <p14:nvPr/>
              </p14:nvContentPartPr>
              <p14:xfrm>
                <a:off x="2610840" y="2054430"/>
                <a:ext cx="205200" cy="68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05E07C2-571E-9663-80E0-DD49DCD13C4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04720" y="2048310"/>
                  <a:ext cx="217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72BBB75-5E83-463F-CCB2-B4DD1714C317}"/>
                    </a:ext>
                  </a:extLst>
                </p14:cNvPr>
                <p14:cNvContentPartPr/>
                <p14:nvPr/>
              </p14:nvContentPartPr>
              <p14:xfrm>
                <a:off x="2855640" y="2114910"/>
                <a:ext cx="79560" cy="90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72BBB75-5E83-463F-CCB2-B4DD1714C31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49520" y="2108790"/>
                  <a:ext cx="918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EC611D8-49E1-B02A-C30D-1BDC1047756F}"/>
                    </a:ext>
                  </a:extLst>
                </p14:cNvPr>
                <p14:cNvContentPartPr/>
                <p14:nvPr/>
              </p14:nvContentPartPr>
              <p14:xfrm>
                <a:off x="2052480" y="1916910"/>
                <a:ext cx="133560" cy="315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EC611D8-49E1-B02A-C30D-1BDC1047756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046360" y="1910790"/>
                  <a:ext cx="1458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36BE266-6804-1F9E-242D-7104A3FA21B0}"/>
                    </a:ext>
                  </a:extLst>
                </p14:cNvPr>
                <p14:cNvContentPartPr/>
                <p14:nvPr/>
              </p14:nvContentPartPr>
              <p14:xfrm>
                <a:off x="2880480" y="1978470"/>
                <a:ext cx="202680" cy="301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36BE266-6804-1F9E-242D-7104A3FA21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74360" y="1972350"/>
                  <a:ext cx="2149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E34A944-D977-765C-077C-E47556E2A867}"/>
                    </a:ext>
                  </a:extLst>
                </p14:cNvPr>
                <p14:cNvContentPartPr/>
                <p14:nvPr/>
              </p14:nvContentPartPr>
              <p14:xfrm>
                <a:off x="2162280" y="2493630"/>
                <a:ext cx="177840" cy="119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E34A944-D977-765C-077C-E47556E2A86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56160" y="2487510"/>
                  <a:ext cx="190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4556208-7F05-39EE-E1A8-CEEDEDADF26C}"/>
                    </a:ext>
                  </a:extLst>
                </p14:cNvPr>
                <p14:cNvContentPartPr/>
                <p14:nvPr/>
              </p14:nvContentPartPr>
              <p14:xfrm>
                <a:off x="2386200" y="2589750"/>
                <a:ext cx="14040" cy="66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4556208-7F05-39EE-E1A8-CEEDEDADF26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80080" y="2583630"/>
                  <a:ext cx="262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1838748-1307-8EB9-0E22-B0A4288CCC2F}"/>
                    </a:ext>
                  </a:extLst>
                </p14:cNvPr>
                <p14:cNvContentPartPr/>
                <p14:nvPr/>
              </p14:nvContentPartPr>
              <p14:xfrm>
                <a:off x="2483400" y="2475270"/>
                <a:ext cx="45720" cy="104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1838748-1307-8EB9-0E22-B0A4288CCC2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7280" y="2469150"/>
                  <a:ext cx="579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D8C0502-55D5-DEC1-CA42-17C2C35ECEB7}"/>
                    </a:ext>
                  </a:extLst>
                </p14:cNvPr>
                <p14:cNvContentPartPr/>
                <p14:nvPr/>
              </p14:nvContentPartPr>
              <p14:xfrm>
                <a:off x="2479080" y="2531790"/>
                <a:ext cx="142200" cy="10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D8C0502-55D5-DEC1-CA42-17C2C35ECEB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72960" y="2525670"/>
                  <a:ext cx="154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25F8C45-07FA-4E02-CB83-FF76EB622D2B}"/>
                    </a:ext>
                  </a:extLst>
                </p14:cNvPr>
                <p14:cNvContentPartPr/>
                <p14:nvPr/>
              </p14:nvContentPartPr>
              <p14:xfrm>
                <a:off x="2637120" y="2478150"/>
                <a:ext cx="190080" cy="95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25F8C45-07FA-4E02-CB83-FF76EB622D2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31000" y="2472030"/>
                  <a:ext cx="2023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865101A-9BC2-2549-561C-D095D814937B}"/>
                    </a:ext>
                  </a:extLst>
                </p14:cNvPr>
                <p14:cNvContentPartPr/>
                <p14:nvPr/>
              </p14:nvContentPartPr>
              <p14:xfrm>
                <a:off x="2883000" y="2541510"/>
                <a:ext cx="81720" cy="91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865101A-9BC2-2549-561C-D095D814937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876880" y="2535390"/>
                  <a:ext cx="939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13F19D2-2C1E-1687-A092-2563B79AA9F8}"/>
                    </a:ext>
                  </a:extLst>
                </p14:cNvPr>
                <p14:cNvContentPartPr/>
                <p14:nvPr/>
              </p14:nvContentPartPr>
              <p14:xfrm>
                <a:off x="2013960" y="2419470"/>
                <a:ext cx="152280" cy="241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13F19D2-2C1E-1687-A092-2563B79AA9F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007840" y="2413350"/>
                  <a:ext cx="1645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4ED306D-9977-0F37-BA2B-F1F2A25B0B73}"/>
                    </a:ext>
                  </a:extLst>
                </p14:cNvPr>
                <p14:cNvContentPartPr/>
                <p14:nvPr/>
              </p14:nvContentPartPr>
              <p14:xfrm>
                <a:off x="2968320" y="2435670"/>
                <a:ext cx="66600" cy="312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4ED306D-9977-0F37-BA2B-F1F2A25B0B7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962200" y="2429550"/>
                  <a:ext cx="788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C5AFA98-E495-27FA-697A-9697F9B639A4}"/>
                    </a:ext>
                  </a:extLst>
                </p14:cNvPr>
                <p14:cNvContentPartPr/>
                <p14:nvPr/>
              </p14:nvContentPartPr>
              <p14:xfrm>
                <a:off x="3148320" y="2149470"/>
                <a:ext cx="99000" cy="155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C5AFA98-E495-27FA-697A-9697F9B639A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42200" y="2143350"/>
                  <a:ext cx="1112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4AF9C18-C05C-44B1-BC3B-99FB0489BCB1}"/>
                    </a:ext>
                  </a:extLst>
                </p14:cNvPr>
                <p14:cNvContentPartPr/>
                <p14:nvPr/>
              </p14:nvContentPartPr>
              <p14:xfrm>
                <a:off x="3239040" y="2178270"/>
                <a:ext cx="109080" cy="118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4AF9C18-C05C-44B1-BC3B-99FB0489BCB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32920" y="2172150"/>
                  <a:ext cx="1213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C969821-7DD2-EC51-363C-FEC2F0DCAACF}"/>
                    </a:ext>
                  </a:extLst>
                </p14:cNvPr>
                <p14:cNvContentPartPr/>
                <p14:nvPr/>
              </p14:nvContentPartPr>
              <p14:xfrm>
                <a:off x="3267120" y="2192310"/>
                <a:ext cx="96120" cy="110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C969821-7DD2-EC51-363C-FEC2F0DCAAC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261000" y="2186190"/>
                  <a:ext cx="1083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C9BA763-913A-6A28-D478-8219F8E5E481}"/>
                    </a:ext>
                  </a:extLst>
                </p14:cNvPr>
                <p14:cNvContentPartPr/>
                <p14:nvPr/>
              </p14:nvContentPartPr>
              <p14:xfrm>
                <a:off x="3465120" y="2151990"/>
                <a:ext cx="69120" cy="136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C9BA763-913A-6A28-D478-8219F8E5E48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59000" y="2145870"/>
                  <a:ext cx="813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01E1194-0D60-B169-3020-430DBAA57AC6}"/>
                    </a:ext>
                  </a:extLst>
                </p14:cNvPr>
                <p14:cNvContentPartPr/>
                <p14:nvPr/>
              </p14:nvContentPartPr>
              <p14:xfrm>
                <a:off x="3327600" y="2324790"/>
                <a:ext cx="46800" cy="1400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01E1194-0D60-B169-3020-430DBAA57AC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21480" y="2318670"/>
                  <a:ext cx="5904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F2C3A09-DD8F-DC28-494E-1FCA4C4248CD}"/>
              </a:ext>
            </a:extLst>
          </p:cNvPr>
          <p:cNvGrpSpPr/>
          <p:nvPr/>
        </p:nvGrpSpPr>
        <p:grpSpPr>
          <a:xfrm>
            <a:off x="1171920" y="3277350"/>
            <a:ext cx="399960" cy="295560"/>
            <a:chOff x="1171920" y="3277350"/>
            <a:chExt cx="39996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0C3544E-485C-57E7-0993-B91D668F73D4}"/>
                    </a:ext>
                  </a:extLst>
                </p14:cNvPr>
                <p14:cNvContentPartPr/>
                <p14:nvPr/>
              </p14:nvContentPartPr>
              <p14:xfrm>
                <a:off x="1191000" y="3349710"/>
                <a:ext cx="7560" cy="3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0C3544E-485C-57E7-0993-B91D668F73D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84880" y="3343590"/>
                  <a:ext cx="198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A4401E4-EB43-962E-55F6-2CEB3A8C48EC}"/>
                    </a:ext>
                  </a:extLst>
                </p14:cNvPr>
                <p14:cNvContentPartPr/>
                <p14:nvPr/>
              </p14:nvContentPartPr>
              <p14:xfrm>
                <a:off x="1171920" y="3287790"/>
                <a:ext cx="160560" cy="166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A4401E4-EB43-962E-55F6-2CEB3A8C48E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65800" y="3281670"/>
                  <a:ext cx="1728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71B7B64-5D05-D0D8-60C7-4745CA1EED01}"/>
                    </a:ext>
                  </a:extLst>
                </p14:cNvPr>
                <p14:cNvContentPartPr/>
                <p14:nvPr/>
              </p14:nvContentPartPr>
              <p14:xfrm>
                <a:off x="1188480" y="3424230"/>
                <a:ext cx="162000" cy="19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71B7B64-5D05-D0D8-60C7-4745CA1EED0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82360" y="3418110"/>
                  <a:ext cx="174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BCB21BF-FA22-C1B2-F036-6F6FAAEB5211}"/>
                    </a:ext>
                  </a:extLst>
                </p14:cNvPr>
                <p14:cNvContentPartPr/>
                <p14:nvPr/>
              </p14:nvContentPartPr>
              <p14:xfrm>
                <a:off x="1365600" y="3277350"/>
                <a:ext cx="149400" cy="162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BCB21BF-FA22-C1B2-F036-6F6FAAEB521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359480" y="3271230"/>
                  <a:ext cx="161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E79D31A-6FD3-1AD4-9B65-C2B2099F8AC6}"/>
                    </a:ext>
                  </a:extLst>
                </p14:cNvPr>
                <p14:cNvContentPartPr/>
                <p14:nvPr/>
              </p14:nvContentPartPr>
              <p14:xfrm>
                <a:off x="1457040" y="3455190"/>
                <a:ext cx="77400" cy="77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E79D31A-6FD3-1AD4-9B65-C2B2099F8AC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450920" y="3449070"/>
                  <a:ext cx="89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C7B453A-49D6-2C7F-E34B-72C288DCF3CE}"/>
                    </a:ext>
                  </a:extLst>
                </p14:cNvPr>
                <p14:cNvContentPartPr/>
                <p14:nvPr/>
              </p14:nvContentPartPr>
              <p14:xfrm>
                <a:off x="1472520" y="3462390"/>
                <a:ext cx="99360" cy="110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C7B453A-49D6-2C7F-E34B-72C288DCF3C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466400" y="3456270"/>
                  <a:ext cx="111600" cy="12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4A5D4968-3903-9F7C-7223-3DCCDE10B2C6}"/>
                  </a:ext>
                </a:extLst>
              </p14:cNvPr>
              <p14:cNvContentPartPr/>
              <p14:nvPr/>
            </p14:nvContentPartPr>
            <p14:xfrm>
              <a:off x="4350720" y="3287790"/>
              <a:ext cx="170640" cy="1544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4A5D4968-3903-9F7C-7223-3DCCDE10B2C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344600" y="3281670"/>
                <a:ext cx="1828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A50D125A-0AC6-30DE-1DFA-F5AFE45FD53A}"/>
                  </a:ext>
                </a:extLst>
              </p14:cNvPr>
              <p14:cNvContentPartPr/>
              <p14:nvPr/>
            </p14:nvContentPartPr>
            <p14:xfrm>
              <a:off x="4537200" y="3309030"/>
              <a:ext cx="187560" cy="982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A50D125A-0AC6-30DE-1DFA-F5AFE45FD53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531080" y="3302910"/>
                <a:ext cx="19980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B704C12F-79BA-C80A-9AFD-1C30431F573B}"/>
                  </a:ext>
                </a:extLst>
              </p14:cNvPr>
              <p14:cNvContentPartPr/>
              <p14:nvPr/>
            </p14:nvContentPartPr>
            <p14:xfrm>
              <a:off x="4757160" y="3388230"/>
              <a:ext cx="114480" cy="8208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B704C12F-79BA-C80A-9AFD-1C30431F573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751040" y="3382110"/>
                <a:ext cx="12672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E8E606D-816E-73CD-ACCD-3DB8DCAE5D23}"/>
                  </a:ext>
                </a:extLst>
              </p14:cNvPr>
              <p14:cNvContentPartPr/>
              <p14:nvPr/>
            </p14:nvContentPartPr>
            <p14:xfrm>
              <a:off x="4290240" y="3520350"/>
              <a:ext cx="765720" cy="410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E8E606D-816E-73CD-ACCD-3DB8DCAE5D2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284120" y="3514230"/>
                <a:ext cx="77796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067AA2D2-F326-F2F2-1789-AF0A6573C703}"/>
                  </a:ext>
                </a:extLst>
              </p14:cNvPr>
              <p14:cNvContentPartPr/>
              <p14:nvPr/>
            </p14:nvContentPartPr>
            <p14:xfrm>
              <a:off x="4258920" y="3572190"/>
              <a:ext cx="168840" cy="2786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067AA2D2-F326-F2F2-1789-AF0A6573C70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252800" y="3566070"/>
                <a:ext cx="18108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9A4CD9C0-BEE2-9D33-13AB-D72B91FDDD32}"/>
                  </a:ext>
                </a:extLst>
              </p14:cNvPr>
              <p14:cNvContentPartPr/>
              <p14:nvPr/>
            </p14:nvContentPartPr>
            <p14:xfrm>
              <a:off x="4387080" y="3627270"/>
              <a:ext cx="173520" cy="1004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9A4CD9C0-BEE2-9D33-13AB-D72B91FDDD3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380960" y="3621150"/>
                <a:ext cx="18576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8C9FA3F8-4BBA-9B75-CEB3-9537E2A7C573}"/>
                  </a:ext>
                </a:extLst>
              </p14:cNvPr>
              <p14:cNvContentPartPr/>
              <p14:nvPr/>
            </p14:nvContentPartPr>
            <p14:xfrm>
              <a:off x="4628640" y="3761190"/>
              <a:ext cx="32040" cy="457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8C9FA3F8-4BBA-9B75-CEB3-9537E2A7C57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622520" y="3755070"/>
                <a:ext cx="4428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ED5C48F-0B12-E794-6E54-F5678DEDF62D}"/>
                  </a:ext>
                </a:extLst>
              </p14:cNvPr>
              <p14:cNvContentPartPr/>
              <p14:nvPr/>
            </p14:nvContentPartPr>
            <p14:xfrm>
              <a:off x="4746720" y="3645270"/>
              <a:ext cx="6120" cy="1350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ED5C48F-0B12-E794-6E54-F5678DEDF62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740600" y="3639150"/>
                <a:ext cx="1836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F21C213-F34B-FFA7-9A0B-B8549B4240EA}"/>
                  </a:ext>
                </a:extLst>
              </p14:cNvPr>
              <p14:cNvContentPartPr/>
              <p14:nvPr/>
            </p14:nvContentPartPr>
            <p14:xfrm>
              <a:off x="4695240" y="3723030"/>
              <a:ext cx="113040" cy="1476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F21C213-F34B-FFA7-9A0B-B8549B4240E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689120" y="3716910"/>
                <a:ext cx="1252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8CF4D59F-FFF6-9009-4EAF-2D8A65C82DAC}"/>
                  </a:ext>
                </a:extLst>
              </p14:cNvPr>
              <p14:cNvContentPartPr/>
              <p14:nvPr/>
            </p14:nvContentPartPr>
            <p14:xfrm>
              <a:off x="4865880" y="3683070"/>
              <a:ext cx="162000" cy="745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8CF4D59F-FFF6-9009-4EAF-2D8A65C82DA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859760" y="3676950"/>
                <a:ext cx="1742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419A47D-CBC1-96C7-16D1-9829A54193A7}"/>
                  </a:ext>
                </a:extLst>
              </p14:cNvPr>
              <p14:cNvContentPartPr/>
              <p14:nvPr/>
            </p14:nvContentPartPr>
            <p14:xfrm>
              <a:off x="5062800" y="3722310"/>
              <a:ext cx="145440" cy="11736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419A47D-CBC1-96C7-16D1-9829A54193A7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056680" y="3716190"/>
                <a:ext cx="15768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9E98F40-F883-4B1B-1E84-1A061EFA1EBA}"/>
                  </a:ext>
                </a:extLst>
              </p14:cNvPr>
              <p14:cNvContentPartPr/>
              <p14:nvPr/>
            </p14:nvContentPartPr>
            <p14:xfrm>
              <a:off x="5145960" y="3670470"/>
              <a:ext cx="125280" cy="2084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9E98F40-F883-4B1B-1E84-1A061EFA1EB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139840" y="3664350"/>
                <a:ext cx="13752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44B88FE5-60A5-1459-2A75-5970F895940A}"/>
                  </a:ext>
                </a:extLst>
              </p14:cNvPr>
              <p14:cNvContentPartPr/>
              <p14:nvPr/>
            </p14:nvContentPartPr>
            <p14:xfrm>
              <a:off x="5196000" y="3351150"/>
              <a:ext cx="179640" cy="17172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44B88FE5-60A5-1459-2A75-5970F895940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189880" y="3345030"/>
                <a:ext cx="19188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1092681-3D7B-F796-F2EB-45958151B2D6}"/>
                  </a:ext>
                </a:extLst>
              </p14:cNvPr>
              <p14:cNvContentPartPr/>
              <p14:nvPr/>
            </p14:nvContentPartPr>
            <p14:xfrm>
              <a:off x="5196000" y="3476790"/>
              <a:ext cx="209520" cy="111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1092681-3D7B-F796-F2EB-45958151B2D6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189880" y="3470670"/>
                <a:ext cx="2217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95A0FCE3-0B94-0CC5-1020-93193B42051D}"/>
                  </a:ext>
                </a:extLst>
              </p14:cNvPr>
              <p14:cNvContentPartPr/>
              <p14:nvPr/>
            </p14:nvContentPartPr>
            <p14:xfrm>
              <a:off x="5440800" y="3329910"/>
              <a:ext cx="139320" cy="1724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95A0FCE3-0B94-0CC5-1020-93193B42051D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434680" y="3323790"/>
                <a:ext cx="15156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9C6BBF5A-0C11-111F-82A7-9CCEB56D7A90}"/>
                  </a:ext>
                </a:extLst>
              </p14:cNvPr>
              <p14:cNvContentPartPr/>
              <p14:nvPr/>
            </p14:nvContentPartPr>
            <p14:xfrm>
              <a:off x="5537640" y="3500550"/>
              <a:ext cx="65520" cy="853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9C6BBF5A-0C11-111F-82A7-9CCEB56D7A9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531520" y="3494430"/>
                <a:ext cx="77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63368AE6-F044-D9AA-DC60-08F8D19BD5C1}"/>
                  </a:ext>
                </a:extLst>
              </p14:cNvPr>
              <p14:cNvContentPartPr/>
              <p14:nvPr/>
            </p14:nvContentPartPr>
            <p14:xfrm>
              <a:off x="5539440" y="3520350"/>
              <a:ext cx="109080" cy="6408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63368AE6-F044-D9AA-DC60-08F8D19BD5C1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533320" y="3514230"/>
                <a:ext cx="12132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51C7F213-B559-784E-8C3C-3A11E8B4F19B}"/>
                  </a:ext>
                </a:extLst>
              </p14:cNvPr>
              <p14:cNvContentPartPr/>
              <p14:nvPr/>
            </p14:nvContentPartPr>
            <p14:xfrm>
              <a:off x="5673360" y="3524670"/>
              <a:ext cx="100440" cy="972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51C7F213-B559-784E-8C3C-3A11E8B4F19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667240" y="3518550"/>
                <a:ext cx="112680" cy="10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02215E1-A696-020E-7ECA-AD4E61990AE3}"/>
              </a:ext>
            </a:extLst>
          </p:cNvPr>
          <p:cNvGrpSpPr/>
          <p:nvPr/>
        </p:nvGrpSpPr>
        <p:grpSpPr>
          <a:xfrm>
            <a:off x="1772040" y="3220110"/>
            <a:ext cx="2319840" cy="747360"/>
            <a:chOff x="1772040" y="3220110"/>
            <a:chExt cx="2319840" cy="74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6CEB3E9-7F2D-68A1-C99A-83BF1C423E4B}"/>
                    </a:ext>
                  </a:extLst>
                </p14:cNvPr>
                <p14:cNvContentPartPr/>
                <p14:nvPr/>
              </p14:nvContentPartPr>
              <p14:xfrm>
                <a:off x="1772040" y="3305070"/>
                <a:ext cx="109080" cy="18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6CEB3E9-7F2D-68A1-C99A-83BF1C423E4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765920" y="3298950"/>
                  <a:ext cx="1213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7ED8725-AAEF-CD4A-52E0-03F7EB1C4C34}"/>
                    </a:ext>
                  </a:extLst>
                </p14:cNvPr>
                <p14:cNvContentPartPr/>
                <p14:nvPr/>
              </p14:nvContentPartPr>
              <p14:xfrm>
                <a:off x="1798680" y="3347910"/>
                <a:ext cx="147960" cy="7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7ED8725-AAEF-CD4A-52E0-03F7EB1C4C3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792560" y="3341790"/>
                  <a:ext cx="1602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32720D7-38A7-0CA3-E735-FF475A9F417E}"/>
                    </a:ext>
                  </a:extLst>
                </p14:cNvPr>
                <p14:cNvContentPartPr/>
                <p14:nvPr/>
              </p14:nvContentPartPr>
              <p14:xfrm>
                <a:off x="2144640" y="3220110"/>
                <a:ext cx="111240" cy="226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32720D7-38A7-0CA3-E735-FF475A9F417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138520" y="3213990"/>
                  <a:ext cx="1234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4AE4990-C3CE-0FCB-94B7-E86773AB2873}"/>
                    </a:ext>
                  </a:extLst>
                </p14:cNvPr>
                <p14:cNvContentPartPr/>
                <p14:nvPr/>
              </p14:nvContentPartPr>
              <p14:xfrm>
                <a:off x="2235720" y="3309390"/>
                <a:ext cx="193680" cy="90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4AE4990-C3CE-0FCB-94B7-E86773AB287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29600" y="3303270"/>
                  <a:ext cx="2059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41F26C2-F43D-E92F-F297-022D9BB7770F}"/>
                    </a:ext>
                  </a:extLst>
                </p14:cNvPr>
                <p14:cNvContentPartPr/>
                <p14:nvPr/>
              </p14:nvContentPartPr>
              <p14:xfrm>
                <a:off x="2498880" y="3404070"/>
                <a:ext cx="24120" cy="46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41F26C2-F43D-E92F-F297-022D9BB7770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492760" y="3397950"/>
                  <a:ext cx="36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3B204D6-81F1-CE30-9480-1C3F116CCB8C}"/>
                    </a:ext>
                  </a:extLst>
                </p14:cNvPr>
                <p14:cNvContentPartPr/>
                <p14:nvPr/>
              </p14:nvContentPartPr>
              <p14:xfrm>
                <a:off x="2562600" y="3348630"/>
                <a:ext cx="127080" cy="9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3B204D6-81F1-CE30-9480-1C3F116CCB8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556480" y="3342510"/>
                  <a:ext cx="139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E09448C-52D9-79D4-528A-886B7A22790E}"/>
                    </a:ext>
                  </a:extLst>
                </p14:cNvPr>
                <p14:cNvContentPartPr/>
                <p14:nvPr/>
              </p14:nvContentPartPr>
              <p14:xfrm>
                <a:off x="2704080" y="3299310"/>
                <a:ext cx="184680" cy="125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E09448C-52D9-79D4-528A-886B7A22790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97960" y="3293190"/>
                  <a:ext cx="1969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33CDEBE-E387-A9D0-03EE-47A6DDADE862}"/>
                    </a:ext>
                  </a:extLst>
                </p14:cNvPr>
                <p14:cNvContentPartPr/>
                <p14:nvPr/>
              </p14:nvContentPartPr>
              <p14:xfrm>
                <a:off x="2930520" y="3382830"/>
                <a:ext cx="130680" cy="70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33CDEBE-E387-A9D0-03EE-47A6DDADE86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924400" y="3376710"/>
                  <a:ext cx="1429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3E5AC8C-551C-EC76-7351-9C540562CD7E}"/>
                    </a:ext>
                  </a:extLst>
                </p14:cNvPr>
                <p14:cNvContentPartPr/>
                <p14:nvPr/>
              </p14:nvContentPartPr>
              <p14:xfrm>
                <a:off x="3053280" y="3275910"/>
                <a:ext cx="113400" cy="245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3E5AC8C-551C-EC76-7351-9C540562CD7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047160" y="3269790"/>
                  <a:ext cx="1256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9425867-19BB-6947-FEEA-11A1761BEDB0}"/>
                    </a:ext>
                  </a:extLst>
                </p14:cNvPr>
                <p14:cNvContentPartPr/>
                <p14:nvPr/>
              </p14:nvContentPartPr>
              <p14:xfrm>
                <a:off x="2048520" y="3564990"/>
                <a:ext cx="1120320" cy="140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9425867-19BB-6947-FEEA-11A1761BEDB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042400" y="3558870"/>
                  <a:ext cx="11325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90F28B6-5A21-ABCD-895A-7D721BC19E0C}"/>
                    </a:ext>
                  </a:extLst>
                </p14:cNvPr>
                <p14:cNvContentPartPr/>
                <p14:nvPr/>
              </p14:nvContentPartPr>
              <p14:xfrm>
                <a:off x="2129160" y="3606030"/>
                <a:ext cx="192240" cy="246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90F28B6-5A21-ABCD-895A-7D721BC19E0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123040" y="3599910"/>
                  <a:ext cx="2044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2C631B9-3CC5-E67C-92BA-BD17AE6A1DBA}"/>
                    </a:ext>
                  </a:extLst>
                </p14:cNvPr>
                <p14:cNvContentPartPr/>
                <p14:nvPr/>
              </p14:nvContentPartPr>
              <p14:xfrm>
                <a:off x="2289720" y="3689910"/>
                <a:ext cx="176040" cy="138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2C631B9-3CC5-E67C-92BA-BD17AE6A1DB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283600" y="3683790"/>
                  <a:ext cx="188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4D4DADD-96F6-F695-AD81-856AFC6505D8}"/>
                    </a:ext>
                  </a:extLst>
                </p14:cNvPr>
                <p14:cNvContentPartPr/>
                <p14:nvPr/>
              </p14:nvContentPartPr>
              <p14:xfrm>
                <a:off x="2537040" y="3845790"/>
                <a:ext cx="29520" cy="50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4D4DADD-96F6-F695-AD81-856AFC6505D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530920" y="3839670"/>
                  <a:ext cx="417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0C81961-CF89-CE8C-BE40-0D0F4A362742}"/>
                    </a:ext>
                  </a:extLst>
                </p14:cNvPr>
                <p14:cNvContentPartPr/>
                <p14:nvPr/>
              </p14:nvContentPartPr>
              <p14:xfrm>
                <a:off x="2664120" y="3763350"/>
                <a:ext cx="2160" cy="118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0C81961-CF89-CE8C-BE40-0D0F4A36274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658000" y="3757230"/>
                  <a:ext cx="14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5AE1BD6-293C-E04E-EDD2-AD872941909F}"/>
                    </a:ext>
                  </a:extLst>
                </p14:cNvPr>
                <p14:cNvContentPartPr/>
                <p14:nvPr/>
              </p14:nvContentPartPr>
              <p14:xfrm>
                <a:off x="2614080" y="3819510"/>
                <a:ext cx="120960" cy="7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5AE1BD6-293C-E04E-EDD2-AD872941909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607960" y="3813390"/>
                  <a:ext cx="1332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5FCD7E5-A71A-E0A9-4BF0-E93A30128ABF}"/>
                    </a:ext>
                  </a:extLst>
                </p14:cNvPr>
                <p14:cNvContentPartPr/>
                <p14:nvPr/>
              </p14:nvContentPartPr>
              <p14:xfrm>
                <a:off x="2772120" y="3757590"/>
                <a:ext cx="200880" cy="111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5FCD7E5-A71A-E0A9-4BF0-E93A30128AB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766000" y="3751470"/>
                  <a:ext cx="2131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6E5CD25-A8C0-4CA2-C2C6-766B4FACF27E}"/>
                    </a:ext>
                  </a:extLst>
                </p14:cNvPr>
                <p14:cNvContentPartPr/>
                <p14:nvPr/>
              </p14:nvContentPartPr>
              <p14:xfrm>
                <a:off x="3010080" y="3847950"/>
                <a:ext cx="127080" cy="61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6E5CD25-A8C0-4CA2-C2C6-766B4FACF27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03960" y="3841830"/>
                  <a:ext cx="139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D898327-F96E-8B8D-7863-2ADD5D5BB732}"/>
                    </a:ext>
                  </a:extLst>
                </p14:cNvPr>
                <p14:cNvContentPartPr/>
                <p14:nvPr/>
              </p14:nvContentPartPr>
              <p14:xfrm>
                <a:off x="3078120" y="3711150"/>
                <a:ext cx="186840" cy="2563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D898327-F96E-8B8D-7863-2ADD5D5BB73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072000" y="3705030"/>
                  <a:ext cx="1990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12DC567-0A89-140F-50EF-E5A40D2836E2}"/>
                    </a:ext>
                  </a:extLst>
                </p14:cNvPr>
                <p14:cNvContentPartPr/>
                <p14:nvPr/>
              </p14:nvContentPartPr>
              <p14:xfrm>
                <a:off x="3332640" y="3413790"/>
                <a:ext cx="165600" cy="1458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12DC567-0A89-140F-50EF-E5A40D2836E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326520" y="3407670"/>
                  <a:ext cx="177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3E76820-9326-5BA8-67B9-2DFD332275B6}"/>
                    </a:ext>
                  </a:extLst>
                </p14:cNvPr>
                <p14:cNvContentPartPr/>
                <p14:nvPr/>
              </p14:nvContentPartPr>
              <p14:xfrm>
                <a:off x="3334080" y="3543390"/>
                <a:ext cx="200520" cy="16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3E76820-9326-5BA8-67B9-2DFD332275B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327960" y="3537270"/>
                  <a:ext cx="2127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1E318AE-9941-CFA8-13E0-DF3616996148}"/>
                    </a:ext>
                  </a:extLst>
                </p14:cNvPr>
                <p14:cNvContentPartPr/>
                <p14:nvPr/>
              </p14:nvContentPartPr>
              <p14:xfrm>
                <a:off x="3518400" y="3405870"/>
                <a:ext cx="149760" cy="144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1E318AE-9941-CFA8-13E0-DF361699614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512280" y="3399750"/>
                  <a:ext cx="162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89AE458-F3F6-1002-1025-F65FB4A52D23}"/>
                    </a:ext>
                  </a:extLst>
                </p14:cNvPr>
                <p14:cNvContentPartPr/>
                <p14:nvPr/>
              </p14:nvContentPartPr>
              <p14:xfrm>
                <a:off x="3671040" y="3533670"/>
                <a:ext cx="72000" cy="1040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89AE458-F3F6-1002-1025-F65FB4A52D2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664920" y="3527550"/>
                  <a:ext cx="842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9C2AC0A-D26D-4CF7-5F4A-B1B518C0F34F}"/>
                    </a:ext>
                  </a:extLst>
                </p14:cNvPr>
                <p14:cNvContentPartPr/>
                <p14:nvPr/>
              </p14:nvContentPartPr>
              <p14:xfrm>
                <a:off x="3960120" y="3423510"/>
                <a:ext cx="21960" cy="115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9C2AC0A-D26D-4CF7-5F4A-B1B518C0F34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54000" y="3417390"/>
                  <a:ext cx="342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559F811-8067-599E-5AD6-16E87BD38DA5}"/>
                    </a:ext>
                  </a:extLst>
                </p14:cNvPr>
                <p14:cNvContentPartPr/>
                <p14:nvPr/>
              </p14:nvContentPartPr>
              <p14:xfrm>
                <a:off x="3883800" y="3483990"/>
                <a:ext cx="208080" cy="208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559F811-8067-599E-5AD6-16E87BD38DA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877680" y="3477870"/>
                  <a:ext cx="220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971152F-A075-46C3-4C89-96F8B8BAC883}"/>
                    </a:ext>
                  </a:extLst>
                </p14:cNvPr>
                <p14:cNvContentPartPr/>
                <p14:nvPr/>
              </p14:nvContentPartPr>
              <p14:xfrm>
                <a:off x="3662040" y="3521430"/>
                <a:ext cx="99360" cy="968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971152F-A075-46C3-4C89-96F8B8BAC88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655920" y="3515310"/>
                  <a:ext cx="111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4E9FCA3-BC3E-1FB5-5F06-3D87A1B478F3}"/>
                    </a:ext>
                  </a:extLst>
                </p14:cNvPr>
                <p14:cNvContentPartPr/>
                <p14:nvPr/>
              </p14:nvContentPartPr>
              <p14:xfrm>
                <a:off x="3813240" y="3526110"/>
                <a:ext cx="28800" cy="1422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4E9FCA3-BC3E-1FB5-5F06-3D87A1B478F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807120" y="3519990"/>
                  <a:ext cx="4104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10B51C56-F336-D5A4-5E2A-D4EAFD0C624C}"/>
              </a:ext>
            </a:extLst>
          </p:cNvPr>
          <p:cNvGrpSpPr/>
          <p:nvPr/>
        </p:nvGrpSpPr>
        <p:grpSpPr>
          <a:xfrm>
            <a:off x="1077600" y="4426470"/>
            <a:ext cx="651600" cy="307080"/>
            <a:chOff x="1077600" y="4426470"/>
            <a:chExt cx="651600" cy="3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51B1188-DA62-B281-E3FC-25358980DDFD}"/>
                    </a:ext>
                  </a:extLst>
                </p14:cNvPr>
                <p14:cNvContentPartPr/>
                <p14:nvPr/>
              </p14:nvContentPartPr>
              <p14:xfrm>
                <a:off x="1090920" y="4439430"/>
                <a:ext cx="172800" cy="1818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51B1188-DA62-B281-E3FC-25358980DDF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84800" y="4433310"/>
                  <a:ext cx="185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A996182-E4F4-B8FA-2CF2-184D97103AA9}"/>
                    </a:ext>
                  </a:extLst>
                </p14:cNvPr>
                <p14:cNvContentPartPr/>
                <p14:nvPr/>
              </p14:nvContentPartPr>
              <p14:xfrm>
                <a:off x="1077600" y="4588470"/>
                <a:ext cx="197280" cy="40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A996182-E4F4-B8FA-2CF2-184D97103AA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71480" y="4582350"/>
                  <a:ext cx="2095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D2E6E11-138B-5638-A6B6-326F363C77F1}"/>
                    </a:ext>
                  </a:extLst>
                </p14:cNvPr>
                <p14:cNvContentPartPr/>
                <p14:nvPr/>
              </p14:nvContentPartPr>
              <p14:xfrm>
                <a:off x="1328520" y="4426470"/>
                <a:ext cx="135360" cy="1677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D2E6E11-138B-5638-A6B6-326F363C77F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322400" y="4420350"/>
                  <a:ext cx="1476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265CF3A-56A0-F148-07A2-6217EB288577}"/>
                    </a:ext>
                  </a:extLst>
                </p14:cNvPr>
                <p14:cNvContentPartPr/>
                <p14:nvPr/>
              </p14:nvContentPartPr>
              <p14:xfrm>
                <a:off x="1395840" y="4628790"/>
                <a:ext cx="138960" cy="766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265CF3A-56A0-F148-07A2-6217EB28857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389720" y="4622670"/>
                  <a:ext cx="1512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4C36DEB-4DCE-6FB2-2286-4AE8763455F5}"/>
                    </a:ext>
                  </a:extLst>
                </p14:cNvPr>
                <p14:cNvContentPartPr/>
                <p14:nvPr/>
              </p14:nvContentPartPr>
              <p14:xfrm>
                <a:off x="1533000" y="4641750"/>
                <a:ext cx="85320" cy="81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4C36DEB-4DCE-6FB2-2286-4AE8763455F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526880" y="4635630"/>
                  <a:ext cx="97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EF5685B-B541-AB03-5464-1DB21B45F476}"/>
                    </a:ext>
                  </a:extLst>
                </p14:cNvPr>
                <p14:cNvContentPartPr/>
                <p14:nvPr/>
              </p14:nvContentPartPr>
              <p14:xfrm>
                <a:off x="1540920" y="4605030"/>
                <a:ext cx="124200" cy="914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EF5685B-B541-AB03-5464-1DB21B45F47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534800" y="4598910"/>
                  <a:ext cx="1364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F7A7E8B-0EE6-DE69-63B6-566E40EEF3D5}"/>
                    </a:ext>
                  </a:extLst>
                </p14:cNvPr>
                <p14:cNvContentPartPr/>
                <p14:nvPr/>
              </p14:nvContentPartPr>
              <p14:xfrm>
                <a:off x="1711560" y="4614750"/>
                <a:ext cx="17640" cy="118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F7A7E8B-0EE6-DE69-63B6-566E40EEF3D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705440" y="4608630"/>
                  <a:ext cx="2988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BBFCB6B8-C35D-66BE-FAA3-A1E0214953EB}"/>
                  </a:ext>
                </a:extLst>
              </p14:cNvPr>
              <p14:cNvContentPartPr/>
              <p14:nvPr/>
            </p14:nvContentPartPr>
            <p14:xfrm>
              <a:off x="7606920" y="1443150"/>
              <a:ext cx="5760" cy="57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BBFCB6B8-C35D-66BE-FAA3-A1E0214953EB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7600800" y="143703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97726BF0-4A3F-3D21-59D4-D647620769E3}"/>
              </a:ext>
            </a:extLst>
          </p:cNvPr>
          <p:cNvGrpSpPr/>
          <p:nvPr/>
        </p:nvGrpSpPr>
        <p:grpSpPr>
          <a:xfrm>
            <a:off x="4441800" y="756990"/>
            <a:ext cx="1313640" cy="187200"/>
            <a:chOff x="4441800" y="756990"/>
            <a:chExt cx="1313640" cy="18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FA664D9-A4C8-EA35-035E-8C98C78FECAE}"/>
                    </a:ext>
                  </a:extLst>
                </p14:cNvPr>
                <p14:cNvContentPartPr/>
                <p14:nvPr/>
              </p14:nvContentPartPr>
              <p14:xfrm>
                <a:off x="4441800" y="760230"/>
                <a:ext cx="181800" cy="156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FA664D9-A4C8-EA35-035E-8C98C78FECA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435680" y="754110"/>
                  <a:ext cx="1940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1669077-DD0F-3777-FE03-E443891820DA}"/>
                    </a:ext>
                  </a:extLst>
                </p14:cNvPr>
                <p14:cNvContentPartPr/>
                <p14:nvPr/>
              </p14:nvContentPartPr>
              <p14:xfrm>
                <a:off x="4640160" y="900990"/>
                <a:ext cx="20520" cy="43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1669077-DD0F-3777-FE03-E443891820D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634040" y="894870"/>
                  <a:ext cx="32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469EB4C-C91D-5FFA-E446-C4E992E34CBF}"/>
                    </a:ext>
                  </a:extLst>
                </p14:cNvPr>
                <p14:cNvContentPartPr/>
                <p14:nvPr/>
              </p14:nvContentPartPr>
              <p14:xfrm>
                <a:off x="4692000" y="795510"/>
                <a:ext cx="137160" cy="135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469EB4C-C91D-5FFA-E446-C4E992E34CB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685880" y="789390"/>
                  <a:ext cx="1494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F6044C8-C8EF-DDE4-6735-A9214581C881}"/>
                    </a:ext>
                  </a:extLst>
                </p14:cNvPr>
                <p14:cNvContentPartPr/>
                <p14:nvPr/>
              </p14:nvContentPartPr>
              <p14:xfrm>
                <a:off x="4719360" y="868590"/>
                <a:ext cx="140040" cy="158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F6044C8-C8EF-DDE4-6735-A9214581C88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713240" y="862470"/>
                  <a:ext cx="152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590B31F-3CB4-9C85-BD01-610A73DAF446}"/>
                    </a:ext>
                  </a:extLst>
                </p14:cNvPr>
                <p14:cNvContentPartPr/>
                <p14:nvPr/>
              </p14:nvContentPartPr>
              <p14:xfrm>
                <a:off x="4884240" y="809910"/>
                <a:ext cx="105840" cy="1058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590B31F-3CB4-9C85-BD01-610A73DAF44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878120" y="803790"/>
                  <a:ext cx="118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71B1935-143D-B7E8-A52B-7F007D046DD6}"/>
                    </a:ext>
                  </a:extLst>
                </p14:cNvPr>
                <p14:cNvContentPartPr/>
                <p14:nvPr/>
              </p14:nvContentPartPr>
              <p14:xfrm>
                <a:off x="4936440" y="820710"/>
                <a:ext cx="163080" cy="72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71B1935-143D-B7E8-A52B-7F007D046DD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930320" y="814590"/>
                  <a:ext cx="1753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07C4A91-7A14-2ED8-95F7-2845B6987B2F}"/>
                    </a:ext>
                  </a:extLst>
                </p14:cNvPr>
                <p14:cNvContentPartPr/>
                <p14:nvPr/>
              </p14:nvContentPartPr>
              <p14:xfrm>
                <a:off x="5102400" y="837270"/>
                <a:ext cx="138960" cy="964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07C4A91-7A14-2ED8-95F7-2845B6987B2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096280" y="831150"/>
                  <a:ext cx="1512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295201B-9183-BE5C-6E2D-A19B29387BE7}"/>
                    </a:ext>
                  </a:extLst>
                </p14:cNvPr>
                <p14:cNvContentPartPr/>
                <p14:nvPr/>
              </p14:nvContentPartPr>
              <p14:xfrm>
                <a:off x="5147400" y="835470"/>
                <a:ext cx="87480" cy="56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295201B-9183-BE5C-6E2D-A19B29387BE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141280" y="829350"/>
                  <a:ext cx="997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1473BC8-9F30-FD26-3568-9502167E8213}"/>
                    </a:ext>
                  </a:extLst>
                </p14:cNvPr>
                <p14:cNvContentPartPr/>
                <p14:nvPr/>
              </p14:nvContentPartPr>
              <p14:xfrm>
                <a:off x="5395080" y="815310"/>
                <a:ext cx="128160" cy="162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1473BC8-9F30-FD26-3568-9502167E821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88960" y="809190"/>
                  <a:ext cx="140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AD82212-4D24-A88B-30F7-2ABEFB5C14B9}"/>
                    </a:ext>
                  </a:extLst>
                </p14:cNvPr>
                <p14:cNvContentPartPr/>
                <p14:nvPr/>
              </p14:nvContentPartPr>
              <p14:xfrm>
                <a:off x="5391480" y="832950"/>
                <a:ext cx="220320" cy="172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AD82212-4D24-A88B-30F7-2ABEFB5C14B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385360" y="826830"/>
                  <a:ext cx="232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FA3EF36-ECB1-4DA9-FC32-71A79073D900}"/>
                    </a:ext>
                  </a:extLst>
                </p14:cNvPr>
                <p14:cNvContentPartPr/>
                <p14:nvPr/>
              </p14:nvContentPartPr>
              <p14:xfrm>
                <a:off x="5720520" y="756990"/>
                <a:ext cx="34920" cy="1195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FA3EF36-ECB1-4DA9-FC32-71A79073D90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714400" y="750870"/>
                  <a:ext cx="4716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C9FCBC2F-36AC-BFF7-241E-A0BCE66E87C6}"/>
              </a:ext>
            </a:extLst>
          </p:cNvPr>
          <p:cNvGrpSpPr/>
          <p:nvPr/>
        </p:nvGrpSpPr>
        <p:grpSpPr>
          <a:xfrm>
            <a:off x="4797480" y="1107270"/>
            <a:ext cx="1499760" cy="160200"/>
            <a:chOff x="4797480" y="1107270"/>
            <a:chExt cx="1499760" cy="16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7EBBB5A-C69A-7354-43E5-41C0C784DB24}"/>
                    </a:ext>
                  </a:extLst>
                </p14:cNvPr>
                <p14:cNvContentPartPr/>
                <p14:nvPr/>
              </p14:nvContentPartPr>
              <p14:xfrm>
                <a:off x="4797480" y="1107270"/>
                <a:ext cx="25920" cy="156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7EBBB5A-C69A-7354-43E5-41C0C784DB2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91360" y="1101150"/>
                  <a:ext cx="38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801361E-E4D1-CAFF-8709-DD0F423EFAD3}"/>
                    </a:ext>
                  </a:extLst>
                </p14:cNvPr>
                <p14:cNvContentPartPr/>
                <p14:nvPr/>
              </p14:nvContentPartPr>
              <p14:xfrm>
                <a:off x="4911600" y="1153710"/>
                <a:ext cx="132840" cy="1062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801361E-E4D1-CAFF-8709-DD0F423EFAD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905480" y="1147590"/>
                  <a:ext cx="1450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537216D-BCF7-3A81-9A1F-C77EDDFE53BA}"/>
                    </a:ext>
                  </a:extLst>
                </p14:cNvPr>
                <p14:cNvContentPartPr/>
                <p14:nvPr/>
              </p14:nvContentPartPr>
              <p14:xfrm>
                <a:off x="4956240" y="1124550"/>
                <a:ext cx="107640" cy="1429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537216D-BCF7-3A81-9A1F-C77EDDFE53B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950120" y="1118430"/>
                  <a:ext cx="1198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D179003-E90B-74B4-CF44-74D017B64B2B}"/>
                    </a:ext>
                  </a:extLst>
                </p14:cNvPr>
                <p14:cNvContentPartPr/>
                <p14:nvPr/>
              </p14:nvContentPartPr>
              <p14:xfrm>
                <a:off x="5201400" y="1162710"/>
                <a:ext cx="125280" cy="90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D179003-E90B-74B4-CF44-74D017B64B2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195280" y="1156590"/>
                  <a:ext cx="137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5E54F40-8F00-0038-2788-150EBB17E65F}"/>
                    </a:ext>
                  </a:extLst>
                </p14:cNvPr>
                <p14:cNvContentPartPr/>
                <p14:nvPr/>
              </p14:nvContentPartPr>
              <p14:xfrm>
                <a:off x="5234520" y="1214190"/>
                <a:ext cx="129600" cy="176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5E54F40-8F00-0038-2788-150EBB17E65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228400" y="1208070"/>
                  <a:ext cx="141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8FBA7DF-E2C7-5BA7-80E9-7611DEDF28DD}"/>
                    </a:ext>
                  </a:extLst>
                </p14:cNvPr>
                <p14:cNvContentPartPr/>
                <p14:nvPr/>
              </p14:nvContentPartPr>
              <p14:xfrm>
                <a:off x="5497680" y="1118430"/>
                <a:ext cx="157320" cy="1036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8FBA7DF-E2C7-5BA7-80E9-7611DEDF28D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491560" y="1112310"/>
                  <a:ext cx="169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56E780A-D3AF-54AF-0D3A-BBB1DB997AF3}"/>
                    </a:ext>
                  </a:extLst>
                </p14:cNvPr>
                <p14:cNvContentPartPr/>
                <p14:nvPr/>
              </p14:nvContentPartPr>
              <p14:xfrm>
                <a:off x="5759760" y="1189350"/>
                <a:ext cx="34560" cy="514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56E780A-D3AF-54AF-0D3A-BBB1DB997AF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753640" y="1183230"/>
                  <a:ext cx="468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BE4AB1E-F15E-2F08-AC3D-D10721999AF9}"/>
                    </a:ext>
                  </a:extLst>
                </p14:cNvPr>
                <p14:cNvContentPartPr/>
                <p14:nvPr/>
              </p14:nvContentPartPr>
              <p14:xfrm>
                <a:off x="5829960" y="1109070"/>
                <a:ext cx="132840" cy="1479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BE4AB1E-F15E-2F08-AC3D-D10721999AF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823840" y="1102950"/>
                  <a:ext cx="145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DE1851B-0F81-8A24-6872-D08A212AA31A}"/>
                    </a:ext>
                  </a:extLst>
                </p14:cNvPr>
                <p14:cNvContentPartPr/>
                <p14:nvPr/>
              </p14:nvContentPartPr>
              <p14:xfrm>
                <a:off x="5852640" y="1178910"/>
                <a:ext cx="204120" cy="237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DE1851B-0F81-8A24-6872-D08A212AA31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846520" y="1172790"/>
                  <a:ext cx="216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D609266-C8C2-6ADA-C02C-1CA894896A7E}"/>
                    </a:ext>
                  </a:extLst>
                </p14:cNvPr>
                <p14:cNvContentPartPr/>
                <p14:nvPr/>
              </p14:nvContentPartPr>
              <p14:xfrm>
                <a:off x="6080160" y="1113030"/>
                <a:ext cx="109800" cy="1436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D609266-C8C2-6ADA-C02C-1CA894896A7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074040" y="1106910"/>
                  <a:ext cx="1220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085FDC9-E447-9381-D755-2BD9820A3D82}"/>
                    </a:ext>
                  </a:extLst>
                </p14:cNvPr>
                <p14:cNvContentPartPr/>
                <p14:nvPr/>
              </p14:nvContentPartPr>
              <p14:xfrm>
                <a:off x="6170520" y="1135710"/>
                <a:ext cx="126720" cy="108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085FDC9-E447-9381-D755-2BD9820A3D8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164400" y="1129590"/>
                  <a:ext cx="13896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B2F28650-8C33-A88F-8820-1A795F4324D9}"/>
                  </a:ext>
                </a:extLst>
              </p14:cNvPr>
              <p14:cNvContentPartPr/>
              <p14:nvPr/>
            </p14:nvContentPartPr>
            <p14:xfrm>
              <a:off x="11010720" y="4224510"/>
              <a:ext cx="132840" cy="7956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B2F28650-8C33-A88F-8820-1A795F4324D9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11004600" y="4218390"/>
                <a:ext cx="145080" cy="9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DAB098FD-40C5-AE9B-7974-1D5B728CE407}"/>
              </a:ext>
            </a:extLst>
          </p:cNvPr>
          <p:cNvGrpSpPr/>
          <p:nvPr/>
        </p:nvGrpSpPr>
        <p:grpSpPr>
          <a:xfrm>
            <a:off x="7267440" y="527310"/>
            <a:ext cx="248400" cy="154080"/>
            <a:chOff x="7267440" y="527310"/>
            <a:chExt cx="248400" cy="15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107B25B-6D96-ACB3-9C52-F16DEC6557B9}"/>
                    </a:ext>
                  </a:extLst>
                </p14:cNvPr>
                <p14:cNvContentPartPr/>
                <p14:nvPr/>
              </p14:nvContentPartPr>
              <p14:xfrm>
                <a:off x="7267440" y="527310"/>
                <a:ext cx="42480" cy="1540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107B25B-6D96-ACB3-9C52-F16DEC6557B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261320" y="521190"/>
                  <a:ext cx="547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B885243-3025-5576-3DA9-829B4ABE1259}"/>
                    </a:ext>
                  </a:extLst>
                </p14:cNvPr>
                <p14:cNvContentPartPr/>
                <p14:nvPr/>
              </p14:nvContentPartPr>
              <p14:xfrm>
                <a:off x="7383720" y="606150"/>
                <a:ext cx="132120" cy="19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B885243-3025-5576-3DA9-829B4ABE125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377600" y="600030"/>
                  <a:ext cx="14436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93144555-961D-04A0-E74B-1222FC446028}"/>
              </a:ext>
            </a:extLst>
          </p:cNvPr>
          <p:cNvGrpSpPr/>
          <p:nvPr/>
        </p:nvGrpSpPr>
        <p:grpSpPr>
          <a:xfrm>
            <a:off x="7588560" y="494910"/>
            <a:ext cx="1263240" cy="190080"/>
            <a:chOff x="7588560" y="494910"/>
            <a:chExt cx="1263240" cy="19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EFA0D00-CF9E-8FBD-148F-968273765548}"/>
                    </a:ext>
                  </a:extLst>
                </p14:cNvPr>
                <p14:cNvContentPartPr/>
                <p14:nvPr/>
              </p14:nvContentPartPr>
              <p14:xfrm>
                <a:off x="7588560" y="549990"/>
                <a:ext cx="132480" cy="1350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EFA0D00-CF9E-8FBD-148F-96827376554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582440" y="543870"/>
                  <a:ext cx="144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E99AF94-AC53-125C-A12B-74C085F4A812}"/>
                    </a:ext>
                  </a:extLst>
                </p14:cNvPr>
                <p14:cNvContentPartPr/>
                <p14:nvPr/>
              </p14:nvContentPartPr>
              <p14:xfrm>
                <a:off x="7626360" y="574830"/>
                <a:ext cx="60840" cy="990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E99AF94-AC53-125C-A12B-74C085F4A81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620240" y="568710"/>
                  <a:ext cx="730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2042785-B3CC-BB90-0026-54B35F6A8DF9}"/>
                    </a:ext>
                  </a:extLst>
                </p14:cNvPr>
                <p14:cNvContentPartPr/>
                <p14:nvPr/>
              </p14:nvContentPartPr>
              <p14:xfrm>
                <a:off x="7813200" y="554310"/>
                <a:ext cx="133920" cy="158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2042785-B3CC-BB90-0026-54B35F6A8DF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807080" y="548190"/>
                  <a:ext cx="146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511C259-254A-7055-30EC-68D96D25FB82}"/>
                    </a:ext>
                  </a:extLst>
                </p14:cNvPr>
                <p14:cNvContentPartPr/>
                <p14:nvPr/>
              </p14:nvContentPartPr>
              <p14:xfrm>
                <a:off x="7829760" y="596790"/>
                <a:ext cx="92880" cy="176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511C259-254A-7055-30EC-68D96D25FB8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823640" y="590670"/>
                  <a:ext cx="1051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800AAFF-D2D4-B344-BF69-0C74C9D89ABE}"/>
                    </a:ext>
                  </a:extLst>
                </p14:cNvPr>
                <p14:cNvContentPartPr/>
                <p14:nvPr/>
              </p14:nvContentPartPr>
              <p14:xfrm>
                <a:off x="8081400" y="524430"/>
                <a:ext cx="147960" cy="910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800AAFF-D2D4-B344-BF69-0C74C9D89AB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075280" y="518310"/>
                  <a:ext cx="1602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8B4DB69-0001-B96E-832C-3A351B5B77D9}"/>
                    </a:ext>
                  </a:extLst>
                </p14:cNvPr>
                <p14:cNvContentPartPr/>
                <p14:nvPr/>
              </p14:nvContentPartPr>
              <p14:xfrm>
                <a:off x="8290560" y="571950"/>
                <a:ext cx="38520" cy="511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8B4DB69-0001-B96E-832C-3A351B5B77D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284440" y="565830"/>
                  <a:ext cx="50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1CC6B8B-FEDC-49E0-1C50-A32A0CBFDDA6}"/>
                    </a:ext>
                  </a:extLst>
                </p14:cNvPr>
                <p14:cNvContentPartPr/>
                <p14:nvPr/>
              </p14:nvContentPartPr>
              <p14:xfrm>
                <a:off x="8407560" y="494910"/>
                <a:ext cx="155520" cy="1396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1CC6B8B-FEDC-49E0-1C50-A32A0CBFDDA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401440" y="488790"/>
                  <a:ext cx="1677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A3549F7-2051-9DB1-ABEB-AB2130CAE76C}"/>
                    </a:ext>
                  </a:extLst>
                </p14:cNvPr>
                <p14:cNvContentPartPr/>
                <p14:nvPr/>
              </p14:nvContentPartPr>
              <p14:xfrm>
                <a:off x="8465160" y="578070"/>
                <a:ext cx="136800" cy="277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A3549F7-2051-9DB1-ABEB-AB2130CAE76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459040" y="571950"/>
                  <a:ext cx="149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7505005-90E2-1B23-7AA6-352E14A9A6E4}"/>
                    </a:ext>
                  </a:extLst>
                </p14:cNvPr>
                <p14:cNvContentPartPr/>
                <p14:nvPr/>
              </p14:nvContentPartPr>
              <p14:xfrm>
                <a:off x="8663880" y="526230"/>
                <a:ext cx="67320" cy="1116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7505005-90E2-1B23-7AA6-352E14A9A6E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657760" y="520110"/>
                  <a:ext cx="79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8F11B9D-11BD-4FF0-1895-4108301DA8C6}"/>
                    </a:ext>
                  </a:extLst>
                </p14:cNvPr>
                <p14:cNvContentPartPr/>
                <p14:nvPr/>
              </p14:nvContentPartPr>
              <p14:xfrm>
                <a:off x="8762520" y="510390"/>
                <a:ext cx="89280" cy="187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8F11B9D-11BD-4FF0-1895-4108301DA8C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756400" y="504270"/>
                  <a:ext cx="10152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EB16AF40-E0AE-00B3-87D2-665393BA8FFE}"/>
              </a:ext>
            </a:extLst>
          </p:cNvPr>
          <p:cNvGrpSpPr/>
          <p:nvPr/>
        </p:nvGrpSpPr>
        <p:grpSpPr>
          <a:xfrm>
            <a:off x="7314240" y="972270"/>
            <a:ext cx="338400" cy="122040"/>
            <a:chOff x="7314240" y="972270"/>
            <a:chExt cx="338400" cy="12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422032AD-4F8D-2779-9F07-AB189C1619D6}"/>
                    </a:ext>
                  </a:extLst>
                </p14:cNvPr>
                <p14:cNvContentPartPr/>
                <p14:nvPr/>
              </p14:nvContentPartPr>
              <p14:xfrm>
                <a:off x="7314240" y="998190"/>
                <a:ext cx="38520" cy="96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422032AD-4F8D-2779-9F07-AB189C1619D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308120" y="992070"/>
                  <a:ext cx="50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2D870A3-9E0D-CDF4-D096-4A2A766F9A7B}"/>
                    </a:ext>
                  </a:extLst>
                </p14:cNvPr>
                <p14:cNvContentPartPr/>
                <p14:nvPr/>
              </p14:nvContentPartPr>
              <p14:xfrm>
                <a:off x="7424760" y="1028430"/>
                <a:ext cx="109800" cy="72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2D870A3-9E0D-CDF4-D096-4A2A766F9A7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418640" y="1022310"/>
                  <a:ext cx="122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23E7CDB-C9DF-7D50-5D76-EA9AC50A4957}"/>
                    </a:ext>
                  </a:extLst>
                </p14:cNvPr>
                <p14:cNvContentPartPr/>
                <p14:nvPr/>
              </p14:nvContentPartPr>
              <p14:xfrm>
                <a:off x="7584960" y="972270"/>
                <a:ext cx="67680" cy="140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23E7CDB-C9DF-7D50-5D76-EA9AC50A495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578840" y="966150"/>
                  <a:ext cx="79920" cy="26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7249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94C6DEF-97C4-36F8-02F9-9D3D3DE6A7A6}"/>
              </a:ext>
            </a:extLst>
          </p:cNvPr>
          <p:cNvGrpSpPr/>
          <p:nvPr/>
        </p:nvGrpSpPr>
        <p:grpSpPr>
          <a:xfrm>
            <a:off x="1916040" y="908550"/>
            <a:ext cx="1401480" cy="317520"/>
            <a:chOff x="1916040" y="908550"/>
            <a:chExt cx="1401480" cy="3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24C27F6-84FA-8259-59F2-C73C1EBD0586}"/>
                    </a:ext>
                  </a:extLst>
                </p14:cNvPr>
                <p14:cNvContentPartPr/>
                <p14:nvPr/>
              </p14:nvContentPartPr>
              <p14:xfrm>
                <a:off x="2024400" y="1011510"/>
                <a:ext cx="138960" cy="136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24C27F6-84FA-8259-59F2-C73C1EBD058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15400" y="1002870"/>
                  <a:ext cx="1566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82DAE3E-B4FF-14E0-2F5F-8C0EE6CF27E8}"/>
                    </a:ext>
                  </a:extLst>
                </p14:cNvPr>
                <p14:cNvContentPartPr/>
                <p14:nvPr/>
              </p14:nvContentPartPr>
              <p14:xfrm>
                <a:off x="1916040" y="1006470"/>
                <a:ext cx="119520" cy="15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82DAE3E-B4FF-14E0-2F5F-8C0EE6CF27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07040" y="997830"/>
                  <a:ext cx="137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CEAD1FB-366A-878A-399A-B80E2954D95D}"/>
                    </a:ext>
                  </a:extLst>
                </p14:cNvPr>
                <p14:cNvContentPartPr/>
                <p14:nvPr/>
              </p14:nvContentPartPr>
              <p14:xfrm>
                <a:off x="2118720" y="1121670"/>
                <a:ext cx="85680" cy="104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CEAD1FB-366A-878A-399A-B80E2954D95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09720" y="1113030"/>
                  <a:ext cx="1033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BA2FC40-A7C8-FB9F-EEAF-C62F52AD6BAE}"/>
                    </a:ext>
                  </a:extLst>
                </p14:cNvPr>
                <p14:cNvContentPartPr/>
                <p14:nvPr/>
              </p14:nvContentPartPr>
              <p14:xfrm>
                <a:off x="2121600" y="1155150"/>
                <a:ext cx="80280" cy="53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BA2FC40-A7C8-FB9F-EEAF-C62F52AD6BA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12960" y="1146150"/>
                  <a:ext cx="979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99894DE-1DBB-13C8-A195-9A6BB2EC66BB}"/>
                    </a:ext>
                  </a:extLst>
                </p14:cNvPr>
                <p14:cNvContentPartPr/>
                <p14:nvPr/>
              </p14:nvContentPartPr>
              <p14:xfrm>
                <a:off x="2291880" y="975150"/>
                <a:ext cx="63360" cy="200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99894DE-1DBB-13C8-A195-9A6BB2EC66B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83240" y="966510"/>
                  <a:ext cx="810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3526202-84D5-76CA-1E38-FFC53EA6BBE3}"/>
                    </a:ext>
                  </a:extLst>
                </p14:cNvPr>
                <p14:cNvContentPartPr/>
                <p14:nvPr/>
              </p14:nvContentPartPr>
              <p14:xfrm>
                <a:off x="2465040" y="970830"/>
                <a:ext cx="140760" cy="136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3526202-84D5-76CA-1E38-FFC53EA6BB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56400" y="961830"/>
                  <a:ext cx="1584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7C39C3D-1021-3879-E8AD-C260CD56AC28}"/>
                    </a:ext>
                  </a:extLst>
                </p14:cNvPr>
                <p14:cNvContentPartPr/>
                <p14:nvPr/>
              </p14:nvContentPartPr>
              <p14:xfrm>
                <a:off x="2417520" y="1038150"/>
                <a:ext cx="177480" cy="27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7C39C3D-1021-3879-E8AD-C260CD56AC2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08520" y="1029510"/>
                  <a:ext cx="195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3AD0052-7D22-130D-5433-21A6D1201747}"/>
                    </a:ext>
                  </a:extLst>
                </p14:cNvPr>
                <p14:cNvContentPartPr/>
                <p14:nvPr/>
              </p14:nvContentPartPr>
              <p14:xfrm>
                <a:off x="2599320" y="1107630"/>
                <a:ext cx="115560" cy="73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3AD0052-7D22-130D-5433-21A6D12017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90320" y="1098990"/>
                  <a:ext cx="133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DDADA7D-AFD9-98CF-4FD2-97758EBC86B5}"/>
                    </a:ext>
                  </a:extLst>
                </p14:cNvPr>
                <p14:cNvContentPartPr/>
                <p14:nvPr/>
              </p14:nvContentPartPr>
              <p14:xfrm>
                <a:off x="2719920" y="1114110"/>
                <a:ext cx="130680" cy="53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DDADA7D-AFD9-98CF-4FD2-97758EBC86B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11280" y="1105470"/>
                  <a:ext cx="148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48E9386-F41A-D8D6-521E-9677203EF07B}"/>
                    </a:ext>
                  </a:extLst>
                </p14:cNvPr>
                <p14:cNvContentPartPr/>
                <p14:nvPr/>
              </p14:nvContentPartPr>
              <p14:xfrm>
                <a:off x="2869320" y="1110510"/>
                <a:ext cx="93600" cy="66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48E9386-F41A-D8D6-521E-9677203EF07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60320" y="1101870"/>
                  <a:ext cx="111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2317606-50BA-4C98-3DEB-4B8816C42216}"/>
                    </a:ext>
                  </a:extLst>
                </p14:cNvPr>
                <p14:cNvContentPartPr/>
                <p14:nvPr/>
              </p14:nvContentPartPr>
              <p14:xfrm>
                <a:off x="3011520" y="1117710"/>
                <a:ext cx="114480" cy="71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2317606-50BA-4C98-3DEB-4B8816C4221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02880" y="1109070"/>
                  <a:ext cx="1321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326FC05-C4D4-3571-0C59-12EC04A5A639}"/>
                    </a:ext>
                  </a:extLst>
                </p14:cNvPr>
                <p14:cNvContentPartPr/>
                <p14:nvPr/>
              </p14:nvContentPartPr>
              <p14:xfrm>
                <a:off x="3159120" y="908550"/>
                <a:ext cx="158400" cy="244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326FC05-C4D4-3571-0C59-12EC04A5A63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50480" y="899910"/>
                  <a:ext cx="17604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FCE0DA-D842-255F-8BE7-6AC65921E73A}"/>
              </a:ext>
            </a:extLst>
          </p:cNvPr>
          <p:cNvGrpSpPr/>
          <p:nvPr/>
        </p:nvGrpSpPr>
        <p:grpSpPr>
          <a:xfrm>
            <a:off x="3498600" y="968670"/>
            <a:ext cx="1089720" cy="237600"/>
            <a:chOff x="3498600" y="968670"/>
            <a:chExt cx="108972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CA74F1D-9F6B-F62D-69E7-B2D8693FDB58}"/>
                    </a:ext>
                  </a:extLst>
                </p14:cNvPr>
                <p14:cNvContentPartPr/>
                <p14:nvPr/>
              </p14:nvContentPartPr>
              <p14:xfrm>
                <a:off x="3498600" y="1032030"/>
                <a:ext cx="127800" cy="11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CA74F1D-9F6B-F62D-69E7-B2D8693FDB5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89600" y="1023390"/>
                  <a:ext cx="1454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A5DE1B8-BFE9-BD77-342C-38F60A2EDA1C}"/>
                    </a:ext>
                  </a:extLst>
                </p14:cNvPr>
                <p14:cNvContentPartPr/>
                <p14:nvPr/>
              </p14:nvContentPartPr>
              <p14:xfrm>
                <a:off x="3514440" y="1098270"/>
                <a:ext cx="184320" cy="16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A5DE1B8-BFE9-BD77-342C-38F60A2EDA1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05440" y="1089630"/>
                  <a:ext cx="201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AE2FBD7-3B1B-4FCB-2668-4AF490392E13}"/>
                    </a:ext>
                  </a:extLst>
                </p14:cNvPr>
                <p14:cNvContentPartPr/>
                <p14:nvPr/>
              </p14:nvContentPartPr>
              <p14:xfrm>
                <a:off x="3844560" y="1012590"/>
                <a:ext cx="98280" cy="120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AE2FBD7-3B1B-4FCB-2668-4AF490392E1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35920" y="1003590"/>
                  <a:ext cx="1159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F5336F-7031-ACD4-482C-E7C22DEC9052}"/>
                    </a:ext>
                  </a:extLst>
                </p14:cNvPr>
                <p14:cNvContentPartPr/>
                <p14:nvPr/>
              </p14:nvContentPartPr>
              <p14:xfrm>
                <a:off x="4003320" y="968670"/>
                <a:ext cx="258480" cy="176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F5336F-7031-ACD4-482C-E7C22DEC905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94320" y="959670"/>
                  <a:ext cx="2761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82C7CC1-AC01-2508-98A7-9385A09CDAD6}"/>
                    </a:ext>
                  </a:extLst>
                </p14:cNvPr>
                <p14:cNvContentPartPr/>
                <p14:nvPr/>
              </p14:nvContentPartPr>
              <p14:xfrm>
                <a:off x="4279800" y="1067670"/>
                <a:ext cx="151560" cy="138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82C7CC1-AC01-2508-98A7-9385A09CDAD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71160" y="1059030"/>
                  <a:ext cx="1692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81077B8-596F-AFC2-A41B-C4C43221AE60}"/>
                    </a:ext>
                  </a:extLst>
                </p14:cNvPr>
                <p14:cNvContentPartPr/>
                <p14:nvPr/>
              </p14:nvContentPartPr>
              <p14:xfrm>
                <a:off x="4500120" y="1028430"/>
                <a:ext cx="88200" cy="126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81077B8-596F-AFC2-A41B-C4C43221AE6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91120" y="1019430"/>
                  <a:ext cx="105840" cy="14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03127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99F3-7077-07F7-CE3D-4B20A03F5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B744AAD1-B58A-B0A5-9364-6ADFFFB4D0BF}"/>
              </a:ext>
            </a:extLst>
          </p:cNvPr>
          <p:cNvGrpSpPr/>
          <p:nvPr/>
        </p:nvGrpSpPr>
        <p:grpSpPr>
          <a:xfrm>
            <a:off x="3401565" y="2362590"/>
            <a:ext cx="1334160" cy="240120"/>
            <a:chOff x="3401565" y="2362590"/>
            <a:chExt cx="1334160" cy="2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C2A4D17-E75B-1DAF-B356-71CE8AC4FCAC}"/>
                    </a:ext>
                  </a:extLst>
                </p14:cNvPr>
                <p14:cNvContentPartPr/>
                <p14:nvPr/>
              </p14:nvContentPartPr>
              <p14:xfrm>
                <a:off x="3401565" y="2362590"/>
                <a:ext cx="124560" cy="133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C2A4D17-E75B-1DAF-B356-71CE8AC4FCA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92565" y="2353590"/>
                  <a:ext cx="1422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1921AFD-6281-16B1-81D1-C6DE7113EAF4}"/>
                    </a:ext>
                  </a:extLst>
                </p14:cNvPr>
                <p14:cNvContentPartPr/>
                <p14:nvPr/>
              </p14:nvContentPartPr>
              <p14:xfrm>
                <a:off x="3528645" y="2509110"/>
                <a:ext cx="67320" cy="84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1921AFD-6281-16B1-81D1-C6DE7113EA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19645" y="2500110"/>
                  <a:ext cx="849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361511F-BBD3-B26E-B858-33DACB1EB67F}"/>
                    </a:ext>
                  </a:extLst>
                </p14:cNvPr>
                <p14:cNvContentPartPr/>
                <p14:nvPr/>
              </p14:nvContentPartPr>
              <p14:xfrm>
                <a:off x="3544485" y="2531070"/>
                <a:ext cx="88920" cy="71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361511F-BBD3-B26E-B858-33DACB1EB67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35485" y="2522430"/>
                  <a:ext cx="106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70FB9BA-46ED-E9B7-0B82-187C63C5C7CA}"/>
                    </a:ext>
                  </a:extLst>
                </p14:cNvPr>
                <p14:cNvContentPartPr/>
                <p14:nvPr/>
              </p14:nvContentPartPr>
              <p14:xfrm>
                <a:off x="3702525" y="2370150"/>
                <a:ext cx="86040" cy="139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70FB9BA-46ED-E9B7-0B82-187C63C5C7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93525" y="2361510"/>
                  <a:ext cx="1036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50CD650-70A3-66CF-E9C3-65F58ABB832A}"/>
                    </a:ext>
                  </a:extLst>
                </p14:cNvPr>
                <p14:cNvContentPartPr/>
                <p14:nvPr/>
              </p14:nvContentPartPr>
              <p14:xfrm>
                <a:off x="3861645" y="2392830"/>
                <a:ext cx="71640" cy="101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50CD650-70A3-66CF-E9C3-65F58ABB832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52645" y="2384190"/>
                  <a:ext cx="892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C04F4F9-0A73-A734-146F-F5C4368CC373}"/>
                    </a:ext>
                  </a:extLst>
                </p14:cNvPr>
                <p14:cNvContentPartPr/>
                <p14:nvPr/>
              </p14:nvContentPartPr>
              <p14:xfrm>
                <a:off x="3819525" y="2432430"/>
                <a:ext cx="144720" cy="25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C04F4F9-0A73-A734-146F-F5C4368CC3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810885" y="2423790"/>
                  <a:ext cx="162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64E1C3C-3D0F-B696-B020-49EE8E465E32}"/>
                    </a:ext>
                  </a:extLst>
                </p14:cNvPr>
                <p14:cNvContentPartPr/>
                <p14:nvPr/>
              </p14:nvContentPartPr>
              <p14:xfrm>
                <a:off x="4042725" y="2397510"/>
                <a:ext cx="27000" cy="124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64E1C3C-3D0F-B696-B020-49EE8E465E3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34085" y="2388870"/>
                  <a:ext cx="446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6632454-21AA-E3B3-523D-7009BEF27AA2}"/>
                    </a:ext>
                  </a:extLst>
                </p14:cNvPr>
                <p14:cNvContentPartPr/>
                <p14:nvPr/>
              </p14:nvContentPartPr>
              <p14:xfrm>
                <a:off x="4014645" y="2463030"/>
                <a:ext cx="143280" cy="19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6632454-21AA-E3B3-523D-7009BEF27AA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06005" y="2454390"/>
                  <a:ext cx="160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6FA6238-E7DF-A96B-391D-C53233379104}"/>
                    </a:ext>
                  </a:extLst>
                </p14:cNvPr>
                <p14:cNvContentPartPr/>
                <p14:nvPr/>
              </p14:nvContentPartPr>
              <p14:xfrm>
                <a:off x="4221645" y="2380590"/>
                <a:ext cx="38520" cy="135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6FA6238-E7DF-A96B-391D-C5323337910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12645" y="2371950"/>
                  <a:ext cx="561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A8D901B-DE72-C9A6-5293-194EB1878B2A}"/>
                    </a:ext>
                  </a:extLst>
                </p14:cNvPr>
                <p14:cNvContentPartPr/>
                <p14:nvPr/>
              </p14:nvContentPartPr>
              <p14:xfrm>
                <a:off x="4272045" y="2378070"/>
                <a:ext cx="149760" cy="194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A8D901B-DE72-C9A6-5293-194EB1878B2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63405" y="2369430"/>
                  <a:ext cx="1674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B2D677E-3630-940A-C6E1-9B96907B0068}"/>
                    </a:ext>
                  </a:extLst>
                </p14:cNvPr>
                <p14:cNvContentPartPr/>
                <p14:nvPr/>
              </p14:nvContentPartPr>
              <p14:xfrm>
                <a:off x="4545285" y="2440350"/>
                <a:ext cx="128880" cy="6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B2D677E-3630-940A-C6E1-9B96907B00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36285" y="2431710"/>
                  <a:ext cx="1465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6D16A82-0C80-393D-0473-B2B83585EC0C}"/>
                    </a:ext>
                  </a:extLst>
                </p14:cNvPr>
                <p14:cNvContentPartPr/>
                <p14:nvPr/>
              </p14:nvContentPartPr>
              <p14:xfrm>
                <a:off x="4601085" y="2500110"/>
                <a:ext cx="134640" cy="5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6D16A82-0C80-393D-0473-B2B83585EC0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92085" y="2491110"/>
                  <a:ext cx="15228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02C5F44-D68A-510B-999B-E2C8F0B25F98}"/>
              </a:ext>
            </a:extLst>
          </p:cNvPr>
          <p:cNvGrpSpPr/>
          <p:nvPr/>
        </p:nvGrpSpPr>
        <p:grpSpPr>
          <a:xfrm>
            <a:off x="6570645" y="2355390"/>
            <a:ext cx="362520" cy="194400"/>
            <a:chOff x="6570645" y="2355390"/>
            <a:chExt cx="36252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691EC45-CA50-9554-0301-EDC5FFF6538F}"/>
                    </a:ext>
                  </a:extLst>
                </p14:cNvPr>
                <p14:cNvContentPartPr/>
                <p14:nvPr/>
              </p14:nvContentPartPr>
              <p14:xfrm>
                <a:off x="6570645" y="2355390"/>
                <a:ext cx="97920" cy="183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691EC45-CA50-9554-0301-EDC5FFF6538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62005" y="2346390"/>
                  <a:ext cx="1155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55F0057-3907-96B8-50D9-468960FF6F1F}"/>
                    </a:ext>
                  </a:extLst>
                </p14:cNvPr>
                <p14:cNvContentPartPr/>
                <p14:nvPr/>
              </p14:nvContentPartPr>
              <p14:xfrm>
                <a:off x="6690165" y="2402550"/>
                <a:ext cx="84600" cy="104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55F0057-3907-96B8-50D9-468960FF6F1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81165" y="2393910"/>
                  <a:ext cx="102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04E4B0E-5E2A-E623-9948-032F80A63697}"/>
                    </a:ext>
                  </a:extLst>
                </p14:cNvPr>
                <p14:cNvContentPartPr/>
                <p14:nvPr/>
              </p14:nvContentPartPr>
              <p14:xfrm>
                <a:off x="6634005" y="2469510"/>
                <a:ext cx="125640" cy="27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04E4B0E-5E2A-E623-9948-032F80A6369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25005" y="2460510"/>
                  <a:ext cx="143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EF76953-DA46-3D5B-CB49-117033A1D904}"/>
                    </a:ext>
                  </a:extLst>
                </p14:cNvPr>
                <p14:cNvContentPartPr/>
                <p14:nvPr/>
              </p14:nvContentPartPr>
              <p14:xfrm>
                <a:off x="6727965" y="2361870"/>
                <a:ext cx="205200" cy="187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EF76953-DA46-3D5B-CB49-117033A1D90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18965" y="2353230"/>
                  <a:ext cx="22284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4B5C90C-ECCC-17CC-E680-66BA65F6AB98}"/>
              </a:ext>
            </a:extLst>
          </p:cNvPr>
          <p:cNvGrpSpPr/>
          <p:nvPr/>
        </p:nvGrpSpPr>
        <p:grpSpPr>
          <a:xfrm>
            <a:off x="3613965" y="1836990"/>
            <a:ext cx="686880" cy="178560"/>
            <a:chOff x="3613965" y="1836990"/>
            <a:chExt cx="686880" cy="17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14E6FAC-4F26-C9BF-6FF0-1A2DBB1F07C6}"/>
                    </a:ext>
                  </a:extLst>
                </p14:cNvPr>
                <p14:cNvContentPartPr/>
                <p14:nvPr/>
              </p14:nvContentPartPr>
              <p14:xfrm>
                <a:off x="3613965" y="1841310"/>
                <a:ext cx="113760" cy="168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14E6FAC-4F26-C9BF-6FF0-1A2DBB1F07C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04965" y="1832670"/>
                  <a:ext cx="131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D8478EE-8573-B0E5-D795-6D91F3D36207}"/>
                    </a:ext>
                  </a:extLst>
                </p14:cNvPr>
                <p14:cNvContentPartPr/>
                <p14:nvPr/>
              </p14:nvContentPartPr>
              <p14:xfrm>
                <a:off x="3769845" y="1874070"/>
                <a:ext cx="100440" cy="102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D8478EE-8573-B0E5-D795-6D91F3D3620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61205" y="1865070"/>
                  <a:ext cx="1180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014EC3A-B05D-A735-F091-272356880621}"/>
                    </a:ext>
                  </a:extLst>
                </p14:cNvPr>
                <p14:cNvContentPartPr/>
                <p14:nvPr/>
              </p14:nvContentPartPr>
              <p14:xfrm>
                <a:off x="3703605" y="1920510"/>
                <a:ext cx="125280" cy="38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014EC3A-B05D-A735-F091-27235688062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94605" y="1911870"/>
                  <a:ext cx="1429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B4BC127-58CF-88F8-CFE4-AFC21D78C73A}"/>
                    </a:ext>
                  </a:extLst>
                </p14:cNvPr>
                <p14:cNvContentPartPr/>
                <p14:nvPr/>
              </p14:nvContentPartPr>
              <p14:xfrm>
                <a:off x="3817005" y="1836990"/>
                <a:ext cx="226080" cy="178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B4BC127-58CF-88F8-CFE4-AFC21D78C73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08005" y="1827990"/>
                  <a:ext cx="2437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205AB4A-4DA1-DD0F-9A57-FEA0C6B0FECD}"/>
                    </a:ext>
                  </a:extLst>
                </p14:cNvPr>
                <p14:cNvContentPartPr/>
                <p14:nvPr/>
              </p14:nvContentPartPr>
              <p14:xfrm>
                <a:off x="4156125" y="1923390"/>
                <a:ext cx="113760" cy="22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205AB4A-4DA1-DD0F-9A57-FEA0C6B0FEC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47485" y="1914390"/>
                  <a:ext cx="131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2E5B860-38DE-9D18-442E-8F3FA31025D0}"/>
                    </a:ext>
                  </a:extLst>
                </p14:cNvPr>
                <p14:cNvContentPartPr/>
                <p14:nvPr/>
              </p14:nvContentPartPr>
              <p14:xfrm>
                <a:off x="4176285" y="1972350"/>
                <a:ext cx="124560" cy="15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2E5B860-38DE-9D18-442E-8F3FA31025D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67645" y="1963350"/>
                  <a:ext cx="14220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BC60259-0173-62BE-EC90-4558165A264A}"/>
              </a:ext>
            </a:extLst>
          </p:cNvPr>
          <p:cNvGrpSpPr/>
          <p:nvPr/>
        </p:nvGrpSpPr>
        <p:grpSpPr>
          <a:xfrm>
            <a:off x="4475085" y="1731510"/>
            <a:ext cx="519120" cy="433800"/>
            <a:chOff x="4475085" y="1731510"/>
            <a:chExt cx="51912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D458E2A-9C8D-3C33-9D0A-3E5BE1708566}"/>
                    </a:ext>
                  </a:extLst>
                </p14:cNvPr>
                <p14:cNvContentPartPr/>
                <p14:nvPr/>
              </p14:nvContentPartPr>
              <p14:xfrm>
                <a:off x="4475085" y="1938510"/>
                <a:ext cx="165960" cy="21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D458E2A-9C8D-3C33-9D0A-3E5BE170856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66445" y="1929870"/>
                  <a:ext cx="183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D79B3B0-424C-21A7-AD05-9F53282B374A}"/>
                    </a:ext>
                  </a:extLst>
                </p14:cNvPr>
                <p14:cNvContentPartPr/>
                <p14:nvPr/>
              </p14:nvContentPartPr>
              <p14:xfrm>
                <a:off x="4698645" y="1848870"/>
                <a:ext cx="156240" cy="316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D79B3B0-424C-21A7-AD05-9F53282B374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89645" y="1840230"/>
                  <a:ext cx="17388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C7F8C2-D3DD-91D8-658C-B8BFA76CAE78}"/>
                    </a:ext>
                  </a:extLst>
                </p14:cNvPr>
                <p14:cNvContentPartPr/>
                <p14:nvPr/>
              </p14:nvContentPartPr>
              <p14:xfrm>
                <a:off x="4882245" y="1731510"/>
                <a:ext cx="111960" cy="81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BC7F8C2-D3DD-91D8-658C-B8BFA76CAE7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73245" y="1722510"/>
                  <a:ext cx="12960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F2EABE7-4F36-87BD-A8AD-6CAEC6BBCC75}"/>
              </a:ext>
            </a:extLst>
          </p:cNvPr>
          <p:cNvGrpSpPr/>
          <p:nvPr/>
        </p:nvGrpSpPr>
        <p:grpSpPr>
          <a:xfrm>
            <a:off x="3114285" y="1870830"/>
            <a:ext cx="225720" cy="288000"/>
            <a:chOff x="3114285" y="1870830"/>
            <a:chExt cx="225720" cy="2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E8F960E-448E-CBE9-3B7A-2402C4F324E4}"/>
                    </a:ext>
                  </a:extLst>
                </p14:cNvPr>
                <p14:cNvContentPartPr/>
                <p14:nvPr/>
              </p14:nvContentPartPr>
              <p14:xfrm>
                <a:off x="3114285" y="1870830"/>
                <a:ext cx="166680" cy="204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E8F960E-448E-CBE9-3B7A-2402C4F324E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05645" y="1861830"/>
                  <a:ext cx="1843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3DB81FA-F0C5-AD6D-15BC-F6B2E53411F2}"/>
                    </a:ext>
                  </a:extLst>
                </p14:cNvPr>
                <p14:cNvContentPartPr/>
                <p14:nvPr/>
              </p14:nvContentPartPr>
              <p14:xfrm>
                <a:off x="3279165" y="2057310"/>
                <a:ext cx="60840" cy="101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3DB81FA-F0C5-AD6D-15BC-F6B2E53411F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70165" y="2048670"/>
                  <a:ext cx="78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52E2C59-A661-3D86-FF18-78567DCBF894}"/>
                    </a:ext>
                  </a:extLst>
                </p14:cNvPr>
                <p14:cNvContentPartPr/>
                <p14:nvPr/>
              </p14:nvContentPartPr>
              <p14:xfrm>
                <a:off x="3276645" y="2090070"/>
                <a:ext cx="38520" cy="68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52E2C59-A661-3D86-FF18-78567DCBF89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68005" y="2081070"/>
                  <a:ext cx="5616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314E384-1F6D-1512-CE01-57AC0E795BA4}"/>
              </a:ext>
            </a:extLst>
          </p:cNvPr>
          <p:cNvGrpSpPr/>
          <p:nvPr/>
        </p:nvGrpSpPr>
        <p:grpSpPr>
          <a:xfrm>
            <a:off x="4973685" y="2335950"/>
            <a:ext cx="1442880" cy="320760"/>
            <a:chOff x="4973685" y="2335950"/>
            <a:chExt cx="144288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C5BA6CF-19BC-86A7-0FAE-B310A9A6D26D}"/>
                    </a:ext>
                  </a:extLst>
                </p14:cNvPr>
                <p14:cNvContentPartPr/>
                <p14:nvPr/>
              </p14:nvContentPartPr>
              <p14:xfrm>
                <a:off x="4973685" y="2380590"/>
                <a:ext cx="196200" cy="121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C5BA6CF-19BC-86A7-0FAE-B310A9A6D26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64685" y="2371590"/>
                  <a:ext cx="2138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85FB3FC-6403-987A-9049-1D7E5CE8C2F6}"/>
                    </a:ext>
                  </a:extLst>
                </p14:cNvPr>
                <p14:cNvContentPartPr/>
                <p14:nvPr/>
              </p14:nvContentPartPr>
              <p14:xfrm>
                <a:off x="5138925" y="2506950"/>
                <a:ext cx="49680" cy="95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85FB3FC-6403-987A-9049-1D7E5CE8C2F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29925" y="2497950"/>
                  <a:ext cx="673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13F037F-BEAB-D9CD-2F67-2E0619C1418A}"/>
                    </a:ext>
                  </a:extLst>
                </p14:cNvPr>
                <p14:cNvContentPartPr/>
                <p14:nvPr/>
              </p14:nvContentPartPr>
              <p14:xfrm>
                <a:off x="5124885" y="2523870"/>
                <a:ext cx="144720" cy="68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13F037F-BEAB-D9CD-2F67-2E0619C1418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15885" y="2514870"/>
                  <a:ext cx="162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3A14CAB-5D73-99EF-C956-87D22D94B5B6}"/>
                    </a:ext>
                  </a:extLst>
                </p14:cNvPr>
                <p14:cNvContentPartPr/>
                <p14:nvPr/>
              </p14:nvContentPartPr>
              <p14:xfrm>
                <a:off x="5321445" y="2350350"/>
                <a:ext cx="129600" cy="186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3A14CAB-5D73-99EF-C956-87D22D94B5B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312805" y="2341350"/>
                  <a:ext cx="1472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04CBD7B-BA5E-B944-96CE-7B146F43FA31}"/>
                    </a:ext>
                  </a:extLst>
                </p14:cNvPr>
                <p14:cNvContentPartPr/>
                <p14:nvPr/>
              </p14:nvContentPartPr>
              <p14:xfrm>
                <a:off x="5486685" y="2396430"/>
                <a:ext cx="90000" cy="91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04CBD7B-BA5E-B944-96CE-7B146F43FA3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478045" y="2387430"/>
                  <a:ext cx="1076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E6529A3-5476-D1A2-AB07-82A8FB67232D}"/>
                    </a:ext>
                  </a:extLst>
                </p14:cNvPr>
                <p14:cNvContentPartPr/>
                <p14:nvPr/>
              </p14:nvContentPartPr>
              <p14:xfrm>
                <a:off x="5437725" y="2453670"/>
                <a:ext cx="138960" cy="12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E6529A3-5476-D1A2-AB07-82A8FB67232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28725" y="2445030"/>
                  <a:ext cx="156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64B361F-3FD8-F28B-2254-11E656C7FDC4}"/>
                    </a:ext>
                  </a:extLst>
                </p14:cNvPr>
                <p14:cNvContentPartPr/>
                <p14:nvPr/>
              </p14:nvContentPartPr>
              <p14:xfrm>
                <a:off x="5581005" y="2367990"/>
                <a:ext cx="203400" cy="142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64B361F-3FD8-F28B-2254-11E656C7FDC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72005" y="2358990"/>
                  <a:ext cx="2210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EC19E9F-4CCF-8F57-8C84-F7ADCFBF829F}"/>
                    </a:ext>
                  </a:extLst>
                </p14:cNvPr>
                <p14:cNvContentPartPr/>
                <p14:nvPr/>
              </p14:nvContentPartPr>
              <p14:xfrm>
                <a:off x="5899605" y="2377350"/>
                <a:ext cx="37800" cy="114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EC19E9F-4CCF-8F57-8C84-F7ADCFBF829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90605" y="2368710"/>
                  <a:ext cx="55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DEE4377-024A-C5D5-72FA-4A4EE88FF62A}"/>
                    </a:ext>
                  </a:extLst>
                </p14:cNvPr>
                <p14:cNvContentPartPr/>
                <p14:nvPr/>
              </p14:nvContentPartPr>
              <p14:xfrm>
                <a:off x="5888445" y="2464830"/>
                <a:ext cx="137160" cy="9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DEE4377-024A-C5D5-72FA-4A4EE88FF62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79805" y="2456190"/>
                  <a:ext cx="154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0780B6F-BE51-7B8D-32E8-75396827618D}"/>
                    </a:ext>
                  </a:extLst>
                </p14:cNvPr>
                <p14:cNvContentPartPr/>
                <p14:nvPr/>
              </p14:nvContentPartPr>
              <p14:xfrm>
                <a:off x="6100125" y="2335950"/>
                <a:ext cx="172800" cy="236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0780B6F-BE51-7B8D-32E8-75396827618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091125" y="2327310"/>
                  <a:ext cx="1904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860A2D2-2FBE-F582-B3EA-198D8162C49F}"/>
                    </a:ext>
                  </a:extLst>
                </p14:cNvPr>
                <p14:cNvContentPartPr/>
                <p14:nvPr/>
              </p14:nvContentPartPr>
              <p14:xfrm>
                <a:off x="6314685" y="2556990"/>
                <a:ext cx="67320" cy="97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860A2D2-2FBE-F582-B3EA-198D8162C49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306045" y="2548350"/>
                  <a:ext cx="849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703B0AB-E5BB-077E-D6C4-798FE381C1DA}"/>
                    </a:ext>
                  </a:extLst>
                </p14:cNvPr>
                <p14:cNvContentPartPr/>
                <p14:nvPr/>
              </p14:nvContentPartPr>
              <p14:xfrm>
                <a:off x="6323685" y="2571030"/>
                <a:ext cx="92880" cy="85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703B0AB-E5BB-077E-D6C4-798FE381C1D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14685" y="2562030"/>
                  <a:ext cx="11052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C2A39E9-875C-3944-731D-7F3AF2138B56}"/>
              </a:ext>
            </a:extLst>
          </p:cNvPr>
          <p:cNvGrpSpPr/>
          <p:nvPr/>
        </p:nvGrpSpPr>
        <p:grpSpPr>
          <a:xfrm>
            <a:off x="5116245" y="1828710"/>
            <a:ext cx="598680" cy="262440"/>
            <a:chOff x="5116245" y="1828710"/>
            <a:chExt cx="59868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CCA94CD-A620-A706-31B7-FDD3FF0478CB}"/>
                    </a:ext>
                  </a:extLst>
                </p14:cNvPr>
                <p14:cNvContentPartPr/>
                <p14:nvPr/>
              </p14:nvContentPartPr>
              <p14:xfrm>
                <a:off x="5116245" y="1948230"/>
                <a:ext cx="159840" cy="114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CCA94CD-A620-A706-31B7-FDD3FF0478C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107245" y="1939230"/>
                  <a:ext cx="177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7745478-5584-99FE-80FE-F359BEC55B6D}"/>
                    </a:ext>
                  </a:extLst>
                </p14:cNvPr>
                <p14:cNvContentPartPr/>
                <p14:nvPr/>
              </p14:nvContentPartPr>
              <p14:xfrm>
                <a:off x="5249445" y="1964070"/>
                <a:ext cx="180360" cy="88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7745478-5584-99FE-80FE-F359BEC55B6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40805" y="1955430"/>
                  <a:ext cx="1980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C7A83D6-8FD9-C322-C565-76D015A1E4D0}"/>
                    </a:ext>
                  </a:extLst>
                </p14:cNvPr>
                <p14:cNvContentPartPr/>
                <p14:nvPr/>
              </p14:nvContentPartPr>
              <p14:xfrm>
                <a:off x="5443125" y="1942470"/>
                <a:ext cx="131040" cy="148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C7A83D6-8FD9-C322-C565-76D015A1E4D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434485" y="1933470"/>
                  <a:ext cx="1486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A53A093-348A-F84B-E961-66DD13F7F76D}"/>
                    </a:ext>
                  </a:extLst>
                </p14:cNvPr>
                <p14:cNvContentPartPr/>
                <p14:nvPr/>
              </p14:nvContentPartPr>
              <p14:xfrm>
                <a:off x="5618085" y="1828710"/>
                <a:ext cx="96840" cy="248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A53A093-348A-F84B-E961-66DD13F7F76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609445" y="1820070"/>
                  <a:ext cx="11448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5193AF4-8F7C-554A-DD7B-26A3621E4A6D}"/>
              </a:ext>
            </a:extLst>
          </p:cNvPr>
          <p:cNvGrpSpPr/>
          <p:nvPr/>
        </p:nvGrpSpPr>
        <p:grpSpPr>
          <a:xfrm>
            <a:off x="5748045" y="1869390"/>
            <a:ext cx="503640" cy="226800"/>
            <a:chOff x="5748045" y="1869390"/>
            <a:chExt cx="50364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3BC6AD4-8281-51A3-D5A2-208F29C49355}"/>
                    </a:ext>
                  </a:extLst>
                </p14:cNvPr>
                <p14:cNvContentPartPr/>
                <p14:nvPr/>
              </p14:nvContentPartPr>
              <p14:xfrm>
                <a:off x="5773245" y="1870470"/>
                <a:ext cx="158760" cy="166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3BC6AD4-8281-51A3-D5A2-208F29C4935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764605" y="1861830"/>
                  <a:ext cx="176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C026960-E6FA-C096-8CD2-6BE106C30FC5}"/>
                    </a:ext>
                  </a:extLst>
                </p14:cNvPr>
                <p14:cNvContentPartPr/>
                <p14:nvPr/>
              </p14:nvContentPartPr>
              <p14:xfrm>
                <a:off x="5748045" y="1947870"/>
                <a:ext cx="178920" cy="36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C026960-E6FA-C096-8CD2-6BE106C30FC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39045" y="1938870"/>
                  <a:ext cx="1965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2C8E1F3-ED7E-6C38-177B-E75828E4E6DF}"/>
                    </a:ext>
                  </a:extLst>
                </p14:cNvPr>
                <p14:cNvContentPartPr/>
                <p14:nvPr/>
              </p14:nvContentPartPr>
              <p14:xfrm>
                <a:off x="5933085" y="2033550"/>
                <a:ext cx="121320" cy="54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2C8E1F3-ED7E-6C38-177B-E75828E4E6D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24085" y="2024550"/>
                  <a:ext cx="1389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E21ED7D-16AA-74ED-5B31-943429AA7E08}"/>
                    </a:ext>
                  </a:extLst>
                </p14:cNvPr>
                <p14:cNvContentPartPr/>
                <p14:nvPr/>
              </p14:nvContentPartPr>
              <p14:xfrm>
                <a:off x="6010125" y="1869390"/>
                <a:ext cx="241560" cy="226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E21ED7D-16AA-74ED-5B31-943429AA7E0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01485" y="1860390"/>
                  <a:ext cx="25920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DF69C66-603E-AE99-6F8D-77AB5D05C02C}"/>
              </a:ext>
            </a:extLst>
          </p:cNvPr>
          <p:cNvGrpSpPr/>
          <p:nvPr/>
        </p:nvGrpSpPr>
        <p:grpSpPr>
          <a:xfrm>
            <a:off x="3444765" y="3026430"/>
            <a:ext cx="3427560" cy="1727280"/>
            <a:chOff x="3444765" y="3026430"/>
            <a:chExt cx="3427560" cy="172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F691F4C-A532-A8B5-CFFD-269C9EBF731F}"/>
                    </a:ext>
                  </a:extLst>
                </p14:cNvPr>
                <p14:cNvContentPartPr/>
                <p14:nvPr/>
              </p14:nvContentPartPr>
              <p14:xfrm>
                <a:off x="3444765" y="3051270"/>
                <a:ext cx="2072520" cy="1648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F691F4C-A532-A8B5-CFFD-269C9EBF731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35765" y="3042630"/>
                  <a:ext cx="2090160" cy="16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DC04F20-2169-63EB-3C52-B79BEE148C08}"/>
                    </a:ext>
                  </a:extLst>
                </p14:cNvPr>
                <p14:cNvContentPartPr/>
                <p14:nvPr/>
              </p14:nvContentPartPr>
              <p14:xfrm>
                <a:off x="4408125" y="3026430"/>
                <a:ext cx="2464200" cy="1727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DC04F20-2169-63EB-3C52-B79BEE148C0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399125" y="3017790"/>
                  <a:ext cx="2481840" cy="174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2CDFEA0-1C12-1158-0C76-59F7822C9626}"/>
                    </a:ext>
                  </a:extLst>
                </p14:cNvPr>
                <p14:cNvContentPartPr/>
                <p14:nvPr/>
              </p14:nvContentPartPr>
              <p14:xfrm>
                <a:off x="4272045" y="3737070"/>
                <a:ext cx="181440" cy="105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2CDFEA0-1C12-1158-0C76-59F7822C962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63405" y="3728070"/>
                  <a:ext cx="1990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0864010-C029-70FC-016C-1C54F05E40D9}"/>
                    </a:ext>
                  </a:extLst>
                </p14:cNvPr>
                <p14:cNvContentPartPr/>
                <p14:nvPr/>
              </p14:nvContentPartPr>
              <p14:xfrm>
                <a:off x="5428725" y="3756870"/>
                <a:ext cx="217080" cy="79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0864010-C029-70FC-016C-1C54F05E40D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420085" y="3748230"/>
                  <a:ext cx="2347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50FEBE5-103D-36C3-D444-2FCF98CFDB12}"/>
                    </a:ext>
                  </a:extLst>
                </p14:cNvPr>
                <p14:cNvContentPartPr/>
                <p14:nvPr/>
              </p14:nvContentPartPr>
              <p14:xfrm>
                <a:off x="4432965" y="3794670"/>
                <a:ext cx="1114920" cy="34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50FEBE5-103D-36C3-D444-2FCF98CFDB1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24325" y="3785670"/>
                  <a:ext cx="11325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FE0D53F-60B1-CCE5-1C89-453CB5F1228C}"/>
                    </a:ext>
                  </a:extLst>
                </p14:cNvPr>
                <p14:cNvContentPartPr/>
                <p14:nvPr/>
              </p14:nvContentPartPr>
              <p14:xfrm>
                <a:off x="4380405" y="3743190"/>
                <a:ext cx="218160" cy="113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FE0D53F-60B1-CCE5-1C89-453CB5F1228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371765" y="3734190"/>
                  <a:ext cx="2358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CF19207-FF6D-ACDF-0013-E1F1BE740069}"/>
                    </a:ext>
                  </a:extLst>
                </p14:cNvPr>
                <p14:cNvContentPartPr/>
                <p14:nvPr/>
              </p14:nvContentPartPr>
              <p14:xfrm>
                <a:off x="5272485" y="3723390"/>
                <a:ext cx="248040" cy="167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CF19207-FF6D-ACDF-0013-E1F1BE74006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63485" y="3714750"/>
                  <a:ext cx="265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72508C8-30AF-7CE2-FE9B-02BE1870B565}"/>
                    </a:ext>
                  </a:extLst>
                </p14:cNvPr>
                <p14:cNvContentPartPr/>
                <p14:nvPr/>
              </p14:nvContentPartPr>
              <p14:xfrm>
                <a:off x="5050365" y="3611790"/>
                <a:ext cx="45360" cy="283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72508C8-30AF-7CE2-FE9B-02BE1870B56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41365" y="3603150"/>
                  <a:ext cx="63000" cy="301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05904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A52490-17D8-C531-4DFC-C73F28369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230" y="1333207"/>
            <a:ext cx="8697539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82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9A1EE8-1BBE-B1F9-4577-DE7A66FE0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93" y="418011"/>
            <a:ext cx="9821646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04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D851C6-8251-71D5-2239-DD8E52A95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03449"/>
            <a:ext cx="8228162" cy="540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38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C853C10-2479-6BF9-4B02-1BE97B9765EB}"/>
              </a:ext>
            </a:extLst>
          </p:cNvPr>
          <p:cNvCxnSpPr>
            <a:cxnSpLocks/>
            <a:stCxn id="6" idx="2"/>
          </p:cNvCxnSpPr>
          <p:nvPr/>
        </p:nvCxnSpPr>
        <p:spPr>
          <a:xfrm flipV="1">
            <a:off x="4357687" y="3428999"/>
            <a:ext cx="2024062" cy="1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DF5081-E6E6-BBD8-1152-76408E4EAA47}"/>
              </a:ext>
            </a:extLst>
          </p:cNvPr>
          <p:cNvCxnSpPr>
            <a:cxnSpLocks/>
            <a:stCxn id="6" idx="5"/>
            <a:endCxn id="9" idx="2"/>
          </p:cNvCxnSpPr>
          <p:nvPr/>
        </p:nvCxnSpPr>
        <p:spPr>
          <a:xfrm>
            <a:off x="4512159" y="3492984"/>
            <a:ext cx="1536216" cy="104091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E0B256-8323-4C82-8C9C-9E0139A120E3}"/>
              </a:ext>
            </a:extLst>
          </p:cNvPr>
          <p:cNvCxnSpPr>
            <a:cxnSpLocks/>
          </p:cNvCxnSpPr>
          <p:nvPr/>
        </p:nvCxnSpPr>
        <p:spPr>
          <a:xfrm flipV="1">
            <a:off x="4419600" y="2505075"/>
            <a:ext cx="1614149" cy="92392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33123BE2-A668-9495-E294-FF2A71449FF7}"/>
              </a:ext>
            </a:extLst>
          </p:cNvPr>
          <p:cNvGrpSpPr/>
          <p:nvPr/>
        </p:nvGrpSpPr>
        <p:grpSpPr>
          <a:xfrm>
            <a:off x="5810250" y="1581150"/>
            <a:ext cx="3867150" cy="3867150"/>
            <a:chOff x="5810250" y="1581150"/>
            <a:chExt cx="3867150" cy="38671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7439C20-1F96-E07E-6070-B10BE3A466DD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19F5689-9DEE-8CDE-BE57-3B4476EF8F06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F82C88F-A1D7-A17B-0E4E-B79E1738F019}"/>
              </a:ext>
            </a:extLst>
          </p:cNvPr>
          <p:cNvGrpSpPr/>
          <p:nvPr/>
        </p:nvGrpSpPr>
        <p:grpSpPr>
          <a:xfrm>
            <a:off x="2514600" y="1581150"/>
            <a:ext cx="3867150" cy="3867150"/>
            <a:chOff x="2514600" y="1581150"/>
            <a:chExt cx="3867150" cy="386715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82C7E1A-CD14-2823-CDAF-9ED575BD4436}"/>
                </a:ext>
              </a:extLst>
            </p:cNvPr>
            <p:cNvSpPr/>
            <p:nvPr/>
          </p:nvSpPr>
          <p:spPr>
            <a:xfrm>
              <a:off x="251460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5C11E7F-C5E9-FFAF-DFDB-5519156FB99E}"/>
                </a:ext>
              </a:extLst>
            </p:cNvPr>
            <p:cNvSpPr/>
            <p:nvPr/>
          </p:nvSpPr>
          <p:spPr>
            <a:xfrm>
              <a:off x="4357687" y="3338512"/>
              <a:ext cx="180975" cy="18097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3A069C7C-DDAD-2B6C-4B2C-02122BC13719}"/>
              </a:ext>
            </a:extLst>
          </p:cNvPr>
          <p:cNvSpPr/>
          <p:nvPr/>
        </p:nvSpPr>
        <p:spPr>
          <a:xfrm>
            <a:off x="6048375" y="4486275"/>
            <a:ext cx="95250" cy="952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5429A5-9B5A-11B0-D667-65F472BD3A8E}"/>
              </a:ext>
            </a:extLst>
          </p:cNvPr>
          <p:cNvSpPr/>
          <p:nvPr/>
        </p:nvSpPr>
        <p:spPr>
          <a:xfrm>
            <a:off x="6036924" y="2452688"/>
            <a:ext cx="95250" cy="952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AB2001-8188-DB71-F92F-D5AAD7B99862}"/>
              </a:ext>
            </a:extLst>
          </p:cNvPr>
          <p:cNvSpPr txBox="1"/>
          <p:nvPr/>
        </p:nvSpPr>
        <p:spPr>
          <a:xfrm>
            <a:off x="4357687" y="2660650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ivecA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F807E3-8F4C-22CF-BA25-BFB8759265C3}"/>
              </a:ext>
            </a:extLst>
          </p:cNvPr>
          <p:cNvSpPr txBox="1"/>
          <p:nvPr/>
        </p:nvSpPr>
        <p:spPr>
          <a:xfrm>
            <a:off x="4448174" y="4003715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ivecB</a:t>
            </a:r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01A027C-CE06-1E33-C5B9-A3CB5CA7BCF2}"/>
              </a:ext>
            </a:extLst>
          </p:cNvPr>
          <p:cNvSpPr/>
          <p:nvPr/>
        </p:nvSpPr>
        <p:spPr>
          <a:xfrm>
            <a:off x="3584239" y="2547938"/>
            <a:ext cx="1771648" cy="1771648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D6071A4-95D7-5D19-BC74-6602759C459A}"/>
              </a:ext>
            </a:extLst>
          </p:cNvPr>
          <p:cNvCxnSpPr>
            <a:cxnSpLocks/>
            <a:endCxn id="33" idx="6"/>
          </p:cNvCxnSpPr>
          <p:nvPr/>
        </p:nvCxnSpPr>
        <p:spPr>
          <a:xfrm>
            <a:off x="5355887" y="3338512"/>
            <a:ext cx="0" cy="9525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AD8E0A4-A7C6-FCF0-8FEB-6BB6690C5579}"/>
              </a:ext>
            </a:extLst>
          </p:cNvPr>
          <p:cNvCxnSpPr>
            <a:cxnSpLocks/>
          </p:cNvCxnSpPr>
          <p:nvPr/>
        </p:nvCxnSpPr>
        <p:spPr>
          <a:xfrm flipV="1">
            <a:off x="5350668" y="3421856"/>
            <a:ext cx="0" cy="10953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248F7F1-65BA-7883-9ECB-281E11992850}"/>
              </a:ext>
            </a:extLst>
          </p:cNvPr>
          <p:cNvSpPr txBox="1"/>
          <p:nvPr/>
        </p:nvSpPr>
        <p:spPr>
          <a:xfrm>
            <a:off x="3672042" y="3237190"/>
            <a:ext cx="67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chemeClr val="tx1"/>
                  </a:solidFill>
                  <a:prstDash val="sysDot"/>
                </a:ln>
                <a:noFill/>
              </a:rPr>
              <a:t>360</a:t>
            </a:r>
          </a:p>
        </p:txBody>
      </p:sp>
    </p:spTree>
    <p:extLst>
      <p:ext uri="{BB962C8B-B14F-4D97-AF65-F5344CB8AC3E}">
        <p14:creationId xmlns:p14="http://schemas.microsoft.com/office/powerpoint/2010/main" val="817881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25C9C-7BFC-EB1B-2DC9-F238A6646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F00A27-839E-B020-EF51-01419E877D19}"/>
              </a:ext>
            </a:extLst>
          </p:cNvPr>
          <p:cNvCxnSpPr>
            <a:cxnSpLocks/>
            <a:stCxn id="6" idx="5"/>
            <a:endCxn id="9" idx="2"/>
          </p:cNvCxnSpPr>
          <p:nvPr/>
        </p:nvCxnSpPr>
        <p:spPr>
          <a:xfrm>
            <a:off x="4512159" y="3492984"/>
            <a:ext cx="1536216" cy="1040916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2BCCAF-3B60-7D26-8497-B24FC8596108}"/>
              </a:ext>
            </a:extLst>
          </p:cNvPr>
          <p:cNvCxnSpPr>
            <a:cxnSpLocks/>
          </p:cNvCxnSpPr>
          <p:nvPr/>
        </p:nvCxnSpPr>
        <p:spPr>
          <a:xfrm flipV="1">
            <a:off x="4419600" y="2505075"/>
            <a:ext cx="1614149" cy="923925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A478BA92-C316-111D-A6B9-3300D69DEABF}"/>
              </a:ext>
            </a:extLst>
          </p:cNvPr>
          <p:cNvGrpSpPr/>
          <p:nvPr/>
        </p:nvGrpSpPr>
        <p:grpSpPr>
          <a:xfrm>
            <a:off x="5810250" y="1581150"/>
            <a:ext cx="3867150" cy="3867150"/>
            <a:chOff x="5810250" y="1581150"/>
            <a:chExt cx="3867150" cy="38671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B41CC99-4807-FE1D-E7C0-8E4E61E64352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3E2D858-0CA3-24C2-5637-3FF9E6E96498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19EF4AB-AD54-8B34-27E5-A4AF4111BFB0}"/>
              </a:ext>
            </a:extLst>
          </p:cNvPr>
          <p:cNvGrpSpPr/>
          <p:nvPr/>
        </p:nvGrpSpPr>
        <p:grpSpPr>
          <a:xfrm>
            <a:off x="2514600" y="1581150"/>
            <a:ext cx="3867150" cy="3867150"/>
            <a:chOff x="2514600" y="1581150"/>
            <a:chExt cx="3867150" cy="386715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F182A8E5-69EB-7CC4-02FA-78D09C4BF750}"/>
                </a:ext>
              </a:extLst>
            </p:cNvPr>
            <p:cNvSpPr/>
            <p:nvPr/>
          </p:nvSpPr>
          <p:spPr>
            <a:xfrm>
              <a:off x="251460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8155403-F2DC-401A-4DEC-F4E855EE778C}"/>
                </a:ext>
              </a:extLst>
            </p:cNvPr>
            <p:cNvSpPr/>
            <p:nvPr/>
          </p:nvSpPr>
          <p:spPr>
            <a:xfrm>
              <a:off x="4357687" y="3338512"/>
              <a:ext cx="180975" cy="18097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8ABC6891-F133-FF95-6CFE-7C0CF239DBB9}"/>
              </a:ext>
            </a:extLst>
          </p:cNvPr>
          <p:cNvSpPr/>
          <p:nvPr/>
        </p:nvSpPr>
        <p:spPr>
          <a:xfrm>
            <a:off x="6048375" y="4486275"/>
            <a:ext cx="95250" cy="952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692A3B-1472-B5A6-0D8B-BE019E074677}"/>
              </a:ext>
            </a:extLst>
          </p:cNvPr>
          <p:cNvSpPr/>
          <p:nvPr/>
        </p:nvSpPr>
        <p:spPr>
          <a:xfrm>
            <a:off x="6036924" y="2452688"/>
            <a:ext cx="95250" cy="952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FFF224-8F44-1948-5177-8C1894E18528}"/>
              </a:ext>
            </a:extLst>
          </p:cNvPr>
          <p:cNvSpPr txBox="1"/>
          <p:nvPr/>
        </p:nvSpPr>
        <p:spPr>
          <a:xfrm>
            <a:off x="4357687" y="2660650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ivecA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8EA030-099B-57F4-29AD-CE6D8ADCA685}"/>
              </a:ext>
            </a:extLst>
          </p:cNvPr>
          <p:cNvSpPr txBox="1"/>
          <p:nvPr/>
        </p:nvSpPr>
        <p:spPr>
          <a:xfrm>
            <a:off x="4448174" y="4003715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ivecB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BF03993-3097-DEA4-D653-FA00EA2A856E}"/>
              </a:ext>
            </a:extLst>
          </p:cNvPr>
          <p:cNvCxnSpPr>
            <a:cxnSpLocks/>
          </p:cNvCxnSpPr>
          <p:nvPr/>
        </p:nvCxnSpPr>
        <p:spPr>
          <a:xfrm>
            <a:off x="6086475" y="2533989"/>
            <a:ext cx="11451" cy="1966235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AC17541-20EB-E566-97A6-4470678C1FB6}"/>
              </a:ext>
            </a:extLst>
          </p:cNvPr>
          <p:cNvCxnSpPr>
            <a:stCxn id="6" idx="6"/>
          </p:cNvCxnSpPr>
          <p:nvPr/>
        </p:nvCxnSpPr>
        <p:spPr>
          <a:xfrm>
            <a:off x="4538662" y="3429000"/>
            <a:ext cx="1547813" cy="0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EB410F6-9BA9-B67D-A2C4-91E3E11FA4C8}"/>
              </a:ext>
            </a:extLst>
          </p:cNvPr>
          <p:cNvSpPr txBox="1"/>
          <p:nvPr/>
        </p:nvSpPr>
        <p:spPr>
          <a:xfrm>
            <a:off x="4910136" y="3052953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Ovec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0E05B57-2180-9F50-3533-E4838613972C}"/>
              </a:ext>
            </a:extLst>
          </p:cNvPr>
          <p:cNvCxnSpPr>
            <a:cxnSpLocks/>
          </p:cNvCxnSpPr>
          <p:nvPr/>
        </p:nvCxnSpPr>
        <p:spPr>
          <a:xfrm>
            <a:off x="6084549" y="3422285"/>
            <a:ext cx="297201" cy="0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BBBE22E-4A58-2CB9-4CE8-AF46B40C824E}"/>
              </a:ext>
            </a:extLst>
          </p:cNvPr>
          <p:cNvSpPr txBox="1"/>
          <p:nvPr/>
        </p:nvSpPr>
        <p:spPr>
          <a:xfrm>
            <a:off x="6393486" y="3237619"/>
            <a:ext cx="59310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chemeClr val="accent2"/>
                  </a:solidFill>
                </a:ln>
              </a:rPr>
              <a:t>R1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054FC19-164E-2644-30C6-924B75BC73A8}"/>
              </a:ext>
            </a:extLst>
          </p:cNvPr>
          <p:cNvGrpSpPr/>
          <p:nvPr/>
        </p:nvGrpSpPr>
        <p:grpSpPr>
          <a:xfrm>
            <a:off x="408040" y="2300730"/>
            <a:ext cx="828000" cy="266040"/>
            <a:chOff x="408040" y="2300730"/>
            <a:chExt cx="828000" cy="2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1FEA28B-1AB7-0FAC-F528-12C11BAA9F32}"/>
                    </a:ext>
                  </a:extLst>
                </p14:cNvPr>
                <p14:cNvContentPartPr/>
                <p14:nvPr/>
              </p14:nvContentPartPr>
              <p14:xfrm>
                <a:off x="916720" y="2414130"/>
                <a:ext cx="110520" cy="119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1FEA28B-1AB7-0FAC-F528-12C11BAA9F3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12400" y="2409810"/>
                  <a:ext cx="1191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37C19D0-9C53-4FD0-4FB6-63A502AB607F}"/>
                    </a:ext>
                  </a:extLst>
                </p14:cNvPr>
                <p14:cNvContentPartPr/>
                <p14:nvPr/>
              </p14:nvContentPartPr>
              <p14:xfrm>
                <a:off x="899080" y="2339610"/>
                <a:ext cx="120240" cy="1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37C19D0-9C53-4FD0-4FB6-63A502AB607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4760" y="2335290"/>
                  <a:ext cx="1288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93E705B-A1A5-D8D9-5E89-9E5BDC450EEA}"/>
                    </a:ext>
                  </a:extLst>
                </p14:cNvPr>
                <p14:cNvContentPartPr/>
                <p14:nvPr/>
              </p14:nvContentPartPr>
              <p14:xfrm>
                <a:off x="981520" y="2300730"/>
                <a:ext cx="82800" cy="64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93E705B-A1A5-D8D9-5E89-9E5BDC450EE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7200" y="2296410"/>
                  <a:ext cx="914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072244D-4E50-7FDD-BAE2-C7E247F444D9}"/>
                    </a:ext>
                  </a:extLst>
                </p14:cNvPr>
                <p14:cNvContentPartPr/>
                <p14:nvPr/>
              </p14:nvContentPartPr>
              <p14:xfrm>
                <a:off x="835360" y="2330250"/>
                <a:ext cx="17280" cy="236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072244D-4E50-7FDD-BAE2-C7E247F444D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1040" y="2325930"/>
                  <a:ext cx="25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0154140-900B-0D6B-95E1-C6EB03F96F85}"/>
                    </a:ext>
                  </a:extLst>
                </p14:cNvPr>
                <p14:cNvContentPartPr/>
                <p14:nvPr/>
              </p14:nvContentPartPr>
              <p14:xfrm>
                <a:off x="793960" y="2350050"/>
                <a:ext cx="12960" cy="186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0154140-900B-0D6B-95E1-C6EB03F96F8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9640" y="2345730"/>
                  <a:ext cx="216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C559AE8-C84A-D78D-514D-C00FB85A4250}"/>
                    </a:ext>
                  </a:extLst>
                </p14:cNvPr>
                <p14:cNvContentPartPr/>
                <p14:nvPr/>
              </p14:nvContentPartPr>
              <p14:xfrm>
                <a:off x="1141720" y="2331330"/>
                <a:ext cx="10800" cy="220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C559AE8-C84A-D78D-514D-C00FB85A425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37400" y="2327010"/>
                  <a:ext cx="194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D2FF656-BFA1-30F7-3446-5AA850E591AD}"/>
                    </a:ext>
                  </a:extLst>
                </p14:cNvPr>
                <p14:cNvContentPartPr/>
                <p14:nvPr/>
              </p14:nvContentPartPr>
              <p14:xfrm>
                <a:off x="1214440" y="2332050"/>
                <a:ext cx="21600" cy="178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D2FF656-BFA1-30F7-3446-5AA850E591A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10120" y="2327730"/>
                  <a:ext cx="302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ECB2021-D997-32BA-D553-1B63686061B6}"/>
                    </a:ext>
                  </a:extLst>
                </p14:cNvPr>
                <p14:cNvContentPartPr/>
                <p14:nvPr/>
              </p14:nvContentPartPr>
              <p14:xfrm>
                <a:off x="440440" y="2378130"/>
                <a:ext cx="17280" cy="153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ECB2021-D997-32BA-D553-1B63686061B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6120" y="2373810"/>
                  <a:ext cx="259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17FDB9A-F88D-3CDB-2C7E-E70911B9A103}"/>
                    </a:ext>
                  </a:extLst>
                </p14:cNvPr>
                <p14:cNvContentPartPr/>
                <p14:nvPr/>
              </p14:nvContentPartPr>
              <p14:xfrm>
                <a:off x="408040" y="2351130"/>
                <a:ext cx="138600" cy="180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17FDB9A-F88D-3CDB-2C7E-E70911B9A10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03720" y="2346810"/>
                  <a:ext cx="147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C94FB7B-B48C-95C9-7FBE-45AA54E70FA8}"/>
                    </a:ext>
                  </a:extLst>
                </p14:cNvPr>
                <p14:cNvContentPartPr/>
                <p14:nvPr/>
              </p14:nvContentPartPr>
              <p14:xfrm>
                <a:off x="583000" y="2435010"/>
                <a:ext cx="101880" cy="13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C94FB7B-B48C-95C9-7FBE-45AA54E70FA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78680" y="2430690"/>
                  <a:ext cx="11052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124B525-3D72-9D9E-D42E-98AEBFAC104F}"/>
              </a:ext>
            </a:extLst>
          </p:cNvPr>
          <p:cNvGrpSpPr/>
          <p:nvPr/>
        </p:nvGrpSpPr>
        <p:grpSpPr>
          <a:xfrm>
            <a:off x="1376440" y="2327370"/>
            <a:ext cx="507960" cy="169560"/>
            <a:chOff x="1376440" y="2327370"/>
            <a:chExt cx="507960" cy="16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73A40E5-4384-7E08-A9F5-29F8ABE3305D}"/>
                    </a:ext>
                  </a:extLst>
                </p14:cNvPr>
                <p14:cNvContentPartPr/>
                <p14:nvPr/>
              </p14:nvContentPartPr>
              <p14:xfrm>
                <a:off x="1376440" y="2417370"/>
                <a:ext cx="91080" cy="18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73A40E5-4384-7E08-A9F5-29F8ABE3305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72120" y="2413050"/>
                  <a:ext cx="99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CB67FFA-02B7-46EA-1911-690791C9F10B}"/>
                    </a:ext>
                  </a:extLst>
                </p14:cNvPr>
                <p14:cNvContentPartPr/>
                <p14:nvPr/>
              </p14:nvContentPartPr>
              <p14:xfrm>
                <a:off x="1408480" y="2463810"/>
                <a:ext cx="86400" cy="29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CB67FFA-02B7-46EA-1911-690791C9F10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404160" y="2459490"/>
                  <a:ext cx="95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72FBC28-5696-85D6-B488-C0D808A523A3}"/>
                    </a:ext>
                  </a:extLst>
                </p14:cNvPr>
                <p14:cNvContentPartPr/>
                <p14:nvPr/>
              </p14:nvContentPartPr>
              <p14:xfrm>
                <a:off x="1606120" y="2327370"/>
                <a:ext cx="129600" cy="169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72FBC28-5696-85D6-B488-C0D808A523A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601800" y="2323050"/>
                  <a:ext cx="1382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181A815-5982-EE14-C728-E8BE121C609E}"/>
                    </a:ext>
                  </a:extLst>
                </p14:cNvPr>
                <p14:cNvContentPartPr/>
                <p14:nvPr/>
              </p14:nvContentPartPr>
              <p14:xfrm>
                <a:off x="1604680" y="2459850"/>
                <a:ext cx="118080" cy="25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181A815-5982-EE14-C728-E8BE121C609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00360" y="2455530"/>
                  <a:ext cx="126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A18CC85-1888-DEA8-170B-45899B55E53B}"/>
                    </a:ext>
                  </a:extLst>
                </p14:cNvPr>
                <p14:cNvContentPartPr/>
                <p14:nvPr/>
              </p14:nvContentPartPr>
              <p14:xfrm>
                <a:off x="1769560" y="2328810"/>
                <a:ext cx="114840" cy="155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A18CC85-1888-DEA8-170B-45899B55E53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65240" y="2324490"/>
                  <a:ext cx="123480" cy="164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03615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E4941-AE35-76C8-9214-8BADEDFDC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B5FC64-A384-2A5C-CD60-46B5A28FDDA3}"/>
              </a:ext>
            </a:extLst>
          </p:cNvPr>
          <p:cNvCxnSpPr>
            <a:cxnSpLocks/>
          </p:cNvCxnSpPr>
          <p:nvPr/>
        </p:nvCxnSpPr>
        <p:spPr>
          <a:xfrm flipV="1">
            <a:off x="4478959" y="3425641"/>
            <a:ext cx="1338263" cy="6715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1428F3-4596-61B4-929C-0D43CD98579E}"/>
              </a:ext>
            </a:extLst>
          </p:cNvPr>
          <p:cNvCxnSpPr>
            <a:cxnSpLocks/>
            <a:stCxn id="6" idx="5"/>
            <a:endCxn id="9" idx="2"/>
          </p:cNvCxnSpPr>
          <p:nvPr/>
        </p:nvCxnSpPr>
        <p:spPr>
          <a:xfrm>
            <a:off x="4512159" y="3492984"/>
            <a:ext cx="1536216" cy="1040916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CAF4C4-DEF7-578A-37D4-D74352027D03}"/>
              </a:ext>
            </a:extLst>
          </p:cNvPr>
          <p:cNvCxnSpPr>
            <a:cxnSpLocks/>
          </p:cNvCxnSpPr>
          <p:nvPr/>
        </p:nvCxnSpPr>
        <p:spPr>
          <a:xfrm flipV="1">
            <a:off x="4419600" y="2505075"/>
            <a:ext cx="1614149" cy="923925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6BC789-8C11-01F0-9D9F-E7BA83C7BDD3}"/>
              </a:ext>
            </a:extLst>
          </p:cNvPr>
          <p:cNvGrpSpPr/>
          <p:nvPr/>
        </p:nvGrpSpPr>
        <p:grpSpPr>
          <a:xfrm>
            <a:off x="5810250" y="1581150"/>
            <a:ext cx="3867150" cy="3867150"/>
            <a:chOff x="5810250" y="1581150"/>
            <a:chExt cx="3867150" cy="38671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FBD1FA9-7AC3-D622-5009-1A6B5E9F3B06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E3451F4-11C6-F02A-38ED-D73DAF000019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46B12C5-BC37-2704-33D0-558992AC12BF}"/>
              </a:ext>
            </a:extLst>
          </p:cNvPr>
          <p:cNvGrpSpPr/>
          <p:nvPr/>
        </p:nvGrpSpPr>
        <p:grpSpPr>
          <a:xfrm>
            <a:off x="2514600" y="1581150"/>
            <a:ext cx="3867150" cy="3867150"/>
            <a:chOff x="2514600" y="1581150"/>
            <a:chExt cx="3867150" cy="386715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CA9616B-08B1-A363-95E8-F3EAC0789EC9}"/>
                </a:ext>
              </a:extLst>
            </p:cNvPr>
            <p:cNvSpPr/>
            <p:nvPr/>
          </p:nvSpPr>
          <p:spPr>
            <a:xfrm>
              <a:off x="251460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A10429-13CD-1D37-2D48-7501FE99978C}"/>
                </a:ext>
              </a:extLst>
            </p:cNvPr>
            <p:cNvSpPr/>
            <p:nvPr/>
          </p:nvSpPr>
          <p:spPr>
            <a:xfrm>
              <a:off x="4357687" y="3338512"/>
              <a:ext cx="180975" cy="18097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02812C13-3F52-B1AD-EAEE-13D501F8D4BA}"/>
              </a:ext>
            </a:extLst>
          </p:cNvPr>
          <p:cNvSpPr/>
          <p:nvPr/>
        </p:nvSpPr>
        <p:spPr>
          <a:xfrm>
            <a:off x="6048375" y="4486275"/>
            <a:ext cx="95250" cy="952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8A83C3-279E-7FCD-DCB5-DBFC07415D3D}"/>
              </a:ext>
            </a:extLst>
          </p:cNvPr>
          <p:cNvSpPr/>
          <p:nvPr/>
        </p:nvSpPr>
        <p:spPr>
          <a:xfrm>
            <a:off x="6036924" y="2452688"/>
            <a:ext cx="95250" cy="952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5FE850-A535-5CBE-A3A8-C5A0DBDBD40F}"/>
              </a:ext>
            </a:extLst>
          </p:cNvPr>
          <p:cNvSpPr txBox="1"/>
          <p:nvPr/>
        </p:nvSpPr>
        <p:spPr>
          <a:xfrm>
            <a:off x="4357687" y="2660650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ivecA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48642B-66CB-6944-22AF-16A6B0423640}"/>
              </a:ext>
            </a:extLst>
          </p:cNvPr>
          <p:cNvSpPr txBox="1"/>
          <p:nvPr/>
        </p:nvSpPr>
        <p:spPr>
          <a:xfrm>
            <a:off x="4448174" y="4003715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ivecB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85FA1C-7E87-C2E8-CE23-EB7DF2A0F8F2}"/>
              </a:ext>
            </a:extLst>
          </p:cNvPr>
          <p:cNvSpPr txBox="1"/>
          <p:nvPr/>
        </p:nvSpPr>
        <p:spPr>
          <a:xfrm>
            <a:off x="4907347" y="3029140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Pvec</a:t>
            </a:r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8CE2C44-39A5-88B4-14BE-288C468B0456}"/>
              </a:ext>
            </a:extLst>
          </p:cNvPr>
          <p:cNvGrpSpPr/>
          <p:nvPr/>
        </p:nvGrpSpPr>
        <p:grpSpPr>
          <a:xfrm>
            <a:off x="408040" y="2300730"/>
            <a:ext cx="828000" cy="266040"/>
            <a:chOff x="408040" y="2300730"/>
            <a:chExt cx="828000" cy="2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1294413-406B-7DD9-C06F-E77690A9BDD3}"/>
                    </a:ext>
                  </a:extLst>
                </p14:cNvPr>
                <p14:cNvContentPartPr/>
                <p14:nvPr/>
              </p14:nvContentPartPr>
              <p14:xfrm>
                <a:off x="916720" y="2414130"/>
                <a:ext cx="110520" cy="119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1294413-406B-7DD9-C06F-E77690A9BDD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12400" y="2409810"/>
                  <a:ext cx="1191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3C915D-D8AA-153D-4DF1-C71D227D230B}"/>
                    </a:ext>
                  </a:extLst>
                </p14:cNvPr>
                <p14:cNvContentPartPr/>
                <p14:nvPr/>
              </p14:nvContentPartPr>
              <p14:xfrm>
                <a:off x="899080" y="2339610"/>
                <a:ext cx="120240" cy="1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3C915D-D8AA-153D-4DF1-C71D227D230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4760" y="2335290"/>
                  <a:ext cx="1288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86B0D75-63ED-5FF4-326F-30C6582B3502}"/>
                    </a:ext>
                  </a:extLst>
                </p14:cNvPr>
                <p14:cNvContentPartPr/>
                <p14:nvPr/>
              </p14:nvContentPartPr>
              <p14:xfrm>
                <a:off x="981520" y="2300730"/>
                <a:ext cx="82800" cy="64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86B0D75-63ED-5FF4-326F-30C6582B350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7200" y="2296410"/>
                  <a:ext cx="914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17DDFE4-487D-B136-AFE8-A8207C93E4AD}"/>
                    </a:ext>
                  </a:extLst>
                </p14:cNvPr>
                <p14:cNvContentPartPr/>
                <p14:nvPr/>
              </p14:nvContentPartPr>
              <p14:xfrm>
                <a:off x="835360" y="2330250"/>
                <a:ext cx="17280" cy="236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17DDFE4-487D-B136-AFE8-A8207C93E4A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1040" y="2325937"/>
                  <a:ext cx="25920" cy="2451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F7785BD-CAD0-79B1-B09D-24EF6F518216}"/>
                    </a:ext>
                  </a:extLst>
                </p14:cNvPr>
                <p14:cNvContentPartPr/>
                <p14:nvPr/>
              </p14:nvContentPartPr>
              <p14:xfrm>
                <a:off x="793960" y="2350050"/>
                <a:ext cx="12960" cy="186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F7785BD-CAD0-79B1-B09D-24EF6F51821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9517" y="2345730"/>
                  <a:ext cx="21847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93319B4-D7D1-70C0-04C1-C4A9C575DCF0}"/>
                    </a:ext>
                  </a:extLst>
                </p14:cNvPr>
                <p14:cNvContentPartPr/>
                <p14:nvPr/>
              </p14:nvContentPartPr>
              <p14:xfrm>
                <a:off x="1141720" y="2331330"/>
                <a:ext cx="10800" cy="220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93319B4-D7D1-70C0-04C1-C4A9C575DCF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37400" y="2327010"/>
                  <a:ext cx="194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988BEEF-0258-8DDF-E7B3-AE3F6207BA20}"/>
                    </a:ext>
                  </a:extLst>
                </p14:cNvPr>
                <p14:cNvContentPartPr/>
                <p14:nvPr/>
              </p14:nvContentPartPr>
              <p14:xfrm>
                <a:off x="1214440" y="2332050"/>
                <a:ext cx="21600" cy="178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988BEEF-0258-8DDF-E7B3-AE3F6207BA2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10120" y="2327730"/>
                  <a:ext cx="302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860E691-479A-B80A-112B-E08E67C2C83D}"/>
                    </a:ext>
                  </a:extLst>
                </p14:cNvPr>
                <p14:cNvContentPartPr/>
                <p14:nvPr/>
              </p14:nvContentPartPr>
              <p14:xfrm>
                <a:off x="440440" y="2378130"/>
                <a:ext cx="17280" cy="153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860E691-479A-B80A-112B-E08E67C2C83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6028" y="2373800"/>
                  <a:ext cx="26104" cy="1616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4EC6FF-3534-C8C7-B57A-FE123301E810}"/>
                    </a:ext>
                  </a:extLst>
                </p14:cNvPr>
                <p14:cNvContentPartPr/>
                <p14:nvPr/>
              </p14:nvContentPartPr>
              <p14:xfrm>
                <a:off x="408040" y="2351130"/>
                <a:ext cx="138600" cy="180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4EC6FF-3534-C8C7-B57A-FE123301E81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03731" y="2346810"/>
                  <a:ext cx="147218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29D99CB-55EB-4FC0-5CA0-F0E6BA3E53C0}"/>
                    </a:ext>
                  </a:extLst>
                </p14:cNvPr>
                <p14:cNvContentPartPr/>
                <p14:nvPr/>
              </p14:nvContentPartPr>
              <p14:xfrm>
                <a:off x="583000" y="2435010"/>
                <a:ext cx="101880" cy="13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29D99CB-55EB-4FC0-5CA0-F0E6BA3E53C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78680" y="2430690"/>
                  <a:ext cx="11052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EA0B168-FD8D-8085-7A00-1674B353C41C}"/>
              </a:ext>
            </a:extLst>
          </p:cNvPr>
          <p:cNvGrpSpPr/>
          <p:nvPr/>
        </p:nvGrpSpPr>
        <p:grpSpPr>
          <a:xfrm>
            <a:off x="1376440" y="2327370"/>
            <a:ext cx="507960" cy="169560"/>
            <a:chOff x="1376440" y="2327370"/>
            <a:chExt cx="507960" cy="16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C78EE96-B1E2-4618-E5AB-37EAE03A37FE}"/>
                    </a:ext>
                  </a:extLst>
                </p14:cNvPr>
                <p14:cNvContentPartPr/>
                <p14:nvPr/>
              </p14:nvContentPartPr>
              <p14:xfrm>
                <a:off x="1376440" y="2417370"/>
                <a:ext cx="91080" cy="18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C78EE96-B1E2-4618-E5AB-37EAE03A37F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72120" y="2413050"/>
                  <a:ext cx="99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3F4982C-A908-48D2-09E4-30941F9610ED}"/>
                    </a:ext>
                  </a:extLst>
                </p14:cNvPr>
                <p14:cNvContentPartPr/>
                <p14:nvPr/>
              </p14:nvContentPartPr>
              <p14:xfrm>
                <a:off x="1408480" y="2463810"/>
                <a:ext cx="86400" cy="29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3F4982C-A908-48D2-09E4-30941F9610E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404160" y="2459490"/>
                  <a:ext cx="95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8646EF7-A3BC-4280-A4A2-F94AE0AFA7DF}"/>
                    </a:ext>
                  </a:extLst>
                </p14:cNvPr>
                <p14:cNvContentPartPr/>
                <p14:nvPr/>
              </p14:nvContentPartPr>
              <p14:xfrm>
                <a:off x="1606120" y="2327370"/>
                <a:ext cx="129600" cy="169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8646EF7-A3BC-4280-A4A2-F94AE0AFA7D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601800" y="2323050"/>
                  <a:ext cx="1382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D2C6915-DB75-733F-A0D7-DB6C0CD3B34A}"/>
                    </a:ext>
                  </a:extLst>
                </p14:cNvPr>
                <p14:cNvContentPartPr/>
                <p14:nvPr/>
              </p14:nvContentPartPr>
              <p14:xfrm>
                <a:off x="1604680" y="2459850"/>
                <a:ext cx="118080" cy="25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D2C6915-DB75-733F-A0D7-DB6C0CD3B34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00360" y="2455589"/>
                  <a:ext cx="126720" cy="34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8AC62BA-515B-F3BB-40F5-E9EDB6471E9E}"/>
                    </a:ext>
                  </a:extLst>
                </p14:cNvPr>
                <p14:cNvContentPartPr/>
                <p14:nvPr/>
              </p14:nvContentPartPr>
              <p14:xfrm>
                <a:off x="1769560" y="2328810"/>
                <a:ext cx="114840" cy="155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8AC62BA-515B-F3BB-40F5-E9EDB6471E9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65240" y="2324490"/>
                  <a:ext cx="12348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EC3CEF9-9AA9-ECA1-0D9C-B688097562A4}"/>
              </a:ext>
            </a:extLst>
          </p:cNvPr>
          <p:cNvGrpSpPr/>
          <p:nvPr/>
        </p:nvGrpSpPr>
        <p:grpSpPr>
          <a:xfrm>
            <a:off x="580440" y="2826270"/>
            <a:ext cx="565200" cy="336600"/>
            <a:chOff x="580440" y="2826270"/>
            <a:chExt cx="56520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554E845-62D9-C95F-C321-3DADD2BAAD11}"/>
                    </a:ext>
                  </a:extLst>
                </p14:cNvPr>
                <p14:cNvContentPartPr/>
                <p14:nvPr/>
              </p14:nvContentPartPr>
              <p14:xfrm>
                <a:off x="607440" y="2942550"/>
                <a:ext cx="44640" cy="220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554E845-62D9-C95F-C321-3DADD2BAAD1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03120" y="2938230"/>
                  <a:ext cx="53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63ADBB3-ED68-6773-5F3F-3714D52228FE}"/>
                    </a:ext>
                  </a:extLst>
                </p14:cNvPr>
                <p14:cNvContentPartPr/>
                <p14:nvPr/>
              </p14:nvContentPartPr>
              <p14:xfrm>
                <a:off x="717600" y="2977110"/>
                <a:ext cx="179640" cy="147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63ADBB3-ED68-6773-5F3F-3714D52228F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3280" y="2972790"/>
                  <a:ext cx="1882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FAB39E5-CFF8-F12E-1B77-EBECBF1632B9}"/>
                    </a:ext>
                  </a:extLst>
                </p14:cNvPr>
                <p14:cNvContentPartPr/>
                <p14:nvPr/>
              </p14:nvContentPartPr>
              <p14:xfrm>
                <a:off x="727320" y="2895750"/>
                <a:ext cx="143640" cy="13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FAB39E5-CFF8-F12E-1B77-EBECBF1632B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3000" y="2891430"/>
                  <a:ext cx="1522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89E1610-33AC-3C62-71E7-9D857784D74A}"/>
                    </a:ext>
                  </a:extLst>
                </p14:cNvPr>
                <p14:cNvContentPartPr/>
                <p14:nvPr/>
              </p14:nvContentPartPr>
              <p14:xfrm>
                <a:off x="784920" y="2826270"/>
                <a:ext cx="146160" cy="79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89E1610-33AC-3C62-71E7-9D857784D74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80600" y="2821950"/>
                  <a:ext cx="1548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5FCF30C-BE4C-40FB-42E1-662F1CFDC39D}"/>
                    </a:ext>
                  </a:extLst>
                </p14:cNvPr>
                <p14:cNvContentPartPr/>
                <p14:nvPr/>
              </p14:nvContentPartPr>
              <p14:xfrm>
                <a:off x="980400" y="2952270"/>
                <a:ext cx="30960" cy="184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5FCF30C-BE4C-40FB-42E1-662F1CFDC39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6080" y="2947950"/>
                  <a:ext cx="396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0539589-25FB-F280-7F40-B42F6C659A1D}"/>
                    </a:ext>
                  </a:extLst>
                </p14:cNvPr>
                <p14:cNvContentPartPr/>
                <p14:nvPr/>
              </p14:nvContentPartPr>
              <p14:xfrm>
                <a:off x="580440" y="2920230"/>
                <a:ext cx="33480" cy="238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0539589-25FB-F280-7F40-B42F6C659A1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76120" y="2915910"/>
                  <a:ext cx="421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D6E0AAB-247D-F821-3F45-7BDA2F414F3A}"/>
                    </a:ext>
                  </a:extLst>
                </p14:cNvPr>
                <p14:cNvContentPartPr/>
                <p14:nvPr/>
              </p14:nvContentPartPr>
              <p14:xfrm>
                <a:off x="1122600" y="2954430"/>
                <a:ext cx="23040" cy="178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D6E0AAB-247D-F821-3F45-7BDA2F414F3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18280" y="2950110"/>
                  <a:ext cx="3168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1B646F3-7478-7DB0-27D2-3CE80A9F8C24}"/>
              </a:ext>
            </a:extLst>
          </p:cNvPr>
          <p:cNvGrpSpPr/>
          <p:nvPr/>
        </p:nvGrpSpPr>
        <p:grpSpPr>
          <a:xfrm>
            <a:off x="621840" y="4149270"/>
            <a:ext cx="499320" cy="158040"/>
            <a:chOff x="621840" y="4149270"/>
            <a:chExt cx="49932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F7ADF89-5960-8DC4-992A-2FB581A06128}"/>
                    </a:ext>
                  </a:extLst>
                </p14:cNvPr>
                <p14:cNvContentPartPr/>
                <p14:nvPr/>
              </p14:nvContentPartPr>
              <p14:xfrm>
                <a:off x="621840" y="4149270"/>
                <a:ext cx="164520" cy="138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F7ADF89-5960-8DC4-992A-2FB581A0612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17520" y="4144950"/>
                  <a:ext cx="1731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0EBADF2-2249-A0BA-1A17-A0017B4CCD35}"/>
                    </a:ext>
                  </a:extLst>
                </p14:cNvPr>
                <p14:cNvContentPartPr/>
                <p14:nvPr/>
              </p14:nvContentPartPr>
              <p14:xfrm>
                <a:off x="925680" y="4153230"/>
                <a:ext cx="114480" cy="96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0EBADF2-2249-A0BA-1A17-A0017B4CCD3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21360" y="4148910"/>
                  <a:ext cx="1231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084B716-8F63-8667-A380-CE6FB7A246B1}"/>
                    </a:ext>
                  </a:extLst>
                </p14:cNvPr>
                <p14:cNvContentPartPr/>
                <p14:nvPr/>
              </p14:nvContentPartPr>
              <p14:xfrm>
                <a:off x="957360" y="4284270"/>
                <a:ext cx="163800" cy="23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084B716-8F63-8667-A380-CE6FB7A246B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53040" y="4279950"/>
                  <a:ext cx="17244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F896D56-5ABD-5A35-D8D8-D7E412DBBACF}"/>
              </a:ext>
            </a:extLst>
          </p:cNvPr>
          <p:cNvGrpSpPr/>
          <p:nvPr/>
        </p:nvGrpSpPr>
        <p:grpSpPr>
          <a:xfrm>
            <a:off x="1228080" y="4142430"/>
            <a:ext cx="516240" cy="191520"/>
            <a:chOff x="1228080" y="4142430"/>
            <a:chExt cx="516240" cy="19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3823058-0500-85AD-99D1-F177AE954DDF}"/>
                    </a:ext>
                  </a:extLst>
                </p14:cNvPr>
                <p14:cNvContentPartPr/>
                <p14:nvPr/>
              </p14:nvContentPartPr>
              <p14:xfrm>
                <a:off x="1228080" y="4142430"/>
                <a:ext cx="173160" cy="138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3823058-0500-85AD-99D1-F177AE954DD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223760" y="4138110"/>
                  <a:ext cx="1818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5712E9B-B7B3-96E8-2C6E-8A27AA24336D}"/>
                    </a:ext>
                  </a:extLst>
                </p14:cNvPr>
                <p14:cNvContentPartPr/>
                <p14:nvPr/>
              </p14:nvContentPartPr>
              <p14:xfrm>
                <a:off x="1242120" y="4194630"/>
                <a:ext cx="127080" cy="97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5712E9B-B7B3-96E8-2C6E-8A27AA24336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237800" y="4190310"/>
                  <a:ext cx="135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E34CB42-EC84-513A-0F4D-76F876CE0B37}"/>
                    </a:ext>
                  </a:extLst>
                </p14:cNvPr>
                <p14:cNvContentPartPr/>
                <p14:nvPr/>
              </p14:nvContentPartPr>
              <p14:xfrm>
                <a:off x="1538760" y="4156470"/>
                <a:ext cx="119880" cy="113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E34CB42-EC84-513A-0F4D-76F876CE0B3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534440" y="4152150"/>
                  <a:ext cx="1285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720F747-0E1E-1E37-14B1-140369457D79}"/>
                    </a:ext>
                  </a:extLst>
                </p14:cNvPr>
                <p14:cNvContentPartPr/>
                <p14:nvPr/>
              </p14:nvContentPartPr>
              <p14:xfrm>
                <a:off x="1594920" y="4289310"/>
                <a:ext cx="149400" cy="44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720F747-0E1E-1E37-14B1-140369457D7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90600" y="4284990"/>
                  <a:ext cx="15804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52A2B7A-3B16-DA52-9695-2609C194E9DC}"/>
              </a:ext>
            </a:extLst>
          </p:cNvPr>
          <p:cNvGrpSpPr/>
          <p:nvPr/>
        </p:nvGrpSpPr>
        <p:grpSpPr>
          <a:xfrm>
            <a:off x="1904160" y="4122630"/>
            <a:ext cx="359280" cy="194400"/>
            <a:chOff x="1904160" y="4122630"/>
            <a:chExt cx="35928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65A6166-DB2D-B922-7717-C49140C1B524}"/>
                    </a:ext>
                  </a:extLst>
                </p14:cNvPr>
                <p14:cNvContentPartPr/>
                <p14:nvPr/>
              </p14:nvContentPartPr>
              <p14:xfrm>
                <a:off x="1904160" y="4122630"/>
                <a:ext cx="36720" cy="194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65A6166-DB2D-B922-7717-C49140C1B52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899840" y="4118310"/>
                  <a:ext cx="45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10267AF-27F0-ED76-DFC7-BDCEE2D87379}"/>
                    </a:ext>
                  </a:extLst>
                </p14:cNvPr>
                <p14:cNvContentPartPr/>
                <p14:nvPr/>
              </p14:nvContentPartPr>
              <p14:xfrm>
                <a:off x="2018280" y="4268430"/>
                <a:ext cx="29520" cy="406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10267AF-27F0-ED76-DFC7-BDCEE2D8737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013960" y="4264110"/>
                  <a:ext cx="38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3A6D9A6-D028-1F9C-1E1E-227B818E7893}"/>
                    </a:ext>
                  </a:extLst>
                </p14:cNvPr>
                <p14:cNvContentPartPr/>
                <p14:nvPr/>
              </p14:nvContentPartPr>
              <p14:xfrm>
                <a:off x="2109360" y="4162950"/>
                <a:ext cx="154080" cy="128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3A6D9A6-D028-1F9C-1E1E-227B818E789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05040" y="4158630"/>
                  <a:ext cx="16272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4ECF4194-DF0D-F921-E05B-F9051C6369C7}"/>
              </a:ext>
            </a:extLst>
          </p:cNvPr>
          <p:cNvGrpSpPr/>
          <p:nvPr/>
        </p:nvGrpSpPr>
        <p:grpSpPr>
          <a:xfrm>
            <a:off x="1599600" y="451350"/>
            <a:ext cx="472680" cy="246960"/>
            <a:chOff x="1599600" y="451350"/>
            <a:chExt cx="472680" cy="24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8893B27-B793-E603-8F48-7EF19EAC11B8}"/>
                    </a:ext>
                  </a:extLst>
                </p14:cNvPr>
                <p14:cNvContentPartPr/>
                <p14:nvPr/>
              </p14:nvContentPartPr>
              <p14:xfrm>
                <a:off x="1599600" y="479790"/>
                <a:ext cx="43560" cy="209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8893B27-B793-E603-8F48-7EF19EAC11B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595280" y="475470"/>
                  <a:ext cx="522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D8196D1-BF8D-CC0F-58FB-92F78C3D47E9}"/>
                    </a:ext>
                  </a:extLst>
                </p14:cNvPr>
                <p14:cNvContentPartPr/>
                <p14:nvPr/>
              </p14:nvContentPartPr>
              <p14:xfrm>
                <a:off x="1767720" y="479070"/>
                <a:ext cx="38520" cy="1947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D8196D1-BF8D-CC0F-58FB-92F78C3D47E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763400" y="474750"/>
                  <a:ext cx="47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70583F0-517E-D973-9C41-E56E0B2137EA}"/>
                    </a:ext>
                  </a:extLst>
                </p14:cNvPr>
                <p14:cNvContentPartPr/>
                <p14:nvPr/>
              </p14:nvContentPartPr>
              <p14:xfrm>
                <a:off x="1743600" y="480150"/>
                <a:ext cx="184680" cy="928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70583F0-517E-D973-9C41-E56E0B2137E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739280" y="475830"/>
                  <a:ext cx="1933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AE6E328-C6CA-7072-40D7-CB4F14125583}"/>
                    </a:ext>
                  </a:extLst>
                </p14:cNvPr>
                <p14:cNvContentPartPr/>
                <p14:nvPr/>
              </p14:nvContentPartPr>
              <p14:xfrm>
                <a:off x="2011440" y="451350"/>
                <a:ext cx="60840" cy="2469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AE6E328-C6CA-7072-40D7-CB4F1412558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007120" y="447030"/>
                  <a:ext cx="6948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E5C8AA04-2B71-E44E-25BC-EBA130765A02}"/>
              </a:ext>
            </a:extLst>
          </p:cNvPr>
          <p:cNvGrpSpPr/>
          <p:nvPr/>
        </p:nvGrpSpPr>
        <p:grpSpPr>
          <a:xfrm>
            <a:off x="2343720" y="462150"/>
            <a:ext cx="618840" cy="203400"/>
            <a:chOff x="2343720" y="462150"/>
            <a:chExt cx="618840" cy="2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591F34D-A415-0905-6B37-2B0FD090EC65}"/>
                    </a:ext>
                  </a:extLst>
                </p14:cNvPr>
                <p14:cNvContentPartPr/>
                <p14:nvPr/>
              </p14:nvContentPartPr>
              <p14:xfrm>
                <a:off x="2393760" y="510390"/>
                <a:ext cx="43560" cy="153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591F34D-A415-0905-6B37-2B0FD090EC6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389440" y="506070"/>
                  <a:ext cx="522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9B975F8-8B53-8466-0E37-84DAC5317D5E}"/>
                    </a:ext>
                  </a:extLst>
                </p14:cNvPr>
                <p14:cNvContentPartPr/>
                <p14:nvPr/>
              </p14:nvContentPartPr>
              <p14:xfrm>
                <a:off x="2343720" y="462150"/>
                <a:ext cx="178920" cy="119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9B975F8-8B53-8466-0E37-84DAC5317D5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339400" y="457830"/>
                  <a:ext cx="1875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2FD1AA8-405D-8429-1BE7-11E3BBE01B48}"/>
                    </a:ext>
                  </a:extLst>
                </p14:cNvPr>
                <p14:cNvContentPartPr/>
                <p14:nvPr/>
              </p14:nvContentPartPr>
              <p14:xfrm>
                <a:off x="2571960" y="548910"/>
                <a:ext cx="127800" cy="116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2FD1AA8-405D-8429-1BE7-11E3BBE01B4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567640" y="544590"/>
                  <a:ext cx="136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F4F1473-B360-18F3-434F-A0C32B1783BB}"/>
                    </a:ext>
                  </a:extLst>
                </p14:cNvPr>
                <p14:cNvContentPartPr/>
                <p14:nvPr/>
              </p14:nvContentPartPr>
              <p14:xfrm>
                <a:off x="2709120" y="553230"/>
                <a:ext cx="82440" cy="78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F4F1473-B360-18F3-434F-A0C32B1783B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704800" y="548910"/>
                  <a:ext cx="910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0A8AD30-DAB3-F237-2FD6-7CEA5D6EB5DF}"/>
                    </a:ext>
                  </a:extLst>
                </p14:cNvPr>
                <p14:cNvContentPartPr/>
                <p14:nvPr/>
              </p14:nvContentPartPr>
              <p14:xfrm>
                <a:off x="2850600" y="555390"/>
                <a:ext cx="47520" cy="88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0A8AD30-DAB3-F237-2FD6-7CEA5D6EB5D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846280" y="551070"/>
                  <a:ext cx="561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54EC55F-C446-47F0-E911-82ACAC51F1F7}"/>
                    </a:ext>
                  </a:extLst>
                </p14:cNvPr>
                <p14:cNvContentPartPr/>
                <p14:nvPr/>
              </p14:nvContentPartPr>
              <p14:xfrm>
                <a:off x="2821440" y="578430"/>
                <a:ext cx="141120" cy="644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54EC55F-C446-47F0-E911-82ACAC51F1F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817120" y="574110"/>
                  <a:ext cx="14976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673D2321-25D0-FDD3-AE62-94E807CB4B72}"/>
              </a:ext>
            </a:extLst>
          </p:cNvPr>
          <p:cNvGrpSpPr/>
          <p:nvPr/>
        </p:nvGrpSpPr>
        <p:grpSpPr>
          <a:xfrm>
            <a:off x="3201600" y="530550"/>
            <a:ext cx="687240" cy="308520"/>
            <a:chOff x="3201600" y="530550"/>
            <a:chExt cx="68724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D1F7F39-AA89-1DDB-961C-62328C083A17}"/>
                    </a:ext>
                  </a:extLst>
                </p14:cNvPr>
                <p14:cNvContentPartPr/>
                <p14:nvPr/>
              </p14:nvContentPartPr>
              <p14:xfrm>
                <a:off x="3201600" y="530550"/>
                <a:ext cx="332280" cy="1220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D1F7F39-AA89-1DDB-961C-62328C083A1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196920" y="526230"/>
                  <a:ext cx="3409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E86F4D6-D11D-916B-8196-3C32061ED0B7}"/>
                    </a:ext>
                  </a:extLst>
                </p14:cNvPr>
                <p14:cNvContentPartPr/>
                <p14:nvPr/>
              </p14:nvContentPartPr>
              <p14:xfrm>
                <a:off x="3558360" y="592830"/>
                <a:ext cx="139320" cy="73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E86F4D6-D11D-916B-8196-3C32061ED0B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554040" y="588510"/>
                  <a:ext cx="147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152280F-B46A-A1B8-A996-BBB20D00F59C}"/>
                    </a:ext>
                  </a:extLst>
                </p14:cNvPr>
                <p14:cNvContentPartPr/>
                <p14:nvPr/>
              </p14:nvContentPartPr>
              <p14:xfrm>
                <a:off x="3709200" y="581310"/>
                <a:ext cx="179640" cy="2577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152280F-B46A-A1B8-A996-BBB20D00F59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704880" y="576990"/>
                  <a:ext cx="18828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A001B52-7CC9-DD38-22B4-4C7DFB1B42F4}"/>
              </a:ext>
            </a:extLst>
          </p:cNvPr>
          <p:cNvGrpSpPr/>
          <p:nvPr/>
        </p:nvGrpSpPr>
        <p:grpSpPr>
          <a:xfrm>
            <a:off x="1721280" y="857790"/>
            <a:ext cx="657000" cy="342360"/>
            <a:chOff x="1721280" y="857790"/>
            <a:chExt cx="657000" cy="34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B2835A7-9C87-3B63-3C99-3765FD5103EB}"/>
                    </a:ext>
                  </a:extLst>
                </p14:cNvPr>
                <p14:cNvContentPartPr/>
                <p14:nvPr/>
              </p14:nvContentPartPr>
              <p14:xfrm>
                <a:off x="1777440" y="1005390"/>
                <a:ext cx="39960" cy="1947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B2835A7-9C87-3B63-3C99-3765FD5103E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773120" y="1001070"/>
                  <a:ext cx="48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2CFA03E-7905-DE3A-AE36-E773018BD1A2}"/>
                    </a:ext>
                  </a:extLst>
                </p14:cNvPr>
                <p14:cNvContentPartPr/>
                <p14:nvPr/>
              </p14:nvContentPartPr>
              <p14:xfrm>
                <a:off x="1721280" y="985230"/>
                <a:ext cx="244440" cy="1537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2CFA03E-7905-DE3A-AE36-E773018BD1A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716960" y="980910"/>
                  <a:ext cx="2530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09BDAA8-7487-065A-DC3D-68297CD1A7C6}"/>
                    </a:ext>
                  </a:extLst>
                </p14:cNvPr>
                <p14:cNvContentPartPr/>
                <p14:nvPr/>
              </p14:nvContentPartPr>
              <p14:xfrm>
                <a:off x="1728480" y="897750"/>
                <a:ext cx="158400" cy="223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09BDAA8-7487-065A-DC3D-68297CD1A7C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724160" y="893430"/>
                  <a:ext cx="1670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44F13C7-ACCE-0520-17EE-D62A6B90FC70}"/>
                    </a:ext>
                  </a:extLst>
                </p14:cNvPr>
                <p14:cNvContentPartPr/>
                <p14:nvPr/>
              </p14:nvContentPartPr>
              <p14:xfrm>
                <a:off x="1859160" y="857790"/>
                <a:ext cx="131760" cy="1044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44F13C7-ACCE-0520-17EE-D62A6B90FC7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854840" y="853470"/>
                  <a:ext cx="1404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4A40476-E5E4-B84F-59E8-C9843650E35D}"/>
                    </a:ext>
                  </a:extLst>
                </p14:cNvPr>
                <p14:cNvContentPartPr/>
                <p14:nvPr/>
              </p14:nvContentPartPr>
              <p14:xfrm>
                <a:off x="2123760" y="976950"/>
                <a:ext cx="254520" cy="2048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4A40476-E5E4-B84F-59E8-C9843650E35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119440" y="972630"/>
                  <a:ext cx="26316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C5E23B6-1C7B-27EF-14B6-386145834ECB}"/>
              </a:ext>
            </a:extLst>
          </p:cNvPr>
          <p:cNvGrpSpPr/>
          <p:nvPr/>
        </p:nvGrpSpPr>
        <p:grpSpPr>
          <a:xfrm>
            <a:off x="2599320" y="945630"/>
            <a:ext cx="781200" cy="336600"/>
            <a:chOff x="2599320" y="945630"/>
            <a:chExt cx="78120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87D3100-E041-0613-96EF-2904A606FF87}"/>
                    </a:ext>
                  </a:extLst>
                </p14:cNvPr>
                <p14:cNvContentPartPr/>
                <p14:nvPr/>
              </p14:nvContentPartPr>
              <p14:xfrm>
                <a:off x="2599320" y="1008270"/>
                <a:ext cx="383400" cy="125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87D3100-E041-0613-96EF-2904A606FF8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595000" y="1003950"/>
                  <a:ext cx="3920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6135D11-04E2-D797-00EC-C6B20DFB2D48}"/>
                    </a:ext>
                  </a:extLst>
                </p14:cNvPr>
                <p14:cNvContentPartPr/>
                <p14:nvPr/>
              </p14:nvContentPartPr>
              <p14:xfrm>
                <a:off x="2983800" y="998910"/>
                <a:ext cx="176760" cy="283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6135D11-04E2-D797-00EC-C6B20DFB2D4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979480" y="994590"/>
                  <a:ext cx="1854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F5D7691-037C-F5A3-0E73-76DF3F67C20E}"/>
                    </a:ext>
                  </a:extLst>
                </p14:cNvPr>
                <p14:cNvContentPartPr/>
                <p14:nvPr/>
              </p14:nvContentPartPr>
              <p14:xfrm>
                <a:off x="3185760" y="945630"/>
                <a:ext cx="194760" cy="157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F5D7691-037C-F5A3-0E73-76DF3F67C20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181440" y="941310"/>
                  <a:ext cx="20340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FEC1B773-367F-E29C-B883-F06CBE8247EE}"/>
              </a:ext>
            </a:extLst>
          </p:cNvPr>
          <p:cNvGrpSpPr/>
          <p:nvPr/>
        </p:nvGrpSpPr>
        <p:grpSpPr>
          <a:xfrm>
            <a:off x="3557280" y="852750"/>
            <a:ext cx="309960" cy="250560"/>
            <a:chOff x="3557280" y="852750"/>
            <a:chExt cx="30996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B13BB82-32A1-7BB9-FB81-60B5022416CE}"/>
                    </a:ext>
                  </a:extLst>
                </p14:cNvPr>
                <p14:cNvContentPartPr/>
                <p14:nvPr/>
              </p14:nvContentPartPr>
              <p14:xfrm>
                <a:off x="3557280" y="936270"/>
                <a:ext cx="234720" cy="1670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B13BB82-32A1-7BB9-FB81-60B5022416C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552960" y="931950"/>
                  <a:ext cx="243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878E3A8-7085-EB0A-269C-A0550BFB21B5}"/>
                    </a:ext>
                  </a:extLst>
                </p14:cNvPr>
                <p14:cNvContentPartPr/>
                <p14:nvPr/>
              </p14:nvContentPartPr>
              <p14:xfrm>
                <a:off x="3560880" y="882990"/>
                <a:ext cx="194760" cy="13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878E3A8-7085-EB0A-269C-A0550BFB21B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556560" y="878670"/>
                  <a:ext cx="203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DF51561-4D61-C0C4-6A25-62DD3B6F9A29}"/>
                    </a:ext>
                  </a:extLst>
                </p14:cNvPr>
                <p14:cNvContentPartPr/>
                <p14:nvPr/>
              </p14:nvContentPartPr>
              <p14:xfrm>
                <a:off x="3692280" y="852750"/>
                <a:ext cx="174960" cy="648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DF51561-4D61-C0C4-6A25-62DD3B6F9A2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687960" y="848430"/>
                  <a:ext cx="18360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8316E78E-06B6-5A32-64BB-59B411D78D5C}"/>
              </a:ext>
            </a:extLst>
          </p:cNvPr>
          <p:cNvGrpSpPr/>
          <p:nvPr/>
        </p:nvGrpSpPr>
        <p:grpSpPr>
          <a:xfrm>
            <a:off x="1277400" y="2907270"/>
            <a:ext cx="1183320" cy="316440"/>
            <a:chOff x="1277400" y="2907270"/>
            <a:chExt cx="118332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CC7974B-CCD4-8945-C2CC-470A833D255A}"/>
                    </a:ext>
                  </a:extLst>
                </p14:cNvPr>
                <p14:cNvContentPartPr/>
                <p14:nvPr/>
              </p14:nvContentPartPr>
              <p14:xfrm>
                <a:off x="1277400" y="3065310"/>
                <a:ext cx="122400" cy="15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CC7974B-CCD4-8945-C2CC-470A833D255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273080" y="3060990"/>
                  <a:ext cx="131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0553EAE-1E96-4E02-5E6C-33F229D303D5}"/>
                    </a:ext>
                  </a:extLst>
                </p14:cNvPr>
                <p14:cNvContentPartPr/>
                <p14:nvPr/>
              </p14:nvContentPartPr>
              <p14:xfrm>
                <a:off x="1481160" y="2976390"/>
                <a:ext cx="178560" cy="165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0553EAE-1E96-4E02-5E6C-33F229D303D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476840" y="2972070"/>
                  <a:ext cx="1872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1A0AD31-EC58-2838-8A59-800248BF6C9D}"/>
                    </a:ext>
                  </a:extLst>
                </p14:cNvPr>
                <p14:cNvContentPartPr/>
                <p14:nvPr/>
              </p14:nvContentPartPr>
              <p14:xfrm>
                <a:off x="1500600" y="3135150"/>
                <a:ext cx="142920" cy="11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1A0AD31-EC58-2838-8A59-800248BF6C9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496280" y="3130830"/>
                  <a:ext cx="1515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90BA488-0615-31D1-9C8F-EAA25FC9BBB1}"/>
                    </a:ext>
                  </a:extLst>
                </p14:cNvPr>
                <p14:cNvContentPartPr/>
                <p14:nvPr/>
              </p14:nvContentPartPr>
              <p14:xfrm>
                <a:off x="1717320" y="2962710"/>
                <a:ext cx="127440" cy="195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90BA488-0615-31D1-9C8F-EAA25FC9BBB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713000" y="2958390"/>
                  <a:ext cx="1360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A220F66-2C0D-4E96-F81A-9FA2588941A5}"/>
                    </a:ext>
                  </a:extLst>
                </p14:cNvPr>
                <p14:cNvContentPartPr/>
                <p14:nvPr/>
              </p14:nvContentPartPr>
              <p14:xfrm>
                <a:off x="1949520" y="3039390"/>
                <a:ext cx="83880" cy="65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A220F66-2C0D-4E96-F81A-9FA2588941A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945200" y="3035070"/>
                  <a:ext cx="925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00FE9C3-9006-25F7-C51D-611F5FB1E3E5}"/>
                    </a:ext>
                  </a:extLst>
                </p14:cNvPr>
                <p14:cNvContentPartPr/>
                <p14:nvPr/>
              </p14:nvContentPartPr>
              <p14:xfrm>
                <a:off x="1931520" y="3126510"/>
                <a:ext cx="109440" cy="15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00FE9C3-9006-25F7-C51D-611F5FB1E3E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927200" y="3122190"/>
                  <a:ext cx="118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0F77FD1-DB4E-0042-47AE-67A99B396773}"/>
                    </a:ext>
                  </a:extLst>
                </p14:cNvPr>
                <p14:cNvContentPartPr/>
                <p14:nvPr/>
              </p14:nvContentPartPr>
              <p14:xfrm>
                <a:off x="2205480" y="2947230"/>
                <a:ext cx="13680" cy="185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0F77FD1-DB4E-0042-47AE-67A99B39677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201160" y="2942910"/>
                  <a:ext cx="223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F6A34AF-9F22-1E22-E9A3-0963ADD2DA80}"/>
                    </a:ext>
                  </a:extLst>
                </p14:cNvPr>
                <p14:cNvContentPartPr/>
                <p14:nvPr/>
              </p14:nvContentPartPr>
              <p14:xfrm>
                <a:off x="2160840" y="2909790"/>
                <a:ext cx="157680" cy="85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F6A34AF-9F22-1E22-E9A3-0963ADD2DA8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156520" y="2905470"/>
                  <a:ext cx="1663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3947C0D-8C7E-9D99-8C36-5ACD3B1E7F4F}"/>
                    </a:ext>
                  </a:extLst>
                </p14:cNvPr>
                <p14:cNvContentPartPr/>
                <p14:nvPr/>
              </p14:nvContentPartPr>
              <p14:xfrm>
                <a:off x="2087760" y="2920230"/>
                <a:ext cx="30960" cy="289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3947C0D-8C7E-9D99-8C36-5ACD3B1E7F4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083440" y="2915910"/>
                  <a:ext cx="396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4729EE0-FC55-029B-501C-AB22A00F8372}"/>
                    </a:ext>
                  </a:extLst>
                </p14:cNvPr>
                <p14:cNvContentPartPr/>
                <p14:nvPr/>
              </p14:nvContentPartPr>
              <p14:xfrm>
                <a:off x="2341920" y="2915910"/>
                <a:ext cx="23760" cy="2887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4729EE0-FC55-029B-501C-AB22A00F837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337600" y="2911590"/>
                  <a:ext cx="324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3E74E2B-7D60-F7DE-D1B8-AA47D6D63FBB}"/>
                    </a:ext>
                  </a:extLst>
                </p14:cNvPr>
                <p14:cNvContentPartPr/>
                <p14:nvPr/>
              </p14:nvContentPartPr>
              <p14:xfrm>
                <a:off x="2046720" y="2914830"/>
                <a:ext cx="54720" cy="3088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3E74E2B-7D60-F7DE-D1B8-AA47D6D63FB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042400" y="2910510"/>
                  <a:ext cx="633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2044B86-E721-F6E3-E347-B5077219DF3F}"/>
                    </a:ext>
                  </a:extLst>
                </p14:cNvPr>
                <p14:cNvContentPartPr/>
                <p14:nvPr/>
              </p14:nvContentPartPr>
              <p14:xfrm>
                <a:off x="2444520" y="2907270"/>
                <a:ext cx="16200" cy="2631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2044B86-E721-F6E3-E347-B5077219DF3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440200" y="2902950"/>
                  <a:ext cx="2484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9947040E-7D03-2DE7-2783-33F2DF4DC214}"/>
              </a:ext>
            </a:extLst>
          </p:cNvPr>
          <p:cNvGrpSpPr/>
          <p:nvPr/>
        </p:nvGrpSpPr>
        <p:grpSpPr>
          <a:xfrm>
            <a:off x="634440" y="3459510"/>
            <a:ext cx="1138320" cy="488880"/>
            <a:chOff x="634440" y="3459510"/>
            <a:chExt cx="1138320" cy="48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AE54FF2-6C94-098A-91DA-3153B91A2D82}"/>
                    </a:ext>
                  </a:extLst>
                </p14:cNvPr>
                <p14:cNvContentPartPr/>
                <p14:nvPr/>
              </p14:nvContentPartPr>
              <p14:xfrm>
                <a:off x="1400520" y="3534030"/>
                <a:ext cx="27000" cy="163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AE54FF2-6C94-098A-91DA-3153B91A2D8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396200" y="3529710"/>
                  <a:ext cx="35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D2C2ED3-F573-E79F-EEB2-4583A3332989}"/>
                    </a:ext>
                  </a:extLst>
                </p14:cNvPr>
                <p14:cNvContentPartPr/>
                <p14:nvPr/>
              </p14:nvContentPartPr>
              <p14:xfrm>
                <a:off x="1370640" y="3503430"/>
                <a:ext cx="155520" cy="108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D2C2ED3-F573-E79F-EEB2-4583A333298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366320" y="3499110"/>
                  <a:ext cx="1641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3179D45-1A07-CB27-5422-DDA2EFD72960}"/>
                    </a:ext>
                  </a:extLst>
                </p14:cNvPr>
                <p14:cNvContentPartPr/>
                <p14:nvPr/>
              </p14:nvContentPartPr>
              <p14:xfrm>
                <a:off x="1342920" y="3684150"/>
                <a:ext cx="267480" cy="91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3179D45-1A07-CB27-5422-DDA2EFD7296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338600" y="3679830"/>
                  <a:ext cx="2761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6FA9092-9E53-6AA6-4690-E4F860475852}"/>
                    </a:ext>
                  </a:extLst>
                </p14:cNvPr>
                <p14:cNvContentPartPr/>
                <p14:nvPr/>
              </p14:nvContentPartPr>
              <p14:xfrm>
                <a:off x="1464960" y="3767670"/>
                <a:ext cx="193680" cy="180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6FA9092-9E53-6AA6-4690-E4F86047585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460640" y="3763350"/>
                  <a:ext cx="202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83DB0B0-6CFC-C155-FD53-E20C2E013518}"/>
                    </a:ext>
                  </a:extLst>
                </p14:cNvPr>
                <p14:cNvContentPartPr/>
                <p14:nvPr/>
              </p14:nvContentPartPr>
              <p14:xfrm>
                <a:off x="981480" y="3759750"/>
                <a:ext cx="115200" cy="19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83DB0B0-6CFC-C155-FD53-E20C2E01351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77160" y="3755430"/>
                  <a:ext cx="123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BFEF194-321A-5EC3-3B8C-6489714B52A2}"/>
                    </a:ext>
                  </a:extLst>
                </p14:cNvPr>
                <p14:cNvContentPartPr/>
                <p14:nvPr/>
              </p14:nvContentPartPr>
              <p14:xfrm>
                <a:off x="989760" y="3832470"/>
                <a:ext cx="125280" cy="15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BFEF194-321A-5EC3-3B8C-6489714B52A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85440" y="3828150"/>
                  <a:ext cx="133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6467983-60D0-3FA3-2FA3-EC6485AF5602}"/>
                    </a:ext>
                  </a:extLst>
                </p14:cNvPr>
                <p14:cNvContentPartPr/>
                <p14:nvPr/>
              </p14:nvContentPartPr>
              <p14:xfrm>
                <a:off x="687720" y="3717270"/>
                <a:ext cx="178560" cy="164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6467983-60D0-3FA3-2FA3-EC6485AF560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83400" y="3712950"/>
                  <a:ext cx="1872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C30B8E7-0220-03B2-4D1D-60619D222549}"/>
                    </a:ext>
                  </a:extLst>
                </p14:cNvPr>
                <p14:cNvContentPartPr/>
                <p14:nvPr/>
              </p14:nvContentPartPr>
              <p14:xfrm>
                <a:off x="634440" y="3766230"/>
                <a:ext cx="191520" cy="150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C30B8E7-0220-03B2-4D1D-60619D22254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30120" y="3761910"/>
                  <a:ext cx="200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91734F8-4CFF-45D2-FA76-D51CE6EB4444}"/>
                    </a:ext>
                  </a:extLst>
                </p14:cNvPr>
                <p14:cNvContentPartPr/>
                <p14:nvPr/>
              </p14:nvContentPartPr>
              <p14:xfrm>
                <a:off x="1249320" y="3492270"/>
                <a:ext cx="88560" cy="2239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91734F8-4CFF-45D2-FA76-D51CE6EB444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245000" y="3487950"/>
                  <a:ext cx="97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4E3A625-918B-B90C-1179-BA676C7BF0AD}"/>
                    </a:ext>
                  </a:extLst>
                </p14:cNvPr>
                <p14:cNvContentPartPr/>
                <p14:nvPr/>
              </p14:nvContentPartPr>
              <p14:xfrm>
                <a:off x="1588440" y="3463830"/>
                <a:ext cx="87480" cy="2041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4E3A625-918B-B90C-1179-BA676C7BF0A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584120" y="3459510"/>
                  <a:ext cx="961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43DF6E4-4CE8-325A-5513-6B0436600F48}"/>
                    </a:ext>
                  </a:extLst>
                </p14:cNvPr>
                <p14:cNvContentPartPr/>
                <p14:nvPr/>
              </p14:nvContentPartPr>
              <p14:xfrm>
                <a:off x="1188120" y="3551310"/>
                <a:ext cx="118800" cy="2332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43DF6E4-4CE8-325A-5513-6B0436600F4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83800" y="3546990"/>
                  <a:ext cx="1274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A62D330-6817-A225-7C88-FE2ADA898C40}"/>
                    </a:ext>
                  </a:extLst>
                </p14:cNvPr>
                <p14:cNvContentPartPr/>
                <p14:nvPr/>
              </p14:nvContentPartPr>
              <p14:xfrm>
                <a:off x="1695000" y="3459510"/>
                <a:ext cx="77760" cy="2019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A62D330-6817-A225-7C88-FE2ADA898C4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690680" y="3455190"/>
                  <a:ext cx="8640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A1BCBAC1-0B40-E678-31C9-EA6DFAF73292}"/>
              </a:ext>
            </a:extLst>
          </p:cNvPr>
          <p:cNvGrpSpPr/>
          <p:nvPr/>
        </p:nvGrpSpPr>
        <p:grpSpPr>
          <a:xfrm>
            <a:off x="703920" y="4523310"/>
            <a:ext cx="1751760" cy="476280"/>
            <a:chOff x="703920" y="4523310"/>
            <a:chExt cx="1751760" cy="47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E4CF257-FB7C-810E-A85D-6A6984015D02}"/>
                    </a:ext>
                  </a:extLst>
                </p14:cNvPr>
                <p14:cNvContentPartPr/>
                <p14:nvPr/>
              </p14:nvContentPartPr>
              <p14:xfrm>
                <a:off x="703920" y="4641750"/>
                <a:ext cx="160560" cy="312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E4CF257-FB7C-810E-A85D-6A6984015D0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99600" y="4637430"/>
                  <a:ext cx="1692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9ECA5C8-1D88-9A05-C11B-1E94FC61DFB1}"/>
                    </a:ext>
                  </a:extLst>
                </p14:cNvPr>
                <p14:cNvContentPartPr/>
                <p14:nvPr/>
              </p14:nvContentPartPr>
              <p14:xfrm>
                <a:off x="964560" y="4740390"/>
                <a:ext cx="161280" cy="78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9ECA5C8-1D88-9A05-C11B-1E94FC61DFB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60240" y="4736070"/>
                  <a:ext cx="1699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6B022B5-FEE8-BA5A-C832-D8B8EF653E8E}"/>
                    </a:ext>
                  </a:extLst>
                </p14:cNvPr>
                <p14:cNvContentPartPr/>
                <p14:nvPr/>
              </p14:nvContentPartPr>
              <p14:xfrm>
                <a:off x="1244640" y="4632750"/>
                <a:ext cx="163440" cy="3668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6B022B5-FEE8-BA5A-C832-D8B8EF653E8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240320" y="4628430"/>
                  <a:ext cx="1720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9E06B3A-BFF9-53ED-3DE5-0B2426AA6E16}"/>
                    </a:ext>
                  </a:extLst>
                </p14:cNvPr>
                <p14:cNvContentPartPr/>
                <p14:nvPr/>
              </p14:nvContentPartPr>
              <p14:xfrm>
                <a:off x="1459920" y="4707990"/>
                <a:ext cx="40320" cy="100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9E06B3A-BFF9-53ED-3DE5-0B2426AA6E1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455600" y="4703670"/>
                  <a:ext cx="489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ACE89D4-A7A8-0C99-3FF2-046BB450AAE4}"/>
                    </a:ext>
                  </a:extLst>
                </p14:cNvPr>
                <p14:cNvContentPartPr/>
                <p14:nvPr/>
              </p14:nvContentPartPr>
              <p14:xfrm>
                <a:off x="1565040" y="4794030"/>
                <a:ext cx="13320" cy="288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ACE89D4-A7A8-0C99-3FF2-046BB450AAE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560720" y="4789710"/>
                  <a:ext cx="21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7202C3A-65E3-7259-5EAF-4C8405EE1A2D}"/>
                    </a:ext>
                  </a:extLst>
                </p14:cNvPr>
                <p14:cNvContentPartPr/>
                <p14:nvPr/>
              </p14:nvContentPartPr>
              <p14:xfrm>
                <a:off x="1649280" y="4697190"/>
                <a:ext cx="128160" cy="85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7202C3A-65E3-7259-5EAF-4C8405EE1A2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644960" y="4692870"/>
                  <a:ext cx="136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DA7C24B-35EB-A0A4-43F1-34098D4384C3}"/>
                    </a:ext>
                  </a:extLst>
                </p14:cNvPr>
                <p14:cNvContentPartPr/>
                <p14:nvPr/>
              </p14:nvContentPartPr>
              <p14:xfrm>
                <a:off x="1841160" y="4722750"/>
                <a:ext cx="99360" cy="16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DA7C24B-35EB-A0A4-43F1-34098D4384C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836840" y="4718430"/>
                  <a:ext cx="108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0C4A59C-3ADF-3B18-E2B7-884F5CC3CF8F}"/>
                    </a:ext>
                  </a:extLst>
                </p14:cNvPr>
                <p14:cNvContentPartPr/>
                <p14:nvPr/>
              </p14:nvContentPartPr>
              <p14:xfrm>
                <a:off x="2001720" y="4599630"/>
                <a:ext cx="155160" cy="1400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0C4A59C-3ADF-3B18-E2B7-884F5CC3CF8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997400" y="4595310"/>
                  <a:ext cx="1638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55DCCCD-5F54-B015-CC6C-298220FBDA32}"/>
                    </a:ext>
                  </a:extLst>
                </p14:cNvPr>
                <p14:cNvContentPartPr/>
                <p14:nvPr/>
              </p14:nvContentPartPr>
              <p14:xfrm>
                <a:off x="2002440" y="4768470"/>
                <a:ext cx="236160" cy="33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55DCCCD-5F54-B015-CC6C-298220FBDA3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998120" y="4764150"/>
                  <a:ext cx="2448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8267E24-8AEB-1D3D-B256-715299A8F66E}"/>
                    </a:ext>
                  </a:extLst>
                </p14:cNvPr>
                <p14:cNvContentPartPr/>
                <p14:nvPr/>
              </p14:nvContentPartPr>
              <p14:xfrm>
                <a:off x="2097120" y="4806990"/>
                <a:ext cx="218520" cy="131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8267E24-8AEB-1D3D-B256-715299A8F66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092800" y="4802670"/>
                  <a:ext cx="2271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8D2BC46-C99B-3D11-BE6A-CA7E877E2325}"/>
                    </a:ext>
                  </a:extLst>
                </p14:cNvPr>
                <p14:cNvContentPartPr/>
                <p14:nvPr/>
              </p14:nvContentPartPr>
              <p14:xfrm>
                <a:off x="2270280" y="4566150"/>
                <a:ext cx="185400" cy="340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8D2BC46-C99B-3D11-BE6A-CA7E877E232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265960" y="4561830"/>
                  <a:ext cx="1940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DA23F3E-CE1D-D889-C251-B28C0D31BA4A}"/>
                    </a:ext>
                  </a:extLst>
                </p14:cNvPr>
                <p14:cNvContentPartPr/>
                <p14:nvPr/>
              </p14:nvContentPartPr>
              <p14:xfrm>
                <a:off x="1938000" y="4569030"/>
                <a:ext cx="80640" cy="2001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DA23F3E-CE1D-D889-C251-B28C0D31BA4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933680" y="4564710"/>
                  <a:ext cx="892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AAC8C19-6C23-B19F-413C-76221670C18A}"/>
                    </a:ext>
                  </a:extLst>
                </p14:cNvPr>
                <p14:cNvContentPartPr/>
                <p14:nvPr/>
              </p14:nvContentPartPr>
              <p14:xfrm>
                <a:off x="2183520" y="4550310"/>
                <a:ext cx="87480" cy="1875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AAC8C19-6C23-B19F-413C-76221670C18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179200" y="4545990"/>
                  <a:ext cx="961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96EAF28-2A24-F173-B829-A985C40CE99D}"/>
                    </a:ext>
                  </a:extLst>
                </p14:cNvPr>
                <p14:cNvContentPartPr/>
                <p14:nvPr/>
              </p14:nvContentPartPr>
              <p14:xfrm>
                <a:off x="1886880" y="4590630"/>
                <a:ext cx="66960" cy="1692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96EAF28-2A24-F173-B829-A985C40CE99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882560" y="4586310"/>
                  <a:ext cx="75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71C3B66-6E06-2A1F-C63E-F95D37C5DB0B}"/>
                    </a:ext>
                  </a:extLst>
                </p14:cNvPr>
                <p14:cNvContentPartPr/>
                <p14:nvPr/>
              </p14:nvContentPartPr>
              <p14:xfrm>
                <a:off x="2254800" y="4523310"/>
                <a:ext cx="73800" cy="1947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71C3B66-6E06-2A1F-C63E-F95D37C5DB0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250480" y="4518990"/>
                  <a:ext cx="8244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08328BFD-261F-0B64-BD31-20780403B2E7}"/>
              </a:ext>
            </a:extLst>
          </p:cNvPr>
          <p:cNvGrpSpPr/>
          <p:nvPr/>
        </p:nvGrpSpPr>
        <p:grpSpPr>
          <a:xfrm>
            <a:off x="6896280" y="439470"/>
            <a:ext cx="178560" cy="244080"/>
            <a:chOff x="6896280" y="439470"/>
            <a:chExt cx="17856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BBC8BF6-D1ED-E177-FAB4-E6ED902A797D}"/>
                    </a:ext>
                  </a:extLst>
                </p14:cNvPr>
                <p14:cNvContentPartPr/>
                <p14:nvPr/>
              </p14:nvContentPartPr>
              <p14:xfrm>
                <a:off x="6904200" y="439470"/>
                <a:ext cx="170640" cy="2120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BBC8BF6-D1ED-E177-FAB4-E6ED902A797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899880" y="435150"/>
                  <a:ext cx="1792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A089FB5-5B3F-B091-F3A7-F7FFCAC54630}"/>
                    </a:ext>
                  </a:extLst>
                </p14:cNvPr>
                <p14:cNvContentPartPr/>
                <p14:nvPr/>
              </p14:nvContentPartPr>
              <p14:xfrm>
                <a:off x="6896280" y="542070"/>
                <a:ext cx="158400" cy="1414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A089FB5-5B3F-B091-F3A7-F7FFCAC5463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891960" y="537750"/>
                  <a:ext cx="167040" cy="15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C1EF3E70-3FE6-3A05-1699-9465FBC3A81E}"/>
              </a:ext>
            </a:extLst>
          </p:cNvPr>
          <p:cNvGrpSpPr/>
          <p:nvPr/>
        </p:nvGrpSpPr>
        <p:grpSpPr>
          <a:xfrm>
            <a:off x="7357080" y="461790"/>
            <a:ext cx="1166760" cy="231120"/>
            <a:chOff x="7357080" y="461790"/>
            <a:chExt cx="1166760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7924330-2158-DFF3-47CF-3721A787B6C4}"/>
                    </a:ext>
                  </a:extLst>
                </p14:cNvPr>
                <p14:cNvContentPartPr/>
                <p14:nvPr/>
              </p14:nvContentPartPr>
              <p14:xfrm>
                <a:off x="7357080" y="539550"/>
                <a:ext cx="124920" cy="1443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7924330-2158-DFF3-47CF-3721A787B6C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352760" y="535230"/>
                  <a:ext cx="1335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343FA59-F0E4-50BC-2815-C0D3C1DEC59A}"/>
                    </a:ext>
                  </a:extLst>
                </p14:cNvPr>
                <p14:cNvContentPartPr/>
                <p14:nvPr/>
              </p14:nvContentPartPr>
              <p14:xfrm>
                <a:off x="7497120" y="493470"/>
                <a:ext cx="388440" cy="199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343FA59-F0E4-50BC-2815-C0D3C1DEC59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492800" y="489150"/>
                  <a:ext cx="3970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ABB2DE0-2663-89AA-8AE5-89407C0B0817}"/>
                    </a:ext>
                  </a:extLst>
                </p14:cNvPr>
                <p14:cNvContentPartPr/>
                <p14:nvPr/>
              </p14:nvContentPartPr>
              <p14:xfrm>
                <a:off x="7837680" y="489510"/>
                <a:ext cx="18720" cy="507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ABB2DE0-2663-89AA-8AE5-89407C0B081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833360" y="485190"/>
                  <a:ext cx="273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59054C8-B916-18C5-6D9E-4B8C4264A348}"/>
                    </a:ext>
                  </a:extLst>
                </p14:cNvPr>
                <p14:cNvContentPartPr/>
                <p14:nvPr/>
              </p14:nvContentPartPr>
              <p14:xfrm>
                <a:off x="7934520" y="565110"/>
                <a:ext cx="203400" cy="1119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59054C8-B916-18C5-6D9E-4B8C4264A34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930200" y="560790"/>
                  <a:ext cx="212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B2D0F1E-46A1-CD5F-D168-2864180C4F83}"/>
                    </a:ext>
                  </a:extLst>
                </p14:cNvPr>
                <p14:cNvContentPartPr/>
                <p14:nvPr/>
              </p14:nvContentPartPr>
              <p14:xfrm>
                <a:off x="8122080" y="461790"/>
                <a:ext cx="64800" cy="1681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B2D0F1E-46A1-CD5F-D168-2864180C4F8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117760" y="457470"/>
                  <a:ext cx="73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CAD29D8-83D1-873F-20C9-9CFBA8C061C1}"/>
                    </a:ext>
                  </a:extLst>
                </p14:cNvPr>
                <p14:cNvContentPartPr/>
                <p14:nvPr/>
              </p14:nvContentPartPr>
              <p14:xfrm>
                <a:off x="8159520" y="559350"/>
                <a:ext cx="159120" cy="1209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CAD29D8-83D1-873F-20C9-9CFBA8C061C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155200" y="555030"/>
                  <a:ext cx="167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D6C34B7-EB64-1779-3B07-FDA7F931E176}"/>
                    </a:ext>
                  </a:extLst>
                </p14:cNvPr>
                <p14:cNvContentPartPr/>
                <p14:nvPr/>
              </p14:nvContentPartPr>
              <p14:xfrm>
                <a:off x="8401080" y="536670"/>
                <a:ext cx="122760" cy="1454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D6C34B7-EB64-1779-3B07-FDA7F931E17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396760" y="532350"/>
                  <a:ext cx="131400" cy="15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842C8B67-C413-6346-C92F-5F397A6AFBC1}"/>
                  </a:ext>
                </a:extLst>
              </p14:cNvPr>
              <p14:cNvContentPartPr/>
              <p14:nvPr/>
            </p14:nvContentPartPr>
            <p14:xfrm>
              <a:off x="8791680" y="556470"/>
              <a:ext cx="476280" cy="9828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842C8B67-C413-6346-C92F-5F397A6AFBC1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8787360" y="552150"/>
                <a:ext cx="484920" cy="10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Group 245">
            <a:extLst>
              <a:ext uri="{FF2B5EF4-FFF2-40B4-BE49-F238E27FC236}">
                <a16:creationId xmlns:a16="http://schemas.microsoft.com/office/drawing/2014/main" id="{BDABD3FF-746E-9B34-3969-F826260D88CE}"/>
              </a:ext>
            </a:extLst>
          </p:cNvPr>
          <p:cNvGrpSpPr/>
          <p:nvPr/>
        </p:nvGrpSpPr>
        <p:grpSpPr>
          <a:xfrm>
            <a:off x="9547680" y="423630"/>
            <a:ext cx="1502280" cy="354600"/>
            <a:chOff x="9547680" y="423630"/>
            <a:chExt cx="150228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77E323A-7B0D-D0BF-AC07-776A6F6B4FCE}"/>
                    </a:ext>
                  </a:extLst>
                </p14:cNvPr>
                <p14:cNvContentPartPr/>
                <p14:nvPr/>
              </p14:nvContentPartPr>
              <p14:xfrm>
                <a:off x="9570360" y="639990"/>
                <a:ext cx="33840" cy="1382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77E323A-7B0D-D0BF-AC07-776A6F6B4FC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566040" y="635670"/>
                  <a:ext cx="42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A74404B-9B0D-C37B-3120-8768F582C2C8}"/>
                    </a:ext>
                  </a:extLst>
                </p14:cNvPr>
                <p14:cNvContentPartPr/>
                <p14:nvPr/>
              </p14:nvContentPartPr>
              <p14:xfrm>
                <a:off x="9547680" y="560070"/>
                <a:ext cx="171360" cy="1270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A74404B-9B0D-C37B-3120-8768F582C2C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543360" y="555750"/>
                  <a:ext cx="180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666E68B-2405-0063-4159-E66E7370BB86}"/>
                    </a:ext>
                  </a:extLst>
                </p14:cNvPr>
                <p14:cNvContentPartPr/>
                <p14:nvPr/>
              </p14:nvContentPartPr>
              <p14:xfrm>
                <a:off x="9726960" y="565830"/>
                <a:ext cx="172080" cy="1184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666E68B-2405-0063-4159-E66E7370BB8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722640" y="561510"/>
                  <a:ext cx="180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98D187F-B893-FF8A-FC15-C92EE810B19D}"/>
                    </a:ext>
                  </a:extLst>
                </p14:cNvPr>
                <p14:cNvContentPartPr/>
                <p14:nvPr/>
              </p14:nvContentPartPr>
              <p14:xfrm>
                <a:off x="9901920" y="557550"/>
                <a:ext cx="327960" cy="1202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98D187F-B893-FF8A-FC15-C92EE810B19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897600" y="553230"/>
                  <a:ext cx="3366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595422E-B4E7-1521-C8C1-F11238DACCCC}"/>
                    </a:ext>
                  </a:extLst>
                </p14:cNvPr>
                <p14:cNvContentPartPr/>
                <p14:nvPr/>
              </p14:nvContentPartPr>
              <p14:xfrm>
                <a:off x="10213680" y="423630"/>
                <a:ext cx="243720" cy="276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595422E-B4E7-1521-C8C1-F11238DACCC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209360" y="419310"/>
                  <a:ext cx="2523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56C0F92-7B7C-3353-2064-D8515A019860}"/>
                    </a:ext>
                  </a:extLst>
                </p14:cNvPr>
                <p14:cNvContentPartPr/>
                <p14:nvPr/>
              </p14:nvContentPartPr>
              <p14:xfrm>
                <a:off x="10407720" y="581670"/>
                <a:ext cx="335520" cy="1245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56C0F92-7B7C-3353-2064-D8515A01986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403400" y="577350"/>
                  <a:ext cx="3441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314AA44-2A96-225B-154A-56A2EEC2CD2B}"/>
                    </a:ext>
                  </a:extLst>
                </p14:cNvPr>
                <p14:cNvContentPartPr/>
                <p14:nvPr/>
              </p14:nvContentPartPr>
              <p14:xfrm>
                <a:off x="10579800" y="436950"/>
                <a:ext cx="218160" cy="227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314AA44-2A96-225B-154A-56A2EEC2CD2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575480" y="432630"/>
                  <a:ext cx="2268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9BA7F85-4CA9-2244-02C2-42F90DEB16AB}"/>
                    </a:ext>
                  </a:extLst>
                </p14:cNvPr>
                <p14:cNvContentPartPr/>
                <p14:nvPr/>
              </p14:nvContentPartPr>
              <p14:xfrm>
                <a:off x="10780680" y="576270"/>
                <a:ext cx="269280" cy="1090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9BA7F85-4CA9-2244-02C2-42F90DEB16A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776360" y="571950"/>
                  <a:ext cx="277920" cy="11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71C84215-16C6-0EB6-BD96-0478F6353713}"/>
                  </a:ext>
                </a:extLst>
              </p14:cNvPr>
              <p14:cNvContentPartPr/>
              <p14:nvPr/>
            </p14:nvContentPartPr>
            <p14:xfrm>
              <a:off x="11264520" y="612630"/>
              <a:ext cx="360" cy="36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71C84215-16C6-0EB6-BD96-0478F6353713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11260200" y="608310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39AE2525-DE28-9C0D-3E0B-44DBFA994902}"/>
              </a:ext>
            </a:extLst>
          </p:cNvPr>
          <p:cNvGrpSpPr/>
          <p:nvPr/>
        </p:nvGrpSpPr>
        <p:grpSpPr>
          <a:xfrm>
            <a:off x="6925440" y="813510"/>
            <a:ext cx="4988880" cy="710640"/>
            <a:chOff x="6925440" y="813510"/>
            <a:chExt cx="4988880" cy="71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1E900D9-9468-E064-F5FF-209C33A61FD0}"/>
                    </a:ext>
                  </a:extLst>
                </p14:cNvPr>
                <p14:cNvContentPartPr/>
                <p14:nvPr/>
              </p14:nvContentPartPr>
              <p14:xfrm>
                <a:off x="7398120" y="827190"/>
                <a:ext cx="356400" cy="1386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1E900D9-9468-E064-F5FF-209C33A61FD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393800" y="822870"/>
                  <a:ext cx="3650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284D69E-91EE-052D-0427-EAAEB39B50D5}"/>
                    </a:ext>
                  </a:extLst>
                </p14:cNvPr>
                <p14:cNvContentPartPr/>
                <p14:nvPr/>
              </p14:nvContentPartPr>
              <p14:xfrm>
                <a:off x="7809240" y="813510"/>
                <a:ext cx="1089720" cy="1288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284D69E-91EE-052D-0427-EAAEB39B50D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804920" y="809190"/>
                  <a:ext cx="10983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8DA5D79-1D0D-F246-B4D0-0B5863F761C0}"/>
                    </a:ext>
                  </a:extLst>
                </p14:cNvPr>
                <p14:cNvContentPartPr/>
                <p14:nvPr/>
              </p14:nvContentPartPr>
              <p14:xfrm>
                <a:off x="6925440" y="1174590"/>
                <a:ext cx="228960" cy="3495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8DA5D79-1D0D-F246-B4D0-0B5863F761C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921120" y="1170270"/>
                  <a:ext cx="2376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981D2706-9177-3A14-AD18-31B4D879925D}"/>
                    </a:ext>
                  </a:extLst>
                </p14:cNvPr>
                <p14:cNvContentPartPr/>
                <p14:nvPr/>
              </p14:nvContentPartPr>
              <p14:xfrm>
                <a:off x="7570200" y="1154430"/>
                <a:ext cx="42840" cy="1213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981D2706-9177-3A14-AD18-31B4D879925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565880" y="1150110"/>
                  <a:ext cx="514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877784F-EFAA-AD1B-88E7-E51E653E3853}"/>
                    </a:ext>
                  </a:extLst>
                </p14:cNvPr>
                <p14:cNvContentPartPr/>
                <p14:nvPr/>
              </p14:nvContentPartPr>
              <p14:xfrm>
                <a:off x="7486680" y="1116270"/>
                <a:ext cx="205920" cy="457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877784F-EFAA-AD1B-88E7-E51E653E385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482360" y="1111950"/>
                  <a:ext cx="2145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35359B9-CE60-1809-7DE4-ADE3975D0855}"/>
                    </a:ext>
                  </a:extLst>
                </p14:cNvPr>
                <p14:cNvContentPartPr/>
                <p14:nvPr/>
              </p14:nvContentPartPr>
              <p14:xfrm>
                <a:off x="7491000" y="1254870"/>
                <a:ext cx="223560" cy="475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35359B9-CE60-1809-7DE4-ADE3975D085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486680" y="1250550"/>
                  <a:ext cx="232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970DF6F5-08D6-6077-BFA5-0B1542E17393}"/>
                    </a:ext>
                  </a:extLst>
                </p14:cNvPr>
                <p14:cNvContentPartPr/>
                <p14:nvPr/>
              </p14:nvContentPartPr>
              <p14:xfrm>
                <a:off x="7735080" y="1204470"/>
                <a:ext cx="214560" cy="1090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970DF6F5-08D6-6077-BFA5-0B1542E1739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730760" y="1200150"/>
                  <a:ext cx="2232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E15289C-17D2-568D-4D9A-49105F3143E3}"/>
                    </a:ext>
                  </a:extLst>
                </p14:cNvPr>
                <p14:cNvContentPartPr/>
                <p14:nvPr/>
              </p14:nvContentPartPr>
              <p14:xfrm>
                <a:off x="7985280" y="1139670"/>
                <a:ext cx="1309320" cy="1587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E15289C-17D2-568D-4D9A-49105F3143E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980960" y="1135350"/>
                  <a:ext cx="1317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DCD6059-0C2D-9573-E650-6FDCBF69C9B6}"/>
                    </a:ext>
                  </a:extLst>
                </p14:cNvPr>
                <p14:cNvContentPartPr/>
                <p14:nvPr/>
              </p14:nvContentPartPr>
              <p14:xfrm>
                <a:off x="9500880" y="1173870"/>
                <a:ext cx="356040" cy="1076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DCD6059-0C2D-9573-E650-6FDCBF69C9B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496560" y="1169550"/>
                  <a:ext cx="3646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4A66182-9403-E163-1D8A-AF46A2B9BE69}"/>
                    </a:ext>
                  </a:extLst>
                </p14:cNvPr>
                <p14:cNvContentPartPr/>
                <p14:nvPr/>
              </p14:nvContentPartPr>
              <p14:xfrm>
                <a:off x="10049880" y="1179630"/>
                <a:ext cx="411840" cy="2415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4A66182-9403-E163-1D8A-AF46A2B9BE6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045560" y="1175310"/>
                  <a:ext cx="4204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9274D67-41DE-E0B7-3605-79AA974F6F04}"/>
                    </a:ext>
                  </a:extLst>
                </p14:cNvPr>
                <p14:cNvContentPartPr/>
                <p14:nvPr/>
              </p14:nvContentPartPr>
              <p14:xfrm>
                <a:off x="10476840" y="1162710"/>
                <a:ext cx="424440" cy="1080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9274D67-41DE-E0B7-3605-79AA974F6F0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472520" y="1158390"/>
                  <a:ext cx="4330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571D56FF-997F-7CC4-FD82-D3573C6AFCB5}"/>
                    </a:ext>
                  </a:extLst>
                </p14:cNvPr>
                <p14:cNvContentPartPr/>
                <p14:nvPr/>
              </p14:nvContentPartPr>
              <p14:xfrm>
                <a:off x="10885080" y="980550"/>
                <a:ext cx="291240" cy="3016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571D56FF-997F-7CC4-FD82-D3573C6AFCB5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880760" y="976230"/>
                  <a:ext cx="2998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FEFA95C-4582-EC5E-AD6F-7A5D127A912F}"/>
                    </a:ext>
                  </a:extLst>
                </p14:cNvPr>
                <p14:cNvContentPartPr/>
                <p14:nvPr/>
              </p14:nvContentPartPr>
              <p14:xfrm>
                <a:off x="11159040" y="1034190"/>
                <a:ext cx="383040" cy="1954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FEFA95C-4582-EC5E-AD6F-7A5D127A912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154720" y="1029870"/>
                  <a:ext cx="3916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E02D88E-EB02-619B-1419-C52B1D044343}"/>
                    </a:ext>
                  </a:extLst>
                </p14:cNvPr>
                <p14:cNvContentPartPr/>
                <p14:nvPr/>
              </p14:nvContentPartPr>
              <p14:xfrm>
                <a:off x="11541360" y="1107630"/>
                <a:ext cx="7560" cy="270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E02D88E-EB02-619B-1419-C52B1D04434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537040" y="1103310"/>
                  <a:ext cx="16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18B1F3C-B82E-BE3B-6058-045284B38503}"/>
                    </a:ext>
                  </a:extLst>
                </p14:cNvPr>
                <p14:cNvContentPartPr/>
                <p14:nvPr/>
              </p14:nvContentPartPr>
              <p14:xfrm>
                <a:off x="11590680" y="1156950"/>
                <a:ext cx="323640" cy="716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18B1F3C-B82E-BE3B-6058-045284B3850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586360" y="1152630"/>
                  <a:ext cx="33228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F24605FF-6E5F-1DCE-4B16-77CE3CB1B5AE}"/>
              </a:ext>
            </a:extLst>
          </p:cNvPr>
          <p:cNvGrpSpPr/>
          <p:nvPr/>
        </p:nvGrpSpPr>
        <p:grpSpPr>
          <a:xfrm>
            <a:off x="7454640" y="89550"/>
            <a:ext cx="2301120" cy="371160"/>
            <a:chOff x="7454640" y="89550"/>
            <a:chExt cx="2301120" cy="37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F40A98AB-AC98-BDD3-2D7C-40173555C1BC}"/>
                    </a:ext>
                  </a:extLst>
                </p14:cNvPr>
                <p14:cNvContentPartPr/>
                <p14:nvPr/>
              </p14:nvContentPartPr>
              <p14:xfrm>
                <a:off x="7482000" y="295830"/>
                <a:ext cx="43920" cy="1274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F40A98AB-AC98-BDD3-2D7C-40173555C1B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475880" y="289710"/>
                  <a:ext cx="561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D9539C3F-3BB9-2269-5308-B254BDFE3E1D}"/>
                    </a:ext>
                  </a:extLst>
                </p14:cNvPr>
                <p14:cNvContentPartPr/>
                <p14:nvPr/>
              </p14:nvContentPartPr>
              <p14:xfrm>
                <a:off x="7454640" y="232830"/>
                <a:ext cx="184680" cy="1188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D9539C3F-3BB9-2269-5308-B254BDFE3E1D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448520" y="226710"/>
                  <a:ext cx="1969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12AB506-D1A4-AE4B-C032-00C4C44B0719}"/>
                    </a:ext>
                  </a:extLst>
                </p14:cNvPr>
                <p14:cNvContentPartPr/>
                <p14:nvPr/>
              </p14:nvContentPartPr>
              <p14:xfrm>
                <a:off x="7683240" y="245070"/>
                <a:ext cx="108360" cy="954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12AB506-D1A4-AE4B-C032-00C4C44B071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677120" y="238950"/>
                  <a:ext cx="1206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8A73D0CE-FD40-06C6-32C3-990AC5932F7F}"/>
                    </a:ext>
                  </a:extLst>
                </p14:cNvPr>
                <p14:cNvContentPartPr/>
                <p14:nvPr/>
              </p14:nvContentPartPr>
              <p14:xfrm>
                <a:off x="7807080" y="236790"/>
                <a:ext cx="121680" cy="921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8A73D0CE-FD40-06C6-32C3-990AC5932F7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800960" y="230670"/>
                  <a:ext cx="133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94B61D8-DE4B-F97F-FFBF-A61D2B37DC7B}"/>
                    </a:ext>
                  </a:extLst>
                </p14:cNvPr>
                <p14:cNvContentPartPr/>
                <p14:nvPr/>
              </p14:nvContentPartPr>
              <p14:xfrm>
                <a:off x="7989240" y="225990"/>
                <a:ext cx="96480" cy="1198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94B61D8-DE4B-F97F-FFBF-A61D2B37DC7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983120" y="219870"/>
                  <a:ext cx="1087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B5273BA-9DDF-BCB1-3886-691DEDA5BDCB}"/>
                    </a:ext>
                  </a:extLst>
                </p14:cNvPr>
                <p14:cNvContentPartPr/>
                <p14:nvPr/>
              </p14:nvContentPartPr>
              <p14:xfrm>
                <a:off x="7992480" y="219150"/>
                <a:ext cx="127080" cy="1256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B5273BA-9DDF-BCB1-3886-691DEDA5BDC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986360" y="213030"/>
                  <a:ext cx="139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1AFA2D1-4402-641D-802E-289DB7110565}"/>
                    </a:ext>
                  </a:extLst>
                </p14:cNvPr>
                <p14:cNvContentPartPr/>
                <p14:nvPr/>
              </p14:nvContentPartPr>
              <p14:xfrm>
                <a:off x="8214960" y="267390"/>
                <a:ext cx="25920" cy="568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1AFA2D1-4402-641D-802E-289DB711056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208840" y="261270"/>
                  <a:ext cx="38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D9C5BCCB-A40A-5C07-004A-60F4A6535C74}"/>
                    </a:ext>
                  </a:extLst>
                </p14:cNvPr>
                <p14:cNvContentPartPr/>
                <p14:nvPr/>
              </p14:nvContentPartPr>
              <p14:xfrm>
                <a:off x="8204160" y="199710"/>
                <a:ext cx="36360" cy="252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D9C5BCCB-A40A-5C07-004A-60F4A6535C7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198040" y="193590"/>
                  <a:ext cx="48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27B6031-6B0D-4752-2562-1EFAFCAD717D}"/>
                    </a:ext>
                  </a:extLst>
                </p14:cNvPr>
                <p14:cNvContentPartPr/>
                <p14:nvPr/>
              </p14:nvContentPartPr>
              <p14:xfrm>
                <a:off x="8284080" y="232110"/>
                <a:ext cx="286920" cy="856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927B6031-6B0D-4752-2562-1EFAFCAD717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277960" y="225990"/>
                  <a:ext cx="299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97AAC603-B9F8-9B98-018F-73D5B1F811A3}"/>
                    </a:ext>
                  </a:extLst>
                </p14:cNvPr>
                <p14:cNvContentPartPr/>
                <p14:nvPr/>
              </p14:nvContentPartPr>
              <p14:xfrm>
                <a:off x="8546160" y="125910"/>
                <a:ext cx="39600" cy="1108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97AAC603-B9F8-9B98-018F-73D5B1F811A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540040" y="119790"/>
                  <a:ext cx="51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FCB0DF1-4CB8-E44F-C819-2ED50224366D}"/>
                    </a:ext>
                  </a:extLst>
                </p14:cNvPr>
                <p14:cNvContentPartPr/>
                <p14:nvPr/>
              </p14:nvContentPartPr>
              <p14:xfrm>
                <a:off x="8595480" y="239310"/>
                <a:ext cx="283680" cy="2214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FCB0DF1-4CB8-E44F-C819-2ED50224366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589360" y="233190"/>
                  <a:ext cx="295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BCB54ED-35F2-9ACF-B3C4-6FAE76686168}"/>
                    </a:ext>
                  </a:extLst>
                </p14:cNvPr>
                <p14:cNvContentPartPr/>
                <p14:nvPr/>
              </p14:nvContentPartPr>
              <p14:xfrm>
                <a:off x="9072480" y="98550"/>
                <a:ext cx="63360" cy="3387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BCB54ED-35F2-9ACF-B3C4-6FAE7668616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066360" y="92430"/>
                  <a:ext cx="7560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F820D5E-506E-AECF-4358-F4B0C45A1154}"/>
                    </a:ext>
                  </a:extLst>
                </p14:cNvPr>
                <p14:cNvContentPartPr/>
                <p14:nvPr/>
              </p14:nvContentPartPr>
              <p14:xfrm>
                <a:off x="9043320" y="269190"/>
                <a:ext cx="197280" cy="327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F820D5E-506E-AECF-4358-F4B0C45A115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037200" y="263070"/>
                  <a:ext cx="209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7E1C5E6-379F-50DD-2F93-654313F4CC5B}"/>
                    </a:ext>
                  </a:extLst>
                </p14:cNvPr>
                <p14:cNvContentPartPr/>
                <p14:nvPr/>
              </p14:nvContentPartPr>
              <p14:xfrm>
                <a:off x="9204600" y="211950"/>
                <a:ext cx="174240" cy="972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7E1C5E6-379F-50DD-2F93-654313F4CC5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198480" y="205830"/>
                  <a:ext cx="1864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0FDE8327-843D-AF37-0E21-24B3E857CAF6}"/>
                    </a:ext>
                  </a:extLst>
                </p14:cNvPr>
                <p14:cNvContentPartPr/>
                <p14:nvPr/>
              </p14:nvContentPartPr>
              <p14:xfrm>
                <a:off x="9365520" y="223830"/>
                <a:ext cx="182880" cy="910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0FDE8327-843D-AF37-0E21-24B3E857CAF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359400" y="217710"/>
                  <a:ext cx="1951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8AC6F02-E5BB-806E-849C-67457BE76ECB}"/>
                    </a:ext>
                  </a:extLst>
                </p14:cNvPr>
                <p14:cNvContentPartPr/>
                <p14:nvPr/>
              </p14:nvContentPartPr>
              <p14:xfrm>
                <a:off x="9456960" y="89550"/>
                <a:ext cx="73800" cy="2322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8AC6F02-E5BB-806E-849C-67457BE76ECB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450840" y="83430"/>
                  <a:ext cx="860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9023F2B-72A3-FDDE-7CDB-7F2BF23A105D}"/>
                    </a:ext>
                  </a:extLst>
                </p14:cNvPr>
                <p14:cNvContentPartPr/>
                <p14:nvPr/>
              </p14:nvContentPartPr>
              <p14:xfrm>
                <a:off x="9552720" y="246150"/>
                <a:ext cx="203040" cy="885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9023F2B-72A3-FDDE-7CDB-7F2BF23A105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546600" y="240030"/>
                  <a:ext cx="21528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E02E899A-FD82-0E0C-0804-30B6F9739F78}"/>
              </a:ext>
            </a:extLst>
          </p:cNvPr>
          <p:cNvGrpSpPr/>
          <p:nvPr/>
        </p:nvGrpSpPr>
        <p:grpSpPr>
          <a:xfrm>
            <a:off x="8454720" y="1358550"/>
            <a:ext cx="2804400" cy="352800"/>
            <a:chOff x="8454720" y="1358550"/>
            <a:chExt cx="2804400" cy="3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A0E504D7-BEBB-5B8F-9BA9-25A6CEED1B1F}"/>
                    </a:ext>
                  </a:extLst>
                </p14:cNvPr>
                <p14:cNvContentPartPr/>
                <p14:nvPr/>
              </p14:nvContentPartPr>
              <p14:xfrm>
                <a:off x="8454720" y="1462590"/>
                <a:ext cx="180000" cy="1180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A0E504D7-BEBB-5B8F-9BA9-25A6CEED1B1F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448600" y="1456470"/>
                  <a:ext cx="192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E3E7A44-C698-4415-672A-BDD0F4B1D6DF}"/>
                    </a:ext>
                  </a:extLst>
                </p14:cNvPr>
                <p14:cNvContentPartPr/>
                <p14:nvPr/>
              </p14:nvContentPartPr>
              <p14:xfrm>
                <a:off x="8629320" y="1498230"/>
                <a:ext cx="129960" cy="903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E3E7A44-C698-4415-672A-BDD0F4B1D6D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623200" y="1492110"/>
                  <a:ext cx="142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72AA1748-2D4C-6CE1-12D9-A7C3B1A43BFE}"/>
                    </a:ext>
                  </a:extLst>
                </p14:cNvPr>
                <p14:cNvContentPartPr/>
                <p14:nvPr/>
              </p14:nvContentPartPr>
              <p14:xfrm>
                <a:off x="8815440" y="1483470"/>
                <a:ext cx="248040" cy="925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72AA1748-2D4C-6CE1-12D9-A7C3B1A43BFE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809320" y="1477350"/>
                  <a:ext cx="2602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7437B692-9F44-8895-84DD-AC8935AE614F}"/>
                    </a:ext>
                  </a:extLst>
                </p14:cNvPr>
                <p14:cNvContentPartPr/>
                <p14:nvPr/>
              </p14:nvContentPartPr>
              <p14:xfrm>
                <a:off x="9106320" y="1492110"/>
                <a:ext cx="134640" cy="2192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7437B692-9F44-8895-84DD-AC8935AE614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100200" y="1485990"/>
                  <a:ext cx="146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8FED3CE8-7A86-EB93-E8A4-CB8E8CD8C8E2}"/>
                    </a:ext>
                  </a:extLst>
                </p14:cNvPr>
                <p14:cNvContentPartPr/>
                <p14:nvPr/>
              </p14:nvContentPartPr>
              <p14:xfrm>
                <a:off x="9296040" y="1460070"/>
                <a:ext cx="677160" cy="1400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8FED3CE8-7A86-EB93-E8A4-CB8E8CD8C8E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289920" y="1453950"/>
                  <a:ext cx="6894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0FF0B267-3AF0-AAFC-34EB-DBBE173610D7}"/>
                    </a:ext>
                  </a:extLst>
                </p14:cNvPr>
                <p14:cNvContentPartPr/>
                <p14:nvPr/>
              </p14:nvContentPartPr>
              <p14:xfrm>
                <a:off x="9945480" y="1449270"/>
                <a:ext cx="51840" cy="464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0FF0B267-3AF0-AAFC-34EB-DBBE173610D7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939360" y="1443150"/>
                  <a:ext cx="640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8C09A183-9EFC-ECAA-24B8-C3AF9DC8B9EE}"/>
                    </a:ext>
                  </a:extLst>
                </p14:cNvPr>
                <p14:cNvContentPartPr/>
                <p14:nvPr/>
              </p14:nvContentPartPr>
              <p14:xfrm>
                <a:off x="10036920" y="1488150"/>
                <a:ext cx="237600" cy="597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8C09A183-9EFC-ECAA-24B8-C3AF9DC8B9E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030800" y="1482030"/>
                  <a:ext cx="2498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30EEFC9A-8E21-554A-A9B7-A9C4DB083817}"/>
                    </a:ext>
                  </a:extLst>
                </p14:cNvPr>
                <p14:cNvContentPartPr/>
                <p14:nvPr/>
              </p14:nvContentPartPr>
              <p14:xfrm>
                <a:off x="10507080" y="1421190"/>
                <a:ext cx="63720" cy="2862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30EEFC9A-8E21-554A-A9B7-A9C4DB08381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500960" y="1415070"/>
                  <a:ext cx="759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4F31939E-972C-5BD9-D81A-CD1ECB792CEC}"/>
                    </a:ext>
                  </a:extLst>
                </p14:cNvPr>
                <p14:cNvContentPartPr/>
                <p14:nvPr/>
              </p14:nvContentPartPr>
              <p14:xfrm>
                <a:off x="10443000" y="1478790"/>
                <a:ext cx="330840" cy="9144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4F31939E-972C-5BD9-D81A-CD1ECB792CEC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436880" y="1472670"/>
                  <a:ext cx="3430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84538E9-0AE3-6F2F-5F5A-33C622E981DD}"/>
                    </a:ext>
                  </a:extLst>
                </p14:cNvPr>
                <p14:cNvContentPartPr/>
                <p14:nvPr/>
              </p14:nvContentPartPr>
              <p14:xfrm>
                <a:off x="10771320" y="1495710"/>
                <a:ext cx="125280" cy="637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084538E9-0AE3-6F2F-5F5A-33C622E981DD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765200" y="1489590"/>
                  <a:ext cx="1375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FE1C53BC-6E72-B302-33B4-DE5A07E48366}"/>
                    </a:ext>
                  </a:extLst>
                </p14:cNvPr>
                <p14:cNvContentPartPr/>
                <p14:nvPr/>
              </p14:nvContentPartPr>
              <p14:xfrm>
                <a:off x="10870320" y="1358550"/>
                <a:ext cx="388800" cy="2066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FE1C53BC-6E72-B302-33B4-DE5A07E48366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864200" y="1352430"/>
                  <a:ext cx="40104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FB813B8A-0901-A5BE-E060-D41DAE3A1CE5}"/>
              </a:ext>
            </a:extLst>
          </p:cNvPr>
          <p:cNvGrpSpPr/>
          <p:nvPr/>
        </p:nvGrpSpPr>
        <p:grpSpPr>
          <a:xfrm>
            <a:off x="9714000" y="2211390"/>
            <a:ext cx="995040" cy="424800"/>
            <a:chOff x="9714000" y="2211390"/>
            <a:chExt cx="9950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188C16D7-5FF6-930F-72B1-521AE1809A8B}"/>
                    </a:ext>
                  </a:extLst>
                </p14:cNvPr>
                <p14:cNvContentPartPr/>
                <p14:nvPr/>
              </p14:nvContentPartPr>
              <p14:xfrm>
                <a:off x="9714000" y="2333430"/>
                <a:ext cx="193680" cy="1821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188C16D7-5FF6-930F-72B1-521AE1809A8B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709680" y="2329110"/>
                  <a:ext cx="2023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6C07AD57-7A65-532A-B737-C27AB37C45E9}"/>
                    </a:ext>
                  </a:extLst>
                </p14:cNvPr>
                <p14:cNvContentPartPr/>
                <p14:nvPr/>
              </p14:nvContentPartPr>
              <p14:xfrm>
                <a:off x="9957000" y="2362590"/>
                <a:ext cx="136440" cy="223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6C07AD57-7A65-532A-B737-C27AB37C45E9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952680" y="2358270"/>
                  <a:ext cx="1450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6973ECCA-08C0-3F2D-D031-088A0A25B6D3}"/>
                    </a:ext>
                  </a:extLst>
                </p14:cNvPr>
                <p14:cNvContentPartPr/>
                <p14:nvPr/>
              </p14:nvContentPartPr>
              <p14:xfrm>
                <a:off x="10016760" y="2395710"/>
                <a:ext cx="111960" cy="3744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6973ECCA-08C0-3F2D-D031-088A0A25B6D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012440" y="2391390"/>
                  <a:ext cx="120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144A7B3C-2B53-9F74-96F3-6B791E6BAB03}"/>
                    </a:ext>
                  </a:extLst>
                </p14:cNvPr>
                <p14:cNvContentPartPr/>
                <p14:nvPr/>
              </p14:nvContentPartPr>
              <p14:xfrm>
                <a:off x="10249320" y="2326950"/>
                <a:ext cx="228240" cy="1479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144A7B3C-2B53-9F74-96F3-6B791E6BAB0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245000" y="2322630"/>
                  <a:ext cx="236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524C00DA-C35B-1022-088F-979126DA5831}"/>
                    </a:ext>
                  </a:extLst>
                </p14:cNvPr>
                <p14:cNvContentPartPr/>
                <p14:nvPr/>
              </p14:nvContentPartPr>
              <p14:xfrm>
                <a:off x="10503480" y="2211390"/>
                <a:ext cx="205560" cy="42480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524C00DA-C35B-1022-088F-979126DA5831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499160" y="2207070"/>
                  <a:ext cx="214200" cy="43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8EA3B43A-5833-EA8F-99A1-D91D2B718295}"/>
              </a:ext>
            </a:extLst>
          </p:cNvPr>
          <p:cNvGrpSpPr/>
          <p:nvPr/>
        </p:nvGrpSpPr>
        <p:grpSpPr>
          <a:xfrm>
            <a:off x="9507360" y="1730790"/>
            <a:ext cx="1720440" cy="466920"/>
            <a:chOff x="9507360" y="1730790"/>
            <a:chExt cx="1720440" cy="46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7F2E28B6-4E3D-125F-1769-A730246D6265}"/>
                    </a:ext>
                  </a:extLst>
                </p14:cNvPr>
                <p14:cNvContentPartPr/>
                <p14:nvPr/>
              </p14:nvContentPartPr>
              <p14:xfrm>
                <a:off x="9507360" y="2060910"/>
                <a:ext cx="187920" cy="1368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7F2E28B6-4E3D-125F-1769-A730246D6265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503040" y="2056590"/>
                  <a:ext cx="1965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0EF9FA64-E6D7-69C9-336C-68C193262C60}"/>
                    </a:ext>
                  </a:extLst>
                </p14:cNvPr>
                <p14:cNvContentPartPr/>
                <p14:nvPr/>
              </p14:nvContentPartPr>
              <p14:xfrm>
                <a:off x="9702120" y="2061270"/>
                <a:ext cx="208800" cy="9828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0EF9FA64-E6D7-69C9-336C-68C193262C60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697800" y="2056950"/>
                  <a:ext cx="2174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7CCCC709-A92A-FD74-A222-8A72C140AC56}"/>
                    </a:ext>
                  </a:extLst>
                </p14:cNvPr>
                <p14:cNvContentPartPr/>
                <p14:nvPr/>
              </p14:nvContentPartPr>
              <p14:xfrm>
                <a:off x="9879600" y="2025990"/>
                <a:ext cx="114480" cy="1576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7CCCC709-A92A-FD74-A222-8A72C140AC5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875280" y="2021670"/>
                  <a:ext cx="1231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D329347A-8998-B5A7-F66E-321F932E6203}"/>
                    </a:ext>
                  </a:extLst>
                </p14:cNvPr>
                <p14:cNvContentPartPr/>
                <p14:nvPr/>
              </p14:nvContentPartPr>
              <p14:xfrm>
                <a:off x="10009560" y="1939950"/>
                <a:ext cx="565560" cy="1926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D329347A-8998-B5A7-F66E-321F932E620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005240" y="1935630"/>
                  <a:ext cx="574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310D2106-6BD2-D561-9346-3BCBABD8200F}"/>
                    </a:ext>
                  </a:extLst>
                </p14:cNvPr>
                <p14:cNvContentPartPr/>
                <p14:nvPr/>
              </p14:nvContentPartPr>
              <p14:xfrm>
                <a:off x="10535160" y="1789110"/>
                <a:ext cx="302760" cy="2116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310D2106-6BD2-D561-9346-3BCBABD8200F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530840" y="1784790"/>
                  <a:ext cx="3114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F549EBAB-9E34-A217-C3A3-B9294FB51606}"/>
                    </a:ext>
                  </a:extLst>
                </p14:cNvPr>
                <p14:cNvContentPartPr/>
                <p14:nvPr/>
              </p14:nvContentPartPr>
              <p14:xfrm>
                <a:off x="10827120" y="1730790"/>
                <a:ext cx="136440" cy="17748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F549EBAB-9E34-A217-C3A3-B9294FB5160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822800" y="1726470"/>
                  <a:ext cx="1450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7873DD16-AFC2-3D16-3BCC-7A476026AA8C}"/>
                    </a:ext>
                  </a:extLst>
                </p14:cNvPr>
                <p14:cNvContentPartPr/>
                <p14:nvPr/>
              </p14:nvContentPartPr>
              <p14:xfrm>
                <a:off x="11005680" y="1850310"/>
                <a:ext cx="43560" cy="547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7873DD16-AFC2-3D16-3BCC-7A476026AA8C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001360" y="1845990"/>
                  <a:ext cx="52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1E6A1F11-C563-0512-E696-6D82ACE34B2E}"/>
                    </a:ext>
                  </a:extLst>
                </p14:cNvPr>
                <p14:cNvContentPartPr/>
                <p14:nvPr/>
              </p14:nvContentPartPr>
              <p14:xfrm>
                <a:off x="11015040" y="1761390"/>
                <a:ext cx="29520" cy="5472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1E6A1F11-C563-0512-E696-6D82ACE34B2E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1010720" y="1757070"/>
                  <a:ext cx="38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3849EFE2-E134-7FAB-4C5F-AF7E757568AF}"/>
                    </a:ext>
                  </a:extLst>
                </p14:cNvPr>
                <p14:cNvContentPartPr/>
                <p14:nvPr/>
              </p14:nvContentPartPr>
              <p14:xfrm>
                <a:off x="11073000" y="1754550"/>
                <a:ext cx="154800" cy="20700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3849EFE2-E134-7FAB-4C5F-AF7E757568A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1068680" y="1750230"/>
                  <a:ext cx="163440" cy="21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583F5DE3-2BA6-AC6D-7BD2-E8C715A82DDD}"/>
                  </a:ext>
                </a:extLst>
              </p14:cNvPr>
              <p14:cNvContentPartPr/>
              <p14:nvPr/>
            </p14:nvContentPartPr>
            <p14:xfrm>
              <a:off x="9854040" y="3026070"/>
              <a:ext cx="199080" cy="14040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583F5DE3-2BA6-AC6D-7BD2-E8C715A82DDD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9849720" y="3021750"/>
                <a:ext cx="207720" cy="14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3" name="Group 392">
            <a:extLst>
              <a:ext uri="{FF2B5EF4-FFF2-40B4-BE49-F238E27FC236}">
                <a16:creationId xmlns:a16="http://schemas.microsoft.com/office/drawing/2014/main" id="{FA30E598-1EDB-0BF4-C1D1-BB14E2C76EF8}"/>
              </a:ext>
            </a:extLst>
          </p:cNvPr>
          <p:cNvGrpSpPr/>
          <p:nvPr/>
        </p:nvGrpSpPr>
        <p:grpSpPr>
          <a:xfrm>
            <a:off x="10222320" y="3211110"/>
            <a:ext cx="963720" cy="357480"/>
            <a:chOff x="10222320" y="3211110"/>
            <a:chExt cx="96372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6A7840E5-8162-655F-141A-6209B36E6240}"/>
                    </a:ext>
                  </a:extLst>
                </p14:cNvPr>
                <p14:cNvContentPartPr/>
                <p14:nvPr/>
              </p14:nvContentPartPr>
              <p14:xfrm>
                <a:off x="10222320" y="3343950"/>
                <a:ext cx="268200" cy="11376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6A7840E5-8162-655F-141A-6209B36E624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218000" y="3339630"/>
                  <a:ext cx="2768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0BC0003F-0F2B-0C7D-253A-1FF8762FA31F}"/>
                    </a:ext>
                  </a:extLst>
                </p14:cNvPr>
                <p14:cNvContentPartPr/>
                <p14:nvPr/>
              </p14:nvContentPartPr>
              <p14:xfrm>
                <a:off x="10514640" y="3336030"/>
                <a:ext cx="266760" cy="8964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0BC0003F-0F2B-0C7D-253A-1FF8762FA31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510320" y="3331710"/>
                  <a:ext cx="275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40E9B6EF-EA02-C2D2-5848-EFC706AB41CD}"/>
                    </a:ext>
                  </a:extLst>
                </p14:cNvPr>
                <p14:cNvContentPartPr/>
                <p14:nvPr/>
              </p14:nvContentPartPr>
              <p14:xfrm>
                <a:off x="10742520" y="3314070"/>
                <a:ext cx="25200" cy="3060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40E9B6EF-EA02-C2D2-5848-EFC706AB41CD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738200" y="3309750"/>
                  <a:ext cx="33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9FCF7D2F-1DE3-5899-27FE-ECC8E82195CF}"/>
                    </a:ext>
                  </a:extLst>
                </p14:cNvPr>
                <p14:cNvContentPartPr/>
                <p14:nvPr/>
              </p14:nvContentPartPr>
              <p14:xfrm>
                <a:off x="10797240" y="3333150"/>
                <a:ext cx="142560" cy="23544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9FCF7D2F-1DE3-5899-27FE-ECC8E82195CF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792920" y="3328830"/>
                  <a:ext cx="1512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B58FB266-6B1B-5DBC-2FA0-3A4218EB80A0}"/>
                    </a:ext>
                  </a:extLst>
                </p14:cNvPr>
                <p14:cNvContentPartPr/>
                <p14:nvPr/>
              </p14:nvContentPartPr>
              <p14:xfrm>
                <a:off x="10849080" y="3211110"/>
                <a:ext cx="336960" cy="2185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B58FB266-6B1B-5DBC-2FA0-3A4218EB80A0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844760" y="3206790"/>
                  <a:ext cx="34560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34DF0960-D01B-E57A-1364-51A386729AA2}"/>
              </a:ext>
            </a:extLst>
          </p:cNvPr>
          <p:cNvGrpSpPr/>
          <p:nvPr/>
        </p:nvGrpSpPr>
        <p:grpSpPr>
          <a:xfrm>
            <a:off x="10232040" y="2976030"/>
            <a:ext cx="1401480" cy="237240"/>
            <a:chOff x="10232040" y="2976030"/>
            <a:chExt cx="1401480" cy="23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B888FE61-9727-1B09-9F7B-7B6C53CCDC27}"/>
                    </a:ext>
                  </a:extLst>
                </p14:cNvPr>
                <p14:cNvContentPartPr/>
                <p14:nvPr/>
              </p14:nvContentPartPr>
              <p14:xfrm>
                <a:off x="10232040" y="3067470"/>
                <a:ext cx="160200" cy="907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B888FE61-9727-1B09-9F7B-7B6C53CCDC27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227720" y="3063150"/>
                  <a:ext cx="168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6DA7E3FF-BCB7-E6AC-B103-CFE2D1D48BB4}"/>
                    </a:ext>
                  </a:extLst>
                </p14:cNvPr>
                <p14:cNvContentPartPr/>
                <p14:nvPr/>
              </p14:nvContentPartPr>
              <p14:xfrm>
                <a:off x="10362360" y="3058110"/>
                <a:ext cx="108720" cy="903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6DA7E3FF-BCB7-E6AC-B103-CFE2D1D48BB4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358040" y="3053790"/>
                  <a:ext cx="1173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70402E2C-357A-C69B-A523-32E4C12750FF}"/>
                    </a:ext>
                  </a:extLst>
                </p14:cNvPr>
                <p14:cNvContentPartPr/>
                <p14:nvPr/>
              </p14:nvContentPartPr>
              <p14:xfrm>
                <a:off x="10510680" y="3040470"/>
                <a:ext cx="188640" cy="1065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70402E2C-357A-C69B-A523-32E4C12750FF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506360" y="3036150"/>
                  <a:ext cx="1972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282FBB9D-A2B3-8DFA-D183-B423D6167CA9}"/>
                    </a:ext>
                  </a:extLst>
                </p14:cNvPr>
                <p14:cNvContentPartPr/>
                <p14:nvPr/>
              </p14:nvContentPartPr>
              <p14:xfrm>
                <a:off x="10727760" y="3027870"/>
                <a:ext cx="124200" cy="18540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282FBB9D-A2B3-8DFA-D183-B423D6167CA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723440" y="3023550"/>
                  <a:ext cx="1328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69A958F1-3DC9-165C-C966-C7F7ED8DCFBC}"/>
                    </a:ext>
                  </a:extLst>
                </p14:cNvPr>
                <p14:cNvContentPartPr/>
                <p14:nvPr/>
              </p14:nvContentPartPr>
              <p14:xfrm>
                <a:off x="10865640" y="3009150"/>
                <a:ext cx="558720" cy="1378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69A958F1-3DC9-165C-C966-C7F7ED8DCFBC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861320" y="3004830"/>
                  <a:ext cx="567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61D12A2-F2F2-EDCE-3624-CF632499B1D3}"/>
                    </a:ext>
                  </a:extLst>
                </p14:cNvPr>
                <p14:cNvContentPartPr/>
                <p14:nvPr/>
              </p14:nvContentPartPr>
              <p14:xfrm>
                <a:off x="11380080" y="2976030"/>
                <a:ext cx="23760" cy="669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61D12A2-F2F2-EDCE-3624-CF632499B1D3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375760" y="2971710"/>
                  <a:ext cx="32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CA9F893A-EFC1-A982-0508-BB63CE9E1770}"/>
                    </a:ext>
                  </a:extLst>
                </p14:cNvPr>
                <p14:cNvContentPartPr/>
                <p14:nvPr/>
              </p14:nvContentPartPr>
              <p14:xfrm>
                <a:off x="11433000" y="3036870"/>
                <a:ext cx="200520" cy="619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CA9F893A-EFC1-A982-0508-BB63CE9E1770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428680" y="3032550"/>
                  <a:ext cx="209160" cy="70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35458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3065A4F-B8B0-4567-0A29-0637920CCE91}"/>
              </a:ext>
            </a:extLst>
          </p:cNvPr>
          <p:cNvGrpSpPr/>
          <p:nvPr/>
        </p:nvGrpSpPr>
        <p:grpSpPr>
          <a:xfrm>
            <a:off x="1606080" y="803070"/>
            <a:ext cx="2303280" cy="331920"/>
            <a:chOff x="1606080" y="803070"/>
            <a:chExt cx="230328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74E6E80-C60A-7AD2-51EC-034D5A1E5945}"/>
                    </a:ext>
                  </a:extLst>
                </p14:cNvPr>
                <p14:cNvContentPartPr/>
                <p14:nvPr/>
              </p14:nvContentPartPr>
              <p14:xfrm>
                <a:off x="1606080" y="858150"/>
                <a:ext cx="216000" cy="191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74E6E80-C60A-7AD2-51EC-034D5A1E594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01760" y="853830"/>
                  <a:ext cx="2246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67F2A67-C2AC-0277-E83D-69816AD87AE5}"/>
                    </a:ext>
                  </a:extLst>
                </p14:cNvPr>
                <p14:cNvContentPartPr/>
                <p14:nvPr/>
              </p14:nvContentPartPr>
              <p14:xfrm>
                <a:off x="1890840" y="922950"/>
                <a:ext cx="135720" cy="100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67F2A67-C2AC-0277-E83D-69816AD87AE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86520" y="918630"/>
                  <a:ext cx="144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7802E3B-2782-5893-CB11-1C80E8774BEB}"/>
                    </a:ext>
                  </a:extLst>
                </p14:cNvPr>
                <p14:cNvContentPartPr/>
                <p14:nvPr/>
              </p14:nvContentPartPr>
              <p14:xfrm>
                <a:off x="2105400" y="969390"/>
                <a:ext cx="30240" cy="113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7802E3B-2782-5893-CB11-1C80E8774BE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01080" y="965070"/>
                  <a:ext cx="38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B2F36A9-DFCE-54A4-A24C-E6119268F194}"/>
                    </a:ext>
                  </a:extLst>
                </p14:cNvPr>
                <p14:cNvContentPartPr/>
                <p14:nvPr/>
              </p14:nvContentPartPr>
              <p14:xfrm>
                <a:off x="2213040" y="931230"/>
                <a:ext cx="134640" cy="87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B2F36A9-DFCE-54A4-A24C-E6119268F1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08720" y="926910"/>
                  <a:ext cx="143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E636614-505E-3DA9-80EF-76BE1FB66C25}"/>
                    </a:ext>
                  </a:extLst>
                </p14:cNvPr>
                <p14:cNvContentPartPr/>
                <p14:nvPr/>
              </p14:nvContentPartPr>
              <p14:xfrm>
                <a:off x="2340120" y="871110"/>
                <a:ext cx="217080" cy="176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E636614-505E-3DA9-80EF-76BE1FB66C2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35800" y="866790"/>
                  <a:ext cx="2257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3653612-155C-BC9B-0094-A22E14F8E036}"/>
                    </a:ext>
                  </a:extLst>
                </p14:cNvPr>
                <p14:cNvContentPartPr/>
                <p14:nvPr/>
              </p14:nvContentPartPr>
              <p14:xfrm>
                <a:off x="2682840" y="949950"/>
                <a:ext cx="77040" cy="115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3653612-155C-BC9B-0094-A22E14F8E03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78520" y="945630"/>
                  <a:ext cx="85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214A69-7EBC-8D85-CD17-2DD6A5B15DD2}"/>
                    </a:ext>
                  </a:extLst>
                </p14:cNvPr>
                <p14:cNvContentPartPr/>
                <p14:nvPr/>
              </p14:nvContentPartPr>
              <p14:xfrm>
                <a:off x="2837280" y="827550"/>
                <a:ext cx="163080" cy="232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214A69-7EBC-8D85-CD17-2DD6A5B15D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32960" y="823230"/>
                  <a:ext cx="1717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ED180AB-54B5-C858-13BF-548BADF593C4}"/>
                    </a:ext>
                  </a:extLst>
                </p14:cNvPr>
                <p14:cNvContentPartPr/>
                <p14:nvPr/>
              </p14:nvContentPartPr>
              <p14:xfrm>
                <a:off x="3112320" y="907830"/>
                <a:ext cx="38520" cy="122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ED180AB-54B5-C858-13BF-548BADF593C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8000" y="903510"/>
                  <a:ext cx="471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91C360-B8E3-1C83-9EA5-2751500517A7}"/>
                    </a:ext>
                  </a:extLst>
                </p14:cNvPr>
                <p14:cNvContentPartPr/>
                <p14:nvPr/>
              </p14:nvContentPartPr>
              <p14:xfrm>
                <a:off x="3246240" y="996390"/>
                <a:ext cx="111600" cy="138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91C360-B8E3-1C83-9EA5-2751500517A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41920" y="992070"/>
                  <a:ext cx="1202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5F974AE-C705-333A-3C28-C384E07EA3F7}"/>
                    </a:ext>
                  </a:extLst>
                </p14:cNvPr>
                <p14:cNvContentPartPr/>
                <p14:nvPr/>
              </p14:nvContentPartPr>
              <p14:xfrm>
                <a:off x="3502920" y="888030"/>
                <a:ext cx="46800" cy="206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5F974AE-C705-333A-3C28-C384E07EA3F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98600" y="883710"/>
                  <a:ext cx="554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4A16A37-0F69-D805-73FB-7EC4A995854A}"/>
                    </a:ext>
                  </a:extLst>
                </p14:cNvPr>
                <p14:cNvContentPartPr/>
                <p14:nvPr/>
              </p14:nvContentPartPr>
              <p14:xfrm>
                <a:off x="3601200" y="803070"/>
                <a:ext cx="308160" cy="243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4A16A37-0F69-D805-73FB-7EC4A995854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96880" y="798750"/>
                  <a:ext cx="316800" cy="25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1AB0F03-5647-234D-42B1-2DBD65C09CAB}"/>
              </a:ext>
            </a:extLst>
          </p:cNvPr>
          <p:cNvGrpSpPr/>
          <p:nvPr/>
        </p:nvGrpSpPr>
        <p:grpSpPr>
          <a:xfrm>
            <a:off x="1495920" y="1916910"/>
            <a:ext cx="758520" cy="283680"/>
            <a:chOff x="1495920" y="1916910"/>
            <a:chExt cx="75852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A782590-56D7-0303-9D81-621A34F2E0D5}"/>
                    </a:ext>
                  </a:extLst>
                </p14:cNvPr>
                <p14:cNvContentPartPr/>
                <p14:nvPr/>
              </p14:nvContentPartPr>
              <p14:xfrm>
                <a:off x="1495920" y="1916910"/>
                <a:ext cx="354240" cy="112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A782590-56D7-0303-9D81-621A34F2E0D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91600" y="1912590"/>
                  <a:ext cx="3628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6433A04-62CC-5C13-9A8D-62FE516D1B6F}"/>
                    </a:ext>
                  </a:extLst>
                </p14:cNvPr>
                <p14:cNvContentPartPr/>
                <p14:nvPr/>
              </p14:nvContentPartPr>
              <p14:xfrm>
                <a:off x="1861680" y="1925550"/>
                <a:ext cx="221400" cy="275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6433A04-62CC-5C13-9A8D-62FE516D1B6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57360" y="1921230"/>
                  <a:ext cx="2300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7389D29-091D-F4FE-5BE0-1355340C903A}"/>
                    </a:ext>
                  </a:extLst>
                </p14:cNvPr>
                <p14:cNvContentPartPr/>
                <p14:nvPr/>
              </p14:nvContentPartPr>
              <p14:xfrm>
                <a:off x="2142120" y="1929510"/>
                <a:ext cx="110160" cy="10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7389D29-091D-F4FE-5BE0-1355340C90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37800" y="1925190"/>
                  <a:ext cx="118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D215F4B-C973-3213-FCE9-E4441856DD4C}"/>
                    </a:ext>
                  </a:extLst>
                </p14:cNvPr>
                <p14:cNvContentPartPr/>
                <p14:nvPr/>
              </p14:nvContentPartPr>
              <p14:xfrm>
                <a:off x="2165160" y="1956150"/>
                <a:ext cx="89280" cy="42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D215F4B-C973-3213-FCE9-E4441856DD4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60840" y="1951830"/>
                  <a:ext cx="9792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6A666D0-A35D-FF52-F72A-0F18D19B46F5}"/>
              </a:ext>
            </a:extLst>
          </p:cNvPr>
          <p:cNvGrpSpPr/>
          <p:nvPr/>
        </p:nvGrpSpPr>
        <p:grpSpPr>
          <a:xfrm>
            <a:off x="2487000" y="1731510"/>
            <a:ext cx="1802160" cy="437400"/>
            <a:chOff x="2487000" y="1731510"/>
            <a:chExt cx="1802160" cy="43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E9D31F6-9C53-EB80-ED1C-B61B01E5C0F0}"/>
                    </a:ext>
                  </a:extLst>
                </p14:cNvPr>
                <p14:cNvContentPartPr/>
                <p14:nvPr/>
              </p14:nvContentPartPr>
              <p14:xfrm>
                <a:off x="2487000" y="1912590"/>
                <a:ext cx="281520" cy="102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E9D31F6-9C53-EB80-ED1C-B61B01E5C0F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82680" y="1908270"/>
                  <a:ext cx="2901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E263D-8AD2-F5CE-CDAA-3EA3BD8C0F39}"/>
                    </a:ext>
                  </a:extLst>
                </p14:cNvPr>
                <p14:cNvContentPartPr/>
                <p14:nvPr/>
              </p14:nvContentPartPr>
              <p14:xfrm>
                <a:off x="2748360" y="1759590"/>
                <a:ext cx="449640" cy="243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E263D-8AD2-F5CE-CDAA-3EA3BD8C0F3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44040" y="1755270"/>
                  <a:ext cx="4582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37F8E45-9FB3-B436-5ABB-26359126912A}"/>
                    </a:ext>
                  </a:extLst>
                </p14:cNvPr>
                <p14:cNvContentPartPr/>
                <p14:nvPr/>
              </p14:nvContentPartPr>
              <p14:xfrm>
                <a:off x="3267840" y="1731510"/>
                <a:ext cx="94320" cy="261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37F8E45-9FB3-B436-5ABB-26359126912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63520" y="1727190"/>
                  <a:ext cx="1029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AD3FCCE-4DC6-1A90-AD35-BC15B5AE906A}"/>
                    </a:ext>
                  </a:extLst>
                </p14:cNvPr>
                <p14:cNvContentPartPr/>
                <p14:nvPr/>
              </p14:nvContentPartPr>
              <p14:xfrm>
                <a:off x="3517320" y="1781550"/>
                <a:ext cx="196200" cy="293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AD3FCCE-4DC6-1A90-AD35-BC15B5AE906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13000" y="1777230"/>
                  <a:ext cx="2048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73F5411-1139-C56C-57F2-6F2B75C8E467}"/>
                    </a:ext>
                  </a:extLst>
                </p14:cNvPr>
                <p14:cNvContentPartPr/>
                <p14:nvPr/>
              </p14:nvContentPartPr>
              <p14:xfrm>
                <a:off x="3821880" y="1859670"/>
                <a:ext cx="33120" cy="107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73F5411-1139-C56C-57F2-6F2B75C8E46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17560" y="1855350"/>
                  <a:ext cx="41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AF85C73-7565-A7B4-F546-84B8E02DE6E4}"/>
                    </a:ext>
                  </a:extLst>
                </p14:cNvPr>
                <p14:cNvContentPartPr/>
                <p14:nvPr/>
              </p14:nvContentPartPr>
              <p14:xfrm>
                <a:off x="3921960" y="1803510"/>
                <a:ext cx="127800" cy="129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AF85C73-7565-A7B4-F546-84B8E02DE6E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17640" y="1799190"/>
                  <a:ext cx="1364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11AE2DA-9B9D-EEAB-03E8-C393C91AC482}"/>
                    </a:ext>
                  </a:extLst>
                </p14:cNvPr>
                <p14:cNvContentPartPr/>
                <p14:nvPr/>
              </p14:nvContentPartPr>
              <p14:xfrm>
                <a:off x="3932760" y="1825470"/>
                <a:ext cx="179640" cy="105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11AE2DA-9B9D-EEAB-03E8-C393C91AC4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28440" y="1821150"/>
                  <a:ext cx="1882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E5800CC-746B-5B86-66EF-5F339B823BF7}"/>
                    </a:ext>
                  </a:extLst>
                </p14:cNvPr>
                <p14:cNvContentPartPr/>
                <p14:nvPr/>
              </p14:nvContentPartPr>
              <p14:xfrm>
                <a:off x="4094400" y="1768590"/>
                <a:ext cx="194760" cy="270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E5800CC-746B-5B86-66EF-5F339B823BF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90080" y="1764270"/>
                  <a:ext cx="2034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BE1EFA4-506F-DEE0-033F-E5DA1372EDBE}"/>
                    </a:ext>
                  </a:extLst>
                </p14:cNvPr>
                <p14:cNvContentPartPr/>
                <p14:nvPr/>
              </p14:nvContentPartPr>
              <p14:xfrm>
                <a:off x="3404280" y="2094030"/>
                <a:ext cx="701640" cy="74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BE1EFA4-506F-DEE0-033F-E5DA1372EDB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99960" y="2089710"/>
                  <a:ext cx="71028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ED681AC-A040-5391-DCE2-1D721602EDD3}"/>
              </a:ext>
            </a:extLst>
          </p:cNvPr>
          <p:cNvGrpSpPr/>
          <p:nvPr/>
        </p:nvGrpSpPr>
        <p:grpSpPr>
          <a:xfrm>
            <a:off x="1558560" y="2693790"/>
            <a:ext cx="627480" cy="390240"/>
            <a:chOff x="1558560" y="2693790"/>
            <a:chExt cx="627480" cy="39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43D3DD6-F942-195E-21AE-B3BAD612A15E}"/>
                    </a:ext>
                  </a:extLst>
                </p14:cNvPr>
                <p14:cNvContentPartPr/>
                <p14:nvPr/>
              </p14:nvContentPartPr>
              <p14:xfrm>
                <a:off x="1558560" y="2839230"/>
                <a:ext cx="339480" cy="96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43D3DD6-F942-195E-21AE-B3BAD612A15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54240" y="2834910"/>
                  <a:ext cx="3481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6F37259-D0D8-C2F5-BD5E-E65F95F5F083}"/>
                    </a:ext>
                  </a:extLst>
                </p14:cNvPr>
                <p14:cNvContentPartPr/>
                <p14:nvPr/>
              </p14:nvContentPartPr>
              <p14:xfrm>
                <a:off x="1909560" y="2810070"/>
                <a:ext cx="183240" cy="273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6F37259-D0D8-C2F5-BD5E-E65F95F5F0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05240" y="2805750"/>
                  <a:ext cx="1918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235B247-6646-1D2A-21F5-A446DD1B80AA}"/>
                    </a:ext>
                  </a:extLst>
                </p14:cNvPr>
                <p14:cNvContentPartPr/>
                <p14:nvPr/>
              </p14:nvContentPartPr>
              <p14:xfrm>
                <a:off x="2051400" y="2693790"/>
                <a:ext cx="134640" cy="66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235B247-6646-1D2A-21F5-A446DD1B80A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47080" y="2689470"/>
                  <a:ext cx="14328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D8D73F0-C189-42E1-5FCD-6EB0A2A0F718}"/>
              </a:ext>
            </a:extLst>
          </p:cNvPr>
          <p:cNvGrpSpPr/>
          <p:nvPr/>
        </p:nvGrpSpPr>
        <p:grpSpPr>
          <a:xfrm>
            <a:off x="2483760" y="2827350"/>
            <a:ext cx="168840" cy="76320"/>
            <a:chOff x="2483760" y="2827350"/>
            <a:chExt cx="168840" cy="7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9A73119-F263-026A-EE7A-3DA554DB4252}"/>
                    </a:ext>
                  </a:extLst>
                </p14:cNvPr>
                <p14:cNvContentPartPr/>
                <p14:nvPr/>
              </p14:nvContentPartPr>
              <p14:xfrm>
                <a:off x="2483760" y="2827350"/>
                <a:ext cx="144000" cy="12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9A73119-F263-026A-EE7A-3DA554DB425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79440" y="2823030"/>
                  <a:ext cx="152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A736B23-C8F6-F0F4-845B-A518167015EA}"/>
                    </a:ext>
                  </a:extLst>
                </p14:cNvPr>
                <p14:cNvContentPartPr/>
                <p14:nvPr/>
              </p14:nvContentPartPr>
              <p14:xfrm>
                <a:off x="2529120" y="2892150"/>
                <a:ext cx="123480" cy="11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A736B23-C8F6-F0F4-845B-A518167015E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24800" y="2887830"/>
                  <a:ext cx="13212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B9A8DF6-F617-2ACA-CC82-5B4C207199D5}"/>
              </a:ext>
            </a:extLst>
          </p:cNvPr>
          <p:cNvGrpSpPr/>
          <p:nvPr/>
        </p:nvGrpSpPr>
        <p:grpSpPr>
          <a:xfrm>
            <a:off x="2956080" y="2668230"/>
            <a:ext cx="2607120" cy="402480"/>
            <a:chOff x="2956080" y="2668230"/>
            <a:chExt cx="260712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82DAE32-C13F-4B6F-5BBF-834077310C94}"/>
                    </a:ext>
                  </a:extLst>
                </p14:cNvPr>
                <p14:cNvContentPartPr/>
                <p14:nvPr/>
              </p14:nvContentPartPr>
              <p14:xfrm>
                <a:off x="2956080" y="2760030"/>
                <a:ext cx="176400" cy="113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82DAE32-C13F-4B6F-5BBF-834077310C9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51760" y="2755710"/>
                  <a:ext cx="1850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E5D8220-F8C7-26FD-2AEB-15C230180AF3}"/>
                    </a:ext>
                  </a:extLst>
                </p14:cNvPr>
                <p14:cNvContentPartPr/>
                <p14:nvPr/>
              </p14:nvContentPartPr>
              <p14:xfrm>
                <a:off x="3169920" y="2769750"/>
                <a:ext cx="208800" cy="104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E5D8220-F8C7-26FD-2AEB-15C230180AF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65600" y="2765430"/>
                  <a:ext cx="2174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9763F83-EB29-BC00-F5A4-03F78D4A8651}"/>
                    </a:ext>
                  </a:extLst>
                </p14:cNvPr>
                <p14:cNvContentPartPr/>
                <p14:nvPr/>
              </p14:nvContentPartPr>
              <p14:xfrm>
                <a:off x="3382320" y="2765430"/>
                <a:ext cx="219600" cy="305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9763F83-EB29-BC00-F5A4-03F78D4A865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78000" y="2761110"/>
                  <a:ext cx="2282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6285BEA-A051-26A9-1DDA-FA52477FBEEB}"/>
                    </a:ext>
                  </a:extLst>
                </p14:cNvPr>
                <p14:cNvContentPartPr/>
                <p14:nvPr/>
              </p14:nvContentPartPr>
              <p14:xfrm>
                <a:off x="3655560" y="2668230"/>
                <a:ext cx="120240" cy="252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6285BEA-A051-26A9-1DDA-FA52477FBEE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51240" y="2663910"/>
                  <a:ext cx="1288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57669CF-28E6-C13D-9B78-14EE38D8F61A}"/>
                    </a:ext>
                  </a:extLst>
                </p14:cNvPr>
                <p14:cNvContentPartPr/>
                <p14:nvPr/>
              </p14:nvContentPartPr>
              <p14:xfrm>
                <a:off x="3794160" y="2719710"/>
                <a:ext cx="119880" cy="144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57669CF-28E6-C13D-9B78-14EE38D8F61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89840" y="2715390"/>
                  <a:ext cx="128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837665F-839C-3E83-3374-EA1C4BFDA75F}"/>
                    </a:ext>
                  </a:extLst>
                </p14:cNvPr>
                <p14:cNvContentPartPr/>
                <p14:nvPr/>
              </p14:nvContentPartPr>
              <p14:xfrm>
                <a:off x="3952200" y="2717910"/>
                <a:ext cx="105840" cy="130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837665F-839C-3E83-3374-EA1C4BFDA75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947880" y="2713590"/>
                  <a:ext cx="1144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0993AEB-81DA-D366-3358-96301F113D22}"/>
                    </a:ext>
                  </a:extLst>
                </p14:cNvPr>
                <p14:cNvContentPartPr/>
                <p14:nvPr/>
              </p14:nvContentPartPr>
              <p14:xfrm>
                <a:off x="3985320" y="2792790"/>
                <a:ext cx="135720" cy="20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0993AEB-81DA-D366-3358-96301F113D2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981000" y="2788470"/>
                  <a:ext cx="144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5B8676F-33CC-2115-8A39-BDAF02CA4D73}"/>
                    </a:ext>
                  </a:extLst>
                </p14:cNvPr>
                <p14:cNvContentPartPr/>
                <p14:nvPr/>
              </p14:nvContentPartPr>
              <p14:xfrm>
                <a:off x="4120680" y="2732310"/>
                <a:ext cx="142200" cy="132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5B8676F-33CC-2115-8A39-BDAF02CA4D7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16360" y="2727990"/>
                  <a:ext cx="150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C0E0637-D3E3-E7BD-3337-01779B0FE311}"/>
                    </a:ext>
                  </a:extLst>
                </p14:cNvPr>
                <p14:cNvContentPartPr/>
                <p14:nvPr/>
              </p14:nvContentPartPr>
              <p14:xfrm>
                <a:off x="4302120" y="2695230"/>
                <a:ext cx="152280" cy="195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C0E0637-D3E3-E7BD-3337-01779B0FE31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97800" y="2690910"/>
                  <a:ext cx="1609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6D94E06-6CC4-B1B3-B55F-10EF61E3D595}"/>
                    </a:ext>
                  </a:extLst>
                </p14:cNvPr>
                <p14:cNvContentPartPr/>
                <p14:nvPr/>
              </p14:nvContentPartPr>
              <p14:xfrm>
                <a:off x="4411560" y="2889630"/>
                <a:ext cx="1101960" cy="84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6D94E06-6CC4-B1B3-B55F-10EF61E3D59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07240" y="2885310"/>
                  <a:ext cx="11106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FFF161F-3580-FA7D-991C-E01FD334A658}"/>
                    </a:ext>
                  </a:extLst>
                </p14:cNvPr>
                <p14:cNvContentPartPr/>
                <p14:nvPr/>
              </p14:nvContentPartPr>
              <p14:xfrm>
                <a:off x="4663920" y="2700630"/>
                <a:ext cx="26640" cy="97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FFF161F-3580-FA7D-991C-E01FD334A65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59600" y="2696310"/>
                  <a:ext cx="35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2604350-EF10-C0B6-4AC4-C0A716AD4395}"/>
                    </a:ext>
                  </a:extLst>
                </p14:cNvPr>
                <p14:cNvContentPartPr/>
                <p14:nvPr/>
              </p14:nvContentPartPr>
              <p14:xfrm>
                <a:off x="4758240" y="2680470"/>
                <a:ext cx="116640" cy="162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2604350-EF10-C0B6-4AC4-C0A716AD439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53920" y="2676150"/>
                  <a:ext cx="1252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E5D1DA4-62BD-B29C-EB73-7F975D3A881E}"/>
                    </a:ext>
                  </a:extLst>
                </p14:cNvPr>
                <p14:cNvContentPartPr/>
                <p14:nvPr/>
              </p14:nvContentPartPr>
              <p14:xfrm>
                <a:off x="4924200" y="2703870"/>
                <a:ext cx="189000" cy="119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E5D1DA4-62BD-B29C-EB73-7F975D3A881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919880" y="2699550"/>
                  <a:ext cx="1976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5A364BE-5820-6780-678F-0232FF1B4E71}"/>
                    </a:ext>
                  </a:extLst>
                </p14:cNvPr>
                <p14:cNvContentPartPr/>
                <p14:nvPr/>
              </p14:nvContentPartPr>
              <p14:xfrm>
                <a:off x="5248920" y="2702430"/>
                <a:ext cx="22680" cy="106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5A364BE-5820-6780-678F-0232FF1B4E7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44600" y="2698110"/>
                  <a:ext cx="31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B2F94E9-02DE-7E06-BE1F-CFD1D5D8932A}"/>
                    </a:ext>
                  </a:extLst>
                </p14:cNvPr>
                <p14:cNvContentPartPr/>
                <p14:nvPr/>
              </p14:nvContentPartPr>
              <p14:xfrm>
                <a:off x="5235240" y="2668230"/>
                <a:ext cx="150840" cy="139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B2F94E9-02DE-7E06-BE1F-CFD1D5D8932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30920" y="2663910"/>
                  <a:ext cx="1594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F4812C3-8687-E530-93D7-912EDA23D146}"/>
                    </a:ext>
                  </a:extLst>
                </p14:cNvPr>
                <p14:cNvContentPartPr/>
                <p14:nvPr/>
              </p14:nvContentPartPr>
              <p14:xfrm>
                <a:off x="5426400" y="2681910"/>
                <a:ext cx="136800" cy="159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F4812C3-8687-E530-93D7-912EDA23D14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22080" y="2677590"/>
                  <a:ext cx="145440" cy="167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275767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E85E478-B5AB-10A1-8B34-B5956755D505}"/>
                  </a:ext>
                </a:extLst>
              </p14:cNvPr>
              <p14:cNvContentPartPr/>
              <p14:nvPr/>
            </p14:nvContentPartPr>
            <p14:xfrm>
              <a:off x="6364920" y="2349270"/>
              <a:ext cx="9720" cy="109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E85E478-B5AB-10A1-8B34-B5956755D5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60600" y="2344950"/>
                <a:ext cx="18360" cy="11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0DDA820A-CFFA-BA61-5575-96191BBF7FCD}"/>
              </a:ext>
            </a:extLst>
          </p:cNvPr>
          <p:cNvGrpSpPr/>
          <p:nvPr/>
        </p:nvGrpSpPr>
        <p:grpSpPr>
          <a:xfrm>
            <a:off x="4162425" y="1562100"/>
            <a:ext cx="3867150" cy="3867150"/>
            <a:chOff x="5810250" y="1581150"/>
            <a:chExt cx="3867150" cy="38671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68B3C1E-8B25-CB05-2EA7-AF59FD81C38A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9AFFCB0-9A08-08D0-D72F-B61F1AA30F71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5AF9CA-F63B-142E-C401-52B246F44C68}"/>
              </a:ext>
            </a:extLst>
          </p:cNvPr>
          <p:cNvCxnSpPr/>
          <p:nvPr/>
        </p:nvCxnSpPr>
        <p:spPr>
          <a:xfrm>
            <a:off x="1085850" y="1562100"/>
            <a:ext cx="9906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D33C8F1-2CDA-F244-56BE-96489F8CDB86}"/>
                  </a:ext>
                </a:extLst>
              </p14:cNvPr>
              <p14:cNvContentPartPr/>
              <p14:nvPr/>
            </p14:nvContentPartPr>
            <p14:xfrm>
              <a:off x="6079080" y="1471590"/>
              <a:ext cx="171360" cy="1040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D33C8F1-2CDA-F244-56BE-96489F8CDB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2960" y="1465470"/>
                <a:ext cx="18360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31D5F5C8-67D6-E858-7F0D-999BE66E41DD}"/>
              </a:ext>
            </a:extLst>
          </p:cNvPr>
          <p:cNvGrpSpPr/>
          <p:nvPr/>
        </p:nvGrpSpPr>
        <p:grpSpPr>
          <a:xfrm>
            <a:off x="5727360" y="1613430"/>
            <a:ext cx="1252080" cy="1722960"/>
            <a:chOff x="5727360" y="1613430"/>
            <a:chExt cx="1252080" cy="172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E754475-3E33-565E-0033-4CA04E84FDB7}"/>
                    </a:ext>
                  </a:extLst>
                </p14:cNvPr>
                <p14:cNvContentPartPr/>
                <p14:nvPr/>
              </p14:nvContentPartPr>
              <p14:xfrm>
                <a:off x="5727360" y="1745190"/>
                <a:ext cx="16920" cy="156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E754475-3E33-565E-0033-4CA04E84FDB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21240" y="1739070"/>
                  <a:ext cx="291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3FDA69A-E089-B8F5-2B0E-B0D2B0DFC752}"/>
                    </a:ext>
                  </a:extLst>
                </p14:cNvPr>
                <p14:cNvContentPartPr/>
                <p14:nvPr/>
              </p14:nvContentPartPr>
              <p14:xfrm>
                <a:off x="5826720" y="1863990"/>
                <a:ext cx="13680" cy="36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3FDA69A-E089-B8F5-2B0E-B0D2B0DFC75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20600" y="1857870"/>
                  <a:ext cx="25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865E8B8-4408-CFE0-4EB9-ABB335350EE3}"/>
                    </a:ext>
                  </a:extLst>
                </p14:cNvPr>
                <p14:cNvContentPartPr/>
                <p14:nvPr/>
              </p14:nvContentPartPr>
              <p14:xfrm>
                <a:off x="5873520" y="1772550"/>
                <a:ext cx="119520" cy="7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865E8B8-4408-CFE0-4EB9-ABB335350EE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67400" y="1766430"/>
                  <a:ext cx="131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9AF1B53-156B-EFAE-BC09-FAAB0A96B04A}"/>
                    </a:ext>
                  </a:extLst>
                </p14:cNvPr>
                <p14:cNvContentPartPr/>
                <p14:nvPr/>
              </p14:nvContentPartPr>
              <p14:xfrm>
                <a:off x="5991960" y="1736910"/>
                <a:ext cx="24840" cy="181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9AF1B53-156B-EFAE-BC09-FAAB0A96B04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85840" y="1730790"/>
                  <a:ext cx="37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5B9655E-F3EA-63CD-9AED-7E02A2A277B0}"/>
                    </a:ext>
                  </a:extLst>
                </p14:cNvPr>
                <p14:cNvContentPartPr/>
                <p14:nvPr/>
              </p14:nvContentPartPr>
              <p14:xfrm>
                <a:off x="6053160" y="1865430"/>
                <a:ext cx="59400" cy="136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5B9655E-F3EA-63CD-9AED-7E02A2A277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47040" y="1859310"/>
                  <a:ext cx="716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2E85EBA-5EB0-B09E-F85F-6A9FA79CADE2}"/>
                    </a:ext>
                  </a:extLst>
                </p14:cNvPr>
                <p14:cNvContentPartPr/>
                <p14:nvPr/>
              </p14:nvContentPartPr>
              <p14:xfrm>
                <a:off x="6196800" y="1765350"/>
                <a:ext cx="98640" cy="139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2E85EBA-5EB0-B09E-F85F-6A9FA79CADE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90680" y="1759230"/>
                  <a:ext cx="110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67A856B-78E0-2589-C283-E8B6C2874382}"/>
                    </a:ext>
                  </a:extLst>
                </p14:cNvPr>
                <p14:cNvContentPartPr/>
                <p14:nvPr/>
              </p14:nvContentPartPr>
              <p14:xfrm>
                <a:off x="6360240" y="1862550"/>
                <a:ext cx="32040" cy="31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67A856B-78E0-2589-C283-E8B6C287438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54120" y="1856430"/>
                  <a:ext cx="44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97F5C0B-C419-D401-9F44-E950868EA270}"/>
                    </a:ext>
                  </a:extLst>
                </p14:cNvPr>
                <p14:cNvContentPartPr/>
                <p14:nvPr/>
              </p14:nvContentPartPr>
              <p14:xfrm>
                <a:off x="6474360" y="1770030"/>
                <a:ext cx="125280" cy="132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97F5C0B-C419-D401-9F44-E950868EA27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68240" y="1763910"/>
                  <a:ext cx="1375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CCFF732-FDFA-DA23-2DE1-E02299AA407D}"/>
                    </a:ext>
                  </a:extLst>
                </p14:cNvPr>
                <p14:cNvContentPartPr/>
                <p14:nvPr/>
              </p14:nvContentPartPr>
              <p14:xfrm>
                <a:off x="6080880" y="1613430"/>
                <a:ext cx="54000" cy="1722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CCFF732-FDFA-DA23-2DE1-E02299AA407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74760" y="1607310"/>
                  <a:ext cx="66240" cy="173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F3541EE-480A-6F94-ABAD-EE09A2CCD02F}"/>
                    </a:ext>
                  </a:extLst>
                </p14:cNvPr>
                <p14:cNvContentPartPr/>
                <p14:nvPr/>
              </p14:nvContentPartPr>
              <p14:xfrm>
                <a:off x="6228480" y="2686950"/>
                <a:ext cx="106560" cy="106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F3541EE-480A-6F94-ABAD-EE09A2CCD02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22360" y="2680830"/>
                  <a:ext cx="118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30B42B4-013D-ADA6-F9AF-597390F60369}"/>
                    </a:ext>
                  </a:extLst>
                </p14:cNvPr>
                <p14:cNvContentPartPr/>
                <p14:nvPr/>
              </p14:nvContentPartPr>
              <p14:xfrm>
                <a:off x="6422160" y="2704230"/>
                <a:ext cx="21240" cy="59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30B42B4-013D-ADA6-F9AF-597390F6036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16040" y="2698110"/>
                  <a:ext cx="334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9341ECF-4638-A152-787D-9E63263A9D1F}"/>
                    </a:ext>
                  </a:extLst>
                </p14:cNvPr>
                <p14:cNvContentPartPr/>
                <p14:nvPr/>
              </p14:nvContentPartPr>
              <p14:xfrm>
                <a:off x="6449880" y="2667150"/>
                <a:ext cx="194760" cy="83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9341ECF-4638-A152-787D-9E63263A9D1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43760" y="2661030"/>
                  <a:ext cx="2070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6E49369-82FE-73AB-5359-9EC36B2C7A14}"/>
                    </a:ext>
                  </a:extLst>
                </p14:cNvPr>
                <p14:cNvContentPartPr/>
                <p14:nvPr/>
              </p14:nvContentPartPr>
              <p14:xfrm>
                <a:off x="6681720" y="2662470"/>
                <a:ext cx="126000" cy="125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6E49369-82FE-73AB-5359-9EC36B2C7A1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75600" y="2656350"/>
                  <a:ext cx="1382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40C47A8-84BB-11F0-C8D5-DD336F704382}"/>
                    </a:ext>
                  </a:extLst>
                </p14:cNvPr>
                <p14:cNvContentPartPr/>
                <p14:nvPr/>
              </p14:nvContentPartPr>
              <p14:xfrm>
                <a:off x="6789360" y="2604510"/>
                <a:ext cx="190080" cy="50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40C47A8-84BB-11F0-C8D5-DD336F70438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83240" y="2598390"/>
                  <a:ext cx="202320" cy="6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1332CDE-A083-874C-E16E-6A2F8D6E2094}"/>
                  </a:ext>
                </a:extLst>
              </p14:cNvPr>
              <p14:cNvContentPartPr/>
              <p14:nvPr/>
            </p14:nvContentPartPr>
            <p14:xfrm>
              <a:off x="6162600" y="350190"/>
              <a:ext cx="24120" cy="11941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1332CDE-A083-874C-E16E-6A2F8D6E209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56480" y="344070"/>
                <a:ext cx="36360" cy="120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D4A81303-416F-0F6F-C16C-A44E21F5CC6D}"/>
              </a:ext>
            </a:extLst>
          </p:cNvPr>
          <p:cNvGrpSpPr/>
          <p:nvPr/>
        </p:nvGrpSpPr>
        <p:grpSpPr>
          <a:xfrm>
            <a:off x="6784680" y="519390"/>
            <a:ext cx="289440" cy="190800"/>
            <a:chOff x="6784680" y="519390"/>
            <a:chExt cx="289440" cy="19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8B652CD-FDE5-D890-57D9-8FBC763F5E23}"/>
                    </a:ext>
                  </a:extLst>
                </p14:cNvPr>
                <p14:cNvContentPartPr/>
                <p14:nvPr/>
              </p14:nvContentPartPr>
              <p14:xfrm>
                <a:off x="6784680" y="547110"/>
                <a:ext cx="26640" cy="117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B652CD-FDE5-D890-57D9-8FBC763F5E2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78560" y="540990"/>
                  <a:ext cx="38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8E79F4E-35F2-F533-FEB3-8AF487411C88}"/>
                    </a:ext>
                  </a:extLst>
                </p14:cNvPr>
                <p14:cNvContentPartPr/>
                <p14:nvPr/>
              </p14:nvContentPartPr>
              <p14:xfrm>
                <a:off x="6875760" y="648270"/>
                <a:ext cx="16560" cy="61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8E79F4E-35F2-F533-FEB3-8AF487411C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69640" y="642150"/>
                  <a:ext cx="28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76A7311-20FF-6B34-D3D7-F2DF86B649DD}"/>
                    </a:ext>
                  </a:extLst>
                </p14:cNvPr>
                <p14:cNvContentPartPr/>
                <p14:nvPr/>
              </p14:nvContentPartPr>
              <p14:xfrm>
                <a:off x="6945600" y="571230"/>
                <a:ext cx="101880" cy="57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76A7311-20FF-6B34-D3D7-F2DF86B649D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39480" y="565110"/>
                  <a:ext cx="1141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94D7F12-00FD-34D0-2447-04087C2C0BA7}"/>
                    </a:ext>
                  </a:extLst>
                </p14:cNvPr>
                <p14:cNvContentPartPr/>
                <p14:nvPr/>
              </p14:nvContentPartPr>
              <p14:xfrm>
                <a:off x="7045680" y="519390"/>
                <a:ext cx="28440" cy="168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94D7F12-00FD-34D0-2447-04087C2C0BA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39560" y="513270"/>
                  <a:ext cx="4068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806B49D-C52C-299F-0233-A38F23513AD4}"/>
              </a:ext>
            </a:extLst>
          </p:cNvPr>
          <p:cNvGrpSpPr/>
          <p:nvPr/>
        </p:nvGrpSpPr>
        <p:grpSpPr>
          <a:xfrm>
            <a:off x="7208400" y="569790"/>
            <a:ext cx="137520" cy="120960"/>
            <a:chOff x="7208400" y="569790"/>
            <a:chExt cx="137520" cy="1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B628400-D6AB-2023-8C6C-83495ACD7BF0}"/>
                    </a:ext>
                  </a:extLst>
                </p14:cNvPr>
                <p14:cNvContentPartPr/>
                <p14:nvPr/>
              </p14:nvContentPartPr>
              <p14:xfrm>
                <a:off x="7231440" y="569790"/>
                <a:ext cx="13680" cy="120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B628400-D6AB-2023-8C6C-83495ACD7BF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25320" y="563670"/>
                  <a:ext cx="259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DFDD864-A984-A7F9-BCED-4240D9BA63ED}"/>
                    </a:ext>
                  </a:extLst>
                </p14:cNvPr>
                <p14:cNvContentPartPr/>
                <p14:nvPr/>
              </p14:nvContentPartPr>
              <p14:xfrm>
                <a:off x="7208400" y="647910"/>
                <a:ext cx="137520" cy="9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DFDD864-A984-A7F9-BCED-4240D9BA63E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02280" y="641790"/>
                  <a:ext cx="14976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29BCDF3-FC13-0796-82DC-F7233CDFF676}"/>
              </a:ext>
            </a:extLst>
          </p:cNvPr>
          <p:cNvGrpSpPr/>
          <p:nvPr/>
        </p:nvGrpSpPr>
        <p:grpSpPr>
          <a:xfrm>
            <a:off x="7478760" y="547830"/>
            <a:ext cx="820080" cy="134280"/>
            <a:chOff x="7478760" y="547830"/>
            <a:chExt cx="82008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F26E7B2-8716-0F25-B48F-B9EB5A60FA54}"/>
                    </a:ext>
                  </a:extLst>
                </p14:cNvPr>
                <p14:cNvContentPartPr/>
                <p14:nvPr/>
              </p14:nvContentPartPr>
              <p14:xfrm>
                <a:off x="7478760" y="582030"/>
                <a:ext cx="143640" cy="100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F26E7B2-8716-0F25-B48F-B9EB5A60FA5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72640" y="575910"/>
                  <a:ext cx="155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50709A-4666-6A80-FDA8-0549ED5224D8}"/>
                    </a:ext>
                  </a:extLst>
                </p14:cNvPr>
                <p14:cNvContentPartPr/>
                <p14:nvPr/>
              </p14:nvContentPartPr>
              <p14:xfrm>
                <a:off x="7695480" y="634590"/>
                <a:ext cx="18000" cy="36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50709A-4666-6A80-FDA8-0549ED5224D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89360" y="628470"/>
                  <a:ext cx="30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675C6DA-00DC-495B-B313-E0B510F66C26}"/>
                    </a:ext>
                  </a:extLst>
                </p14:cNvPr>
                <p14:cNvContentPartPr/>
                <p14:nvPr/>
              </p14:nvContentPartPr>
              <p14:xfrm>
                <a:off x="7753440" y="551070"/>
                <a:ext cx="149760" cy="101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675C6DA-00DC-495B-B313-E0B510F66C2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47320" y="544950"/>
                  <a:ext cx="162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F3089CC-1A30-90A6-DF96-EE65CB700DEC}"/>
                    </a:ext>
                  </a:extLst>
                </p14:cNvPr>
                <p14:cNvContentPartPr/>
                <p14:nvPr/>
              </p14:nvContentPartPr>
              <p14:xfrm>
                <a:off x="7968000" y="551070"/>
                <a:ext cx="91440" cy="104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F3089CC-1A30-90A6-DF96-EE65CB700DE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61880" y="544950"/>
                  <a:ext cx="1036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D5F61BD-E2BD-8A8E-2927-38922C39978A}"/>
                    </a:ext>
                  </a:extLst>
                </p14:cNvPr>
                <p14:cNvContentPartPr/>
                <p14:nvPr/>
              </p14:nvContentPartPr>
              <p14:xfrm>
                <a:off x="8101560" y="547830"/>
                <a:ext cx="197280" cy="23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D5F61BD-E2BD-8A8E-2927-38922C39978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95440" y="541710"/>
                  <a:ext cx="20952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6DB3EC1-145A-55F7-B7C5-EB7FDC92240F}"/>
              </a:ext>
            </a:extLst>
          </p:cNvPr>
          <p:cNvGrpSpPr/>
          <p:nvPr/>
        </p:nvGrpSpPr>
        <p:grpSpPr>
          <a:xfrm>
            <a:off x="6934080" y="1008990"/>
            <a:ext cx="668520" cy="207360"/>
            <a:chOff x="6934080" y="1008990"/>
            <a:chExt cx="668520" cy="20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EE76AD6-DF7E-5642-B7CC-5E66E1D4FC83}"/>
                    </a:ext>
                  </a:extLst>
                </p14:cNvPr>
                <p14:cNvContentPartPr/>
                <p14:nvPr/>
              </p14:nvContentPartPr>
              <p14:xfrm>
                <a:off x="6934080" y="1012590"/>
                <a:ext cx="13680" cy="113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EE76AD6-DF7E-5642-B7CC-5E66E1D4FC8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27960" y="1006470"/>
                  <a:ext cx="25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C6400C6-9248-BC17-04B5-7F3895CB6468}"/>
                    </a:ext>
                  </a:extLst>
                </p14:cNvPr>
                <p14:cNvContentPartPr/>
                <p14:nvPr/>
              </p14:nvContentPartPr>
              <p14:xfrm>
                <a:off x="7059000" y="1092510"/>
                <a:ext cx="22320" cy="18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C6400C6-9248-BC17-04B5-7F3895CB646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52880" y="1086390"/>
                  <a:ext cx="34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6031783-4004-248A-18E1-BFBD3B6D90E1}"/>
                    </a:ext>
                  </a:extLst>
                </p14:cNvPr>
                <p14:cNvContentPartPr/>
                <p14:nvPr/>
              </p14:nvContentPartPr>
              <p14:xfrm>
                <a:off x="7119120" y="1029150"/>
                <a:ext cx="112680" cy="161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6031783-4004-248A-18E1-BFBD3B6D90E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13000" y="1023030"/>
                  <a:ext cx="124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DD84175-4C17-7945-7F48-E95D3E701562}"/>
                    </a:ext>
                  </a:extLst>
                </p14:cNvPr>
                <p14:cNvContentPartPr/>
                <p14:nvPr/>
              </p14:nvContentPartPr>
              <p14:xfrm>
                <a:off x="7304160" y="1061190"/>
                <a:ext cx="167400" cy="91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DD84175-4C17-7945-7F48-E95D3E70156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98040" y="1055070"/>
                  <a:ext cx="179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2978140-6918-C8FE-C008-4423ECA655E8}"/>
                    </a:ext>
                  </a:extLst>
                </p14:cNvPr>
                <p14:cNvContentPartPr/>
                <p14:nvPr/>
              </p14:nvContentPartPr>
              <p14:xfrm>
                <a:off x="7396680" y="1008990"/>
                <a:ext cx="96120" cy="9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2978140-6918-C8FE-C008-4423ECA655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90560" y="1002870"/>
                  <a:ext cx="1083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D5FE93B-89D7-DCC3-7AA2-82B4AD24435C}"/>
                    </a:ext>
                  </a:extLst>
                </p14:cNvPr>
                <p14:cNvContentPartPr/>
                <p14:nvPr/>
              </p14:nvContentPartPr>
              <p14:xfrm>
                <a:off x="7012200" y="1127790"/>
                <a:ext cx="58320" cy="66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D5FE93B-89D7-DCC3-7AA2-82B4AD24435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06080" y="1121670"/>
                  <a:ext cx="705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D1A936B-0D06-F583-C688-3DAAF449A21B}"/>
                    </a:ext>
                  </a:extLst>
                </p14:cNvPr>
                <p14:cNvContentPartPr/>
                <p14:nvPr/>
              </p14:nvContentPartPr>
              <p14:xfrm>
                <a:off x="7579200" y="1126350"/>
                <a:ext cx="23400" cy="90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D1A936B-0D06-F583-C688-3DAAF449A21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73080" y="1120230"/>
                  <a:ext cx="3564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CCC2B8D-86F5-DB54-6AD0-EDF1E6CBC980}"/>
              </a:ext>
            </a:extLst>
          </p:cNvPr>
          <p:cNvGrpSpPr/>
          <p:nvPr/>
        </p:nvGrpSpPr>
        <p:grpSpPr>
          <a:xfrm>
            <a:off x="7783680" y="1039590"/>
            <a:ext cx="441000" cy="112680"/>
            <a:chOff x="7783680" y="1039590"/>
            <a:chExt cx="441000" cy="11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20FC0F2-027C-D54A-D363-839F9818AC88}"/>
                    </a:ext>
                  </a:extLst>
                </p14:cNvPr>
                <p14:cNvContentPartPr/>
                <p14:nvPr/>
              </p14:nvContentPartPr>
              <p14:xfrm>
                <a:off x="7783680" y="1052190"/>
                <a:ext cx="142200" cy="100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20FC0F2-027C-D54A-D363-839F9818AC8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777560" y="1046070"/>
                  <a:ext cx="1544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DB34FEF-5CCA-D1D7-D7F9-DB5FFE311774}"/>
                    </a:ext>
                  </a:extLst>
                </p14:cNvPr>
                <p14:cNvContentPartPr/>
                <p14:nvPr/>
              </p14:nvContentPartPr>
              <p14:xfrm>
                <a:off x="7989960" y="1086390"/>
                <a:ext cx="24840" cy="29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DB34FEF-5CCA-D1D7-D7F9-DB5FFE31177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83840" y="1080270"/>
                  <a:ext cx="37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46F9044-FFDB-F94E-6278-BFB4067FB9F9}"/>
                    </a:ext>
                  </a:extLst>
                </p14:cNvPr>
                <p14:cNvContentPartPr/>
                <p14:nvPr/>
              </p14:nvContentPartPr>
              <p14:xfrm>
                <a:off x="8079600" y="1039590"/>
                <a:ext cx="145080" cy="95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46F9044-FFDB-F94E-6278-BFB4067FB9F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73480" y="1033470"/>
                  <a:ext cx="157320" cy="107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56236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5618673-08F6-74A9-F451-48E098203383}"/>
              </a:ext>
            </a:extLst>
          </p:cNvPr>
          <p:cNvGrpSpPr/>
          <p:nvPr/>
        </p:nvGrpSpPr>
        <p:grpSpPr>
          <a:xfrm>
            <a:off x="2868611" y="249420"/>
            <a:ext cx="2728912" cy="2771775"/>
            <a:chOff x="5810250" y="1581150"/>
            <a:chExt cx="3867150" cy="38671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D5954B2-6B37-890A-887B-DF559868F704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DB4F6E1-DF80-07A7-29DB-9102DA2F9EC5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7E4B24E-F9DB-82D2-855B-C8BD2A73205F}"/>
              </a:ext>
            </a:extLst>
          </p:cNvPr>
          <p:cNvGrpSpPr/>
          <p:nvPr/>
        </p:nvGrpSpPr>
        <p:grpSpPr>
          <a:xfrm>
            <a:off x="1262062" y="2224087"/>
            <a:ext cx="2438400" cy="2409825"/>
            <a:chOff x="2514600" y="1581150"/>
            <a:chExt cx="3867150" cy="386715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A9826DB-8EBB-ACEA-CB32-D6D7A35C824E}"/>
                </a:ext>
              </a:extLst>
            </p:cNvPr>
            <p:cNvSpPr/>
            <p:nvPr/>
          </p:nvSpPr>
          <p:spPr>
            <a:xfrm>
              <a:off x="251460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D352703-31CE-1373-6152-7FDFE5D1F87E}"/>
                </a:ext>
              </a:extLst>
            </p:cNvPr>
            <p:cNvSpPr/>
            <p:nvPr/>
          </p:nvSpPr>
          <p:spPr>
            <a:xfrm>
              <a:off x="4357687" y="3338512"/>
              <a:ext cx="180975" cy="18097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B57F7E9-8B1E-FC77-F7EE-40FD681FBC3B}"/>
              </a:ext>
            </a:extLst>
          </p:cNvPr>
          <p:cNvGrpSpPr/>
          <p:nvPr/>
        </p:nvGrpSpPr>
        <p:grpSpPr>
          <a:xfrm>
            <a:off x="2943675" y="4010964"/>
            <a:ext cx="2614613" cy="2614613"/>
            <a:chOff x="5810250" y="1581150"/>
            <a:chExt cx="3867150" cy="38671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B12BD7F-A01A-015A-310E-340D9ED10F85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5ED77C0-EC9A-6E77-F6A1-D0784219991F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912EC5F-7668-FCD1-3008-52455234C38C}"/>
                  </a:ext>
                </a:extLst>
              </p14:cNvPr>
              <p14:cNvContentPartPr/>
              <p14:nvPr/>
            </p14:nvContentPartPr>
            <p14:xfrm>
              <a:off x="937200" y="5152950"/>
              <a:ext cx="27720" cy="28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912EC5F-7668-FCD1-3008-52455234C3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1080" y="5146830"/>
                <a:ext cx="3996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FD5A56A-FBD4-DC3F-A53A-61FA4FA490CC}"/>
                  </a:ext>
                </a:extLst>
              </p14:cNvPr>
              <p14:cNvContentPartPr/>
              <p14:nvPr/>
            </p14:nvContentPartPr>
            <p14:xfrm>
              <a:off x="3904680" y="5083110"/>
              <a:ext cx="360" cy="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FD5A56A-FBD4-DC3F-A53A-61FA4FA490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98560" y="507699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FA909C27-FCE4-CEE7-7738-954847FB0D8E}"/>
              </a:ext>
            </a:extLst>
          </p:cNvPr>
          <p:cNvGrpSpPr/>
          <p:nvPr/>
        </p:nvGrpSpPr>
        <p:grpSpPr>
          <a:xfrm>
            <a:off x="3698760" y="4847670"/>
            <a:ext cx="574200" cy="575280"/>
            <a:chOff x="3698760" y="4847670"/>
            <a:chExt cx="574200" cy="57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C2E8BD9-308C-85B1-E5AE-92155C7CA769}"/>
                    </a:ext>
                  </a:extLst>
                </p14:cNvPr>
                <p14:cNvContentPartPr/>
                <p14:nvPr/>
              </p14:nvContentPartPr>
              <p14:xfrm>
                <a:off x="4203480" y="5206230"/>
                <a:ext cx="68040" cy="56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C2E8BD9-308C-85B1-E5AE-92155C7CA76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97360" y="5200110"/>
                  <a:ext cx="802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216F473-4D5E-BD51-D683-3C18D1034903}"/>
                    </a:ext>
                  </a:extLst>
                </p14:cNvPr>
                <p14:cNvContentPartPr/>
                <p14:nvPr/>
              </p14:nvContentPartPr>
              <p14:xfrm>
                <a:off x="3698760" y="4847670"/>
                <a:ext cx="574200" cy="434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216F473-4D5E-BD51-D683-3C18D103490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92640" y="4841550"/>
                  <a:ext cx="58644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EEA08FA-D1CB-AC62-A4B3-18E302920384}"/>
                    </a:ext>
                  </a:extLst>
                </p14:cNvPr>
                <p14:cNvContentPartPr/>
                <p14:nvPr/>
              </p14:nvContentPartPr>
              <p14:xfrm>
                <a:off x="3826200" y="5299470"/>
                <a:ext cx="114480" cy="123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EEA08FA-D1CB-AC62-A4B3-18E30292038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20080" y="5293350"/>
                  <a:ext cx="12672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6B7E801-E7D8-1301-EF7E-37081A0C9589}"/>
              </a:ext>
            </a:extLst>
          </p:cNvPr>
          <p:cNvGrpSpPr/>
          <p:nvPr/>
        </p:nvGrpSpPr>
        <p:grpSpPr>
          <a:xfrm>
            <a:off x="3969480" y="1232550"/>
            <a:ext cx="576360" cy="354240"/>
            <a:chOff x="3969480" y="1232550"/>
            <a:chExt cx="576360" cy="35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A72A07C-553E-A26C-0B0B-598281A122F8}"/>
                    </a:ext>
                  </a:extLst>
                </p14:cNvPr>
                <p14:cNvContentPartPr/>
                <p14:nvPr/>
              </p14:nvContentPartPr>
              <p14:xfrm>
                <a:off x="3969480" y="1379790"/>
                <a:ext cx="107640" cy="37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A72A07C-553E-A26C-0B0B-598281A122F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63360" y="1373670"/>
                  <a:ext cx="119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EDE1756-571E-FEB5-8624-32B826F140CF}"/>
                    </a:ext>
                  </a:extLst>
                </p14:cNvPr>
                <p14:cNvContentPartPr/>
                <p14:nvPr/>
              </p14:nvContentPartPr>
              <p14:xfrm>
                <a:off x="4049400" y="1302030"/>
                <a:ext cx="20880" cy="211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EDE1756-571E-FEB5-8624-32B826F140C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43280" y="1295910"/>
                  <a:ext cx="33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06263E0-A6E6-428A-F330-78FCF436D022}"/>
                    </a:ext>
                  </a:extLst>
                </p14:cNvPr>
                <p14:cNvContentPartPr/>
                <p14:nvPr/>
              </p14:nvContentPartPr>
              <p14:xfrm>
                <a:off x="4123920" y="1447470"/>
                <a:ext cx="8640" cy="73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06263E0-A6E6-428A-F330-78FCF436D02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17800" y="1441350"/>
                  <a:ext cx="208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7D497C9-8238-45C2-9A39-786F87049056}"/>
                    </a:ext>
                  </a:extLst>
                </p14:cNvPr>
                <p14:cNvContentPartPr/>
                <p14:nvPr/>
              </p14:nvContentPartPr>
              <p14:xfrm>
                <a:off x="4178640" y="1316430"/>
                <a:ext cx="103320" cy="63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7D497C9-8238-45C2-9A39-786F8704905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72520" y="1310310"/>
                  <a:ext cx="1155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233BCE5-F0AE-9D8F-BD09-B87D6A114EFC}"/>
                    </a:ext>
                  </a:extLst>
                </p14:cNvPr>
                <p14:cNvContentPartPr/>
                <p14:nvPr/>
              </p14:nvContentPartPr>
              <p14:xfrm>
                <a:off x="4263240" y="1232550"/>
                <a:ext cx="21600" cy="224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233BCE5-F0AE-9D8F-BD09-B87D6A114EF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57120" y="1226430"/>
                  <a:ext cx="338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EF01502-E7C6-3377-9677-9513E06EA765}"/>
                    </a:ext>
                  </a:extLst>
                </p14:cNvPr>
                <p14:cNvContentPartPr/>
                <p14:nvPr/>
              </p14:nvContentPartPr>
              <p14:xfrm>
                <a:off x="4422360" y="1411470"/>
                <a:ext cx="123480" cy="175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EF01502-E7C6-3377-9677-9513E06EA76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16240" y="1405350"/>
                  <a:ext cx="13572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708EC1CD-4A39-1450-B87F-757ECEBFE2F3}"/>
                  </a:ext>
                </a:extLst>
              </p14:cNvPr>
              <p14:cNvContentPartPr/>
              <p14:nvPr/>
            </p14:nvContentPartPr>
            <p14:xfrm>
              <a:off x="3958320" y="2287350"/>
              <a:ext cx="105120" cy="1159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708EC1CD-4A39-1450-B87F-757ECEBFE2F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52200" y="2281230"/>
                <a:ext cx="117360" cy="12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D3E4496-47CD-7235-E8A8-E189CD90EDFC}"/>
              </a:ext>
            </a:extLst>
          </p:cNvPr>
          <p:cNvGrpSpPr/>
          <p:nvPr/>
        </p:nvGrpSpPr>
        <p:grpSpPr>
          <a:xfrm>
            <a:off x="4051200" y="5626710"/>
            <a:ext cx="395640" cy="164160"/>
            <a:chOff x="4051200" y="5626710"/>
            <a:chExt cx="395640" cy="16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6E9241A-1040-0AB8-04C3-965AAC05CBA4}"/>
                    </a:ext>
                  </a:extLst>
                </p14:cNvPr>
                <p14:cNvContentPartPr/>
                <p14:nvPr/>
              </p14:nvContentPartPr>
              <p14:xfrm>
                <a:off x="4051200" y="5649030"/>
                <a:ext cx="175680" cy="1260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6E9241A-1040-0AB8-04C3-965AAC05CBA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45080" y="5642910"/>
                  <a:ext cx="187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BD1F06E-AE15-0975-321D-9BA987543302}"/>
                    </a:ext>
                  </a:extLst>
                </p14:cNvPr>
                <p14:cNvContentPartPr/>
                <p14:nvPr/>
              </p14:nvContentPartPr>
              <p14:xfrm>
                <a:off x="4265400" y="5626710"/>
                <a:ext cx="115560" cy="92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BD1F06E-AE15-0975-321D-9BA98754330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59280" y="5620590"/>
                  <a:ext cx="127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23F585D-D0BE-CE30-0280-77550D012AD2}"/>
                    </a:ext>
                  </a:extLst>
                </p14:cNvPr>
                <p14:cNvContentPartPr/>
                <p14:nvPr/>
              </p14:nvContentPartPr>
              <p14:xfrm>
                <a:off x="4418760" y="5672070"/>
                <a:ext cx="28080" cy="118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23F585D-D0BE-CE30-0280-77550D012A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12640" y="5665950"/>
                  <a:ext cx="4032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3B20F9F-376A-AA92-04B8-48937625D285}"/>
                  </a:ext>
                </a:extLst>
              </p14:cNvPr>
              <p14:cNvContentPartPr/>
              <p14:nvPr/>
            </p14:nvContentPartPr>
            <p14:xfrm>
              <a:off x="2708235" y="3937867"/>
              <a:ext cx="62640" cy="98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3B20F9F-376A-AA92-04B8-48937625D28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02115" y="3931747"/>
                <a:ext cx="748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82A972A-EFC7-00BA-BCFF-7D29C2F5B422}"/>
                  </a:ext>
                </a:extLst>
              </p14:cNvPr>
              <p14:cNvContentPartPr/>
              <p14:nvPr/>
            </p14:nvContentPartPr>
            <p14:xfrm>
              <a:off x="2775555" y="3998707"/>
              <a:ext cx="107640" cy="1245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82A972A-EFC7-00BA-BCFF-7D29C2F5B42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769435" y="3992587"/>
                <a:ext cx="1198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FE3EE7E-7153-B936-8EED-B79F0B712AA2}"/>
                  </a:ext>
                </a:extLst>
              </p14:cNvPr>
              <p14:cNvContentPartPr/>
              <p14:nvPr/>
            </p14:nvContentPartPr>
            <p14:xfrm>
              <a:off x="2889675" y="3948307"/>
              <a:ext cx="54000" cy="21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FE3EE7E-7153-B936-8EED-B79F0B712AA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883555" y="3942187"/>
                <a:ext cx="662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0996E6C-BFC5-563B-6D53-377342AF299D}"/>
                  </a:ext>
                </a:extLst>
              </p14:cNvPr>
              <p14:cNvContentPartPr/>
              <p14:nvPr/>
            </p14:nvContentPartPr>
            <p14:xfrm>
              <a:off x="2895075" y="3982507"/>
              <a:ext cx="62640" cy="23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0996E6C-BFC5-563B-6D53-377342AF299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888955" y="3976387"/>
                <a:ext cx="7488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5DF56B3-D246-8C5C-193E-4D8117F75A61}"/>
                  </a:ext>
                </a:extLst>
              </p14:cNvPr>
              <p14:cNvContentPartPr/>
              <p14:nvPr/>
            </p14:nvContentPartPr>
            <p14:xfrm>
              <a:off x="2981835" y="3943627"/>
              <a:ext cx="111240" cy="579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5DF56B3-D246-8C5C-193E-4D8117F75A6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975715" y="3937507"/>
                <a:ext cx="1234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EC00987-6634-9C22-DCFA-D8EC999E6441}"/>
                  </a:ext>
                </a:extLst>
              </p14:cNvPr>
              <p14:cNvContentPartPr/>
              <p14:nvPr/>
            </p14:nvContentPartPr>
            <p14:xfrm>
              <a:off x="1594755" y="3433147"/>
              <a:ext cx="834480" cy="8431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EC00987-6634-9C22-DCFA-D8EC999E644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588635" y="3427027"/>
                <a:ext cx="846720" cy="85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BB0D949-1A6C-4421-A413-16A270A9DE18}"/>
                  </a:ext>
                </a:extLst>
              </p14:cNvPr>
              <p14:cNvContentPartPr/>
              <p14:nvPr/>
            </p14:nvContentPartPr>
            <p14:xfrm>
              <a:off x="1626795" y="4078267"/>
              <a:ext cx="123120" cy="163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BB0D949-1A6C-4421-A413-16A270A9DE1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620675" y="4072147"/>
                <a:ext cx="13536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DD3FA61-5C45-C00D-FB9A-86989358FA6E}"/>
                  </a:ext>
                </a:extLst>
              </p14:cNvPr>
              <p14:cNvContentPartPr/>
              <p14:nvPr/>
            </p14:nvContentPartPr>
            <p14:xfrm>
              <a:off x="1830915" y="4141267"/>
              <a:ext cx="87840" cy="828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DD3FA61-5C45-C00D-FB9A-86989358FA6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824795" y="4135147"/>
                <a:ext cx="10008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103E6F0-6413-3595-4A7D-355571B23694}"/>
                  </a:ext>
                </a:extLst>
              </p14:cNvPr>
              <p14:cNvContentPartPr/>
              <p14:nvPr/>
            </p14:nvContentPartPr>
            <p14:xfrm>
              <a:off x="1950795" y="4141987"/>
              <a:ext cx="37800" cy="705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103E6F0-6413-3595-4A7D-355571B2369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944675" y="4135867"/>
                <a:ext cx="5004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9B9D21E-1556-0BD8-FB88-38F50CD415F0}"/>
                  </a:ext>
                </a:extLst>
              </p14:cNvPr>
              <p14:cNvContentPartPr/>
              <p14:nvPr/>
            </p14:nvContentPartPr>
            <p14:xfrm>
              <a:off x="1956555" y="4096987"/>
              <a:ext cx="108720" cy="867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9B9D21E-1556-0BD8-FB88-38F50CD415F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950435" y="4090867"/>
                <a:ext cx="12096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A527AE2-0576-01E7-8D09-4BA120C43C3E}"/>
                  </a:ext>
                </a:extLst>
              </p14:cNvPr>
              <p14:cNvContentPartPr/>
              <p14:nvPr/>
            </p14:nvContentPartPr>
            <p14:xfrm>
              <a:off x="2078235" y="4084027"/>
              <a:ext cx="50760" cy="860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A527AE2-0576-01E7-8D09-4BA120C43C3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072115" y="4077907"/>
                <a:ext cx="6300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2E183E1-435C-3AFB-D6D5-FA1D05F546D2}"/>
                  </a:ext>
                </a:extLst>
              </p14:cNvPr>
              <p14:cNvContentPartPr/>
              <p14:nvPr/>
            </p14:nvContentPartPr>
            <p14:xfrm>
              <a:off x="2058075" y="4030027"/>
              <a:ext cx="102960" cy="867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2E183E1-435C-3AFB-D6D5-FA1D05F546D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051955" y="4023907"/>
                <a:ext cx="11520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7897E08-7795-B28C-D7A4-E27D941D2BCC}"/>
                  </a:ext>
                </a:extLst>
              </p14:cNvPr>
              <p14:cNvContentPartPr/>
              <p14:nvPr/>
            </p14:nvContentPartPr>
            <p14:xfrm>
              <a:off x="2374875" y="3531427"/>
              <a:ext cx="104760" cy="123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7897E08-7795-B28C-D7A4-E27D941D2BC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368755" y="3525307"/>
                <a:ext cx="1170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630BADF-4CBB-72B0-B5BA-E22154C8A2A1}"/>
                  </a:ext>
                </a:extLst>
              </p14:cNvPr>
              <p14:cNvContentPartPr/>
              <p14:nvPr/>
            </p14:nvContentPartPr>
            <p14:xfrm>
              <a:off x="2402595" y="3576067"/>
              <a:ext cx="95760" cy="21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630BADF-4CBB-72B0-B5BA-E22154C8A2A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96475" y="3569947"/>
                <a:ext cx="10800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C1F93EB-3C71-0C07-8359-FE06C47DC318}"/>
                  </a:ext>
                </a:extLst>
              </p14:cNvPr>
              <p14:cNvContentPartPr/>
              <p14:nvPr/>
            </p14:nvContentPartPr>
            <p14:xfrm>
              <a:off x="2643075" y="3714667"/>
              <a:ext cx="84600" cy="87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C1F93EB-3C71-0C07-8359-FE06C47DC31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636955" y="3708547"/>
                <a:ext cx="968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8AFD5D1-981C-4AD3-DECA-8D433EE8058A}"/>
                  </a:ext>
                </a:extLst>
              </p14:cNvPr>
              <p14:cNvContentPartPr/>
              <p14:nvPr/>
            </p14:nvContentPartPr>
            <p14:xfrm>
              <a:off x="2733795" y="3776947"/>
              <a:ext cx="81360" cy="58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8AFD5D1-981C-4AD3-DECA-8D433EE8058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727675" y="3770827"/>
                <a:ext cx="9360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C8DDCC4-77C4-9DEC-11AB-556C9A9FA8D4}"/>
                  </a:ext>
                </a:extLst>
              </p14:cNvPr>
              <p14:cNvContentPartPr/>
              <p14:nvPr/>
            </p14:nvContentPartPr>
            <p14:xfrm>
              <a:off x="2834955" y="3748867"/>
              <a:ext cx="61920" cy="16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C8DDCC4-77C4-9DEC-11AB-556C9A9FA8D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828835" y="3742747"/>
                <a:ext cx="741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551DB35-8D09-D2AD-0EF9-46298AE2C858}"/>
                  </a:ext>
                </a:extLst>
              </p14:cNvPr>
              <p14:cNvContentPartPr/>
              <p14:nvPr/>
            </p14:nvContentPartPr>
            <p14:xfrm>
              <a:off x="2851155" y="3775867"/>
              <a:ext cx="79920" cy="208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551DB35-8D09-D2AD-0EF9-46298AE2C85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845035" y="3769747"/>
                <a:ext cx="921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9F11868-18E8-A871-ACDA-435D38327543}"/>
                  </a:ext>
                </a:extLst>
              </p14:cNvPr>
              <p14:cNvContentPartPr/>
              <p14:nvPr/>
            </p14:nvContentPartPr>
            <p14:xfrm>
              <a:off x="3004875" y="3718267"/>
              <a:ext cx="20160" cy="770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9F11868-18E8-A871-ACDA-435D3832754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998755" y="3712147"/>
                <a:ext cx="32400" cy="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5" name="Group 284">
            <a:extLst>
              <a:ext uri="{FF2B5EF4-FFF2-40B4-BE49-F238E27FC236}">
                <a16:creationId xmlns:a16="http://schemas.microsoft.com/office/drawing/2014/main" id="{F3B906CD-F1FE-50DE-E4D0-10CC4E558291}"/>
              </a:ext>
            </a:extLst>
          </p:cNvPr>
          <p:cNvGrpSpPr/>
          <p:nvPr/>
        </p:nvGrpSpPr>
        <p:grpSpPr>
          <a:xfrm>
            <a:off x="2089560" y="3151710"/>
            <a:ext cx="305640" cy="141480"/>
            <a:chOff x="2089560" y="3151710"/>
            <a:chExt cx="305640" cy="1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4907AE2-10A2-3DB4-C93C-0A8170265345}"/>
                    </a:ext>
                  </a:extLst>
                </p14:cNvPr>
                <p14:cNvContentPartPr/>
                <p14:nvPr/>
              </p14:nvContentPartPr>
              <p14:xfrm>
                <a:off x="2089560" y="3202110"/>
                <a:ext cx="108360" cy="91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4907AE2-10A2-3DB4-C93C-0A817026534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83440" y="3195990"/>
                  <a:ext cx="1206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21DEFB4-8276-4712-5B26-4C76099000C6}"/>
                    </a:ext>
                  </a:extLst>
                </p14:cNvPr>
                <p14:cNvContentPartPr/>
                <p14:nvPr/>
              </p14:nvContentPartPr>
              <p14:xfrm>
                <a:off x="2225640" y="3236310"/>
                <a:ext cx="46800" cy="54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21DEFB4-8276-4712-5B26-4C76099000C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19520" y="3230190"/>
                  <a:ext cx="59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A55B847-019A-7C80-6C94-BD4A9FD5BF67}"/>
                    </a:ext>
                  </a:extLst>
                </p14:cNvPr>
                <p14:cNvContentPartPr/>
                <p14:nvPr/>
              </p14:nvContentPartPr>
              <p14:xfrm>
                <a:off x="2274960" y="3151710"/>
                <a:ext cx="120240" cy="66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A55B847-019A-7C80-6C94-BD4A9FD5BF6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268840" y="3145590"/>
                  <a:ext cx="13248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9CCE7644-CB0B-2D18-E159-417A18048119}"/>
              </a:ext>
            </a:extLst>
          </p:cNvPr>
          <p:cNvGrpSpPr/>
          <p:nvPr/>
        </p:nvGrpSpPr>
        <p:grpSpPr>
          <a:xfrm>
            <a:off x="2495640" y="2320110"/>
            <a:ext cx="1028160" cy="1032480"/>
            <a:chOff x="2495640" y="2320110"/>
            <a:chExt cx="1028160" cy="10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51F6C28-B147-F4EB-2245-DC93DBA2ACA0}"/>
                    </a:ext>
                  </a:extLst>
                </p14:cNvPr>
                <p14:cNvContentPartPr/>
                <p14:nvPr/>
              </p14:nvContentPartPr>
              <p14:xfrm>
                <a:off x="2495640" y="2409030"/>
                <a:ext cx="951480" cy="9435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51F6C28-B147-F4EB-2245-DC93DBA2ACA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89520" y="2402910"/>
                  <a:ext cx="963720" cy="9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2F6D5ABC-0FF4-F429-72C8-20FF113931BE}"/>
                    </a:ext>
                  </a:extLst>
                </p14:cNvPr>
                <p14:cNvContentPartPr/>
                <p14:nvPr/>
              </p14:nvContentPartPr>
              <p14:xfrm>
                <a:off x="3327600" y="2320110"/>
                <a:ext cx="196200" cy="1609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2F6D5ABC-0FF4-F429-72C8-20FF113931B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321480" y="2313990"/>
                  <a:ext cx="20844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E2E84467-0136-25E1-6F23-3D1B71B210C9}"/>
              </a:ext>
            </a:extLst>
          </p:cNvPr>
          <p:cNvGrpSpPr/>
          <p:nvPr/>
        </p:nvGrpSpPr>
        <p:grpSpPr>
          <a:xfrm>
            <a:off x="3413280" y="1738710"/>
            <a:ext cx="755280" cy="720360"/>
            <a:chOff x="3413280" y="1738710"/>
            <a:chExt cx="755280" cy="72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A1EF-4270-F286-F0CF-66ECB2253331}"/>
                    </a:ext>
                  </a:extLst>
                </p14:cNvPr>
                <p14:cNvContentPartPr/>
                <p14:nvPr/>
              </p14:nvContentPartPr>
              <p14:xfrm>
                <a:off x="3608040" y="1738710"/>
                <a:ext cx="560520" cy="537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A1EF-4270-F286-F0CF-66ECB225333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01920" y="1732590"/>
                  <a:ext cx="57276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3F11AA6-951E-ECBE-5985-6AE9AD6DCFD0}"/>
                    </a:ext>
                  </a:extLst>
                </p14:cNvPr>
                <p14:cNvContentPartPr/>
                <p14:nvPr/>
              </p14:nvContentPartPr>
              <p14:xfrm>
                <a:off x="3607320" y="2181870"/>
                <a:ext cx="141120" cy="179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3F11AA6-951E-ECBE-5985-6AE9AD6DCFD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01200" y="2175750"/>
                  <a:ext cx="1533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E3A1F2E-5802-1194-88E3-9FE239F88363}"/>
                    </a:ext>
                  </a:extLst>
                </p14:cNvPr>
                <p14:cNvContentPartPr/>
                <p14:nvPr/>
              </p14:nvContentPartPr>
              <p14:xfrm>
                <a:off x="3857880" y="2176830"/>
                <a:ext cx="107640" cy="1220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E3A1F2E-5802-1194-88E3-9FE239F8836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51760" y="2170710"/>
                  <a:ext cx="1198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BB4B511-1007-2EAB-1617-3C281714F0E1}"/>
                    </a:ext>
                  </a:extLst>
                </p14:cNvPr>
                <p14:cNvContentPartPr/>
                <p14:nvPr/>
              </p14:nvContentPartPr>
              <p14:xfrm>
                <a:off x="3413280" y="2339550"/>
                <a:ext cx="111960" cy="1195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BB4B511-1007-2EAB-1617-3C281714F0E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07160" y="2333430"/>
                  <a:ext cx="12420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F5764F82-2886-45AD-5407-7C8BA750284B}"/>
              </a:ext>
            </a:extLst>
          </p:cNvPr>
          <p:cNvGrpSpPr/>
          <p:nvPr/>
        </p:nvGrpSpPr>
        <p:grpSpPr>
          <a:xfrm>
            <a:off x="2373600" y="2480310"/>
            <a:ext cx="510840" cy="436320"/>
            <a:chOff x="2373600" y="2480310"/>
            <a:chExt cx="510840" cy="43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65F94D4-B785-B83F-352A-DEEF03CC16FF}"/>
                    </a:ext>
                  </a:extLst>
                </p14:cNvPr>
                <p14:cNvContentPartPr/>
                <p14:nvPr/>
              </p14:nvContentPartPr>
              <p14:xfrm>
                <a:off x="2373600" y="2821590"/>
                <a:ext cx="80280" cy="950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65F94D4-B785-B83F-352A-DEEF03CC16F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67480" y="2815470"/>
                  <a:ext cx="925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C524FA8D-5E5C-12A2-3D04-06A2A313CA32}"/>
                    </a:ext>
                  </a:extLst>
                </p14:cNvPr>
                <p14:cNvContentPartPr/>
                <p14:nvPr/>
              </p14:nvContentPartPr>
              <p14:xfrm>
                <a:off x="2417520" y="2721870"/>
                <a:ext cx="101520" cy="1314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C524FA8D-5E5C-12A2-3D04-06A2A313CA3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11400" y="2715750"/>
                  <a:ext cx="1137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4C4C1AE4-6A80-EA7B-73B7-CFDDC37F2A28}"/>
                    </a:ext>
                  </a:extLst>
                </p14:cNvPr>
                <p14:cNvContentPartPr/>
                <p14:nvPr/>
              </p14:nvContentPartPr>
              <p14:xfrm>
                <a:off x="2509680" y="2628990"/>
                <a:ext cx="87480" cy="1533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4C4C1AE4-6A80-EA7B-73B7-CFDDC37F2A2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3560" y="2622870"/>
                  <a:ext cx="997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C9C763EC-ECD3-B29A-3987-6D81B90B6575}"/>
                    </a:ext>
                  </a:extLst>
                </p14:cNvPr>
                <p14:cNvContentPartPr/>
                <p14:nvPr/>
              </p14:nvContentPartPr>
              <p14:xfrm>
                <a:off x="2640720" y="2691270"/>
                <a:ext cx="65520" cy="1040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C9C763EC-ECD3-B29A-3987-6D81B90B657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34600" y="2685150"/>
                  <a:ext cx="77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5352B15-0943-5A44-44F3-001F377D4E58}"/>
                    </a:ext>
                  </a:extLst>
                </p14:cNvPr>
                <p14:cNvContentPartPr/>
                <p14:nvPr/>
              </p14:nvContentPartPr>
              <p14:xfrm>
                <a:off x="2643240" y="2722230"/>
                <a:ext cx="70560" cy="471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5352B15-0943-5A44-44F3-001F377D4E5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37120" y="2716110"/>
                  <a:ext cx="82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AF35D07D-3364-67D3-F5D2-A03EAE4FF8DF}"/>
                    </a:ext>
                  </a:extLst>
                </p14:cNvPr>
                <p14:cNvContentPartPr/>
                <p14:nvPr/>
              </p14:nvContentPartPr>
              <p14:xfrm>
                <a:off x="2705880" y="2623230"/>
                <a:ext cx="91080" cy="993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AF35D07D-3364-67D3-F5D2-A03EAE4FF8D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99760" y="2617110"/>
                  <a:ext cx="1033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434C5529-7E7E-D682-FC45-FD5A90829F1D}"/>
                    </a:ext>
                  </a:extLst>
                </p14:cNvPr>
                <p14:cNvContentPartPr/>
                <p14:nvPr/>
              </p14:nvContentPartPr>
              <p14:xfrm>
                <a:off x="2730360" y="2505870"/>
                <a:ext cx="94320" cy="1263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434C5529-7E7E-D682-FC45-FD5A90829F1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24240" y="2499750"/>
                  <a:ext cx="1065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29A8FC6-70E3-C617-9D99-7177C65F9908}"/>
                    </a:ext>
                  </a:extLst>
                </p14:cNvPr>
                <p14:cNvContentPartPr/>
                <p14:nvPr/>
              </p14:nvContentPartPr>
              <p14:xfrm>
                <a:off x="2781120" y="2480310"/>
                <a:ext cx="103320" cy="1188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29A8FC6-70E3-C617-9D99-7177C65F990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75000" y="2474190"/>
                  <a:ext cx="11556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1C84DEC0-43CE-8234-BDDF-6F6FC11C88D9}"/>
              </a:ext>
            </a:extLst>
          </p:cNvPr>
          <p:cNvGrpSpPr/>
          <p:nvPr/>
        </p:nvGrpSpPr>
        <p:grpSpPr>
          <a:xfrm>
            <a:off x="6567600" y="527310"/>
            <a:ext cx="1463040" cy="268920"/>
            <a:chOff x="6567600" y="527310"/>
            <a:chExt cx="146304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5E80C195-FFEC-BF03-6DC0-E93D0D52E02A}"/>
                    </a:ext>
                  </a:extLst>
                </p14:cNvPr>
                <p14:cNvContentPartPr/>
                <p14:nvPr/>
              </p14:nvContentPartPr>
              <p14:xfrm>
                <a:off x="6683520" y="674910"/>
                <a:ext cx="29880" cy="651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5E80C195-FFEC-BF03-6DC0-E93D0D52E02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77400" y="668790"/>
                  <a:ext cx="421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679CD814-94CC-E651-B232-5D1EE36014DF}"/>
                    </a:ext>
                  </a:extLst>
                </p14:cNvPr>
                <p14:cNvContentPartPr/>
                <p14:nvPr/>
              </p14:nvContentPartPr>
              <p14:xfrm>
                <a:off x="6567600" y="579870"/>
                <a:ext cx="223560" cy="2163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679CD814-94CC-E651-B232-5D1EE36014D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61480" y="573750"/>
                  <a:ext cx="2358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F4F435E0-9E5D-3A45-1B62-B7163FD9A084}"/>
                    </a:ext>
                  </a:extLst>
                </p14:cNvPr>
                <p14:cNvContentPartPr/>
                <p14:nvPr/>
              </p14:nvContentPartPr>
              <p14:xfrm>
                <a:off x="6881160" y="649350"/>
                <a:ext cx="127440" cy="1083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F4F435E0-9E5D-3A45-1B62-B7163FD9A08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75040" y="643230"/>
                  <a:ext cx="1396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C0612DAF-87EB-8B23-4494-DF1D860F8E1D}"/>
                    </a:ext>
                  </a:extLst>
                </p14:cNvPr>
                <p14:cNvContentPartPr/>
                <p14:nvPr/>
              </p14:nvContentPartPr>
              <p14:xfrm>
                <a:off x="7001400" y="673470"/>
                <a:ext cx="194040" cy="9252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C0612DAF-87EB-8B23-4494-DF1D860F8E1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95280" y="667350"/>
                  <a:ext cx="2062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0BE7072B-540C-3A10-0947-C593A624399F}"/>
                    </a:ext>
                  </a:extLst>
                </p14:cNvPr>
                <p14:cNvContentPartPr/>
                <p14:nvPr/>
              </p14:nvContentPartPr>
              <p14:xfrm>
                <a:off x="7203000" y="589950"/>
                <a:ext cx="25920" cy="15444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0BE7072B-540C-3A10-0947-C593A624399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96880" y="583830"/>
                  <a:ext cx="381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957AF7E-6EF0-A63E-86F0-09FE076086D7}"/>
                    </a:ext>
                  </a:extLst>
                </p14:cNvPr>
                <p14:cNvContentPartPr/>
                <p14:nvPr/>
              </p14:nvContentPartPr>
              <p14:xfrm>
                <a:off x="7252320" y="639990"/>
                <a:ext cx="100800" cy="1069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957AF7E-6EF0-A63E-86F0-09FE076086D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46200" y="633870"/>
                  <a:ext cx="1130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E30C35C-273D-8C08-F9EF-20DDB9601A97}"/>
                    </a:ext>
                  </a:extLst>
                </p14:cNvPr>
                <p14:cNvContentPartPr/>
                <p14:nvPr/>
              </p14:nvContentPartPr>
              <p14:xfrm>
                <a:off x="7371480" y="664470"/>
                <a:ext cx="127440" cy="1015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E30C35C-273D-8C08-F9EF-20DDB9601A9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65360" y="658350"/>
                  <a:ext cx="139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712B14F9-FE91-D6BB-3351-36DAD28D9239}"/>
                    </a:ext>
                  </a:extLst>
                </p14:cNvPr>
                <p14:cNvContentPartPr/>
                <p14:nvPr/>
              </p14:nvContentPartPr>
              <p14:xfrm>
                <a:off x="7542840" y="578790"/>
                <a:ext cx="28440" cy="18324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712B14F9-FE91-D6BB-3351-36DAD28D923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536720" y="572670"/>
                  <a:ext cx="406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18A14821-A087-CD6F-A787-7933751C5AFE}"/>
                    </a:ext>
                  </a:extLst>
                </p14:cNvPr>
                <p14:cNvContentPartPr/>
                <p14:nvPr/>
              </p14:nvContentPartPr>
              <p14:xfrm>
                <a:off x="7583520" y="661230"/>
                <a:ext cx="207720" cy="9720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18A14821-A087-CD6F-A787-7933751C5AF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577400" y="655110"/>
                  <a:ext cx="2199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5B5CC63D-830D-3794-9E10-EC3080FE1D35}"/>
                    </a:ext>
                  </a:extLst>
                </p14:cNvPr>
                <p14:cNvContentPartPr/>
                <p14:nvPr/>
              </p14:nvContentPartPr>
              <p14:xfrm>
                <a:off x="7774680" y="527310"/>
                <a:ext cx="255960" cy="23364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5B5CC63D-830D-3794-9E10-EC3080FE1D3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768560" y="521190"/>
                  <a:ext cx="26820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D98CB028-473E-57A6-40D0-BB615191B128}"/>
              </a:ext>
            </a:extLst>
          </p:cNvPr>
          <p:cNvGrpSpPr/>
          <p:nvPr/>
        </p:nvGrpSpPr>
        <p:grpSpPr>
          <a:xfrm>
            <a:off x="8188320" y="482670"/>
            <a:ext cx="1236960" cy="277560"/>
            <a:chOff x="8188320" y="482670"/>
            <a:chExt cx="1236960" cy="2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ACD73B7A-2FC5-AEB3-3AF8-C2D0E33B0BE5}"/>
                    </a:ext>
                  </a:extLst>
                </p14:cNvPr>
                <p14:cNvContentPartPr/>
                <p14:nvPr/>
              </p14:nvContentPartPr>
              <p14:xfrm>
                <a:off x="8188320" y="621270"/>
                <a:ext cx="143640" cy="12960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ACD73B7A-2FC5-AEB3-3AF8-C2D0E33B0BE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82200" y="615150"/>
                  <a:ext cx="1558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F6D165E0-4A76-C5AE-F1EB-B25ED964ED1A}"/>
                    </a:ext>
                  </a:extLst>
                </p14:cNvPr>
                <p14:cNvContentPartPr/>
                <p14:nvPr/>
              </p14:nvContentPartPr>
              <p14:xfrm>
                <a:off x="8327280" y="654750"/>
                <a:ext cx="190080" cy="8352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F6D165E0-4A76-C5AE-F1EB-B25ED964ED1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321160" y="648630"/>
                  <a:ext cx="2023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62AD2DCC-3201-FAA4-1786-28B536CB51EF}"/>
                    </a:ext>
                  </a:extLst>
                </p14:cNvPr>
                <p14:cNvContentPartPr/>
                <p14:nvPr/>
              </p14:nvContentPartPr>
              <p14:xfrm>
                <a:off x="8570640" y="515430"/>
                <a:ext cx="44280" cy="24480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62AD2DCC-3201-FAA4-1786-28B536CB51E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64520" y="509310"/>
                  <a:ext cx="565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1192A2A7-7FF5-40B5-7255-4063C6ABB63E}"/>
                    </a:ext>
                  </a:extLst>
                </p14:cNvPr>
                <p14:cNvContentPartPr/>
                <p14:nvPr/>
              </p14:nvContentPartPr>
              <p14:xfrm>
                <a:off x="8655600" y="657990"/>
                <a:ext cx="118800" cy="7740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1192A2A7-7FF5-40B5-7255-4063C6ABB63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649480" y="651870"/>
                  <a:ext cx="1310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1EB745EB-E57A-C2F0-F294-A1FA2AD1A9C2}"/>
                    </a:ext>
                  </a:extLst>
                </p14:cNvPr>
                <p14:cNvContentPartPr/>
                <p14:nvPr/>
              </p14:nvContentPartPr>
              <p14:xfrm>
                <a:off x="8657760" y="687150"/>
                <a:ext cx="196200" cy="6012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1EB745EB-E57A-C2F0-F294-A1FA2AD1A9C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51640" y="681030"/>
                  <a:ext cx="2084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ED8D2A36-C7D2-BC4B-D93F-711BDA7E3737}"/>
                    </a:ext>
                  </a:extLst>
                </p14:cNvPr>
                <p14:cNvContentPartPr/>
                <p14:nvPr/>
              </p14:nvContentPartPr>
              <p14:xfrm>
                <a:off x="8880600" y="482670"/>
                <a:ext cx="47520" cy="22356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ED8D2A36-C7D2-BC4B-D93F-711BDA7E373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874480" y="476550"/>
                  <a:ext cx="597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C7CA7A28-CD8E-B02C-C869-506E204817A0}"/>
                    </a:ext>
                  </a:extLst>
                </p14:cNvPr>
                <p14:cNvContentPartPr/>
                <p14:nvPr/>
              </p14:nvContentPartPr>
              <p14:xfrm>
                <a:off x="8858640" y="652590"/>
                <a:ext cx="234720" cy="730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C7CA7A28-CD8E-B02C-C869-506E204817A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52520" y="646470"/>
                  <a:ext cx="2469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2229B123-32A2-F7C1-B37A-5E3E912EB620}"/>
                    </a:ext>
                  </a:extLst>
                </p14:cNvPr>
                <p14:cNvContentPartPr/>
                <p14:nvPr/>
              </p14:nvContentPartPr>
              <p14:xfrm>
                <a:off x="9061320" y="584550"/>
                <a:ext cx="4680" cy="3024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2229B123-32A2-F7C1-B37A-5E3E912EB62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055200" y="578430"/>
                  <a:ext cx="16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5A56F778-B6AC-2173-BC38-6547DB02C834}"/>
                    </a:ext>
                  </a:extLst>
                </p14:cNvPr>
                <p14:cNvContentPartPr/>
                <p14:nvPr/>
              </p14:nvContentPartPr>
              <p14:xfrm>
                <a:off x="9104160" y="629190"/>
                <a:ext cx="321120" cy="11304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5A56F778-B6AC-2173-BC38-6547DB02C83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098040" y="623070"/>
                  <a:ext cx="33336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E1E10C27-3AB3-A656-41A2-2BDB53441686}"/>
              </a:ext>
            </a:extLst>
          </p:cNvPr>
          <p:cNvGrpSpPr/>
          <p:nvPr/>
        </p:nvGrpSpPr>
        <p:grpSpPr>
          <a:xfrm>
            <a:off x="9584760" y="523710"/>
            <a:ext cx="1346040" cy="304560"/>
            <a:chOff x="9584760" y="523710"/>
            <a:chExt cx="134604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3A9A5E96-D956-B701-F33E-C24F42159748}"/>
                    </a:ext>
                  </a:extLst>
                </p14:cNvPr>
                <p14:cNvContentPartPr/>
                <p14:nvPr/>
              </p14:nvContentPartPr>
              <p14:xfrm>
                <a:off x="9584760" y="560790"/>
                <a:ext cx="143280" cy="13500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3A9A5E96-D956-B701-F33E-C24F4215974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578640" y="554670"/>
                  <a:ext cx="155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7D74B3C0-86D3-F56C-9EAB-888CFB29B48D}"/>
                    </a:ext>
                  </a:extLst>
                </p14:cNvPr>
                <p14:cNvContentPartPr/>
                <p14:nvPr/>
              </p14:nvContentPartPr>
              <p14:xfrm>
                <a:off x="9784560" y="632430"/>
                <a:ext cx="190080" cy="1191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7D74B3C0-86D3-F56C-9EAB-888CFB29B48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778440" y="626310"/>
                  <a:ext cx="202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E85A6328-4F8C-673B-96ED-6889EA12040E}"/>
                    </a:ext>
                  </a:extLst>
                </p14:cNvPr>
                <p14:cNvContentPartPr/>
                <p14:nvPr/>
              </p14:nvContentPartPr>
              <p14:xfrm>
                <a:off x="10027560" y="523710"/>
                <a:ext cx="38520" cy="18936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E85A6328-4F8C-673B-96ED-6889EA12040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021440" y="517590"/>
                  <a:ext cx="507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B04B1C89-B0EC-06ED-B3C0-573AED321E2D}"/>
                    </a:ext>
                  </a:extLst>
                </p14:cNvPr>
                <p14:cNvContentPartPr/>
                <p14:nvPr/>
              </p14:nvContentPartPr>
              <p14:xfrm>
                <a:off x="10088040" y="639270"/>
                <a:ext cx="114120" cy="9144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B04B1C89-B0EC-06ED-B3C0-573AED321E2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81920" y="633150"/>
                  <a:ext cx="1263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432B0C06-751A-0578-01CC-6469E0C5D12A}"/>
                    </a:ext>
                  </a:extLst>
                </p14:cNvPr>
                <p14:cNvContentPartPr/>
                <p14:nvPr/>
              </p14:nvContentPartPr>
              <p14:xfrm>
                <a:off x="10238880" y="633510"/>
                <a:ext cx="182160" cy="1094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432B0C06-751A-0578-01CC-6469E0C5D12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232760" y="627390"/>
                  <a:ext cx="1944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D49532BB-FE73-9BDE-1C95-270A9B795711}"/>
                    </a:ext>
                  </a:extLst>
                </p14:cNvPr>
                <p14:cNvContentPartPr/>
                <p14:nvPr/>
              </p14:nvContentPartPr>
              <p14:xfrm>
                <a:off x="10434360" y="647910"/>
                <a:ext cx="20520" cy="8568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D49532BB-FE73-9BDE-1C95-270A9B79571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428240" y="641790"/>
                  <a:ext cx="327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2FDAF430-B28D-AA37-74C0-938F7624A63A}"/>
                    </a:ext>
                  </a:extLst>
                </p14:cNvPr>
                <p14:cNvContentPartPr/>
                <p14:nvPr/>
              </p14:nvContentPartPr>
              <p14:xfrm>
                <a:off x="10429680" y="544590"/>
                <a:ext cx="14400" cy="4140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2FDAF430-B28D-AA37-74C0-938F7624A63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423560" y="538470"/>
                  <a:ext cx="266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8646FD87-00F9-5C69-3A6C-F17799750ED4}"/>
                    </a:ext>
                  </a:extLst>
                </p14:cNvPr>
                <p14:cNvContentPartPr/>
                <p14:nvPr/>
              </p14:nvContentPartPr>
              <p14:xfrm>
                <a:off x="10568640" y="535950"/>
                <a:ext cx="40680" cy="20052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8646FD87-00F9-5C69-3A6C-F17799750ED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562520" y="529830"/>
                  <a:ext cx="529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9F6AB451-4007-1146-CD30-02FC1D61557E}"/>
                    </a:ext>
                  </a:extLst>
                </p14:cNvPr>
                <p14:cNvContentPartPr/>
                <p14:nvPr/>
              </p14:nvContentPartPr>
              <p14:xfrm>
                <a:off x="10570440" y="659790"/>
                <a:ext cx="360360" cy="16848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9F6AB451-4007-1146-CD30-02FC1D61557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564320" y="653670"/>
                  <a:ext cx="372600" cy="18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470" name="Ink 469">
                <a:extLst>
                  <a:ext uri="{FF2B5EF4-FFF2-40B4-BE49-F238E27FC236}">
                    <a16:creationId xmlns:a16="http://schemas.microsoft.com/office/drawing/2014/main" id="{B79B42B3-1F91-95BE-443A-CA6E1D143E5E}"/>
                  </a:ext>
                </a:extLst>
              </p14:cNvPr>
              <p14:cNvContentPartPr/>
              <p14:nvPr/>
            </p14:nvContentPartPr>
            <p14:xfrm>
              <a:off x="6833640" y="1093590"/>
              <a:ext cx="159120" cy="134280"/>
            </p14:xfrm>
          </p:contentPart>
        </mc:Choice>
        <mc:Fallback xmlns="">
          <p:pic>
            <p:nvPicPr>
              <p:cNvPr id="470" name="Ink 469">
                <a:extLst>
                  <a:ext uri="{FF2B5EF4-FFF2-40B4-BE49-F238E27FC236}">
                    <a16:creationId xmlns:a16="http://schemas.microsoft.com/office/drawing/2014/main" id="{B79B42B3-1F91-95BE-443A-CA6E1D143E5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827520" y="1087470"/>
                <a:ext cx="171360" cy="14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1" name="Group 480">
            <a:extLst>
              <a:ext uri="{FF2B5EF4-FFF2-40B4-BE49-F238E27FC236}">
                <a16:creationId xmlns:a16="http://schemas.microsoft.com/office/drawing/2014/main" id="{927399F5-B543-AF99-EA73-9C92DB7CAA92}"/>
              </a:ext>
            </a:extLst>
          </p:cNvPr>
          <p:cNvGrpSpPr/>
          <p:nvPr/>
        </p:nvGrpSpPr>
        <p:grpSpPr>
          <a:xfrm>
            <a:off x="6915720" y="1139310"/>
            <a:ext cx="511920" cy="197640"/>
            <a:chOff x="6915720" y="1139310"/>
            <a:chExt cx="511920" cy="1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DAE5030C-47EC-50BF-0510-BA4523219DBB}"/>
                    </a:ext>
                  </a:extLst>
                </p14:cNvPr>
                <p14:cNvContentPartPr/>
                <p14:nvPr/>
              </p14:nvContentPartPr>
              <p14:xfrm>
                <a:off x="6915720" y="1203030"/>
                <a:ext cx="132120" cy="12060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DAE5030C-47EC-50BF-0510-BA4523219DB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909600" y="1196910"/>
                  <a:ext cx="1443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C40CAEEC-BDDE-0A63-7FEF-276C4A9D29E6}"/>
                    </a:ext>
                  </a:extLst>
                </p14:cNvPr>
                <p14:cNvContentPartPr/>
                <p14:nvPr/>
              </p14:nvContentPartPr>
              <p14:xfrm>
                <a:off x="6934080" y="1241550"/>
                <a:ext cx="109800" cy="9540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C40CAEEC-BDDE-0A63-7FEF-276C4A9D29E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927960" y="1235430"/>
                  <a:ext cx="1220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3B84162E-86E2-B47A-1AF6-4D80CAA7F007}"/>
                    </a:ext>
                  </a:extLst>
                </p14:cNvPr>
                <p14:cNvContentPartPr/>
                <p14:nvPr/>
              </p14:nvContentPartPr>
              <p14:xfrm>
                <a:off x="7081320" y="1217430"/>
                <a:ext cx="109440" cy="10476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3B84162E-86E2-B47A-1AF6-4D80CAA7F00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75200" y="1211310"/>
                  <a:ext cx="1216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547964DD-0F55-C6F1-AF55-1B91A23F34D0}"/>
                    </a:ext>
                  </a:extLst>
                </p14:cNvPr>
                <p14:cNvContentPartPr/>
                <p14:nvPr/>
              </p14:nvContentPartPr>
              <p14:xfrm>
                <a:off x="7227480" y="1228230"/>
                <a:ext cx="147600" cy="8028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547964DD-0F55-C6F1-AF55-1B91A23F34D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221360" y="1222110"/>
                  <a:ext cx="1598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D3CEE0E0-4925-F3D2-DB62-F2387BB28322}"/>
                    </a:ext>
                  </a:extLst>
                </p14:cNvPr>
                <p14:cNvContentPartPr/>
                <p14:nvPr/>
              </p14:nvContentPartPr>
              <p14:xfrm>
                <a:off x="7405320" y="1139310"/>
                <a:ext cx="22320" cy="18504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D3CEE0E0-4925-F3D2-DB62-F2387BB2832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399200" y="1133190"/>
                  <a:ext cx="3456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3A4502A8-0498-753B-0F57-F7EEFE93AF93}"/>
              </a:ext>
            </a:extLst>
          </p:cNvPr>
          <p:cNvGrpSpPr/>
          <p:nvPr/>
        </p:nvGrpSpPr>
        <p:grpSpPr>
          <a:xfrm>
            <a:off x="7592880" y="1153350"/>
            <a:ext cx="156600" cy="45000"/>
            <a:chOff x="7592880" y="1153350"/>
            <a:chExt cx="156600" cy="4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C21E9F11-300D-8DF2-EED1-62C93B833B36}"/>
                    </a:ext>
                  </a:extLst>
                </p14:cNvPr>
                <p14:cNvContentPartPr/>
                <p14:nvPr/>
              </p14:nvContentPartPr>
              <p14:xfrm>
                <a:off x="7592880" y="1153350"/>
                <a:ext cx="115920" cy="1692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C21E9F11-300D-8DF2-EED1-62C93B833B3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586760" y="1147230"/>
                  <a:ext cx="128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5E95A567-2706-2C0C-C6F5-D1C50ACD752A}"/>
                    </a:ext>
                  </a:extLst>
                </p14:cNvPr>
                <p14:cNvContentPartPr/>
                <p14:nvPr/>
              </p14:nvContentPartPr>
              <p14:xfrm>
                <a:off x="7624200" y="1182510"/>
                <a:ext cx="125280" cy="1584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5E95A567-2706-2C0C-C6F5-D1C50ACD752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618080" y="1176390"/>
                  <a:ext cx="13752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B88C9289-FD1C-9A99-FC01-297B1E8A7FBF}"/>
              </a:ext>
            </a:extLst>
          </p:cNvPr>
          <p:cNvGrpSpPr/>
          <p:nvPr/>
        </p:nvGrpSpPr>
        <p:grpSpPr>
          <a:xfrm>
            <a:off x="7996800" y="1050030"/>
            <a:ext cx="1062720" cy="345240"/>
            <a:chOff x="7996800" y="1050030"/>
            <a:chExt cx="106272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8E7EB4BB-0203-A9BE-473C-7474147CED4E}"/>
                    </a:ext>
                  </a:extLst>
                </p14:cNvPr>
                <p14:cNvContentPartPr/>
                <p14:nvPr/>
              </p14:nvContentPartPr>
              <p14:xfrm>
                <a:off x="7996800" y="1061910"/>
                <a:ext cx="164520" cy="17676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8E7EB4BB-0203-A9BE-473C-7474147CED4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990680" y="1055790"/>
                  <a:ext cx="1767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5CD63BD0-8033-F965-3C85-7E49CC2C4B6B}"/>
                    </a:ext>
                  </a:extLst>
                </p14:cNvPr>
                <p14:cNvContentPartPr/>
                <p14:nvPr/>
              </p14:nvContentPartPr>
              <p14:xfrm>
                <a:off x="8060880" y="1256670"/>
                <a:ext cx="87480" cy="1033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5CD63BD0-8033-F965-3C85-7E49CC2C4B6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054760" y="1250550"/>
                  <a:ext cx="99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53B94223-6FFD-F2A7-4D26-DA23BA41E494}"/>
                    </a:ext>
                  </a:extLst>
                </p14:cNvPr>
                <p14:cNvContentPartPr/>
                <p14:nvPr/>
              </p14:nvContentPartPr>
              <p14:xfrm>
                <a:off x="8066280" y="1290510"/>
                <a:ext cx="102240" cy="658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53B94223-6FFD-F2A7-4D26-DA23BA41E49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060160" y="1284390"/>
                  <a:ext cx="1144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06B5352C-DCC5-FAC6-9974-4C981D467DAE}"/>
                    </a:ext>
                  </a:extLst>
                </p14:cNvPr>
                <p14:cNvContentPartPr/>
                <p14:nvPr/>
              </p14:nvContentPartPr>
              <p14:xfrm>
                <a:off x="8221800" y="1230390"/>
                <a:ext cx="97200" cy="14796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06B5352C-DCC5-FAC6-9974-4C981D467DA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215680" y="1224270"/>
                  <a:ext cx="109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E7B42FF9-B811-6935-A91D-BB525FCED85E}"/>
                    </a:ext>
                  </a:extLst>
                </p14:cNvPr>
                <p14:cNvContentPartPr/>
                <p14:nvPr/>
              </p14:nvContentPartPr>
              <p14:xfrm>
                <a:off x="8250960" y="1329030"/>
                <a:ext cx="144720" cy="1620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E7B42FF9-B811-6935-A91D-BB525FCED85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244840" y="1322910"/>
                  <a:ext cx="156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10A5E74E-11A2-DD30-2727-C93870796305}"/>
                    </a:ext>
                  </a:extLst>
                </p14:cNvPr>
                <p14:cNvContentPartPr/>
                <p14:nvPr/>
              </p14:nvContentPartPr>
              <p14:xfrm>
                <a:off x="8454720" y="1140030"/>
                <a:ext cx="161640" cy="1692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10A5E74E-11A2-DD30-2727-C9387079630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48600" y="1133910"/>
                  <a:ext cx="173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8A2A7B2A-B4F3-7243-FFF1-B3E59A04F99A}"/>
                    </a:ext>
                  </a:extLst>
                </p14:cNvPr>
                <p14:cNvContentPartPr/>
                <p14:nvPr/>
              </p14:nvContentPartPr>
              <p14:xfrm>
                <a:off x="8693040" y="1050030"/>
                <a:ext cx="212760" cy="15012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8A2A7B2A-B4F3-7243-FFF1-B3E59A04F99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686920" y="1043910"/>
                  <a:ext cx="2250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597E3926-261F-FA16-81C8-6EB55CB0CDDB}"/>
                    </a:ext>
                  </a:extLst>
                </p14:cNvPr>
                <p14:cNvContentPartPr/>
                <p14:nvPr/>
              </p14:nvContentPartPr>
              <p14:xfrm>
                <a:off x="8807160" y="1249110"/>
                <a:ext cx="71640" cy="11052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597E3926-261F-FA16-81C8-6EB55CB0CDD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801040" y="1242990"/>
                  <a:ext cx="838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3B51B05A-D28B-3EDD-C17A-B5A218A0F1C7}"/>
                    </a:ext>
                  </a:extLst>
                </p14:cNvPr>
                <p14:cNvContentPartPr/>
                <p14:nvPr/>
              </p14:nvContentPartPr>
              <p14:xfrm>
                <a:off x="8824800" y="1284030"/>
                <a:ext cx="113760" cy="5220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3B51B05A-D28B-3EDD-C17A-B5A218A0F1C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818680" y="1277910"/>
                  <a:ext cx="1260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6C196244-E9B6-0A13-966C-CF620B2576D3}"/>
                    </a:ext>
                  </a:extLst>
                </p14:cNvPr>
                <p14:cNvContentPartPr/>
                <p14:nvPr/>
              </p14:nvContentPartPr>
              <p14:xfrm>
                <a:off x="8945040" y="1245150"/>
                <a:ext cx="114480" cy="15012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6C196244-E9B6-0A13-966C-CF620B2576D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938920" y="1239030"/>
                  <a:ext cx="12672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4" name="Group 533">
            <a:extLst>
              <a:ext uri="{FF2B5EF4-FFF2-40B4-BE49-F238E27FC236}">
                <a16:creationId xmlns:a16="http://schemas.microsoft.com/office/drawing/2014/main" id="{9544EE42-374F-CBB6-098F-F67566C2D17E}"/>
              </a:ext>
            </a:extLst>
          </p:cNvPr>
          <p:cNvGrpSpPr/>
          <p:nvPr/>
        </p:nvGrpSpPr>
        <p:grpSpPr>
          <a:xfrm>
            <a:off x="8027400" y="372870"/>
            <a:ext cx="353880" cy="151920"/>
            <a:chOff x="8027400" y="372870"/>
            <a:chExt cx="353880" cy="15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20C3970B-DECD-3C25-34A8-AE46493A062B}"/>
                    </a:ext>
                  </a:extLst>
                </p14:cNvPr>
                <p14:cNvContentPartPr/>
                <p14:nvPr/>
              </p14:nvContentPartPr>
              <p14:xfrm>
                <a:off x="8027400" y="404910"/>
                <a:ext cx="116640" cy="11988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20C3970B-DECD-3C25-34A8-AE46493A062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021280" y="398790"/>
                  <a:ext cx="1288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F2C02968-1610-D676-1E77-164E4F52B5F3}"/>
                    </a:ext>
                  </a:extLst>
                </p14:cNvPr>
                <p14:cNvContentPartPr/>
                <p14:nvPr/>
              </p14:nvContentPartPr>
              <p14:xfrm>
                <a:off x="8166360" y="388350"/>
                <a:ext cx="100080" cy="11160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F2C02968-1610-D676-1E77-164E4F52B5F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160240" y="382230"/>
                  <a:ext cx="1123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713E91F5-795E-2256-2958-A64700FD420D}"/>
                    </a:ext>
                  </a:extLst>
                </p14:cNvPr>
                <p14:cNvContentPartPr/>
                <p14:nvPr/>
              </p14:nvContentPartPr>
              <p14:xfrm>
                <a:off x="8295960" y="372870"/>
                <a:ext cx="85320" cy="9576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713E91F5-795E-2256-2958-A64700FD420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289840" y="366750"/>
                  <a:ext cx="9756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5" name="Group 554">
            <a:extLst>
              <a:ext uri="{FF2B5EF4-FFF2-40B4-BE49-F238E27FC236}">
                <a16:creationId xmlns:a16="http://schemas.microsoft.com/office/drawing/2014/main" id="{AF18020B-D4DD-936A-A413-BE50DE0C5F67}"/>
              </a:ext>
            </a:extLst>
          </p:cNvPr>
          <p:cNvGrpSpPr/>
          <p:nvPr/>
        </p:nvGrpSpPr>
        <p:grpSpPr>
          <a:xfrm>
            <a:off x="6931727" y="3787740"/>
            <a:ext cx="460800" cy="222840"/>
            <a:chOff x="6913200" y="2816190"/>
            <a:chExt cx="46080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8907645F-0CDE-163A-C4D9-8ECE92F56506}"/>
                    </a:ext>
                  </a:extLst>
                </p14:cNvPr>
                <p14:cNvContentPartPr/>
                <p14:nvPr/>
              </p14:nvContentPartPr>
              <p14:xfrm>
                <a:off x="6913200" y="2816190"/>
                <a:ext cx="211320" cy="22284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8907645F-0CDE-163A-C4D9-8ECE92F5650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907080" y="2810070"/>
                  <a:ext cx="223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96A5670A-0814-CE9E-10C4-2AF201892EC7}"/>
                    </a:ext>
                  </a:extLst>
                </p14:cNvPr>
                <p14:cNvContentPartPr/>
                <p14:nvPr/>
              </p14:nvContentPartPr>
              <p14:xfrm>
                <a:off x="7227480" y="2888910"/>
                <a:ext cx="119880" cy="1296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96A5670A-0814-CE9E-10C4-2AF201892EC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221360" y="2882790"/>
                  <a:ext cx="1321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DE8144B2-E7E5-13AB-D42B-1EC6BBE28DD4}"/>
                    </a:ext>
                  </a:extLst>
                </p14:cNvPr>
                <p14:cNvContentPartPr/>
                <p14:nvPr/>
              </p14:nvContentPartPr>
              <p14:xfrm>
                <a:off x="7246560" y="2931030"/>
                <a:ext cx="127440" cy="1908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DE8144B2-E7E5-13AB-D42B-1EC6BBE28DD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240440" y="2924910"/>
                  <a:ext cx="13968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B98CB810-AB65-C2B5-FC7B-3E23A024C4C2}"/>
              </a:ext>
            </a:extLst>
          </p:cNvPr>
          <p:cNvGrpSpPr/>
          <p:nvPr/>
        </p:nvGrpSpPr>
        <p:grpSpPr>
          <a:xfrm>
            <a:off x="7593407" y="3769380"/>
            <a:ext cx="1215360" cy="385560"/>
            <a:chOff x="7574880" y="2797830"/>
            <a:chExt cx="121536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D782D529-8BE1-B7CF-5A8B-B83B604F793A}"/>
                    </a:ext>
                  </a:extLst>
                </p14:cNvPr>
                <p14:cNvContentPartPr/>
                <p14:nvPr/>
              </p14:nvContentPartPr>
              <p14:xfrm>
                <a:off x="7574880" y="2877390"/>
                <a:ext cx="234000" cy="13140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D782D529-8BE1-B7CF-5A8B-B83B604F793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568760" y="2871270"/>
                  <a:ext cx="246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0EB75E1B-664E-5CD5-E40E-82BC0C6B9CAC}"/>
                    </a:ext>
                  </a:extLst>
                </p14:cNvPr>
                <p14:cNvContentPartPr/>
                <p14:nvPr/>
              </p14:nvContentPartPr>
              <p14:xfrm>
                <a:off x="7818960" y="2903670"/>
                <a:ext cx="158040" cy="9864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0EB75E1B-664E-5CD5-E40E-82BC0C6B9CA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812840" y="2897550"/>
                  <a:ext cx="1702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4E847711-CD55-1085-0ADA-2B368244E7AD}"/>
                    </a:ext>
                  </a:extLst>
                </p14:cNvPr>
                <p14:cNvContentPartPr/>
                <p14:nvPr/>
              </p14:nvContentPartPr>
              <p14:xfrm>
                <a:off x="7968720" y="2885310"/>
                <a:ext cx="149760" cy="29808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4E847711-CD55-1085-0ADA-2B368244E7A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962600" y="2879190"/>
                  <a:ext cx="1620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BBD43B87-267E-ED56-7891-28505114BDDB}"/>
                    </a:ext>
                  </a:extLst>
                </p14:cNvPr>
                <p14:cNvContentPartPr/>
                <p14:nvPr/>
              </p14:nvContentPartPr>
              <p14:xfrm>
                <a:off x="8124600" y="2797830"/>
                <a:ext cx="105480" cy="209160"/>
              </p14:xfrm>
            </p:contentPart>
          </mc:Choice>
          <mc:Fallback xmlns=""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BBD43B87-267E-ED56-7891-28505114BDD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118480" y="2791710"/>
                  <a:ext cx="1177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AAE8A281-AAA4-1578-7726-7F4D7CFCB1DF}"/>
                    </a:ext>
                  </a:extLst>
                </p14:cNvPr>
                <p14:cNvContentPartPr/>
                <p14:nvPr/>
              </p14:nvContentPartPr>
              <p14:xfrm>
                <a:off x="8263200" y="2826270"/>
                <a:ext cx="151560" cy="167040"/>
              </p14:xfrm>
            </p:contentPart>
          </mc:Choice>
          <mc:Fallback xmlns=""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AAE8A281-AAA4-1578-7726-7F4D7CFCB1D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257080" y="2820150"/>
                  <a:ext cx="163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EE30736F-6D01-CE4D-2F36-10785407CEBD}"/>
                    </a:ext>
                  </a:extLst>
                </p14:cNvPr>
                <p14:cNvContentPartPr/>
                <p14:nvPr/>
              </p14:nvContentPartPr>
              <p14:xfrm>
                <a:off x="8455800" y="2860470"/>
                <a:ext cx="142560" cy="10368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EE30736F-6D01-CE4D-2F36-10785407CEB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449680" y="2854350"/>
                  <a:ext cx="154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7D8BED12-B6FE-B9D9-269B-8E88C0D2FB56}"/>
                    </a:ext>
                  </a:extLst>
                </p14:cNvPr>
                <p14:cNvContentPartPr/>
                <p14:nvPr/>
              </p14:nvContentPartPr>
              <p14:xfrm>
                <a:off x="8658120" y="2818350"/>
                <a:ext cx="132120" cy="23004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7D8BED12-B6FE-B9D9-269B-8E88C0D2FB5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652000" y="2812230"/>
                  <a:ext cx="14436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9" name="Group 578">
            <a:extLst>
              <a:ext uri="{FF2B5EF4-FFF2-40B4-BE49-F238E27FC236}">
                <a16:creationId xmlns:a16="http://schemas.microsoft.com/office/drawing/2014/main" id="{5BA9CEC3-C142-A257-516F-CB4AF2178088}"/>
              </a:ext>
            </a:extLst>
          </p:cNvPr>
          <p:cNvGrpSpPr/>
          <p:nvPr/>
        </p:nvGrpSpPr>
        <p:grpSpPr>
          <a:xfrm>
            <a:off x="8823167" y="3771540"/>
            <a:ext cx="955800" cy="337680"/>
            <a:chOff x="8804640" y="2799990"/>
            <a:chExt cx="955800" cy="3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4E3993DA-C606-557D-DCC8-F56F09AB117E}"/>
                    </a:ext>
                  </a:extLst>
                </p14:cNvPr>
                <p14:cNvContentPartPr/>
                <p14:nvPr/>
              </p14:nvContentPartPr>
              <p14:xfrm>
                <a:off x="8804640" y="2856510"/>
                <a:ext cx="172800" cy="12240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4E3993DA-C606-557D-DCC8-F56F09AB117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798520" y="2850390"/>
                  <a:ext cx="1850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8C3991F8-69AE-0413-A471-7F26D54F4D91}"/>
                    </a:ext>
                  </a:extLst>
                </p14:cNvPr>
                <p14:cNvContentPartPr/>
                <p14:nvPr/>
              </p14:nvContentPartPr>
              <p14:xfrm>
                <a:off x="8954760" y="2971710"/>
                <a:ext cx="84960" cy="6264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8C3991F8-69AE-0413-A471-7F26D54F4D9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948640" y="2965590"/>
                  <a:ext cx="972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6F5257AA-2D51-5E0D-041F-5AB5F3020B9B}"/>
                    </a:ext>
                  </a:extLst>
                </p14:cNvPr>
                <p14:cNvContentPartPr/>
                <p14:nvPr/>
              </p14:nvContentPartPr>
              <p14:xfrm>
                <a:off x="8988240" y="2965590"/>
                <a:ext cx="89280" cy="8244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6F5257AA-2D51-5E0D-041F-5AB5F3020B9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982120" y="2959470"/>
                  <a:ext cx="1015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27118F2E-CF01-E746-39B9-DBDA7D071A0C}"/>
                    </a:ext>
                  </a:extLst>
                </p14:cNvPr>
                <p14:cNvContentPartPr/>
                <p14:nvPr/>
              </p14:nvContentPartPr>
              <p14:xfrm>
                <a:off x="9155280" y="2955150"/>
                <a:ext cx="40680" cy="9756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27118F2E-CF01-E746-39B9-DBDA7D071A0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149160" y="2949030"/>
                  <a:ext cx="52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14D7466B-6E89-A79F-8711-740CF74007B9}"/>
                    </a:ext>
                  </a:extLst>
                </p14:cNvPr>
                <p14:cNvContentPartPr/>
                <p14:nvPr/>
              </p14:nvContentPartPr>
              <p14:xfrm>
                <a:off x="9276960" y="2871990"/>
                <a:ext cx="155880" cy="11592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14D7466B-6E89-A79F-8711-740CF74007B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270840" y="2865870"/>
                  <a:ext cx="1681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D497FBC7-D4C4-FAAA-4B70-F425F232C65A}"/>
                    </a:ext>
                  </a:extLst>
                </p14:cNvPr>
                <p14:cNvContentPartPr/>
                <p14:nvPr/>
              </p14:nvContentPartPr>
              <p14:xfrm>
                <a:off x="9417000" y="2967390"/>
                <a:ext cx="122400" cy="16488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D497FBC7-D4C4-FAAA-4B70-F425F232C65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410880" y="2961270"/>
                  <a:ext cx="1346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C4F59493-5393-F4AF-F13F-6738A498C163}"/>
                    </a:ext>
                  </a:extLst>
                </p14:cNvPr>
                <p14:cNvContentPartPr/>
                <p14:nvPr/>
              </p14:nvContentPartPr>
              <p14:xfrm>
                <a:off x="9576480" y="2799990"/>
                <a:ext cx="183960" cy="33768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C4F59493-5393-F4AF-F13F-6738A498C16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570360" y="2793870"/>
                  <a:ext cx="196200" cy="34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3" name="Group 612">
            <a:extLst>
              <a:ext uri="{FF2B5EF4-FFF2-40B4-BE49-F238E27FC236}">
                <a16:creationId xmlns:a16="http://schemas.microsoft.com/office/drawing/2014/main" id="{132156BD-1D23-430B-A1C6-89D78B9B8FE5}"/>
              </a:ext>
            </a:extLst>
          </p:cNvPr>
          <p:cNvGrpSpPr/>
          <p:nvPr/>
        </p:nvGrpSpPr>
        <p:grpSpPr>
          <a:xfrm>
            <a:off x="7280927" y="4402260"/>
            <a:ext cx="3636000" cy="367920"/>
            <a:chOff x="7262400" y="3430710"/>
            <a:chExt cx="3636000" cy="3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5DFA6EC8-3674-85E8-257E-214E3D0BFAF6}"/>
                    </a:ext>
                  </a:extLst>
                </p14:cNvPr>
                <p14:cNvContentPartPr/>
                <p14:nvPr/>
              </p14:nvContentPartPr>
              <p14:xfrm>
                <a:off x="7262400" y="3534750"/>
                <a:ext cx="362160" cy="26388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5DFA6EC8-3674-85E8-257E-214E3D0BFAF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256280" y="3528630"/>
                  <a:ext cx="3744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E585E38E-5DA6-F882-9A87-379241D8DC60}"/>
                    </a:ext>
                  </a:extLst>
                </p14:cNvPr>
                <p14:cNvContentPartPr/>
                <p14:nvPr/>
              </p14:nvContentPartPr>
              <p14:xfrm>
                <a:off x="7655880" y="3469590"/>
                <a:ext cx="26640" cy="18972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E585E38E-5DA6-F882-9A87-379241D8DC6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649760" y="3463470"/>
                  <a:ext cx="388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39AC2E36-B3DB-5AA8-3D03-7CA71DE410A1}"/>
                    </a:ext>
                  </a:extLst>
                </p14:cNvPr>
                <p14:cNvContentPartPr/>
                <p14:nvPr/>
              </p14:nvContentPartPr>
              <p14:xfrm>
                <a:off x="7650480" y="3593070"/>
                <a:ext cx="203400" cy="4068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39AC2E36-B3DB-5AA8-3D03-7CA71DE410A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644360" y="3586950"/>
                  <a:ext cx="215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C6C999FB-76ED-6F01-18A7-CB9E402316C9}"/>
                    </a:ext>
                  </a:extLst>
                </p14:cNvPr>
                <p14:cNvContentPartPr/>
                <p14:nvPr/>
              </p14:nvContentPartPr>
              <p14:xfrm>
                <a:off x="7865040" y="3539070"/>
                <a:ext cx="122760" cy="11268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C6C999FB-76ED-6F01-18A7-CB9E402316C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858920" y="3532950"/>
                  <a:ext cx="1350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AD1B1E65-D773-32BC-E36A-321DA30504C6}"/>
                    </a:ext>
                  </a:extLst>
                </p14:cNvPr>
                <p14:cNvContentPartPr/>
                <p14:nvPr/>
              </p14:nvContentPartPr>
              <p14:xfrm>
                <a:off x="7966920" y="3572910"/>
                <a:ext cx="137520" cy="8964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AD1B1E65-D773-32BC-E36A-321DA30504C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960800" y="3566790"/>
                  <a:ext cx="1497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9236D334-67CE-D7E6-B27F-C82E753E7BE2}"/>
                    </a:ext>
                  </a:extLst>
                </p14:cNvPr>
                <p14:cNvContentPartPr/>
                <p14:nvPr/>
              </p14:nvContentPartPr>
              <p14:xfrm>
                <a:off x="8108400" y="3568230"/>
                <a:ext cx="133560" cy="9504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9236D334-67CE-D7E6-B27F-C82E753E7BE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102280" y="3562110"/>
                  <a:ext cx="145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7E0E261B-BD5D-3EB1-2A66-32124B3F54AD}"/>
                    </a:ext>
                  </a:extLst>
                </p14:cNvPr>
                <p14:cNvContentPartPr/>
                <p14:nvPr/>
              </p14:nvContentPartPr>
              <p14:xfrm>
                <a:off x="8248800" y="3557790"/>
                <a:ext cx="109440" cy="115560"/>
              </p14:xfrm>
            </p:contentPart>
          </mc:Choice>
          <mc:Fallback xmlns=""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7E0E261B-BD5D-3EB1-2A66-32124B3F54A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242680" y="3551670"/>
                  <a:ext cx="121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27CDB510-1E6D-DD41-A5A6-BC69C8ECB2C7}"/>
                    </a:ext>
                  </a:extLst>
                </p14:cNvPr>
                <p14:cNvContentPartPr/>
                <p14:nvPr/>
              </p14:nvContentPartPr>
              <p14:xfrm>
                <a:off x="8357880" y="3548070"/>
                <a:ext cx="130320" cy="11376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27CDB510-1E6D-DD41-A5A6-BC69C8ECB2C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351760" y="3541950"/>
                  <a:ext cx="142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D3AA7683-AC73-34B6-D91A-F4400961E7DE}"/>
                    </a:ext>
                  </a:extLst>
                </p14:cNvPr>
                <p14:cNvContentPartPr/>
                <p14:nvPr/>
              </p14:nvContentPartPr>
              <p14:xfrm>
                <a:off x="8476680" y="3561750"/>
                <a:ext cx="210600" cy="11556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D3AA7683-AC73-34B6-D91A-F4400961E7D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470560" y="3555630"/>
                  <a:ext cx="2228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4A392DCC-A7BF-1EA0-5BB4-FAEA5168024D}"/>
                    </a:ext>
                  </a:extLst>
                </p14:cNvPr>
                <p14:cNvContentPartPr/>
                <p14:nvPr/>
              </p14:nvContentPartPr>
              <p14:xfrm>
                <a:off x="8815440" y="3535470"/>
                <a:ext cx="362160" cy="10368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4A392DCC-A7BF-1EA0-5BB4-FAEA5168024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809320" y="3529350"/>
                  <a:ext cx="3744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009DD8B2-CC0E-547A-2A5D-569D8A72AEE6}"/>
                    </a:ext>
                  </a:extLst>
                </p14:cNvPr>
                <p14:cNvContentPartPr/>
                <p14:nvPr/>
              </p14:nvContentPartPr>
              <p14:xfrm>
                <a:off x="9180840" y="3438270"/>
                <a:ext cx="79560" cy="18828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009DD8B2-CC0E-547A-2A5D-569D8A72AEE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174720" y="3432150"/>
                  <a:ext cx="91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38A3E863-5AC6-E2EE-BFB7-FF1BA77068B6}"/>
                    </a:ext>
                  </a:extLst>
                </p14:cNvPr>
                <p14:cNvContentPartPr/>
                <p14:nvPr/>
              </p14:nvContentPartPr>
              <p14:xfrm>
                <a:off x="9232320" y="3535830"/>
                <a:ext cx="167400" cy="10764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38A3E863-5AC6-E2EE-BFB7-FF1BA77068B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226200" y="3529710"/>
                  <a:ext cx="1796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0EDB0215-E498-B50A-7D08-E628F30E091C}"/>
                    </a:ext>
                  </a:extLst>
                </p14:cNvPr>
                <p14:cNvContentPartPr/>
                <p14:nvPr/>
              </p14:nvContentPartPr>
              <p14:xfrm>
                <a:off x="9421680" y="3545550"/>
                <a:ext cx="236880" cy="11016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0EDB0215-E498-B50A-7D08-E628F30E091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415560" y="3539430"/>
                  <a:ext cx="249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D9FEEA35-ABF8-BE1B-60BF-CC5FEA1125D8}"/>
                    </a:ext>
                  </a:extLst>
                </p14:cNvPr>
                <p14:cNvContentPartPr/>
                <p14:nvPr/>
              </p14:nvContentPartPr>
              <p14:xfrm>
                <a:off x="9606000" y="3498030"/>
                <a:ext cx="36720" cy="5148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D9FEEA35-ABF8-BE1B-60BF-CC5FEA1125D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599880" y="3491910"/>
                  <a:ext cx="489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170A2828-C604-B8CE-2088-35D67519D049}"/>
                    </a:ext>
                  </a:extLst>
                </p14:cNvPr>
                <p14:cNvContentPartPr/>
                <p14:nvPr/>
              </p14:nvContentPartPr>
              <p14:xfrm>
                <a:off x="9741720" y="3430710"/>
                <a:ext cx="51120" cy="18792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170A2828-C604-B8CE-2088-35D67519D04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735600" y="3424590"/>
                  <a:ext cx="63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1CFFDF7D-E4D7-CAA3-9102-AAB29B1126EA}"/>
                    </a:ext>
                  </a:extLst>
                </p14:cNvPr>
                <p14:cNvContentPartPr/>
                <p14:nvPr/>
              </p14:nvContentPartPr>
              <p14:xfrm>
                <a:off x="9769800" y="3546990"/>
                <a:ext cx="299160" cy="20268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1CFFDF7D-E4D7-CAA3-9102-AAB29B1126E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763680" y="3540870"/>
                  <a:ext cx="3114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3BA6FB9D-B0ED-36B7-3844-4EAE833F37A6}"/>
                    </a:ext>
                  </a:extLst>
                </p14:cNvPr>
                <p14:cNvContentPartPr/>
                <p14:nvPr/>
              </p14:nvContentPartPr>
              <p14:xfrm>
                <a:off x="10191360" y="3540870"/>
                <a:ext cx="369000" cy="10368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3BA6FB9D-B0ED-36B7-3844-4EAE833F37A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185240" y="3534750"/>
                  <a:ext cx="381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6F115887-09C5-38B8-8B13-63672DBBC448}"/>
                    </a:ext>
                  </a:extLst>
                </p14:cNvPr>
                <p14:cNvContentPartPr/>
                <p14:nvPr/>
              </p14:nvContentPartPr>
              <p14:xfrm>
                <a:off x="10483320" y="3557790"/>
                <a:ext cx="222120" cy="9756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6F115887-09C5-38B8-8B13-63672DBBC44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477200" y="3551670"/>
                  <a:ext cx="2343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04897DCA-0A5E-8AFE-99D1-E0F3BE476BCC}"/>
                    </a:ext>
                  </a:extLst>
                </p14:cNvPr>
                <p14:cNvContentPartPr/>
                <p14:nvPr/>
              </p14:nvContentPartPr>
              <p14:xfrm>
                <a:off x="10711560" y="3522870"/>
                <a:ext cx="186840" cy="27072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04897DCA-0A5E-8AFE-99D1-E0F3BE476BC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705440" y="3516750"/>
                  <a:ext cx="19908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0" name="Group 619">
            <a:extLst>
              <a:ext uri="{FF2B5EF4-FFF2-40B4-BE49-F238E27FC236}">
                <a16:creationId xmlns:a16="http://schemas.microsoft.com/office/drawing/2014/main" id="{00E419D7-617D-9983-2BED-EC4009E23A76}"/>
              </a:ext>
            </a:extLst>
          </p:cNvPr>
          <p:cNvGrpSpPr/>
          <p:nvPr/>
        </p:nvGrpSpPr>
        <p:grpSpPr>
          <a:xfrm>
            <a:off x="6997967" y="5097060"/>
            <a:ext cx="406080" cy="180360"/>
            <a:chOff x="6979440" y="4125510"/>
            <a:chExt cx="406080" cy="18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5C920EBC-5E84-A647-C67C-B69FA3D9EA63}"/>
                    </a:ext>
                  </a:extLst>
                </p14:cNvPr>
                <p14:cNvContentPartPr/>
                <p14:nvPr/>
              </p14:nvContentPartPr>
              <p14:xfrm>
                <a:off x="6979440" y="4125510"/>
                <a:ext cx="127800" cy="18036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5C920EBC-5E84-A647-C67C-B69FA3D9EA6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973320" y="4119390"/>
                  <a:ext cx="1400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226BAF7A-8176-B61D-A6B5-8109FF7FBA5F}"/>
                    </a:ext>
                  </a:extLst>
                </p14:cNvPr>
                <p14:cNvContentPartPr/>
                <p14:nvPr/>
              </p14:nvContentPartPr>
              <p14:xfrm>
                <a:off x="7224240" y="4204350"/>
                <a:ext cx="102960" cy="38880"/>
              </p14:xfrm>
            </p:contentPart>
          </mc:Choice>
          <mc:Fallback xmlns=""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226BAF7A-8176-B61D-A6B5-8109FF7FBA5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218120" y="4198230"/>
                  <a:ext cx="1152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B6DDDC36-CD9F-4D26-288F-B9DA9F003966}"/>
                    </a:ext>
                  </a:extLst>
                </p14:cNvPr>
                <p14:cNvContentPartPr/>
                <p14:nvPr/>
              </p14:nvContentPartPr>
              <p14:xfrm>
                <a:off x="7192560" y="4274190"/>
                <a:ext cx="192960" cy="21600"/>
              </p14:xfrm>
            </p:contentPart>
          </mc:Choice>
          <mc:Fallback xmlns=""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B6DDDC36-CD9F-4D26-288F-B9DA9F00396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186440" y="4268070"/>
                  <a:ext cx="20520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2" name="Group 631">
            <a:extLst>
              <a:ext uri="{FF2B5EF4-FFF2-40B4-BE49-F238E27FC236}">
                <a16:creationId xmlns:a16="http://schemas.microsoft.com/office/drawing/2014/main" id="{DB264268-7780-E16A-698D-F67074B0D67D}"/>
              </a:ext>
            </a:extLst>
          </p:cNvPr>
          <p:cNvGrpSpPr/>
          <p:nvPr/>
        </p:nvGrpSpPr>
        <p:grpSpPr>
          <a:xfrm>
            <a:off x="7615007" y="5062500"/>
            <a:ext cx="641880" cy="326520"/>
            <a:chOff x="7596480" y="4090950"/>
            <a:chExt cx="64188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DE152919-5910-52B5-B985-172541A9BD96}"/>
                    </a:ext>
                  </a:extLst>
                </p14:cNvPr>
                <p14:cNvContentPartPr/>
                <p14:nvPr/>
              </p14:nvContentPartPr>
              <p14:xfrm>
                <a:off x="7653000" y="4272030"/>
                <a:ext cx="360" cy="36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DE152919-5910-52B5-B985-172541A9BD9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46880" y="426591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69B75E3D-A0C0-E6C8-9DAE-BE1FE97AF1B6}"/>
                    </a:ext>
                  </a:extLst>
                </p14:cNvPr>
                <p14:cNvContentPartPr/>
                <p14:nvPr/>
              </p14:nvContentPartPr>
              <p14:xfrm>
                <a:off x="7643640" y="4192110"/>
                <a:ext cx="11880" cy="4068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69B75E3D-A0C0-E6C8-9DAE-BE1FE97AF1B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637520" y="4185990"/>
                  <a:ext cx="24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C3C62E61-DA4F-A4C9-03C7-0CAB56CF9E07}"/>
                    </a:ext>
                  </a:extLst>
                </p14:cNvPr>
                <p14:cNvContentPartPr/>
                <p14:nvPr/>
              </p14:nvContentPartPr>
              <p14:xfrm>
                <a:off x="7596480" y="4152510"/>
                <a:ext cx="54360" cy="16272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C3C62E61-DA4F-A4C9-03C7-0CAB56CF9E0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590360" y="4146390"/>
                  <a:ext cx="66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71681D13-8D5A-A166-E841-3A198982780F}"/>
                    </a:ext>
                  </a:extLst>
                </p14:cNvPr>
                <p14:cNvContentPartPr/>
                <p14:nvPr/>
              </p14:nvContentPartPr>
              <p14:xfrm>
                <a:off x="7689720" y="4090950"/>
                <a:ext cx="27720" cy="219600"/>
              </p14:xfrm>
            </p:contentPart>
          </mc:Choice>
          <mc:Fallback xmlns=""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71681D13-8D5A-A166-E841-3A198982780F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683600" y="4084830"/>
                  <a:ext cx="399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BB7440D7-08FE-CF95-45CF-C13AB34E1F31}"/>
                    </a:ext>
                  </a:extLst>
                </p14:cNvPr>
                <p14:cNvContentPartPr/>
                <p14:nvPr/>
              </p14:nvContentPartPr>
              <p14:xfrm>
                <a:off x="7837680" y="4179150"/>
                <a:ext cx="126000" cy="14616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BB7440D7-08FE-CF95-45CF-C13AB34E1F3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831560" y="4173030"/>
                  <a:ext cx="1382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628" name="Ink 627">
                  <a:extLst>
                    <a:ext uri="{FF2B5EF4-FFF2-40B4-BE49-F238E27FC236}">
                      <a16:creationId xmlns:a16="http://schemas.microsoft.com/office/drawing/2014/main" id="{631FBE60-E9E0-552E-87E6-0CC437E1F143}"/>
                    </a:ext>
                  </a:extLst>
                </p14:cNvPr>
                <p14:cNvContentPartPr/>
                <p14:nvPr/>
              </p14:nvContentPartPr>
              <p14:xfrm>
                <a:off x="7833360" y="4110390"/>
                <a:ext cx="117720" cy="23040"/>
              </p14:xfrm>
            </p:contentPart>
          </mc:Choice>
          <mc:Fallback xmlns="">
            <p:pic>
              <p:nvPicPr>
                <p:cNvPr id="628" name="Ink 627">
                  <a:extLst>
                    <a:ext uri="{FF2B5EF4-FFF2-40B4-BE49-F238E27FC236}">
                      <a16:creationId xmlns:a16="http://schemas.microsoft.com/office/drawing/2014/main" id="{631FBE60-E9E0-552E-87E6-0CC437E1F14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827240" y="4104270"/>
                  <a:ext cx="1299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62E4E509-6514-745A-5A1D-EBD1A16D7C2C}"/>
                    </a:ext>
                  </a:extLst>
                </p14:cNvPr>
                <p14:cNvContentPartPr/>
                <p14:nvPr/>
              </p14:nvContentPartPr>
              <p14:xfrm>
                <a:off x="7926240" y="4097070"/>
                <a:ext cx="117360" cy="60480"/>
              </p14:xfrm>
            </p:contentPart>
          </mc:Choice>
          <mc:Fallback xmlns=""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62E4E509-6514-745A-5A1D-EBD1A16D7C2C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920120" y="4090950"/>
                  <a:ext cx="129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3246F029-C73A-C04B-E646-5EC57A02A641}"/>
                    </a:ext>
                  </a:extLst>
                </p14:cNvPr>
                <p14:cNvContentPartPr/>
                <p14:nvPr/>
              </p14:nvContentPartPr>
              <p14:xfrm>
                <a:off x="8110200" y="4108590"/>
                <a:ext cx="42480" cy="28296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3246F029-C73A-C04B-E646-5EC57A02A641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104080" y="4102470"/>
                  <a:ext cx="54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1CF32DA3-37CD-0D99-92E1-B47F93FED290}"/>
                    </a:ext>
                  </a:extLst>
                </p14:cNvPr>
                <p14:cNvContentPartPr/>
                <p14:nvPr/>
              </p14:nvContentPartPr>
              <p14:xfrm>
                <a:off x="8217480" y="4160430"/>
                <a:ext cx="20880" cy="25704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1CF32DA3-37CD-0D99-92E1-B47F93FED290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211360" y="4154310"/>
                  <a:ext cx="33120" cy="26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635" name="Ink 634">
                <a:extLst>
                  <a:ext uri="{FF2B5EF4-FFF2-40B4-BE49-F238E27FC236}">
                    <a16:creationId xmlns:a16="http://schemas.microsoft.com/office/drawing/2014/main" id="{7A43CBA8-2E3B-848B-5C44-B697AB8F7E30}"/>
                  </a:ext>
                </a:extLst>
              </p14:cNvPr>
              <p14:cNvContentPartPr/>
              <p14:nvPr/>
            </p14:nvContentPartPr>
            <p14:xfrm>
              <a:off x="6655607" y="5665500"/>
              <a:ext cx="290520" cy="331200"/>
            </p14:xfrm>
          </p:contentPart>
        </mc:Choice>
        <mc:Fallback xmlns="">
          <p:pic>
            <p:nvPicPr>
              <p:cNvPr id="635" name="Ink 634">
                <a:extLst>
                  <a:ext uri="{FF2B5EF4-FFF2-40B4-BE49-F238E27FC236}">
                    <a16:creationId xmlns:a16="http://schemas.microsoft.com/office/drawing/2014/main" id="{7A43CBA8-2E3B-848B-5C44-B697AB8F7E30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6649487" y="5659380"/>
                <a:ext cx="302760" cy="34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6" name="Group 725">
            <a:extLst>
              <a:ext uri="{FF2B5EF4-FFF2-40B4-BE49-F238E27FC236}">
                <a16:creationId xmlns:a16="http://schemas.microsoft.com/office/drawing/2014/main" id="{91A328A8-E151-0044-3674-4F0201FCA7DA}"/>
              </a:ext>
            </a:extLst>
          </p:cNvPr>
          <p:cNvGrpSpPr/>
          <p:nvPr/>
        </p:nvGrpSpPr>
        <p:grpSpPr>
          <a:xfrm>
            <a:off x="6636887" y="1628190"/>
            <a:ext cx="5218033" cy="2009070"/>
            <a:chOff x="6636887" y="1628190"/>
            <a:chExt cx="5218033" cy="200907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38DE3561-CB95-26E4-FED9-EDBE7AD25C44}"/>
                    </a:ext>
                  </a:extLst>
                </p14:cNvPr>
                <p14:cNvContentPartPr/>
                <p14:nvPr/>
              </p14:nvContentPartPr>
              <p14:xfrm>
                <a:off x="6851640" y="1628190"/>
                <a:ext cx="161280" cy="13320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38DE3561-CB95-26E4-FED9-EDBE7AD25C44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845520" y="1622070"/>
                  <a:ext cx="1735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BED43F32-9D1C-F4AA-850C-E80849F7DEC6}"/>
                    </a:ext>
                  </a:extLst>
                </p14:cNvPr>
                <p14:cNvContentPartPr/>
                <p14:nvPr/>
              </p14:nvContentPartPr>
              <p14:xfrm>
                <a:off x="7003920" y="1765710"/>
                <a:ext cx="108360" cy="18540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BED43F32-9D1C-F4AA-850C-E80849F7DEC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6997800" y="1759590"/>
                  <a:ext cx="1206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8A63EB80-67A4-9533-E516-6DE02DEC9C31}"/>
                    </a:ext>
                  </a:extLst>
                </p14:cNvPr>
                <p14:cNvContentPartPr/>
                <p14:nvPr/>
              </p14:nvContentPartPr>
              <p14:xfrm>
                <a:off x="7157640" y="1740510"/>
                <a:ext cx="69840" cy="11124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8A63EB80-67A4-9533-E516-6DE02DEC9C3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151520" y="1734390"/>
                  <a:ext cx="820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A286435E-ECEE-D5EF-22BB-3169334C8F34}"/>
                    </a:ext>
                  </a:extLst>
                </p14:cNvPr>
                <p14:cNvContentPartPr/>
                <p14:nvPr/>
              </p14:nvContentPartPr>
              <p14:xfrm>
                <a:off x="7237560" y="1771470"/>
                <a:ext cx="205920" cy="7632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A286435E-ECEE-D5EF-22BB-3169334C8F3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231440" y="1765350"/>
                  <a:ext cx="218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CF10D367-B6EB-BD01-6DEC-E19A87E25AB5}"/>
                    </a:ext>
                  </a:extLst>
                </p14:cNvPr>
                <p14:cNvContentPartPr/>
                <p14:nvPr/>
              </p14:nvContentPartPr>
              <p14:xfrm>
                <a:off x="7486320" y="1679670"/>
                <a:ext cx="39600" cy="17712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CF10D367-B6EB-BD01-6DEC-E19A87E25AB5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480200" y="1673550"/>
                  <a:ext cx="518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A4F35A78-CDE2-94BB-CCB0-57F9F980EC22}"/>
                    </a:ext>
                  </a:extLst>
                </p14:cNvPr>
                <p14:cNvContentPartPr/>
                <p14:nvPr/>
              </p14:nvContentPartPr>
              <p14:xfrm>
                <a:off x="7706640" y="1774710"/>
                <a:ext cx="92880" cy="756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A4F35A78-CDE2-94BB-CCB0-57F9F980EC2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7700520" y="1768590"/>
                  <a:ext cx="1051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479E3F39-8882-605E-F156-C932BEE61986}"/>
                    </a:ext>
                  </a:extLst>
                </p14:cNvPr>
                <p14:cNvContentPartPr/>
                <p14:nvPr/>
              </p14:nvContentPartPr>
              <p14:xfrm>
                <a:off x="7721760" y="1825110"/>
                <a:ext cx="83160" cy="2592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479E3F39-8882-605E-F156-C932BEE6198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7715640" y="1818990"/>
                  <a:ext cx="95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516237B5-22C1-FA5C-EB74-D40E7E22A9D8}"/>
                    </a:ext>
                  </a:extLst>
                </p14:cNvPr>
                <p14:cNvContentPartPr/>
                <p14:nvPr/>
              </p14:nvContentPartPr>
              <p14:xfrm>
                <a:off x="7970160" y="1718190"/>
                <a:ext cx="180720" cy="15444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516237B5-22C1-FA5C-EB74-D40E7E22A9D8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964040" y="1712070"/>
                  <a:ext cx="1929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D04824E0-B06D-6BDB-8782-000DE1B2E12B}"/>
                    </a:ext>
                  </a:extLst>
                </p14:cNvPr>
                <p14:cNvContentPartPr/>
                <p14:nvPr/>
              </p14:nvContentPartPr>
              <p14:xfrm>
                <a:off x="8123160" y="1850670"/>
                <a:ext cx="132840" cy="15408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D04824E0-B06D-6BDB-8782-000DE1B2E12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117040" y="1844550"/>
                  <a:ext cx="1450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DDE08959-1383-6C88-ADBE-771B408E49E4}"/>
                    </a:ext>
                  </a:extLst>
                </p14:cNvPr>
                <p14:cNvContentPartPr/>
                <p14:nvPr/>
              </p14:nvContentPartPr>
              <p14:xfrm>
                <a:off x="8289480" y="1721070"/>
                <a:ext cx="104400" cy="18324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DDE08959-1383-6C88-ADBE-771B408E49E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283360" y="1714950"/>
                  <a:ext cx="1166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B0484DCB-EAFC-A0B0-5637-2632F00C545F}"/>
                    </a:ext>
                  </a:extLst>
                </p14:cNvPr>
                <p14:cNvContentPartPr/>
                <p14:nvPr/>
              </p14:nvContentPartPr>
              <p14:xfrm>
                <a:off x="8283360" y="1817190"/>
                <a:ext cx="144360" cy="2016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B0484DCB-EAFC-A0B0-5637-2632F00C545F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277240" y="1811070"/>
                  <a:ext cx="1566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A0FA6738-6E91-B8BE-3528-9112DC4B2E2E}"/>
                    </a:ext>
                  </a:extLst>
                </p14:cNvPr>
                <p14:cNvContentPartPr/>
                <p14:nvPr/>
              </p14:nvContentPartPr>
              <p14:xfrm>
                <a:off x="8505840" y="1806390"/>
                <a:ext cx="131040" cy="1188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A0FA6738-6E91-B8BE-3528-9112DC4B2E2E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499720" y="1800270"/>
                  <a:ext cx="143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804F93DB-6A49-ACBE-D4FA-8B44F21C49B8}"/>
                    </a:ext>
                  </a:extLst>
                </p14:cNvPr>
                <p14:cNvContentPartPr/>
                <p14:nvPr/>
              </p14:nvContentPartPr>
              <p14:xfrm>
                <a:off x="8724720" y="1716030"/>
                <a:ext cx="167040" cy="16128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804F93DB-6A49-ACBE-D4FA-8B44F21C49B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718600" y="1709910"/>
                  <a:ext cx="1792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C02B1949-D0F1-12C9-DBEB-E406F9CA656A}"/>
                    </a:ext>
                  </a:extLst>
                </p14:cNvPr>
                <p14:cNvContentPartPr/>
                <p14:nvPr/>
              </p14:nvContentPartPr>
              <p14:xfrm>
                <a:off x="8865120" y="1830510"/>
                <a:ext cx="103320" cy="16164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C02B1949-D0F1-12C9-DBEB-E406F9CA656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859000" y="1824390"/>
                  <a:ext cx="1155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768F2AF8-1795-CD1F-8801-488D5849060B}"/>
                    </a:ext>
                  </a:extLst>
                </p14:cNvPr>
                <p14:cNvContentPartPr/>
                <p14:nvPr/>
              </p14:nvContentPartPr>
              <p14:xfrm>
                <a:off x="9017040" y="1708470"/>
                <a:ext cx="34200" cy="16452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768F2AF8-1795-CD1F-8801-488D5849060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010920" y="1702350"/>
                  <a:ext cx="46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B3CE0E8B-95C8-41BF-3D6A-440008D3F298}"/>
                    </a:ext>
                  </a:extLst>
                </p14:cNvPr>
                <p14:cNvContentPartPr/>
                <p14:nvPr/>
              </p14:nvContentPartPr>
              <p14:xfrm>
                <a:off x="8992920" y="1683990"/>
                <a:ext cx="189000" cy="18612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B3CE0E8B-95C8-41BF-3D6A-440008D3F29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986800" y="1677870"/>
                  <a:ext cx="2012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DBCF1BB9-DFF5-D12D-B428-754534D98C7D}"/>
                    </a:ext>
                  </a:extLst>
                </p14:cNvPr>
                <p14:cNvContentPartPr/>
                <p14:nvPr/>
              </p14:nvContentPartPr>
              <p14:xfrm>
                <a:off x="6636887" y="3244500"/>
                <a:ext cx="270720" cy="25380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DBCF1BB9-DFF5-D12D-B428-754534D98C7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630767" y="3238380"/>
                  <a:ext cx="2829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DFA37541-ED44-8BBB-9CA7-D5173F16A359}"/>
                    </a:ext>
                  </a:extLst>
                </p14:cNvPr>
                <p14:cNvContentPartPr/>
                <p14:nvPr/>
              </p14:nvContentPartPr>
              <p14:xfrm>
                <a:off x="7030367" y="3292740"/>
                <a:ext cx="114480" cy="13572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DFA37541-ED44-8BBB-9CA7-D5173F16A35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024247" y="3286620"/>
                  <a:ext cx="1267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79A1D5F0-0280-1BDC-7E05-B6E8B49753E8}"/>
                    </a:ext>
                  </a:extLst>
                </p14:cNvPr>
                <p14:cNvContentPartPr/>
                <p14:nvPr/>
              </p14:nvContentPartPr>
              <p14:xfrm>
                <a:off x="7160687" y="3333060"/>
                <a:ext cx="118080" cy="943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79A1D5F0-0280-1BDC-7E05-B6E8B49753E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154567" y="3326940"/>
                  <a:ext cx="1303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5644CF32-C0C3-E93B-27E5-CABF91D8A8D6}"/>
                    </a:ext>
                  </a:extLst>
                </p14:cNvPr>
                <p14:cNvContentPartPr/>
                <p14:nvPr/>
              </p14:nvContentPartPr>
              <p14:xfrm>
                <a:off x="7329167" y="3249540"/>
                <a:ext cx="34560" cy="20052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5644CF32-C0C3-E93B-27E5-CABF91D8A8D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323047" y="3243420"/>
                  <a:ext cx="468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E5452218-583A-DB17-2AD0-2782CC8FF768}"/>
                    </a:ext>
                  </a:extLst>
                </p14:cNvPr>
                <p14:cNvContentPartPr/>
                <p14:nvPr/>
              </p14:nvContentPartPr>
              <p14:xfrm>
                <a:off x="7305047" y="3304620"/>
                <a:ext cx="156960" cy="3060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E5452218-583A-DB17-2AD0-2782CC8FF76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298927" y="3298500"/>
                  <a:ext cx="169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1856E8E4-F0B5-72F2-7558-CD19BCA00B7C}"/>
                    </a:ext>
                  </a:extLst>
                </p14:cNvPr>
                <p14:cNvContentPartPr/>
                <p14:nvPr/>
              </p14:nvContentPartPr>
              <p14:xfrm>
                <a:off x="7668287" y="3353940"/>
                <a:ext cx="90360" cy="9648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1856E8E4-F0B5-72F2-7558-CD19BCA00B7C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662167" y="3347820"/>
                  <a:ext cx="1026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487916D5-9ED9-3073-E1DB-0C28614F31CA}"/>
                    </a:ext>
                  </a:extLst>
                </p14:cNvPr>
                <p14:cNvContentPartPr/>
                <p14:nvPr/>
              </p14:nvContentPartPr>
              <p14:xfrm>
                <a:off x="7786367" y="3334140"/>
                <a:ext cx="119520" cy="11124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487916D5-9ED9-3073-E1DB-0C28614F31C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780247" y="3328020"/>
                  <a:ext cx="1317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66E26A03-D97F-8204-7597-3A5009C049D3}"/>
                    </a:ext>
                  </a:extLst>
                </p14:cNvPr>
                <p14:cNvContentPartPr/>
                <p14:nvPr/>
              </p14:nvContentPartPr>
              <p14:xfrm>
                <a:off x="7917047" y="3324060"/>
                <a:ext cx="130320" cy="11880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66E26A03-D97F-8204-7597-3A5009C049D3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910927" y="3317940"/>
                  <a:ext cx="1425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19FC87C3-8838-FA4E-D8E1-8C23C6B13EA5}"/>
                    </a:ext>
                  </a:extLst>
                </p14:cNvPr>
                <p14:cNvContentPartPr/>
                <p14:nvPr/>
              </p14:nvContentPartPr>
              <p14:xfrm>
                <a:off x="8209727" y="3351060"/>
                <a:ext cx="351000" cy="12852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19FC87C3-8838-FA4E-D8E1-8C23C6B13EA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203607" y="3344940"/>
                  <a:ext cx="363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2F627C80-A085-9751-F589-14CCD9D82B06}"/>
                    </a:ext>
                  </a:extLst>
                </p14:cNvPr>
                <p14:cNvContentPartPr/>
                <p14:nvPr/>
              </p14:nvContentPartPr>
              <p14:xfrm>
                <a:off x="8589527" y="3270780"/>
                <a:ext cx="42120" cy="21780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2F627C80-A085-9751-F589-14CCD9D82B06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583407" y="3264660"/>
                  <a:ext cx="54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98435E9A-5912-0E48-15DE-3C607AE11451}"/>
                    </a:ext>
                  </a:extLst>
                </p14:cNvPr>
                <p14:cNvContentPartPr/>
                <p14:nvPr/>
              </p14:nvContentPartPr>
              <p14:xfrm>
                <a:off x="8648927" y="3378780"/>
                <a:ext cx="150120" cy="8532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98435E9A-5912-0E48-15DE-3C607AE1145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8642807" y="3372660"/>
                  <a:ext cx="162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C049872D-439A-F55A-178C-814B4682B548}"/>
                    </a:ext>
                  </a:extLst>
                </p14:cNvPr>
                <p14:cNvContentPartPr/>
                <p14:nvPr/>
              </p14:nvContentPartPr>
              <p14:xfrm>
                <a:off x="8824607" y="3383100"/>
                <a:ext cx="222120" cy="10332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C049872D-439A-F55A-178C-814B4682B548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818487" y="3376980"/>
                  <a:ext cx="234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E53EBDE3-31F4-C2FA-D3FE-0EFEDD51C582}"/>
                    </a:ext>
                  </a:extLst>
                </p14:cNvPr>
                <p14:cNvContentPartPr/>
                <p14:nvPr/>
              </p14:nvContentPartPr>
              <p14:xfrm>
                <a:off x="9011087" y="3310380"/>
                <a:ext cx="13680" cy="3384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E53EBDE3-31F4-C2FA-D3FE-0EFEDD51C58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004967" y="3304260"/>
                  <a:ext cx="25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87F86B00-0814-A595-AED2-22DE4E77655E}"/>
                    </a:ext>
                  </a:extLst>
                </p14:cNvPr>
                <p14:cNvContentPartPr/>
                <p14:nvPr/>
              </p14:nvContentPartPr>
              <p14:xfrm>
                <a:off x="9124487" y="3273660"/>
                <a:ext cx="67320" cy="23184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87F86B00-0814-A595-AED2-22DE4E77655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118367" y="3267540"/>
                  <a:ext cx="795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C3A27B40-7AE3-0E53-BD5E-7A4E3D6A504F}"/>
                    </a:ext>
                  </a:extLst>
                </p14:cNvPr>
                <p14:cNvContentPartPr/>
                <p14:nvPr/>
              </p14:nvContentPartPr>
              <p14:xfrm>
                <a:off x="9181007" y="3411540"/>
                <a:ext cx="229320" cy="22572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C3A27B40-7AE3-0E53-BD5E-7A4E3D6A504F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174887" y="3405420"/>
                  <a:ext cx="2415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A27293C9-EDBC-A891-0537-465344F6CF26}"/>
                    </a:ext>
                  </a:extLst>
                </p14:cNvPr>
                <p14:cNvContentPartPr/>
                <p14:nvPr/>
              </p14:nvContentPartPr>
              <p14:xfrm>
                <a:off x="9559367" y="3352140"/>
                <a:ext cx="478080" cy="12168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A27293C9-EDBC-A891-0537-465344F6CF2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553247" y="3346020"/>
                  <a:ext cx="490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E400E0AA-EE7E-3E11-2BBC-FF446B03BF70}"/>
                    </a:ext>
                  </a:extLst>
                </p14:cNvPr>
                <p14:cNvContentPartPr/>
                <p14:nvPr/>
              </p14:nvContentPartPr>
              <p14:xfrm>
                <a:off x="10086767" y="3341700"/>
                <a:ext cx="151200" cy="27864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E400E0AA-EE7E-3E11-2BBC-FF446B03BF70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080647" y="3335580"/>
                  <a:ext cx="1634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8FA83814-6049-F573-7CA8-440354981EA0}"/>
                    </a:ext>
                  </a:extLst>
                </p14:cNvPr>
                <p14:cNvContentPartPr/>
                <p14:nvPr/>
              </p14:nvContentPartPr>
              <p14:xfrm>
                <a:off x="10325447" y="3221820"/>
                <a:ext cx="306720" cy="24084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8FA83814-6049-F573-7CA8-440354981EA0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319327" y="3215700"/>
                  <a:ext cx="3189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8A561D26-3773-2D3C-A42A-9946D1AB9016}"/>
                    </a:ext>
                  </a:extLst>
                </p14:cNvPr>
                <p14:cNvContentPartPr/>
                <p14:nvPr/>
              </p14:nvContentPartPr>
              <p14:xfrm>
                <a:off x="6940920" y="2055870"/>
                <a:ext cx="166680" cy="18936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8A561D26-3773-2D3C-A42A-9946D1AB9016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934800" y="2049750"/>
                  <a:ext cx="1789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5216DDF1-D6F7-F17C-84DF-FE5C5B0FFD11}"/>
                    </a:ext>
                  </a:extLst>
                </p14:cNvPr>
                <p14:cNvContentPartPr/>
                <p14:nvPr/>
              </p14:nvContentPartPr>
              <p14:xfrm>
                <a:off x="7112640" y="2193750"/>
                <a:ext cx="82080" cy="10332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5216DDF1-D6F7-F17C-84DF-FE5C5B0FFD1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106520" y="2187630"/>
                  <a:ext cx="94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B898813F-6F11-BAC9-301E-B0EB1077F6BF}"/>
                    </a:ext>
                  </a:extLst>
                </p14:cNvPr>
                <p14:cNvContentPartPr/>
                <p14:nvPr/>
              </p14:nvContentPartPr>
              <p14:xfrm>
                <a:off x="7210200" y="2190510"/>
                <a:ext cx="117360" cy="79200"/>
              </p14:xfrm>
            </p:contentPart>
          </mc:Choice>
          <mc:Fallback xmlns=""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B898813F-6F11-BAC9-301E-B0EB1077F6BF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204080" y="2184390"/>
                  <a:ext cx="129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A3C5C7A2-59A9-8007-2DC4-BFDA1BFEBF41}"/>
                    </a:ext>
                  </a:extLst>
                </p14:cNvPr>
                <p14:cNvContentPartPr/>
                <p14:nvPr/>
              </p14:nvContentPartPr>
              <p14:xfrm>
                <a:off x="7366800" y="2130030"/>
                <a:ext cx="36360" cy="15660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A3C5C7A2-59A9-8007-2DC4-BFDA1BFEBF41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360680" y="2123910"/>
                  <a:ext cx="486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76BFB3C2-2742-4693-D080-64C1A6624906}"/>
                    </a:ext>
                  </a:extLst>
                </p14:cNvPr>
                <p14:cNvContentPartPr/>
                <p14:nvPr/>
              </p14:nvContentPartPr>
              <p14:xfrm>
                <a:off x="7547520" y="2208870"/>
                <a:ext cx="104040" cy="864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76BFB3C2-2742-4693-D080-64C1A662490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541400" y="2202750"/>
                  <a:ext cx="1162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6C3F23A9-7178-7DA0-2C6F-501023E63857}"/>
                    </a:ext>
                  </a:extLst>
                </p14:cNvPr>
                <p14:cNvContentPartPr/>
                <p14:nvPr/>
              </p14:nvContentPartPr>
              <p14:xfrm>
                <a:off x="7559040" y="2253870"/>
                <a:ext cx="127800" cy="18720"/>
              </p14:xfrm>
            </p:contentPart>
          </mc:Choice>
          <mc:Fallback xmlns=""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6C3F23A9-7178-7DA0-2C6F-501023E63857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552920" y="2247750"/>
                  <a:ext cx="1400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34A90333-E983-2D2C-C6FF-1E9841A04582}"/>
                    </a:ext>
                  </a:extLst>
                </p14:cNvPr>
                <p14:cNvContentPartPr/>
                <p14:nvPr/>
              </p14:nvContentPartPr>
              <p14:xfrm>
                <a:off x="7898880" y="2104470"/>
                <a:ext cx="178200" cy="287280"/>
              </p14:xfrm>
            </p:contentPart>
          </mc:Choice>
          <mc:Fallback xmlns=""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34A90333-E983-2D2C-C6FF-1E9841A04582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7892760" y="2098350"/>
                  <a:ext cx="1904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A859366F-5D8D-1872-8115-DC0DAC28AF40}"/>
                    </a:ext>
                  </a:extLst>
                </p14:cNvPr>
                <p14:cNvContentPartPr/>
                <p14:nvPr/>
              </p14:nvContentPartPr>
              <p14:xfrm>
                <a:off x="8041440" y="2190510"/>
                <a:ext cx="147600" cy="12276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A859366F-5D8D-1872-8115-DC0DAC28AF40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035320" y="2184390"/>
                  <a:ext cx="1598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66B9FCBB-D8FE-A144-5B0D-876C8EE5F610}"/>
                    </a:ext>
                  </a:extLst>
                </p14:cNvPr>
                <p14:cNvContentPartPr/>
                <p14:nvPr/>
              </p14:nvContentPartPr>
              <p14:xfrm>
                <a:off x="8154840" y="2287350"/>
                <a:ext cx="75960" cy="6768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66B9FCBB-D8FE-A144-5B0D-876C8EE5F61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148720" y="2281230"/>
                  <a:ext cx="882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DE6C852A-64A3-AE78-2447-DE4935435577}"/>
                    </a:ext>
                  </a:extLst>
                </p14:cNvPr>
                <p14:cNvContentPartPr/>
                <p14:nvPr/>
              </p14:nvContentPartPr>
              <p14:xfrm>
                <a:off x="8175360" y="2299230"/>
                <a:ext cx="82800" cy="87120"/>
              </p14:xfrm>
            </p:contentPart>
          </mc:Choice>
          <mc:Fallback xmlns=""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DE6C852A-64A3-AE78-2447-DE493543557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169240" y="2293110"/>
                  <a:ext cx="95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3842564F-2966-BE1A-0B5F-CAA3BB848FA2}"/>
                    </a:ext>
                  </a:extLst>
                </p14:cNvPr>
                <p14:cNvContentPartPr/>
                <p14:nvPr/>
              </p14:nvContentPartPr>
              <p14:xfrm>
                <a:off x="8273640" y="2270430"/>
                <a:ext cx="127800" cy="10404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3842564F-2966-BE1A-0B5F-CAA3BB848FA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267520" y="2264310"/>
                  <a:ext cx="140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71574816-1620-E614-D7E2-39C8283FDAC5}"/>
                    </a:ext>
                  </a:extLst>
                </p14:cNvPr>
                <p14:cNvContentPartPr/>
                <p14:nvPr/>
              </p14:nvContentPartPr>
              <p14:xfrm>
                <a:off x="8491800" y="2312190"/>
                <a:ext cx="32760" cy="9792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71574816-1620-E614-D7E2-39C8283FDAC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485680" y="2306070"/>
                  <a:ext cx="45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6E4935CD-9896-047C-E6B7-BBB9D54FD9BA}"/>
                    </a:ext>
                  </a:extLst>
                </p14:cNvPr>
                <p14:cNvContentPartPr/>
                <p14:nvPr/>
              </p14:nvContentPartPr>
              <p14:xfrm>
                <a:off x="8601240" y="2164950"/>
                <a:ext cx="165960" cy="16200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6E4935CD-9896-047C-E6B7-BBB9D54FD9BA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8595120" y="2158830"/>
                  <a:ext cx="178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98794AED-8DE7-EF0E-3EBB-1E6CFB0E6F05}"/>
                    </a:ext>
                  </a:extLst>
                </p14:cNvPr>
                <p14:cNvContentPartPr/>
                <p14:nvPr/>
              </p14:nvContentPartPr>
              <p14:xfrm>
                <a:off x="8753520" y="2315430"/>
                <a:ext cx="96120" cy="12168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98794AED-8DE7-EF0E-3EBB-1E6CFB0E6F05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747400" y="2309310"/>
                  <a:ext cx="108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8C3862F0-2BC1-89B3-D998-FC8EBB04CB6F}"/>
                    </a:ext>
                  </a:extLst>
                </p14:cNvPr>
                <p14:cNvContentPartPr/>
                <p14:nvPr/>
              </p14:nvContentPartPr>
              <p14:xfrm>
                <a:off x="8876640" y="2245950"/>
                <a:ext cx="129600" cy="11376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8C3862F0-2BC1-89B3-D998-FC8EBB04CB6F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8870520" y="2239830"/>
                  <a:ext cx="141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D0A9D4DC-2698-D0EE-4FAC-C69E52538ED7}"/>
                    </a:ext>
                  </a:extLst>
                </p14:cNvPr>
                <p14:cNvContentPartPr/>
                <p14:nvPr/>
              </p14:nvContentPartPr>
              <p14:xfrm>
                <a:off x="8988240" y="2082510"/>
                <a:ext cx="238680" cy="28224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D0A9D4DC-2698-D0EE-4FAC-C69E52538ED7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8982120" y="2076390"/>
                  <a:ext cx="2509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148E233E-92C3-1715-3D6B-64699492C3AE}"/>
                    </a:ext>
                  </a:extLst>
                </p14:cNvPr>
                <p14:cNvContentPartPr/>
                <p14:nvPr/>
              </p14:nvContentPartPr>
              <p14:xfrm>
                <a:off x="6775680" y="2633310"/>
                <a:ext cx="149760" cy="123840"/>
              </p14:xfrm>
            </p:contentPart>
          </mc:Choice>
          <mc:Fallback xmlns=""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148E233E-92C3-1715-3D6B-64699492C3AE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769560" y="2627190"/>
                  <a:ext cx="1620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E439CA7F-60B4-B937-C19A-D29337BB849D}"/>
                    </a:ext>
                  </a:extLst>
                </p14:cNvPr>
                <p14:cNvContentPartPr/>
                <p14:nvPr/>
              </p14:nvContentPartPr>
              <p14:xfrm>
                <a:off x="6675240" y="2558070"/>
                <a:ext cx="311040" cy="299520"/>
              </p14:xfrm>
            </p:contentPart>
          </mc:Choice>
          <mc:Fallback xmlns=""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E439CA7F-60B4-B937-C19A-D29337BB849D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669120" y="2551950"/>
                  <a:ext cx="3232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DA28CFFF-3055-B17D-9552-88D9E56F5795}"/>
                    </a:ext>
                  </a:extLst>
                </p14:cNvPr>
                <p14:cNvContentPartPr/>
                <p14:nvPr/>
              </p14:nvContentPartPr>
              <p14:xfrm>
                <a:off x="7133520" y="2616390"/>
                <a:ext cx="210240" cy="18288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DA28CFFF-3055-B17D-9552-88D9E56F5795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7127400" y="2610270"/>
                  <a:ext cx="222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377C153F-6C50-8C62-1D9D-9AC35B81936E}"/>
                    </a:ext>
                  </a:extLst>
                </p14:cNvPr>
                <p14:cNvContentPartPr/>
                <p14:nvPr/>
              </p14:nvContentPartPr>
              <p14:xfrm>
                <a:off x="7377240" y="2680470"/>
                <a:ext cx="183600" cy="8892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377C153F-6C50-8C62-1D9D-9AC35B81936E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371120" y="2674350"/>
                  <a:ext cx="1958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6F503F78-38CF-D3C3-3FDB-BEBA1D829114}"/>
                    </a:ext>
                  </a:extLst>
                </p14:cNvPr>
                <p14:cNvContentPartPr/>
                <p14:nvPr/>
              </p14:nvContentPartPr>
              <p14:xfrm>
                <a:off x="7614480" y="2591550"/>
                <a:ext cx="49680" cy="21168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6F503F78-38CF-D3C3-3FDB-BEBA1D829114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608360" y="2585430"/>
                  <a:ext cx="61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FA54D84F-4072-2CB8-C9AE-BE8E611A7218}"/>
                    </a:ext>
                  </a:extLst>
                </p14:cNvPr>
                <p14:cNvContentPartPr/>
                <p14:nvPr/>
              </p14:nvContentPartPr>
              <p14:xfrm>
                <a:off x="7582440" y="2724750"/>
                <a:ext cx="159840" cy="42120"/>
              </p14:xfrm>
            </p:contentPart>
          </mc:Choice>
          <mc:Fallback xmlns=""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FA54D84F-4072-2CB8-C9AE-BE8E611A721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7576320" y="2718630"/>
                  <a:ext cx="1720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2904E523-BA17-1381-18B4-29B4D3119945}"/>
                    </a:ext>
                  </a:extLst>
                </p14:cNvPr>
                <p14:cNvContentPartPr/>
                <p14:nvPr/>
              </p14:nvContentPartPr>
              <p14:xfrm>
                <a:off x="7949280" y="2670390"/>
                <a:ext cx="441000" cy="16056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2904E523-BA17-1381-18B4-29B4D3119945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943160" y="2664270"/>
                  <a:ext cx="4532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5ED1F4F8-7EAA-E19D-A5A1-89D665B88B33}"/>
                    </a:ext>
                  </a:extLst>
                </p14:cNvPr>
                <p14:cNvContentPartPr/>
                <p14:nvPr/>
              </p14:nvContentPartPr>
              <p14:xfrm>
                <a:off x="8372640" y="2693790"/>
                <a:ext cx="190440" cy="22896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5ED1F4F8-7EAA-E19D-A5A1-89D665B88B33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8366520" y="2687670"/>
                  <a:ext cx="2026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62DE44DA-2D8B-64D7-C3BD-EA4E286A17FC}"/>
                    </a:ext>
                  </a:extLst>
                </p14:cNvPr>
                <p14:cNvContentPartPr/>
                <p14:nvPr/>
              </p14:nvContentPartPr>
              <p14:xfrm>
                <a:off x="8595120" y="2648790"/>
                <a:ext cx="200880" cy="16632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62DE44DA-2D8B-64D7-C3BD-EA4E286A17FC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8589000" y="2642670"/>
                  <a:ext cx="2131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678" name="Ink 677">
                  <a:extLst>
                    <a:ext uri="{FF2B5EF4-FFF2-40B4-BE49-F238E27FC236}">
                      <a16:creationId xmlns:a16="http://schemas.microsoft.com/office/drawing/2014/main" id="{E00F4860-0E15-0917-0009-148CDD80B7C4}"/>
                    </a:ext>
                  </a:extLst>
                </p14:cNvPr>
                <p14:cNvContentPartPr/>
                <p14:nvPr/>
              </p14:nvContentPartPr>
              <p14:xfrm>
                <a:off x="8882400" y="2669670"/>
                <a:ext cx="208440" cy="112680"/>
              </p14:xfrm>
            </p:contentPart>
          </mc:Choice>
          <mc:Fallback xmlns=""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E00F4860-0E15-0917-0009-148CDD80B7C4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876280" y="2663550"/>
                  <a:ext cx="2206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09985B40-833B-DD25-E291-9196C671DC16}"/>
                    </a:ext>
                  </a:extLst>
                </p14:cNvPr>
                <p14:cNvContentPartPr/>
                <p14:nvPr/>
              </p14:nvContentPartPr>
              <p14:xfrm>
                <a:off x="9037560" y="2618190"/>
                <a:ext cx="142200" cy="31788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09985B40-833B-DD25-E291-9196C671DC16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031440" y="2612070"/>
                  <a:ext cx="1544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EF16963C-98EE-29A1-55E7-29ECB24A5AC0}"/>
                    </a:ext>
                  </a:extLst>
                </p14:cNvPr>
                <p14:cNvContentPartPr/>
                <p14:nvPr/>
              </p14:nvContentPartPr>
              <p14:xfrm>
                <a:off x="9443640" y="2686590"/>
                <a:ext cx="111600" cy="11988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EF16963C-98EE-29A1-55E7-29ECB24A5AC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9437520" y="2680470"/>
                  <a:ext cx="1238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19B38FF2-A13F-0F54-934A-48BD10A9DF55}"/>
                    </a:ext>
                  </a:extLst>
                </p14:cNvPr>
                <p14:cNvContentPartPr/>
                <p14:nvPr/>
              </p14:nvContentPartPr>
              <p14:xfrm>
                <a:off x="9572160" y="2669310"/>
                <a:ext cx="246240" cy="12204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19B38FF2-A13F-0F54-934A-48BD10A9DF55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9566040" y="2663190"/>
                  <a:ext cx="2584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A962239F-1BD5-70C7-31CB-56002ECAC1E8}"/>
                    </a:ext>
                  </a:extLst>
                </p14:cNvPr>
                <p14:cNvContentPartPr/>
                <p14:nvPr/>
              </p14:nvContentPartPr>
              <p14:xfrm>
                <a:off x="9785640" y="2596230"/>
                <a:ext cx="88920" cy="17676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A962239F-1BD5-70C7-31CB-56002ECAC1E8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779520" y="2590110"/>
                  <a:ext cx="1011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1DD34433-666A-B0CE-D39F-2A0F1D381ED6}"/>
                    </a:ext>
                  </a:extLst>
                </p14:cNvPr>
                <p14:cNvContentPartPr/>
                <p14:nvPr/>
              </p14:nvContentPartPr>
              <p14:xfrm>
                <a:off x="9822000" y="2690910"/>
                <a:ext cx="239760" cy="8568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1DD34433-666A-B0CE-D39F-2A0F1D381ED6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815880" y="2684790"/>
                  <a:ext cx="2520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69C78F97-C026-8FDD-5A14-FC9A748356DF}"/>
                    </a:ext>
                  </a:extLst>
                </p14:cNvPr>
                <p14:cNvContentPartPr/>
                <p14:nvPr/>
              </p14:nvContentPartPr>
              <p14:xfrm>
                <a:off x="10057080" y="2579310"/>
                <a:ext cx="168480" cy="18612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69C78F97-C026-8FDD-5A14-FC9A748356DF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050960" y="2573190"/>
                  <a:ext cx="180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FC9DD1BC-1578-8B2B-A45D-6995CE602210}"/>
                    </a:ext>
                  </a:extLst>
                </p14:cNvPr>
                <p14:cNvContentPartPr/>
                <p14:nvPr/>
              </p14:nvContentPartPr>
              <p14:xfrm>
                <a:off x="10218000" y="2655630"/>
                <a:ext cx="13680" cy="3312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FC9DD1BC-1578-8B2B-A45D-6995CE602210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0211880" y="2649510"/>
                  <a:ext cx="25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F1C8FF26-D760-985F-278C-306ABD5B598B}"/>
                    </a:ext>
                  </a:extLst>
                </p14:cNvPr>
                <p14:cNvContentPartPr/>
                <p14:nvPr/>
              </p14:nvContentPartPr>
              <p14:xfrm>
                <a:off x="10268400" y="2665350"/>
                <a:ext cx="291960" cy="8892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F1C8FF26-D760-985F-278C-306ABD5B598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262280" y="2659230"/>
                  <a:ext cx="3042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307B2416-C190-F2B4-6910-377951727305}"/>
                    </a:ext>
                  </a:extLst>
                </p14:cNvPr>
                <p14:cNvContentPartPr/>
                <p14:nvPr/>
              </p14:nvContentPartPr>
              <p14:xfrm>
                <a:off x="10781400" y="2556630"/>
                <a:ext cx="415080" cy="19980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307B2416-C190-F2B4-6910-377951727305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775280" y="2550510"/>
                  <a:ext cx="4273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296FB743-9C30-DF40-3C76-F10CB7EDA981}"/>
                    </a:ext>
                  </a:extLst>
                </p14:cNvPr>
                <p14:cNvContentPartPr/>
                <p14:nvPr/>
              </p14:nvContentPartPr>
              <p14:xfrm>
                <a:off x="11144640" y="2526750"/>
                <a:ext cx="91440" cy="191520"/>
              </p14:xfrm>
            </p:contentPart>
          </mc:Choice>
          <mc:Fallback xmlns=""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296FB743-9C30-DF40-3C76-F10CB7EDA981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1138520" y="2520630"/>
                  <a:ext cx="1036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689" name="Ink 688">
                  <a:extLst>
                    <a:ext uri="{FF2B5EF4-FFF2-40B4-BE49-F238E27FC236}">
                      <a16:creationId xmlns:a16="http://schemas.microsoft.com/office/drawing/2014/main" id="{E767E8F4-86F6-B895-4711-0C49368ADDCC}"/>
                    </a:ext>
                  </a:extLst>
                </p14:cNvPr>
                <p14:cNvContentPartPr/>
                <p14:nvPr/>
              </p14:nvContentPartPr>
              <p14:xfrm>
                <a:off x="11234280" y="2632230"/>
                <a:ext cx="124560" cy="84960"/>
              </p14:xfrm>
            </p:contentPart>
          </mc:Choice>
          <mc:Fallback xmlns=""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E767E8F4-86F6-B895-4711-0C49368ADDCC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1228160" y="2626110"/>
                  <a:ext cx="1368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196FB3A4-00BB-9C98-4F3F-4B8F07D14986}"/>
                    </a:ext>
                  </a:extLst>
                </p14:cNvPr>
                <p14:cNvContentPartPr/>
                <p14:nvPr/>
              </p14:nvContentPartPr>
              <p14:xfrm>
                <a:off x="11388360" y="2596230"/>
                <a:ext cx="152280" cy="10872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196FB3A4-00BB-9C98-4F3F-4B8F07D14986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1382240" y="2590110"/>
                  <a:ext cx="1645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5E144612-E01D-1670-3B51-D099F0EF1810}"/>
                    </a:ext>
                  </a:extLst>
                </p14:cNvPr>
                <p14:cNvContentPartPr/>
                <p14:nvPr/>
              </p14:nvContentPartPr>
              <p14:xfrm>
                <a:off x="11513640" y="2482110"/>
                <a:ext cx="75240" cy="22428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5E144612-E01D-1670-3B51-D099F0EF1810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1507520" y="2475990"/>
                  <a:ext cx="874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8AAA5100-10D9-CBEE-B170-F11A90B99DC9}"/>
                    </a:ext>
                  </a:extLst>
                </p14:cNvPr>
                <p14:cNvContentPartPr/>
                <p14:nvPr/>
              </p14:nvContentPartPr>
              <p14:xfrm>
                <a:off x="11552160" y="2663550"/>
                <a:ext cx="119880" cy="4104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8AAA5100-10D9-CBEE-B170-F11A90B99DC9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1546040" y="2657430"/>
                  <a:ext cx="132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03A5AD2D-43C6-ADA6-0E47-E430CFF1A0F7}"/>
                    </a:ext>
                  </a:extLst>
                </p14:cNvPr>
                <p14:cNvContentPartPr/>
                <p14:nvPr/>
              </p14:nvContentPartPr>
              <p14:xfrm>
                <a:off x="11704080" y="2536470"/>
                <a:ext cx="150840" cy="19296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03A5AD2D-43C6-ADA6-0E47-E430CFF1A0F7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1697960" y="2530350"/>
                  <a:ext cx="1630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90D3EF85-50B4-8B0A-80EC-1CC46B90807B}"/>
                    </a:ext>
                  </a:extLst>
                </p14:cNvPr>
                <p14:cNvContentPartPr/>
                <p14:nvPr/>
              </p14:nvContentPartPr>
              <p14:xfrm>
                <a:off x="7195800" y="2915190"/>
                <a:ext cx="153360" cy="17172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90D3EF85-50B4-8B0A-80EC-1CC46B90807B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189680" y="2909070"/>
                  <a:ext cx="1656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1D248EF0-D741-1C9A-A00F-F820732216D3}"/>
                    </a:ext>
                  </a:extLst>
                </p14:cNvPr>
                <p14:cNvContentPartPr/>
                <p14:nvPr/>
              </p14:nvContentPartPr>
              <p14:xfrm>
                <a:off x="7170600" y="2988630"/>
                <a:ext cx="183240" cy="3168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1D248EF0-D741-1C9A-A00F-F820732216D3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164480" y="2982510"/>
                  <a:ext cx="1954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8B941670-BE52-CA09-ACDB-E4DC3B699FA8}"/>
                    </a:ext>
                  </a:extLst>
                </p14:cNvPr>
                <p14:cNvContentPartPr/>
                <p14:nvPr/>
              </p14:nvContentPartPr>
              <p14:xfrm>
                <a:off x="7449240" y="2998710"/>
                <a:ext cx="124560" cy="51840"/>
              </p14:xfrm>
            </p:contentPart>
          </mc:Choice>
          <mc:Fallback xmlns=""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8B941670-BE52-CA09-ACDB-E4DC3B699FA8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443120" y="2992590"/>
                  <a:ext cx="1368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90F29771-FC3D-9FED-0994-3B1135162549}"/>
                    </a:ext>
                  </a:extLst>
                </p14:cNvPr>
                <p14:cNvContentPartPr/>
                <p14:nvPr/>
              </p14:nvContentPartPr>
              <p14:xfrm>
                <a:off x="7502880" y="3058830"/>
                <a:ext cx="136440" cy="14400"/>
              </p14:xfrm>
            </p:contentPart>
          </mc:Choice>
          <mc:Fallback xmlns=""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90F29771-FC3D-9FED-0994-3B1135162549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7496760" y="3052710"/>
                  <a:ext cx="148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F3B2C31B-A3EC-8383-DCB9-98E3F9BDB615}"/>
                    </a:ext>
                  </a:extLst>
                </p14:cNvPr>
                <p14:cNvContentPartPr/>
                <p14:nvPr/>
              </p14:nvContentPartPr>
              <p14:xfrm>
                <a:off x="7781160" y="2918790"/>
                <a:ext cx="347760" cy="15120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F3B2C31B-A3EC-8383-DCB9-98E3F9BDB615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7775040" y="2912670"/>
                  <a:ext cx="360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3ABD48D9-5A24-F89E-33DE-4676C57707F5}"/>
                    </a:ext>
                  </a:extLst>
                </p14:cNvPr>
                <p14:cNvContentPartPr/>
                <p14:nvPr/>
              </p14:nvContentPartPr>
              <p14:xfrm>
                <a:off x="8150160" y="2903670"/>
                <a:ext cx="304920" cy="320040"/>
              </p14:xfrm>
            </p:contentPart>
          </mc:Choice>
          <mc:Fallback xmlns=""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3ABD48D9-5A24-F89E-33DE-4676C57707F5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8144040" y="2897550"/>
                  <a:ext cx="3171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6B3F1BEA-33CE-44AE-FF5D-11B271D9EDA3}"/>
                    </a:ext>
                  </a:extLst>
                </p14:cNvPr>
                <p14:cNvContentPartPr/>
                <p14:nvPr/>
              </p14:nvContentPartPr>
              <p14:xfrm>
                <a:off x="8432040" y="2942190"/>
                <a:ext cx="151200" cy="15732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6B3F1BEA-33CE-44AE-FF5D-11B271D9EDA3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425920" y="2936070"/>
                  <a:ext cx="163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27CCBE7E-C12F-F720-5FEA-72F679A8A106}"/>
                    </a:ext>
                  </a:extLst>
                </p14:cNvPr>
                <p14:cNvContentPartPr/>
                <p14:nvPr/>
              </p14:nvContentPartPr>
              <p14:xfrm>
                <a:off x="8582880" y="2961990"/>
                <a:ext cx="141120" cy="15192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27CCBE7E-C12F-F720-5FEA-72F679A8A106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8576760" y="2955870"/>
                  <a:ext cx="153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6716C36F-082C-392E-70E1-9F55EA937101}"/>
                    </a:ext>
                  </a:extLst>
                </p14:cNvPr>
                <p14:cNvContentPartPr/>
                <p14:nvPr/>
              </p14:nvContentPartPr>
              <p14:xfrm>
                <a:off x="8733360" y="2981070"/>
                <a:ext cx="151560" cy="120960"/>
              </p14:xfrm>
            </p:contentPart>
          </mc:Choice>
          <mc:Fallback xmlns=""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6716C36F-082C-392E-70E1-9F55EA937101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8727240" y="2974950"/>
                  <a:ext cx="1638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709" name="Ink 708">
                  <a:extLst>
                    <a:ext uri="{FF2B5EF4-FFF2-40B4-BE49-F238E27FC236}">
                      <a16:creationId xmlns:a16="http://schemas.microsoft.com/office/drawing/2014/main" id="{D29B065D-3852-9E13-608D-F1E0AE8C0B64}"/>
                    </a:ext>
                  </a:extLst>
                </p14:cNvPr>
                <p14:cNvContentPartPr/>
                <p14:nvPr/>
              </p14:nvContentPartPr>
              <p14:xfrm>
                <a:off x="8977440" y="2945070"/>
                <a:ext cx="108360" cy="207360"/>
              </p14:xfrm>
            </p:contentPart>
          </mc:Choice>
          <mc:Fallback xmlns="">
            <p:pic>
              <p:nvPicPr>
                <p:cNvPr id="709" name="Ink 708">
                  <a:extLst>
                    <a:ext uri="{FF2B5EF4-FFF2-40B4-BE49-F238E27FC236}">
                      <a16:creationId xmlns:a16="http://schemas.microsoft.com/office/drawing/2014/main" id="{D29B065D-3852-9E13-608D-F1E0AE8C0B64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8971320" y="2938950"/>
                  <a:ext cx="120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21F319AF-F507-9159-1E3B-B04D50B5F23C}"/>
                    </a:ext>
                  </a:extLst>
                </p14:cNvPr>
                <p14:cNvContentPartPr/>
                <p14:nvPr/>
              </p14:nvContentPartPr>
              <p14:xfrm>
                <a:off x="9240600" y="2983950"/>
                <a:ext cx="144360" cy="13932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21F319AF-F507-9159-1E3B-B04D50B5F23C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234480" y="2977830"/>
                  <a:ext cx="156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4252F2E4-9AEC-E53A-0CDE-4F94D97FFD10}"/>
                    </a:ext>
                  </a:extLst>
                </p14:cNvPr>
                <p14:cNvContentPartPr/>
                <p14:nvPr/>
              </p14:nvContentPartPr>
              <p14:xfrm>
                <a:off x="9378120" y="3116070"/>
                <a:ext cx="88200" cy="17100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4252F2E4-9AEC-E53A-0CDE-4F94D97FFD10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9372000" y="3109950"/>
                  <a:ext cx="1004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49F17378-B831-AAD4-D61C-585AE581A508}"/>
                    </a:ext>
                  </a:extLst>
                </p14:cNvPr>
                <p14:cNvContentPartPr/>
                <p14:nvPr/>
              </p14:nvContentPartPr>
              <p14:xfrm>
                <a:off x="9531840" y="3108510"/>
                <a:ext cx="77040" cy="9072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49F17378-B831-AAD4-D61C-585AE581A508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9525720" y="3102390"/>
                  <a:ext cx="89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6754AF23-376A-136E-CDFE-CDF99BAB5837}"/>
                    </a:ext>
                  </a:extLst>
                </p14:cNvPr>
                <p14:cNvContentPartPr/>
                <p14:nvPr/>
              </p14:nvContentPartPr>
              <p14:xfrm>
                <a:off x="9684480" y="3090510"/>
                <a:ext cx="36360" cy="7308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6754AF23-376A-136E-CDFE-CDF99BAB5837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9678360" y="3084390"/>
                  <a:ext cx="486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FE024DA2-257D-095D-18E3-83E5005F9095}"/>
                    </a:ext>
                  </a:extLst>
                </p14:cNvPr>
                <p14:cNvContentPartPr/>
                <p14:nvPr/>
              </p14:nvContentPartPr>
              <p14:xfrm>
                <a:off x="9796440" y="2989350"/>
                <a:ext cx="200880" cy="13356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FE024DA2-257D-095D-18E3-83E5005F9095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9790320" y="2983230"/>
                  <a:ext cx="2131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721" name="Ink 720">
                  <a:extLst>
                    <a:ext uri="{FF2B5EF4-FFF2-40B4-BE49-F238E27FC236}">
                      <a16:creationId xmlns:a16="http://schemas.microsoft.com/office/drawing/2014/main" id="{61AA98C8-BD39-45F2-A6EC-0E94179070D6}"/>
                    </a:ext>
                  </a:extLst>
                </p14:cNvPr>
                <p14:cNvContentPartPr/>
                <p14:nvPr/>
              </p14:nvContentPartPr>
              <p14:xfrm>
                <a:off x="9889680" y="3128310"/>
                <a:ext cx="81000" cy="91800"/>
              </p14:xfrm>
            </p:contentPart>
          </mc:Choice>
          <mc:Fallback xmlns="">
            <p:pic>
              <p:nvPicPr>
                <p:cNvPr id="721" name="Ink 720">
                  <a:extLst>
                    <a:ext uri="{FF2B5EF4-FFF2-40B4-BE49-F238E27FC236}">
                      <a16:creationId xmlns:a16="http://schemas.microsoft.com/office/drawing/2014/main" id="{61AA98C8-BD39-45F2-A6EC-0E94179070D6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9883560" y="3122190"/>
                  <a:ext cx="93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722" name="Ink 721">
                  <a:extLst>
                    <a:ext uri="{FF2B5EF4-FFF2-40B4-BE49-F238E27FC236}">
                      <a16:creationId xmlns:a16="http://schemas.microsoft.com/office/drawing/2014/main" id="{EE62C070-5C2F-B02C-F340-F1FEC59D095A}"/>
                    </a:ext>
                  </a:extLst>
                </p14:cNvPr>
                <p14:cNvContentPartPr/>
                <p14:nvPr/>
              </p14:nvContentPartPr>
              <p14:xfrm>
                <a:off x="9894360" y="3140550"/>
                <a:ext cx="119880" cy="77760"/>
              </p14:xfrm>
            </p:contentPart>
          </mc:Choice>
          <mc:Fallback xmlns=""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EE62C070-5C2F-B02C-F340-F1FEC59D095A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888240" y="3134430"/>
                  <a:ext cx="1321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E02BC41B-042A-DF4A-E03B-5A91252CDD74}"/>
                    </a:ext>
                  </a:extLst>
                </p14:cNvPr>
                <p14:cNvContentPartPr/>
                <p14:nvPr/>
              </p14:nvContentPartPr>
              <p14:xfrm>
                <a:off x="10044120" y="3093030"/>
                <a:ext cx="131760" cy="11520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E02BC41B-042A-DF4A-E03B-5A91252CDD74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0038000" y="3086910"/>
                  <a:ext cx="144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3BA0A272-30A7-60D4-7543-8935BDE9A3B9}"/>
                    </a:ext>
                  </a:extLst>
                </p14:cNvPr>
                <p14:cNvContentPartPr/>
                <p14:nvPr/>
              </p14:nvContentPartPr>
              <p14:xfrm>
                <a:off x="10198920" y="2953350"/>
                <a:ext cx="147960" cy="222840"/>
              </p14:xfrm>
            </p:contentPart>
          </mc:Choice>
          <mc:Fallback xmlns=""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3BA0A272-30A7-60D4-7543-8935BDE9A3B9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0192800" y="2947230"/>
                  <a:ext cx="16020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0" name="Group 729">
            <a:extLst>
              <a:ext uri="{FF2B5EF4-FFF2-40B4-BE49-F238E27FC236}">
                <a16:creationId xmlns:a16="http://schemas.microsoft.com/office/drawing/2014/main" id="{60F5AAE5-C8BE-37DC-9C6D-52DF2E629B42}"/>
              </a:ext>
            </a:extLst>
          </p:cNvPr>
          <p:cNvGrpSpPr/>
          <p:nvPr/>
        </p:nvGrpSpPr>
        <p:grpSpPr>
          <a:xfrm>
            <a:off x="7161600" y="5743350"/>
            <a:ext cx="441720" cy="208440"/>
            <a:chOff x="7161600" y="5743350"/>
            <a:chExt cx="44172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D24B1F43-E5A3-1D06-6673-058FD6F2B36D}"/>
                    </a:ext>
                  </a:extLst>
                </p14:cNvPr>
                <p14:cNvContentPartPr/>
                <p14:nvPr/>
              </p14:nvContentPartPr>
              <p14:xfrm>
                <a:off x="7206600" y="5799150"/>
                <a:ext cx="360" cy="36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D24B1F43-E5A3-1D06-6673-058FD6F2B36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00480" y="57930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1860C14C-40B6-5F39-CEA2-A56ABAB81480}"/>
                    </a:ext>
                  </a:extLst>
                </p14:cNvPr>
                <p14:cNvContentPartPr/>
                <p14:nvPr/>
              </p14:nvContentPartPr>
              <p14:xfrm>
                <a:off x="7161600" y="5743350"/>
                <a:ext cx="228600" cy="20844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1860C14C-40B6-5F39-CEA2-A56ABAB8148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7155480" y="5737230"/>
                  <a:ext cx="240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EC71E41E-F438-A815-A522-7C7C57ABB96D}"/>
                    </a:ext>
                  </a:extLst>
                </p14:cNvPr>
                <p14:cNvContentPartPr/>
                <p14:nvPr/>
              </p14:nvContentPartPr>
              <p14:xfrm>
                <a:off x="7391280" y="5840910"/>
                <a:ext cx="212040" cy="10152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EC71E41E-F438-A815-A522-7C7C57ABB96D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385160" y="5834790"/>
                  <a:ext cx="224280" cy="11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731" name="Ink 730">
                <a:extLst>
                  <a:ext uri="{FF2B5EF4-FFF2-40B4-BE49-F238E27FC236}">
                    <a16:creationId xmlns:a16="http://schemas.microsoft.com/office/drawing/2014/main" id="{9EE9499D-A6B8-FBA7-484A-FC109733F7C1}"/>
                  </a:ext>
                </a:extLst>
              </p14:cNvPr>
              <p14:cNvContentPartPr/>
              <p14:nvPr/>
            </p14:nvContentPartPr>
            <p14:xfrm>
              <a:off x="6720600" y="3325950"/>
              <a:ext cx="90360" cy="144360"/>
            </p14:xfrm>
          </p:contentPart>
        </mc:Choice>
        <mc:Fallback xmlns="">
          <p:pic>
            <p:nvPicPr>
              <p:cNvPr id="731" name="Ink 730">
                <a:extLst>
                  <a:ext uri="{FF2B5EF4-FFF2-40B4-BE49-F238E27FC236}">
                    <a16:creationId xmlns:a16="http://schemas.microsoft.com/office/drawing/2014/main" id="{9EE9499D-A6B8-FBA7-484A-FC109733F7C1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6714480" y="3319830"/>
                <a:ext cx="102600" cy="15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35" name="Group 734">
            <a:extLst>
              <a:ext uri="{FF2B5EF4-FFF2-40B4-BE49-F238E27FC236}">
                <a16:creationId xmlns:a16="http://schemas.microsoft.com/office/drawing/2014/main" id="{21A07068-FBAC-ACE3-77AE-CCEEC5BFAAF1}"/>
              </a:ext>
            </a:extLst>
          </p:cNvPr>
          <p:cNvGrpSpPr/>
          <p:nvPr/>
        </p:nvGrpSpPr>
        <p:grpSpPr>
          <a:xfrm>
            <a:off x="6624120" y="4426830"/>
            <a:ext cx="325800" cy="285120"/>
            <a:chOff x="6624120" y="4426830"/>
            <a:chExt cx="325800" cy="28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9F6C5EB0-9BAF-A644-4360-C193F6950EB4}"/>
                    </a:ext>
                  </a:extLst>
                </p14:cNvPr>
                <p14:cNvContentPartPr/>
                <p14:nvPr/>
              </p14:nvContentPartPr>
              <p14:xfrm>
                <a:off x="6737160" y="4459950"/>
                <a:ext cx="114840" cy="14148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9F6C5EB0-9BAF-A644-4360-C193F6950EB4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731040" y="4453830"/>
                  <a:ext cx="127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24119D2B-4CCB-B029-6BBC-B9352EF5F431}"/>
                    </a:ext>
                  </a:extLst>
                </p14:cNvPr>
                <p14:cNvContentPartPr/>
                <p14:nvPr/>
              </p14:nvContentPartPr>
              <p14:xfrm>
                <a:off x="6813480" y="4463910"/>
                <a:ext cx="51840" cy="167040"/>
              </p14:xfrm>
            </p:contentPart>
          </mc:Choice>
          <mc:Fallback xmlns=""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24119D2B-4CCB-B029-6BBC-B9352EF5F431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807360" y="4457790"/>
                  <a:ext cx="640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734" name="Ink 733">
                  <a:extLst>
                    <a:ext uri="{FF2B5EF4-FFF2-40B4-BE49-F238E27FC236}">
                      <a16:creationId xmlns:a16="http://schemas.microsoft.com/office/drawing/2014/main" id="{6DFB422D-31A7-EFC1-D65E-8FDA2F68C3E9}"/>
                    </a:ext>
                  </a:extLst>
                </p14:cNvPr>
                <p14:cNvContentPartPr/>
                <p14:nvPr/>
              </p14:nvContentPartPr>
              <p14:xfrm>
                <a:off x="6624120" y="4426830"/>
                <a:ext cx="325800" cy="285120"/>
              </p14:xfrm>
            </p:contentPart>
          </mc:Choice>
          <mc:Fallback xmlns=""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6DFB422D-31A7-EFC1-D65E-8FDA2F68C3E9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618000" y="4420710"/>
                  <a:ext cx="338040" cy="29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E15E5465-7CBB-A1DD-E3D9-412F521831EF}"/>
              </a:ext>
            </a:extLst>
          </p:cNvPr>
          <p:cNvGrpSpPr/>
          <p:nvPr/>
        </p:nvGrpSpPr>
        <p:grpSpPr>
          <a:xfrm>
            <a:off x="6746160" y="5821470"/>
            <a:ext cx="188280" cy="114840"/>
            <a:chOff x="6746160" y="5821470"/>
            <a:chExt cx="188280" cy="11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736" name="Ink 735">
                  <a:extLst>
                    <a:ext uri="{FF2B5EF4-FFF2-40B4-BE49-F238E27FC236}">
                      <a16:creationId xmlns:a16="http://schemas.microsoft.com/office/drawing/2014/main" id="{95836C26-C1D6-5D5F-98F0-614161ECBB7A}"/>
                    </a:ext>
                  </a:extLst>
                </p14:cNvPr>
                <p14:cNvContentPartPr/>
                <p14:nvPr/>
              </p14:nvContentPartPr>
              <p14:xfrm>
                <a:off x="6746160" y="5821470"/>
                <a:ext cx="78480" cy="114840"/>
              </p14:xfrm>
            </p:contentPart>
          </mc:Choice>
          <mc:Fallback xmlns=""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95836C26-C1D6-5D5F-98F0-614161ECBB7A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740040" y="5815350"/>
                  <a:ext cx="90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737" name="Ink 736">
                  <a:extLst>
                    <a:ext uri="{FF2B5EF4-FFF2-40B4-BE49-F238E27FC236}">
                      <a16:creationId xmlns:a16="http://schemas.microsoft.com/office/drawing/2014/main" id="{2D096F07-A3F4-77A4-0BC2-A80B3F49AF7F}"/>
                    </a:ext>
                  </a:extLst>
                </p14:cNvPr>
                <p14:cNvContentPartPr/>
                <p14:nvPr/>
              </p14:nvContentPartPr>
              <p14:xfrm>
                <a:off x="6770640" y="5823990"/>
                <a:ext cx="163800" cy="11520"/>
              </p14:xfrm>
            </p:contentPart>
          </mc:Choice>
          <mc:Fallback xmlns="">
            <p:pic>
              <p:nvPicPr>
                <p:cNvPr id="737" name="Ink 736">
                  <a:extLst>
                    <a:ext uri="{FF2B5EF4-FFF2-40B4-BE49-F238E27FC236}">
                      <a16:creationId xmlns:a16="http://schemas.microsoft.com/office/drawing/2014/main" id="{2D096F07-A3F4-77A4-0BC2-A80B3F49AF7F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764520" y="5817870"/>
                  <a:ext cx="17604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8" name="Group 747">
            <a:extLst>
              <a:ext uri="{FF2B5EF4-FFF2-40B4-BE49-F238E27FC236}">
                <a16:creationId xmlns:a16="http://schemas.microsoft.com/office/drawing/2014/main" id="{77B52C08-90F8-CD96-9FDB-2BF38E68CD5B}"/>
              </a:ext>
            </a:extLst>
          </p:cNvPr>
          <p:cNvGrpSpPr/>
          <p:nvPr/>
        </p:nvGrpSpPr>
        <p:grpSpPr>
          <a:xfrm>
            <a:off x="7646520" y="5699430"/>
            <a:ext cx="167760" cy="246600"/>
            <a:chOff x="7646520" y="5699430"/>
            <a:chExt cx="16776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C165996C-50A7-AA21-0609-C309A6BB3334}"/>
                    </a:ext>
                  </a:extLst>
                </p14:cNvPr>
                <p14:cNvContentPartPr/>
                <p14:nvPr/>
              </p14:nvContentPartPr>
              <p14:xfrm>
                <a:off x="7737240" y="5699430"/>
                <a:ext cx="47520" cy="246600"/>
              </p14:xfrm>
            </p:contentPart>
          </mc:Choice>
          <mc:Fallback xmlns=""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C165996C-50A7-AA21-0609-C309A6BB3334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731120" y="5693310"/>
                  <a:ext cx="597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740" name="Ink 739">
                  <a:extLst>
                    <a:ext uri="{FF2B5EF4-FFF2-40B4-BE49-F238E27FC236}">
                      <a16:creationId xmlns:a16="http://schemas.microsoft.com/office/drawing/2014/main" id="{5B992984-12B3-37BC-917D-4E5AD3ED5BC0}"/>
                    </a:ext>
                  </a:extLst>
                </p14:cNvPr>
                <p14:cNvContentPartPr/>
                <p14:nvPr/>
              </p14:nvContentPartPr>
              <p14:xfrm>
                <a:off x="7646520" y="5868630"/>
                <a:ext cx="167760" cy="13320"/>
              </p14:xfrm>
            </p:contentPart>
          </mc:Choice>
          <mc:Fallback xmlns="">
            <p:pic>
              <p:nvPicPr>
                <p:cNvPr id="740" name="Ink 739">
                  <a:extLst>
                    <a:ext uri="{FF2B5EF4-FFF2-40B4-BE49-F238E27FC236}">
                      <a16:creationId xmlns:a16="http://schemas.microsoft.com/office/drawing/2014/main" id="{5B992984-12B3-37BC-917D-4E5AD3ED5BC0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640400" y="5862510"/>
                  <a:ext cx="18000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7" name="Group 746">
            <a:extLst>
              <a:ext uri="{FF2B5EF4-FFF2-40B4-BE49-F238E27FC236}">
                <a16:creationId xmlns:a16="http://schemas.microsoft.com/office/drawing/2014/main" id="{3F13916D-6CCD-44BC-65FC-5C2A9442BBC2}"/>
              </a:ext>
            </a:extLst>
          </p:cNvPr>
          <p:cNvGrpSpPr/>
          <p:nvPr/>
        </p:nvGrpSpPr>
        <p:grpSpPr>
          <a:xfrm>
            <a:off x="8070960" y="5699070"/>
            <a:ext cx="1161720" cy="356400"/>
            <a:chOff x="8070960" y="5699070"/>
            <a:chExt cx="116172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741" name="Ink 740">
                  <a:extLst>
                    <a:ext uri="{FF2B5EF4-FFF2-40B4-BE49-F238E27FC236}">
                      <a16:creationId xmlns:a16="http://schemas.microsoft.com/office/drawing/2014/main" id="{06B5EDC9-6A52-F4B3-9080-75CC58822760}"/>
                    </a:ext>
                  </a:extLst>
                </p14:cNvPr>
                <p14:cNvContentPartPr/>
                <p14:nvPr/>
              </p14:nvContentPartPr>
              <p14:xfrm>
                <a:off x="8070960" y="5824350"/>
                <a:ext cx="403560" cy="104760"/>
              </p14:xfrm>
            </p:contentPart>
          </mc:Choice>
          <mc:Fallback xmlns="">
            <p:pic>
              <p:nvPicPr>
                <p:cNvPr id="741" name="Ink 740">
                  <a:extLst>
                    <a:ext uri="{FF2B5EF4-FFF2-40B4-BE49-F238E27FC236}">
                      <a16:creationId xmlns:a16="http://schemas.microsoft.com/office/drawing/2014/main" id="{06B5EDC9-6A52-F4B3-9080-75CC5882276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064840" y="5818230"/>
                  <a:ext cx="4158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742" name="Ink 741">
                  <a:extLst>
                    <a:ext uri="{FF2B5EF4-FFF2-40B4-BE49-F238E27FC236}">
                      <a16:creationId xmlns:a16="http://schemas.microsoft.com/office/drawing/2014/main" id="{18806ACE-9098-943E-B37F-0B1B0EAEF844}"/>
                    </a:ext>
                  </a:extLst>
                </p14:cNvPr>
                <p14:cNvContentPartPr/>
                <p14:nvPr/>
              </p14:nvContentPartPr>
              <p14:xfrm>
                <a:off x="8460840" y="5747670"/>
                <a:ext cx="61920" cy="141480"/>
              </p14:xfrm>
            </p:contentPart>
          </mc:Choice>
          <mc:Fallback xmlns="">
            <p:pic>
              <p:nvPicPr>
                <p:cNvPr id="742" name="Ink 741">
                  <a:extLst>
                    <a:ext uri="{FF2B5EF4-FFF2-40B4-BE49-F238E27FC236}">
                      <a16:creationId xmlns:a16="http://schemas.microsoft.com/office/drawing/2014/main" id="{18806ACE-9098-943E-B37F-0B1B0EAEF844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454720" y="5741550"/>
                  <a:ext cx="741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743" name="Ink 742">
                  <a:extLst>
                    <a:ext uri="{FF2B5EF4-FFF2-40B4-BE49-F238E27FC236}">
                      <a16:creationId xmlns:a16="http://schemas.microsoft.com/office/drawing/2014/main" id="{78EB592A-AFC9-5101-3903-CD5D1F202BD0}"/>
                    </a:ext>
                  </a:extLst>
                </p14:cNvPr>
                <p14:cNvContentPartPr/>
                <p14:nvPr/>
              </p14:nvContentPartPr>
              <p14:xfrm>
                <a:off x="8529240" y="5819310"/>
                <a:ext cx="162720" cy="103680"/>
              </p14:xfrm>
            </p:contentPart>
          </mc:Choice>
          <mc:Fallback xmlns="">
            <p:pic>
              <p:nvPicPr>
                <p:cNvPr id="743" name="Ink 742">
                  <a:extLst>
                    <a:ext uri="{FF2B5EF4-FFF2-40B4-BE49-F238E27FC236}">
                      <a16:creationId xmlns:a16="http://schemas.microsoft.com/office/drawing/2014/main" id="{78EB592A-AFC9-5101-3903-CD5D1F202BD0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523120" y="5813190"/>
                  <a:ext cx="1749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744" name="Ink 743">
                  <a:extLst>
                    <a:ext uri="{FF2B5EF4-FFF2-40B4-BE49-F238E27FC236}">
                      <a16:creationId xmlns:a16="http://schemas.microsoft.com/office/drawing/2014/main" id="{B1D523C6-32C5-9AF5-4B5D-F74E90D5166C}"/>
                    </a:ext>
                  </a:extLst>
                </p14:cNvPr>
                <p14:cNvContentPartPr/>
                <p14:nvPr/>
              </p14:nvContentPartPr>
              <p14:xfrm>
                <a:off x="8717520" y="5825430"/>
                <a:ext cx="203400" cy="70560"/>
              </p14:xfrm>
            </p:contentPart>
          </mc:Choice>
          <mc:Fallback xmlns="">
            <p:pic>
              <p:nvPicPr>
                <p:cNvPr id="744" name="Ink 743">
                  <a:extLst>
                    <a:ext uri="{FF2B5EF4-FFF2-40B4-BE49-F238E27FC236}">
                      <a16:creationId xmlns:a16="http://schemas.microsoft.com/office/drawing/2014/main" id="{B1D523C6-32C5-9AF5-4B5D-F74E90D5166C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8711400" y="5819310"/>
                  <a:ext cx="2156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745" name="Ink 744">
                  <a:extLst>
                    <a:ext uri="{FF2B5EF4-FFF2-40B4-BE49-F238E27FC236}">
                      <a16:creationId xmlns:a16="http://schemas.microsoft.com/office/drawing/2014/main" id="{BBCED2AD-77D3-C35A-B25F-1C703294C04B}"/>
                    </a:ext>
                  </a:extLst>
                </p14:cNvPr>
                <p14:cNvContentPartPr/>
                <p14:nvPr/>
              </p14:nvContentPartPr>
              <p14:xfrm>
                <a:off x="8892840" y="5699070"/>
                <a:ext cx="23040" cy="41760"/>
              </p14:xfrm>
            </p:contentPart>
          </mc:Choice>
          <mc:Fallback xmlns="">
            <p:pic>
              <p:nvPicPr>
                <p:cNvPr id="745" name="Ink 744">
                  <a:extLst>
                    <a:ext uri="{FF2B5EF4-FFF2-40B4-BE49-F238E27FC236}">
                      <a16:creationId xmlns:a16="http://schemas.microsoft.com/office/drawing/2014/main" id="{BBCED2AD-77D3-C35A-B25F-1C703294C04B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886720" y="5692950"/>
                  <a:ext cx="35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746" name="Ink 745">
                  <a:extLst>
                    <a:ext uri="{FF2B5EF4-FFF2-40B4-BE49-F238E27FC236}">
                      <a16:creationId xmlns:a16="http://schemas.microsoft.com/office/drawing/2014/main" id="{A61DB43F-BEAC-4DD8-AB17-AEF2E3C38248}"/>
                    </a:ext>
                  </a:extLst>
                </p14:cNvPr>
                <p14:cNvContentPartPr/>
                <p14:nvPr/>
              </p14:nvContentPartPr>
              <p14:xfrm>
                <a:off x="8971680" y="5722470"/>
                <a:ext cx="261000" cy="333000"/>
              </p14:xfrm>
            </p:contentPart>
          </mc:Choice>
          <mc:Fallback xmlns="">
            <p:pic>
              <p:nvPicPr>
                <p:cNvPr id="746" name="Ink 745">
                  <a:extLst>
                    <a:ext uri="{FF2B5EF4-FFF2-40B4-BE49-F238E27FC236}">
                      <a16:creationId xmlns:a16="http://schemas.microsoft.com/office/drawing/2014/main" id="{A61DB43F-BEAC-4DD8-AB17-AEF2E3C38248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965560" y="5716350"/>
                  <a:ext cx="273240" cy="34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1" name="Group 760">
            <a:extLst>
              <a:ext uri="{FF2B5EF4-FFF2-40B4-BE49-F238E27FC236}">
                <a16:creationId xmlns:a16="http://schemas.microsoft.com/office/drawing/2014/main" id="{A3B571DF-BFE3-7DBB-9CB5-E687ABAFDDD7}"/>
              </a:ext>
            </a:extLst>
          </p:cNvPr>
          <p:cNvGrpSpPr/>
          <p:nvPr/>
        </p:nvGrpSpPr>
        <p:grpSpPr>
          <a:xfrm>
            <a:off x="9472800" y="5637510"/>
            <a:ext cx="1518840" cy="349560"/>
            <a:chOff x="9472800" y="5637510"/>
            <a:chExt cx="1518840" cy="34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749" name="Ink 748">
                  <a:extLst>
                    <a:ext uri="{FF2B5EF4-FFF2-40B4-BE49-F238E27FC236}">
                      <a16:creationId xmlns:a16="http://schemas.microsoft.com/office/drawing/2014/main" id="{E5863F32-B4C1-DE90-532C-A50893939AF3}"/>
                    </a:ext>
                  </a:extLst>
                </p14:cNvPr>
                <p14:cNvContentPartPr/>
                <p14:nvPr/>
              </p14:nvContentPartPr>
              <p14:xfrm>
                <a:off x="9472800" y="5835870"/>
                <a:ext cx="131760" cy="60120"/>
              </p14:xfrm>
            </p:contentPart>
          </mc:Choice>
          <mc:Fallback xmlns="">
            <p:pic>
              <p:nvPicPr>
                <p:cNvPr id="749" name="Ink 748">
                  <a:extLst>
                    <a:ext uri="{FF2B5EF4-FFF2-40B4-BE49-F238E27FC236}">
                      <a16:creationId xmlns:a16="http://schemas.microsoft.com/office/drawing/2014/main" id="{E5863F32-B4C1-DE90-532C-A50893939AF3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466680" y="5829750"/>
                  <a:ext cx="144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750" name="Ink 749">
                  <a:extLst>
                    <a:ext uri="{FF2B5EF4-FFF2-40B4-BE49-F238E27FC236}">
                      <a16:creationId xmlns:a16="http://schemas.microsoft.com/office/drawing/2014/main" id="{CE1E3158-0D6B-27E5-63F7-E00EBD7A5F76}"/>
                    </a:ext>
                  </a:extLst>
                </p14:cNvPr>
                <p14:cNvContentPartPr/>
                <p14:nvPr/>
              </p14:nvContentPartPr>
              <p14:xfrm>
                <a:off x="9588360" y="5808870"/>
                <a:ext cx="402120" cy="109800"/>
              </p14:xfrm>
            </p:contentPart>
          </mc:Choice>
          <mc:Fallback xmlns="">
            <p:pic>
              <p:nvPicPr>
                <p:cNvPr id="750" name="Ink 749">
                  <a:extLst>
                    <a:ext uri="{FF2B5EF4-FFF2-40B4-BE49-F238E27FC236}">
                      <a16:creationId xmlns:a16="http://schemas.microsoft.com/office/drawing/2014/main" id="{CE1E3158-0D6B-27E5-63F7-E00EBD7A5F76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582240" y="5802750"/>
                  <a:ext cx="4143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EB40AA35-A69A-2E76-7F99-1992A76BBE80}"/>
                    </a:ext>
                  </a:extLst>
                </p14:cNvPr>
                <p14:cNvContentPartPr/>
                <p14:nvPr/>
              </p14:nvContentPartPr>
              <p14:xfrm>
                <a:off x="9992280" y="5834790"/>
                <a:ext cx="160200" cy="152280"/>
              </p14:xfrm>
            </p:contentPart>
          </mc:Choice>
          <mc:Fallback xmlns=""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EB40AA35-A69A-2E76-7F99-1992A76BBE8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986160" y="5828670"/>
                  <a:ext cx="172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752" name="Ink 751">
                  <a:extLst>
                    <a:ext uri="{FF2B5EF4-FFF2-40B4-BE49-F238E27FC236}">
                      <a16:creationId xmlns:a16="http://schemas.microsoft.com/office/drawing/2014/main" id="{FC78AAD4-047B-DB2C-5CA6-F6B4DB60667D}"/>
                    </a:ext>
                  </a:extLst>
                </p14:cNvPr>
                <p14:cNvContentPartPr/>
                <p14:nvPr/>
              </p14:nvContentPartPr>
              <p14:xfrm>
                <a:off x="10167240" y="5811750"/>
                <a:ext cx="154800" cy="119880"/>
              </p14:xfrm>
            </p:contentPart>
          </mc:Choice>
          <mc:Fallback xmlns="">
            <p:pic>
              <p:nvPicPr>
                <p:cNvPr id="752" name="Ink 751">
                  <a:extLst>
                    <a:ext uri="{FF2B5EF4-FFF2-40B4-BE49-F238E27FC236}">
                      <a16:creationId xmlns:a16="http://schemas.microsoft.com/office/drawing/2014/main" id="{FC78AAD4-047B-DB2C-5CA6-F6B4DB60667D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0161120" y="5805630"/>
                  <a:ext cx="1670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1AA54D03-ACAC-8412-D8DF-A26FD39DE616}"/>
                    </a:ext>
                  </a:extLst>
                </p14:cNvPr>
                <p14:cNvContentPartPr/>
                <p14:nvPr/>
              </p14:nvContentPartPr>
              <p14:xfrm>
                <a:off x="10357320" y="5821110"/>
                <a:ext cx="575640" cy="110520"/>
              </p14:xfrm>
            </p:contentPart>
          </mc:Choice>
          <mc:Fallback xmlns=""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1AA54D03-ACAC-8412-D8DF-A26FD39DE616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0351200" y="5814990"/>
                  <a:ext cx="5878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65E253DB-98FE-306B-7198-8C874515F43D}"/>
                    </a:ext>
                  </a:extLst>
                </p14:cNvPr>
                <p14:cNvContentPartPr/>
                <p14:nvPr/>
              </p14:nvContentPartPr>
              <p14:xfrm>
                <a:off x="10919640" y="5637510"/>
                <a:ext cx="72000" cy="307800"/>
              </p14:xfrm>
            </p:contentPart>
          </mc:Choice>
          <mc:Fallback xmlns=""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65E253DB-98FE-306B-7198-8C874515F43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0913520" y="5631390"/>
                  <a:ext cx="842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F6223813-7F57-F13C-23DA-EEEF0C710E4C}"/>
                    </a:ext>
                  </a:extLst>
                </p14:cNvPr>
                <p14:cNvContentPartPr/>
                <p14:nvPr/>
              </p14:nvContentPartPr>
              <p14:xfrm>
                <a:off x="10880760" y="5827590"/>
                <a:ext cx="92520" cy="13320"/>
              </p14:xfrm>
            </p:contentPart>
          </mc:Choice>
          <mc:Fallback xmlns=""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F6223813-7F57-F13C-23DA-EEEF0C710E4C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0874640" y="5821470"/>
                  <a:ext cx="10476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4" name="Group 763">
            <a:extLst>
              <a:ext uri="{FF2B5EF4-FFF2-40B4-BE49-F238E27FC236}">
                <a16:creationId xmlns:a16="http://schemas.microsoft.com/office/drawing/2014/main" id="{6F8EA5EC-1675-582A-9369-981795A49F1E}"/>
              </a:ext>
            </a:extLst>
          </p:cNvPr>
          <p:cNvGrpSpPr/>
          <p:nvPr/>
        </p:nvGrpSpPr>
        <p:grpSpPr>
          <a:xfrm>
            <a:off x="7119840" y="6119910"/>
            <a:ext cx="970560" cy="396000"/>
            <a:chOff x="7119840" y="6119910"/>
            <a:chExt cx="97056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756" name="Ink 755">
                  <a:extLst>
                    <a:ext uri="{FF2B5EF4-FFF2-40B4-BE49-F238E27FC236}">
                      <a16:creationId xmlns:a16="http://schemas.microsoft.com/office/drawing/2014/main" id="{EBB20499-BE3B-01D2-1770-8E60612DEE71}"/>
                    </a:ext>
                  </a:extLst>
                </p14:cNvPr>
                <p14:cNvContentPartPr/>
                <p14:nvPr/>
              </p14:nvContentPartPr>
              <p14:xfrm>
                <a:off x="7119840" y="6119910"/>
                <a:ext cx="246240" cy="235080"/>
              </p14:xfrm>
            </p:contentPart>
          </mc:Choice>
          <mc:Fallback xmlns="">
            <p:pic>
              <p:nvPicPr>
                <p:cNvPr id="756" name="Ink 755">
                  <a:extLst>
                    <a:ext uri="{FF2B5EF4-FFF2-40B4-BE49-F238E27FC236}">
                      <a16:creationId xmlns:a16="http://schemas.microsoft.com/office/drawing/2014/main" id="{EBB20499-BE3B-01D2-1770-8E60612DEE7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7113720" y="6113790"/>
                  <a:ext cx="2584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2CF7D581-6952-4F55-0448-8BF915B84F6F}"/>
                    </a:ext>
                  </a:extLst>
                </p14:cNvPr>
                <p14:cNvContentPartPr/>
                <p14:nvPr/>
              </p14:nvContentPartPr>
              <p14:xfrm>
                <a:off x="7352040" y="6335550"/>
                <a:ext cx="118080" cy="146520"/>
              </p14:xfrm>
            </p:contentPart>
          </mc:Choice>
          <mc:Fallback xmlns=""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2CF7D581-6952-4F55-0448-8BF915B84F6F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7345920" y="6329430"/>
                  <a:ext cx="1303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AEDF75E3-2830-B2FC-7587-A0A38E924B3C}"/>
                    </a:ext>
                  </a:extLst>
                </p14:cNvPr>
                <p14:cNvContentPartPr/>
                <p14:nvPr/>
              </p14:nvContentPartPr>
              <p14:xfrm>
                <a:off x="7354200" y="6442110"/>
                <a:ext cx="201960" cy="16920"/>
              </p14:xfrm>
            </p:contentPart>
          </mc:Choice>
          <mc:Fallback xmlns=""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AEDF75E3-2830-B2FC-7587-A0A38E924B3C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7348080" y="6435990"/>
                  <a:ext cx="2142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759" name="Ink 758">
                  <a:extLst>
                    <a:ext uri="{FF2B5EF4-FFF2-40B4-BE49-F238E27FC236}">
                      <a16:creationId xmlns:a16="http://schemas.microsoft.com/office/drawing/2014/main" id="{12D1EC43-047B-9645-B209-D19FD41BC13D}"/>
                    </a:ext>
                  </a:extLst>
                </p14:cNvPr>
                <p14:cNvContentPartPr/>
                <p14:nvPr/>
              </p14:nvContentPartPr>
              <p14:xfrm>
                <a:off x="7547880" y="6357510"/>
                <a:ext cx="180000" cy="158400"/>
              </p14:xfrm>
            </p:contentPart>
          </mc:Choice>
          <mc:Fallback xmlns="">
            <p:pic>
              <p:nvPicPr>
                <p:cNvPr id="759" name="Ink 758">
                  <a:extLst>
                    <a:ext uri="{FF2B5EF4-FFF2-40B4-BE49-F238E27FC236}">
                      <a16:creationId xmlns:a16="http://schemas.microsoft.com/office/drawing/2014/main" id="{12D1EC43-047B-9645-B209-D19FD41BC13D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541760" y="6351390"/>
                  <a:ext cx="192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D0ECD09F-327B-523C-1DAB-CEBE73A33EBA}"/>
                    </a:ext>
                  </a:extLst>
                </p14:cNvPr>
                <p14:cNvContentPartPr/>
                <p14:nvPr/>
              </p14:nvContentPartPr>
              <p14:xfrm>
                <a:off x="7901040" y="6207390"/>
                <a:ext cx="154080" cy="56160"/>
              </p14:xfrm>
            </p:contentPart>
          </mc:Choice>
          <mc:Fallback xmlns=""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D0ECD09F-327B-523C-1DAB-CEBE73A33EB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7894920" y="6201270"/>
                  <a:ext cx="166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763" name="Ink 762">
                  <a:extLst>
                    <a:ext uri="{FF2B5EF4-FFF2-40B4-BE49-F238E27FC236}">
                      <a16:creationId xmlns:a16="http://schemas.microsoft.com/office/drawing/2014/main" id="{0778ECCA-591E-91CB-B028-49F7E0747765}"/>
                    </a:ext>
                  </a:extLst>
                </p14:cNvPr>
                <p14:cNvContentPartPr/>
                <p14:nvPr/>
              </p14:nvContentPartPr>
              <p14:xfrm>
                <a:off x="7923000" y="6310710"/>
                <a:ext cx="167400" cy="14040"/>
              </p14:xfrm>
            </p:contentPart>
          </mc:Choice>
          <mc:Fallback xmlns="">
            <p:pic>
              <p:nvPicPr>
                <p:cNvPr id="763" name="Ink 762">
                  <a:extLst>
                    <a:ext uri="{FF2B5EF4-FFF2-40B4-BE49-F238E27FC236}">
                      <a16:creationId xmlns:a16="http://schemas.microsoft.com/office/drawing/2014/main" id="{0778ECCA-591E-91CB-B028-49F7E0747765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7916880" y="6304590"/>
                  <a:ext cx="17964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2" name="Group 781">
            <a:extLst>
              <a:ext uri="{FF2B5EF4-FFF2-40B4-BE49-F238E27FC236}">
                <a16:creationId xmlns:a16="http://schemas.microsoft.com/office/drawing/2014/main" id="{1E051D35-4F3A-87B2-166A-629DBE572D83}"/>
              </a:ext>
            </a:extLst>
          </p:cNvPr>
          <p:cNvGrpSpPr/>
          <p:nvPr/>
        </p:nvGrpSpPr>
        <p:grpSpPr>
          <a:xfrm>
            <a:off x="8257800" y="6210630"/>
            <a:ext cx="1833480" cy="312120"/>
            <a:chOff x="8257800" y="6210630"/>
            <a:chExt cx="1833480" cy="31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2B7CEBAE-D2D8-3D08-66E5-38562D2D892A}"/>
                    </a:ext>
                  </a:extLst>
                </p14:cNvPr>
                <p14:cNvContentPartPr/>
                <p14:nvPr/>
              </p14:nvContentPartPr>
              <p14:xfrm>
                <a:off x="8257800" y="6214590"/>
                <a:ext cx="166320" cy="17784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2B7CEBAE-D2D8-3D08-66E5-38562D2D892A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8251680" y="6208470"/>
                  <a:ext cx="1785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C5CC896F-DDA9-89E3-2131-45B5BCC72F09}"/>
                    </a:ext>
                  </a:extLst>
                </p14:cNvPr>
                <p14:cNvContentPartPr/>
                <p14:nvPr/>
              </p14:nvContentPartPr>
              <p14:xfrm>
                <a:off x="8425560" y="6328710"/>
                <a:ext cx="71640" cy="9324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C5CC896F-DDA9-89E3-2131-45B5BCC72F0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8419440" y="6322590"/>
                  <a:ext cx="838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E19FB160-C572-AC82-D997-6759298388FC}"/>
                    </a:ext>
                  </a:extLst>
                </p14:cNvPr>
                <p14:cNvContentPartPr/>
                <p14:nvPr/>
              </p14:nvContentPartPr>
              <p14:xfrm>
                <a:off x="8503320" y="6321510"/>
                <a:ext cx="175680" cy="84240"/>
              </p14:xfrm>
            </p:contentPart>
          </mc:Choice>
          <mc:Fallback xmlns=""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E19FB160-C572-AC82-D997-6759298388FC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497200" y="6315390"/>
                  <a:ext cx="1879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768" name="Ink 767">
                  <a:extLst>
                    <a:ext uri="{FF2B5EF4-FFF2-40B4-BE49-F238E27FC236}">
                      <a16:creationId xmlns:a16="http://schemas.microsoft.com/office/drawing/2014/main" id="{DB84A00F-A170-30AB-49D8-5442BE57B4A4}"/>
                    </a:ext>
                  </a:extLst>
                </p14:cNvPr>
                <p14:cNvContentPartPr/>
                <p14:nvPr/>
              </p14:nvContentPartPr>
              <p14:xfrm>
                <a:off x="8692320" y="6210630"/>
                <a:ext cx="30240" cy="192960"/>
              </p14:xfrm>
            </p:contentPart>
          </mc:Choice>
          <mc:Fallback xmlns="">
            <p:pic>
              <p:nvPicPr>
                <p:cNvPr id="768" name="Ink 767">
                  <a:extLst>
                    <a:ext uri="{FF2B5EF4-FFF2-40B4-BE49-F238E27FC236}">
                      <a16:creationId xmlns:a16="http://schemas.microsoft.com/office/drawing/2014/main" id="{DB84A00F-A170-30AB-49D8-5442BE57B4A4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8686200" y="6204510"/>
                  <a:ext cx="42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771" name="Ink 770">
                  <a:extLst>
                    <a:ext uri="{FF2B5EF4-FFF2-40B4-BE49-F238E27FC236}">
                      <a16:creationId xmlns:a16="http://schemas.microsoft.com/office/drawing/2014/main" id="{E5A735AE-B686-9701-B5E4-FD88DEA1013B}"/>
                    </a:ext>
                  </a:extLst>
                </p14:cNvPr>
                <p14:cNvContentPartPr/>
                <p14:nvPr/>
              </p14:nvContentPartPr>
              <p14:xfrm>
                <a:off x="9094800" y="6279390"/>
                <a:ext cx="5400" cy="14040"/>
              </p14:xfrm>
            </p:contentPart>
          </mc:Choice>
          <mc:Fallback xmlns="">
            <p:pic>
              <p:nvPicPr>
                <p:cNvPr id="771" name="Ink 770">
                  <a:extLst>
                    <a:ext uri="{FF2B5EF4-FFF2-40B4-BE49-F238E27FC236}">
                      <a16:creationId xmlns:a16="http://schemas.microsoft.com/office/drawing/2014/main" id="{E5A735AE-B686-9701-B5E4-FD88DEA1013B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9088680" y="6273270"/>
                  <a:ext cx="176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49C478FD-E4DA-A34C-729E-E10B43AC99BA}"/>
                    </a:ext>
                  </a:extLst>
                </p14:cNvPr>
                <p14:cNvContentPartPr/>
                <p14:nvPr/>
              </p14:nvContentPartPr>
              <p14:xfrm>
                <a:off x="8856840" y="6319350"/>
                <a:ext cx="149400" cy="113040"/>
              </p14:xfrm>
            </p:contentPart>
          </mc:Choice>
          <mc:Fallback xmlns=""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49C478FD-E4DA-A34C-729E-E10B43AC99BA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8850720" y="6313230"/>
                  <a:ext cx="161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A83A2804-DD3B-C8A2-62D9-52CAEEC12201}"/>
                    </a:ext>
                  </a:extLst>
                </p14:cNvPr>
                <p14:cNvContentPartPr/>
                <p14:nvPr/>
              </p14:nvContentPartPr>
              <p14:xfrm>
                <a:off x="8991480" y="6346350"/>
                <a:ext cx="133560" cy="71280"/>
              </p14:xfrm>
            </p:contentPart>
          </mc:Choice>
          <mc:Fallback xmlns=""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A83A2804-DD3B-C8A2-62D9-52CAEEC12201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8985360" y="6340230"/>
                  <a:ext cx="1458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CDC6DE07-DE53-DC74-0E8D-A1817BB2C625}"/>
                    </a:ext>
                  </a:extLst>
                </p14:cNvPr>
                <p14:cNvContentPartPr/>
                <p14:nvPr/>
              </p14:nvContentPartPr>
              <p14:xfrm>
                <a:off x="9139800" y="6338070"/>
                <a:ext cx="102960" cy="101880"/>
              </p14:xfrm>
            </p:contentPart>
          </mc:Choice>
          <mc:Fallback xmlns=""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CDC6DE07-DE53-DC74-0E8D-A1817BB2C625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133680" y="6331950"/>
                  <a:ext cx="1152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4E32C4C2-C71C-1A06-1AE0-F4B094150C96}"/>
                    </a:ext>
                  </a:extLst>
                </p14:cNvPr>
                <p14:cNvContentPartPr/>
                <p14:nvPr/>
              </p14:nvContentPartPr>
              <p14:xfrm>
                <a:off x="9267960" y="6228990"/>
                <a:ext cx="142200" cy="293760"/>
              </p14:xfrm>
            </p:contentPart>
          </mc:Choice>
          <mc:Fallback xmlns=""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4E32C4C2-C71C-1A06-1AE0-F4B094150C96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261840" y="6222870"/>
                  <a:ext cx="1544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D4B18A4A-8A75-3377-57F6-5A5CF36F94FC}"/>
                    </a:ext>
                  </a:extLst>
                </p14:cNvPr>
                <p14:cNvContentPartPr/>
                <p14:nvPr/>
              </p14:nvContentPartPr>
              <p14:xfrm>
                <a:off x="9413400" y="6327630"/>
                <a:ext cx="147240" cy="118440"/>
              </p14:xfrm>
            </p:contentPart>
          </mc:Choice>
          <mc:Fallback xmlns=""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D4B18A4A-8A75-3377-57F6-5A5CF36F94F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407280" y="6321510"/>
                  <a:ext cx="159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1A926F9B-F692-D964-5A7F-9BB96241DFDD}"/>
                    </a:ext>
                  </a:extLst>
                </p14:cNvPr>
                <p14:cNvContentPartPr/>
                <p14:nvPr/>
              </p14:nvContentPartPr>
              <p14:xfrm>
                <a:off x="9608880" y="6361470"/>
                <a:ext cx="113760" cy="2052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1A926F9B-F692-D964-5A7F-9BB96241DFDD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602760" y="6355350"/>
                  <a:ext cx="126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A05F1CF8-A70C-C45D-9973-DFDAE8DE5FBD}"/>
                    </a:ext>
                  </a:extLst>
                </p14:cNvPr>
                <p14:cNvContentPartPr/>
                <p14:nvPr/>
              </p14:nvContentPartPr>
              <p14:xfrm>
                <a:off x="9771240" y="6323310"/>
                <a:ext cx="163080" cy="132840"/>
              </p14:xfrm>
            </p:contentPart>
          </mc:Choice>
          <mc:Fallback xmlns=""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A05F1CF8-A70C-C45D-9973-DFDAE8DE5FBD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9765120" y="6317190"/>
                  <a:ext cx="175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5D28C395-4760-49D4-E071-9340C69ED8E0}"/>
                    </a:ext>
                  </a:extLst>
                </p14:cNvPr>
                <p14:cNvContentPartPr/>
                <p14:nvPr/>
              </p14:nvContentPartPr>
              <p14:xfrm>
                <a:off x="9764400" y="6392790"/>
                <a:ext cx="165600" cy="40680"/>
              </p14:xfrm>
            </p:contentPart>
          </mc:Choice>
          <mc:Fallback xmlns=""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5D28C395-4760-49D4-E071-9340C69ED8E0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758280" y="6386670"/>
                  <a:ext cx="1778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F1243A63-8979-8068-E298-33BC12988ECE}"/>
                    </a:ext>
                  </a:extLst>
                </p14:cNvPr>
                <p14:cNvContentPartPr/>
                <p14:nvPr/>
              </p14:nvContentPartPr>
              <p14:xfrm>
                <a:off x="9934320" y="6302070"/>
                <a:ext cx="156960" cy="185040"/>
              </p14:xfrm>
            </p:contentPart>
          </mc:Choice>
          <mc:Fallback xmlns=""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F1243A63-8979-8068-E298-33BC12988ECE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9928200" y="6295950"/>
                  <a:ext cx="16920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2CF78999-5406-6534-8E45-129759AD2163}"/>
              </a:ext>
            </a:extLst>
          </p:cNvPr>
          <p:cNvGrpSpPr/>
          <p:nvPr/>
        </p:nvGrpSpPr>
        <p:grpSpPr>
          <a:xfrm>
            <a:off x="2337600" y="1576710"/>
            <a:ext cx="1902240" cy="251640"/>
            <a:chOff x="2337600" y="1576710"/>
            <a:chExt cx="190224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783" name="Ink 782">
                  <a:extLst>
                    <a:ext uri="{FF2B5EF4-FFF2-40B4-BE49-F238E27FC236}">
                      <a16:creationId xmlns:a16="http://schemas.microsoft.com/office/drawing/2014/main" id="{9D1381B9-1A18-89F5-8CE4-C422E31F81A2}"/>
                    </a:ext>
                  </a:extLst>
                </p14:cNvPr>
                <p14:cNvContentPartPr/>
                <p14:nvPr/>
              </p14:nvContentPartPr>
              <p14:xfrm>
                <a:off x="2415720" y="1576710"/>
                <a:ext cx="1824120" cy="198720"/>
              </p14:xfrm>
            </p:contentPart>
          </mc:Choice>
          <mc:Fallback xmlns="">
            <p:pic>
              <p:nvPicPr>
                <p:cNvPr id="783" name="Ink 782">
                  <a:extLst>
                    <a:ext uri="{FF2B5EF4-FFF2-40B4-BE49-F238E27FC236}">
                      <a16:creationId xmlns:a16="http://schemas.microsoft.com/office/drawing/2014/main" id="{9D1381B9-1A18-89F5-8CE4-C422E31F81A2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409600" y="1570590"/>
                  <a:ext cx="1836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784" name="Ink 783">
                  <a:extLst>
                    <a:ext uri="{FF2B5EF4-FFF2-40B4-BE49-F238E27FC236}">
                      <a16:creationId xmlns:a16="http://schemas.microsoft.com/office/drawing/2014/main" id="{F1C30F4E-42BF-7F4A-EF01-555F0E13EFAC}"/>
                    </a:ext>
                  </a:extLst>
                </p14:cNvPr>
                <p14:cNvContentPartPr/>
                <p14:nvPr/>
              </p14:nvContentPartPr>
              <p14:xfrm>
                <a:off x="2337600" y="1637550"/>
                <a:ext cx="282960" cy="190800"/>
              </p14:xfrm>
            </p:contentPart>
          </mc:Choice>
          <mc:Fallback xmlns="">
            <p:pic>
              <p:nvPicPr>
                <p:cNvPr id="784" name="Ink 783">
                  <a:extLst>
                    <a:ext uri="{FF2B5EF4-FFF2-40B4-BE49-F238E27FC236}">
                      <a16:creationId xmlns:a16="http://schemas.microsoft.com/office/drawing/2014/main" id="{F1C30F4E-42BF-7F4A-EF01-555F0E13EFAC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2331480" y="1631430"/>
                  <a:ext cx="29520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A8C1A4DB-42E2-BEEC-6371-59A4DFA6D4F0}"/>
              </a:ext>
            </a:extLst>
          </p:cNvPr>
          <p:cNvGrpSpPr/>
          <p:nvPr/>
        </p:nvGrpSpPr>
        <p:grpSpPr>
          <a:xfrm>
            <a:off x="3288360" y="1454310"/>
            <a:ext cx="255240" cy="116280"/>
            <a:chOff x="3288360" y="1454310"/>
            <a:chExt cx="255240" cy="1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786" name="Ink 785">
                  <a:extLst>
                    <a:ext uri="{FF2B5EF4-FFF2-40B4-BE49-F238E27FC236}">
                      <a16:creationId xmlns:a16="http://schemas.microsoft.com/office/drawing/2014/main" id="{99ED5569-C67D-7B38-1C1C-3B453D6AE1BD}"/>
                    </a:ext>
                  </a:extLst>
                </p14:cNvPr>
                <p14:cNvContentPartPr/>
                <p14:nvPr/>
              </p14:nvContentPartPr>
              <p14:xfrm>
                <a:off x="3288360" y="1454310"/>
                <a:ext cx="27360" cy="96480"/>
              </p14:xfrm>
            </p:contentPart>
          </mc:Choice>
          <mc:Fallback xmlns="">
            <p:pic>
              <p:nvPicPr>
                <p:cNvPr id="786" name="Ink 785">
                  <a:extLst>
                    <a:ext uri="{FF2B5EF4-FFF2-40B4-BE49-F238E27FC236}">
                      <a16:creationId xmlns:a16="http://schemas.microsoft.com/office/drawing/2014/main" id="{99ED5569-C67D-7B38-1C1C-3B453D6AE1BD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282240" y="1448190"/>
                  <a:ext cx="396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787" name="Ink 786">
                  <a:extLst>
                    <a:ext uri="{FF2B5EF4-FFF2-40B4-BE49-F238E27FC236}">
                      <a16:creationId xmlns:a16="http://schemas.microsoft.com/office/drawing/2014/main" id="{28805122-9DB9-D01F-D55B-35130E920A60}"/>
                    </a:ext>
                  </a:extLst>
                </p14:cNvPr>
                <p14:cNvContentPartPr/>
                <p14:nvPr/>
              </p14:nvContentPartPr>
              <p14:xfrm>
                <a:off x="3379800" y="1533510"/>
                <a:ext cx="7560" cy="37080"/>
              </p14:xfrm>
            </p:contentPart>
          </mc:Choice>
          <mc:Fallback xmlns="">
            <p:pic>
              <p:nvPicPr>
                <p:cNvPr id="787" name="Ink 786">
                  <a:extLst>
                    <a:ext uri="{FF2B5EF4-FFF2-40B4-BE49-F238E27FC236}">
                      <a16:creationId xmlns:a16="http://schemas.microsoft.com/office/drawing/2014/main" id="{28805122-9DB9-D01F-D55B-35130E920A60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373680" y="1527390"/>
                  <a:ext cx="19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788" name="Ink 787">
                  <a:extLst>
                    <a:ext uri="{FF2B5EF4-FFF2-40B4-BE49-F238E27FC236}">
                      <a16:creationId xmlns:a16="http://schemas.microsoft.com/office/drawing/2014/main" id="{FCA55B6B-AF5C-CF7E-FD80-B25951FD61B0}"/>
                    </a:ext>
                  </a:extLst>
                </p14:cNvPr>
                <p14:cNvContentPartPr/>
                <p14:nvPr/>
              </p14:nvContentPartPr>
              <p14:xfrm>
                <a:off x="3442440" y="1457190"/>
                <a:ext cx="101160" cy="84240"/>
              </p14:xfrm>
            </p:contentPart>
          </mc:Choice>
          <mc:Fallback xmlns="">
            <p:pic>
              <p:nvPicPr>
                <p:cNvPr id="788" name="Ink 787">
                  <a:extLst>
                    <a:ext uri="{FF2B5EF4-FFF2-40B4-BE49-F238E27FC236}">
                      <a16:creationId xmlns:a16="http://schemas.microsoft.com/office/drawing/2014/main" id="{FCA55B6B-AF5C-CF7E-FD80-B25951FD61B0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436320" y="1451070"/>
                  <a:ext cx="11340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2" name="Group 791">
            <a:extLst>
              <a:ext uri="{FF2B5EF4-FFF2-40B4-BE49-F238E27FC236}">
                <a16:creationId xmlns:a16="http://schemas.microsoft.com/office/drawing/2014/main" id="{DA6BCED9-C3C2-35AD-793C-6A2728E756C2}"/>
              </a:ext>
            </a:extLst>
          </p:cNvPr>
          <p:cNvGrpSpPr/>
          <p:nvPr/>
        </p:nvGrpSpPr>
        <p:grpSpPr>
          <a:xfrm>
            <a:off x="2488080" y="2809350"/>
            <a:ext cx="1596600" cy="709200"/>
            <a:chOff x="2488080" y="2809350"/>
            <a:chExt cx="1596600" cy="70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00DC6C23-4E05-68AC-6C50-A0BB0DB0F205}"/>
                    </a:ext>
                  </a:extLst>
                </p14:cNvPr>
                <p14:cNvContentPartPr/>
                <p14:nvPr/>
              </p14:nvContentPartPr>
              <p14:xfrm>
                <a:off x="2488080" y="3146310"/>
                <a:ext cx="1545840" cy="2415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00DC6C23-4E05-68AC-6C50-A0BB0DB0F205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2481960" y="3140190"/>
                  <a:ext cx="15580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A8E751CB-4A6C-2532-7750-1D0FFDFD0300}"/>
                    </a:ext>
                  </a:extLst>
                </p14:cNvPr>
                <p14:cNvContentPartPr/>
                <p14:nvPr/>
              </p14:nvContentPartPr>
              <p14:xfrm>
                <a:off x="3926640" y="3077550"/>
                <a:ext cx="158040" cy="1630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A8E751CB-4A6C-2532-7750-1D0FFDFD0300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3920520" y="3071430"/>
                  <a:ext cx="170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ECD07999-7F7A-A860-04E4-AB70724F8737}"/>
                    </a:ext>
                  </a:extLst>
                </p14:cNvPr>
                <p14:cNvContentPartPr/>
                <p14:nvPr/>
              </p14:nvContentPartPr>
              <p14:xfrm>
                <a:off x="3580680" y="3243870"/>
                <a:ext cx="105480" cy="2192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ECD07999-7F7A-A860-04E4-AB70724F8737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3574560" y="3237750"/>
                  <a:ext cx="117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82543AFD-5A30-E5E6-03C5-FDD545AD8A23}"/>
                    </a:ext>
                  </a:extLst>
                </p14:cNvPr>
                <p14:cNvContentPartPr/>
                <p14:nvPr/>
              </p14:nvContentPartPr>
              <p14:xfrm>
                <a:off x="3779760" y="3289950"/>
                <a:ext cx="167040" cy="13032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82543AFD-5A30-E5E6-03C5-FDD545AD8A2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3773640" y="3283830"/>
                  <a:ext cx="179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0D329BCB-A33F-6765-540A-75D563F022A4}"/>
                    </a:ext>
                  </a:extLst>
                </p14:cNvPr>
                <p14:cNvContentPartPr/>
                <p14:nvPr/>
              </p14:nvContentPartPr>
              <p14:xfrm>
                <a:off x="3128160" y="2809350"/>
                <a:ext cx="414720" cy="3945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0D329BCB-A33F-6765-540A-75D563F022A4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3122040" y="2803230"/>
                  <a:ext cx="42696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4FC9E066-286E-B174-085D-D7FD4BFA1C69}"/>
                    </a:ext>
                  </a:extLst>
                </p14:cNvPr>
                <p14:cNvContentPartPr/>
                <p14:nvPr/>
              </p14:nvContentPartPr>
              <p14:xfrm>
                <a:off x="3129960" y="2912670"/>
                <a:ext cx="110520" cy="1803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4FC9E066-286E-B174-085D-D7FD4BFA1C69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3123840" y="2906550"/>
                  <a:ext cx="1227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D0C8297D-8C1A-ECC7-7252-87DE4A3F83E0}"/>
                    </a:ext>
                  </a:extLst>
                </p14:cNvPr>
                <p14:cNvContentPartPr/>
                <p14:nvPr/>
              </p14:nvContentPartPr>
              <p14:xfrm>
                <a:off x="3127440" y="2983950"/>
                <a:ext cx="157320" cy="615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D0C8297D-8C1A-ECC7-7252-87DE4A3F83E0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3121320" y="2977830"/>
                  <a:ext cx="169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789" name="Ink 788">
                  <a:extLst>
                    <a:ext uri="{FF2B5EF4-FFF2-40B4-BE49-F238E27FC236}">
                      <a16:creationId xmlns:a16="http://schemas.microsoft.com/office/drawing/2014/main" id="{FDA4D85F-9FF3-52CB-1BF1-8817018A54C9}"/>
                    </a:ext>
                  </a:extLst>
                </p14:cNvPr>
                <p14:cNvContentPartPr/>
                <p14:nvPr/>
              </p14:nvContentPartPr>
              <p14:xfrm>
                <a:off x="3136800" y="3425310"/>
                <a:ext cx="20160" cy="91800"/>
              </p14:xfrm>
            </p:contentPart>
          </mc:Choice>
          <mc:Fallback xmlns="">
            <p:pic>
              <p:nvPicPr>
                <p:cNvPr id="789" name="Ink 788">
                  <a:extLst>
                    <a:ext uri="{FF2B5EF4-FFF2-40B4-BE49-F238E27FC236}">
                      <a16:creationId xmlns:a16="http://schemas.microsoft.com/office/drawing/2014/main" id="{FDA4D85F-9FF3-52CB-1BF1-8817018A54C9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3130680" y="3419190"/>
                  <a:ext cx="324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790" name="Ink 789">
                  <a:extLst>
                    <a:ext uri="{FF2B5EF4-FFF2-40B4-BE49-F238E27FC236}">
                      <a16:creationId xmlns:a16="http://schemas.microsoft.com/office/drawing/2014/main" id="{E6D9FCFA-D598-5946-AA84-2100985F0A1F}"/>
                    </a:ext>
                  </a:extLst>
                </p14:cNvPr>
                <p14:cNvContentPartPr/>
                <p14:nvPr/>
              </p14:nvContentPartPr>
              <p14:xfrm>
                <a:off x="3237600" y="3489030"/>
                <a:ext cx="19800" cy="29520"/>
              </p14:xfrm>
            </p:contentPart>
          </mc:Choice>
          <mc:Fallback xmlns="">
            <p:pic>
              <p:nvPicPr>
                <p:cNvPr id="790" name="Ink 789">
                  <a:extLst>
                    <a:ext uri="{FF2B5EF4-FFF2-40B4-BE49-F238E27FC236}">
                      <a16:creationId xmlns:a16="http://schemas.microsoft.com/office/drawing/2014/main" id="{E6D9FCFA-D598-5946-AA84-2100985F0A1F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3231480" y="3482910"/>
                  <a:ext cx="32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791" name="Ink 790">
                  <a:extLst>
                    <a:ext uri="{FF2B5EF4-FFF2-40B4-BE49-F238E27FC236}">
                      <a16:creationId xmlns:a16="http://schemas.microsoft.com/office/drawing/2014/main" id="{E9C5DDA4-869D-2C30-149C-70388FC2F628}"/>
                    </a:ext>
                  </a:extLst>
                </p14:cNvPr>
                <p14:cNvContentPartPr/>
                <p14:nvPr/>
              </p14:nvContentPartPr>
              <p14:xfrm>
                <a:off x="3291600" y="3384990"/>
                <a:ext cx="61560" cy="77400"/>
              </p14:xfrm>
            </p:contentPart>
          </mc:Choice>
          <mc:Fallback xmlns="">
            <p:pic>
              <p:nvPicPr>
                <p:cNvPr id="791" name="Ink 790">
                  <a:extLst>
                    <a:ext uri="{FF2B5EF4-FFF2-40B4-BE49-F238E27FC236}">
                      <a16:creationId xmlns:a16="http://schemas.microsoft.com/office/drawing/2014/main" id="{E9C5DDA4-869D-2C30-149C-70388FC2F628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3285480" y="3378870"/>
                  <a:ext cx="73800" cy="89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213944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DBB6BC7-F1F6-D19B-6446-20D7582F7C88}"/>
              </a:ext>
            </a:extLst>
          </p:cNvPr>
          <p:cNvGrpSpPr/>
          <p:nvPr/>
        </p:nvGrpSpPr>
        <p:grpSpPr>
          <a:xfrm>
            <a:off x="915960" y="745470"/>
            <a:ext cx="231120" cy="208440"/>
            <a:chOff x="915960" y="745470"/>
            <a:chExt cx="23112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B7EF697-A3F6-2483-E00A-71AAC1BB5E86}"/>
                    </a:ext>
                  </a:extLst>
                </p14:cNvPr>
                <p14:cNvContentPartPr/>
                <p14:nvPr/>
              </p14:nvContentPartPr>
              <p14:xfrm>
                <a:off x="1031880" y="803070"/>
                <a:ext cx="44640" cy="129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B7EF697-A3F6-2483-E00A-71AAC1BB5E8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5760" y="796950"/>
                  <a:ext cx="568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D0BD721-D57A-6143-41D2-D05A4B3054F8}"/>
                    </a:ext>
                  </a:extLst>
                </p14:cNvPr>
                <p14:cNvContentPartPr/>
                <p14:nvPr/>
              </p14:nvContentPartPr>
              <p14:xfrm>
                <a:off x="915960" y="745470"/>
                <a:ext cx="231120" cy="208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D0BD721-D57A-6143-41D2-D05A4B3054F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09840" y="739350"/>
                  <a:ext cx="24336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8C9E73-3DF3-6DCF-7FC6-F0F4936C45D6}"/>
              </a:ext>
            </a:extLst>
          </p:cNvPr>
          <p:cNvGrpSpPr/>
          <p:nvPr/>
        </p:nvGrpSpPr>
        <p:grpSpPr>
          <a:xfrm>
            <a:off x="1354080" y="765270"/>
            <a:ext cx="462960" cy="176760"/>
            <a:chOff x="1354080" y="765270"/>
            <a:chExt cx="46296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D020539-60EA-A5D2-A62B-47634C1C3FEE}"/>
                    </a:ext>
                  </a:extLst>
                </p14:cNvPr>
                <p14:cNvContentPartPr/>
                <p14:nvPr/>
              </p14:nvContentPartPr>
              <p14:xfrm>
                <a:off x="1354080" y="786870"/>
                <a:ext cx="169560" cy="155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D020539-60EA-A5D2-A62B-47634C1C3FE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47960" y="780750"/>
                  <a:ext cx="1818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C0EF6F9-73D9-EE5D-A959-E177AC1AF177}"/>
                    </a:ext>
                  </a:extLst>
                </p14:cNvPr>
                <p14:cNvContentPartPr/>
                <p14:nvPr/>
              </p14:nvContentPartPr>
              <p14:xfrm>
                <a:off x="1524360" y="856350"/>
                <a:ext cx="175320" cy="75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C0EF6F9-73D9-EE5D-A959-E177AC1AF17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8240" y="850230"/>
                  <a:ext cx="1875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7B4BBB1-3E93-EC0A-574D-91F0ED61A077}"/>
                    </a:ext>
                  </a:extLst>
                </p14:cNvPr>
                <p14:cNvContentPartPr/>
                <p14:nvPr/>
              </p14:nvContentPartPr>
              <p14:xfrm>
                <a:off x="1705440" y="765270"/>
                <a:ext cx="111600" cy="163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7B4BBB1-3E93-EC0A-574D-91F0ED61A07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99320" y="759150"/>
                  <a:ext cx="12384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102046-43DF-AA42-F938-C875AC2E0BD3}"/>
              </a:ext>
            </a:extLst>
          </p:cNvPr>
          <p:cNvGrpSpPr/>
          <p:nvPr/>
        </p:nvGrpSpPr>
        <p:grpSpPr>
          <a:xfrm>
            <a:off x="2031600" y="818550"/>
            <a:ext cx="351720" cy="123120"/>
            <a:chOff x="2031600" y="818550"/>
            <a:chExt cx="351720" cy="1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43CB077-33CE-597D-A7F1-9A86AF0F8F6D}"/>
                    </a:ext>
                  </a:extLst>
                </p14:cNvPr>
                <p14:cNvContentPartPr/>
                <p14:nvPr/>
              </p14:nvContentPartPr>
              <p14:xfrm>
                <a:off x="2031600" y="818550"/>
                <a:ext cx="101880" cy="123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43CB077-33CE-597D-A7F1-9A86AF0F8F6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25480" y="812430"/>
                  <a:ext cx="114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A93272D-FF26-3664-4D35-F57792B2CE6D}"/>
                    </a:ext>
                  </a:extLst>
                </p14:cNvPr>
                <p14:cNvContentPartPr/>
                <p14:nvPr/>
              </p14:nvContentPartPr>
              <p14:xfrm>
                <a:off x="2167680" y="832590"/>
                <a:ext cx="98280" cy="109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A93272D-FF26-3664-4D35-F57792B2CE6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61560" y="826470"/>
                  <a:ext cx="1105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7C6471-4C30-1274-3A47-846DE2EE9D44}"/>
                    </a:ext>
                  </a:extLst>
                </p14:cNvPr>
                <p14:cNvContentPartPr/>
                <p14:nvPr/>
              </p14:nvContentPartPr>
              <p14:xfrm>
                <a:off x="2263080" y="843030"/>
                <a:ext cx="120240" cy="95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7C6471-4C30-1274-3A47-846DE2EE9D4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56960" y="836910"/>
                  <a:ext cx="13248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A51B092-C275-FDAB-2685-44CEB82C98C5}"/>
                  </a:ext>
                </a:extLst>
              </p14:cNvPr>
              <p14:cNvContentPartPr/>
              <p14:nvPr/>
            </p14:nvContentPartPr>
            <p14:xfrm>
              <a:off x="2573760" y="812790"/>
              <a:ext cx="145440" cy="114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A51B092-C275-FDAB-2685-44CEB82C98C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67640" y="806670"/>
                <a:ext cx="157680" cy="1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4233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1061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600BB76-9743-145B-9B30-27EE0B525935}"/>
              </a:ext>
            </a:extLst>
          </p:cNvPr>
          <p:cNvGrpSpPr/>
          <p:nvPr/>
        </p:nvGrpSpPr>
        <p:grpSpPr>
          <a:xfrm>
            <a:off x="1704975" y="2571749"/>
            <a:ext cx="2819400" cy="2657475"/>
            <a:chOff x="5810250" y="1581150"/>
            <a:chExt cx="3867150" cy="38671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79C113B4-EADD-CED3-F4F8-29087AE555E7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D5615B9-7FB2-45CF-793C-E90968F2C8D9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C97A0F6-E52A-CBE6-6864-FD268443CF77}"/>
              </a:ext>
            </a:extLst>
          </p:cNvPr>
          <p:cNvGrpSpPr/>
          <p:nvPr/>
        </p:nvGrpSpPr>
        <p:grpSpPr>
          <a:xfrm>
            <a:off x="3790950" y="3900486"/>
            <a:ext cx="2819400" cy="2657475"/>
            <a:chOff x="5810250" y="1581150"/>
            <a:chExt cx="3867150" cy="386715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F8EE347-7AC8-A4A9-B186-AF7503225790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2F67D90-F19A-75DD-6173-8095209E69F2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BFB361D-8289-1813-387E-B86A808C72E7}"/>
              </a:ext>
            </a:extLst>
          </p:cNvPr>
          <p:cNvGrpSpPr/>
          <p:nvPr/>
        </p:nvGrpSpPr>
        <p:grpSpPr>
          <a:xfrm>
            <a:off x="3276600" y="624461"/>
            <a:ext cx="2819400" cy="2657475"/>
            <a:chOff x="5810250" y="1581150"/>
            <a:chExt cx="3867150" cy="38671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0C64F92-3774-E6C0-D580-E8E92A85B19E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40AF74C-E457-63EC-FD21-38EE5CF41454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AE10B2D-729E-40FE-F9E3-9B51BDD4911E}"/>
                  </a:ext>
                </a:extLst>
              </p14:cNvPr>
              <p14:cNvContentPartPr/>
              <p14:nvPr/>
            </p14:nvContentPartPr>
            <p14:xfrm>
              <a:off x="4539000" y="1925550"/>
              <a:ext cx="174600" cy="2286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AE10B2D-729E-40FE-F9E3-9B51BDD491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34680" y="1921230"/>
                <a:ext cx="1832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A8EE9A0-5ACB-ACE9-E12A-2803FC4A8E70}"/>
                  </a:ext>
                </a:extLst>
              </p14:cNvPr>
              <p14:cNvContentPartPr/>
              <p14:nvPr/>
            </p14:nvContentPartPr>
            <p14:xfrm>
              <a:off x="3130320" y="1900710"/>
              <a:ext cx="1506600" cy="19537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A8EE9A0-5ACB-ACE9-E12A-2803FC4A8E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26000" y="1896390"/>
                <a:ext cx="1515240" cy="19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AFD46627-B4F9-ED94-66AA-4A09A25066FD}"/>
              </a:ext>
            </a:extLst>
          </p:cNvPr>
          <p:cNvGrpSpPr/>
          <p:nvPr/>
        </p:nvGrpSpPr>
        <p:grpSpPr>
          <a:xfrm>
            <a:off x="7215960" y="699750"/>
            <a:ext cx="1137600" cy="336960"/>
            <a:chOff x="7215960" y="699750"/>
            <a:chExt cx="113760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41F40A4-EE5F-82D2-938A-DF13E8FAAD8F}"/>
                    </a:ext>
                  </a:extLst>
                </p14:cNvPr>
                <p14:cNvContentPartPr/>
                <p14:nvPr/>
              </p14:nvContentPartPr>
              <p14:xfrm>
                <a:off x="7215960" y="787950"/>
                <a:ext cx="123480" cy="135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41F40A4-EE5F-82D2-938A-DF13E8FAAD8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11640" y="783630"/>
                  <a:ext cx="1321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AD668A2-2FB4-AA9E-DAD8-CDFBEE32A62C}"/>
                    </a:ext>
                  </a:extLst>
                </p14:cNvPr>
                <p14:cNvContentPartPr/>
                <p14:nvPr/>
              </p14:nvContentPartPr>
              <p14:xfrm>
                <a:off x="7360320" y="802710"/>
                <a:ext cx="194760" cy="101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AD668A2-2FB4-AA9E-DAD8-CDFBEE32A62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56000" y="798390"/>
                  <a:ext cx="203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B965EFC-9DCB-5DFA-DCBD-EE80EB98B1EC}"/>
                    </a:ext>
                  </a:extLst>
                </p14:cNvPr>
                <p14:cNvContentPartPr/>
                <p14:nvPr/>
              </p14:nvContentPartPr>
              <p14:xfrm>
                <a:off x="7566960" y="741510"/>
                <a:ext cx="57600" cy="150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B965EFC-9DCB-5DFA-DCBD-EE80EB98B1E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62640" y="737190"/>
                  <a:ext cx="662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40D776C-B13A-A984-415F-2922379F7184}"/>
                    </a:ext>
                  </a:extLst>
                </p14:cNvPr>
                <p14:cNvContentPartPr/>
                <p14:nvPr/>
              </p14:nvContentPartPr>
              <p14:xfrm>
                <a:off x="7662360" y="802350"/>
                <a:ext cx="101520" cy="73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40D776C-B13A-A984-415F-2922379F718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58040" y="798030"/>
                  <a:ext cx="1101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650F90A-4B9F-58C3-9065-68233CB33D71}"/>
                    </a:ext>
                  </a:extLst>
                </p14:cNvPr>
                <p14:cNvContentPartPr/>
                <p14:nvPr/>
              </p14:nvContentPartPr>
              <p14:xfrm>
                <a:off x="7795560" y="790830"/>
                <a:ext cx="198360" cy="82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650F90A-4B9F-58C3-9065-68233CB33D7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91240" y="786510"/>
                  <a:ext cx="2070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0067448-705A-1487-E0A6-CF1A3FB4546E}"/>
                    </a:ext>
                  </a:extLst>
                </p14:cNvPr>
                <p14:cNvContentPartPr/>
                <p14:nvPr/>
              </p14:nvContentPartPr>
              <p14:xfrm>
                <a:off x="7951080" y="741510"/>
                <a:ext cx="8280" cy="8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0067448-705A-1487-E0A6-CF1A3FB4546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46760" y="737190"/>
                  <a:ext cx="1692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8BBAED1-A7B1-CAF9-0AE4-464174817508}"/>
                    </a:ext>
                  </a:extLst>
                </p14:cNvPr>
                <p14:cNvContentPartPr/>
                <p14:nvPr/>
              </p14:nvContentPartPr>
              <p14:xfrm>
                <a:off x="8038560" y="699750"/>
                <a:ext cx="66240" cy="158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8BBAED1-A7B1-CAF9-0AE4-46417481750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34240" y="695430"/>
                  <a:ext cx="74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CFC7ED2-D98A-3A0A-9550-3E7D7E803542}"/>
                    </a:ext>
                  </a:extLst>
                </p14:cNvPr>
                <p14:cNvContentPartPr/>
                <p14:nvPr/>
              </p14:nvContentPartPr>
              <p14:xfrm>
                <a:off x="8079600" y="804510"/>
                <a:ext cx="273960" cy="232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CFC7ED2-D98A-3A0A-9550-3E7D7E8035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5280" y="800190"/>
                  <a:ext cx="28260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E3CCA42-F147-5959-008A-0E5CF216A980}"/>
              </a:ext>
            </a:extLst>
          </p:cNvPr>
          <p:cNvGrpSpPr/>
          <p:nvPr/>
        </p:nvGrpSpPr>
        <p:grpSpPr>
          <a:xfrm>
            <a:off x="8551920" y="634590"/>
            <a:ext cx="1653120" cy="256320"/>
            <a:chOff x="8551920" y="634590"/>
            <a:chExt cx="165312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C037D6A-0D54-DD00-6E2E-9F87C1D828E2}"/>
                    </a:ext>
                  </a:extLst>
                </p14:cNvPr>
                <p14:cNvContentPartPr/>
                <p14:nvPr/>
              </p14:nvContentPartPr>
              <p14:xfrm>
                <a:off x="8551920" y="827550"/>
                <a:ext cx="37080" cy="63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C037D6A-0D54-DD00-6E2E-9F87C1D828E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47600" y="823230"/>
                  <a:ext cx="45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A9D066A-C95B-B4ED-9827-15F1B32B5A8A}"/>
                    </a:ext>
                  </a:extLst>
                </p14:cNvPr>
                <p14:cNvContentPartPr/>
                <p14:nvPr/>
              </p14:nvContentPartPr>
              <p14:xfrm>
                <a:off x="8599800" y="784350"/>
                <a:ext cx="271800" cy="96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A9D066A-C95B-B4ED-9827-15F1B32B5A8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95480" y="780030"/>
                  <a:ext cx="280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01BD754-F477-5024-4665-9C0A46644859}"/>
                    </a:ext>
                  </a:extLst>
                </p14:cNvPr>
                <p14:cNvContentPartPr/>
                <p14:nvPr/>
              </p14:nvContentPartPr>
              <p14:xfrm>
                <a:off x="9018120" y="703710"/>
                <a:ext cx="151560" cy="129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01BD754-F477-5024-4665-9C0A4664485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013800" y="699390"/>
                  <a:ext cx="1602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DE35312-8F80-B5BD-BC1A-AF46E4A94D7D}"/>
                    </a:ext>
                  </a:extLst>
                </p14:cNvPr>
                <p14:cNvContentPartPr/>
                <p14:nvPr/>
              </p14:nvContentPartPr>
              <p14:xfrm>
                <a:off x="9143760" y="657630"/>
                <a:ext cx="117360" cy="175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DE35312-8F80-B5BD-BC1A-AF46E4A94D7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39440" y="653310"/>
                  <a:ext cx="1260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F4FB851-1228-E2EB-E3EC-5EFD217DDE32}"/>
                    </a:ext>
                  </a:extLst>
                </p14:cNvPr>
                <p14:cNvContentPartPr/>
                <p14:nvPr/>
              </p14:nvContentPartPr>
              <p14:xfrm>
                <a:off x="9262560" y="713070"/>
                <a:ext cx="24840" cy="95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F4FB851-1228-E2EB-E3EC-5EFD217DDE3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258240" y="708750"/>
                  <a:ext cx="334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A49439F-61D0-0790-CC61-FB789BCFE5CD}"/>
                    </a:ext>
                  </a:extLst>
                </p14:cNvPr>
                <p14:cNvContentPartPr/>
                <p14:nvPr/>
              </p14:nvContentPartPr>
              <p14:xfrm>
                <a:off x="9333120" y="736830"/>
                <a:ext cx="63000" cy="103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A49439F-61D0-0790-CC61-FB789BCFE5C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28800" y="732510"/>
                  <a:ext cx="716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963D589-E9FA-9748-46EB-28B9CA2CF6FF}"/>
                    </a:ext>
                  </a:extLst>
                </p14:cNvPr>
                <p14:cNvContentPartPr/>
                <p14:nvPr/>
              </p14:nvContentPartPr>
              <p14:xfrm>
                <a:off x="9414120" y="730710"/>
                <a:ext cx="192240" cy="83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963D589-E9FA-9748-46EB-28B9CA2CF6F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09800" y="726390"/>
                  <a:ext cx="2008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E89EFD7-D980-0580-6A57-88CBD18A24E0}"/>
                    </a:ext>
                  </a:extLst>
                </p14:cNvPr>
                <p14:cNvContentPartPr/>
                <p14:nvPr/>
              </p14:nvContentPartPr>
              <p14:xfrm>
                <a:off x="9622560" y="711270"/>
                <a:ext cx="137880" cy="87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E89EFD7-D980-0580-6A57-88CBD18A24E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618240" y="706950"/>
                  <a:ext cx="1465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D670523-9FC9-3B7E-937D-2D79BA70402E}"/>
                    </a:ext>
                  </a:extLst>
                </p14:cNvPr>
                <p14:cNvContentPartPr/>
                <p14:nvPr/>
              </p14:nvContentPartPr>
              <p14:xfrm>
                <a:off x="9708600" y="634590"/>
                <a:ext cx="125640" cy="198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D670523-9FC9-3B7E-937D-2D79BA70402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704280" y="630270"/>
                  <a:ext cx="1342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9340B20-A785-8B0B-3A5C-78312B6734FB}"/>
                    </a:ext>
                  </a:extLst>
                </p14:cNvPr>
                <p14:cNvContentPartPr/>
                <p14:nvPr/>
              </p14:nvContentPartPr>
              <p14:xfrm>
                <a:off x="9861960" y="715590"/>
                <a:ext cx="26640" cy="95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9340B20-A785-8B0B-3A5C-78312B6734F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857640" y="711270"/>
                  <a:ext cx="352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211DB46-DE63-A080-A1EE-320C9CE6B7E6}"/>
                    </a:ext>
                  </a:extLst>
                </p14:cNvPr>
                <p14:cNvContentPartPr/>
                <p14:nvPr/>
              </p14:nvContentPartPr>
              <p14:xfrm>
                <a:off x="9867000" y="720270"/>
                <a:ext cx="28080" cy="41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211DB46-DE63-A080-A1EE-320C9CE6B7E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862680" y="715950"/>
                  <a:ext cx="367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88792C7-642B-71D9-6D15-34F11F1FB530}"/>
                    </a:ext>
                  </a:extLst>
                </p14:cNvPr>
                <p14:cNvContentPartPr/>
                <p14:nvPr/>
              </p14:nvContentPartPr>
              <p14:xfrm>
                <a:off x="9930360" y="736470"/>
                <a:ext cx="274680" cy="72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88792C7-642B-71D9-6D15-34F11F1FB53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926040" y="732150"/>
                  <a:ext cx="28332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3C19D30-A4A5-69FF-618E-977F7264F5EC}"/>
              </a:ext>
            </a:extLst>
          </p:cNvPr>
          <p:cNvGrpSpPr/>
          <p:nvPr/>
        </p:nvGrpSpPr>
        <p:grpSpPr>
          <a:xfrm>
            <a:off x="10383600" y="625590"/>
            <a:ext cx="570960" cy="292320"/>
            <a:chOff x="10383600" y="625590"/>
            <a:chExt cx="57096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898671C-DBC6-5797-A332-EA98B52792A6}"/>
                    </a:ext>
                  </a:extLst>
                </p14:cNvPr>
                <p14:cNvContentPartPr/>
                <p14:nvPr/>
              </p14:nvContentPartPr>
              <p14:xfrm>
                <a:off x="10383600" y="721350"/>
                <a:ext cx="127440" cy="69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898671C-DBC6-5797-A332-EA98B52792A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79280" y="717030"/>
                  <a:ext cx="1360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2DD641C-A8F8-D600-D3AC-638A3BEB89E4}"/>
                    </a:ext>
                  </a:extLst>
                </p14:cNvPr>
                <p14:cNvContentPartPr/>
                <p14:nvPr/>
              </p14:nvContentPartPr>
              <p14:xfrm>
                <a:off x="10570440" y="625590"/>
                <a:ext cx="199080" cy="292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2DD641C-A8F8-D600-D3AC-638A3BEB89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66120" y="621270"/>
                  <a:ext cx="2077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9348DD8-D069-0912-E64B-9D2817CDBCE9}"/>
                    </a:ext>
                  </a:extLst>
                </p14:cNvPr>
                <p14:cNvContentPartPr/>
                <p14:nvPr/>
              </p14:nvContentPartPr>
              <p14:xfrm>
                <a:off x="10817760" y="648630"/>
                <a:ext cx="136800" cy="154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9348DD8-D069-0912-E64B-9D2817CDBCE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813440" y="644310"/>
                  <a:ext cx="1454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1962D3A-3D98-73E2-9ED6-C31259BFEFD9}"/>
                    </a:ext>
                  </a:extLst>
                </p14:cNvPr>
                <p14:cNvContentPartPr/>
                <p14:nvPr/>
              </p14:nvContentPartPr>
              <p14:xfrm>
                <a:off x="10799400" y="741150"/>
                <a:ext cx="136080" cy="19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1962D3A-3D98-73E2-9ED6-C31259BFEFD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795080" y="736830"/>
                  <a:ext cx="14472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BE25B54F-57F0-65D7-4FF6-1BE4C0CA9753}"/>
                  </a:ext>
                </a:extLst>
              </p14:cNvPr>
              <p14:cNvContentPartPr/>
              <p14:nvPr/>
            </p14:nvContentPartPr>
            <p14:xfrm>
              <a:off x="3143280" y="1976670"/>
              <a:ext cx="1482120" cy="19177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BE25B54F-57F0-65D7-4FF6-1BE4C0CA975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138960" y="1972350"/>
                <a:ext cx="1490760" cy="192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414F9A11-05B6-D555-7B46-E3EA39F8FEC1}"/>
              </a:ext>
            </a:extLst>
          </p:cNvPr>
          <p:cNvGrpSpPr/>
          <p:nvPr/>
        </p:nvGrpSpPr>
        <p:grpSpPr>
          <a:xfrm>
            <a:off x="3210240" y="3334590"/>
            <a:ext cx="4403160" cy="509400"/>
            <a:chOff x="3210240" y="3334590"/>
            <a:chExt cx="4403160" cy="50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76A3A77-A00C-9ADB-C83C-DF7CE8F63E7E}"/>
                    </a:ext>
                  </a:extLst>
                </p14:cNvPr>
                <p14:cNvContentPartPr/>
                <p14:nvPr/>
              </p14:nvContentPartPr>
              <p14:xfrm>
                <a:off x="3210240" y="3473550"/>
                <a:ext cx="3980880" cy="348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76A3A77-A00C-9ADB-C83C-DF7CE8F63E7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04120" y="3467430"/>
                  <a:ext cx="399312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B319C82-F89C-1935-B046-55E5B54B4BA0}"/>
                    </a:ext>
                  </a:extLst>
                </p14:cNvPr>
                <p14:cNvContentPartPr/>
                <p14:nvPr/>
              </p14:nvContentPartPr>
              <p14:xfrm>
                <a:off x="7053240" y="3410910"/>
                <a:ext cx="326160" cy="165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B319C82-F89C-1935-B046-55E5B54B4BA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47120" y="3404790"/>
                  <a:ext cx="338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F7D242D-BD45-5039-32FA-A0C0EA40CD8B}"/>
                    </a:ext>
                  </a:extLst>
                </p14:cNvPr>
                <p14:cNvContentPartPr/>
                <p14:nvPr/>
              </p14:nvContentPartPr>
              <p14:xfrm>
                <a:off x="7454640" y="3334590"/>
                <a:ext cx="158760" cy="182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F7D242D-BD45-5039-32FA-A0C0EA40CD8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48520" y="3328470"/>
                  <a:ext cx="1710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7EBB90E-2CBD-12D6-89FB-8268572B2F50}"/>
                    </a:ext>
                  </a:extLst>
                </p14:cNvPr>
                <p14:cNvContentPartPr/>
                <p14:nvPr/>
              </p14:nvContentPartPr>
              <p14:xfrm>
                <a:off x="3250560" y="3520350"/>
                <a:ext cx="4018680" cy="323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7EBB90E-2CBD-12D6-89FB-8268572B2F5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44440" y="3514230"/>
                  <a:ext cx="4030920" cy="33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6A48B301-9F43-C77E-1110-4DBDDD1B75CD}"/>
                  </a:ext>
                </a:extLst>
              </p14:cNvPr>
              <p14:cNvContentPartPr/>
              <p14:nvPr/>
            </p14:nvContentPartPr>
            <p14:xfrm>
              <a:off x="3150480" y="2086110"/>
              <a:ext cx="1386000" cy="17856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6A48B301-9F43-C77E-1110-4DBDDD1B75C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144360" y="2079990"/>
                <a:ext cx="1398240" cy="17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A37C4277-BD83-29A5-E548-356A38D19A49}"/>
                  </a:ext>
                </a:extLst>
              </p14:cNvPr>
              <p14:cNvContentPartPr/>
              <p14:nvPr/>
            </p14:nvContentPartPr>
            <p14:xfrm>
              <a:off x="4654560" y="1910070"/>
              <a:ext cx="78120" cy="18637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A37C4277-BD83-29A5-E548-356A38D19A4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648440" y="1903950"/>
                <a:ext cx="90360" cy="187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A2E7CB3-7622-6374-78A8-200749139572}"/>
              </a:ext>
            </a:extLst>
          </p:cNvPr>
          <p:cNvGrpSpPr/>
          <p:nvPr/>
        </p:nvGrpSpPr>
        <p:grpSpPr>
          <a:xfrm>
            <a:off x="8140440" y="1053270"/>
            <a:ext cx="2604240" cy="542160"/>
            <a:chOff x="8140440" y="1053270"/>
            <a:chExt cx="2604240" cy="54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9B9FCD7-E921-F618-1591-1FCEF07C7B69}"/>
                    </a:ext>
                  </a:extLst>
                </p14:cNvPr>
                <p14:cNvContentPartPr/>
                <p14:nvPr/>
              </p14:nvContentPartPr>
              <p14:xfrm>
                <a:off x="8172480" y="1302030"/>
                <a:ext cx="191880" cy="149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9B9FCD7-E921-F618-1591-1FCEF07C7B6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66360" y="1295910"/>
                  <a:ext cx="204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EE07670-F2D8-0AD2-53BB-89B36F2AC1F1}"/>
                    </a:ext>
                  </a:extLst>
                </p14:cNvPr>
                <p14:cNvContentPartPr/>
                <p14:nvPr/>
              </p14:nvContentPartPr>
              <p14:xfrm>
                <a:off x="8140440" y="1221750"/>
                <a:ext cx="191160" cy="20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EE07670-F2D8-0AD2-53BB-89B36F2AC1F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34320" y="1215630"/>
                  <a:ext cx="203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C76D7A6-D973-BA46-9F6F-9ECB89DC1977}"/>
                    </a:ext>
                  </a:extLst>
                </p14:cNvPr>
                <p14:cNvContentPartPr/>
                <p14:nvPr/>
              </p14:nvContentPartPr>
              <p14:xfrm>
                <a:off x="8286960" y="1173870"/>
                <a:ext cx="129600" cy="78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C76D7A6-D973-BA46-9F6F-9ECB89DC197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280840" y="1167750"/>
                  <a:ext cx="141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E7057E9-32DC-2F1C-9393-4176EFB6C575}"/>
                    </a:ext>
                  </a:extLst>
                </p14:cNvPr>
                <p14:cNvContentPartPr/>
                <p14:nvPr/>
              </p14:nvContentPartPr>
              <p14:xfrm>
                <a:off x="8380920" y="1479150"/>
                <a:ext cx="14400" cy="95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E7057E9-32DC-2F1C-9393-4176EFB6C57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74800" y="1473030"/>
                  <a:ext cx="266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B5C690F-A373-2C5E-065E-A3F49CE4836A}"/>
                    </a:ext>
                  </a:extLst>
                </p14:cNvPr>
                <p14:cNvContentPartPr/>
                <p14:nvPr/>
              </p14:nvContentPartPr>
              <p14:xfrm>
                <a:off x="8366880" y="1468710"/>
                <a:ext cx="114120" cy="121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B5C690F-A373-2C5E-065E-A3F49CE4836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360760" y="1462590"/>
                  <a:ext cx="1263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B6DB1DB-6F81-C0AF-C9C9-947BEA33B2DA}"/>
                    </a:ext>
                  </a:extLst>
                </p14:cNvPr>
                <p14:cNvContentPartPr/>
                <p14:nvPr/>
              </p14:nvContentPartPr>
              <p14:xfrm>
                <a:off x="8240160" y="1509030"/>
                <a:ext cx="109080" cy="864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B6DB1DB-6F81-C0AF-C9C9-947BEA33B2D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34040" y="1502910"/>
                  <a:ext cx="1213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E65A213-660F-7D3B-6666-508FFED9953E}"/>
                    </a:ext>
                  </a:extLst>
                </p14:cNvPr>
                <p14:cNvContentPartPr/>
                <p14:nvPr/>
              </p14:nvContentPartPr>
              <p14:xfrm>
                <a:off x="8266440" y="1552230"/>
                <a:ext cx="87120" cy="19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E65A213-660F-7D3B-6666-508FFED9953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260320" y="1546110"/>
                  <a:ext cx="993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107C249-97CC-A6CE-B0DD-FCE02EAEAB45}"/>
                    </a:ext>
                  </a:extLst>
                </p14:cNvPr>
                <p14:cNvContentPartPr/>
                <p14:nvPr/>
              </p14:nvContentPartPr>
              <p14:xfrm>
                <a:off x="8491080" y="1330830"/>
                <a:ext cx="125280" cy="77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107C249-97CC-A6CE-B0DD-FCE02EAEAB4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484960" y="1324710"/>
                  <a:ext cx="1375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6512799-A508-ACF8-A9B0-8B0ED48BD66E}"/>
                    </a:ext>
                  </a:extLst>
                </p14:cNvPr>
                <p14:cNvContentPartPr/>
                <p14:nvPr/>
              </p14:nvContentPartPr>
              <p14:xfrm>
                <a:off x="8740920" y="1178190"/>
                <a:ext cx="138960" cy="1519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6512799-A508-ACF8-A9B0-8B0ED48BD66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34800" y="1172070"/>
                  <a:ext cx="1512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2D91349-BB9E-6887-391C-7DD734974154}"/>
                    </a:ext>
                  </a:extLst>
                </p14:cNvPr>
                <p14:cNvContentPartPr/>
                <p14:nvPr/>
              </p14:nvContentPartPr>
              <p14:xfrm>
                <a:off x="8711400" y="1091430"/>
                <a:ext cx="147240" cy="29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2D91349-BB9E-6887-391C-7DD73497415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705280" y="1085310"/>
                  <a:ext cx="159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40725AF-6892-117A-4AFB-061AAF698E65}"/>
                    </a:ext>
                  </a:extLst>
                </p14:cNvPr>
                <p14:cNvContentPartPr/>
                <p14:nvPr/>
              </p14:nvContentPartPr>
              <p14:xfrm>
                <a:off x="8795640" y="1053270"/>
                <a:ext cx="92880" cy="78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40725AF-6892-117A-4AFB-061AAF698E6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89520" y="1047150"/>
                  <a:ext cx="1051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9D64C77-AE1B-EB31-3995-B5BE7479CD1E}"/>
                    </a:ext>
                  </a:extLst>
                </p14:cNvPr>
                <p14:cNvContentPartPr/>
                <p14:nvPr/>
              </p14:nvContentPartPr>
              <p14:xfrm>
                <a:off x="8896080" y="1316070"/>
                <a:ext cx="93960" cy="91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9D64C77-AE1B-EB31-3995-B5BE7479CD1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89960" y="1309950"/>
                  <a:ext cx="1062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FF258A7-F94A-A1BD-D768-86CEAC2AFE1B}"/>
                    </a:ext>
                  </a:extLst>
                </p14:cNvPr>
                <p14:cNvContentPartPr/>
                <p14:nvPr/>
              </p14:nvContentPartPr>
              <p14:xfrm>
                <a:off x="8905800" y="1350630"/>
                <a:ext cx="97920" cy="16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FF258A7-F94A-A1BD-D768-86CEAC2AFE1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899680" y="1344510"/>
                  <a:ext cx="110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15D95F2-909A-F9FD-79B6-DEC0104D4A30}"/>
                    </a:ext>
                  </a:extLst>
                </p14:cNvPr>
                <p14:cNvContentPartPr/>
                <p14:nvPr/>
              </p14:nvContentPartPr>
              <p14:xfrm>
                <a:off x="9103080" y="1132110"/>
                <a:ext cx="108720" cy="334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15D95F2-909A-F9FD-79B6-DEC0104D4A3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96960" y="1125990"/>
                  <a:ext cx="120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FDA9FD9-2A20-2C4E-0D3B-34B9269E752A}"/>
                    </a:ext>
                  </a:extLst>
                </p14:cNvPr>
                <p14:cNvContentPartPr/>
                <p14:nvPr/>
              </p14:nvContentPartPr>
              <p14:xfrm>
                <a:off x="9102000" y="1168830"/>
                <a:ext cx="153720" cy="29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FDA9FD9-2A20-2C4E-0D3B-34B9269E752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095880" y="1162710"/>
                  <a:ext cx="165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27FC820-2A1D-E13B-F89E-E8F9484BE146}"/>
                    </a:ext>
                  </a:extLst>
                </p14:cNvPr>
                <p14:cNvContentPartPr/>
                <p14:nvPr/>
              </p14:nvContentPartPr>
              <p14:xfrm>
                <a:off x="9390360" y="1128510"/>
                <a:ext cx="37800" cy="190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27FC820-2A1D-E13B-F89E-E8F9484BE14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84240" y="1122390"/>
                  <a:ext cx="500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7B64AF0-572D-742D-0882-ECB9024B6CF5}"/>
                    </a:ext>
                  </a:extLst>
                </p14:cNvPr>
                <p14:cNvContentPartPr/>
                <p14:nvPr/>
              </p14:nvContentPartPr>
              <p14:xfrm>
                <a:off x="9517800" y="1121310"/>
                <a:ext cx="34920" cy="208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7B64AF0-572D-742D-0882-ECB9024B6CF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511680" y="1115190"/>
                  <a:ext cx="471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CF4F3FC-2D07-3B27-F2D5-2BE61EDB78F1}"/>
                    </a:ext>
                  </a:extLst>
                </p14:cNvPr>
                <p14:cNvContentPartPr/>
                <p14:nvPr/>
              </p14:nvContentPartPr>
              <p14:xfrm>
                <a:off x="9568200" y="1208430"/>
                <a:ext cx="241560" cy="914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CF4F3FC-2D07-3B27-F2D5-2BE61EDB78F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562080" y="1202310"/>
                  <a:ext cx="2538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62C94BD-92BF-55AE-E2EB-C7CE5904F066}"/>
                    </a:ext>
                  </a:extLst>
                </p14:cNvPr>
                <p14:cNvContentPartPr/>
                <p14:nvPr/>
              </p14:nvContentPartPr>
              <p14:xfrm>
                <a:off x="9659640" y="1118790"/>
                <a:ext cx="114480" cy="11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62C94BD-92BF-55AE-E2EB-C7CE5904F06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653520" y="1112670"/>
                  <a:ext cx="126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A90638B-E3DD-227B-7D23-54C1E552B00E}"/>
                    </a:ext>
                  </a:extLst>
                </p14:cNvPr>
                <p14:cNvContentPartPr/>
                <p14:nvPr/>
              </p14:nvContentPartPr>
              <p14:xfrm>
                <a:off x="9730920" y="1082790"/>
                <a:ext cx="168120" cy="1036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A90638B-E3DD-227B-7D23-54C1E552B00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24800" y="1076670"/>
                  <a:ext cx="180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629B7DF-5CB3-DDFA-F0BC-C1FD0FC2195D}"/>
                    </a:ext>
                  </a:extLst>
                </p14:cNvPr>
                <p14:cNvContentPartPr/>
                <p14:nvPr/>
              </p14:nvContentPartPr>
              <p14:xfrm>
                <a:off x="9933960" y="1114830"/>
                <a:ext cx="32040" cy="1749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629B7DF-5CB3-DDFA-F0BC-C1FD0FC2195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927840" y="1108710"/>
                  <a:ext cx="442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24351E4-CFFE-A7F3-FA22-E317E83CF8E0}"/>
                    </a:ext>
                  </a:extLst>
                </p14:cNvPr>
                <p14:cNvContentPartPr/>
                <p14:nvPr/>
              </p14:nvContentPartPr>
              <p14:xfrm>
                <a:off x="10035480" y="1124190"/>
                <a:ext cx="15840" cy="132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24351E4-CFFE-A7F3-FA22-E317E83CF8E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029360" y="1118070"/>
                  <a:ext cx="28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308FE8A-6EAC-93F5-876A-2A55E43C0B3D}"/>
                    </a:ext>
                  </a:extLst>
                </p14:cNvPr>
                <p14:cNvContentPartPr/>
                <p14:nvPr/>
              </p14:nvContentPartPr>
              <p14:xfrm>
                <a:off x="9787440" y="1368270"/>
                <a:ext cx="51120" cy="741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308FE8A-6EAC-93F5-876A-2A55E43C0B3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781320" y="1362150"/>
                  <a:ext cx="63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77C69D0-7CC8-8178-E467-56318FF00AB4}"/>
                    </a:ext>
                  </a:extLst>
                </p14:cNvPr>
                <p14:cNvContentPartPr/>
                <p14:nvPr/>
              </p14:nvContentPartPr>
              <p14:xfrm>
                <a:off x="9814080" y="1407150"/>
                <a:ext cx="67320" cy="201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77C69D0-7CC8-8178-E467-56318FF00AB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807960" y="1401030"/>
                  <a:ext cx="79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8B91691-80D9-781B-89B0-4D7119950D4F}"/>
                    </a:ext>
                  </a:extLst>
                </p14:cNvPr>
                <p14:cNvContentPartPr/>
                <p14:nvPr/>
              </p14:nvContentPartPr>
              <p14:xfrm>
                <a:off x="9895800" y="1377630"/>
                <a:ext cx="74880" cy="972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8B91691-80D9-781B-89B0-4D7119950D4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889680" y="1371510"/>
                  <a:ext cx="87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15DE6BF-1D49-0601-43AF-0A45B4AFEA89}"/>
                    </a:ext>
                  </a:extLst>
                </p14:cNvPr>
                <p14:cNvContentPartPr/>
                <p14:nvPr/>
              </p14:nvContentPartPr>
              <p14:xfrm>
                <a:off x="10165800" y="1127790"/>
                <a:ext cx="45360" cy="192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15DE6BF-1D49-0601-43AF-0A45B4AFEA8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59680" y="1121670"/>
                  <a:ext cx="576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FD207A3-0605-2F2E-15BF-F76DE72C994D}"/>
                    </a:ext>
                  </a:extLst>
                </p14:cNvPr>
                <p14:cNvContentPartPr/>
                <p14:nvPr/>
              </p14:nvContentPartPr>
              <p14:xfrm>
                <a:off x="10298640" y="1130310"/>
                <a:ext cx="26640" cy="156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FD207A3-0605-2F2E-15BF-F76DE72C994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92520" y="1124190"/>
                  <a:ext cx="388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41BEF5A-F948-1394-6B1D-887F49D882A2}"/>
                    </a:ext>
                  </a:extLst>
                </p14:cNvPr>
                <p14:cNvContentPartPr/>
                <p14:nvPr/>
              </p14:nvContentPartPr>
              <p14:xfrm>
                <a:off x="10436880" y="1215990"/>
                <a:ext cx="2160" cy="36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41BEF5A-F948-1394-6B1D-887F49D882A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430760" y="1209870"/>
                  <a:ext cx="144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FC6C77A-F4EC-5FE4-AD2D-924C9E565B30}"/>
                    </a:ext>
                  </a:extLst>
                </p14:cNvPr>
                <p14:cNvContentPartPr/>
                <p14:nvPr/>
              </p14:nvContentPartPr>
              <p14:xfrm>
                <a:off x="10406280" y="1173510"/>
                <a:ext cx="120600" cy="147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FC6C77A-F4EC-5FE4-AD2D-924C9E565B3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400160" y="1167390"/>
                  <a:ext cx="1328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AC28B12-2E3E-9AC9-6BDE-19AA62567EB2}"/>
                    </a:ext>
                  </a:extLst>
                </p14:cNvPr>
                <p14:cNvContentPartPr/>
                <p14:nvPr/>
              </p14:nvContentPartPr>
              <p14:xfrm>
                <a:off x="10584120" y="1161270"/>
                <a:ext cx="91800" cy="167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AC28B12-2E3E-9AC9-6BDE-19AA62567EB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578000" y="1155150"/>
                  <a:ext cx="1040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787FBF2-E33E-91CF-46D1-087B04B44005}"/>
                    </a:ext>
                  </a:extLst>
                </p14:cNvPr>
                <p14:cNvContentPartPr/>
                <p14:nvPr/>
              </p14:nvContentPartPr>
              <p14:xfrm>
                <a:off x="10739280" y="1158750"/>
                <a:ext cx="5400" cy="165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787FBF2-E33E-91CF-46D1-087B04B4400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733160" y="1152630"/>
                  <a:ext cx="1764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F79A037-265E-C19A-15A5-8B097C0A43E5}"/>
              </a:ext>
            </a:extLst>
          </p:cNvPr>
          <p:cNvGrpSpPr/>
          <p:nvPr/>
        </p:nvGrpSpPr>
        <p:grpSpPr>
          <a:xfrm>
            <a:off x="10736400" y="1428030"/>
            <a:ext cx="120240" cy="111240"/>
            <a:chOff x="10736400" y="1428030"/>
            <a:chExt cx="120240" cy="11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DC43417-615E-0850-52B9-7E767E21AA85}"/>
                    </a:ext>
                  </a:extLst>
                </p14:cNvPr>
                <p14:cNvContentPartPr/>
                <p14:nvPr/>
              </p14:nvContentPartPr>
              <p14:xfrm>
                <a:off x="10738200" y="1446750"/>
                <a:ext cx="16200" cy="75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DC43417-615E-0850-52B9-7E767E21AA8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732080" y="1440630"/>
                  <a:ext cx="28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D357F62-0AC8-91D6-1E56-2CC043909FAD}"/>
                    </a:ext>
                  </a:extLst>
                </p14:cNvPr>
                <p14:cNvContentPartPr/>
                <p14:nvPr/>
              </p14:nvContentPartPr>
              <p14:xfrm>
                <a:off x="10736400" y="1428030"/>
                <a:ext cx="120240" cy="1112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D357F62-0AC8-91D6-1E56-2CC043909FA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730280" y="1421910"/>
                  <a:ext cx="132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8F3D307-4FEE-45B3-96EA-5129D94A9238}"/>
                    </a:ext>
                  </a:extLst>
                </p14:cNvPr>
                <p14:cNvContentPartPr/>
                <p14:nvPr/>
              </p14:nvContentPartPr>
              <p14:xfrm>
                <a:off x="10742520" y="1498590"/>
                <a:ext cx="95400" cy="54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8F3D307-4FEE-45B3-96EA-5129D94A923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736400" y="1492470"/>
                  <a:ext cx="107640" cy="1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B47BDB3-97F2-A393-5233-41CA11A7552A}"/>
              </a:ext>
            </a:extLst>
          </p:cNvPr>
          <p:cNvGrpSpPr/>
          <p:nvPr/>
        </p:nvGrpSpPr>
        <p:grpSpPr>
          <a:xfrm>
            <a:off x="10952040" y="1115550"/>
            <a:ext cx="747360" cy="205560"/>
            <a:chOff x="10952040" y="1115550"/>
            <a:chExt cx="747360" cy="2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0F6232E-33E5-6015-C669-AB702B6F39DD}"/>
                    </a:ext>
                  </a:extLst>
                </p14:cNvPr>
                <p14:cNvContentPartPr/>
                <p14:nvPr/>
              </p14:nvContentPartPr>
              <p14:xfrm>
                <a:off x="10952040" y="1194390"/>
                <a:ext cx="127080" cy="93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0F6232E-33E5-6015-C669-AB702B6F39D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945920" y="1188270"/>
                  <a:ext cx="139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58BED4D-921D-8B57-AC94-C2E40CDB5BF2}"/>
                    </a:ext>
                  </a:extLst>
                </p14:cNvPr>
                <p14:cNvContentPartPr/>
                <p14:nvPr/>
              </p14:nvContentPartPr>
              <p14:xfrm>
                <a:off x="11064000" y="1210590"/>
                <a:ext cx="123120" cy="914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58BED4D-921D-8B57-AC94-C2E40CDB5BF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057880" y="1204470"/>
                  <a:ext cx="1353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0EE14A5-5B3A-F6DC-C16D-56C3536F76E9}"/>
                    </a:ext>
                  </a:extLst>
                </p14:cNvPr>
                <p14:cNvContentPartPr/>
                <p14:nvPr/>
              </p14:nvContentPartPr>
              <p14:xfrm>
                <a:off x="11203320" y="1208070"/>
                <a:ext cx="82080" cy="946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0EE14A5-5B3A-F6DC-C16D-56C3536F76E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197200" y="1201950"/>
                  <a:ext cx="943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11379F1-54CE-622F-81E1-FAD075BA8FD9}"/>
                    </a:ext>
                  </a:extLst>
                </p14:cNvPr>
                <p14:cNvContentPartPr/>
                <p14:nvPr/>
              </p14:nvContentPartPr>
              <p14:xfrm>
                <a:off x="11276400" y="1137510"/>
                <a:ext cx="100080" cy="183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11379F1-54CE-622F-81E1-FAD075BA8FD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270280" y="1131390"/>
                  <a:ext cx="1123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3BE0435-C244-A21E-E73C-68F9C8C506A2}"/>
                    </a:ext>
                  </a:extLst>
                </p14:cNvPr>
                <p14:cNvContentPartPr/>
                <p14:nvPr/>
              </p14:nvContentPartPr>
              <p14:xfrm>
                <a:off x="11420040" y="1175670"/>
                <a:ext cx="166680" cy="100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3BE0435-C244-A21E-E73C-68F9C8C506A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413920" y="1169550"/>
                  <a:ext cx="1789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BB81985-A189-645C-2022-853715798A9E}"/>
                    </a:ext>
                  </a:extLst>
                </p14:cNvPr>
                <p14:cNvContentPartPr/>
                <p14:nvPr/>
              </p14:nvContentPartPr>
              <p14:xfrm>
                <a:off x="11392680" y="1215270"/>
                <a:ext cx="151560" cy="20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BB81985-A189-645C-2022-853715798A9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386560" y="1209150"/>
                  <a:ext cx="1638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9E00A8A-2F7B-626F-ED57-3FFAA5F81885}"/>
                    </a:ext>
                  </a:extLst>
                </p14:cNvPr>
                <p14:cNvContentPartPr/>
                <p14:nvPr/>
              </p14:nvContentPartPr>
              <p14:xfrm>
                <a:off x="11557200" y="1115550"/>
                <a:ext cx="142200" cy="182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9E00A8A-2F7B-626F-ED57-3FFAA5F8188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551080" y="1109430"/>
                  <a:ext cx="15444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BF23DFB-9E7D-78DC-11A0-EA5E0D34A290}"/>
              </a:ext>
            </a:extLst>
          </p:cNvPr>
          <p:cNvGrpSpPr/>
          <p:nvPr/>
        </p:nvGrpSpPr>
        <p:grpSpPr>
          <a:xfrm>
            <a:off x="7579200" y="1826190"/>
            <a:ext cx="1393560" cy="339480"/>
            <a:chOff x="7579200" y="1826190"/>
            <a:chExt cx="139356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7752C90-0663-7D41-C465-3BFEB349DA86}"/>
                    </a:ext>
                  </a:extLst>
                </p14:cNvPr>
                <p14:cNvContentPartPr/>
                <p14:nvPr/>
              </p14:nvContentPartPr>
              <p14:xfrm>
                <a:off x="7579200" y="1953990"/>
                <a:ext cx="130680" cy="151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7752C90-0663-7D41-C465-3BFEB349DA8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573080" y="1947870"/>
                  <a:ext cx="1429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0D24E1F-4209-EA6C-B32A-7A4C713C2802}"/>
                    </a:ext>
                  </a:extLst>
                </p14:cNvPr>
                <p14:cNvContentPartPr/>
                <p14:nvPr/>
              </p14:nvContentPartPr>
              <p14:xfrm>
                <a:off x="7682160" y="2087190"/>
                <a:ext cx="68760" cy="78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0D24E1F-4209-EA6C-B32A-7A4C713C280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676040" y="2081070"/>
                  <a:ext cx="810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063CBF4-D5CB-8849-B88F-8ED927E22F14}"/>
                    </a:ext>
                  </a:extLst>
                </p14:cNvPr>
                <p14:cNvContentPartPr/>
                <p14:nvPr/>
              </p14:nvContentPartPr>
              <p14:xfrm>
                <a:off x="7708080" y="2107350"/>
                <a:ext cx="92160" cy="20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063CBF4-D5CB-8849-B88F-8ED927E22F1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01960" y="2101230"/>
                  <a:ext cx="104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50B0A66-60FC-AE61-857A-0474FE4A878F}"/>
                    </a:ext>
                  </a:extLst>
                </p14:cNvPr>
                <p14:cNvContentPartPr/>
                <p14:nvPr/>
              </p14:nvContentPartPr>
              <p14:xfrm>
                <a:off x="7798080" y="2100870"/>
                <a:ext cx="12600" cy="370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50B0A66-60FC-AE61-857A-0474FE4A878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791960" y="2094750"/>
                  <a:ext cx="24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EC38D55-E8B6-74C7-0047-F49AF646E83F}"/>
                    </a:ext>
                  </a:extLst>
                </p14:cNvPr>
                <p14:cNvContentPartPr/>
                <p14:nvPr/>
              </p14:nvContentPartPr>
              <p14:xfrm>
                <a:off x="7795920" y="2067750"/>
                <a:ext cx="98280" cy="712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EC38D55-E8B6-74C7-0047-F49AF646E8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789800" y="2061630"/>
                  <a:ext cx="1105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5BD2D96-2E14-34CF-1755-ECAB2E4F1053}"/>
                    </a:ext>
                  </a:extLst>
                </p14:cNvPr>
                <p14:cNvContentPartPr/>
                <p14:nvPr/>
              </p14:nvContentPartPr>
              <p14:xfrm>
                <a:off x="7586400" y="1861830"/>
                <a:ext cx="101520" cy="50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5BD2D96-2E14-34CF-1755-ECAB2E4F105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580280" y="1855710"/>
                  <a:ext cx="1137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E30A43C-9995-0ADF-4C11-E20DA3FFB014}"/>
                    </a:ext>
                  </a:extLst>
                </p14:cNvPr>
                <p14:cNvContentPartPr/>
                <p14:nvPr/>
              </p14:nvContentPartPr>
              <p14:xfrm>
                <a:off x="7660560" y="1826190"/>
                <a:ext cx="64440" cy="60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E30A43C-9995-0ADF-4C11-E20DA3FFB01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654440" y="1820070"/>
                  <a:ext cx="766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0E5955E-D7AB-BF66-68F9-B8A1A876A093}"/>
                    </a:ext>
                  </a:extLst>
                </p14:cNvPr>
                <p14:cNvContentPartPr/>
                <p14:nvPr/>
              </p14:nvContentPartPr>
              <p14:xfrm>
                <a:off x="7915800" y="1979190"/>
                <a:ext cx="71640" cy="82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0E5955E-D7AB-BF66-68F9-B8A1A876A09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909680" y="1973070"/>
                  <a:ext cx="838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14A0B6B-9C75-F380-804A-0DA4FD64CBFF}"/>
                    </a:ext>
                  </a:extLst>
                </p14:cNvPr>
                <p14:cNvContentPartPr/>
                <p14:nvPr/>
              </p14:nvContentPartPr>
              <p14:xfrm>
                <a:off x="7944240" y="1996830"/>
                <a:ext cx="126720" cy="212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14A0B6B-9C75-F380-804A-0DA4FD64CBF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938120" y="1990710"/>
                  <a:ext cx="138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66122B7-C4A2-3BDB-4C72-2169170D96C9}"/>
                    </a:ext>
                  </a:extLst>
                </p14:cNvPr>
                <p14:cNvContentPartPr/>
                <p14:nvPr/>
              </p14:nvContentPartPr>
              <p14:xfrm>
                <a:off x="8192280" y="1937070"/>
                <a:ext cx="172080" cy="1072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66122B7-C4A2-3BDB-4C72-2169170D96C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186160" y="1930950"/>
                  <a:ext cx="1843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46D1C9F-FA5B-2827-E11F-3ED3A1FD0CF9}"/>
                    </a:ext>
                  </a:extLst>
                </p14:cNvPr>
                <p14:cNvContentPartPr/>
                <p14:nvPr/>
              </p14:nvContentPartPr>
              <p14:xfrm>
                <a:off x="8208480" y="1871910"/>
                <a:ext cx="116280" cy="82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46D1C9F-FA5B-2827-E11F-3ED3A1FD0CF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202360" y="1865790"/>
                  <a:ext cx="128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B334B3F-21D9-946E-A450-DE619179E47F}"/>
                    </a:ext>
                  </a:extLst>
                </p14:cNvPr>
                <p14:cNvContentPartPr/>
                <p14:nvPr/>
              </p14:nvContentPartPr>
              <p14:xfrm>
                <a:off x="8299200" y="1848150"/>
                <a:ext cx="111600" cy="62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B334B3F-21D9-946E-A450-DE619179E47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293080" y="1842030"/>
                  <a:ext cx="123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591A9C9-44A1-DE99-A2DD-E7B07F46E516}"/>
                    </a:ext>
                  </a:extLst>
                </p14:cNvPr>
                <p14:cNvContentPartPr/>
                <p14:nvPr/>
              </p14:nvContentPartPr>
              <p14:xfrm>
                <a:off x="8313600" y="2048670"/>
                <a:ext cx="80640" cy="993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591A9C9-44A1-DE99-A2DD-E7B07F46E51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07480" y="2042550"/>
                  <a:ext cx="928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50AE0CA-F00B-E085-CDEB-2EC42B1B8E4A}"/>
                    </a:ext>
                  </a:extLst>
                </p14:cNvPr>
                <p14:cNvContentPartPr/>
                <p14:nvPr/>
              </p14:nvContentPartPr>
              <p14:xfrm>
                <a:off x="8324760" y="2108430"/>
                <a:ext cx="65520" cy="187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50AE0CA-F00B-E085-CDEB-2EC42B1B8E4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18640" y="2102310"/>
                  <a:ext cx="777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FC3D394-2054-73A8-476E-E1DB515DD7A7}"/>
                    </a:ext>
                  </a:extLst>
                </p14:cNvPr>
                <p14:cNvContentPartPr/>
                <p14:nvPr/>
              </p14:nvContentPartPr>
              <p14:xfrm>
                <a:off x="8423040" y="2068110"/>
                <a:ext cx="82800" cy="878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FC3D394-2054-73A8-476E-E1DB515DD7A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416920" y="2061990"/>
                  <a:ext cx="950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DE0C689-F92B-B7C5-C300-CFDB7EC155F5}"/>
                    </a:ext>
                  </a:extLst>
                </p14:cNvPr>
                <p14:cNvContentPartPr/>
                <p14:nvPr/>
              </p14:nvContentPartPr>
              <p14:xfrm>
                <a:off x="8521680" y="1952910"/>
                <a:ext cx="83160" cy="486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DE0C689-F92B-B7C5-C300-CFDB7EC155F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515560" y="1946790"/>
                  <a:ext cx="95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D4F3B0F-9F94-F091-59A0-B3A1427FB099}"/>
                    </a:ext>
                  </a:extLst>
                </p14:cNvPr>
                <p14:cNvContentPartPr/>
                <p14:nvPr/>
              </p14:nvContentPartPr>
              <p14:xfrm>
                <a:off x="8742000" y="1927350"/>
                <a:ext cx="114480" cy="1314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D4F3B0F-9F94-F091-59A0-B3A1427FB09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735880" y="1921230"/>
                  <a:ext cx="126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52D4C3E-C796-2578-0174-624564351054}"/>
                    </a:ext>
                  </a:extLst>
                </p14:cNvPr>
                <p14:cNvContentPartPr/>
                <p14:nvPr/>
              </p14:nvContentPartPr>
              <p14:xfrm>
                <a:off x="8729040" y="1858230"/>
                <a:ext cx="119520" cy="86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52D4C3E-C796-2578-0174-62456435105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722920" y="1852110"/>
                  <a:ext cx="1317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52309A5-C21E-8524-C2BE-C6CDC821EC8E}"/>
                    </a:ext>
                  </a:extLst>
                </p14:cNvPr>
                <p14:cNvContentPartPr/>
                <p14:nvPr/>
              </p14:nvContentPartPr>
              <p14:xfrm>
                <a:off x="8779800" y="1834830"/>
                <a:ext cx="159480" cy="69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52309A5-C21E-8524-C2BE-C6CDC821EC8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773680" y="1828710"/>
                  <a:ext cx="1717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8A4F730-1615-CDDB-4E25-4F690DA91568}"/>
                    </a:ext>
                  </a:extLst>
                </p14:cNvPr>
                <p14:cNvContentPartPr/>
                <p14:nvPr/>
              </p14:nvContentPartPr>
              <p14:xfrm>
                <a:off x="8847480" y="2044710"/>
                <a:ext cx="99720" cy="820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8A4F730-1615-CDDB-4E25-4F690DA9156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841360" y="2038590"/>
                  <a:ext cx="111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D31D4BC-A8F3-D7AF-9D86-88983CA531DE}"/>
                    </a:ext>
                  </a:extLst>
                </p14:cNvPr>
                <p14:cNvContentPartPr/>
                <p14:nvPr/>
              </p14:nvContentPartPr>
              <p14:xfrm>
                <a:off x="8888880" y="2102310"/>
                <a:ext cx="83880" cy="11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D31D4BC-A8F3-D7AF-9D86-88983CA531D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882760" y="2096190"/>
                  <a:ext cx="9612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775D131B-D104-EA70-7D6B-ED90C1898811}"/>
              </a:ext>
            </a:extLst>
          </p:cNvPr>
          <p:cNvGrpSpPr/>
          <p:nvPr/>
        </p:nvGrpSpPr>
        <p:grpSpPr>
          <a:xfrm>
            <a:off x="9235200" y="1795950"/>
            <a:ext cx="2078640" cy="249840"/>
            <a:chOff x="9235200" y="1795950"/>
            <a:chExt cx="2078640" cy="24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5D671DB-4376-62E6-CE24-E734517B0BA2}"/>
                    </a:ext>
                  </a:extLst>
                </p14:cNvPr>
                <p14:cNvContentPartPr/>
                <p14:nvPr/>
              </p14:nvContentPartPr>
              <p14:xfrm>
                <a:off x="9235200" y="1931670"/>
                <a:ext cx="134280" cy="277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5D671DB-4376-62E6-CE24-E734517B0BA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229080" y="1925550"/>
                  <a:ext cx="146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8D3100F-7A1F-1F02-6515-993DCA2B366B}"/>
                    </a:ext>
                  </a:extLst>
                </p14:cNvPr>
                <p14:cNvContentPartPr/>
                <p14:nvPr/>
              </p14:nvContentPartPr>
              <p14:xfrm>
                <a:off x="9258240" y="1957230"/>
                <a:ext cx="91800" cy="43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8D3100F-7A1F-1F02-6515-993DCA2B366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252120" y="1951110"/>
                  <a:ext cx="1040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22530F7-80DE-5324-FE89-8E4429CDB56F}"/>
                    </a:ext>
                  </a:extLst>
                </p14:cNvPr>
                <p14:cNvContentPartPr/>
                <p14:nvPr/>
              </p14:nvContentPartPr>
              <p14:xfrm>
                <a:off x="9454080" y="1899630"/>
                <a:ext cx="47880" cy="1461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22530F7-80DE-5324-FE89-8E4429CDB56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47960" y="1893510"/>
                  <a:ext cx="601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5872DC9-F821-497C-DBB0-37BB11AB5391}"/>
                    </a:ext>
                  </a:extLst>
                </p14:cNvPr>
                <p14:cNvContentPartPr/>
                <p14:nvPr/>
              </p14:nvContentPartPr>
              <p14:xfrm>
                <a:off x="9565680" y="1890990"/>
                <a:ext cx="49680" cy="1418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5872DC9-F821-497C-DBB0-37BB11AB539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59560" y="1884870"/>
                  <a:ext cx="619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B108448-A711-684D-D46B-0F87CB53E255}"/>
                    </a:ext>
                  </a:extLst>
                </p14:cNvPr>
                <p14:cNvContentPartPr/>
                <p14:nvPr/>
              </p14:nvContentPartPr>
              <p14:xfrm>
                <a:off x="9694920" y="1920870"/>
                <a:ext cx="130680" cy="997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B108448-A711-684D-D46B-0F87CB53E25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688800" y="1914750"/>
                  <a:ext cx="1429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700657C-A0B4-F172-FFBA-2EBD29FCD0E9}"/>
                    </a:ext>
                  </a:extLst>
                </p14:cNvPr>
                <p14:cNvContentPartPr/>
                <p14:nvPr/>
              </p14:nvContentPartPr>
              <p14:xfrm>
                <a:off x="9655320" y="1924110"/>
                <a:ext cx="127800" cy="75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700657C-A0B4-F172-FFBA-2EBD29FCD0E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649200" y="1917990"/>
                  <a:ext cx="1400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4C69B30-CE8F-20D3-BA15-9186648F6EF4}"/>
                    </a:ext>
                  </a:extLst>
                </p14:cNvPr>
                <p14:cNvContentPartPr/>
                <p14:nvPr/>
              </p14:nvContentPartPr>
              <p14:xfrm>
                <a:off x="9672960" y="1857870"/>
                <a:ext cx="109800" cy="147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4C69B30-CE8F-20D3-BA15-9186648F6EF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666840" y="1851750"/>
                  <a:ext cx="122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9AE916B-83AC-2EF5-D1A1-562E4B4C8C0F}"/>
                    </a:ext>
                  </a:extLst>
                </p14:cNvPr>
                <p14:cNvContentPartPr/>
                <p14:nvPr/>
              </p14:nvContentPartPr>
              <p14:xfrm>
                <a:off x="9717240" y="1835910"/>
                <a:ext cx="129600" cy="56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9AE916B-83AC-2EF5-D1A1-562E4B4C8C0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711120" y="1829790"/>
                  <a:ext cx="1418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84A7B04-981D-D26C-0F7C-A0F93D74FAD6}"/>
                    </a:ext>
                  </a:extLst>
                </p14:cNvPr>
                <p14:cNvContentPartPr/>
                <p14:nvPr/>
              </p14:nvContentPartPr>
              <p14:xfrm>
                <a:off x="9877800" y="1888470"/>
                <a:ext cx="27360" cy="867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84A7B04-981D-D26C-0F7C-A0F93D74FAD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871680" y="1882350"/>
                  <a:ext cx="396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49EB39C-2849-78A7-7431-28D483C4C15E}"/>
                    </a:ext>
                  </a:extLst>
                </p14:cNvPr>
                <p14:cNvContentPartPr/>
                <p14:nvPr/>
              </p14:nvContentPartPr>
              <p14:xfrm>
                <a:off x="9933960" y="1886310"/>
                <a:ext cx="29520" cy="115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49EB39C-2849-78A7-7431-28D483C4C15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927840" y="1880190"/>
                  <a:ext cx="417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3D6C0E9-6990-C92D-A5D1-1AD2AC5264AE}"/>
                    </a:ext>
                  </a:extLst>
                </p14:cNvPr>
                <p14:cNvContentPartPr/>
                <p14:nvPr/>
              </p14:nvContentPartPr>
              <p14:xfrm>
                <a:off x="10061400" y="1877670"/>
                <a:ext cx="36360" cy="1288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3D6C0E9-6990-C92D-A5D1-1AD2AC5264A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055280" y="1871550"/>
                  <a:ext cx="486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738404B-F682-4095-2A30-2B6F3530EC8A}"/>
                    </a:ext>
                  </a:extLst>
                </p14:cNvPr>
                <p14:cNvContentPartPr/>
                <p14:nvPr/>
              </p14:nvContentPartPr>
              <p14:xfrm>
                <a:off x="10155360" y="1873350"/>
                <a:ext cx="32400" cy="1353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738404B-F682-4095-2A30-2B6F3530EC8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149240" y="1867230"/>
                  <a:ext cx="44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CE8AFB7-8140-5128-489C-27873CCFB144}"/>
                    </a:ext>
                  </a:extLst>
                </p14:cNvPr>
                <p14:cNvContentPartPr/>
                <p14:nvPr/>
              </p14:nvContentPartPr>
              <p14:xfrm>
                <a:off x="10267680" y="1872990"/>
                <a:ext cx="86760" cy="1144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CE8AFB7-8140-5128-489C-27873CCFB14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261560" y="1866870"/>
                  <a:ext cx="99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D440E3B-3CF2-5556-154C-847CE1395083}"/>
                    </a:ext>
                  </a:extLst>
                </p14:cNvPr>
                <p14:cNvContentPartPr/>
                <p14:nvPr/>
              </p14:nvContentPartPr>
              <p14:xfrm>
                <a:off x="10249680" y="1827630"/>
                <a:ext cx="101880" cy="16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D440E3B-3CF2-5556-154C-847CE139508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43560" y="1821510"/>
                  <a:ext cx="1141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E307544-4187-3792-CB9F-9D6D4D05811E}"/>
                    </a:ext>
                  </a:extLst>
                </p14:cNvPr>
                <p14:cNvContentPartPr/>
                <p14:nvPr/>
              </p14:nvContentPartPr>
              <p14:xfrm>
                <a:off x="10293600" y="1795950"/>
                <a:ext cx="108000" cy="608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E307544-4187-3792-CB9F-9D6D4D05811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287480" y="1789830"/>
                  <a:ext cx="1202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CA75360-C45A-B69A-EFC8-52952FE024EC}"/>
                    </a:ext>
                  </a:extLst>
                </p14:cNvPr>
                <p14:cNvContentPartPr/>
                <p14:nvPr/>
              </p14:nvContentPartPr>
              <p14:xfrm>
                <a:off x="10417080" y="1866510"/>
                <a:ext cx="28800" cy="1116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CA75360-C45A-B69A-EFC8-52952FE024E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410960" y="1860390"/>
                  <a:ext cx="410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C16C0B8-3C93-AFF9-C72C-118680797079}"/>
                    </a:ext>
                  </a:extLst>
                </p14:cNvPr>
                <p14:cNvContentPartPr/>
                <p14:nvPr/>
              </p14:nvContentPartPr>
              <p14:xfrm>
                <a:off x="10491960" y="1847070"/>
                <a:ext cx="27720" cy="134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C16C0B8-3C93-AFF9-C72C-11868079707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485840" y="1840950"/>
                  <a:ext cx="399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9A64C16-11D2-1475-B4E7-81298135FFD1}"/>
                    </a:ext>
                  </a:extLst>
                </p14:cNvPr>
                <p14:cNvContentPartPr/>
                <p14:nvPr/>
              </p14:nvContentPartPr>
              <p14:xfrm>
                <a:off x="10632720" y="1850310"/>
                <a:ext cx="101520" cy="1105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9A64C16-11D2-1475-B4E7-81298135FFD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626600" y="1844190"/>
                  <a:ext cx="1137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BE0B8E9-AD47-4DF8-45BC-4667298D4CBA}"/>
                    </a:ext>
                  </a:extLst>
                </p14:cNvPr>
                <p14:cNvContentPartPr/>
                <p14:nvPr/>
              </p14:nvContentPartPr>
              <p14:xfrm>
                <a:off x="10742880" y="1884150"/>
                <a:ext cx="95760" cy="705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BE0B8E9-AD47-4DF8-45BC-4667298D4CB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736760" y="1878030"/>
                  <a:ext cx="1080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5D37DA2-8B45-5C97-A00C-7514AB60855E}"/>
                    </a:ext>
                  </a:extLst>
                </p14:cNvPr>
                <p14:cNvContentPartPr/>
                <p14:nvPr/>
              </p14:nvContentPartPr>
              <p14:xfrm>
                <a:off x="10865280" y="1867590"/>
                <a:ext cx="86760" cy="900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5D37DA2-8B45-5C97-A00C-7514AB60855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859160" y="1861470"/>
                  <a:ext cx="99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DFC276D-E158-B53C-CCF4-6FF81405C3B3}"/>
                    </a:ext>
                  </a:extLst>
                </p14:cNvPr>
                <p14:cNvContentPartPr/>
                <p14:nvPr/>
              </p14:nvContentPartPr>
              <p14:xfrm>
                <a:off x="10968600" y="1817190"/>
                <a:ext cx="60120" cy="1598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DFC276D-E158-B53C-CCF4-6FF81405C3B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962480" y="1811070"/>
                  <a:ext cx="723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2E441A0-F39B-4AA0-16FE-F798C2A4522F}"/>
                    </a:ext>
                  </a:extLst>
                </p14:cNvPr>
                <p14:cNvContentPartPr/>
                <p14:nvPr/>
              </p14:nvContentPartPr>
              <p14:xfrm>
                <a:off x="11053920" y="1847070"/>
                <a:ext cx="118080" cy="1083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2E441A0-F39B-4AA0-16FE-F798C2A4522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047800" y="1840950"/>
                  <a:ext cx="1303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050EEA9-E4C9-2F5F-DD66-52ACF2556CCA}"/>
                    </a:ext>
                  </a:extLst>
                </p14:cNvPr>
                <p14:cNvContentPartPr/>
                <p14:nvPr/>
              </p14:nvContentPartPr>
              <p14:xfrm>
                <a:off x="11037000" y="1898910"/>
                <a:ext cx="185400" cy="309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050EEA9-E4C9-2F5F-DD66-52ACF2556CC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030880" y="1892790"/>
                  <a:ext cx="1976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1D507E2-465B-BCAD-43A7-E27A19555F54}"/>
                    </a:ext>
                  </a:extLst>
                </p14:cNvPr>
                <p14:cNvContentPartPr/>
                <p14:nvPr/>
              </p14:nvContentPartPr>
              <p14:xfrm>
                <a:off x="11184600" y="1839150"/>
                <a:ext cx="129240" cy="1566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1D507E2-465B-BCAD-43A7-E27A19555F5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178480" y="1833030"/>
                  <a:ext cx="14148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0F6F9413-E190-A5BC-1F9B-DB7F4CBB7262}"/>
              </a:ext>
            </a:extLst>
          </p:cNvPr>
          <p:cNvGrpSpPr/>
          <p:nvPr/>
        </p:nvGrpSpPr>
        <p:grpSpPr>
          <a:xfrm>
            <a:off x="7567680" y="2490030"/>
            <a:ext cx="453960" cy="162000"/>
            <a:chOff x="7567680" y="2490030"/>
            <a:chExt cx="453960" cy="16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5DC40B4-E9F4-4909-F075-7A04BA96AFBA}"/>
                    </a:ext>
                  </a:extLst>
                </p14:cNvPr>
                <p14:cNvContentPartPr/>
                <p14:nvPr/>
              </p14:nvContentPartPr>
              <p14:xfrm>
                <a:off x="7567680" y="2490030"/>
                <a:ext cx="176760" cy="1620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5DC40B4-E9F4-4909-F075-7A04BA96AFB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561560" y="2483910"/>
                  <a:ext cx="1890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3A23326-93F2-EF06-B4A0-6EE96E33AFFF}"/>
                    </a:ext>
                  </a:extLst>
                </p14:cNvPr>
                <p14:cNvContentPartPr/>
                <p14:nvPr/>
              </p14:nvContentPartPr>
              <p14:xfrm>
                <a:off x="7587840" y="2562390"/>
                <a:ext cx="173160" cy="190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3A23326-93F2-EF06-B4A0-6EE96E33AFF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581720" y="2556270"/>
                  <a:ext cx="185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221FF15-23DD-3408-47C9-3114603A0930}"/>
                    </a:ext>
                  </a:extLst>
                </p14:cNvPr>
                <p14:cNvContentPartPr/>
                <p14:nvPr/>
              </p14:nvContentPartPr>
              <p14:xfrm>
                <a:off x="7877280" y="2563830"/>
                <a:ext cx="82440" cy="21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221FF15-23DD-3408-47C9-3114603A093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871160" y="2557710"/>
                  <a:ext cx="9468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64BCD2C-D28D-19F8-8BE2-64CFA6BD76D1}"/>
                    </a:ext>
                  </a:extLst>
                </p14:cNvPr>
                <p14:cNvContentPartPr/>
                <p14:nvPr/>
              </p14:nvContentPartPr>
              <p14:xfrm>
                <a:off x="7870440" y="2603790"/>
                <a:ext cx="151200" cy="147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64BCD2C-D28D-19F8-8BE2-64CFA6BD76D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864320" y="2597670"/>
                  <a:ext cx="16344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77095640-FD67-32DB-3336-98105F4D97F0}"/>
              </a:ext>
            </a:extLst>
          </p:cNvPr>
          <p:cNvGrpSpPr/>
          <p:nvPr/>
        </p:nvGrpSpPr>
        <p:grpSpPr>
          <a:xfrm>
            <a:off x="8168880" y="2367630"/>
            <a:ext cx="1348920" cy="405720"/>
            <a:chOff x="8168880" y="2367630"/>
            <a:chExt cx="1348920" cy="40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8FF01B0-6698-FA23-321E-AE74804C652C}"/>
                    </a:ext>
                  </a:extLst>
                </p14:cNvPr>
                <p14:cNvContentPartPr/>
                <p14:nvPr/>
              </p14:nvContentPartPr>
              <p14:xfrm>
                <a:off x="8168880" y="2536830"/>
                <a:ext cx="321120" cy="1004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8FF01B0-6698-FA23-321E-AE74804C652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162760" y="2530710"/>
                  <a:ext cx="333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9F2224E-94A8-63EB-3D45-DD1B20F92952}"/>
                    </a:ext>
                  </a:extLst>
                </p14:cNvPr>
                <p14:cNvContentPartPr/>
                <p14:nvPr/>
              </p14:nvContentPartPr>
              <p14:xfrm>
                <a:off x="8541480" y="2507670"/>
                <a:ext cx="178200" cy="2656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9F2224E-94A8-63EB-3D45-DD1B20F9295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535360" y="2501550"/>
                  <a:ext cx="1904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F79B853-1AA8-63A7-386C-03516E1AD71F}"/>
                    </a:ext>
                  </a:extLst>
                </p14:cNvPr>
                <p14:cNvContentPartPr/>
                <p14:nvPr/>
              </p14:nvContentPartPr>
              <p14:xfrm>
                <a:off x="8757840" y="2377350"/>
                <a:ext cx="103320" cy="2210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F79B853-1AA8-63A7-386C-03516E1AD71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751720" y="2371230"/>
                  <a:ext cx="1155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1A1DBAA-768A-E1DF-5E22-6F8F344BDBB8}"/>
                    </a:ext>
                  </a:extLst>
                </p14:cNvPr>
                <p14:cNvContentPartPr/>
                <p14:nvPr/>
              </p14:nvContentPartPr>
              <p14:xfrm>
                <a:off x="8893560" y="2465190"/>
                <a:ext cx="112320" cy="1364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1A1DBAA-768A-E1DF-5E22-6F8F344BDBB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887440" y="2459070"/>
                  <a:ext cx="1245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FE73392-2353-CDEC-03EC-E945CEAA8F77}"/>
                    </a:ext>
                  </a:extLst>
                </p14:cNvPr>
                <p14:cNvContentPartPr/>
                <p14:nvPr/>
              </p14:nvContentPartPr>
              <p14:xfrm>
                <a:off x="8891400" y="2479590"/>
                <a:ext cx="111960" cy="93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FE73392-2353-CDEC-03EC-E945CEAA8F7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885280" y="2473470"/>
                  <a:ext cx="1242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EB2BF72-74ED-587F-71C0-097026EAC563}"/>
                    </a:ext>
                  </a:extLst>
                </p14:cNvPr>
                <p14:cNvContentPartPr/>
                <p14:nvPr/>
              </p14:nvContentPartPr>
              <p14:xfrm>
                <a:off x="8912640" y="2396430"/>
                <a:ext cx="111240" cy="2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EB2BF72-74ED-587F-71C0-097026EAC56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906520" y="2390310"/>
                  <a:ext cx="12348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8616C10-B05D-56AB-22D2-07034BEF9655}"/>
                    </a:ext>
                  </a:extLst>
                </p14:cNvPr>
                <p14:cNvContentPartPr/>
                <p14:nvPr/>
              </p14:nvContentPartPr>
              <p14:xfrm>
                <a:off x="8963760" y="2367630"/>
                <a:ext cx="167040" cy="1098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8616C10-B05D-56AB-22D2-07034BEF965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957640" y="2361510"/>
                  <a:ext cx="1792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EF4B2F9-D1BF-18EA-B3F9-096BB84978D4}"/>
                    </a:ext>
                  </a:extLst>
                </p14:cNvPr>
                <p14:cNvContentPartPr/>
                <p14:nvPr/>
              </p14:nvContentPartPr>
              <p14:xfrm>
                <a:off x="9137640" y="2382390"/>
                <a:ext cx="131040" cy="2653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EF4B2F9-D1BF-18EA-B3F9-096BB84978D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131520" y="2376270"/>
                  <a:ext cx="1432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FC9BA58-4932-585E-C999-795B3F5396E7}"/>
                    </a:ext>
                  </a:extLst>
                </p14:cNvPr>
                <p14:cNvContentPartPr/>
                <p14:nvPr/>
              </p14:nvContentPartPr>
              <p14:xfrm>
                <a:off x="9405120" y="2540430"/>
                <a:ext cx="112680" cy="216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FC9BA58-4932-585E-C999-795B3F5396E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399000" y="2534310"/>
                  <a:ext cx="12492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68CAED5F-7D76-437F-4404-0EE315B57345}"/>
              </a:ext>
            </a:extLst>
          </p:cNvPr>
          <p:cNvGrpSpPr/>
          <p:nvPr/>
        </p:nvGrpSpPr>
        <p:grpSpPr>
          <a:xfrm>
            <a:off x="9650640" y="2373750"/>
            <a:ext cx="1124640" cy="387000"/>
            <a:chOff x="9650640" y="2373750"/>
            <a:chExt cx="112464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4000672-23B6-C3ED-A733-DEC564724F21}"/>
                    </a:ext>
                  </a:extLst>
                </p14:cNvPr>
                <p14:cNvContentPartPr/>
                <p14:nvPr/>
              </p14:nvContentPartPr>
              <p14:xfrm>
                <a:off x="9650640" y="2483550"/>
                <a:ext cx="378360" cy="1098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4000672-23B6-C3ED-A733-DEC564724F2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644520" y="2477430"/>
                  <a:ext cx="3906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BDBD610-15C0-AB94-74B7-14F52A7F8B7D}"/>
                    </a:ext>
                  </a:extLst>
                </p14:cNvPr>
                <p14:cNvContentPartPr/>
                <p14:nvPr/>
              </p14:nvContentPartPr>
              <p14:xfrm>
                <a:off x="10065720" y="2490750"/>
                <a:ext cx="193680" cy="2700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BDBD610-15C0-AB94-74B7-14F52A7F8B7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059600" y="2484630"/>
                  <a:ext cx="2059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D171391-6A25-0F1C-CF98-FCAADD57B056}"/>
                    </a:ext>
                  </a:extLst>
                </p14:cNvPr>
                <p14:cNvContentPartPr/>
                <p14:nvPr/>
              </p14:nvContentPartPr>
              <p14:xfrm>
                <a:off x="10332480" y="2391390"/>
                <a:ext cx="109080" cy="2109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D171391-6A25-0F1C-CF98-FCAADD57B05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326360" y="2385270"/>
                  <a:ext cx="1213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829F17C-7C16-515F-E76B-33AF1EDF791A}"/>
                    </a:ext>
                  </a:extLst>
                </p14:cNvPr>
                <p14:cNvContentPartPr/>
                <p14:nvPr/>
              </p14:nvContentPartPr>
              <p14:xfrm>
                <a:off x="10488720" y="2464470"/>
                <a:ext cx="101880" cy="946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829F17C-7C16-515F-E76B-33AF1EDF791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482600" y="2458350"/>
                  <a:ext cx="114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21E9C57-71A1-8629-6983-2FC99657B5BF}"/>
                    </a:ext>
                  </a:extLst>
                </p14:cNvPr>
                <p14:cNvContentPartPr/>
                <p14:nvPr/>
              </p14:nvContentPartPr>
              <p14:xfrm>
                <a:off x="10611120" y="2373750"/>
                <a:ext cx="164160" cy="2584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21E9C57-71A1-8629-6983-2FC99657B5B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605000" y="2367630"/>
                  <a:ext cx="17640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4693BFE6-C207-98D6-BB67-D9E7106E25D3}"/>
              </a:ext>
            </a:extLst>
          </p:cNvPr>
          <p:cNvGrpSpPr/>
          <p:nvPr/>
        </p:nvGrpSpPr>
        <p:grpSpPr>
          <a:xfrm>
            <a:off x="2722080" y="1800630"/>
            <a:ext cx="2936880" cy="3525840"/>
            <a:chOff x="2722080" y="1800630"/>
            <a:chExt cx="2936880" cy="352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BEA2F1F-5E44-2607-0CF0-60B2C3329CE0}"/>
                    </a:ext>
                  </a:extLst>
                </p14:cNvPr>
                <p14:cNvContentPartPr/>
                <p14:nvPr/>
              </p14:nvContentPartPr>
              <p14:xfrm>
                <a:off x="5202480" y="4806990"/>
                <a:ext cx="173520" cy="119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BEA2F1F-5E44-2607-0CF0-60B2C3329CE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198160" y="4802670"/>
                  <a:ext cx="182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7A6493C-A705-F272-A607-453332E1EDDB}"/>
                    </a:ext>
                  </a:extLst>
                </p14:cNvPr>
                <p14:cNvContentPartPr/>
                <p14:nvPr/>
              </p14:nvContentPartPr>
              <p14:xfrm>
                <a:off x="3136080" y="1888470"/>
                <a:ext cx="1599480" cy="1966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7A6493C-A705-F272-A607-453332E1EDD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131760" y="1884150"/>
                  <a:ext cx="1608120" cy="19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A1CE4F5-C095-5263-98A1-63F19DE9324F}"/>
                    </a:ext>
                  </a:extLst>
                </p14:cNvPr>
                <p14:cNvContentPartPr/>
                <p14:nvPr/>
              </p14:nvContentPartPr>
              <p14:xfrm>
                <a:off x="2722080" y="3472470"/>
                <a:ext cx="127800" cy="149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A1CE4F5-C095-5263-98A1-63F19DE9324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717760" y="3468150"/>
                  <a:ext cx="1364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1755A0A-A090-F393-B632-ECD2ACAF40D3}"/>
                    </a:ext>
                  </a:extLst>
                </p14:cNvPr>
                <p14:cNvContentPartPr/>
                <p14:nvPr/>
              </p14:nvContentPartPr>
              <p14:xfrm>
                <a:off x="2750160" y="3502350"/>
                <a:ext cx="138600" cy="56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1755A0A-A090-F393-B632-ECD2ACAF40D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745840" y="3498030"/>
                  <a:ext cx="1472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13CC48E-D85C-E2C7-008E-7783A1E41FDD}"/>
                    </a:ext>
                  </a:extLst>
                </p14:cNvPr>
                <p14:cNvContentPartPr/>
                <p14:nvPr/>
              </p14:nvContentPartPr>
              <p14:xfrm>
                <a:off x="4003320" y="1854990"/>
                <a:ext cx="34560" cy="88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13CC48E-D85C-E2C7-008E-7783A1E41FD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999000" y="1850670"/>
                  <a:ext cx="43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900E8EB-EC9C-CA35-E98D-A03DFEEF5F10}"/>
                    </a:ext>
                  </a:extLst>
                </p14:cNvPr>
                <p14:cNvContentPartPr/>
                <p14:nvPr/>
              </p14:nvContentPartPr>
              <p14:xfrm>
                <a:off x="3928440" y="1800630"/>
                <a:ext cx="201960" cy="153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900E8EB-EC9C-CA35-E98D-A03DFEEF5F1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924120" y="1796310"/>
                  <a:ext cx="2106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530E981-2853-8F58-3DCF-2783A3BEE17A}"/>
                    </a:ext>
                  </a:extLst>
                </p14:cNvPr>
                <p14:cNvContentPartPr/>
                <p14:nvPr/>
              </p14:nvContentPartPr>
              <p14:xfrm>
                <a:off x="2739000" y="3787110"/>
                <a:ext cx="969840" cy="77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530E981-2853-8F58-3DCF-2783A3BEE17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734680" y="3782790"/>
                  <a:ext cx="9784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EA229EB-268C-6DEA-B795-1BD90855501D}"/>
                    </a:ext>
                  </a:extLst>
                </p14:cNvPr>
                <p14:cNvContentPartPr/>
                <p14:nvPr/>
              </p14:nvContentPartPr>
              <p14:xfrm>
                <a:off x="3446760" y="3568590"/>
                <a:ext cx="182880" cy="197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EA229EB-268C-6DEA-B795-1BD90855501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442440" y="3564270"/>
                  <a:ext cx="1915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2C6A004-093C-C1D2-1515-40E86761C941}"/>
                    </a:ext>
                  </a:extLst>
                </p14:cNvPr>
                <p14:cNvContentPartPr/>
                <p14:nvPr/>
              </p14:nvContentPartPr>
              <p14:xfrm>
                <a:off x="3152280" y="3849390"/>
                <a:ext cx="2288160" cy="1477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2C6A004-093C-C1D2-1515-40E86761C94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147960" y="3845070"/>
                  <a:ext cx="2296800" cy="14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77B0495-D342-80D9-E766-5F1375F132AA}"/>
                    </a:ext>
                  </a:extLst>
                </p14:cNvPr>
                <p14:cNvContentPartPr/>
                <p14:nvPr/>
              </p14:nvContentPartPr>
              <p14:xfrm>
                <a:off x="3516600" y="3841110"/>
                <a:ext cx="53280" cy="228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77B0495-D342-80D9-E766-5F1375F132A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512280" y="3836790"/>
                  <a:ext cx="619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8468229-4839-BA37-8FDA-9071B12290F4}"/>
                    </a:ext>
                  </a:extLst>
                </p14:cNvPr>
                <p14:cNvContentPartPr/>
                <p14:nvPr/>
              </p14:nvContentPartPr>
              <p14:xfrm>
                <a:off x="4500480" y="4558590"/>
                <a:ext cx="54000" cy="113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8468229-4839-BA37-8FDA-9071B12290F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496160" y="4554270"/>
                  <a:ext cx="626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C71EF50-9E14-7627-7C56-B3E7D272BA22}"/>
                    </a:ext>
                  </a:extLst>
                </p14:cNvPr>
                <p14:cNvContentPartPr/>
                <p14:nvPr/>
              </p14:nvContentPartPr>
              <p14:xfrm>
                <a:off x="4576080" y="4562910"/>
                <a:ext cx="70200" cy="94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C71EF50-9E14-7627-7C56-B3E7D272BA2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571760" y="4558590"/>
                  <a:ext cx="788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588150D-1863-59FD-FF13-90BBB29D1973}"/>
                    </a:ext>
                  </a:extLst>
                </p14:cNvPr>
                <p14:cNvContentPartPr/>
                <p14:nvPr/>
              </p14:nvContentPartPr>
              <p14:xfrm>
                <a:off x="4682640" y="4549590"/>
                <a:ext cx="66240" cy="81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588150D-1863-59FD-FF13-90BBB29D197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678320" y="4545270"/>
                  <a:ext cx="74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D7CAF41-3303-D3A1-4473-9248B8A4837F}"/>
                    </a:ext>
                  </a:extLst>
                </p14:cNvPr>
                <p14:cNvContentPartPr/>
                <p14:nvPr/>
              </p14:nvContentPartPr>
              <p14:xfrm>
                <a:off x="4852560" y="4462470"/>
                <a:ext cx="139680" cy="117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D7CAF41-3303-D3A1-4473-9248B8A4837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848240" y="4458150"/>
                  <a:ext cx="1483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6F6AEC0-3F7C-E330-6DC0-EA41B564F649}"/>
                    </a:ext>
                  </a:extLst>
                </p14:cNvPr>
                <p14:cNvContentPartPr/>
                <p14:nvPr/>
              </p14:nvContentPartPr>
              <p14:xfrm>
                <a:off x="4905840" y="4521870"/>
                <a:ext cx="79200" cy="19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6F6AEC0-3F7C-E330-6DC0-EA41B564F64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901520" y="4517550"/>
                  <a:ext cx="87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73EB5E1-7889-2E1C-F17B-344F6D3604A5}"/>
                    </a:ext>
                  </a:extLst>
                </p14:cNvPr>
                <p14:cNvContentPartPr/>
                <p14:nvPr/>
              </p14:nvContentPartPr>
              <p14:xfrm>
                <a:off x="4989000" y="4467870"/>
                <a:ext cx="129600" cy="69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73EB5E1-7889-2E1C-F17B-344F6D3604A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984680" y="4463550"/>
                  <a:ext cx="1382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B4CC379-769C-C92A-6A93-0FD812E10E17}"/>
                    </a:ext>
                  </a:extLst>
                </p14:cNvPr>
                <p14:cNvContentPartPr/>
                <p14:nvPr/>
              </p14:nvContentPartPr>
              <p14:xfrm>
                <a:off x="5153520" y="4411350"/>
                <a:ext cx="115560" cy="102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B4CC379-769C-C92A-6A93-0FD812E10E1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149200" y="4407030"/>
                  <a:ext cx="1242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9A1E85E-2D1B-AB5F-2CAE-0E5BE20437B8}"/>
                    </a:ext>
                  </a:extLst>
                </p14:cNvPr>
                <p14:cNvContentPartPr/>
                <p14:nvPr/>
              </p14:nvContentPartPr>
              <p14:xfrm>
                <a:off x="5297520" y="4377870"/>
                <a:ext cx="107280" cy="87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9A1E85E-2D1B-AB5F-2CAE-0E5BE20437B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293200" y="4373550"/>
                  <a:ext cx="1159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FD9060D-D769-CB6F-9045-C4712D7BA15E}"/>
                    </a:ext>
                  </a:extLst>
                </p14:cNvPr>
                <p14:cNvContentPartPr/>
                <p14:nvPr/>
              </p14:nvContentPartPr>
              <p14:xfrm>
                <a:off x="5499480" y="4311630"/>
                <a:ext cx="159480" cy="96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FD9060D-D769-CB6F-9045-C4712D7BA15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495160" y="4307310"/>
                  <a:ext cx="1681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A58BAA3-72C2-A77C-DA97-585794F57E5D}"/>
                    </a:ext>
                  </a:extLst>
                </p14:cNvPr>
                <p14:cNvContentPartPr/>
                <p14:nvPr/>
              </p14:nvContentPartPr>
              <p14:xfrm>
                <a:off x="3163800" y="3865230"/>
                <a:ext cx="2025360" cy="1303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A58BAA3-72C2-A77C-DA97-585794F57E5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157680" y="3859110"/>
                  <a:ext cx="2037600" cy="13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9870FB8-2032-68C2-156F-BAA1E2DBA0AD}"/>
                    </a:ext>
                  </a:extLst>
                </p14:cNvPr>
                <p14:cNvContentPartPr/>
                <p14:nvPr/>
              </p14:nvContentPartPr>
              <p14:xfrm>
                <a:off x="5106360" y="5038470"/>
                <a:ext cx="184680" cy="1929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9870FB8-2032-68C2-156F-BAA1E2DBA0A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100240" y="5032350"/>
                  <a:ext cx="196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7ED8D06-CEAB-0C03-EA45-3B88AC50FA10}"/>
                    </a:ext>
                  </a:extLst>
                </p14:cNvPr>
                <p14:cNvContentPartPr/>
                <p14:nvPr/>
              </p14:nvContentPartPr>
              <p14:xfrm>
                <a:off x="5092320" y="5069430"/>
                <a:ext cx="210240" cy="178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ED8D06-CEAB-0C03-EA45-3B88AC50FA1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086200" y="5063310"/>
                  <a:ext cx="2224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656A870-B9BF-12D3-D04D-BABCF3BC5B27}"/>
                    </a:ext>
                  </a:extLst>
                </p14:cNvPr>
                <p14:cNvContentPartPr/>
                <p14:nvPr/>
              </p14:nvContentPartPr>
              <p14:xfrm>
                <a:off x="3210240" y="3721230"/>
                <a:ext cx="1496160" cy="1576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656A870-B9BF-12D3-D04D-BABCF3BC5B2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204120" y="3715110"/>
                  <a:ext cx="15084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3D79335-BFDE-B1DF-3390-57D03A26BA12}"/>
                    </a:ext>
                  </a:extLst>
                </p14:cNvPr>
                <p14:cNvContentPartPr/>
                <p14:nvPr/>
              </p14:nvContentPartPr>
              <p14:xfrm>
                <a:off x="4613160" y="3653190"/>
                <a:ext cx="119520" cy="1123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3D79335-BFDE-B1DF-3390-57D03A26BA1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607040" y="3647070"/>
                  <a:ext cx="131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BDE941F-6154-6EDB-B10B-B740805DDEF9}"/>
                    </a:ext>
                  </a:extLst>
                </p14:cNvPr>
                <p14:cNvContentPartPr/>
                <p14:nvPr/>
              </p14:nvContentPartPr>
              <p14:xfrm>
                <a:off x="3186120" y="3688830"/>
                <a:ext cx="1491840" cy="1724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BDE941F-6154-6EDB-B10B-B740805DDEF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180000" y="3682710"/>
                  <a:ext cx="15040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81BE424-8E8B-F5C6-2D68-E25FC6186835}"/>
                    </a:ext>
                  </a:extLst>
                </p14:cNvPr>
                <p14:cNvContentPartPr/>
                <p14:nvPr/>
              </p14:nvContentPartPr>
              <p14:xfrm>
                <a:off x="4591920" y="3651030"/>
                <a:ext cx="156600" cy="1404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81BE424-8E8B-F5C6-2D68-E25FC618683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585800" y="3644910"/>
                  <a:ext cx="168840" cy="15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74330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8494827-300A-EC19-22BB-572E9F74C78F}"/>
              </a:ext>
            </a:extLst>
          </p:cNvPr>
          <p:cNvGrpSpPr/>
          <p:nvPr/>
        </p:nvGrpSpPr>
        <p:grpSpPr>
          <a:xfrm>
            <a:off x="4128240" y="1066230"/>
            <a:ext cx="1470960" cy="1130400"/>
            <a:chOff x="4128240" y="1066230"/>
            <a:chExt cx="1470960" cy="113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B42E911-83EF-1D3C-61F4-6F809F9EBE00}"/>
                    </a:ext>
                  </a:extLst>
                </p14:cNvPr>
                <p14:cNvContentPartPr/>
                <p14:nvPr/>
              </p14:nvContentPartPr>
              <p14:xfrm>
                <a:off x="4128240" y="1509390"/>
                <a:ext cx="977760" cy="687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B42E911-83EF-1D3C-61F4-6F809F9EBE0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23920" y="1505070"/>
                  <a:ext cx="986400" cy="69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9F094E2-7B51-86F9-6254-D432844EE9C9}"/>
                    </a:ext>
                  </a:extLst>
                </p14:cNvPr>
                <p14:cNvContentPartPr/>
                <p14:nvPr/>
              </p14:nvContentPartPr>
              <p14:xfrm>
                <a:off x="4809720" y="1266390"/>
                <a:ext cx="789480" cy="653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9F094E2-7B51-86F9-6254-D432844EE9C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05400" y="1262070"/>
                  <a:ext cx="79812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1EB370D-9364-5B72-ADB7-0E88535E4EE8}"/>
                    </a:ext>
                  </a:extLst>
                </p14:cNvPr>
                <p14:cNvContentPartPr/>
                <p14:nvPr/>
              </p14:nvContentPartPr>
              <p14:xfrm>
                <a:off x="4509120" y="1855710"/>
                <a:ext cx="90000" cy="91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1EB370D-9364-5B72-ADB7-0E88535E4EE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04800" y="1851390"/>
                  <a:ext cx="986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7C7F4B9-B9D1-6ED8-E920-EFD90A9B58C3}"/>
                    </a:ext>
                  </a:extLst>
                </p14:cNvPr>
                <p14:cNvContentPartPr/>
                <p14:nvPr/>
              </p14:nvContentPartPr>
              <p14:xfrm>
                <a:off x="5178720" y="1596510"/>
                <a:ext cx="16560" cy="75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7C7F4B9-B9D1-6ED8-E920-EFD90A9B58C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74400" y="1592190"/>
                  <a:ext cx="252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2B5639E-5EBD-3404-2FCB-87725865FA34}"/>
                    </a:ext>
                  </a:extLst>
                </p14:cNvPr>
                <p14:cNvContentPartPr/>
                <p14:nvPr/>
              </p14:nvContentPartPr>
              <p14:xfrm>
                <a:off x="4261440" y="1066230"/>
                <a:ext cx="555120" cy="483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2B5639E-5EBD-3404-2FCB-87725865FA3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57120" y="1061910"/>
                  <a:ext cx="56376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2836CD-2D29-F831-6EE6-EACBBE08A892}"/>
                    </a:ext>
                  </a:extLst>
                </p14:cNvPr>
                <p14:cNvContentPartPr/>
                <p14:nvPr/>
              </p14:nvContentPartPr>
              <p14:xfrm>
                <a:off x="4465200" y="1197990"/>
                <a:ext cx="38160" cy="325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B2836CD-2D29-F831-6EE6-EACBBE08A89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60880" y="1193670"/>
                  <a:ext cx="468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FBC5538-4655-0442-6BBE-EA588A0E9A05}"/>
                    </a:ext>
                  </a:extLst>
                </p14:cNvPr>
                <p14:cNvContentPartPr/>
                <p14:nvPr/>
              </p14:nvContentPartPr>
              <p14:xfrm>
                <a:off x="4402560" y="1401390"/>
                <a:ext cx="145440" cy="145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FBC5538-4655-0442-6BBE-EA588A0E9A0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98240" y="1397070"/>
                  <a:ext cx="154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9061A52-953F-01E8-4B9E-48610235B9D6}"/>
                    </a:ext>
                  </a:extLst>
                </p14:cNvPr>
                <p14:cNvContentPartPr/>
                <p14:nvPr/>
              </p14:nvContentPartPr>
              <p14:xfrm>
                <a:off x="4632240" y="1702710"/>
                <a:ext cx="422280" cy="183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9061A52-953F-01E8-4B9E-48610235B9D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27920" y="1698390"/>
                  <a:ext cx="4309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795C246-801B-4326-DC88-923C29FB2619}"/>
                    </a:ext>
                  </a:extLst>
                </p14:cNvPr>
                <p14:cNvContentPartPr/>
                <p14:nvPr/>
              </p14:nvContentPartPr>
              <p14:xfrm>
                <a:off x="4685520" y="1690830"/>
                <a:ext cx="367200" cy="200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795C246-801B-4326-DC88-923C29FB261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81200" y="1686510"/>
                  <a:ext cx="3758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0084B4D-94CC-56CB-4046-0C02ABAF6471}"/>
                    </a:ext>
                  </a:extLst>
                </p14:cNvPr>
                <p14:cNvContentPartPr/>
                <p14:nvPr/>
              </p14:nvContentPartPr>
              <p14:xfrm>
                <a:off x="4840320" y="1671750"/>
                <a:ext cx="183960" cy="126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0084B4D-94CC-56CB-4046-0C02ABAF647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36000" y="1667430"/>
                  <a:ext cx="192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4E94972-3267-BF7D-0B46-16224853822D}"/>
                    </a:ext>
                  </a:extLst>
                </p14:cNvPr>
                <p14:cNvContentPartPr/>
                <p14:nvPr/>
              </p14:nvContentPartPr>
              <p14:xfrm>
                <a:off x="4415520" y="1265310"/>
                <a:ext cx="83880" cy="446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4E94972-3267-BF7D-0B46-16224853822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11200" y="1260990"/>
                  <a:ext cx="9252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E107AF9-866D-B53A-E8B5-1FB44D0C703D}"/>
                    </a:ext>
                  </a:extLst>
                </p14:cNvPr>
                <p14:cNvContentPartPr/>
                <p14:nvPr/>
              </p14:nvContentPartPr>
              <p14:xfrm>
                <a:off x="4378080" y="1621710"/>
                <a:ext cx="145440" cy="128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E107AF9-866D-B53A-E8B5-1FB44D0C703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73760" y="1617390"/>
                  <a:ext cx="1540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F5CACCE-CE07-EE29-48A4-9B017C9E8636}"/>
                    </a:ext>
                  </a:extLst>
                </p14:cNvPr>
                <p14:cNvContentPartPr/>
                <p14:nvPr/>
              </p14:nvContentPartPr>
              <p14:xfrm>
                <a:off x="4397160" y="1249110"/>
                <a:ext cx="124200" cy="132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F5CACCE-CE07-EE29-48A4-9B017C9E863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92840" y="1244790"/>
                  <a:ext cx="13284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2BB3859-A178-668D-5FA5-CDAE8FD419FD}"/>
              </a:ext>
            </a:extLst>
          </p:cNvPr>
          <p:cNvGrpSpPr/>
          <p:nvPr/>
        </p:nvGrpSpPr>
        <p:grpSpPr>
          <a:xfrm>
            <a:off x="6835440" y="884070"/>
            <a:ext cx="1382400" cy="263880"/>
            <a:chOff x="6835440" y="884070"/>
            <a:chExt cx="138240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719CAAA-8143-1D1C-B5E2-8457B1285E13}"/>
                    </a:ext>
                  </a:extLst>
                </p14:cNvPr>
                <p14:cNvContentPartPr/>
                <p14:nvPr/>
              </p14:nvContentPartPr>
              <p14:xfrm>
                <a:off x="6835440" y="974070"/>
                <a:ext cx="170640" cy="121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719CAAA-8143-1D1C-B5E2-8457B1285E1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31120" y="969750"/>
                  <a:ext cx="1792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FAD3CFB-3603-210F-4608-93839A5C2EB6}"/>
                    </a:ext>
                  </a:extLst>
                </p14:cNvPr>
                <p14:cNvContentPartPr/>
                <p14:nvPr/>
              </p14:nvContentPartPr>
              <p14:xfrm>
                <a:off x="7025520" y="925830"/>
                <a:ext cx="245520" cy="163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FAD3CFB-3603-210F-4608-93839A5C2E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21200" y="921510"/>
                  <a:ext cx="2541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F09A60-C4D9-41E4-CBF8-B1F7C7BFEAFF}"/>
                    </a:ext>
                  </a:extLst>
                </p14:cNvPr>
                <p14:cNvContentPartPr/>
                <p14:nvPr/>
              </p14:nvContentPartPr>
              <p14:xfrm>
                <a:off x="7272120" y="999630"/>
                <a:ext cx="180360" cy="101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4F09A60-C4D9-41E4-CBF8-B1F7C7BFEAF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67800" y="995310"/>
                  <a:ext cx="1890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38C7906-5CF6-27DC-56A9-FDEB692A3321}"/>
                    </a:ext>
                  </a:extLst>
                </p14:cNvPr>
                <p14:cNvContentPartPr/>
                <p14:nvPr/>
              </p14:nvContentPartPr>
              <p14:xfrm>
                <a:off x="7417560" y="884070"/>
                <a:ext cx="108360" cy="174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38C7906-5CF6-27DC-56A9-FDEB692A33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413240" y="879750"/>
                  <a:ext cx="1170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630695C-FD55-7D67-2290-24DEEB74D294}"/>
                    </a:ext>
                  </a:extLst>
                </p14:cNvPr>
                <p14:cNvContentPartPr/>
                <p14:nvPr/>
              </p14:nvContentPartPr>
              <p14:xfrm>
                <a:off x="7462920" y="957150"/>
                <a:ext cx="141480" cy="120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630695C-FD55-7D67-2290-24DEEB74D2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58600" y="952830"/>
                  <a:ext cx="1501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D45E306-727B-2A51-5AC2-3DF6A82532FB}"/>
                    </a:ext>
                  </a:extLst>
                </p14:cNvPr>
                <p14:cNvContentPartPr/>
                <p14:nvPr/>
              </p14:nvContentPartPr>
              <p14:xfrm>
                <a:off x="7844880" y="885510"/>
                <a:ext cx="38880" cy="262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D45E306-727B-2A51-5AC2-3DF6A82532F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40560" y="881190"/>
                  <a:ext cx="47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30C3DAD-7F84-DEE1-573A-8498B824A077}"/>
                    </a:ext>
                  </a:extLst>
                </p14:cNvPr>
                <p14:cNvContentPartPr/>
                <p14:nvPr/>
              </p14:nvContentPartPr>
              <p14:xfrm>
                <a:off x="7786560" y="966150"/>
                <a:ext cx="228240" cy="88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30C3DAD-7F84-DEE1-573A-8498B824A0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82240" y="961830"/>
                  <a:ext cx="236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A360C21-DCAC-217E-1131-7137FDF7036E}"/>
                    </a:ext>
                  </a:extLst>
                </p14:cNvPr>
                <p14:cNvContentPartPr/>
                <p14:nvPr/>
              </p14:nvContentPartPr>
              <p14:xfrm>
                <a:off x="8026680" y="952830"/>
                <a:ext cx="191160" cy="84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A360C21-DCAC-217E-1131-7137FDF7036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22360" y="948510"/>
                  <a:ext cx="199800" cy="9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E39155C-AC77-0C48-C16B-9653D6D25326}"/>
              </a:ext>
            </a:extLst>
          </p:cNvPr>
          <p:cNvGrpSpPr/>
          <p:nvPr/>
        </p:nvGrpSpPr>
        <p:grpSpPr>
          <a:xfrm>
            <a:off x="8389560" y="841230"/>
            <a:ext cx="1204920" cy="218880"/>
            <a:chOff x="8389560" y="841230"/>
            <a:chExt cx="120492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ECE1E76-078B-1A12-8CFD-C826B4439075}"/>
                    </a:ext>
                  </a:extLst>
                </p14:cNvPr>
                <p14:cNvContentPartPr/>
                <p14:nvPr/>
              </p14:nvContentPartPr>
              <p14:xfrm>
                <a:off x="8389560" y="947430"/>
                <a:ext cx="128160" cy="88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ECE1E76-078B-1A12-8CFD-C826B44390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85240" y="943110"/>
                  <a:ext cx="1368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6D604FF-1B3B-6BAF-9054-2F175BF8B436}"/>
                    </a:ext>
                  </a:extLst>
                </p14:cNvPr>
                <p14:cNvContentPartPr/>
                <p14:nvPr/>
              </p14:nvContentPartPr>
              <p14:xfrm>
                <a:off x="8510520" y="938790"/>
                <a:ext cx="151200" cy="87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6D604FF-1B3B-6BAF-9054-2F175BF8B43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06200" y="934470"/>
                  <a:ext cx="1598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0BF0B44-9BE4-AA94-EC85-B67282D6B4DB}"/>
                    </a:ext>
                  </a:extLst>
                </p14:cNvPr>
                <p14:cNvContentPartPr/>
                <p14:nvPr/>
              </p14:nvContentPartPr>
              <p14:xfrm>
                <a:off x="8721120" y="849870"/>
                <a:ext cx="66240" cy="210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0BF0B44-9BE4-AA94-EC85-B67282D6B4D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16800" y="845550"/>
                  <a:ext cx="74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C4FB446-B4FA-C8AC-3305-2D0646054F79}"/>
                    </a:ext>
                  </a:extLst>
                </p14:cNvPr>
                <p14:cNvContentPartPr/>
                <p14:nvPr/>
              </p14:nvContentPartPr>
              <p14:xfrm>
                <a:off x="8832360" y="841230"/>
                <a:ext cx="82440" cy="189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C4FB446-B4FA-C8AC-3305-2D0646054F7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28040" y="836910"/>
                  <a:ext cx="910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68DC5E9-A855-1F7D-F86C-7018083175EB}"/>
                    </a:ext>
                  </a:extLst>
                </p14:cNvPr>
                <p14:cNvContentPartPr/>
                <p14:nvPr/>
              </p14:nvContentPartPr>
              <p14:xfrm>
                <a:off x="8949000" y="932310"/>
                <a:ext cx="43920" cy="8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68DC5E9-A855-1F7D-F86C-7018083175E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44680" y="927990"/>
                  <a:ext cx="525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44A24D9-017B-CE8D-2397-F77DC8777C8C}"/>
                    </a:ext>
                  </a:extLst>
                </p14:cNvPr>
                <p14:cNvContentPartPr/>
                <p14:nvPr/>
              </p14:nvContentPartPr>
              <p14:xfrm>
                <a:off x="8942520" y="885150"/>
                <a:ext cx="47880" cy="57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44A24D9-017B-CE8D-2397-F77DC8777C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938200" y="880830"/>
                  <a:ext cx="56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EA56E8D-B14C-BC41-4B22-A471C9B4DF90}"/>
                    </a:ext>
                  </a:extLst>
                </p14:cNvPr>
                <p14:cNvContentPartPr/>
                <p14:nvPr/>
              </p14:nvContentPartPr>
              <p14:xfrm>
                <a:off x="9036480" y="910350"/>
                <a:ext cx="103320" cy="130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EA56E8D-B14C-BC41-4B22-A471C9B4DF9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032160" y="906030"/>
                  <a:ext cx="111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96F5C30-5694-854F-576C-C190E9FE1D0B}"/>
                    </a:ext>
                  </a:extLst>
                </p14:cNvPr>
                <p14:cNvContentPartPr/>
                <p14:nvPr/>
              </p14:nvContentPartPr>
              <p14:xfrm>
                <a:off x="9137280" y="965070"/>
                <a:ext cx="34200" cy="76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96F5C30-5694-854F-576C-C190E9FE1D0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32960" y="960750"/>
                  <a:ext cx="428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BE779EE-4D21-EA96-AF92-9E2CD0852C7B}"/>
                    </a:ext>
                  </a:extLst>
                </p14:cNvPr>
                <p14:cNvContentPartPr/>
                <p14:nvPr/>
              </p14:nvContentPartPr>
              <p14:xfrm>
                <a:off x="9186600" y="912150"/>
                <a:ext cx="407880" cy="147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BE779EE-4D21-EA96-AF92-9E2CD0852C7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182280" y="907830"/>
                  <a:ext cx="4165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8AC1A54-5FBD-32C2-7E8E-DBFC0F9EC7B7}"/>
              </a:ext>
            </a:extLst>
          </p:cNvPr>
          <p:cNvGrpSpPr/>
          <p:nvPr/>
        </p:nvGrpSpPr>
        <p:grpSpPr>
          <a:xfrm>
            <a:off x="6986640" y="1280070"/>
            <a:ext cx="1090800" cy="193680"/>
            <a:chOff x="6986640" y="1280070"/>
            <a:chExt cx="1090800" cy="19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1832A82-0FD0-A606-52AA-BFBE4B55B496}"/>
                    </a:ext>
                  </a:extLst>
                </p14:cNvPr>
                <p14:cNvContentPartPr/>
                <p14:nvPr/>
              </p14:nvContentPartPr>
              <p14:xfrm>
                <a:off x="6986640" y="1280070"/>
                <a:ext cx="722520" cy="193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1832A82-0FD0-A606-52AA-BFBE4B55B49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82320" y="1275750"/>
                  <a:ext cx="7311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9CFBB6E-EFE5-D602-EC99-0076AB7EB36B}"/>
                    </a:ext>
                  </a:extLst>
                </p14:cNvPr>
                <p14:cNvContentPartPr/>
                <p14:nvPr/>
              </p14:nvContentPartPr>
              <p14:xfrm>
                <a:off x="7721760" y="1379430"/>
                <a:ext cx="165600" cy="83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9CFBB6E-EFE5-D602-EC99-0076AB7EB36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717440" y="1375110"/>
                  <a:ext cx="1742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8A1E96E-0CD6-DA28-D13B-95F9D3B14F86}"/>
                    </a:ext>
                  </a:extLst>
                </p14:cNvPr>
                <p14:cNvContentPartPr/>
                <p14:nvPr/>
              </p14:nvContentPartPr>
              <p14:xfrm>
                <a:off x="7914360" y="1378710"/>
                <a:ext cx="163080" cy="90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8A1E96E-0CD6-DA28-D13B-95F9D3B14F8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10040" y="1374390"/>
                  <a:ext cx="17172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4419510-77F5-4131-BDC3-4A2906769EB4}"/>
              </a:ext>
            </a:extLst>
          </p:cNvPr>
          <p:cNvGrpSpPr/>
          <p:nvPr/>
        </p:nvGrpSpPr>
        <p:grpSpPr>
          <a:xfrm>
            <a:off x="8630760" y="1300950"/>
            <a:ext cx="731520" cy="224280"/>
            <a:chOff x="8630760" y="1300950"/>
            <a:chExt cx="73152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C77E859-6C8B-3EF6-2068-EEA3497DCD39}"/>
                    </a:ext>
                  </a:extLst>
                </p14:cNvPr>
                <p14:cNvContentPartPr/>
                <p14:nvPr/>
              </p14:nvContentPartPr>
              <p14:xfrm>
                <a:off x="8630760" y="1404270"/>
                <a:ext cx="29160" cy="82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C77E859-6C8B-3EF6-2068-EEA3497DCD3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26440" y="1399950"/>
                  <a:ext cx="378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ABA6576-807D-20B3-5B0A-7E7053E5935D}"/>
                    </a:ext>
                  </a:extLst>
                </p14:cNvPr>
                <p14:cNvContentPartPr/>
                <p14:nvPr/>
              </p14:nvContentPartPr>
              <p14:xfrm>
                <a:off x="8645880" y="1300950"/>
                <a:ext cx="11520" cy="12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ABA6576-807D-20B3-5B0A-7E7053E5935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641560" y="1296630"/>
                  <a:ext cx="201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5A32B9E-C60E-55AE-F3D0-7A2F5AD6DBDE}"/>
                    </a:ext>
                  </a:extLst>
                </p14:cNvPr>
                <p14:cNvContentPartPr/>
                <p14:nvPr/>
              </p14:nvContentPartPr>
              <p14:xfrm>
                <a:off x="8737680" y="1393830"/>
                <a:ext cx="34920" cy="77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5A32B9E-C60E-55AE-F3D0-7A2F5AD6DBD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33360" y="1389510"/>
                  <a:ext cx="435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99C3C24-FD91-430B-0556-809B6EA850FE}"/>
                    </a:ext>
                  </a:extLst>
                </p14:cNvPr>
                <p14:cNvContentPartPr/>
                <p14:nvPr/>
              </p14:nvContentPartPr>
              <p14:xfrm>
                <a:off x="8908320" y="1330110"/>
                <a:ext cx="149040" cy="189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99C3C24-FD91-430B-0556-809B6EA850F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04000" y="1325790"/>
                  <a:ext cx="1576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3C8768F-0B5D-1295-0AE1-427CF8E416D1}"/>
                    </a:ext>
                  </a:extLst>
                </p14:cNvPr>
                <p14:cNvContentPartPr/>
                <p14:nvPr/>
              </p14:nvContentPartPr>
              <p14:xfrm>
                <a:off x="8942160" y="1305270"/>
                <a:ext cx="84600" cy="219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3C8768F-0B5D-1295-0AE1-427CF8E416D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937840" y="1300950"/>
                  <a:ext cx="93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016AE4C-6ECA-BF59-C3A2-4E07608300EE}"/>
                    </a:ext>
                  </a:extLst>
                </p14:cNvPr>
                <p14:cNvContentPartPr/>
                <p14:nvPr/>
              </p14:nvContentPartPr>
              <p14:xfrm>
                <a:off x="9184080" y="1365030"/>
                <a:ext cx="61200" cy="139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016AE4C-6ECA-BF59-C3A2-4E07608300E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79760" y="1360710"/>
                  <a:ext cx="698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F1C431A-8CC9-AAC3-89C2-4B65EEF0226E}"/>
                    </a:ext>
                  </a:extLst>
                </p14:cNvPr>
                <p14:cNvContentPartPr/>
                <p14:nvPr/>
              </p14:nvContentPartPr>
              <p14:xfrm>
                <a:off x="9291360" y="1355310"/>
                <a:ext cx="70920" cy="150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F1C431A-8CC9-AAC3-89C2-4B65EEF0226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87040" y="1350990"/>
                  <a:ext cx="7956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0FB34F1-1C18-74BB-86F2-350A9442C862}"/>
                  </a:ext>
                </a:extLst>
              </p14:cNvPr>
              <p14:cNvContentPartPr/>
              <p14:nvPr/>
            </p14:nvContentPartPr>
            <p14:xfrm>
              <a:off x="6934080" y="1701990"/>
              <a:ext cx="1977480" cy="36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0FB34F1-1C18-74BB-86F2-350A9442C86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929760" y="1697670"/>
                <a:ext cx="198612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940D1DA3-97AA-6EF3-C04B-869C3FE24F9F}"/>
              </a:ext>
            </a:extLst>
          </p:cNvPr>
          <p:cNvGrpSpPr/>
          <p:nvPr/>
        </p:nvGrpSpPr>
        <p:grpSpPr>
          <a:xfrm>
            <a:off x="6996000" y="1875150"/>
            <a:ext cx="925200" cy="146880"/>
            <a:chOff x="6996000" y="1875150"/>
            <a:chExt cx="92520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9CE005C-5908-2A08-7556-327583190FD6}"/>
                    </a:ext>
                  </a:extLst>
                </p14:cNvPr>
                <p14:cNvContentPartPr/>
                <p14:nvPr/>
              </p14:nvContentPartPr>
              <p14:xfrm>
                <a:off x="6996000" y="1921590"/>
                <a:ext cx="183960" cy="99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9CE005C-5908-2A08-7556-327583190FD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991680" y="1917270"/>
                  <a:ext cx="1926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4FAC555-290B-7DD9-E2E1-1B1D363FC14C}"/>
                    </a:ext>
                  </a:extLst>
                </p14:cNvPr>
                <p14:cNvContentPartPr/>
                <p14:nvPr/>
              </p14:nvContentPartPr>
              <p14:xfrm>
                <a:off x="7215240" y="1907190"/>
                <a:ext cx="152640" cy="114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4FAC555-290B-7DD9-E2E1-1B1D363FC14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210920" y="1902870"/>
                  <a:ext cx="161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16C4FC5-1F45-2BAE-4B44-B846E112EC73}"/>
                    </a:ext>
                  </a:extLst>
                </p14:cNvPr>
                <p14:cNvContentPartPr/>
                <p14:nvPr/>
              </p14:nvContentPartPr>
              <p14:xfrm>
                <a:off x="7388400" y="1907910"/>
                <a:ext cx="132840" cy="105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16C4FC5-1F45-2BAE-4B44-B846E112EC7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84080" y="1903590"/>
                  <a:ext cx="1414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2854AB8-68D0-AA7E-8FB1-AF07DE05C2C2}"/>
                    </a:ext>
                  </a:extLst>
                </p14:cNvPr>
                <p14:cNvContentPartPr/>
                <p14:nvPr/>
              </p14:nvContentPartPr>
              <p14:xfrm>
                <a:off x="7705920" y="1908990"/>
                <a:ext cx="45720" cy="95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2854AB8-68D0-AA7E-8FB1-AF07DE05C2C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701600" y="1904670"/>
                  <a:ext cx="543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009B889-4278-27E2-BA78-1EF17B1202BE}"/>
                    </a:ext>
                  </a:extLst>
                </p14:cNvPr>
                <p14:cNvContentPartPr/>
                <p14:nvPr/>
              </p14:nvContentPartPr>
              <p14:xfrm>
                <a:off x="7669200" y="1875150"/>
                <a:ext cx="122400" cy="42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009B889-4278-27E2-BA78-1EF17B1202B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64880" y="1870830"/>
                  <a:ext cx="1310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B3EC93D-BA66-F23A-F5C2-66BDAF2C15B4}"/>
                    </a:ext>
                  </a:extLst>
                </p14:cNvPr>
                <p14:cNvContentPartPr/>
                <p14:nvPr/>
              </p14:nvContentPartPr>
              <p14:xfrm>
                <a:off x="7798080" y="1907910"/>
                <a:ext cx="123120" cy="93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B3EC93D-BA66-F23A-F5C2-66BDAF2C15B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93760" y="1903590"/>
                  <a:ext cx="1317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8A874A1-2C16-99BF-1040-1B6B2599C1C4}"/>
              </a:ext>
            </a:extLst>
          </p:cNvPr>
          <p:cNvGrpSpPr/>
          <p:nvPr/>
        </p:nvGrpSpPr>
        <p:grpSpPr>
          <a:xfrm>
            <a:off x="8160960" y="1817910"/>
            <a:ext cx="2197800" cy="187200"/>
            <a:chOff x="8160960" y="1817910"/>
            <a:chExt cx="2197800" cy="18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C32EED7-904E-BCAC-125F-4D1EB3699A94}"/>
                    </a:ext>
                  </a:extLst>
                </p14:cNvPr>
                <p14:cNvContentPartPr/>
                <p14:nvPr/>
              </p14:nvContentPartPr>
              <p14:xfrm>
                <a:off x="8160960" y="1871910"/>
                <a:ext cx="146520" cy="117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C32EED7-904E-BCAC-125F-4D1EB3699A9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156640" y="1867590"/>
                  <a:ext cx="1551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65B90A2-B8EC-5FBF-FA7A-AA36C7CAC0B5}"/>
                    </a:ext>
                  </a:extLst>
                </p14:cNvPr>
                <p14:cNvContentPartPr/>
                <p14:nvPr/>
              </p14:nvContentPartPr>
              <p14:xfrm>
                <a:off x="8289480" y="1888470"/>
                <a:ext cx="150840" cy="98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65B90A2-B8EC-5FBF-FA7A-AA36C7CAC0B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85160" y="1884150"/>
                  <a:ext cx="1594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5571605-7B5B-2D3A-10F3-ADD94EC9E2B8}"/>
                    </a:ext>
                  </a:extLst>
                </p14:cNvPr>
                <p14:cNvContentPartPr/>
                <p14:nvPr/>
              </p14:nvContentPartPr>
              <p14:xfrm>
                <a:off x="8450760" y="1872990"/>
                <a:ext cx="128160" cy="117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5571605-7B5B-2D3A-10F3-ADD94EC9E2B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46440" y="1868670"/>
                  <a:ext cx="1368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C724117-BD1A-353E-A8A6-D539CC402D62}"/>
                    </a:ext>
                  </a:extLst>
                </p14:cNvPr>
                <p14:cNvContentPartPr/>
                <p14:nvPr/>
              </p14:nvContentPartPr>
              <p14:xfrm>
                <a:off x="8575680" y="1857150"/>
                <a:ext cx="124560" cy="141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C724117-BD1A-353E-A8A6-D539CC402D6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571360" y="1852830"/>
                  <a:ext cx="1332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43B96E1-4C53-0C30-FD53-8C9649ABDD37}"/>
                    </a:ext>
                  </a:extLst>
                </p14:cNvPr>
                <p14:cNvContentPartPr/>
                <p14:nvPr/>
              </p14:nvContentPartPr>
              <p14:xfrm>
                <a:off x="8750640" y="1887750"/>
                <a:ext cx="20880" cy="79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43B96E1-4C53-0C30-FD53-8C9649ABDD3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46320" y="1883430"/>
                  <a:ext cx="295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306BAE8-A1A2-A42B-627C-0EC7B635AA01}"/>
                    </a:ext>
                  </a:extLst>
                </p14:cNvPr>
                <p14:cNvContentPartPr/>
                <p14:nvPr/>
              </p14:nvContentPartPr>
              <p14:xfrm>
                <a:off x="8673240" y="1871190"/>
                <a:ext cx="189000" cy="21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306BAE8-A1A2-A42B-627C-0EC7B635AA0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68920" y="1866870"/>
                  <a:ext cx="197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58908D1-F34F-54F3-C924-0B11880F7400}"/>
                    </a:ext>
                  </a:extLst>
                </p14:cNvPr>
                <p14:cNvContentPartPr/>
                <p14:nvPr/>
              </p14:nvContentPartPr>
              <p14:xfrm>
                <a:off x="8693040" y="1948590"/>
                <a:ext cx="152280" cy="46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58908D1-F34F-54F3-C924-0B11880F740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88720" y="1944270"/>
                  <a:ext cx="160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EDDA657-22AC-CFC2-4765-64E42B3E4145}"/>
                    </a:ext>
                  </a:extLst>
                </p14:cNvPr>
                <p14:cNvContentPartPr/>
                <p14:nvPr/>
              </p14:nvContentPartPr>
              <p14:xfrm>
                <a:off x="8871600" y="1867230"/>
                <a:ext cx="129240" cy="137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EDDA657-22AC-CFC2-4765-64E42B3E414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867280" y="1862910"/>
                  <a:ext cx="137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6B2838F-A675-2C44-D094-7AA6E91DBD0D}"/>
                    </a:ext>
                  </a:extLst>
                </p14:cNvPr>
                <p14:cNvContentPartPr/>
                <p14:nvPr/>
              </p14:nvContentPartPr>
              <p14:xfrm>
                <a:off x="9034320" y="1892070"/>
                <a:ext cx="18000" cy="69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6B2838F-A675-2C44-D094-7AA6E91DBD0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30000" y="1887750"/>
                  <a:ext cx="266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5DA61AC-A61B-E608-DCD4-58DD8E584BF1}"/>
                    </a:ext>
                  </a:extLst>
                </p14:cNvPr>
                <p14:cNvContentPartPr/>
                <p14:nvPr/>
              </p14:nvContentPartPr>
              <p14:xfrm>
                <a:off x="8954040" y="1860750"/>
                <a:ext cx="194400" cy="51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5DA61AC-A61B-E608-DCD4-58DD8E584BF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949720" y="1856430"/>
                  <a:ext cx="2030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15E3983-C625-43C2-F76A-053314E5BD0A}"/>
                    </a:ext>
                  </a:extLst>
                </p14:cNvPr>
                <p14:cNvContentPartPr/>
                <p14:nvPr/>
              </p14:nvContentPartPr>
              <p14:xfrm>
                <a:off x="8988600" y="1951470"/>
                <a:ext cx="169560" cy="39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15E3983-C625-43C2-F76A-053314E5BD0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984280" y="1947150"/>
                  <a:ext cx="178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306C23F-DA5C-F931-D1FC-A55726142E27}"/>
                    </a:ext>
                  </a:extLst>
                </p14:cNvPr>
                <p14:cNvContentPartPr/>
                <p14:nvPr/>
              </p14:nvContentPartPr>
              <p14:xfrm>
                <a:off x="9144120" y="1878750"/>
                <a:ext cx="166320" cy="103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306C23F-DA5C-F931-D1FC-A55726142E2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139800" y="1874430"/>
                  <a:ext cx="1749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0A5F852-FAA8-A54E-3FC7-D3CAADA69B11}"/>
                    </a:ext>
                  </a:extLst>
                </p14:cNvPr>
                <p14:cNvContentPartPr/>
                <p14:nvPr/>
              </p14:nvContentPartPr>
              <p14:xfrm>
                <a:off x="9288480" y="1875510"/>
                <a:ext cx="204840" cy="98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0A5F852-FAA8-A54E-3FC7-D3CAADA69B1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84160" y="1871190"/>
                  <a:ext cx="2134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5452AA2-B16F-05F4-F628-17A5C574B6AD}"/>
                    </a:ext>
                  </a:extLst>
                </p14:cNvPr>
                <p14:cNvContentPartPr/>
                <p14:nvPr/>
              </p14:nvContentPartPr>
              <p14:xfrm>
                <a:off x="9643800" y="1874790"/>
                <a:ext cx="155160" cy="101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5452AA2-B16F-05F4-F628-17A5C574B6A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39480" y="1870470"/>
                  <a:ext cx="1638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A5CB14C-C18A-4242-06A9-60F7E9694FB2}"/>
                    </a:ext>
                  </a:extLst>
                </p14:cNvPr>
                <p14:cNvContentPartPr/>
                <p14:nvPr/>
              </p14:nvContentPartPr>
              <p14:xfrm>
                <a:off x="9823080" y="1861470"/>
                <a:ext cx="24120" cy="75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A5CB14C-C18A-4242-06A9-60F7E9694FB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18760" y="1857150"/>
                  <a:ext cx="327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302A515-5E2F-33DA-4B52-E47FFE594E6C}"/>
                    </a:ext>
                  </a:extLst>
                </p14:cNvPr>
                <p14:cNvContentPartPr/>
                <p14:nvPr/>
              </p14:nvContentPartPr>
              <p14:xfrm>
                <a:off x="9778440" y="1838790"/>
                <a:ext cx="167400" cy="29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302A515-5E2F-33DA-4B52-E47FFE594E6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74120" y="1834470"/>
                  <a:ext cx="176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328C0FA-9A2B-84F5-1A4F-A44B754E7765}"/>
                    </a:ext>
                  </a:extLst>
                </p14:cNvPr>
                <p14:cNvContentPartPr/>
                <p14:nvPr/>
              </p14:nvContentPartPr>
              <p14:xfrm>
                <a:off x="9791760" y="1916910"/>
                <a:ext cx="132120" cy="55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328C0FA-9A2B-84F5-1A4F-A44B754E776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787440" y="1912590"/>
                  <a:ext cx="1407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797F4A4-42B6-54AA-D1A5-68B6DFE8084F}"/>
                    </a:ext>
                  </a:extLst>
                </p14:cNvPr>
                <p14:cNvContentPartPr/>
                <p14:nvPr/>
              </p14:nvContentPartPr>
              <p14:xfrm>
                <a:off x="9972480" y="1849590"/>
                <a:ext cx="136080" cy="144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797F4A4-42B6-54AA-D1A5-68B6DFE8084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968160" y="1845270"/>
                  <a:ext cx="1447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519D741-7DD7-946A-31FE-1F703E9721FF}"/>
                    </a:ext>
                  </a:extLst>
                </p14:cNvPr>
                <p14:cNvContentPartPr/>
                <p14:nvPr/>
              </p14:nvContentPartPr>
              <p14:xfrm>
                <a:off x="10155360" y="1833030"/>
                <a:ext cx="18000" cy="130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519D741-7DD7-946A-31FE-1F703E9721F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51040" y="1828710"/>
                  <a:ext cx="26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7E5C3D8-837A-6E97-FACE-44A21575F34E}"/>
                    </a:ext>
                  </a:extLst>
                </p14:cNvPr>
                <p14:cNvContentPartPr/>
                <p14:nvPr/>
              </p14:nvContentPartPr>
              <p14:xfrm>
                <a:off x="10090560" y="1817910"/>
                <a:ext cx="268200" cy="40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7E5C3D8-837A-6E97-FACE-44A21575F34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86240" y="1813590"/>
                  <a:ext cx="276840" cy="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006D555-535A-3BD6-80E0-DCB55757CD86}"/>
                  </a:ext>
                </a:extLst>
              </p14:cNvPr>
              <p14:cNvContentPartPr/>
              <p14:nvPr/>
            </p14:nvContentPartPr>
            <p14:xfrm>
              <a:off x="6976560" y="2209230"/>
              <a:ext cx="2592360" cy="1018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006D555-535A-3BD6-80E0-DCB55757CD8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972240" y="2204910"/>
                <a:ext cx="260100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0151FC9-6184-6C29-3497-6CB7D1038832}"/>
              </a:ext>
            </a:extLst>
          </p:cNvPr>
          <p:cNvGrpSpPr/>
          <p:nvPr/>
        </p:nvGrpSpPr>
        <p:grpSpPr>
          <a:xfrm>
            <a:off x="7095000" y="2408310"/>
            <a:ext cx="1350720" cy="317520"/>
            <a:chOff x="7095000" y="2408310"/>
            <a:chExt cx="1350720" cy="3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FE869BC-50D5-0FE1-A225-6E04A243C766}"/>
                    </a:ext>
                  </a:extLst>
                </p14:cNvPr>
                <p14:cNvContentPartPr/>
                <p14:nvPr/>
              </p14:nvContentPartPr>
              <p14:xfrm>
                <a:off x="7095000" y="2567430"/>
                <a:ext cx="181080" cy="158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FE869BC-50D5-0FE1-A225-6E04A243C76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90680" y="2563110"/>
                  <a:ext cx="189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3857EE2-827E-F395-E08F-65E90773D9E8}"/>
                    </a:ext>
                  </a:extLst>
                </p14:cNvPr>
                <p14:cNvContentPartPr/>
                <p14:nvPr/>
              </p14:nvContentPartPr>
              <p14:xfrm>
                <a:off x="7307400" y="2633670"/>
                <a:ext cx="169200" cy="87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3857EE2-827E-F395-E08F-65E90773D9E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03080" y="2629350"/>
                  <a:ext cx="1778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36CE615-408F-8EE4-BF3D-E2C1F4BC326E}"/>
                    </a:ext>
                  </a:extLst>
                </p14:cNvPr>
                <p14:cNvContentPartPr/>
                <p14:nvPr/>
              </p14:nvContentPartPr>
              <p14:xfrm>
                <a:off x="7477320" y="2503350"/>
                <a:ext cx="60480" cy="204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36CE615-408F-8EE4-BF3D-E2C1F4BC326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473000" y="2499030"/>
                  <a:ext cx="691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45B913A-20BA-AD5A-6764-9B361D38AEBD}"/>
                    </a:ext>
                  </a:extLst>
                </p14:cNvPr>
                <p14:cNvContentPartPr/>
                <p14:nvPr/>
              </p14:nvContentPartPr>
              <p14:xfrm>
                <a:off x="7572000" y="2600910"/>
                <a:ext cx="87480" cy="120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45B913A-20BA-AD5A-6764-9B361D38AEB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567680" y="2596590"/>
                  <a:ext cx="961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24AD55D-25DF-12EA-0DF2-464B641B3952}"/>
                    </a:ext>
                  </a:extLst>
                </p14:cNvPr>
                <p14:cNvContentPartPr/>
                <p14:nvPr/>
              </p14:nvContentPartPr>
              <p14:xfrm>
                <a:off x="7712400" y="2611710"/>
                <a:ext cx="131400" cy="91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24AD55D-25DF-12EA-0DF2-464B641B395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08080" y="2607390"/>
                  <a:ext cx="140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DF058CD-6FD5-7E7C-7200-FD700EB660B2}"/>
                    </a:ext>
                  </a:extLst>
                </p14:cNvPr>
                <p14:cNvContentPartPr/>
                <p14:nvPr/>
              </p14:nvContentPartPr>
              <p14:xfrm>
                <a:off x="7893840" y="2456550"/>
                <a:ext cx="71640" cy="226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DF058CD-6FD5-7E7C-7200-FD700EB660B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889520" y="2452230"/>
                  <a:ext cx="802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B09DD87-1E4F-0A15-4C8B-8AC12D735B93}"/>
                    </a:ext>
                  </a:extLst>
                </p14:cNvPr>
                <p14:cNvContentPartPr/>
                <p14:nvPr/>
              </p14:nvContentPartPr>
              <p14:xfrm>
                <a:off x="8025960" y="2551950"/>
                <a:ext cx="181440" cy="97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B09DD87-1E4F-0A15-4C8B-8AC12D735B9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021640" y="2547630"/>
                  <a:ext cx="1900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28F700A-BDF9-EBDB-E4A3-2CF443F2454C}"/>
                    </a:ext>
                  </a:extLst>
                </p14:cNvPr>
                <p14:cNvContentPartPr/>
                <p14:nvPr/>
              </p14:nvContentPartPr>
              <p14:xfrm>
                <a:off x="8213160" y="2408310"/>
                <a:ext cx="232560" cy="2120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28F700A-BDF9-EBDB-E4A3-2CF443F2454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208840" y="2403990"/>
                  <a:ext cx="2412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82D9E59-C706-4689-ACEF-CF60C0BFD6AE}"/>
                    </a:ext>
                  </a:extLst>
                </p14:cNvPr>
                <p14:cNvContentPartPr/>
                <p14:nvPr/>
              </p14:nvContentPartPr>
              <p14:xfrm>
                <a:off x="7844880" y="2532870"/>
                <a:ext cx="4680" cy="1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82D9E59-C706-4689-ACEF-CF60C0BFD6A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840560" y="2528550"/>
                  <a:ext cx="13320" cy="1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F4E1ECA-F8F9-BB63-9C17-5F8F0CCC4448}"/>
              </a:ext>
            </a:extLst>
          </p:cNvPr>
          <p:cNvGrpSpPr/>
          <p:nvPr/>
        </p:nvGrpSpPr>
        <p:grpSpPr>
          <a:xfrm>
            <a:off x="8790240" y="2273310"/>
            <a:ext cx="2075760" cy="343440"/>
            <a:chOff x="8790240" y="2273310"/>
            <a:chExt cx="207576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2122D5B-0093-3108-C893-1DAEAEBE276E}"/>
                    </a:ext>
                  </a:extLst>
                </p14:cNvPr>
                <p14:cNvContentPartPr/>
                <p14:nvPr/>
              </p14:nvContentPartPr>
              <p14:xfrm>
                <a:off x="8790240" y="2470590"/>
                <a:ext cx="149400" cy="127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2122D5B-0093-3108-C893-1DAEAEBE276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785920" y="2466270"/>
                  <a:ext cx="158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F089147-86A1-35F7-6D96-BEA74F066887}"/>
                    </a:ext>
                  </a:extLst>
                </p14:cNvPr>
                <p14:cNvContentPartPr/>
                <p14:nvPr/>
              </p14:nvContentPartPr>
              <p14:xfrm>
                <a:off x="8958720" y="2527110"/>
                <a:ext cx="156960" cy="78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F089147-86A1-35F7-6D96-BEA74F06688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954400" y="2522790"/>
                  <a:ext cx="1656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3E18659-0397-DA86-AB1D-DC52F0105B1D}"/>
                    </a:ext>
                  </a:extLst>
                </p14:cNvPr>
                <p14:cNvContentPartPr/>
                <p14:nvPr/>
              </p14:nvContentPartPr>
              <p14:xfrm>
                <a:off x="9160320" y="2446110"/>
                <a:ext cx="53280" cy="170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3E18659-0397-DA86-AB1D-DC52F0105B1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156000" y="2441790"/>
                  <a:ext cx="61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F7A82E4-C937-8443-F1B5-7CC65D709CFA}"/>
                    </a:ext>
                  </a:extLst>
                </p14:cNvPr>
                <p14:cNvContentPartPr/>
                <p14:nvPr/>
              </p14:nvContentPartPr>
              <p14:xfrm>
                <a:off x="9239160" y="2405070"/>
                <a:ext cx="173160" cy="187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F7A82E4-C937-8443-F1B5-7CC65D709CF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34840" y="2400750"/>
                  <a:ext cx="181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F34BC26-8ABA-1930-C41F-3C284D758144}"/>
                    </a:ext>
                  </a:extLst>
                </p14:cNvPr>
                <p14:cNvContentPartPr/>
                <p14:nvPr/>
              </p14:nvContentPartPr>
              <p14:xfrm>
                <a:off x="9370920" y="2465910"/>
                <a:ext cx="43920" cy="6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F34BC26-8ABA-1930-C41F-3C284D75814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366600" y="2461590"/>
                  <a:ext cx="52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2BA5079-7211-D3EA-F3EC-BEFB2447ABF6}"/>
                    </a:ext>
                  </a:extLst>
                </p14:cNvPr>
                <p14:cNvContentPartPr/>
                <p14:nvPr/>
              </p14:nvContentPartPr>
              <p14:xfrm>
                <a:off x="9432120" y="2481750"/>
                <a:ext cx="165600" cy="128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BA5079-7211-D3EA-F3EC-BEFB2447ABF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427800" y="2477430"/>
                  <a:ext cx="1742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9646F48-4F9C-B9A0-3D15-17CD40350D00}"/>
                    </a:ext>
                  </a:extLst>
                </p14:cNvPr>
                <p14:cNvContentPartPr/>
                <p14:nvPr/>
              </p14:nvContentPartPr>
              <p14:xfrm>
                <a:off x="9592680" y="2487150"/>
                <a:ext cx="96480" cy="91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9646F48-4F9C-B9A0-3D15-17CD40350D0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88360" y="2482830"/>
                  <a:ext cx="105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00E12FB-D3B9-E18E-41AA-192798BDEF04}"/>
                    </a:ext>
                  </a:extLst>
                </p14:cNvPr>
                <p14:cNvContentPartPr/>
                <p14:nvPr/>
              </p14:nvContentPartPr>
              <p14:xfrm>
                <a:off x="9675840" y="2468070"/>
                <a:ext cx="225000" cy="950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00E12FB-D3B9-E18E-41AA-192798BDEF0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71520" y="2463750"/>
                  <a:ext cx="233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EE03AF5-6692-9833-43E1-989B40D8EA23}"/>
                    </a:ext>
                  </a:extLst>
                </p14:cNvPr>
                <p14:cNvContentPartPr/>
                <p14:nvPr/>
              </p14:nvContentPartPr>
              <p14:xfrm>
                <a:off x="10047720" y="2384190"/>
                <a:ext cx="245880" cy="177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EE03AF5-6692-9833-43E1-989B40D8EA2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43400" y="2379870"/>
                  <a:ext cx="2545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C851FD6-9702-4127-9A00-C36F1F0CA829}"/>
                    </a:ext>
                  </a:extLst>
                </p14:cNvPr>
                <p14:cNvContentPartPr/>
                <p14:nvPr/>
              </p14:nvContentPartPr>
              <p14:xfrm>
                <a:off x="10330680" y="2439270"/>
                <a:ext cx="115200" cy="85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C851FD6-9702-4127-9A00-C36F1F0CA82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326360" y="2434950"/>
                  <a:ext cx="1238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EA9CEC9-CF63-2B2C-97A5-F23F83FAE447}"/>
                    </a:ext>
                  </a:extLst>
                </p14:cNvPr>
                <p14:cNvContentPartPr/>
                <p14:nvPr/>
              </p14:nvContentPartPr>
              <p14:xfrm>
                <a:off x="10445520" y="2428470"/>
                <a:ext cx="114480" cy="81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EA9CEC9-CF63-2B2C-97A5-F23F83FAE44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441200" y="2424150"/>
                  <a:ext cx="1231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8DA5A53-4FA0-CFAB-DAE8-FE6585C58B8A}"/>
                    </a:ext>
                  </a:extLst>
                </p14:cNvPr>
                <p14:cNvContentPartPr/>
                <p14:nvPr/>
              </p14:nvContentPartPr>
              <p14:xfrm>
                <a:off x="10529040" y="2273310"/>
                <a:ext cx="336960" cy="268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8DA5A53-4FA0-CFAB-DAE8-FE6585C58B8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524720" y="2268990"/>
                  <a:ext cx="345600" cy="27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2FB2686-4652-A63E-6930-0EDA29EA149E}"/>
              </a:ext>
            </a:extLst>
          </p:cNvPr>
          <p:cNvGrpSpPr/>
          <p:nvPr/>
        </p:nvGrpSpPr>
        <p:grpSpPr>
          <a:xfrm>
            <a:off x="7147560" y="2964870"/>
            <a:ext cx="222120" cy="221400"/>
            <a:chOff x="7147560" y="2964870"/>
            <a:chExt cx="22212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14FFC2C-9DAC-4DE3-9AC8-70A3A337D38A}"/>
                    </a:ext>
                  </a:extLst>
                </p14:cNvPr>
                <p14:cNvContentPartPr/>
                <p14:nvPr/>
              </p14:nvContentPartPr>
              <p14:xfrm>
                <a:off x="7239360" y="3017790"/>
                <a:ext cx="18720" cy="112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14FFC2C-9DAC-4DE3-9AC8-70A3A337D38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35040" y="3013470"/>
                  <a:ext cx="273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F7B79EB-986E-03B5-17CA-AEC92D19BF40}"/>
                    </a:ext>
                  </a:extLst>
                </p14:cNvPr>
                <p14:cNvContentPartPr/>
                <p14:nvPr/>
              </p14:nvContentPartPr>
              <p14:xfrm>
                <a:off x="7147560" y="2964870"/>
                <a:ext cx="222120" cy="221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F7B79EB-986E-03B5-17CA-AEC92D19BF4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143240" y="2960550"/>
                  <a:ext cx="23076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522A97CD-E3D1-322B-15CC-32E01A71028B}"/>
              </a:ext>
            </a:extLst>
          </p:cNvPr>
          <p:cNvGrpSpPr/>
          <p:nvPr/>
        </p:nvGrpSpPr>
        <p:grpSpPr>
          <a:xfrm>
            <a:off x="7619160" y="2977110"/>
            <a:ext cx="1231200" cy="187920"/>
            <a:chOff x="7619160" y="2977110"/>
            <a:chExt cx="123120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91ABFF4-4328-2E52-56B6-0CC9F078296A}"/>
                    </a:ext>
                  </a:extLst>
                </p14:cNvPr>
                <p14:cNvContentPartPr/>
                <p14:nvPr/>
              </p14:nvContentPartPr>
              <p14:xfrm>
                <a:off x="7619160" y="3022470"/>
                <a:ext cx="114480" cy="119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91ABFF4-4328-2E52-56B6-0CC9F078296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614840" y="3018150"/>
                  <a:ext cx="1231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7FE44C4-BDE4-54B3-84C8-AE9A9477D256}"/>
                    </a:ext>
                  </a:extLst>
                </p14:cNvPr>
                <p14:cNvContentPartPr/>
                <p14:nvPr/>
              </p14:nvContentPartPr>
              <p14:xfrm>
                <a:off x="7744440" y="3061350"/>
                <a:ext cx="176400" cy="103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7FE44C4-BDE4-54B3-84C8-AE9A9477D25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740120" y="3057030"/>
                  <a:ext cx="1850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2CB332F-3603-24DB-E780-3C9C48619738}"/>
                    </a:ext>
                  </a:extLst>
                </p14:cNvPr>
                <p14:cNvContentPartPr/>
                <p14:nvPr/>
              </p14:nvContentPartPr>
              <p14:xfrm>
                <a:off x="7930920" y="2997270"/>
                <a:ext cx="59040" cy="160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2CB332F-3603-24DB-E780-3C9C4861973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926600" y="2992950"/>
                  <a:ext cx="67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CFB1C28-26EF-1203-B7B8-1C6546C1FD93}"/>
                    </a:ext>
                  </a:extLst>
                </p14:cNvPr>
                <p14:cNvContentPartPr/>
                <p14:nvPr/>
              </p14:nvContentPartPr>
              <p14:xfrm>
                <a:off x="8028840" y="3067110"/>
                <a:ext cx="162720" cy="84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CFB1C28-26EF-1203-B7B8-1C6546C1FD9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024520" y="3062790"/>
                  <a:ext cx="171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F5F5A22-E373-1EDC-0858-DAAEE1DD8E2E}"/>
                    </a:ext>
                  </a:extLst>
                </p14:cNvPr>
                <p14:cNvContentPartPr/>
                <p14:nvPr/>
              </p14:nvContentPartPr>
              <p14:xfrm>
                <a:off x="8423040" y="3037590"/>
                <a:ext cx="34920" cy="109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F5F5A22-E373-1EDC-0858-DAAEE1DD8E2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418720" y="3033270"/>
                  <a:ext cx="435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E93C610-0FDF-E5FF-B602-DD1ABDC658E5}"/>
                    </a:ext>
                  </a:extLst>
                </p14:cNvPr>
                <p14:cNvContentPartPr/>
                <p14:nvPr/>
              </p14:nvContentPartPr>
              <p14:xfrm>
                <a:off x="8405400" y="2997630"/>
                <a:ext cx="129600" cy="90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E93C610-0FDF-E5FF-B602-DD1ABDC658E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401080" y="2993310"/>
                  <a:ext cx="138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71A19CC-9FDA-159D-D594-EAD42A12408B}"/>
                    </a:ext>
                  </a:extLst>
                </p14:cNvPr>
                <p14:cNvContentPartPr/>
                <p14:nvPr/>
              </p14:nvContentPartPr>
              <p14:xfrm>
                <a:off x="8578200" y="2982510"/>
                <a:ext cx="98640" cy="93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71A19CC-9FDA-159D-D594-EAD42A12408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573880" y="2978190"/>
                  <a:ext cx="1072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5B4BD94-80BC-9FC9-F232-C9F14FE70050}"/>
                    </a:ext>
                  </a:extLst>
                </p14:cNvPr>
                <p14:cNvContentPartPr/>
                <p14:nvPr/>
              </p14:nvContentPartPr>
              <p14:xfrm>
                <a:off x="8699880" y="2977110"/>
                <a:ext cx="30960" cy="186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5B4BD94-80BC-9FC9-F232-C9F14FE7005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695560" y="2972790"/>
                  <a:ext cx="396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485BD43-BB27-E3A9-3A39-D136948CA3A3}"/>
                    </a:ext>
                  </a:extLst>
                </p14:cNvPr>
                <p14:cNvContentPartPr/>
                <p14:nvPr/>
              </p14:nvContentPartPr>
              <p14:xfrm>
                <a:off x="8745240" y="3058830"/>
                <a:ext cx="105120" cy="106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485BD43-BB27-E3A9-3A39-D136948CA3A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740920" y="3054510"/>
                  <a:ext cx="11376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1F332AB-22B4-01E4-D30B-F47AE9894CB7}"/>
              </a:ext>
            </a:extLst>
          </p:cNvPr>
          <p:cNvGrpSpPr/>
          <p:nvPr/>
        </p:nvGrpSpPr>
        <p:grpSpPr>
          <a:xfrm>
            <a:off x="9106680" y="2933190"/>
            <a:ext cx="391680" cy="209160"/>
            <a:chOff x="9106680" y="2933190"/>
            <a:chExt cx="39168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DBC50D1-2B5C-9060-3541-4952AC3D9A6E}"/>
                    </a:ext>
                  </a:extLst>
                </p14:cNvPr>
                <p14:cNvContentPartPr/>
                <p14:nvPr/>
              </p14:nvContentPartPr>
              <p14:xfrm>
                <a:off x="9106680" y="3007350"/>
                <a:ext cx="167400" cy="1350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DBC50D1-2B5C-9060-3541-4952AC3D9A6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102360" y="3003030"/>
                  <a:ext cx="1760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83D272A-5096-5231-ED18-073E55394CA1}"/>
                    </a:ext>
                  </a:extLst>
                </p14:cNvPr>
                <p14:cNvContentPartPr/>
                <p14:nvPr/>
              </p14:nvContentPartPr>
              <p14:xfrm>
                <a:off x="9268320" y="3025710"/>
                <a:ext cx="103680" cy="84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83D272A-5096-5231-ED18-073E55394CA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264000" y="3021390"/>
                  <a:ext cx="1123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33D073D-BD25-2DD0-8937-16B8743D164B}"/>
                    </a:ext>
                  </a:extLst>
                </p14:cNvPr>
                <p14:cNvContentPartPr/>
                <p14:nvPr/>
              </p14:nvContentPartPr>
              <p14:xfrm>
                <a:off x="9452640" y="2933190"/>
                <a:ext cx="45720" cy="186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33D073D-BD25-2DD0-8937-16B8743D164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448320" y="2928870"/>
                  <a:ext cx="54360" cy="19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DCEDD25-C755-687E-5700-C143D61CD5B4}"/>
                  </a:ext>
                </a:extLst>
              </p14:cNvPr>
              <p14:cNvContentPartPr/>
              <p14:nvPr/>
            </p14:nvContentPartPr>
            <p14:xfrm>
              <a:off x="9799680" y="2955510"/>
              <a:ext cx="43200" cy="1296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DCEDD25-C755-687E-5700-C143D61CD5B4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795360" y="2951190"/>
                <a:ext cx="51840" cy="13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CA1D890-FB64-E0DC-C48C-299B40E19A31}"/>
              </a:ext>
            </a:extLst>
          </p:cNvPr>
          <p:cNvGrpSpPr/>
          <p:nvPr/>
        </p:nvGrpSpPr>
        <p:grpSpPr>
          <a:xfrm>
            <a:off x="7184640" y="3486510"/>
            <a:ext cx="245160" cy="241200"/>
            <a:chOff x="7184640" y="3486510"/>
            <a:chExt cx="24516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0871E3F-95AF-EE2C-8D91-2DAD06718155}"/>
                    </a:ext>
                  </a:extLst>
                </p14:cNvPr>
                <p14:cNvContentPartPr/>
                <p14:nvPr/>
              </p14:nvContentPartPr>
              <p14:xfrm>
                <a:off x="7237560" y="3559950"/>
                <a:ext cx="112680" cy="114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0871E3F-95AF-EE2C-8D91-2DAD0671815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233240" y="3555630"/>
                  <a:ext cx="121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77B375E-BDAE-A80D-8C43-FAF2AF4EADC1}"/>
                    </a:ext>
                  </a:extLst>
                </p14:cNvPr>
                <p14:cNvContentPartPr/>
                <p14:nvPr/>
              </p14:nvContentPartPr>
              <p14:xfrm>
                <a:off x="7184640" y="3486510"/>
                <a:ext cx="245160" cy="241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77B375E-BDAE-A80D-8C43-FAF2AF4EADC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180320" y="3482190"/>
                  <a:ext cx="25380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93148B55-13CC-FD6D-550E-84A752B8DD05}"/>
              </a:ext>
            </a:extLst>
          </p:cNvPr>
          <p:cNvGrpSpPr/>
          <p:nvPr/>
        </p:nvGrpSpPr>
        <p:grpSpPr>
          <a:xfrm>
            <a:off x="7666320" y="3439350"/>
            <a:ext cx="696240" cy="223560"/>
            <a:chOff x="7666320" y="3439350"/>
            <a:chExt cx="69624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0BCE8D2-5C9F-47B4-3FDF-58CDC984433E}"/>
                    </a:ext>
                  </a:extLst>
                </p14:cNvPr>
                <p14:cNvContentPartPr/>
                <p14:nvPr/>
              </p14:nvContentPartPr>
              <p14:xfrm>
                <a:off x="7666320" y="3546630"/>
                <a:ext cx="142560" cy="107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0BCE8D2-5C9F-47B4-3FDF-58CDC984433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662000" y="3542310"/>
                  <a:ext cx="1512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73E39D7-5382-F7A8-1E90-118B9FEC259E}"/>
                    </a:ext>
                  </a:extLst>
                </p14:cNvPr>
                <p14:cNvContentPartPr/>
                <p14:nvPr/>
              </p14:nvContentPartPr>
              <p14:xfrm>
                <a:off x="7861080" y="3564990"/>
                <a:ext cx="243360" cy="979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73E39D7-5382-F7A8-1E90-118B9FEC259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856760" y="3560670"/>
                  <a:ext cx="2520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E065098-07E6-FF9C-E74E-886ED655CE0E}"/>
                    </a:ext>
                  </a:extLst>
                </p14:cNvPr>
                <p14:cNvContentPartPr/>
                <p14:nvPr/>
              </p14:nvContentPartPr>
              <p14:xfrm>
                <a:off x="8121720" y="3439350"/>
                <a:ext cx="69840" cy="180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E065098-07E6-FF9C-E74E-886ED655CE0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117400" y="3435030"/>
                  <a:ext cx="78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FF5BF39-B26C-9062-F196-F8AA8F0D2474}"/>
                    </a:ext>
                  </a:extLst>
                </p14:cNvPr>
                <p14:cNvContentPartPr/>
                <p14:nvPr/>
              </p14:nvContentPartPr>
              <p14:xfrm>
                <a:off x="8210280" y="3556710"/>
                <a:ext cx="152280" cy="97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FF5BF39-B26C-9062-F196-F8AA8F0D247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205960" y="3552390"/>
                  <a:ext cx="16092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09C0C4E-DC08-9A1D-FB44-C9E59264A429}"/>
              </a:ext>
            </a:extLst>
          </p:cNvPr>
          <p:cNvGrpSpPr/>
          <p:nvPr/>
        </p:nvGrpSpPr>
        <p:grpSpPr>
          <a:xfrm>
            <a:off x="8568840" y="3393270"/>
            <a:ext cx="426960" cy="210600"/>
            <a:chOff x="8568840" y="3393270"/>
            <a:chExt cx="42696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D7373B2-FD38-2902-D681-0BC93ACF56E6}"/>
                    </a:ext>
                  </a:extLst>
                </p14:cNvPr>
                <p14:cNvContentPartPr/>
                <p14:nvPr/>
              </p14:nvContentPartPr>
              <p14:xfrm>
                <a:off x="8568840" y="3418110"/>
                <a:ext cx="112680" cy="181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D7373B2-FD38-2902-D681-0BC93ACF56E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564520" y="3413790"/>
                  <a:ext cx="1213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A3A9AFE-685B-FB11-722D-8C58B7BC3224}"/>
                    </a:ext>
                  </a:extLst>
                </p14:cNvPr>
                <p14:cNvContentPartPr/>
                <p14:nvPr/>
              </p14:nvContentPartPr>
              <p14:xfrm>
                <a:off x="8723640" y="3393270"/>
                <a:ext cx="99000" cy="74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A3A9AFE-685B-FB11-722D-8C58B7BC322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719320" y="3388950"/>
                  <a:ext cx="1076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D9F3511-7F1D-1BBE-376F-AB61E82547AE}"/>
                    </a:ext>
                  </a:extLst>
                </p14:cNvPr>
                <p14:cNvContentPartPr/>
                <p14:nvPr/>
              </p14:nvContentPartPr>
              <p14:xfrm>
                <a:off x="8820840" y="3412710"/>
                <a:ext cx="60840" cy="1785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D9F3511-7F1D-1BBE-376F-AB61E82547A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816520" y="3408390"/>
                  <a:ext cx="694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B467D90-9A19-124B-2633-FBC64EEFBB42}"/>
                    </a:ext>
                  </a:extLst>
                </p14:cNvPr>
                <p14:cNvContentPartPr/>
                <p14:nvPr/>
              </p14:nvContentPartPr>
              <p14:xfrm>
                <a:off x="8860800" y="3498030"/>
                <a:ext cx="135000" cy="105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B467D90-9A19-124B-2633-FBC64EEFBB4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856480" y="3493710"/>
                  <a:ext cx="14364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5C51957-86AB-1EFA-6162-73125CD3F5DA}"/>
              </a:ext>
            </a:extLst>
          </p:cNvPr>
          <p:cNvGrpSpPr/>
          <p:nvPr/>
        </p:nvGrpSpPr>
        <p:grpSpPr>
          <a:xfrm>
            <a:off x="9217920" y="3350430"/>
            <a:ext cx="442080" cy="219240"/>
            <a:chOff x="9217920" y="3350430"/>
            <a:chExt cx="442080" cy="2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3144D5C-6CFF-A579-B68C-D44EB0647A6F}"/>
                    </a:ext>
                  </a:extLst>
                </p14:cNvPr>
                <p14:cNvContentPartPr/>
                <p14:nvPr/>
              </p14:nvContentPartPr>
              <p14:xfrm>
                <a:off x="9217920" y="3429990"/>
                <a:ext cx="127440" cy="131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3144D5C-6CFF-A579-B68C-D44EB0647A6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213600" y="3425670"/>
                  <a:ext cx="1360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53BAFBA-ADF2-BD7F-1FA6-5ACF1FCC797C}"/>
                    </a:ext>
                  </a:extLst>
                </p14:cNvPr>
                <p14:cNvContentPartPr/>
                <p14:nvPr/>
              </p14:nvContentPartPr>
              <p14:xfrm>
                <a:off x="9345360" y="3466710"/>
                <a:ext cx="153720" cy="82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53BAFBA-ADF2-BD7F-1FA6-5ACF1FCC797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341040" y="3462390"/>
                  <a:ext cx="162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17CB93D-D681-DA79-8F4F-753170DA131D}"/>
                    </a:ext>
                  </a:extLst>
                </p14:cNvPr>
                <p14:cNvContentPartPr/>
                <p14:nvPr/>
              </p14:nvContentPartPr>
              <p14:xfrm>
                <a:off x="9590160" y="3350430"/>
                <a:ext cx="69840" cy="219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17CB93D-D681-DA79-8F4F-753170DA131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585840" y="3346110"/>
                  <a:ext cx="78480" cy="2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27588A2B-6D3C-C217-052A-FEF3B7538B55}"/>
                  </a:ext>
                </a:extLst>
              </p14:cNvPr>
              <p14:cNvContentPartPr/>
              <p14:nvPr/>
            </p14:nvContentPartPr>
            <p14:xfrm>
              <a:off x="9914520" y="3387870"/>
              <a:ext cx="164880" cy="1425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27588A2B-6D3C-C217-052A-FEF3B7538B55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9910200" y="3383550"/>
                <a:ext cx="173520" cy="15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81043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B425F8-E350-6CB8-BB62-A61A82CA13E7}"/>
              </a:ext>
            </a:extLst>
          </p:cNvPr>
          <p:cNvSpPr txBox="1"/>
          <p:nvPr/>
        </p:nvSpPr>
        <p:spPr>
          <a:xfrm>
            <a:off x="971550" y="1114425"/>
            <a:ext cx="48577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Steps:</a:t>
            </a:r>
          </a:p>
          <a:p>
            <a:pPr marL="400050" indent="-400050">
              <a:buFont typeface="+mj-lt"/>
              <a:buAutoNum type="arabicPeriod"/>
            </a:pPr>
            <a:r>
              <a:rPr lang="en-US" dirty="0"/>
              <a:t>Generate data sets 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dirty="0"/>
              <a:t>PQB,PQBR,PQBS</a:t>
            </a:r>
          </a:p>
          <a:p>
            <a:pPr marL="400050" indent="-400050">
              <a:buFont typeface="+mj-lt"/>
              <a:buAutoNum type="arabicPeriod"/>
            </a:pPr>
            <a:r>
              <a:rPr lang="en-US" dirty="0"/>
              <a:t>Run particleD.exe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dirty="0"/>
              <a:t>Generates perfdataPQB.csv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dirty="0"/>
              <a:t>Generates *.D.csv report files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dirty="0"/>
              <a:t>Header</a:t>
            </a:r>
          </a:p>
          <a:p>
            <a:pPr marL="400050" indent="-400050">
              <a:buFont typeface="+mj-lt"/>
              <a:buAutoNum type="arabicPeriod"/>
            </a:pPr>
            <a:r>
              <a:rPr lang="en-US" dirty="0"/>
              <a:t>Run </a:t>
            </a:r>
            <a:r>
              <a:rPr lang="en-US" dirty="0" err="1"/>
              <a:t>PQBTablePerfAllDiag.cfg</a:t>
            </a:r>
            <a:r>
              <a:rPr lang="en-US" dirty="0"/>
              <a:t> 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dirty="0"/>
              <a:t>Generates perf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Runs in verification mode (</a:t>
            </a:r>
            <a:r>
              <a:rPr lang="en-US" dirty="0" err="1"/>
              <a:t>cfg.mode</a:t>
            </a:r>
            <a:r>
              <a:rPr lang="en-US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Produces a </a:t>
            </a:r>
            <a:r>
              <a:rPr lang="en-US" dirty="0" err="1"/>
              <a:t>repor</a:t>
            </a:r>
            <a:r>
              <a:rPr lang="en-US" dirty="0"/>
              <a:t> of all </a:t>
            </a:r>
            <a:r>
              <a:rPr lang="en-US" dirty="0" err="1"/>
              <a:t>unmatch</a:t>
            </a:r>
            <a:r>
              <a:rPr lang="en-US" dirty="0"/>
              <a:t> parameters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Run ParticleR.exe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Generates *.D.csv report files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/>
          </a:p>
          <a:p>
            <a:pPr marL="800100" lvl="1" indent="-342900">
              <a:buFont typeface="+mj-lt"/>
              <a:buAutoNum type="arabicPeriod"/>
            </a:pPr>
            <a:endParaRPr lang="en-US" dirty="0"/>
          </a:p>
          <a:p>
            <a:pPr lvl="1"/>
            <a:r>
              <a:rPr lang="en-US" dirty="0"/>
              <a:t>	</a:t>
            </a:r>
          </a:p>
          <a:p>
            <a:pPr marL="400050" indent="-4000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70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12">
            <a:extLst>
              <a:ext uri="{FF2B5EF4-FFF2-40B4-BE49-F238E27FC236}">
                <a16:creationId xmlns:a16="http://schemas.microsoft.com/office/drawing/2014/main" id="{2F08231F-EBCD-3E30-6166-AC0555B011FF}"/>
              </a:ext>
            </a:extLst>
          </p:cNvPr>
          <p:cNvSpPr/>
          <p:nvPr/>
        </p:nvSpPr>
        <p:spPr>
          <a:xfrm>
            <a:off x="2428875" y="685800"/>
            <a:ext cx="5505450" cy="5486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FE9EDC1-D2CF-3EBE-559C-DA9F01A84868}"/>
              </a:ext>
            </a:extLst>
          </p:cNvPr>
          <p:cNvCxnSpPr>
            <a:stCxn id="113" idx="1"/>
            <a:endCxn id="113" idx="3"/>
          </p:cNvCxnSpPr>
          <p:nvPr/>
        </p:nvCxnSpPr>
        <p:spPr>
          <a:xfrm>
            <a:off x="2428875" y="3429000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B9DF311-134E-D345-D981-F1206F6A5104}"/>
              </a:ext>
            </a:extLst>
          </p:cNvPr>
          <p:cNvCxnSpPr>
            <a:stCxn id="113" idx="0"/>
            <a:endCxn id="113" idx="2"/>
          </p:cNvCxnSpPr>
          <p:nvPr/>
        </p:nvCxnSpPr>
        <p:spPr>
          <a:xfrm>
            <a:off x="5181600" y="685800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20D583DC-7772-6B39-4C96-76A1D4F8651A}"/>
              </a:ext>
            </a:extLst>
          </p:cNvPr>
          <p:cNvSpPr txBox="1"/>
          <p:nvPr/>
        </p:nvSpPr>
        <p:spPr>
          <a:xfrm>
            <a:off x="4914901" y="3343275"/>
            <a:ext cx="53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31BC201-197B-D16C-7DCE-F69FFED36FEF}"/>
              </a:ext>
            </a:extLst>
          </p:cNvPr>
          <p:cNvSpPr/>
          <p:nvPr/>
        </p:nvSpPr>
        <p:spPr>
          <a:xfrm>
            <a:off x="2762250" y="1133475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526C799-FF42-8B94-A14B-C273176E04C5}"/>
              </a:ext>
            </a:extLst>
          </p:cNvPr>
          <p:cNvCxnSpPr/>
          <p:nvPr/>
        </p:nvCxnSpPr>
        <p:spPr>
          <a:xfrm>
            <a:off x="2428875" y="2057400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C4FD88F-F881-7C50-A75C-697D67B8FFCD}"/>
              </a:ext>
            </a:extLst>
          </p:cNvPr>
          <p:cNvCxnSpPr>
            <a:cxnSpLocks/>
          </p:cNvCxnSpPr>
          <p:nvPr/>
        </p:nvCxnSpPr>
        <p:spPr>
          <a:xfrm>
            <a:off x="3686175" y="685800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0BA17113-A76E-82BB-708D-13A848D3F8DB}"/>
                  </a:ext>
                </a:extLst>
              </p14:cNvPr>
              <p14:cNvContentPartPr/>
              <p14:nvPr/>
            </p14:nvContentPartPr>
            <p14:xfrm>
              <a:off x="5273400" y="6239430"/>
              <a:ext cx="145440" cy="406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0BA17113-A76E-82BB-708D-13A848D3F8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9080" y="6235110"/>
                <a:ext cx="15408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286A50B-DBD3-9A06-FB45-86CCB7E954EB}"/>
              </a:ext>
            </a:extLst>
          </p:cNvPr>
          <p:cNvGrpSpPr/>
          <p:nvPr/>
        </p:nvGrpSpPr>
        <p:grpSpPr>
          <a:xfrm>
            <a:off x="2258040" y="416430"/>
            <a:ext cx="751680" cy="194400"/>
            <a:chOff x="2258040" y="416430"/>
            <a:chExt cx="75168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D97E026-9519-6218-587E-2FBA8DF1ECD6}"/>
                    </a:ext>
                  </a:extLst>
                </p14:cNvPr>
                <p14:cNvContentPartPr/>
                <p14:nvPr/>
              </p14:nvContentPartPr>
              <p14:xfrm>
                <a:off x="2258040" y="469710"/>
                <a:ext cx="177480" cy="138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D97E026-9519-6218-587E-2FBA8DF1ECD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53720" y="465390"/>
                  <a:ext cx="186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DE6EB9F-B1F2-33B6-BCD4-FDD87DA1D208}"/>
                    </a:ext>
                  </a:extLst>
                </p14:cNvPr>
                <p14:cNvContentPartPr/>
                <p14:nvPr/>
              </p14:nvContentPartPr>
              <p14:xfrm>
                <a:off x="2516160" y="560070"/>
                <a:ext cx="30240" cy="50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DE6EB9F-B1F2-33B6-BCD4-FDD87DA1D20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11840" y="555750"/>
                  <a:ext cx="38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DCEC7EA-C58C-CAB1-C472-9AA9947B01D4}"/>
                    </a:ext>
                  </a:extLst>
                </p14:cNvPr>
                <p14:cNvContentPartPr/>
                <p14:nvPr/>
              </p14:nvContentPartPr>
              <p14:xfrm>
                <a:off x="2610840" y="504270"/>
                <a:ext cx="116640" cy="1047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DCEC7EA-C58C-CAB1-C472-9AA9947B01D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06520" y="499950"/>
                  <a:ext cx="125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2C6C07C-0E16-2C46-C0C8-6A9272EF3EB8}"/>
                    </a:ext>
                  </a:extLst>
                </p14:cNvPr>
                <p14:cNvContentPartPr/>
                <p14:nvPr/>
              </p14:nvContentPartPr>
              <p14:xfrm>
                <a:off x="2735040" y="416430"/>
                <a:ext cx="274680" cy="36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2C6C07C-0E16-2C46-C0C8-6A9272EF3EB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0720" y="412110"/>
                  <a:ext cx="28332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B00B2F1B-A619-4DB9-C6FB-A7FD7B70362A}"/>
                  </a:ext>
                </a:extLst>
              </p14:cNvPr>
              <p14:cNvContentPartPr/>
              <p14:nvPr/>
            </p14:nvContentPartPr>
            <p14:xfrm>
              <a:off x="5166120" y="453150"/>
              <a:ext cx="38520" cy="16848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B00B2F1B-A619-4DB9-C6FB-A7FD7B70362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61800" y="448830"/>
                <a:ext cx="4716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94E0A1D-BB4B-C736-FB52-2B51189A4466}"/>
              </a:ext>
            </a:extLst>
          </p:cNvPr>
          <p:cNvGrpSpPr/>
          <p:nvPr/>
        </p:nvGrpSpPr>
        <p:grpSpPr>
          <a:xfrm>
            <a:off x="7748400" y="420390"/>
            <a:ext cx="465120" cy="220680"/>
            <a:chOff x="7748400" y="420390"/>
            <a:chExt cx="46512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7AA2F84-B4D4-BDCE-6E9A-719D195B90B6}"/>
                    </a:ext>
                  </a:extLst>
                </p14:cNvPr>
                <p14:cNvContentPartPr/>
                <p14:nvPr/>
              </p14:nvContentPartPr>
              <p14:xfrm>
                <a:off x="7748400" y="503550"/>
                <a:ext cx="34200" cy="1166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7AA2F84-B4D4-BDCE-6E9A-719D195B90B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44080" y="499230"/>
                  <a:ext cx="42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B938C6C-AF84-ED51-E470-5DE99B53BE31}"/>
                    </a:ext>
                  </a:extLst>
                </p14:cNvPr>
                <p14:cNvContentPartPr/>
                <p14:nvPr/>
              </p14:nvContentPartPr>
              <p14:xfrm>
                <a:off x="7834440" y="581670"/>
                <a:ext cx="41760" cy="59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B938C6C-AF84-ED51-E470-5DE99B53BE3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30120" y="577350"/>
                  <a:ext cx="504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C9B41CB-1598-904D-1C3C-90DEECB9F0D5}"/>
                    </a:ext>
                  </a:extLst>
                </p14:cNvPr>
                <p14:cNvContentPartPr/>
                <p14:nvPr/>
              </p14:nvContentPartPr>
              <p14:xfrm>
                <a:off x="7945320" y="552870"/>
                <a:ext cx="36720" cy="77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C9B41CB-1598-904D-1C3C-90DEECB9F0D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41000" y="548550"/>
                  <a:ext cx="453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62430AE-7A19-BF25-4654-B59B116D7C00}"/>
                    </a:ext>
                  </a:extLst>
                </p14:cNvPr>
                <p14:cNvContentPartPr/>
                <p14:nvPr/>
              </p14:nvContentPartPr>
              <p14:xfrm>
                <a:off x="7986000" y="420390"/>
                <a:ext cx="227520" cy="57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62430AE-7A19-BF25-4654-B59B116D7C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81680" y="416070"/>
                  <a:ext cx="23616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EC6C5DE-04B7-208B-616B-CB47EAF5510C}"/>
              </a:ext>
            </a:extLst>
          </p:cNvPr>
          <p:cNvGrpSpPr/>
          <p:nvPr/>
        </p:nvGrpSpPr>
        <p:grpSpPr>
          <a:xfrm>
            <a:off x="1936920" y="6038910"/>
            <a:ext cx="352080" cy="176760"/>
            <a:chOff x="1936920" y="6038910"/>
            <a:chExt cx="35208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9C69572-E285-BFD0-7910-3BEB1F2094C7}"/>
                    </a:ext>
                  </a:extLst>
                </p14:cNvPr>
                <p14:cNvContentPartPr/>
                <p14:nvPr/>
              </p14:nvContentPartPr>
              <p14:xfrm>
                <a:off x="1936920" y="6063750"/>
                <a:ext cx="149400" cy="151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9C69572-E285-BFD0-7910-3BEB1F2094C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32600" y="6059430"/>
                  <a:ext cx="158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B94B70E-ABC4-565B-378B-B0E5211829C1}"/>
                    </a:ext>
                  </a:extLst>
                </p14:cNvPr>
                <p14:cNvContentPartPr/>
                <p14:nvPr/>
              </p14:nvContentPartPr>
              <p14:xfrm>
                <a:off x="2120880" y="6165630"/>
                <a:ext cx="18000" cy="42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B94B70E-ABC4-565B-378B-B0E5211829C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16560" y="6161310"/>
                  <a:ext cx="266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9211807-A8D3-F5AD-566E-678C902A0F7C}"/>
                    </a:ext>
                  </a:extLst>
                </p14:cNvPr>
                <p14:cNvContentPartPr/>
                <p14:nvPr/>
              </p14:nvContentPartPr>
              <p14:xfrm>
                <a:off x="2169840" y="6120630"/>
                <a:ext cx="52200" cy="770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9211807-A8D3-F5AD-566E-678C902A0F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65520" y="6116310"/>
                  <a:ext cx="60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81F4337-8E36-C4FD-970A-E6679EE54638}"/>
                    </a:ext>
                  </a:extLst>
                </p14:cNvPr>
                <p14:cNvContentPartPr/>
                <p14:nvPr/>
              </p14:nvContentPartPr>
              <p14:xfrm>
                <a:off x="2226360" y="6038910"/>
                <a:ext cx="62640" cy="70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81F4337-8E36-C4FD-970A-E6679EE5463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22040" y="6034590"/>
                  <a:ext cx="7128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070A1915-E22D-E80B-6493-60563E5177F6}"/>
              </a:ext>
            </a:extLst>
          </p:cNvPr>
          <p:cNvGrpSpPr/>
          <p:nvPr/>
        </p:nvGrpSpPr>
        <p:grpSpPr>
          <a:xfrm>
            <a:off x="1959960" y="3349350"/>
            <a:ext cx="268920" cy="178920"/>
            <a:chOff x="1959960" y="3349350"/>
            <a:chExt cx="26892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38A2047-18B3-E18E-119D-C2D5DF703A65}"/>
                    </a:ext>
                  </a:extLst>
                </p14:cNvPr>
                <p14:cNvContentPartPr/>
                <p14:nvPr/>
              </p14:nvContentPartPr>
              <p14:xfrm>
                <a:off x="1959960" y="3397590"/>
                <a:ext cx="40680" cy="130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38A2047-18B3-E18E-119D-C2D5DF703A6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55640" y="3393270"/>
                  <a:ext cx="49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9990937-FE80-D2EE-78E0-DF2C621F09F2}"/>
                    </a:ext>
                  </a:extLst>
                </p14:cNvPr>
                <p14:cNvContentPartPr/>
                <p14:nvPr/>
              </p14:nvContentPartPr>
              <p14:xfrm>
                <a:off x="2058240" y="3474630"/>
                <a:ext cx="29520" cy="313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9990937-FE80-D2EE-78E0-DF2C621F09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53920" y="3470310"/>
                  <a:ext cx="38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CA22274-04FE-C3BB-D08C-E70749FF77AF}"/>
                    </a:ext>
                  </a:extLst>
                </p14:cNvPr>
                <p14:cNvContentPartPr/>
                <p14:nvPr/>
              </p14:nvContentPartPr>
              <p14:xfrm>
                <a:off x="2138880" y="3349350"/>
                <a:ext cx="90000" cy="986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CA22274-04FE-C3BB-D08C-E70749FF77A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34560" y="3345030"/>
                  <a:ext cx="9864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E165603-C341-3557-968F-D4BBE4DEBE46}"/>
              </a:ext>
            </a:extLst>
          </p:cNvPr>
          <p:cNvGrpSpPr/>
          <p:nvPr/>
        </p:nvGrpSpPr>
        <p:grpSpPr>
          <a:xfrm>
            <a:off x="2053560" y="683910"/>
            <a:ext cx="255600" cy="235080"/>
            <a:chOff x="2053560" y="683910"/>
            <a:chExt cx="25560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23EDC53-B969-0BDC-9D2A-B42309AA8596}"/>
                    </a:ext>
                  </a:extLst>
                </p14:cNvPr>
                <p14:cNvContentPartPr/>
                <p14:nvPr/>
              </p14:nvContentPartPr>
              <p14:xfrm>
                <a:off x="2053560" y="683910"/>
                <a:ext cx="47160" cy="2008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23EDC53-B969-0BDC-9D2A-B42309AA85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49240" y="679590"/>
                  <a:ext cx="55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4311D20-B5AA-2145-1CEA-5313EE5F67F1}"/>
                    </a:ext>
                  </a:extLst>
                </p14:cNvPr>
                <p14:cNvContentPartPr/>
                <p14:nvPr/>
              </p14:nvContentPartPr>
              <p14:xfrm>
                <a:off x="2107560" y="849150"/>
                <a:ext cx="36360" cy="684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4311D20-B5AA-2145-1CEA-5313EE5F67F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03240" y="844830"/>
                  <a:ext cx="45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FD9A4CA-B71B-438F-C7A1-175246FFC15F}"/>
                    </a:ext>
                  </a:extLst>
                </p14:cNvPr>
                <p14:cNvContentPartPr/>
                <p14:nvPr/>
              </p14:nvContentPartPr>
              <p14:xfrm>
                <a:off x="2156880" y="833310"/>
                <a:ext cx="74160" cy="856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FD9A4CA-B71B-438F-C7A1-175246FFC15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52560" y="828990"/>
                  <a:ext cx="82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EEE2E62-10BA-AF2D-A1ED-42C55A349978}"/>
                    </a:ext>
                  </a:extLst>
                </p14:cNvPr>
                <p14:cNvContentPartPr/>
                <p14:nvPr/>
              </p14:nvContentPartPr>
              <p14:xfrm>
                <a:off x="2210520" y="779310"/>
                <a:ext cx="98640" cy="36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EEE2E62-10BA-AF2D-A1ED-42C55A34997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06200" y="774990"/>
                  <a:ext cx="1072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AF8E48D5-6B23-7C1B-4DE7-FAF433125017}"/>
              </a:ext>
            </a:extLst>
          </p:cNvPr>
          <p:cNvGrpSpPr/>
          <p:nvPr/>
        </p:nvGrpSpPr>
        <p:grpSpPr>
          <a:xfrm>
            <a:off x="5025360" y="376110"/>
            <a:ext cx="707760" cy="279720"/>
            <a:chOff x="5025360" y="376110"/>
            <a:chExt cx="70776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C57FD56-AECC-C1C5-10EE-EF500C14288A}"/>
                    </a:ext>
                  </a:extLst>
                </p14:cNvPr>
                <p14:cNvContentPartPr/>
                <p14:nvPr/>
              </p14:nvContentPartPr>
              <p14:xfrm>
                <a:off x="5025360" y="376110"/>
                <a:ext cx="89280" cy="275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C57FD56-AECC-C1C5-10EE-EF500C14288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21040" y="371790"/>
                  <a:ext cx="979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105849F-0FD9-D5EB-5D6D-CC485D0C7B77}"/>
                    </a:ext>
                  </a:extLst>
                </p14:cNvPr>
                <p14:cNvContentPartPr/>
                <p14:nvPr/>
              </p14:nvContentPartPr>
              <p14:xfrm>
                <a:off x="5244600" y="573030"/>
                <a:ext cx="38880" cy="82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105849F-0FD9-D5EB-5D6D-CC485D0C7B7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40280" y="568710"/>
                  <a:ext cx="47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24BFE8F-9C44-E87F-DE8D-1E202B8399D0}"/>
                    </a:ext>
                  </a:extLst>
                </p14:cNvPr>
                <p14:cNvContentPartPr/>
                <p14:nvPr/>
              </p14:nvContentPartPr>
              <p14:xfrm>
                <a:off x="5366640" y="495630"/>
                <a:ext cx="27720" cy="1368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24BFE8F-9C44-E87F-DE8D-1E202B8399D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62320" y="491310"/>
                  <a:ext cx="363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5DC467A-5833-9AB9-9156-349BEC190FC1}"/>
                    </a:ext>
                  </a:extLst>
                </p14:cNvPr>
                <p14:cNvContentPartPr/>
                <p14:nvPr/>
              </p14:nvContentPartPr>
              <p14:xfrm>
                <a:off x="5442960" y="563310"/>
                <a:ext cx="18000" cy="44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5DC467A-5833-9AB9-9156-349BEC190FC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38640" y="558990"/>
                  <a:ext cx="26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694DA29-2E4D-6396-35B1-7A8AC24F64BF}"/>
                    </a:ext>
                  </a:extLst>
                </p14:cNvPr>
                <p14:cNvContentPartPr/>
                <p14:nvPr/>
              </p14:nvContentPartPr>
              <p14:xfrm>
                <a:off x="5518560" y="542790"/>
                <a:ext cx="81720" cy="85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694DA29-2E4D-6396-35B1-7A8AC24F64B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14240" y="538470"/>
                  <a:ext cx="903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45C95D5-233B-BCAB-EAE4-070BDA7DC7AF}"/>
                    </a:ext>
                  </a:extLst>
                </p14:cNvPr>
                <p14:cNvContentPartPr/>
                <p14:nvPr/>
              </p14:nvContentPartPr>
              <p14:xfrm>
                <a:off x="5545200" y="437670"/>
                <a:ext cx="187920" cy="896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45C95D5-233B-BCAB-EAE4-070BDA7DC7A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40880" y="433350"/>
                  <a:ext cx="19656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6911CFEA-7619-CD39-331C-D0B1BEA781BD}"/>
                  </a:ext>
                </a:extLst>
              </p14:cNvPr>
              <p14:cNvContentPartPr/>
              <p14:nvPr/>
            </p14:nvContentPartPr>
            <p14:xfrm>
              <a:off x="5873160" y="419310"/>
              <a:ext cx="111240" cy="3398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6911CFEA-7619-CD39-331C-D0B1BEA781B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868840" y="414990"/>
                <a:ext cx="119880" cy="34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72D1EC88-589E-6A87-E523-FA9D726E32C3}"/>
              </a:ext>
            </a:extLst>
          </p:cNvPr>
          <p:cNvGrpSpPr/>
          <p:nvPr/>
        </p:nvGrpSpPr>
        <p:grpSpPr>
          <a:xfrm>
            <a:off x="4944360" y="6183990"/>
            <a:ext cx="898200" cy="335880"/>
            <a:chOff x="4944360" y="6183990"/>
            <a:chExt cx="89820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CAE0523-01D3-EAA1-D161-C3FE36C0872A}"/>
                    </a:ext>
                  </a:extLst>
                </p14:cNvPr>
                <p14:cNvContentPartPr/>
                <p14:nvPr/>
              </p14:nvContentPartPr>
              <p14:xfrm>
                <a:off x="5103840" y="6272190"/>
                <a:ext cx="13680" cy="1530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CAE0523-01D3-EAA1-D161-C3FE36C0872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99520" y="6267870"/>
                  <a:ext cx="22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4C0CC8C-CC27-6E4A-B24F-060DC23F567D}"/>
                    </a:ext>
                  </a:extLst>
                </p14:cNvPr>
                <p14:cNvContentPartPr/>
                <p14:nvPr/>
              </p14:nvContentPartPr>
              <p14:xfrm>
                <a:off x="5192760" y="6389190"/>
                <a:ext cx="20520" cy="58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4C0CC8C-CC27-6E4A-B24F-060DC23F567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88440" y="6384870"/>
                  <a:ext cx="291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9A07216-7749-8C0F-4CDE-EB3115696B24}"/>
                    </a:ext>
                  </a:extLst>
                </p14:cNvPr>
                <p14:cNvContentPartPr/>
                <p14:nvPr/>
              </p14:nvContentPartPr>
              <p14:xfrm>
                <a:off x="5279520" y="6284070"/>
                <a:ext cx="133920" cy="1155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9A07216-7749-8C0F-4CDE-EB3115696B2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75200" y="6279750"/>
                  <a:ext cx="1425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024B4B9-7DAC-C52B-05C4-7435B63CC3A9}"/>
                    </a:ext>
                  </a:extLst>
                </p14:cNvPr>
                <p14:cNvContentPartPr/>
                <p14:nvPr/>
              </p14:nvContentPartPr>
              <p14:xfrm>
                <a:off x="5491560" y="6308550"/>
                <a:ext cx="20160" cy="11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024B4B9-7DAC-C52B-05C4-7435B63CC3A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87240" y="6304230"/>
                  <a:ext cx="28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9A158ED-4695-063F-F98F-495116D2939C}"/>
                    </a:ext>
                  </a:extLst>
                </p14:cNvPr>
                <p14:cNvContentPartPr/>
                <p14:nvPr/>
              </p14:nvContentPartPr>
              <p14:xfrm>
                <a:off x="5555640" y="6320790"/>
                <a:ext cx="85680" cy="56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9A158ED-4695-063F-F98F-495116D2939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51320" y="6316470"/>
                  <a:ext cx="94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7DF1E72-CDB3-A512-5EB1-67B61F7AD60C}"/>
                    </a:ext>
                  </a:extLst>
                </p14:cNvPr>
                <p14:cNvContentPartPr/>
                <p14:nvPr/>
              </p14:nvContentPartPr>
              <p14:xfrm>
                <a:off x="5625840" y="6183990"/>
                <a:ext cx="153720" cy="99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7DF1E72-CDB3-A512-5EB1-67B61F7AD60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21520" y="6179670"/>
                  <a:ext cx="162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F1566A0-010A-1863-1EFD-3C00DB58516F}"/>
                    </a:ext>
                  </a:extLst>
                </p14:cNvPr>
                <p14:cNvContentPartPr/>
                <p14:nvPr/>
              </p14:nvContentPartPr>
              <p14:xfrm>
                <a:off x="4944360" y="6241950"/>
                <a:ext cx="195120" cy="2779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F1566A0-010A-1863-1EFD-3C00DB58516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40040" y="6237630"/>
                  <a:ext cx="2037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5455018-E96F-B26F-0C53-AE7829979A00}"/>
                    </a:ext>
                  </a:extLst>
                </p14:cNvPr>
                <p14:cNvContentPartPr/>
                <p14:nvPr/>
              </p14:nvContentPartPr>
              <p14:xfrm>
                <a:off x="5735640" y="6274350"/>
                <a:ext cx="106920" cy="1756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5455018-E96F-B26F-0C53-AE7829979A0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31320" y="6270030"/>
                  <a:ext cx="11556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7C2B838-F218-4CEE-4625-3623DA5FB4EE}"/>
              </a:ext>
            </a:extLst>
          </p:cNvPr>
          <p:cNvGrpSpPr/>
          <p:nvPr/>
        </p:nvGrpSpPr>
        <p:grpSpPr>
          <a:xfrm>
            <a:off x="1739280" y="1906110"/>
            <a:ext cx="433440" cy="219960"/>
            <a:chOff x="1739280" y="1906110"/>
            <a:chExt cx="43344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52B4011-FBF5-0737-FEDC-A2EA75F687C7}"/>
                    </a:ext>
                  </a:extLst>
                </p14:cNvPr>
                <p14:cNvContentPartPr/>
                <p14:nvPr/>
              </p14:nvContentPartPr>
              <p14:xfrm>
                <a:off x="1739280" y="1931310"/>
                <a:ext cx="35640" cy="1764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52B4011-FBF5-0737-FEDC-A2EA75F687C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34960" y="1926990"/>
                  <a:ext cx="44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33E94C9-99B1-8B08-142B-BD1096E83448}"/>
                    </a:ext>
                  </a:extLst>
                </p14:cNvPr>
                <p14:cNvContentPartPr/>
                <p14:nvPr/>
              </p14:nvContentPartPr>
              <p14:xfrm>
                <a:off x="1838640" y="2065950"/>
                <a:ext cx="19440" cy="60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33E94C9-99B1-8B08-142B-BD1096E8344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34320" y="2061630"/>
                  <a:ext cx="28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028640F-FD4B-6A6D-776F-742A73F7E9EA}"/>
                    </a:ext>
                  </a:extLst>
                </p14:cNvPr>
                <p14:cNvContentPartPr/>
                <p14:nvPr/>
              </p14:nvContentPartPr>
              <p14:xfrm>
                <a:off x="1926480" y="1990710"/>
                <a:ext cx="90000" cy="1288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028640F-FD4B-6A6D-776F-742A73F7E9E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22160" y="1986390"/>
                  <a:ext cx="98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56EF8CD-430B-8EBB-7B17-98CB26714325}"/>
                    </a:ext>
                  </a:extLst>
                </p14:cNvPr>
                <p14:cNvContentPartPr/>
                <p14:nvPr/>
              </p14:nvContentPartPr>
              <p14:xfrm>
                <a:off x="2030160" y="1974150"/>
                <a:ext cx="70200" cy="914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56EF8CD-430B-8EBB-7B17-98CB2671432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25840" y="1969830"/>
                  <a:ext cx="788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A706D19-5DAB-92D9-ED6E-B772442A9A04}"/>
                    </a:ext>
                  </a:extLst>
                </p14:cNvPr>
                <p14:cNvContentPartPr/>
                <p14:nvPr/>
              </p14:nvContentPartPr>
              <p14:xfrm>
                <a:off x="2062920" y="1906110"/>
                <a:ext cx="109800" cy="568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A706D19-5DAB-92D9-ED6E-B772442A9A0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58600" y="1901790"/>
                  <a:ext cx="11844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83CC0037-6203-9654-46E8-685F6CEFF6BD}"/>
              </a:ext>
            </a:extLst>
          </p:cNvPr>
          <p:cNvGrpSpPr/>
          <p:nvPr/>
        </p:nvGrpSpPr>
        <p:grpSpPr>
          <a:xfrm>
            <a:off x="3819720" y="1796670"/>
            <a:ext cx="397440" cy="194760"/>
            <a:chOff x="3819720" y="1796670"/>
            <a:chExt cx="39744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A4753CF-F907-1B5B-D826-1AAA949C4E2B}"/>
                    </a:ext>
                  </a:extLst>
                </p14:cNvPr>
                <p14:cNvContentPartPr/>
                <p14:nvPr/>
              </p14:nvContentPartPr>
              <p14:xfrm>
                <a:off x="3826920" y="1847070"/>
                <a:ext cx="44280" cy="16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A4753CF-F907-1B5B-D826-1AAA949C4E2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22600" y="1842750"/>
                  <a:ext cx="529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A6B20EF-BED1-A262-8319-241B1AC55BE2}"/>
                    </a:ext>
                  </a:extLst>
                </p14:cNvPr>
                <p14:cNvContentPartPr/>
                <p14:nvPr/>
              </p14:nvContentPartPr>
              <p14:xfrm>
                <a:off x="3819720" y="1848150"/>
                <a:ext cx="20520" cy="1432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A6B20EF-BED1-A262-8319-241B1AC55BE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15400" y="1843830"/>
                  <a:ext cx="29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EA6FEC6-6331-B696-4DBA-1088B0D5CA29}"/>
                    </a:ext>
                  </a:extLst>
                </p14:cNvPr>
                <p14:cNvContentPartPr/>
                <p14:nvPr/>
              </p14:nvContentPartPr>
              <p14:xfrm>
                <a:off x="3902520" y="1920150"/>
                <a:ext cx="20520" cy="48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EA6FEC6-6331-B696-4DBA-1088B0D5CA2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98200" y="1915830"/>
                  <a:ext cx="29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7156192-5A60-967E-ABDB-E3D1F31CDD91}"/>
                    </a:ext>
                  </a:extLst>
                </p14:cNvPr>
                <p14:cNvContentPartPr/>
                <p14:nvPr/>
              </p14:nvContentPartPr>
              <p14:xfrm>
                <a:off x="3938520" y="1847430"/>
                <a:ext cx="105120" cy="1033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7156192-5A60-967E-ABDB-E3D1F31CDD9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34200" y="1843110"/>
                  <a:ext cx="113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C16B9AB-5818-B962-1AF7-7A60663E572D}"/>
                    </a:ext>
                  </a:extLst>
                </p14:cNvPr>
                <p14:cNvContentPartPr/>
                <p14:nvPr/>
              </p14:nvContentPartPr>
              <p14:xfrm>
                <a:off x="4087560" y="1824030"/>
                <a:ext cx="74880" cy="121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C16B9AB-5818-B962-1AF7-7A60663E572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83240" y="1819710"/>
                  <a:ext cx="83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1B193F0-5A4F-501A-3883-99D8878B31D8}"/>
                    </a:ext>
                  </a:extLst>
                </p14:cNvPr>
                <p14:cNvContentPartPr/>
                <p14:nvPr/>
              </p14:nvContentPartPr>
              <p14:xfrm>
                <a:off x="4141560" y="1796670"/>
                <a:ext cx="75600" cy="367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1B193F0-5A4F-501A-3883-99D8878B31D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37240" y="1792350"/>
                  <a:ext cx="8424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3D93C715-4C3D-0108-8F67-EB92B632F5FF}"/>
                  </a:ext>
                </a:extLst>
              </p14:cNvPr>
              <p14:cNvContentPartPr/>
              <p14:nvPr/>
            </p14:nvContentPartPr>
            <p14:xfrm>
              <a:off x="3616320" y="1994670"/>
              <a:ext cx="125640" cy="13392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3D93C715-4C3D-0108-8F67-EB92B632F5F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612000" y="1990350"/>
                <a:ext cx="134280" cy="1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017D865A-EBBE-1F4D-856B-B9B12FE56CC3}"/>
              </a:ext>
            </a:extLst>
          </p:cNvPr>
          <p:cNvGrpSpPr/>
          <p:nvPr/>
        </p:nvGrpSpPr>
        <p:grpSpPr>
          <a:xfrm>
            <a:off x="3518760" y="365670"/>
            <a:ext cx="507960" cy="244080"/>
            <a:chOff x="3518760" y="365670"/>
            <a:chExt cx="50796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140DE46-6E10-4411-B732-32A9BEA78916}"/>
                    </a:ext>
                  </a:extLst>
                </p14:cNvPr>
                <p14:cNvContentPartPr/>
                <p14:nvPr/>
              </p14:nvContentPartPr>
              <p14:xfrm>
                <a:off x="3587880" y="410670"/>
                <a:ext cx="16560" cy="140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140DE46-6E10-4411-B732-32A9BEA7891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83560" y="406350"/>
                  <a:ext cx="25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18C18B0-B669-2426-8C61-838017A73800}"/>
                    </a:ext>
                  </a:extLst>
                </p14:cNvPr>
                <p14:cNvContentPartPr/>
                <p14:nvPr/>
              </p14:nvContentPartPr>
              <p14:xfrm>
                <a:off x="3518760" y="552150"/>
                <a:ext cx="54000" cy="57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18C18B0-B669-2426-8C61-838017A7380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14440" y="547830"/>
                  <a:ext cx="62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C87428A-AB63-37D5-5F30-727CA696AE36}"/>
                    </a:ext>
                  </a:extLst>
                </p14:cNvPr>
                <p14:cNvContentPartPr/>
                <p14:nvPr/>
              </p14:nvContentPartPr>
              <p14:xfrm>
                <a:off x="3623160" y="438030"/>
                <a:ext cx="128160" cy="1641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C87428A-AB63-37D5-5F30-727CA696AE3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18840" y="433710"/>
                  <a:ext cx="136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76B7C40-57A9-C092-26ED-F70B01288785}"/>
                    </a:ext>
                  </a:extLst>
                </p14:cNvPr>
                <p14:cNvContentPartPr/>
                <p14:nvPr/>
              </p14:nvContentPartPr>
              <p14:xfrm>
                <a:off x="3683640" y="471150"/>
                <a:ext cx="120600" cy="756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76B7C40-57A9-C092-26ED-F70B0128878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79320" y="466830"/>
                  <a:ext cx="1292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FCEA4B6-509B-D49D-D7C5-2FCB4C6CBD60}"/>
                    </a:ext>
                  </a:extLst>
                </p14:cNvPr>
                <p14:cNvContentPartPr/>
                <p14:nvPr/>
              </p14:nvContentPartPr>
              <p14:xfrm>
                <a:off x="3809280" y="445590"/>
                <a:ext cx="113040" cy="1191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FCEA4B6-509B-D49D-D7C5-2FCB4C6CBD6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804960" y="441270"/>
                  <a:ext cx="121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57B674A-1B9A-96A8-4677-488A16ADB119}"/>
                    </a:ext>
                  </a:extLst>
                </p14:cNvPr>
                <p14:cNvContentPartPr/>
                <p14:nvPr/>
              </p14:nvContentPartPr>
              <p14:xfrm>
                <a:off x="3853200" y="365670"/>
                <a:ext cx="173520" cy="74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57B674A-1B9A-96A8-4677-488A16ADB11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48880" y="361350"/>
                  <a:ext cx="18216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403B2D6C-1EC0-E767-DF65-36DD34C59FCA}"/>
              </a:ext>
            </a:extLst>
          </p:cNvPr>
          <p:cNvGrpSpPr/>
          <p:nvPr/>
        </p:nvGrpSpPr>
        <p:grpSpPr>
          <a:xfrm>
            <a:off x="3474120" y="1101150"/>
            <a:ext cx="628200" cy="1896480"/>
            <a:chOff x="3474120" y="1101150"/>
            <a:chExt cx="628200" cy="189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8FE35AC-6C30-FDF8-EF2C-E24029D6B527}"/>
                    </a:ext>
                  </a:extLst>
                </p14:cNvPr>
                <p14:cNvContentPartPr/>
                <p14:nvPr/>
              </p14:nvContentPartPr>
              <p14:xfrm>
                <a:off x="3560880" y="1107990"/>
                <a:ext cx="432000" cy="266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8FE35AC-6C30-FDF8-EF2C-E24029D6B52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56560" y="1103670"/>
                  <a:ext cx="440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12CE06D-032F-ECD9-A75B-2FE9C5E61759}"/>
                    </a:ext>
                  </a:extLst>
                </p14:cNvPr>
                <p14:cNvContentPartPr/>
                <p14:nvPr/>
              </p14:nvContentPartPr>
              <p14:xfrm>
                <a:off x="3602280" y="1101150"/>
                <a:ext cx="117720" cy="18964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12CE06D-032F-ECD9-A75B-2FE9C5E6175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97960" y="1096830"/>
                  <a:ext cx="126360" cy="19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70F9E0D-EF77-65F4-8E88-B3C8137D6066}"/>
                    </a:ext>
                  </a:extLst>
                </p14:cNvPr>
                <p14:cNvContentPartPr/>
                <p14:nvPr/>
              </p14:nvContentPartPr>
              <p14:xfrm>
                <a:off x="3474120" y="2932830"/>
                <a:ext cx="332280" cy="49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70F9E0D-EF77-65F4-8E88-B3C8137D606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69800" y="2928510"/>
                  <a:ext cx="3409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136CC6C-D279-FDA9-CDF2-9CCA31D4D8BB}"/>
                    </a:ext>
                  </a:extLst>
                </p14:cNvPr>
                <p14:cNvContentPartPr/>
                <p14:nvPr/>
              </p14:nvContentPartPr>
              <p14:xfrm>
                <a:off x="3810000" y="2748510"/>
                <a:ext cx="101520" cy="1026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136CC6C-D279-FDA9-CDF2-9CCA31D4D8B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05680" y="2744190"/>
                  <a:ext cx="1101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2306BCA-433E-45B3-CC6B-F251774244F1}"/>
                    </a:ext>
                  </a:extLst>
                </p14:cNvPr>
                <p14:cNvContentPartPr/>
                <p14:nvPr/>
              </p14:nvContentPartPr>
              <p14:xfrm>
                <a:off x="3984600" y="2716110"/>
                <a:ext cx="7920" cy="392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2306BCA-433E-45B3-CC6B-F251774244F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80280" y="2711790"/>
                  <a:ext cx="16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BCFE15C-4455-107A-647D-5B0353B5A2C6}"/>
                    </a:ext>
                  </a:extLst>
                </p14:cNvPr>
                <p14:cNvContentPartPr/>
                <p14:nvPr/>
              </p14:nvContentPartPr>
              <p14:xfrm>
                <a:off x="3984960" y="2689830"/>
                <a:ext cx="117360" cy="453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BCFE15C-4455-107A-647D-5B0353B5A2C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80640" y="2685510"/>
                  <a:ext cx="126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C3E47A5-59DF-B33B-C31A-1B1DC7DC7193}"/>
                    </a:ext>
                  </a:extLst>
                </p14:cNvPr>
                <p14:cNvContentPartPr/>
                <p14:nvPr/>
              </p14:nvContentPartPr>
              <p14:xfrm>
                <a:off x="4038600" y="2582190"/>
                <a:ext cx="60840" cy="1753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C3E47A5-59DF-B33B-C31A-1B1DC7DC719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34280" y="2577870"/>
                  <a:ext cx="6948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55E95099-BD1D-3948-3730-FE68E561D957}"/>
                  </a:ext>
                </a:extLst>
              </p14:cNvPr>
              <p14:cNvContentPartPr/>
              <p14:nvPr/>
            </p14:nvContentPartPr>
            <p14:xfrm>
              <a:off x="3618480" y="3412710"/>
              <a:ext cx="327600" cy="3384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55E95099-BD1D-3948-3730-FE68E561D95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614160" y="3408390"/>
                <a:ext cx="33624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oup 225">
            <a:extLst>
              <a:ext uri="{FF2B5EF4-FFF2-40B4-BE49-F238E27FC236}">
                <a16:creationId xmlns:a16="http://schemas.microsoft.com/office/drawing/2014/main" id="{B806DDF5-CD7C-80E8-B8AE-82EA85361F86}"/>
              </a:ext>
            </a:extLst>
          </p:cNvPr>
          <p:cNvGrpSpPr/>
          <p:nvPr/>
        </p:nvGrpSpPr>
        <p:grpSpPr>
          <a:xfrm>
            <a:off x="3864360" y="3030750"/>
            <a:ext cx="496440" cy="249120"/>
            <a:chOff x="3864360" y="3030750"/>
            <a:chExt cx="49644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94E3C9D-34F5-E4B3-6274-3D042709D3C3}"/>
                    </a:ext>
                  </a:extLst>
                </p14:cNvPr>
                <p14:cNvContentPartPr/>
                <p14:nvPr/>
              </p14:nvContentPartPr>
              <p14:xfrm>
                <a:off x="3864360" y="3131910"/>
                <a:ext cx="114120" cy="147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94E3C9D-34F5-E4B3-6274-3D042709D3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860040" y="3127590"/>
                  <a:ext cx="122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66DE5D01-2E20-3045-3540-1BB731E5955B}"/>
                    </a:ext>
                  </a:extLst>
                </p14:cNvPr>
                <p14:cNvContentPartPr/>
                <p14:nvPr/>
              </p14:nvContentPartPr>
              <p14:xfrm>
                <a:off x="4061640" y="3199230"/>
                <a:ext cx="32760" cy="651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66DE5D01-2E20-3045-3540-1BB731E5955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057320" y="3194910"/>
                  <a:ext cx="41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A5FC5DC-ABC3-16DA-F046-725DD07D3BD6}"/>
                    </a:ext>
                  </a:extLst>
                </p14:cNvPr>
                <p14:cNvContentPartPr/>
                <p14:nvPr/>
              </p14:nvContentPartPr>
              <p14:xfrm>
                <a:off x="4122840" y="3119670"/>
                <a:ext cx="126000" cy="1224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A5FC5DC-ABC3-16DA-F046-725DD07D3BD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18520" y="3115350"/>
                  <a:ext cx="134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FAD4559-982D-E405-3EA2-A1628250BA63}"/>
                    </a:ext>
                  </a:extLst>
                </p14:cNvPr>
                <p14:cNvContentPartPr/>
                <p14:nvPr/>
              </p14:nvContentPartPr>
              <p14:xfrm>
                <a:off x="4179360" y="3030750"/>
                <a:ext cx="181440" cy="788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FAD4559-982D-E405-3EA2-A1628250BA6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75040" y="3026430"/>
                  <a:ext cx="19008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F7854D1B-19D0-15DA-479E-F549503756ED}"/>
              </a:ext>
            </a:extLst>
          </p:cNvPr>
          <p:cNvGrpSpPr/>
          <p:nvPr/>
        </p:nvGrpSpPr>
        <p:grpSpPr>
          <a:xfrm>
            <a:off x="3795600" y="864630"/>
            <a:ext cx="484560" cy="147960"/>
            <a:chOff x="3795600" y="864630"/>
            <a:chExt cx="48456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5D427E0-43C3-A108-18AE-6F034067B7F6}"/>
                    </a:ext>
                  </a:extLst>
                </p14:cNvPr>
                <p14:cNvContentPartPr/>
                <p14:nvPr/>
              </p14:nvContentPartPr>
              <p14:xfrm>
                <a:off x="3795600" y="864630"/>
                <a:ext cx="144360" cy="1123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5D427E0-43C3-A108-18AE-6F034067B7F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91280" y="860310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AF89F4F-BCF7-B43F-3824-D6FA1F7E66C4}"/>
                    </a:ext>
                  </a:extLst>
                </p14:cNvPr>
                <p14:cNvContentPartPr/>
                <p14:nvPr/>
              </p14:nvContentPartPr>
              <p14:xfrm>
                <a:off x="3997560" y="977310"/>
                <a:ext cx="16920" cy="29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AF89F4F-BCF7-B43F-3824-D6FA1F7E66C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93240" y="972990"/>
                  <a:ext cx="25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DA29294-A9DF-16C1-3DFA-F072D02A42CB}"/>
                    </a:ext>
                  </a:extLst>
                </p14:cNvPr>
                <p14:cNvContentPartPr/>
                <p14:nvPr/>
              </p14:nvContentPartPr>
              <p14:xfrm>
                <a:off x="4116720" y="891990"/>
                <a:ext cx="163440" cy="120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DA29294-A9DF-16C1-3DFA-F072D02A42C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112400" y="887670"/>
                  <a:ext cx="17208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B5E107B7-23E6-2526-6E3A-0E5F5C28AF3F}"/>
                  </a:ext>
                </a:extLst>
              </p14:cNvPr>
              <p14:cNvContentPartPr/>
              <p14:nvPr/>
            </p14:nvContentPartPr>
            <p14:xfrm>
              <a:off x="2746200" y="1839150"/>
              <a:ext cx="69120" cy="45396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B5E107B7-23E6-2526-6E3A-0E5F5C28AF3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741880" y="1834830"/>
                <a:ext cx="77760" cy="46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0" name="Group 239">
            <a:extLst>
              <a:ext uri="{FF2B5EF4-FFF2-40B4-BE49-F238E27FC236}">
                <a16:creationId xmlns:a16="http://schemas.microsoft.com/office/drawing/2014/main" id="{25735725-D824-4C10-AC08-78AFD0296C59}"/>
              </a:ext>
            </a:extLst>
          </p:cNvPr>
          <p:cNvGrpSpPr/>
          <p:nvPr/>
        </p:nvGrpSpPr>
        <p:grpSpPr>
          <a:xfrm>
            <a:off x="2466840" y="2439990"/>
            <a:ext cx="278280" cy="132120"/>
            <a:chOff x="2466840" y="2439990"/>
            <a:chExt cx="278280" cy="13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10D794E-D758-71A8-0FB7-356BBFC5181A}"/>
                    </a:ext>
                  </a:extLst>
                </p14:cNvPr>
                <p14:cNvContentPartPr/>
                <p14:nvPr/>
              </p14:nvContentPartPr>
              <p14:xfrm>
                <a:off x="2466840" y="2501550"/>
                <a:ext cx="88200" cy="705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10D794E-D758-71A8-0FB7-356BBFC5181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62520" y="2497230"/>
                  <a:ext cx="96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8AEC3E0-2ECB-B780-71E1-D768C125EF3B}"/>
                    </a:ext>
                  </a:extLst>
                </p14:cNvPr>
                <p14:cNvContentPartPr/>
                <p14:nvPr/>
              </p14:nvContentPartPr>
              <p14:xfrm>
                <a:off x="2598960" y="2527110"/>
                <a:ext cx="13320" cy="349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8AEC3E0-2ECB-B780-71E1-D768C125EF3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94640" y="2522790"/>
                  <a:ext cx="21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0FF168E-3DB4-C2BA-5156-80D9786D83A1}"/>
                    </a:ext>
                  </a:extLst>
                </p14:cNvPr>
                <p14:cNvContentPartPr/>
                <p14:nvPr/>
              </p14:nvContentPartPr>
              <p14:xfrm>
                <a:off x="2620920" y="2439990"/>
                <a:ext cx="124200" cy="1018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0FF168E-3DB4-C2BA-5156-80D9786D83A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16600" y="2435670"/>
                  <a:ext cx="13284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88C107E2-B1B2-0D9A-13D6-22F595FA9B24}"/>
              </a:ext>
            </a:extLst>
          </p:cNvPr>
          <p:cNvGrpSpPr/>
          <p:nvPr/>
        </p:nvGrpSpPr>
        <p:grpSpPr>
          <a:xfrm>
            <a:off x="4651680" y="1891710"/>
            <a:ext cx="392400" cy="446400"/>
            <a:chOff x="4651680" y="1891710"/>
            <a:chExt cx="392400" cy="44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BEA3EA7-7B61-1947-381E-1DF37F650096}"/>
                    </a:ext>
                  </a:extLst>
                </p14:cNvPr>
                <p14:cNvContentPartPr/>
                <p14:nvPr/>
              </p14:nvContentPartPr>
              <p14:xfrm>
                <a:off x="4651680" y="1891710"/>
                <a:ext cx="20880" cy="3632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BEA3EA7-7B61-1947-381E-1DF37F65009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47360" y="1887390"/>
                  <a:ext cx="295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477456C-6400-83B6-2274-961F55B70584}"/>
                    </a:ext>
                  </a:extLst>
                </p14:cNvPr>
                <p14:cNvContentPartPr/>
                <p14:nvPr/>
              </p14:nvContentPartPr>
              <p14:xfrm>
                <a:off x="4752840" y="2194470"/>
                <a:ext cx="57960" cy="756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477456C-6400-83B6-2274-961F55B7058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48520" y="2190150"/>
                  <a:ext cx="666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1540E35-A1D7-4FCC-DC6A-51D874F71085}"/>
                    </a:ext>
                  </a:extLst>
                </p14:cNvPr>
                <p14:cNvContentPartPr/>
                <p14:nvPr/>
              </p14:nvContentPartPr>
              <p14:xfrm>
                <a:off x="4886760" y="2191230"/>
                <a:ext cx="157320" cy="1249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1540E35-A1D7-4FCC-DC6A-51D874F7108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82440" y="2186910"/>
                  <a:ext cx="165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588CF43-7A60-9081-96A1-347B5CB15374}"/>
                    </a:ext>
                  </a:extLst>
                </p14:cNvPr>
                <p14:cNvContentPartPr/>
                <p14:nvPr/>
              </p14:nvContentPartPr>
              <p14:xfrm>
                <a:off x="4868400" y="2293830"/>
                <a:ext cx="35280" cy="442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588CF43-7A60-9081-96A1-347B5CB1537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64080" y="2289510"/>
                  <a:ext cx="4392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4E607679-AB63-982E-29DB-4E248083CBF0}"/>
                  </a:ext>
                </a:extLst>
              </p14:cNvPr>
              <p14:cNvContentPartPr/>
              <p14:nvPr/>
            </p14:nvContentPartPr>
            <p14:xfrm>
              <a:off x="9606720" y="1664190"/>
              <a:ext cx="10800" cy="684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4E607679-AB63-982E-29DB-4E248083CBF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602400" y="1659870"/>
                <a:ext cx="19440" cy="1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5" name="Group 294">
            <a:extLst>
              <a:ext uri="{FF2B5EF4-FFF2-40B4-BE49-F238E27FC236}">
                <a16:creationId xmlns:a16="http://schemas.microsoft.com/office/drawing/2014/main" id="{650D39F2-0094-69C4-15B3-4FD180DD4838}"/>
              </a:ext>
            </a:extLst>
          </p:cNvPr>
          <p:cNvGrpSpPr/>
          <p:nvPr/>
        </p:nvGrpSpPr>
        <p:grpSpPr>
          <a:xfrm>
            <a:off x="3812880" y="2138310"/>
            <a:ext cx="180000" cy="242640"/>
            <a:chOff x="3812880" y="2138310"/>
            <a:chExt cx="18000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EB12D47B-F323-3AC0-BDAA-C4E1A37057AE}"/>
                    </a:ext>
                  </a:extLst>
                </p14:cNvPr>
                <p14:cNvContentPartPr/>
                <p14:nvPr/>
              </p14:nvContentPartPr>
              <p14:xfrm>
                <a:off x="3813240" y="2138310"/>
                <a:ext cx="127080" cy="2426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EB12D47B-F323-3AC0-BDAA-C4E1A37057A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808920" y="2133990"/>
                  <a:ext cx="1357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A546218-BF76-AB82-036C-006983A94615}"/>
                    </a:ext>
                  </a:extLst>
                </p14:cNvPr>
                <p14:cNvContentPartPr/>
                <p14:nvPr/>
              </p14:nvContentPartPr>
              <p14:xfrm>
                <a:off x="3812880" y="2284110"/>
                <a:ext cx="180000" cy="478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A546218-BF76-AB82-036C-006983A9461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08560" y="2279790"/>
                  <a:ext cx="18864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06F1A085-EA74-3E14-A70B-FB952E2FEA06}"/>
                  </a:ext>
                </a:extLst>
              </p14:cNvPr>
              <p14:cNvContentPartPr/>
              <p14:nvPr/>
            </p14:nvContentPartPr>
            <p14:xfrm>
              <a:off x="8161680" y="2489310"/>
              <a:ext cx="360" cy="432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06F1A085-EA74-3E14-A70B-FB952E2FEA0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157360" y="2484990"/>
                <a:ext cx="9000" cy="12960"/>
              </a:xfrm>
              <a:prstGeom prst="rect">
                <a:avLst/>
              </a:prstGeom>
            </p:spPr>
          </p:pic>
        </mc:Fallback>
      </mc:AlternateContent>
      <p:sp>
        <p:nvSpPr>
          <p:cNvPr id="302" name="Oval 301">
            <a:extLst>
              <a:ext uri="{FF2B5EF4-FFF2-40B4-BE49-F238E27FC236}">
                <a16:creationId xmlns:a16="http://schemas.microsoft.com/office/drawing/2014/main" id="{EF15B816-A5A6-576E-FB47-B730A7E9E38D}"/>
              </a:ext>
            </a:extLst>
          </p:cNvPr>
          <p:cNvSpPr/>
          <p:nvPr/>
        </p:nvSpPr>
        <p:spPr>
          <a:xfrm>
            <a:off x="5566680" y="1133475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E30C1121-396E-7EC5-08F0-F0EFA9C2F26C}"/>
              </a:ext>
            </a:extLst>
          </p:cNvPr>
          <p:cNvGrpSpPr/>
          <p:nvPr/>
        </p:nvGrpSpPr>
        <p:grpSpPr>
          <a:xfrm>
            <a:off x="4683360" y="1383750"/>
            <a:ext cx="293040" cy="378000"/>
            <a:chOff x="4683360" y="1383750"/>
            <a:chExt cx="293040" cy="37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6A1EA841-1897-B6AC-5CF4-0257E13829EB}"/>
                    </a:ext>
                  </a:extLst>
                </p14:cNvPr>
                <p14:cNvContentPartPr/>
                <p14:nvPr/>
              </p14:nvContentPartPr>
              <p14:xfrm>
                <a:off x="4683360" y="1523790"/>
                <a:ext cx="137520" cy="1180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6A1EA841-1897-B6AC-5CF4-0257E13829E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679040" y="1519470"/>
                  <a:ext cx="146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794EF8B9-6FBD-7185-801C-362FDDC6A272}"/>
                    </a:ext>
                  </a:extLst>
                </p14:cNvPr>
                <p14:cNvContentPartPr/>
                <p14:nvPr/>
              </p14:nvContentPartPr>
              <p14:xfrm>
                <a:off x="4770840" y="1383750"/>
                <a:ext cx="78480" cy="2498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794EF8B9-6FBD-7185-801C-362FDDC6A27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66520" y="1379430"/>
                  <a:ext cx="871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CC01909-6FC5-D5A6-9D10-535D9EC53439}"/>
                    </a:ext>
                  </a:extLst>
                </p14:cNvPr>
                <p14:cNvContentPartPr/>
                <p14:nvPr/>
              </p14:nvContentPartPr>
              <p14:xfrm>
                <a:off x="4779480" y="1441350"/>
                <a:ext cx="127800" cy="2883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CC01909-6FC5-D5A6-9D10-535D9EC5343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75160" y="1437030"/>
                  <a:ext cx="1364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2D28FF2-92CD-9F77-12E6-2DE0E1729641}"/>
                    </a:ext>
                  </a:extLst>
                </p14:cNvPr>
                <p14:cNvContentPartPr/>
                <p14:nvPr/>
              </p14:nvContentPartPr>
              <p14:xfrm>
                <a:off x="4886760" y="1638630"/>
                <a:ext cx="13680" cy="79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2D28FF2-92CD-9F77-12E6-2DE0E172964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82440" y="1634310"/>
                  <a:ext cx="223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E554A6DA-2FE0-B8DD-0DFB-841DB3F2DE67}"/>
                    </a:ext>
                  </a:extLst>
                </p14:cNvPr>
                <p14:cNvContentPartPr/>
                <p14:nvPr/>
              </p14:nvContentPartPr>
              <p14:xfrm>
                <a:off x="4857960" y="1635030"/>
                <a:ext cx="118440" cy="1267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E554A6DA-2FE0-B8DD-0DFB-841DB3F2DE6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853640" y="1630710"/>
                  <a:ext cx="12708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BACF6608-BD41-2B66-2E40-50EC9A0C39D5}"/>
              </a:ext>
            </a:extLst>
          </p:cNvPr>
          <p:cNvGrpSpPr/>
          <p:nvPr/>
        </p:nvGrpSpPr>
        <p:grpSpPr>
          <a:xfrm>
            <a:off x="5244960" y="1339830"/>
            <a:ext cx="305640" cy="452520"/>
            <a:chOff x="5244960" y="1339830"/>
            <a:chExt cx="305640" cy="45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7E7E65A-B3AB-7D97-720F-8FE84CC53048}"/>
                    </a:ext>
                  </a:extLst>
                </p14:cNvPr>
                <p14:cNvContentPartPr/>
                <p14:nvPr/>
              </p14:nvContentPartPr>
              <p14:xfrm>
                <a:off x="5244960" y="1426590"/>
                <a:ext cx="151560" cy="1821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7E7E65A-B3AB-7D97-720F-8FE84CC5304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240640" y="1422270"/>
                  <a:ext cx="1602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E542475-D722-10F1-CEB1-10FBA3321EDA}"/>
                    </a:ext>
                  </a:extLst>
                </p14:cNvPr>
                <p14:cNvContentPartPr/>
                <p14:nvPr/>
              </p14:nvContentPartPr>
              <p14:xfrm>
                <a:off x="5340360" y="1339830"/>
                <a:ext cx="87480" cy="2455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E542475-D722-10F1-CEB1-10FBA3321ED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36040" y="1335510"/>
                  <a:ext cx="961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2B4A9697-FCEE-080E-C12F-2966A9B238E7}"/>
                    </a:ext>
                  </a:extLst>
                </p14:cNvPr>
                <p14:cNvContentPartPr/>
                <p14:nvPr/>
              </p14:nvContentPartPr>
              <p14:xfrm>
                <a:off x="5361960" y="1360350"/>
                <a:ext cx="181800" cy="3376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2B4A9697-FCEE-080E-C12F-2966A9B238E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57640" y="1356030"/>
                  <a:ext cx="1904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78D6BB7-0F23-C2B9-4011-B1232AD67467}"/>
                    </a:ext>
                  </a:extLst>
                </p14:cNvPr>
                <p14:cNvContentPartPr/>
                <p14:nvPr/>
              </p14:nvContentPartPr>
              <p14:xfrm>
                <a:off x="5391120" y="1631790"/>
                <a:ext cx="159480" cy="1605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78D6BB7-0F23-C2B9-4011-B1232AD6746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386800" y="1627470"/>
                  <a:ext cx="16812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8D98F2E9-51AB-2FD1-56C0-CDE2B39DC573}"/>
              </a:ext>
            </a:extLst>
          </p:cNvPr>
          <p:cNvGrpSpPr/>
          <p:nvPr/>
        </p:nvGrpSpPr>
        <p:grpSpPr>
          <a:xfrm>
            <a:off x="6385440" y="1263870"/>
            <a:ext cx="306720" cy="1622880"/>
            <a:chOff x="6385440" y="1263870"/>
            <a:chExt cx="306720" cy="162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4B0A3213-BD85-D5E8-F0A3-D850194193CA}"/>
                    </a:ext>
                  </a:extLst>
                </p14:cNvPr>
                <p14:cNvContentPartPr/>
                <p14:nvPr/>
              </p14:nvContentPartPr>
              <p14:xfrm>
                <a:off x="6385440" y="1263870"/>
                <a:ext cx="88920" cy="16228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4B0A3213-BD85-D5E8-F0A3-D850194193C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381120" y="1259550"/>
                  <a:ext cx="97560" cy="16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D4E9A40-7F45-0251-7D97-84A2EB70005E}"/>
                    </a:ext>
                  </a:extLst>
                </p14:cNvPr>
                <p14:cNvContentPartPr/>
                <p14:nvPr/>
              </p14:nvContentPartPr>
              <p14:xfrm>
                <a:off x="6439080" y="1871910"/>
                <a:ext cx="253080" cy="2476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D4E9A40-7F45-0251-7D97-84A2EB70005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434760" y="1867590"/>
                  <a:ext cx="26172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61F01E28-73E1-C51C-E944-5F7DECD2A3DA}"/>
              </a:ext>
            </a:extLst>
          </p:cNvPr>
          <p:cNvGrpSpPr/>
          <p:nvPr/>
        </p:nvGrpSpPr>
        <p:grpSpPr>
          <a:xfrm>
            <a:off x="628320" y="1427310"/>
            <a:ext cx="1217880" cy="293760"/>
            <a:chOff x="628320" y="1427310"/>
            <a:chExt cx="121788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9FB2A4F5-C987-D72A-300E-750E72F0FE74}"/>
                    </a:ext>
                  </a:extLst>
                </p14:cNvPr>
                <p14:cNvContentPartPr/>
                <p14:nvPr/>
              </p14:nvContentPartPr>
              <p14:xfrm>
                <a:off x="628320" y="1542510"/>
                <a:ext cx="122760" cy="1659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9FB2A4F5-C987-D72A-300E-750E72F0FE7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24000" y="1538190"/>
                  <a:ext cx="131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A1D9BFC3-77A0-B334-9468-1BE4BAEE8BFD}"/>
                    </a:ext>
                  </a:extLst>
                </p14:cNvPr>
                <p14:cNvContentPartPr/>
                <p14:nvPr/>
              </p14:nvContentPartPr>
              <p14:xfrm>
                <a:off x="652800" y="1580310"/>
                <a:ext cx="86760" cy="712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A1D9BFC3-77A0-B334-9468-1BE4BAEE8BF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48480" y="1575990"/>
                  <a:ext cx="95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ECE234A-8D09-F588-170F-80C1B290E804}"/>
                    </a:ext>
                  </a:extLst>
                </p14:cNvPr>
                <p14:cNvContentPartPr/>
                <p14:nvPr/>
              </p14:nvContentPartPr>
              <p14:xfrm>
                <a:off x="808680" y="1578150"/>
                <a:ext cx="66600" cy="266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ECE234A-8D09-F588-170F-80C1B290E80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04360" y="1573830"/>
                  <a:ext cx="75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57CFFF87-8F17-2590-EF55-4042E5332FEA}"/>
                    </a:ext>
                  </a:extLst>
                </p14:cNvPr>
                <p14:cNvContentPartPr/>
                <p14:nvPr/>
              </p14:nvContentPartPr>
              <p14:xfrm>
                <a:off x="810480" y="1624590"/>
                <a:ext cx="106200" cy="316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57CFFF87-8F17-2590-EF55-4042E5332FE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6160" y="1620270"/>
                  <a:ext cx="114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B1DD9D68-632C-EAAB-61E3-54F15AAEC645}"/>
                    </a:ext>
                  </a:extLst>
                </p14:cNvPr>
                <p14:cNvContentPartPr/>
                <p14:nvPr/>
              </p14:nvContentPartPr>
              <p14:xfrm>
                <a:off x="971040" y="1554030"/>
                <a:ext cx="91440" cy="864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B1DD9D68-632C-EAAB-61E3-54F15AAEC64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6720" y="1549710"/>
                  <a:ext cx="100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BCB48952-29E8-C295-F279-3595CA970093}"/>
                    </a:ext>
                  </a:extLst>
                </p14:cNvPr>
                <p14:cNvContentPartPr/>
                <p14:nvPr/>
              </p14:nvContentPartPr>
              <p14:xfrm>
                <a:off x="1167960" y="1583190"/>
                <a:ext cx="51480" cy="9828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BCB48952-29E8-C295-F279-3595CA97009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63640" y="1578870"/>
                  <a:ext cx="60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8DC40232-B63A-45E6-787D-381BE05AAE80}"/>
                    </a:ext>
                  </a:extLst>
                </p14:cNvPr>
                <p14:cNvContentPartPr/>
                <p14:nvPr/>
              </p14:nvContentPartPr>
              <p14:xfrm>
                <a:off x="1263720" y="1494630"/>
                <a:ext cx="154800" cy="2264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8DC40232-B63A-45E6-787D-381BE05AAE8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259400" y="1490310"/>
                  <a:ext cx="1634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53C53CB8-68C9-3BDB-EE4B-B7180DD194D4}"/>
                    </a:ext>
                  </a:extLst>
                </p14:cNvPr>
                <p14:cNvContentPartPr/>
                <p14:nvPr/>
              </p14:nvContentPartPr>
              <p14:xfrm>
                <a:off x="1466760" y="1498590"/>
                <a:ext cx="60840" cy="144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53C53CB8-68C9-3BDB-EE4B-B7180DD194D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62440" y="1494270"/>
                  <a:ext cx="69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940E2CDC-89C8-80B1-8CCF-7A04C8EADC7E}"/>
                    </a:ext>
                  </a:extLst>
                </p14:cNvPr>
                <p14:cNvContentPartPr/>
                <p14:nvPr/>
              </p14:nvContentPartPr>
              <p14:xfrm>
                <a:off x="1482600" y="1527750"/>
                <a:ext cx="75960" cy="3816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940E2CDC-89C8-80B1-8CCF-7A04C8EADC7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478280" y="1523430"/>
                  <a:ext cx="84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5462C58-952C-99BA-7CE6-2DF8A81CA2C8}"/>
                    </a:ext>
                  </a:extLst>
                </p14:cNvPr>
                <p14:cNvContentPartPr/>
                <p14:nvPr/>
              </p14:nvContentPartPr>
              <p14:xfrm>
                <a:off x="1697160" y="1427310"/>
                <a:ext cx="149040" cy="11880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5462C58-952C-99BA-7CE6-2DF8A81CA2C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692840" y="1422990"/>
                  <a:ext cx="15768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42B75400-2DC0-7F35-5607-4D3EAC1E7C24}"/>
              </a:ext>
            </a:extLst>
          </p:cNvPr>
          <p:cNvGrpSpPr/>
          <p:nvPr/>
        </p:nvGrpSpPr>
        <p:grpSpPr>
          <a:xfrm>
            <a:off x="586920" y="1899990"/>
            <a:ext cx="523800" cy="205200"/>
            <a:chOff x="586920" y="1899990"/>
            <a:chExt cx="52380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96043F31-A9D0-1220-AF13-FE6B984ED12A}"/>
                    </a:ext>
                  </a:extLst>
                </p14:cNvPr>
                <p14:cNvContentPartPr/>
                <p14:nvPr/>
              </p14:nvContentPartPr>
              <p14:xfrm>
                <a:off x="586920" y="1899990"/>
                <a:ext cx="112680" cy="20520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96043F31-A9D0-1220-AF13-FE6B984ED12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2600" y="1895670"/>
                  <a:ext cx="121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309528AA-5666-7CB3-3B8D-2B2E0AC2B60B}"/>
                    </a:ext>
                  </a:extLst>
                </p14:cNvPr>
                <p14:cNvContentPartPr/>
                <p14:nvPr/>
              </p14:nvContentPartPr>
              <p14:xfrm>
                <a:off x="598440" y="1978470"/>
                <a:ext cx="133920" cy="367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309528AA-5666-7CB3-3B8D-2B2E0AC2B60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94120" y="1974150"/>
                  <a:ext cx="1425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EAB3CBEE-5D6B-1C5B-A8C0-8B3885D6A392}"/>
                    </a:ext>
                  </a:extLst>
                </p14:cNvPr>
                <p14:cNvContentPartPr/>
                <p14:nvPr/>
              </p14:nvContentPartPr>
              <p14:xfrm>
                <a:off x="805800" y="1955430"/>
                <a:ext cx="60120" cy="144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EAB3CBEE-5D6B-1C5B-A8C0-8B3885D6A39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01480" y="1951110"/>
                  <a:ext cx="687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4C5F7422-B909-A53C-6D4E-4D30B961949C}"/>
                    </a:ext>
                  </a:extLst>
                </p14:cNvPr>
                <p14:cNvContentPartPr/>
                <p14:nvPr/>
              </p14:nvContentPartPr>
              <p14:xfrm>
                <a:off x="798600" y="1979190"/>
                <a:ext cx="123840" cy="522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4C5F7422-B909-A53C-6D4E-4D30B961949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94280" y="1974870"/>
                  <a:ext cx="1324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088091B-4426-190E-26D3-478222871702}"/>
                    </a:ext>
                  </a:extLst>
                </p14:cNvPr>
                <p14:cNvContentPartPr/>
                <p14:nvPr/>
              </p14:nvContentPartPr>
              <p14:xfrm>
                <a:off x="975720" y="1915830"/>
                <a:ext cx="135000" cy="1144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088091B-4426-190E-26D3-47822287170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71400" y="1911510"/>
                  <a:ext cx="143640" cy="123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03" name="Oval 402">
            <a:extLst>
              <a:ext uri="{FF2B5EF4-FFF2-40B4-BE49-F238E27FC236}">
                <a16:creationId xmlns:a16="http://schemas.microsoft.com/office/drawing/2014/main" id="{39022436-2896-8F1A-2856-981956EFA1E1}"/>
              </a:ext>
            </a:extLst>
          </p:cNvPr>
          <p:cNvSpPr/>
          <p:nvPr/>
        </p:nvSpPr>
        <p:spPr>
          <a:xfrm>
            <a:off x="2818035" y="3826793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435F65EF-017B-2830-3ED2-746D8D8369BF}"/>
              </a:ext>
            </a:extLst>
          </p:cNvPr>
          <p:cNvCxnSpPr>
            <a:cxnSpLocks/>
          </p:cNvCxnSpPr>
          <p:nvPr/>
        </p:nvCxnSpPr>
        <p:spPr>
          <a:xfrm>
            <a:off x="2428875" y="4750718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97EBE1BA-2205-67F2-CDB7-55AABD462849}"/>
              </a:ext>
            </a:extLst>
          </p:cNvPr>
          <p:cNvGrpSpPr/>
          <p:nvPr/>
        </p:nvGrpSpPr>
        <p:grpSpPr>
          <a:xfrm>
            <a:off x="3757800" y="4410990"/>
            <a:ext cx="504720" cy="390960"/>
            <a:chOff x="3757800" y="4410990"/>
            <a:chExt cx="504720" cy="39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91222DE4-27F7-1912-B49E-F443791396A8}"/>
                    </a:ext>
                  </a:extLst>
                </p14:cNvPr>
                <p14:cNvContentPartPr/>
                <p14:nvPr/>
              </p14:nvContentPartPr>
              <p14:xfrm>
                <a:off x="3757800" y="4443750"/>
                <a:ext cx="86760" cy="1684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91222DE4-27F7-1912-B49E-F443791396A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753480" y="4439430"/>
                  <a:ext cx="95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94952BE8-A249-02B3-278E-220CB63F7DEA}"/>
                    </a:ext>
                  </a:extLst>
                </p14:cNvPr>
                <p14:cNvContentPartPr/>
                <p14:nvPr/>
              </p14:nvContentPartPr>
              <p14:xfrm>
                <a:off x="3848160" y="4475430"/>
                <a:ext cx="81720" cy="406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94952BE8-A249-02B3-278E-220CB63F7DE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843840" y="4471110"/>
                  <a:ext cx="90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A0A178F1-19C6-E92D-E0D5-0847F5810A05}"/>
                    </a:ext>
                  </a:extLst>
                </p14:cNvPr>
                <p14:cNvContentPartPr/>
                <p14:nvPr/>
              </p14:nvContentPartPr>
              <p14:xfrm>
                <a:off x="3870840" y="4520070"/>
                <a:ext cx="64800" cy="4176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A0A178F1-19C6-E92D-E0D5-0847F5810A0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866520" y="4515750"/>
                  <a:ext cx="73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26FA114C-6991-5396-AE33-3D25DEBE45A2}"/>
                    </a:ext>
                  </a:extLst>
                </p14:cNvPr>
                <p14:cNvContentPartPr/>
                <p14:nvPr/>
              </p14:nvContentPartPr>
              <p14:xfrm>
                <a:off x="3995040" y="4410990"/>
                <a:ext cx="113400" cy="842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26FA114C-6991-5396-AE33-3D25DEBE45A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990720" y="4406670"/>
                  <a:ext cx="122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39329F85-A4B6-348F-57C8-A38D8EEA2E8A}"/>
                    </a:ext>
                  </a:extLst>
                </p14:cNvPr>
                <p14:cNvContentPartPr/>
                <p14:nvPr/>
              </p14:nvContentPartPr>
              <p14:xfrm>
                <a:off x="3819360" y="4719870"/>
                <a:ext cx="158760" cy="8208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39329F85-A4B6-348F-57C8-A38D8EEA2E8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815040" y="4715550"/>
                  <a:ext cx="167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A58326CF-8983-482B-25CB-8B7CA55977B5}"/>
                    </a:ext>
                  </a:extLst>
                </p14:cNvPr>
                <p14:cNvContentPartPr/>
                <p14:nvPr/>
              </p14:nvContentPartPr>
              <p14:xfrm>
                <a:off x="3990720" y="4626990"/>
                <a:ext cx="84600" cy="4356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A58326CF-8983-482B-25CB-8B7CA55977B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986400" y="4622670"/>
                  <a:ext cx="932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9DEF42BB-5D89-A2E4-BDB1-5E21231849F7}"/>
                    </a:ext>
                  </a:extLst>
                </p14:cNvPr>
                <p14:cNvContentPartPr/>
                <p14:nvPr/>
              </p14:nvContentPartPr>
              <p14:xfrm>
                <a:off x="3998280" y="4653630"/>
                <a:ext cx="103320" cy="727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9DEF42BB-5D89-A2E4-BDB1-5E21231849F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993960" y="4649310"/>
                  <a:ext cx="111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1DBB94A6-86C2-C99C-95BE-3931D2AD7B6B}"/>
                    </a:ext>
                  </a:extLst>
                </p14:cNvPr>
                <p14:cNvContentPartPr/>
                <p14:nvPr/>
              </p14:nvContentPartPr>
              <p14:xfrm>
                <a:off x="4145880" y="4560030"/>
                <a:ext cx="116640" cy="997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1DBB94A6-86C2-C99C-95BE-3931D2AD7B6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141560" y="4555710"/>
                  <a:ext cx="12528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54B7BB8E-3DF8-335C-B778-A806E16696AF}"/>
              </a:ext>
            </a:extLst>
          </p:cNvPr>
          <p:cNvGrpSpPr/>
          <p:nvPr/>
        </p:nvGrpSpPr>
        <p:grpSpPr>
          <a:xfrm>
            <a:off x="2598960" y="6324030"/>
            <a:ext cx="207720" cy="137520"/>
            <a:chOff x="2598960" y="6324030"/>
            <a:chExt cx="207720" cy="1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54F6DD60-C6FB-2874-A6EF-9FFBB809521C}"/>
                    </a:ext>
                  </a:extLst>
                </p14:cNvPr>
                <p14:cNvContentPartPr/>
                <p14:nvPr/>
              </p14:nvContentPartPr>
              <p14:xfrm>
                <a:off x="2652600" y="6329070"/>
                <a:ext cx="154080" cy="13248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54F6DD60-C6FB-2874-A6EF-9FFBB809521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648280" y="6324750"/>
                  <a:ext cx="162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8EC53D25-B233-399E-0253-461F5F96F1AC}"/>
                    </a:ext>
                  </a:extLst>
                </p14:cNvPr>
                <p14:cNvContentPartPr/>
                <p14:nvPr/>
              </p14:nvContentPartPr>
              <p14:xfrm>
                <a:off x="2598960" y="6324030"/>
                <a:ext cx="180360" cy="1339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8EC53D25-B233-399E-0253-461F5F96F1A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594640" y="6319710"/>
                  <a:ext cx="189000" cy="14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35BC6EA4-2475-34C9-5C99-F9E05B0A6C91}"/>
                  </a:ext>
                </a:extLst>
              </p14:cNvPr>
              <p14:cNvContentPartPr/>
              <p14:nvPr/>
            </p14:nvContentPartPr>
            <p14:xfrm>
              <a:off x="2139600" y="5575230"/>
              <a:ext cx="202680" cy="244800"/>
            </p14:xfrm>
          </p:contentPart>
        </mc:Choice>
        <mc:Fallback xmlns=""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35BC6EA4-2475-34C9-5C99-F9E05B0A6C91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2135280" y="5570910"/>
                <a:ext cx="21132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552" name="Ink 551">
                <a:extLst>
                  <a:ext uri="{FF2B5EF4-FFF2-40B4-BE49-F238E27FC236}">
                    <a16:creationId xmlns:a16="http://schemas.microsoft.com/office/drawing/2014/main" id="{E3148B79-C678-2315-68CB-117C59290445}"/>
                  </a:ext>
                </a:extLst>
              </p14:cNvPr>
              <p14:cNvContentPartPr/>
              <p14:nvPr/>
            </p14:nvContentPartPr>
            <p14:xfrm>
              <a:off x="3574560" y="3822390"/>
              <a:ext cx="277200" cy="28080"/>
            </p14:xfrm>
          </p:contentPart>
        </mc:Choice>
        <mc:Fallback xmlns="">
          <p:pic>
            <p:nvPicPr>
              <p:cNvPr id="552" name="Ink 551">
                <a:extLst>
                  <a:ext uri="{FF2B5EF4-FFF2-40B4-BE49-F238E27FC236}">
                    <a16:creationId xmlns:a16="http://schemas.microsoft.com/office/drawing/2014/main" id="{E3148B79-C678-2315-68CB-117C59290445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3570240" y="3818070"/>
                <a:ext cx="2858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557" name="Ink 556">
                <a:extLst>
                  <a:ext uri="{FF2B5EF4-FFF2-40B4-BE49-F238E27FC236}">
                    <a16:creationId xmlns:a16="http://schemas.microsoft.com/office/drawing/2014/main" id="{E214424E-CF27-9729-09C3-8BD1AF2E2D32}"/>
                  </a:ext>
                </a:extLst>
              </p14:cNvPr>
              <p14:cNvContentPartPr/>
              <p14:nvPr/>
            </p14:nvContentPartPr>
            <p14:xfrm>
              <a:off x="3682560" y="5652630"/>
              <a:ext cx="328320" cy="46080"/>
            </p14:xfrm>
          </p:contentPart>
        </mc:Choice>
        <mc:Fallback xmlns="">
          <p:pic>
            <p:nvPicPr>
              <p:cNvPr id="557" name="Ink 556">
                <a:extLst>
                  <a:ext uri="{FF2B5EF4-FFF2-40B4-BE49-F238E27FC236}">
                    <a16:creationId xmlns:a16="http://schemas.microsoft.com/office/drawing/2014/main" id="{E214424E-CF27-9729-09C3-8BD1AF2E2D32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678240" y="5648310"/>
                <a:ext cx="33696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4" name="Group 563">
            <a:extLst>
              <a:ext uri="{FF2B5EF4-FFF2-40B4-BE49-F238E27FC236}">
                <a16:creationId xmlns:a16="http://schemas.microsoft.com/office/drawing/2014/main" id="{CAAC55FD-4BAC-021B-5DBA-75593B4786F2}"/>
              </a:ext>
            </a:extLst>
          </p:cNvPr>
          <p:cNvGrpSpPr/>
          <p:nvPr/>
        </p:nvGrpSpPr>
        <p:grpSpPr>
          <a:xfrm>
            <a:off x="3654480" y="5930190"/>
            <a:ext cx="408600" cy="212040"/>
            <a:chOff x="3654480" y="5930190"/>
            <a:chExt cx="408600" cy="2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52C478E9-084D-368E-C136-2CC9615FD977}"/>
                    </a:ext>
                  </a:extLst>
                </p14:cNvPr>
                <p14:cNvContentPartPr/>
                <p14:nvPr/>
              </p14:nvContentPartPr>
              <p14:xfrm>
                <a:off x="3654480" y="6118830"/>
                <a:ext cx="266400" cy="2340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52C478E9-084D-368E-C136-2CC9615FD97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650160" y="6114510"/>
                  <a:ext cx="2750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FDEC47FD-E0FB-50CF-CE0B-7703FA5E8C74}"/>
                    </a:ext>
                  </a:extLst>
                </p14:cNvPr>
                <p14:cNvContentPartPr/>
                <p14:nvPr/>
              </p14:nvContentPartPr>
              <p14:xfrm>
                <a:off x="3846720" y="5930190"/>
                <a:ext cx="102600" cy="9036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FDEC47FD-E0FB-50CF-CE0B-7703FA5E8C7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842400" y="5925870"/>
                  <a:ext cx="1112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CEA3EBB8-B94F-3DE4-E4C8-CBD2DE78327E}"/>
                    </a:ext>
                  </a:extLst>
                </p14:cNvPr>
                <p14:cNvContentPartPr/>
                <p14:nvPr/>
              </p14:nvContentPartPr>
              <p14:xfrm>
                <a:off x="4041480" y="5974110"/>
                <a:ext cx="21600" cy="4248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CEA3EBB8-B94F-3DE4-E4C8-CBD2DE78327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037160" y="5969790"/>
                  <a:ext cx="3024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565" name="Ink 564">
                <a:extLst>
                  <a:ext uri="{FF2B5EF4-FFF2-40B4-BE49-F238E27FC236}">
                    <a16:creationId xmlns:a16="http://schemas.microsoft.com/office/drawing/2014/main" id="{A5BCB173-C327-5185-87D8-20D47C9BA4CA}"/>
                  </a:ext>
                </a:extLst>
              </p14:cNvPr>
              <p14:cNvContentPartPr/>
              <p14:nvPr/>
            </p14:nvContentPartPr>
            <p14:xfrm>
              <a:off x="3648000" y="4714470"/>
              <a:ext cx="113760" cy="95040"/>
            </p14:xfrm>
          </p:contentPart>
        </mc:Choice>
        <mc:Fallback xmlns="">
          <p:pic>
            <p:nvPicPr>
              <p:cNvPr id="565" name="Ink 564">
                <a:extLst>
                  <a:ext uri="{FF2B5EF4-FFF2-40B4-BE49-F238E27FC236}">
                    <a16:creationId xmlns:a16="http://schemas.microsoft.com/office/drawing/2014/main" id="{A5BCB173-C327-5185-87D8-20D47C9BA4CA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643680" y="4710150"/>
                <a:ext cx="122400" cy="10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2" name="Group 571">
            <a:extLst>
              <a:ext uri="{FF2B5EF4-FFF2-40B4-BE49-F238E27FC236}">
                <a16:creationId xmlns:a16="http://schemas.microsoft.com/office/drawing/2014/main" id="{48CDD929-64CC-B4FD-2407-06C886BCB196}"/>
              </a:ext>
            </a:extLst>
          </p:cNvPr>
          <p:cNvGrpSpPr/>
          <p:nvPr/>
        </p:nvGrpSpPr>
        <p:grpSpPr>
          <a:xfrm>
            <a:off x="1862760" y="4464270"/>
            <a:ext cx="716400" cy="391320"/>
            <a:chOff x="1862760" y="4464270"/>
            <a:chExt cx="71640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9C9EB384-440C-70C8-0F52-F0C850F3C53E}"/>
                    </a:ext>
                  </a:extLst>
                </p14:cNvPr>
                <p14:cNvContentPartPr/>
                <p14:nvPr/>
              </p14:nvContentPartPr>
              <p14:xfrm>
                <a:off x="1862760" y="4716990"/>
                <a:ext cx="140760" cy="13860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9C9EB384-440C-70C8-0F52-F0C850F3C53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858440" y="4712670"/>
                  <a:ext cx="149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135E588E-333B-8937-7C84-31D42C4842D8}"/>
                    </a:ext>
                  </a:extLst>
                </p14:cNvPr>
                <p14:cNvContentPartPr/>
                <p14:nvPr/>
              </p14:nvContentPartPr>
              <p14:xfrm>
                <a:off x="2119080" y="4738950"/>
                <a:ext cx="19800" cy="8172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135E588E-333B-8937-7C84-31D42C4842D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114760" y="4734630"/>
                  <a:ext cx="28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1BB1989C-1B4A-272A-65BD-3EE885F6C0DD}"/>
                    </a:ext>
                  </a:extLst>
                </p14:cNvPr>
                <p14:cNvContentPartPr/>
                <p14:nvPr/>
              </p14:nvContentPartPr>
              <p14:xfrm>
                <a:off x="2125200" y="4556430"/>
                <a:ext cx="145440" cy="19152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1BB1989C-1B4A-272A-65BD-3EE885F6C0D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120880" y="4552110"/>
                  <a:ext cx="154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E83491A7-E6D7-F6B1-DCB3-12764CAE333C}"/>
                    </a:ext>
                  </a:extLst>
                </p14:cNvPr>
                <p14:cNvContentPartPr/>
                <p14:nvPr/>
              </p14:nvContentPartPr>
              <p14:xfrm>
                <a:off x="2187480" y="4628790"/>
                <a:ext cx="105840" cy="6912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E83491A7-E6D7-F6B1-DCB3-12764CAE333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183160" y="4624470"/>
                  <a:ext cx="1144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EFDC76C4-553E-2805-2B18-0657D3FDA221}"/>
                    </a:ext>
                  </a:extLst>
                </p14:cNvPr>
                <p14:cNvContentPartPr/>
                <p14:nvPr/>
              </p14:nvContentPartPr>
              <p14:xfrm>
                <a:off x="2359920" y="4525470"/>
                <a:ext cx="124560" cy="15120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EFDC76C4-553E-2805-2B18-0657D3FDA22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355600" y="4521150"/>
                  <a:ext cx="1332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DBD98FB1-94D0-7760-9807-B95EBAE63E03}"/>
                    </a:ext>
                  </a:extLst>
                </p14:cNvPr>
                <p14:cNvContentPartPr/>
                <p14:nvPr/>
              </p14:nvContentPartPr>
              <p14:xfrm>
                <a:off x="2444160" y="4464270"/>
                <a:ext cx="135000" cy="6192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DBD98FB1-94D0-7760-9807-B95EBAE63E0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439840" y="4459950"/>
                  <a:ext cx="14364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9240324E-BD7B-20B4-328C-F22A8AECC8DC}"/>
              </a:ext>
            </a:extLst>
          </p:cNvPr>
          <p:cNvGrpSpPr/>
          <p:nvPr/>
        </p:nvGrpSpPr>
        <p:grpSpPr>
          <a:xfrm>
            <a:off x="3654840" y="6273990"/>
            <a:ext cx="703440" cy="252720"/>
            <a:chOff x="3654840" y="6273990"/>
            <a:chExt cx="70344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81C15C4C-4384-8992-E4DB-8D7208D97266}"/>
                    </a:ext>
                  </a:extLst>
                </p14:cNvPr>
                <p14:cNvContentPartPr/>
                <p14:nvPr/>
              </p14:nvContentPartPr>
              <p14:xfrm>
                <a:off x="3654840" y="6371190"/>
                <a:ext cx="134640" cy="15552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81C15C4C-4384-8992-E4DB-8D7208D9726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650520" y="6366870"/>
                  <a:ext cx="1432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58ED4288-6C40-16FE-ACE0-A08FCB9C9762}"/>
                    </a:ext>
                  </a:extLst>
                </p14:cNvPr>
                <p14:cNvContentPartPr/>
                <p14:nvPr/>
              </p14:nvContentPartPr>
              <p14:xfrm>
                <a:off x="3913680" y="6447150"/>
                <a:ext cx="6120" cy="4104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58ED4288-6C40-16FE-ACE0-A08FCB9C976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909360" y="6442830"/>
                  <a:ext cx="14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211D36C3-690D-0A62-A52E-963A67191BBD}"/>
                    </a:ext>
                  </a:extLst>
                </p14:cNvPr>
                <p14:cNvContentPartPr/>
                <p14:nvPr/>
              </p14:nvContentPartPr>
              <p14:xfrm>
                <a:off x="4022760" y="6380910"/>
                <a:ext cx="360" cy="36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211D36C3-690D-0A62-A52E-963A67191BB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018440" y="637659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668CC8E6-173C-824A-B9EF-B582CB01DE43}"/>
                    </a:ext>
                  </a:extLst>
                </p14:cNvPr>
                <p14:cNvContentPartPr/>
                <p14:nvPr/>
              </p14:nvContentPartPr>
              <p14:xfrm>
                <a:off x="3992160" y="6325830"/>
                <a:ext cx="130320" cy="19908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668CC8E6-173C-824A-B9EF-B582CB01DE4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987840" y="6321510"/>
                  <a:ext cx="1389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BD5BDA3F-4221-B6DC-1DE4-F0988EE3D94B}"/>
                    </a:ext>
                  </a:extLst>
                </p14:cNvPr>
                <p14:cNvContentPartPr/>
                <p14:nvPr/>
              </p14:nvContentPartPr>
              <p14:xfrm>
                <a:off x="4063080" y="6406110"/>
                <a:ext cx="129600" cy="2412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BD5BDA3F-4221-B6DC-1DE4-F0988EE3D94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058760" y="6401790"/>
                  <a:ext cx="138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855DB2B6-62CC-B857-4E91-FFCE5D26DF48}"/>
                    </a:ext>
                  </a:extLst>
                </p14:cNvPr>
                <p14:cNvContentPartPr/>
                <p14:nvPr/>
              </p14:nvContentPartPr>
              <p14:xfrm>
                <a:off x="4211040" y="6332670"/>
                <a:ext cx="98640" cy="13176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855DB2B6-62CC-B857-4E91-FFCE5D26DF4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206720" y="6328350"/>
                  <a:ext cx="107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F8AB2E8B-8C84-4EDD-1133-7A70599CA86A}"/>
                    </a:ext>
                  </a:extLst>
                </p14:cNvPr>
                <p14:cNvContentPartPr/>
                <p14:nvPr/>
              </p14:nvContentPartPr>
              <p14:xfrm>
                <a:off x="4254960" y="6273990"/>
                <a:ext cx="103320" cy="7812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F8AB2E8B-8C84-4EDD-1133-7A70599CA86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250640" y="6269670"/>
                  <a:ext cx="1119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0" name="Group 609">
            <a:extLst>
              <a:ext uri="{FF2B5EF4-FFF2-40B4-BE49-F238E27FC236}">
                <a16:creationId xmlns:a16="http://schemas.microsoft.com/office/drawing/2014/main" id="{4323B258-96C2-34AC-245A-408999C7FEC1}"/>
              </a:ext>
            </a:extLst>
          </p:cNvPr>
          <p:cNvGrpSpPr/>
          <p:nvPr/>
        </p:nvGrpSpPr>
        <p:grpSpPr>
          <a:xfrm>
            <a:off x="501960" y="4012470"/>
            <a:ext cx="550440" cy="423000"/>
            <a:chOff x="501960" y="4012470"/>
            <a:chExt cx="550440" cy="42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036157E9-16CF-615B-2D2E-B932C6219BF3}"/>
                    </a:ext>
                  </a:extLst>
                </p14:cNvPr>
                <p14:cNvContentPartPr/>
                <p14:nvPr/>
              </p14:nvContentPartPr>
              <p14:xfrm>
                <a:off x="501960" y="4350150"/>
                <a:ext cx="92160" cy="8532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036157E9-16CF-615B-2D2E-B932C6219BF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97640" y="4345830"/>
                  <a:ext cx="100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578372F5-8149-CD90-D7B7-FAC2FAD68F6D}"/>
                    </a:ext>
                  </a:extLst>
                </p14:cNvPr>
                <p14:cNvContentPartPr/>
                <p14:nvPr/>
              </p14:nvContentPartPr>
              <p14:xfrm>
                <a:off x="676560" y="4318470"/>
                <a:ext cx="23040" cy="1908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578372F5-8149-CD90-D7B7-FAC2FAD68F6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72240" y="4314150"/>
                  <a:ext cx="31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BC841755-CDB7-76F6-AF1E-761A0A3778FD}"/>
                    </a:ext>
                  </a:extLst>
                </p14:cNvPr>
                <p14:cNvContentPartPr/>
                <p14:nvPr/>
              </p14:nvContentPartPr>
              <p14:xfrm>
                <a:off x="705720" y="4227390"/>
                <a:ext cx="123480" cy="5580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BC841755-CDB7-76F6-AF1E-761A0A3778F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01400" y="4223070"/>
                  <a:ext cx="1321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606D1CDE-49BE-D347-677C-4C0EF29E9496}"/>
                    </a:ext>
                  </a:extLst>
                </p14:cNvPr>
                <p14:cNvContentPartPr/>
                <p14:nvPr/>
              </p14:nvContentPartPr>
              <p14:xfrm>
                <a:off x="884280" y="4155750"/>
                <a:ext cx="45000" cy="7848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606D1CDE-49BE-D347-677C-4C0EF29E949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79960" y="4151430"/>
                  <a:ext cx="53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620121C9-A45D-91EF-9E57-47194009D0AE}"/>
                    </a:ext>
                  </a:extLst>
                </p14:cNvPr>
                <p14:cNvContentPartPr/>
                <p14:nvPr/>
              </p14:nvContentPartPr>
              <p14:xfrm>
                <a:off x="877080" y="4012470"/>
                <a:ext cx="175320" cy="12924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620121C9-A45D-91EF-9E57-47194009D0A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72760" y="4008150"/>
                  <a:ext cx="18396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0" name="Group 669">
            <a:extLst>
              <a:ext uri="{FF2B5EF4-FFF2-40B4-BE49-F238E27FC236}">
                <a16:creationId xmlns:a16="http://schemas.microsoft.com/office/drawing/2014/main" id="{89C2A117-72DB-1B35-13FE-DD7FB775FBBE}"/>
              </a:ext>
            </a:extLst>
          </p:cNvPr>
          <p:cNvGrpSpPr/>
          <p:nvPr/>
        </p:nvGrpSpPr>
        <p:grpSpPr>
          <a:xfrm>
            <a:off x="8370480" y="701910"/>
            <a:ext cx="414360" cy="128520"/>
            <a:chOff x="8370480" y="701910"/>
            <a:chExt cx="414360" cy="1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BD28CC14-9505-34FA-E20D-A6415F813278}"/>
                    </a:ext>
                  </a:extLst>
                </p14:cNvPr>
                <p14:cNvContentPartPr/>
                <p14:nvPr/>
              </p14:nvContentPartPr>
              <p14:xfrm>
                <a:off x="8370480" y="701910"/>
                <a:ext cx="133200" cy="12852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BD28CC14-9505-34FA-E20D-A6415F81327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366160" y="697590"/>
                  <a:ext cx="1418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D97D3143-528F-4EFC-E8A3-FD486176D1E4}"/>
                    </a:ext>
                  </a:extLst>
                </p14:cNvPr>
                <p14:cNvContentPartPr/>
                <p14:nvPr/>
              </p14:nvContentPartPr>
              <p14:xfrm>
                <a:off x="8641560" y="729990"/>
                <a:ext cx="94320" cy="1188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D97D3143-528F-4EFC-E8A3-FD486176D1E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637240" y="725670"/>
                  <a:ext cx="102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6E916586-A213-2A8D-27AB-D56BBBFAD37E}"/>
                    </a:ext>
                  </a:extLst>
                </p14:cNvPr>
                <p14:cNvContentPartPr/>
                <p14:nvPr/>
              </p14:nvContentPartPr>
              <p14:xfrm>
                <a:off x="8664240" y="800190"/>
                <a:ext cx="120600" cy="2376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6E916586-A213-2A8D-27AB-D56BBBFAD37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659920" y="795870"/>
                  <a:ext cx="1292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4" name="Group 673">
            <a:extLst>
              <a:ext uri="{FF2B5EF4-FFF2-40B4-BE49-F238E27FC236}">
                <a16:creationId xmlns:a16="http://schemas.microsoft.com/office/drawing/2014/main" id="{9E7F9E2F-FA32-A9EA-3D0E-0A656591A6D0}"/>
              </a:ext>
            </a:extLst>
          </p:cNvPr>
          <p:cNvGrpSpPr/>
          <p:nvPr/>
        </p:nvGrpSpPr>
        <p:grpSpPr>
          <a:xfrm>
            <a:off x="8938560" y="613710"/>
            <a:ext cx="993600" cy="406080"/>
            <a:chOff x="8938560" y="613710"/>
            <a:chExt cx="99360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9C730BCA-A855-E77A-5D13-C20D286092D2}"/>
                    </a:ext>
                  </a:extLst>
                </p14:cNvPr>
                <p14:cNvContentPartPr/>
                <p14:nvPr/>
              </p14:nvContentPartPr>
              <p14:xfrm>
                <a:off x="8938560" y="640710"/>
                <a:ext cx="16200" cy="16704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9C730BCA-A855-E77A-5D13-C20D286092D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934240" y="636390"/>
                  <a:ext cx="248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5072A8A0-D1C2-92F2-3D71-ACF03934D5C8}"/>
                    </a:ext>
                  </a:extLst>
                </p14:cNvPr>
                <p14:cNvContentPartPr/>
                <p14:nvPr/>
              </p14:nvContentPartPr>
              <p14:xfrm>
                <a:off x="9019920" y="773910"/>
                <a:ext cx="26280" cy="2628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5072A8A0-D1C2-92F2-3D71-ACF03934D5C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015600" y="769590"/>
                  <a:ext cx="34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538D7DBF-AE42-C4C7-9763-25EDC69B0E3F}"/>
                    </a:ext>
                  </a:extLst>
                </p14:cNvPr>
                <p14:cNvContentPartPr/>
                <p14:nvPr/>
              </p14:nvContentPartPr>
              <p14:xfrm>
                <a:off x="9067800" y="690030"/>
                <a:ext cx="180360" cy="12636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538D7DBF-AE42-C4C7-9763-25EDC69B0E3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063480" y="685710"/>
                  <a:ext cx="189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ECFDEF6C-8D47-732B-0279-6D0AE28F6F4B}"/>
                    </a:ext>
                  </a:extLst>
                </p14:cNvPr>
                <p14:cNvContentPartPr/>
                <p14:nvPr/>
              </p14:nvContentPartPr>
              <p14:xfrm>
                <a:off x="9215760" y="613710"/>
                <a:ext cx="185760" cy="36000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ECFDEF6C-8D47-732B-0279-6D0AE28F6F4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211440" y="609390"/>
                  <a:ext cx="1944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AA8A76EA-22B6-AD2F-BF90-73563DB88B02}"/>
                    </a:ext>
                  </a:extLst>
                </p14:cNvPr>
                <p14:cNvContentPartPr/>
                <p14:nvPr/>
              </p14:nvContentPartPr>
              <p14:xfrm>
                <a:off x="9383160" y="801270"/>
                <a:ext cx="113760" cy="17820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AA8A76EA-22B6-AD2F-BF90-73563DB88B0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378840" y="796950"/>
                  <a:ext cx="122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47861B23-34BB-BC29-17DE-7DC60FA2EFA2}"/>
                    </a:ext>
                  </a:extLst>
                </p14:cNvPr>
                <p14:cNvContentPartPr/>
                <p14:nvPr/>
              </p14:nvContentPartPr>
              <p14:xfrm>
                <a:off x="9557040" y="912870"/>
                <a:ext cx="109440" cy="10692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47861B23-34BB-BC29-17DE-7DC60FA2EFA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552720" y="908550"/>
                  <a:ext cx="118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0759D1E8-6D7B-CAE3-EF27-3E9F17463888}"/>
                    </a:ext>
                  </a:extLst>
                </p14:cNvPr>
                <p14:cNvContentPartPr/>
                <p14:nvPr/>
              </p14:nvContentPartPr>
              <p14:xfrm>
                <a:off x="9800400" y="776790"/>
                <a:ext cx="131760" cy="6480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0759D1E8-6D7B-CAE3-EF27-3E9F1746388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796080" y="772470"/>
                  <a:ext cx="14040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8" name="Group 687">
            <a:extLst>
              <a:ext uri="{FF2B5EF4-FFF2-40B4-BE49-F238E27FC236}">
                <a16:creationId xmlns:a16="http://schemas.microsoft.com/office/drawing/2014/main" id="{D706BA13-56DF-07F0-D264-B12B302908F2}"/>
              </a:ext>
            </a:extLst>
          </p:cNvPr>
          <p:cNvGrpSpPr/>
          <p:nvPr/>
        </p:nvGrpSpPr>
        <p:grpSpPr>
          <a:xfrm>
            <a:off x="10189200" y="582750"/>
            <a:ext cx="1444680" cy="411480"/>
            <a:chOff x="10189200" y="582750"/>
            <a:chExt cx="144468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D894E8C2-0505-6405-DD09-17F470BB1D43}"/>
                    </a:ext>
                  </a:extLst>
                </p14:cNvPr>
                <p14:cNvContentPartPr/>
                <p14:nvPr/>
              </p14:nvContentPartPr>
              <p14:xfrm>
                <a:off x="10189200" y="619470"/>
                <a:ext cx="22320" cy="11268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D894E8C2-0505-6405-DD09-17F470BB1D4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184880" y="615150"/>
                  <a:ext cx="309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270E9A95-6D69-6F0F-1B6E-2E7438AA5039}"/>
                    </a:ext>
                  </a:extLst>
                </p14:cNvPr>
                <p14:cNvContentPartPr/>
                <p14:nvPr/>
              </p14:nvContentPartPr>
              <p14:xfrm>
                <a:off x="10280640" y="706590"/>
                <a:ext cx="38160" cy="4140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270E9A95-6D69-6F0F-1B6E-2E7438AA503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276320" y="702270"/>
                  <a:ext cx="46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24EB27C8-609B-E715-1D0E-692E4B6670DF}"/>
                    </a:ext>
                  </a:extLst>
                </p14:cNvPr>
                <p14:cNvContentPartPr/>
                <p14:nvPr/>
              </p14:nvContentPartPr>
              <p14:xfrm>
                <a:off x="10368480" y="640710"/>
                <a:ext cx="137160" cy="7560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24EB27C8-609B-E715-1D0E-692E4B6670D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364160" y="636390"/>
                  <a:ext cx="145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678" name="Ink 677">
                  <a:extLst>
                    <a:ext uri="{FF2B5EF4-FFF2-40B4-BE49-F238E27FC236}">
                      <a16:creationId xmlns:a16="http://schemas.microsoft.com/office/drawing/2014/main" id="{98B1AC8E-4A2F-7685-A6CA-7493E4BBF01F}"/>
                    </a:ext>
                  </a:extLst>
                </p14:cNvPr>
                <p14:cNvContentPartPr/>
                <p14:nvPr/>
              </p14:nvContentPartPr>
              <p14:xfrm>
                <a:off x="10422480" y="582750"/>
                <a:ext cx="215280" cy="411480"/>
              </p14:xfrm>
            </p:contentPart>
          </mc:Choice>
          <mc:Fallback xmlns=""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98B1AC8E-4A2F-7685-A6CA-7493E4BBF01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418160" y="578430"/>
                  <a:ext cx="2239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F9092A49-5481-4D3B-5BCA-C80BDB7A7DA6}"/>
                    </a:ext>
                  </a:extLst>
                </p14:cNvPr>
                <p14:cNvContentPartPr/>
                <p14:nvPr/>
              </p14:nvContentPartPr>
              <p14:xfrm>
                <a:off x="10513920" y="843390"/>
                <a:ext cx="139680" cy="13356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F9092A49-5481-4D3B-5BCA-C80BDB7A7DA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509600" y="839070"/>
                  <a:ext cx="148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EDF601F7-A0AA-A882-6D02-D9A5E8386CCF}"/>
                    </a:ext>
                  </a:extLst>
                </p14:cNvPr>
                <p14:cNvContentPartPr/>
                <p14:nvPr/>
              </p14:nvContentPartPr>
              <p14:xfrm>
                <a:off x="10844040" y="737190"/>
                <a:ext cx="97200" cy="1872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EDF601F7-A0AA-A882-6D02-D9A5E8386CC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39720" y="732870"/>
                  <a:ext cx="105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4CA486AA-26AC-AA92-4B63-85493736BAF9}"/>
                    </a:ext>
                  </a:extLst>
                </p14:cNvPr>
                <p14:cNvContentPartPr/>
                <p14:nvPr/>
              </p14:nvContentPartPr>
              <p14:xfrm>
                <a:off x="10859160" y="805590"/>
                <a:ext cx="106560" cy="1188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4CA486AA-26AC-AA92-4B63-85493736BAF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854840" y="801270"/>
                  <a:ext cx="1152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A31DA9FB-4811-4194-C4A4-E0A10E7AE8C5}"/>
                    </a:ext>
                  </a:extLst>
                </p14:cNvPr>
                <p14:cNvContentPartPr/>
                <p14:nvPr/>
              </p14:nvContentPartPr>
              <p14:xfrm>
                <a:off x="10728840" y="919710"/>
                <a:ext cx="20520" cy="2952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A31DA9FB-4811-4194-C4A4-E0A10E7AE8C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724520" y="915390"/>
                  <a:ext cx="29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CD5ACE86-C821-CD17-2D1E-2BDFCC73AE4C}"/>
                    </a:ext>
                  </a:extLst>
                </p14:cNvPr>
                <p14:cNvContentPartPr/>
                <p14:nvPr/>
              </p14:nvContentPartPr>
              <p14:xfrm>
                <a:off x="10798320" y="856710"/>
                <a:ext cx="111600" cy="10368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CD5ACE86-C821-CD17-2D1E-2BDFCC73AE4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794000" y="852390"/>
                  <a:ext cx="120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25A0471F-923D-2C45-B8AF-ADB90CDA34AE}"/>
                    </a:ext>
                  </a:extLst>
                </p14:cNvPr>
                <p14:cNvContentPartPr/>
                <p14:nvPr/>
              </p14:nvContentPartPr>
              <p14:xfrm>
                <a:off x="11114760" y="721710"/>
                <a:ext cx="150120" cy="9828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25A0471F-923D-2C45-B8AF-ADB90CDA34A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110440" y="717390"/>
                  <a:ext cx="158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54C308BD-9859-484F-5A14-03B08689308C}"/>
                    </a:ext>
                  </a:extLst>
                </p14:cNvPr>
                <p14:cNvContentPartPr/>
                <p14:nvPr/>
              </p14:nvContentPartPr>
              <p14:xfrm>
                <a:off x="11356680" y="782550"/>
                <a:ext cx="30960" cy="4176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54C308BD-9859-484F-5A14-03B08689308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352360" y="778230"/>
                  <a:ext cx="39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143EB14D-DB4D-68E0-CE10-11A62D13AB99}"/>
                    </a:ext>
                  </a:extLst>
                </p14:cNvPr>
                <p14:cNvContentPartPr/>
                <p14:nvPr/>
              </p14:nvContentPartPr>
              <p14:xfrm>
                <a:off x="11429400" y="713070"/>
                <a:ext cx="78120" cy="13788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143EB14D-DB4D-68E0-CE10-11A62D13AB9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425080" y="708750"/>
                  <a:ext cx="86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34FC7DDB-DF7A-03D8-BA49-08C66673426F}"/>
                    </a:ext>
                  </a:extLst>
                </p14:cNvPr>
                <p14:cNvContentPartPr/>
                <p14:nvPr/>
              </p14:nvContentPartPr>
              <p14:xfrm>
                <a:off x="11490240" y="687150"/>
                <a:ext cx="143640" cy="3744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34FC7DDB-DF7A-03D8-BA49-08C66673426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485920" y="682830"/>
                  <a:ext cx="1522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5" name="Group 694">
            <a:extLst>
              <a:ext uri="{FF2B5EF4-FFF2-40B4-BE49-F238E27FC236}">
                <a16:creationId xmlns:a16="http://schemas.microsoft.com/office/drawing/2014/main" id="{6B9D1CB5-9EC5-E382-6600-1AC1EEB04747}"/>
              </a:ext>
            </a:extLst>
          </p:cNvPr>
          <p:cNvGrpSpPr/>
          <p:nvPr/>
        </p:nvGrpSpPr>
        <p:grpSpPr>
          <a:xfrm>
            <a:off x="8358600" y="1271790"/>
            <a:ext cx="585000" cy="213120"/>
            <a:chOff x="8358600" y="1271790"/>
            <a:chExt cx="585000" cy="21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689" name="Ink 688">
                  <a:extLst>
                    <a:ext uri="{FF2B5EF4-FFF2-40B4-BE49-F238E27FC236}">
                      <a16:creationId xmlns:a16="http://schemas.microsoft.com/office/drawing/2014/main" id="{45E36FF2-E004-AA23-A33A-40A7BBB45F17}"/>
                    </a:ext>
                  </a:extLst>
                </p14:cNvPr>
                <p14:cNvContentPartPr/>
                <p14:nvPr/>
              </p14:nvContentPartPr>
              <p14:xfrm>
                <a:off x="8358600" y="1384470"/>
                <a:ext cx="138240" cy="93600"/>
              </p14:xfrm>
            </p:contentPart>
          </mc:Choice>
          <mc:Fallback xmlns=""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45E36FF2-E004-AA23-A33A-40A7BBB45F1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354280" y="1380150"/>
                  <a:ext cx="146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5F083F4F-C4E7-A24B-8141-C961EB13E0F9}"/>
                    </a:ext>
                  </a:extLst>
                </p14:cNvPr>
                <p14:cNvContentPartPr/>
                <p14:nvPr/>
              </p14:nvContentPartPr>
              <p14:xfrm>
                <a:off x="8487480" y="1279710"/>
                <a:ext cx="32400" cy="20520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5F083F4F-C4E7-A24B-8141-C961EB13E0F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483160" y="1275390"/>
                  <a:ext cx="410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E637B7CC-FF6E-E068-07CA-41CDF03ACBD0}"/>
                    </a:ext>
                  </a:extLst>
                </p14:cNvPr>
                <p14:cNvContentPartPr/>
                <p14:nvPr/>
              </p14:nvContentPartPr>
              <p14:xfrm>
                <a:off x="8617440" y="1390950"/>
                <a:ext cx="68400" cy="792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E637B7CC-FF6E-E068-07CA-41CDF03ACBD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613120" y="1386630"/>
                  <a:ext cx="770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A0BF81CB-1ACF-63EC-3FC6-C2BC8EFF6DB9}"/>
                    </a:ext>
                  </a:extLst>
                </p14:cNvPr>
                <p14:cNvContentPartPr/>
                <p14:nvPr/>
              </p14:nvContentPartPr>
              <p14:xfrm>
                <a:off x="8616360" y="1433070"/>
                <a:ext cx="95040" cy="1692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A0BF81CB-1ACF-63EC-3FC6-C2BC8EFF6DB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612040" y="1428750"/>
                  <a:ext cx="103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8E87455B-31A8-846B-66E9-542C710D10E4}"/>
                    </a:ext>
                  </a:extLst>
                </p14:cNvPr>
                <p14:cNvContentPartPr/>
                <p14:nvPr/>
              </p14:nvContentPartPr>
              <p14:xfrm>
                <a:off x="8784840" y="1271790"/>
                <a:ext cx="158760" cy="11880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8E87455B-31A8-846B-66E9-542C710D10E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780520" y="1267470"/>
                  <a:ext cx="16740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2" name="Group 701">
            <a:extLst>
              <a:ext uri="{FF2B5EF4-FFF2-40B4-BE49-F238E27FC236}">
                <a16:creationId xmlns:a16="http://schemas.microsoft.com/office/drawing/2014/main" id="{F75899EF-5D66-35AD-DF4D-231ECA40CC41}"/>
              </a:ext>
            </a:extLst>
          </p:cNvPr>
          <p:cNvGrpSpPr/>
          <p:nvPr/>
        </p:nvGrpSpPr>
        <p:grpSpPr>
          <a:xfrm>
            <a:off x="9024600" y="1266390"/>
            <a:ext cx="509760" cy="148320"/>
            <a:chOff x="9024600" y="1266390"/>
            <a:chExt cx="50976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2B567438-8E99-E682-0292-F0654D79D12D}"/>
                    </a:ext>
                  </a:extLst>
                </p14:cNvPr>
                <p14:cNvContentPartPr/>
                <p14:nvPr/>
              </p14:nvContentPartPr>
              <p14:xfrm>
                <a:off x="9024600" y="1303830"/>
                <a:ext cx="131400" cy="2700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2B567438-8E99-E682-0292-F0654D79D12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020280" y="1299510"/>
                  <a:ext cx="140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A2C811A0-1690-3432-4650-DEDE097DE0D5}"/>
                    </a:ext>
                  </a:extLst>
                </p14:cNvPr>
                <p14:cNvContentPartPr/>
                <p14:nvPr/>
              </p14:nvContentPartPr>
              <p14:xfrm>
                <a:off x="9204960" y="1272870"/>
                <a:ext cx="135720" cy="118800"/>
              </p14:xfrm>
            </p:contentPart>
          </mc:Choice>
          <mc:Fallback xmlns=""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A2C811A0-1690-3432-4650-DEDE097DE0D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200640" y="1268550"/>
                  <a:ext cx="144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0EE7CB4B-76CF-264A-5F7E-3201CF247DF2}"/>
                    </a:ext>
                  </a:extLst>
                </p14:cNvPr>
                <p14:cNvContentPartPr/>
                <p14:nvPr/>
              </p14:nvContentPartPr>
              <p14:xfrm>
                <a:off x="9384960" y="1266390"/>
                <a:ext cx="149400" cy="14832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0EE7CB4B-76CF-264A-5F7E-3201CF247DF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380640" y="1262070"/>
                  <a:ext cx="15804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0" name="Group 709">
            <a:extLst>
              <a:ext uri="{FF2B5EF4-FFF2-40B4-BE49-F238E27FC236}">
                <a16:creationId xmlns:a16="http://schemas.microsoft.com/office/drawing/2014/main" id="{AB5E20A5-385D-C8EA-6B59-5225A9825F11}"/>
              </a:ext>
            </a:extLst>
          </p:cNvPr>
          <p:cNvGrpSpPr/>
          <p:nvPr/>
        </p:nvGrpSpPr>
        <p:grpSpPr>
          <a:xfrm>
            <a:off x="9722640" y="1278990"/>
            <a:ext cx="915480" cy="161640"/>
            <a:chOff x="9722640" y="1278990"/>
            <a:chExt cx="91548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6769FC73-1D9D-84E4-4F83-37EDFAA19EC1}"/>
                    </a:ext>
                  </a:extLst>
                </p14:cNvPr>
                <p14:cNvContentPartPr/>
                <p14:nvPr/>
              </p14:nvContentPartPr>
              <p14:xfrm>
                <a:off x="9756840" y="1339830"/>
                <a:ext cx="131400" cy="1620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6769FC73-1D9D-84E4-4F83-37EDFAA19EC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752520" y="1335510"/>
                  <a:ext cx="1400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115BACB8-66CB-D58B-0FFE-E1F75B8DAEB7}"/>
                    </a:ext>
                  </a:extLst>
                </p14:cNvPr>
                <p14:cNvContentPartPr/>
                <p14:nvPr/>
              </p14:nvContentPartPr>
              <p14:xfrm>
                <a:off x="9722640" y="1406070"/>
                <a:ext cx="178920" cy="3456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115BACB8-66CB-D58B-0FFE-E1F75B8DAEB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718320" y="1401750"/>
                  <a:ext cx="187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BF574D72-DF02-EBF6-3129-66332991D8E1}"/>
                    </a:ext>
                  </a:extLst>
                </p14:cNvPr>
                <p14:cNvContentPartPr/>
                <p14:nvPr/>
              </p14:nvContentPartPr>
              <p14:xfrm>
                <a:off x="10038720" y="1278990"/>
                <a:ext cx="159840" cy="13536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BF574D72-DF02-EBF6-3129-66332991D8E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034400" y="1274670"/>
                  <a:ext cx="168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78CFBAC0-13A0-03C5-E7FD-C72ECEBF49FA}"/>
                    </a:ext>
                  </a:extLst>
                </p14:cNvPr>
                <p14:cNvContentPartPr/>
                <p14:nvPr/>
              </p14:nvContentPartPr>
              <p14:xfrm>
                <a:off x="10258320" y="1356030"/>
                <a:ext cx="42840" cy="4716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78CFBAC0-13A0-03C5-E7FD-C72ECEBF49F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254000" y="1351710"/>
                  <a:ext cx="51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69649778-B3F4-AA1C-4F5C-32D07BE4598A}"/>
                    </a:ext>
                  </a:extLst>
                </p14:cNvPr>
                <p14:cNvContentPartPr/>
                <p14:nvPr/>
              </p14:nvContentPartPr>
              <p14:xfrm>
                <a:off x="10329960" y="1313190"/>
                <a:ext cx="84600" cy="112680"/>
              </p14:xfrm>
            </p:contentPart>
          </mc:Choice>
          <mc:Fallback xmlns=""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69649778-B3F4-AA1C-4F5C-32D07BE4598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325640" y="1308870"/>
                  <a:ext cx="932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831D684F-2E47-C2E8-EEEB-77B003061B95}"/>
                    </a:ext>
                  </a:extLst>
                </p14:cNvPr>
                <p14:cNvContentPartPr/>
                <p14:nvPr/>
              </p14:nvContentPartPr>
              <p14:xfrm>
                <a:off x="10434360" y="1286550"/>
                <a:ext cx="78480" cy="2160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831D684F-2E47-C2E8-EEEB-77B003061B9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430040" y="1282230"/>
                  <a:ext cx="87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ABCA00EC-809D-7A77-18B7-7F6DB7561EE1}"/>
                    </a:ext>
                  </a:extLst>
                </p14:cNvPr>
                <p14:cNvContentPartPr/>
                <p14:nvPr/>
              </p14:nvContentPartPr>
              <p14:xfrm>
                <a:off x="10512840" y="1350990"/>
                <a:ext cx="125280" cy="1116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ABCA00EC-809D-7A77-18B7-7F6DB7561EE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508520" y="1346670"/>
                  <a:ext cx="13392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1" name="Group 720">
            <a:extLst>
              <a:ext uri="{FF2B5EF4-FFF2-40B4-BE49-F238E27FC236}">
                <a16:creationId xmlns:a16="http://schemas.microsoft.com/office/drawing/2014/main" id="{535C1729-B469-C0A8-B449-3C7DF659B778}"/>
              </a:ext>
            </a:extLst>
          </p:cNvPr>
          <p:cNvGrpSpPr/>
          <p:nvPr/>
        </p:nvGrpSpPr>
        <p:grpSpPr>
          <a:xfrm>
            <a:off x="10760520" y="1264950"/>
            <a:ext cx="942840" cy="205200"/>
            <a:chOff x="10760520" y="1264950"/>
            <a:chExt cx="94284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712" name="Ink 711">
                  <a:extLst>
                    <a:ext uri="{FF2B5EF4-FFF2-40B4-BE49-F238E27FC236}">
                      <a16:creationId xmlns:a16="http://schemas.microsoft.com/office/drawing/2014/main" id="{D601B13B-51E0-772A-A918-DC6C45CD6BB6}"/>
                    </a:ext>
                  </a:extLst>
                </p14:cNvPr>
                <p14:cNvContentPartPr/>
                <p14:nvPr/>
              </p14:nvContentPartPr>
              <p14:xfrm>
                <a:off x="10760520" y="1287990"/>
                <a:ext cx="133200" cy="82080"/>
              </p14:xfrm>
            </p:contentPart>
          </mc:Choice>
          <mc:Fallback xmlns="">
            <p:pic>
              <p:nvPicPr>
                <p:cNvPr id="712" name="Ink 711">
                  <a:extLst>
                    <a:ext uri="{FF2B5EF4-FFF2-40B4-BE49-F238E27FC236}">
                      <a16:creationId xmlns:a16="http://schemas.microsoft.com/office/drawing/2014/main" id="{D601B13B-51E0-772A-A918-DC6C45CD6BB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756200" y="1283670"/>
                  <a:ext cx="141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713" name="Ink 712">
                  <a:extLst>
                    <a:ext uri="{FF2B5EF4-FFF2-40B4-BE49-F238E27FC236}">
                      <a16:creationId xmlns:a16="http://schemas.microsoft.com/office/drawing/2014/main" id="{E6715258-424E-098C-1FDE-3DCE90407652}"/>
                    </a:ext>
                  </a:extLst>
                </p14:cNvPr>
                <p14:cNvContentPartPr/>
                <p14:nvPr/>
              </p14:nvContentPartPr>
              <p14:xfrm>
                <a:off x="10950600" y="1335870"/>
                <a:ext cx="12240" cy="30240"/>
              </p14:xfrm>
            </p:contentPart>
          </mc:Choice>
          <mc:Fallback xmlns=""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E6715258-424E-098C-1FDE-3DCE9040765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946280" y="1331550"/>
                  <a:ext cx="20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116378FB-ABDE-F878-9E69-5A88306CB802}"/>
                    </a:ext>
                  </a:extLst>
                </p14:cNvPr>
                <p14:cNvContentPartPr/>
                <p14:nvPr/>
              </p14:nvContentPartPr>
              <p14:xfrm>
                <a:off x="11006040" y="1281150"/>
                <a:ext cx="87120" cy="62280"/>
              </p14:xfrm>
            </p:contentPart>
          </mc:Choice>
          <mc:Fallback xmlns=""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116378FB-ABDE-F878-9E69-5A88306CB80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001720" y="1276830"/>
                  <a:ext cx="95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A04DE8BC-E52A-90A2-3817-F717062E3466}"/>
                    </a:ext>
                  </a:extLst>
                </p14:cNvPr>
                <p14:cNvContentPartPr/>
                <p14:nvPr/>
              </p14:nvContentPartPr>
              <p14:xfrm>
                <a:off x="11065800" y="1264950"/>
                <a:ext cx="39600" cy="20448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A04DE8BC-E52A-90A2-3817-F717062E346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061480" y="1260630"/>
                  <a:ext cx="48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45DCE6D1-AB6A-CAE7-CAD1-A12A672A5A1A}"/>
                    </a:ext>
                  </a:extLst>
                </p14:cNvPr>
                <p14:cNvContentPartPr/>
                <p14:nvPr/>
              </p14:nvContentPartPr>
              <p14:xfrm>
                <a:off x="11243640" y="1321470"/>
                <a:ext cx="85320" cy="828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45DCE6D1-AB6A-CAE7-CAD1-A12A672A5A1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239320" y="1317150"/>
                  <a:ext cx="9396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88AAA04C-F003-310F-0A81-DC7E8EEA60A3}"/>
                    </a:ext>
                  </a:extLst>
                </p14:cNvPr>
                <p14:cNvContentPartPr/>
                <p14:nvPr/>
              </p14:nvContentPartPr>
              <p14:xfrm>
                <a:off x="11233200" y="1393830"/>
                <a:ext cx="96480" cy="1548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88AAA04C-F003-310F-0A81-DC7E8EEA60A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228880" y="1389510"/>
                  <a:ext cx="105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348D6DB7-5452-28D4-96FF-42A44AA115AC}"/>
                    </a:ext>
                  </a:extLst>
                </p14:cNvPr>
                <p14:cNvContentPartPr/>
                <p14:nvPr/>
              </p14:nvContentPartPr>
              <p14:xfrm>
                <a:off x="11391960" y="1350990"/>
                <a:ext cx="150120" cy="9216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348D6DB7-5452-28D4-96FF-42A44AA115A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387640" y="1346670"/>
                  <a:ext cx="1587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1DB62371-9D5E-1504-6FD0-2F17C1DA6337}"/>
                    </a:ext>
                  </a:extLst>
                </p14:cNvPr>
                <p14:cNvContentPartPr/>
                <p14:nvPr/>
              </p14:nvContentPartPr>
              <p14:xfrm>
                <a:off x="11593920" y="1406430"/>
                <a:ext cx="28440" cy="6156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1DB62371-9D5E-1504-6FD0-2F17C1DA633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589600" y="1402110"/>
                  <a:ext cx="37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A32BCF42-9BEE-4BC2-68BE-CE890E948CAE}"/>
                    </a:ext>
                  </a:extLst>
                </p14:cNvPr>
                <p14:cNvContentPartPr/>
                <p14:nvPr/>
              </p14:nvContentPartPr>
              <p14:xfrm>
                <a:off x="11669520" y="1331550"/>
                <a:ext cx="33840" cy="13860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A32BCF42-9BEE-4BC2-68BE-CE890E948CA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665200" y="1327230"/>
                  <a:ext cx="4248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AD85256E-FF2E-907F-C4C4-39CECD70A8DA}"/>
              </a:ext>
            </a:extLst>
          </p:cNvPr>
          <p:cNvGrpSpPr/>
          <p:nvPr/>
        </p:nvGrpSpPr>
        <p:grpSpPr>
          <a:xfrm>
            <a:off x="8426280" y="1592190"/>
            <a:ext cx="782280" cy="346680"/>
            <a:chOff x="8426280" y="1592190"/>
            <a:chExt cx="78228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722" name="Ink 721">
                  <a:extLst>
                    <a:ext uri="{FF2B5EF4-FFF2-40B4-BE49-F238E27FC236}">
                      <a16:creationId xmlns:a16="http://schemas.microsoft.com/office/drawing/2014/main" id="{825FF178-6659-4EF3-9D1F-476F62C47439}"/>
                    </a:ext>
                  </a:extLst>
                </p14:cNvPr>
                <p14:cNvContentPartPr/>
                <p14:nvPr/>
              </p14:nvContentPartPr>
              <p14:xfrm>
                <a:off x="8426280" y="1749870"/>
                <a:ext cx="140400" cy="117720"/>
              </p14:xfrm>
            </p:contentPart>
          </mc:Choice>
          <mc:Fallback xmlns=""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825FF178-6659-4EF3-9D1F-476F62C47439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421960" y="1745550"/>
                  <a:ext cx="149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723" name="Ink 722">
                  <a:extLst>
                    <a:ext uri="{FF2B5EF4-FFF2-40B4-BE49-F238E27FC236}">
                      <a16:creationId xmlns:a16="http://schemas.microsoft.com/office/drawing/2014/main" id="{A8F93699-4779-FFA7-BC45-E9733C5292F6}"/>
                    </a:ext>
                  </a:extLst>
                </p14:cNvPr>
                <p14:cNvContentPartPr/>
                <p14:nvPr/>
              </p14:nvContentPartPr>
              <p14:xfrm>
                <a:off x="8609880" y="1768950"/>
                <a:ext cx="92520" cy="40680"/>
              </p14:xfrm>
            </p:contentPart>
          </mc:Choice>
          <mc:Fallback xmlns=""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A8F93699-4779-FFA7-BC45-E9733C5292F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605560" y="1764630"/>
                  <a:ext cx="101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AD0359AA-1FC7-9B7D-6DAE-A67C3B7DF875}"/>
                    </a:ext>
                  </a:extLst>
                </p14:cNvPr>
                <p14:cNvContentPartPr/>
                <p14:nvPr/>
              </p14:nvContentPartPr>
              <p14:xfrm>
                <a:off x="8628960" y="1822950"/>
                <a:ext cx="111240" cy="2268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AD0359AA-1FC7-9B7D-6DAE-A67C3B7DF87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624640" y="1818630"/>
                  <a:ext cx="119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E7710F3E-2D83-427E-0099-20FA65B1B365}"/>
                    </a:ext>
                  </a:extLst>
                </p14:cNvPr>
                <p14:cNvContentPartPr/>
                <p14:nvPr/>
              </p14:nvContentPartPr>
              <p14:xfrm>
                <a:off x="8859720" y="1688310"/>
                <a:ext cx="141840" cy="8388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E7710F3E-2D83-427E-0099-20FA65B1B36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855400" y="1683990"/>
                  <a:ext cx="150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68843431-AE4B-D98C-102D-779A36FE934C}"/>
                    </a:ext>
                  </a:extLst>
                </p14:cNvPr>
                <p14:cNvContentPartPr/>
                <p14:nvPr/>
              </p14:nvContentPartPr>
              <p14:xfrm>
                <a:off x="8941080" y="1592190"/>
                <a:ext cx="83880" cy="26568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68843431-AE4B-D98C-102D-779A36FE934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936760" y="1587870"/>
                  <a:ext cx="92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5E32898C-37B7-E430-CF47-5E8984491079}"/>
                    </a:ext>
                  </a:extLst>
                </p14:cNvPr>
                <p14:cNvContentPartPr/>
                <p14:nvPr/>
              </p14:nvContentPartPr>
              <p14:xfrm>
                <a:off x="9025680" y="1607310"/>
                <a:ext cx="114840" cy="30924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5E32898C-37B7-E430-CF47-5E898449107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021360" y="1602990"/>
                  <a:ext cx="1234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47EA13A4-5DCA-9F52-4727-55565A0A2A43}"/>
                    </a:ext>
                  </a:extLst>
                </p14:cNvPr>
                <p14:cNvContentPartPr/>
                <p14:nvPr/>
              </p14:nvContentPartPr>
              <p14:xfrm>
                <a:off x="9089040" y="1797750"/>
                <a:ext cx="119520" cy="14112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47EA13A4-5DCA-9F52-4727-55565A0A2A4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084720" y="1793430"/>
                  <a:ext cx="12816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7" name="Group 736">
            <a:extLst>
              <a:ext uri="{FF2B5EF4-FFF2-40B4-BE49-F238E27FC236}">
                <a16:creationId xmlns:a16="http://schemas.microsoft.com/office/drawing/2014/main" id="{719943EF-0E91-66E7-244E-F6F88BC82404}"/>
              </a:ext>
            </a:extLst>
          </p:cNvPr>
          <p:cNvGrpSpPr/>
          <p:nvPr/>
        </p:nvGrpSpPr>
        <p:grpSpPr>
          <a:xfrm>
            <a:off x="9402240" y="1705590"/>
            <a:ext cx="969840" cy="182160"/>
            <a:chOff x="9402240" y="1705590"/>
            <a:chExt cx="96984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5A314814-C8B6-85B9-2B4B-8891747FF148}"/>
                    </a:ext>
                  </a:extLst>
                </p14:cNvPr>
                <p14:cNvContentPartPr/>
                <p14:nvPr/>
              </p14:nvContentPartPr>
              <p14:xfrm>
                <a:off x="9402240" y="1799550"/>
                <a:ext cx="89280" cy="1656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5A314814-C8B6-85B9-2B4B-8891747FF14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397920" y="1795230"/>
                  <a:ext cx="97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731" name="Ink 730">
                  <a:extLst>
                    <a:ext uri="{FF2B5EF4-FFF2-40B4-BE49-F238E27FC236}">
                      <a16:creationId xmlns:a16="http://schemas.microsoft.com/office/drawing/2014/main" id="{E8DDA04F-81F2-B2DD-F707-F783E556990C}"/>
                    </a:ext>
                  </a:extLst>
                </p14:cNvPr>
                <p14:cNvContentPartPr/>
                <p14:nvPr/>
              </p14:nvContentPartPr>
              <p14:xfrm>
                <a:off x="9402600" y="1828350"/>
                <a:ext cx="156960" cy="43200"/>
              </p14:xfrm>
            </p:contentPart>
          </mc:Choice>
          <mc:Fallback xmlns=""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E8DDA04F-81F2-B2DD-F707-F783E556990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398280" y="1824030"/>
                  <a:ext cx="165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15D92496-71F0-4578-79E4-A057ABFCB226}"/>
                    </a:ext>
                  </a:extLst>
                </p14:cNvPr>
                <p14:cNvContentPartPr/>
                <p14:nvPr/>
              </p14:nvContentPartPr>
              <p14:xfrm>
                <a:off x="9639480" y="1770750"/>
                <a:ext cx="123120" cy="9936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15D92496-71F0-4578-79E4-A057ABFCB22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635160" y="1766430"/>
                  <a:ext cx="1317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9BB20CE8-E7F7-A83F-1D18-E8823B7D936C}"/>
                    </a:ext>
                  </a:extLst>
                </p14:cNvPr>
                <p14:cNvContentPartPr/>
                <p14:nvPr/>
              </p14:nvContentPartPr>
              <p14:xfrm>
                <a:off x="9849720" y="1827630"/>
                <a:ext cx="42840" cy="51120"/>
              </p14:xfrm>
            </p:contentPart>
          </mc:Choice>
          <mc:Fallback xmlns=""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9BB20CE8-E7F7-A83F-1D18-E8823B7D936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845400" y="1823310"/>
                  <a:ext cx="51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734" name="Ink 733">
                  <a:extLst>
                    <a:ext uri="{FF2B5EF4-FFF2-40B4-BE49-F238E27FC236}">
                      <a16:creationId xmlns:a16="http://schemas.microsoft.com/office/drawing/2014/main" id="{D79FB998-65C0-DC9D-2C33-9423A3350698}"/>
                    </a:ext>
                  </a:extLst>
                </p14:cNvPr>
                <p14:cNvContentPartPr/>
                <p14:nvPr/>
              </p14:nvContentPartPr>
              <p14:xfrm>
                <a:off x="9932520" y="1798470"/>
                <a:ext cx="131400" cy="66600"/>
              </p14:xfrm>
            </p:contentPart>
          </mc:Choice>
          <mc:Fallback xmlns=""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D79FB998-65C0-DC9D-2C33-9423A335069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928200" y="1794150"/>
                  <a:ext cx="140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735" name="Ink 734">
                  <a:extLst>
                    <a:ext uri="{FF2B5EF4-FFF2-40B4-BE49-F238E27FC236}">
                      <a16:creationId xmlns:a16="http://schemas.microsoft.com/office/drawing/2014/main" id="{87725A8C-1AD9-634C-B393-3FC4DFF0B33A}"/>
                    </a:ext>
                  </a:extLst>
                </p14:cNvPr>
                <p14:cNvContentPartPr/>
                <p14:nvPr/>
              </p14:nvContentPartPr>
              <p14:xfrm>
                <a:off x="10120800" y="1776510"/>
                <a:ext cx="102240" cy="111240"/>
              </p14:xfrm>
            </p:contentPart>
          </mc:Choice>
          <mc:Fallback xmlns=""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87725A8C-1AD9-634C-B393-3FC4DFF0B33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116480" y="1772190"/>
                  <a:ext cx="110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736" name="Ink 735">
                  <a:extLst>
                    <a:ext uri="{FF2B5EF4-FFF2-40B4-BE49-F238E27FC236}">
                      <a16:creationId xmlns:a16="http://schemas.microsoft.com/office/drawing/2014/main" id="{8B81831F-FF4E-0198-B1A2-61EE8A5B0390}"/>
                    </a:ext>
                  </a:extLst>
                </p14:cNvPr>
                <p14:cNvContentPartPr/>
                <p14:nvPr/>
              </p14:nvContentPartPr>
              <p14:xfrm>
                <a:off x="10224480" y="1705590"/>
                <a:ext cx="147600" cy="62640"/>
              </p14:xfrm>
            </p:contentPart>
          </mc:Choice>
          <mc:Fallback xmlns=""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8B81831F-FF4E-0198-B1A2-61EE8A5B0390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220160" y="1701270"/>
                  <a:ext cx="15624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5" name="Group 744">
            <a:extLst>
              <a:ext uri="{FF2B5EF4-FFF2-40B4-BE49-F238E27FC236}">
                <a16:creationId xmlns:a16="http://schemas.microsoft.com/office/drawing/2014/main" id="{05ABF49B-DEC4-6867-9452-E84DFF706858}"/>
              </a:ext>
            </a:extLst>
          </p:cNvPr>
          <p:cNvGrpSpPr/>
          <p:nvPr/>
        </p:nvGrpSpPr>
        <p:grpSpPr>
          <a:xfrm>
            <a:off x="8345640" y="2390670"/>
            <a:ext cx="162720" cy="229320"/>
            <a:chOff x="8345640" y="2390670"/>
            <a:chExt cx="16272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4A5A2D4B-6171-AEF3-2237-299E53A4B834}"/>
                    </a:ext>
                  </a:extLst>
                </p14:cNvPr>
                <p14:cNvContentPartPr/>
                <p14:nvPr/>
              </p14:nvContentPartPr>
              <p14:xfrm>
                <a:off x="8345640" y="2390670"/>
                <a:ext cx="117720" cy="165600"/>
              </p14:xfrm>
            </p:contentPart>
          </mc:Choice>
          <mc:Fallback xmlns=""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4A5A2D4B-6171-AEF3-2237-299E53A4B83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341320" y="2386350"/>
                  <a:ext cx="126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740" name="Ink 739">
                  <a:extLst>
                    <a:ext uri="{FF2B5EF4-FFF2-40B4-BE49-F238E27FC236}">
                      <a16:creationId xmlns:a16="http://schemas.microsoft.com/office/drawing/2014/main" id="{5FD769A3-D76D-4E6D-289B-93DF023FAB84}"/>
                    </a:ext>
                  </a:extLst>
                </p14:cNvPr>
                <p14:cNvContentPartPr/>
                <p14:nvPr/>
              </p14:nvContentPartPr>
              <p14:xfrm>
                <a:off x="8362920" y="2402550"/>
                <a:ext cx="89280" cy="99000"/>
              </p14:xfrm>
            </p:contentPart>
          </mc:Choice>
          <mc:Fallback xmlns="">
            <p:pic>
              <p:nvPicPr>
                <p:cNvPr id="740" name="Ink 739">
                  <a:extLst>
                    <a:ext uri="{FF2B5EF4-FFF2-40B4-BE49-F238E27FC236}">
                      <a16:creationId xmlns:a16="http://schemas.microsoft.com/office/drawing/2014/main" id="{5FD769A3-D76D-4E6D-289B-93DF023FAB8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358600" y="2398230"/>
                  <a:ext cx="979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741" name="Ink 740">
                  <a:extLst>
                    <a:ext uri="{FF2B5EF4-FFF2-40B4-BE49-F238E27FC236}">
                      <a16:creationId xmlns:a16="http://schemas.microsoft.com/office/drawing/2014/main" id="{56FEDA52-6200-5726-92AB-5022AAEFF025}"/>
                    </a:ext>
                  </a:extLst>
                </p14:cNvPr>
                <p14:cNvContentPartPr/>
                <p14:nvPr/>
              </p14:nvContentPartPr>
              <p14:xfrm>
                <a:off x="8492160" y="2499750"/>
                <a:ext cx="16200" cy="120240"/>
              </p14:xfrm>
            </p:contentPart>
          </mc:Choice>
          <mc:Fallback xmlns="">
            <p:pic>
              <p:nvPicPr>
                <p:cNvPr id="741" name="Ink 740">
                  <a:extLst>
                    <a:ext uri="{FF2B5EF4-FFF2-40B4-BE49-F238E27FC236}">
                      <a16:creationId xmlns:a16="http://schemas.microsoft.com/office/drawing/2014/main" id="{56FEDA52-6200-5726-92AB-5022AAEFF02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487840" y="2495430"/>
                  <a:ext cx="2484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2" name="Group 751">
            <a:extLst>
              <a:ext uri="{FF2B5EF4-FFF2-40B4-BE49-F238E27FC236}">
                <a16:creationId xmlns:a16="http://schemas.microsoft.com/office/drawing/2014/main" id="{8C821774-A4C3-2678-7662-08610CAA173C}"/>
              </a:ext>
            </a:extLst>
          </p:cNvPr>
          <p:cNvGrpSpPr/>
          <p:nvPr/>
        </p:nvGrpSpPr>
        <p:grpSpPr>
          <a:xfrm>
            <a:off x="8664960" y="2392110"/>
            <a:ext cx="844920" cy="134280"/>
            <a:chOff x="8664960" y="2392110"/>
            <a:chExt cx="84492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742" name="Ink 741">
                  <a:extLst>
                    <a:ext uri="{FF2B5EF4-FFF2-40B4-BE49-F238E27FC236}">
                      <a16:creationId xmlns:a16="http://schemas.microsoft.com/office/drawing/2014/main" id="{2F178B2A-F33C-3F48-7852-8AD283EC9C9E}"/>
                    </a:ext>
                  </a:extLst>
                </p14:cNvPr>
                <p14:cNvContentPartPr/>
                <p14:nvPr/>
              </p14:nvContentPartPr>
              <p14:xfrm>
                <a:off x="8664960" y="2449710"/>
                <a:ext cx="108000" cy="36000"/>
              </p14:xfrm>
            </p:contentPart>
          </mc:Choice>
          <mc:Fallback xmlns="">
            <p:pic>
              <p:nvPicPr>
                <p:cNvPr id="742" name="Ink 741">
                  <a:extLst>
                    <a:ext uri="{FF2B5EF4-FFF2-40B4-BE49-F238E27FC236}">
                      <a16:creationId xmlns:a16="http://schemas.microsoft.com/office/drawing/2014/main" id="{2F178B2A-F33C-3F48-7852-8AD283EC9C9E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660640" y="2445390"/>
                  <a:ext cx="116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743" name="Ink 742">
                  <a:extLst>
                    <a:ext uri="{FF2B5EF4-FFF2-40B4-BE49-F238E27FC236}">
                      <a16:creationId xmlns:a16="http://schemas.microsoft.com/office/drawing/2014/main" id="{8A5CBCB1-B8DD-0924-A75B-E1BFF272CE38}"/>
                    </a:ext>
                  </a:extLst>
                </p14:cNvPr>
                <p14:cNvContentPartPr/>
                <p14:nvPr/>
              </p14:nvContentPartPr>
              <p14:xfrm>
                <a:off x="8677920" y="2492190"/>
                <a:ext cx="142920" cy="34200"/>
              </p14:xfrm>
            </p:contentPart>
          </mc:Choice>
          <mc:Fallback xmlns="">
            <p:pic>
              <p:nvPicPr>
                <p:cNvPr id="743" name="Ink 742">
                  <a:extLst>
                    <a:ext uri="{FF2B5EF4-FFF2-40B4-BE49-F238E27FC236}">
                      <a16:creationId xmlns:a16="http://schemas.microsoft.com/office/drawing/2014/main" id="{8A5CBCB1-B8DD-0924-A75B-E1BFF272CE3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673600" y="2487870"/>
                  <a:ext cx="1515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746" name="Ink 745">
                  <a:extLst>
                    <a:ext uri="{FF2B5EF4-FFF2-40B4-BE49-F238E27FC236}">
                      <a16:creationId xmlns:a16="http://schemas.microsoft.com/office/drawing/2014/main" id="{9C980EC1-9645-B4DC-D00F-AAAEAD933198}"/>
                    </a:ext>
                  </a:extLst>
                </p14:cNvPr>
                <p14:cNvContentPartPr/>
                <p14:nvPr/>
              </p14:nvContentPartPr>
              <p14:xfrm>
                <a:off x="8880960" y="2412270"/>
                <a:ext cx="127080" cy="93600"/>
              </p14:xfrm>
            </p:contentPart>
          </mc:Choice>
          <mc:Fallback xmlns="">
            <p:pic>
              <p:nvPicPr>
                <p:cNvPr id="746" name="Ink 745">
                  <a:extLst>
                    <a:ext uri="{FF2B5EF4-FFF2-40B4-BE49-F238E27FC236}">
                      <a16:creationId xmlns:a16="http://schemas.microsoft.com/office/drawing/2014/main" id="{9C980EC1-9645-B4DC-D00F-AAAEAD933198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876640" y="2407950"/>
                  <a:ext cx="1357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747" name="Ink 746">
                  <a:extLst>
                    <a:ext uri="{FF2B5EF4-FFF2-40B4-BE49-F238E27FC236}">
                      <a16:creationId xmlns:a16="http://schemas.microsoft.com/office/drawing/2014/main" id="{23AAAFD5-EA77-ADA1-EFDC-80BE7565EB91}"/>
                    </a:ext>
                  </a:extLst>
                </p14:cNvPr>
                <p14:cNvContentPartPr/>
                <p14:nvPr/>
              </p14:nvContentPartPr>
              <p14:xfrm>
                <a:off x="9062040" y="2448990"/>
                <a:ext cx="13320" cy="47520"/>
              </p14:xfrm>
            </p:contentPart>
          </mc:Choice>
          <mc:Fallback xmlns="">
            <p:pic>
              <p:nvPicPr>
                <p:cNvPr id="747" name="Ink 746">
                  <a:extLst>
                    <a:ext uri="{FF2B5EF4-FFF2-40B4-BE49-F238E27FC236}">
                      <a16:creationId xmlns:a16="http://schemas.microsoft.com/office/drawing/2014/main" id="{23AAAFD5-EA77-ADA1-EFDC-80BE7565EB9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057720" y="2444670"/>
                  <a:ext cx="21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748" name="Ink 747">
                  <a:extLst>
                    <a:ext uri="{FF2B5EF4-FFF2-40B4-BE49-F238E27FC236}">
                      <a16:creationId xmlns:a16="http://schemas.microsoft.com/office/drawing/2014/main" id="{4ECD6D57-8AB6-AB43-3550-0A499FAF2BAE}"/>
                    </a:ext>
                  </a:extLst>
                </p14:cNvPr>
                <p14:cNvContentPartPr/>
                <p14:nvPr/>
              </p14:nvContentPartPr>
              <p14:xfrm>
                <a:off x="9102000" y="2406150"/>
                <a:ext cx="102240" cy="107640"/>
              </p14:xfrm>
            </p:contentPart>
          </mc:Choice>
          <mc:Fallback xmlns="">
            <p:pic>
              <p:nvPicPr>
                <p:cNvPr id="748" name="Ink 747">
                  <a:extLst>
                    <a:ext uri="{FF2B5EF4-FFF2-40B4-BE49-F238E27FC236}">
                      <a16:creationId xmlns:a16="http://schemas.microsoft.com/office/drawing/2014/main" id="{4ECD6D57-8AB6-AB43-3550-0A499FAF2BA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097680" y="2401830"/>
                  <a:ext cx="110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749" name="Ink 748">
                  <a:extLst>
                    <a:ext uri="{FF2B5EF4-FFF2-40B4-BE49-F238E27FC236}">
                      <a16:creationId xmlns:a16="http://schemas.microsoft.com/office/drawing/2014/main" id="{082A076D-71D9-BE6D-A1B3-70F0DF3E3DEE}"/>
                    </a:ext>
                  </a:extLst>
                </p14:cNvPr>
                <p14:cNvContentPartPr/>
                <p14:nvPr/>
              </p14:nvContentPartPr>
              <p14:xfrm>
                <a:off x="9157080" y="2394270"/>
                <a:ext cx="114120" cy="15480"/>
              </p14:xfrm>
            </p:contentPart>
          </mc:Choice>
          <mc:Fallback xmlns="">
            <p:pic>
              <p:nvPicPr>
                <p:cNvPr id="749" name="Ink 748">
                  <a:extLst>
                    <a:ext uri="{FF2B5EF4-FFF2-40B4-BE49-F238E27FC236}">
                      <a16:creationId xmlns:a16="http://schemas.microsoft.com/office/drawing/2014/main" id="{082A076D-71D9-BE6D-A1B3-70F0DF3E3DEE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152760" y="2389950"/>
                  <a:ext cx="122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750" name="Ink 749">
                  <a:extLst>
                    <a:ext uri="{FF2B5EF4-FFF2-40B4-BE49-F238E27FC236}">
                      <a16:creationId xmlns:a16="http://schemas.microsoft.com/office/drawing/2014/main" id="{08D81943-EE9A-B725-FCFF-E5B67F64A102}"/>
                    </a:ext>
                  </a:extLst>
                </p14:cNvPr>
                <p14:cNvContentPartPr/>
                <p14:nvPr/>
              </p14:nvContentPartPr>
              <p14:xfrm>
                <a:off x="9396840" y="2392110"/>
                <a:ext cx="37800" cy="129240"/>
              </p14:xfrm>
            </p:contentPart>
          </mc:Choice>
          <mc:Fallback xmlns="">
            <p:pic>
              <p:nvPicPr>
                <p:cNvPr id="750" name="Ink 749">
                  <a:extLst>
                    <a:ext uri="{FF2B5EF4-FFF2-40B4-BE49-F238E27FC236}">
                      <a16:creationId xmlns:a16="http://schemas.microsoft.com/office/drawing/2014/main" id="{08D81943-EE9A-B725-FCFF-E5B67F64A10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392520" y="2387790"/>
                  <a:ext cx="464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B14F4FD2-9DF0-3BB6-941E-FBB72FF5259A}"/>
                    </a:ext>
                  </a:extLst>
                </p14:cNvPr>
                <p14:cNvContentPartPr/>
                <p14:nvPr/>
              </p14:nvContentPartPr>
              <p14:xfrm>
                <a:off x="9333120" y="2452950"/>
                <a:ext cx="176760" cy="32040"/>
              </p14:xfrm>
            </p:contentPart>
          </mc:Choice>
          <mc:Fallback xmlns=""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B14F4FD2-9DF0-3BB6-941E-FBB72FF5259A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328800" y="2448630"/>
                  <a:ext cx="18540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6" name="Group 755">
            <a:extLst>
              <a:ext uri="{FF2B5EF4-FFF2-40B4-BE49-F238E27FC236}">
                <a16:creationId xmlns:a16="http://schemas.microsoft.com/office/drawing/2014/main" id="{FACDF68F-B3BE-0CAA-D60E-4687F9628712}"/>
              </a:ext>
            </a:extLst>
          </p:cNvPr>
          <p:cNvGrpSpPr/>
          <p:nvPr/>
        </p:nvGrpSpPr>
        <p:grpSpPr>
          <a:xfrm>
            <a:off x="4137600" y="5813190"/>
            <a:ext cx="325440" cy="172440"/>
            <a:chOff x="4137600" y="5813190"/>
            <a:chExt cx="325440" cy="1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124F1442-93A9-5C95-75E2-AB7AF46844EA}"/>
                    </a:ext>
                  </a:extLst>
                </p14:cNvPr>
                <p14:cNvContentPartPr/>
                <p14:nvPr/>
              </p14:nvContentPartPr>
              <p14:xfrm>
                <a:off x="4137600" y="5893110"/>
                <a:ext cx="102960" cy="92520"/>
              </p14:xfrm>
            </p:contentPart>
          </mc:Choice>
          <mc:Fallback xmlns=""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124F1442-93A9-5C95-75E2-AB7AF46844E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133280" y="5888790"/>
                  <a:ext cx="1116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C1B45F15-ABC1-33BD-B636-31DCF8030F6F}"/>
                    </a:ext>
                  </a:extLst>
                </p14:cNvPr>
                <p14:cNvContentPartPr/>
                <p14:nvPr/>
              </p14:nvContentPartPr>
              <p14:xfrm>
                <a:off x="4312200" y="5895630"/>
                <a:ext cx="70560" cy="75600"/>
              </p14:xfrm>
            </p:contentPart>
          </mc:Choice>
          <mc:Fallback xmlns=""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C1B45F15-ABC1-33BD-B636-31DCF8030F6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4307880" y="5891310"/>
                  <a:ext cx="79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3D58DA18-3AA8-D2D1-0B62-442ECCF6B44A}"/>
                    </a:ext>
                  </a:extLst>
                </p14:cNvPr>
                <p14:cNvContentPartPr/>
                <p14:nvPr/>
              </p14:nvContentPartPr>
              <p14:xfrm>
                <a:off x="4322640" y="5813190"/>
                <a:ext cx="140400" cy="61560"/>
              </p14:xfrm>
            </p:contentPart>
          </mc:Choice>
          <mc:Fallback xmlns=""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3D58DA18-3AA8-D2D1-0B62-442ECCF6B44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4318320" y="5808870"/>
                  <a:ext cx="14904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3" name="Group 762">
            <a:extLst>
              <a:ext uri="{FF2B5EF4-FFF2-40B4-BE49-F238E27FC236}">
                <a16:creationId xmlns:a16="http://schemas.microsoft.com/office/drawing/2014/main" id="{C0E3E02D-9487-BEC8-484E-DCBFEE12A941}"/>
              </a:ext>
            </a:extLst>
          </p:cNvPr>
          <p:cNvGrpSpPr/>
          <p:nvPr/>
        </p:nvGrpSpPr>
        <p:grpSpPr>
          <a:xfrm>
            <a:off x="4074960" y="3537270"/>
            <a:ext cx="627840" cy="203040"/>
            <a:chOff x="4074960" y="3537270"/>
            <a:chExt cx="62784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CB02C962-1BD4-F397-F2B9-FF1B6305F65A}"/>
                    </a:ext>
                  </a:extLst>
                </p14:cNvPr>
                <p14:cNvContentPartPr/>
                <p14:nvPr/>
              </p14:nvContentPartPr>
              <p14:xfrm>
                <a:off x="4074960" y="3633030"/>
                <a:ext cx="142920" cy="107280"/>
              </p14:xfrm>
            </p:contentPart>
          </mc:Choice>
          <mc:Fallback xmlns=""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CB02C962-1BD4-F397-F2B9-FF1B6305F65A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4070640" y="3628710"/>
                  <a:ext cx="151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12BAB447-AE17-8EF3-61E0-25CC61EEDD46}"/>
                    </a:ext>
                  </a:extLst>
                </p14:cNvPr>
                <p14:cNvContentPartPr/>
                <p14:nvPr/>
              </p14:nvContentPartPr>
              <p14:xfrm>
                <a:off x="4270800" y="3704310"/>
                <a:ext cx="11880" cy="11880"/>
              </p14:xfrm>
            </p:contentPart>
          </mc:Choice>
          <mc:Fallback xmlns=""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12BAB447-AE17-8EF3-61E0-25CC61EEDD46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266480" y="3699990"/>
                  <a:ext cx="20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760" name="Ink 759">
                  <a:extLst>
                    <a:ext uri="{FF2B5EF4-FFF2-40B4-BE49-F238E27FC236}">
                      <a16:creationId xmlns:a16="http://schemas.microsoft.com/office/drawing/2014/main" id="{B6D7970D-4B21-B63D-74A3-C2D7CAB4231B}"/>
                    </a:ext>
                  </a:extLst>
                </p14:cNvPr>
                <p14:cNvContentPartPr/>
                <p14:nvPr/>
              </p14:nvContentPartPr>
              <p14:xfrm>
                <a:off x="4315800" y="3611430"/>
                <a:ext cx="129240" cy="84600"/>
              </p14:xfrm>
            </p:contentPart>
          </mc:Choice>
          <mc:Fallback xmlns="">
            <p:pic>
              <p:nvPicPr>
                <p:cNvPr id="760" name="Ink 759">
                  <a:extLst>
                    <a:ext uri="{FF2B5EF4-FFF2-40B4-BE49-F238E27FC236}">
                      <a16:creationId xmlns:a16="http://schemas.microsoft.com/office/drawing/2014/main" id="{B6D7970D-4B21-B63D-74A3-C2D7CAB4231B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311480" y="3607110"/>
                  <a:ext cx="137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761" name="Ink 760">
                  <a:extLst>
                    <a:ext uri="{FF2B5EF4-FFF2-40B4-BE49-F238E27FC236}">
                      <a16:creationId xmlns:a16="http://schemas.microsoft.com/office/drawing/2014/main" id="{DE7DEC13-5BEC-A689-A009-AD915A3E1FFE}"/>
                    </a:ext>
                  </a:extLst>
                </p14:cNvPr>
                <p14:cNvContentPartPr/>
                <p14:nvPr/>
              </p14:nvContentPartPr>
              <p14:xfrm>
                <a:off x="4476720" y="3589830"/>
                <a:ext cx="147960" cy="138240"/>
              </p14:xfrm>
            </p:contentPart>
          </mc:Choice>
          <mc:Fallback xmlns="">
            <p:pic>
              <p:nvPicPr>
                <p:cNvPr id="761" name="Ink 760">
                  <a:extLst>
                    <a:ext uri="{FF2B5EF4-FFF2-40B4-BE49-F238E27FC236}">
                      <a16:creationId xmlns:a16="http://schemas.microsoft.com/office/drawing/2014/main" id="{DE7DEC13-5BEC-A689-A009-AD915A3E1FF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472400" y="3585510"/>
                  <a:ext cx="1566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339CCA85-A31C-AF0B-95AE-0AE29ACC0FDF}"/>
                    </a:ext>
                  </a:extLst>
                </p14:cNvPr>
                <p14:cNvContentPartPr/>
                <p14:nvPr/>
              </p14:nvContentPartPr>
              <p14:xfrm>
                <a:off x="4550160" y="3537270"/>
                <a:ext cx="152640" cy="74520"/>
              </p14:xfrm>
            </p:contentPart>
          </mc:Choice>
          <mc:Fallback xmlns=""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339CCA85-A31C-AF0B-95AE-0AE29ACC0FD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545840" y="3532950"/>
                  <a:ext cx="16128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764" name="Ink 763">
                <a:extLst>
                  <a:ext uri="{FF2B5EF4-FFF2-40B4-BE49-F238E27FC236}">
                    <a16:creationId xmlns:a16="http://schemas.microsoft.com/office/drawing/2014/main" id="{8345F9E0-D333-2FD0-B3FA-C97D00F1E7A7}"/>
                  </a:ext>
                </a:extLst>
              </p14:cNvPr>
              <p14:cNvContentPartPr/>
              <p14:nvPr/>
            </p14:nvContentPartPr>
            <p14:xfrm>
              <a:off x="9582240" y="2381670"/>
              <a:ext cx="91440" cy="154080"/>
            </p14:xfrm>
          </p:contentPart>
        </mc:Choice>
        <mc:Fallback xmlns="">
          <p:pic>
            <p:nvPicPr>
              <p:cNvPr id="764" name="Ink 763">
                <a:extLst>
                  <a:ext uri="{FF2B5EF4-FFF2-40B4-BE49-F238E27FC236}">
                    <a16:creationId xmlns:a16="http://schemas.microsoft.com/office/drawing/2014/main" id="{8345F9E0-D333-2FD0-B3FA-C97D00F1E7A7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9577920" y="2377350"/>
                <a:ext cx="100080" cy="16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84" name="Group 783">
            <a:extLst>
              <a:ext uri="{FF2B5EF4-FFF2-40B4-BE49-F238E27FC236}">
                <a16:creationId xmlns:a16="http://schemas.microsoft.com/office/drawing/2014/main" id="{8EF17C21-3DEB-2ECA-B956-687B466C24BA}"/>
              </a:ext>
            </a:extLst>
          </p:cNvPr>
          <p:cNvGrpSpPr/>
          <p:nvPr/>
        </p:nvGrpSpPr>
        <p:grpSpPr>
          <a:xfrm>
            <a:off x="9795000" y="2324070"/>
            <a:ext cx="344880" cy="200880"/>
            <a:chOff x="9795000" y="2324070"/>
            <a:chExt cx="34488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98B058C6-751B-6A92-656E-37C8D760A0AB}"/>
                    </a:ext>
                  </a:extLst>
                </p14:cNvPr>
                <p14:cNvContentPartPr/>
                <p14:nvPr/>
              </p14:nvContentPartPr>
              <p14:xfrm>
                <a:off x="9831720" y="2402190"/>
                <a:ext cx="27720" cy="11880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98B058C6-751B-6A92-656E-37C8D760A0AB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827400" y="2397870"/>
                  <a:ext cx="36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0896F156-F135-AE76-253C-C606E4F92156}"/>
                    </a:ext>
                  </a:extLst>
                </p14:cNvPr>
                <p14:cNvContentPartPr/>
                <p14:nvPr/>
              </p14:nvContentPartPr>
              <p14:xfrm>
                <a:off x="9795000" y="2453310"/>
                <a:ext cx="112320" cy="1584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0896F156-F135-AE76-253C-C606E4F92156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790680" y="2448990"/>
                  <a:ext cx="120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99F9A7C1-C083-3A2F-FD33-905156DE46AD}"/>
                    </a:ext>
                  </a:extLst>
                </p14:cNvPr>
                <p14:cNvContentPartPr/>
                <p14:nvPr/>
              </p14:nvContentPartPr>
              <p14:xfrm>
                <a:off x="9984360" y="2324070"/>
                <a:ext cx="155520" cy="200880"/>
              </p14:xfrm>
            </p:contentPart>
          </mc:Choice>
          <mc:Fallback xmlns=""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99F9A7C1-C083-3A2F-FD33-905156DE46A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980040" y="2319750"/>
                  <a:ext cx="16416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3" name="Group 782">
            <a:extLst>
              <a:ext uri="{FF2B5EF4-FFF2-40B4-BE49-F238E27FC236}">
                <a16:creationId xmlns:a16="http://schemas.microsoft.com/office/drawing/2014/main" id="{0078EC01-4B69-68CE-AF13-0BA31934380D}"/>
              </a:ext>
            </a:extLst>
          </p:cNvPr>
          <p:cNvGrpSpPr/>
          <p:nvPr/>
        </p:nvGrpSpPr>
        <p:grpSpPr>
          <a:xfrm>
            <a:off x="8327640" y="2793150"/>
            <a:ext cx="1821600" cy="383040"/>
            <a:chOff x="8327640" y="2793150"/>
            <a:chExt cx="182160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768" name="Ink 767">
                  <a:extLst>
                    <a:ext uri="{FF2B5EF4-FFF2-40B4-BE49-F238E27FC236}">
                      <a16:creationId xmlns:a16="http://schemas.microsoft.com/office/drawing/2014/main" id="{8231ED06-4176-1212-B85C-370202399808}"/>
                    </a:ext>
                  </a:extLst>
                </p14:cNvPr>
                <p14:cNvContentPartPr/>
                <p14:nvPr/>
              </p14:nvContentPartPr>
              <p14:xfrm>
                <a:off x="8327640" y="2805750"/>
                <a:ext cx="186120" cy="370440"/>
              </p14:xfrm>
            </p:contentPart>
          </mc:Choice>
          <mc:Fallback xmlns="">
            <p:pic>
              <p:nvPicPr>
                <p:cNvPr id="768" name="Ink 767">
                  <a:extLst>
                    <a:ext uri="{FF2B5EF4-FFF2-40B4-BE49-F238E27FC236}">
                      <a16:creationId xmlns:a16="http://schemas.microsoft.com/office/drawing/2014/main" id="{8231ED06-4176-1212-B85C-370202399808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323320" y="2801430"/>
                  <a:ext cx="1947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769" name="Ink 768">
                  <a:extLst>
                    <a:ext uri="{FF2B5EF4-FFF2-40B4-BE49-F238E27FC236}">
                      <a16:creationId xmlns:a16="http://schemas.microsoft.com/office/drawing/2014/main" id="{177F0EF9-D8BE-E013-8007-22B4CC44094A}"/>
                    </a:ext>
                  </a:extLst>
                </p14:cNvPr>
                <p14:cNvContentPartPr/>
                <p14:nvPr/>
              </p14:nvContentPartPr>
              <p14:xfrm>
                <a:off x="8568120" y="3042270"/>
                <a:ext cx="11160" cy="88560"/>
              </p14:xfrm>
            </p:contentPart>
          </mc:Choice>
          <mc:Fallback xmlns="">
            <p:pic>
              <p:nvPicPr>
                <p:cNvPr id="769" name="Ink 768">
                  <a:extLst>
                    <a:ext uri="{FF2B5EF4-FFF2-40B4-BE49-F238E27FC236}">
                      <a16:creationId xmlns:a16="http://schemas.microsoft.com/office/drawing/2014/main" id="{177F0EF9-D8BE-E013-8007-22B4CC44094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563800" y="3037950"/>
                  <a:ext cx="198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770" name="Ink 769">
                  <a:extLst>
                    <a:ext uri="{FF2B5EF4-FFF2-40B4-BE49-F238E27FC236}">
                      <a16:creationId xmlns:a16="http://schemas.microsoft.com/office/drawing/2014/main" id="{2345A0CA-2ABE-0946-FE33-973725D638BD}"/>
                    </a:ext>
                  </a:extLst>
                </p14:cNvPr>
                <p14:cNvContentPartPr/>
                <p14:nvPr/>
              </p14:nvContentPartPr>
              <p14:xfrm>
                <a:off x="8698440" y="2876670"/>
                <a:ext cx="131400" cy="31680"/>
              </p14:xfrm>
            </p:contentPart>
          </mc:Choice>
          <mc:Fallback xmlns="">
            <p:pic>
              <p:nvPicPr>
                <p:cNvPr id="770" name="Ink 769">
                  <a:extLst>
                    <a:ext uri="{FF2B5EF4-FFF2-40B4-BE49-F238E27FC236}">
                      <a16:creationId xmlns:a16="http://schemas.microsoft.com/office/drawing/2014/main" id="{2345A0CA-2ABE-0946-FE33-973725D638B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694120" y="2872350"/>
                  <a:ext cx="140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771" name="Ink 770">
                  <a:extLst>
                    <a:ext uri="{FF2B5EF4-FFF2-40B4-BE49-F238E27FC236}">
                      <a16:creationId xmlns:a16="http://schemas.microsoft.com/office/drawing/2014/main" id="{8AC2D290-19BF-20C3-3EC8-1357CF0325F8}"/>
                    </a:ext>
                  </a:extLst>
                </p14:cNvPr>
                <p14:cNvContentPartPr/>
                <p14:nvPr/>
              </p14:nvContentPartPr>
              <p14:xfrm>
                <a:off x="8686560" y="2951550"/>
                <a:ext cx="141120" cy="41040"/>
              </p14:xfrm>
            </p:contentPart>
          </mc:Choice>
          <mc:Fallback xmlns="">
            <p:pic>
              <p:nvPicPr>
                <p:cNvPr id="771" name="Ink 770">
                  <a:extLst>
                    <a:ext uri="{FF2B5EF4-FFF2-40B4-BE49-F238E27FC236}">
                      <a16:creationId xmlns:a16="http://schemas.microsoft.com/office/drawing/2014/main" id="{8AC2D290-19BF-20C3-3EC8-1357CF0325F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682240" y="2947230"/>
                  <a:ext cx="149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C3B7190E-C332-3561-B082-13B3DBD5B2A2}"/>
                    </a:ext>
                  </a:extLst>
                </p14:cNvPr>
                <p14:cNvContentPartPr/>
                <p14:nvPr/>
              </p14:nvContentPartPr>
              <p14:xfrm>
                <a:off x="8932440" y="2862270"/>
                <a:ext cx="139680" cy="125640"/>
              </p14:xfrm>
            </p:contentPart>
          </mc:Choice>
          <mc:Fallback xmlns=""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C3B7190E-C332-3561-B082-13B3DBD5B2A2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928120" y="2857950"/>
                  <a:ext cx="148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CFC578A5-E07F-76BF-057A-7D0C8559FB2A}"/>
                    </a:ext>
                  </a:extLst>
                </p14:cNvPr>
                <p14:cNvContentPartPr/>
                <p14:nvPr/>
              </p14:nvContentPartPr>
              <p14:xfrm>
                <a:off x="9154200" y="2916270"/>
                <a:ext cx="39600" cy="29160"/>
              </p14:xfrm>
            </p:contentPart>
          </mc:Choice>
          <mc:Fallback xmlns=""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CFC578A5-E07F-76BF-057A-7D0C8559FB2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149880" y="2911950"/>
                  <a:ext cx="48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514F2A51-427B-B5F4-B20F-FA250A00697D}"/>
                    </a:ext>
                  </a:extLst>
                </p14:cNvPr>
                <p14:cNvContentPartPr/>
                <p14:nvPr/>
              </p14:nvContentPartPr>
              <p14:xfrm>
                <a:off x="9241320" y="2857230"/>
                <a:ext cx="63720" cy="140760"/>
              </p14:xfrm>
            </p:contentPart>
          </mc:Choice>
          <mc:Fallback xmlns=""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514F2A51-427B-B5F4-B20F-FA250A00697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237000" y="2852910"/>
                  <a:ext cx="723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9617FCBE-5B52-F0CF-F71E-316A7C674AAF}"/>
                    </a:ext>
                  </a:extLst>
                </p14:cNvPr>
                <p14:cNvContentPartPr/>
                <p14:nvPr/>
              </p14:nvContentPartPr>
              <p14:xfrm>
                <a:off x="9289200" y="2821590"/>
                <a:ext cx="89280" cy="13320"/>
              </p14:xfrm>
            </p:contentPart>
          </mc:Choice>
          <mc:Fallback xmlns=""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9617FCBE-5B52-F0CF-F71E-316A7C674AAF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284880" y="2817270"/>
                  <a:ext cx="979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776" name="Ink 775">
                  <a:extLst>
                    <a:ext uri="{FF2B5EF4-FFF2-40B4-BE49-F238E27FC236}">
                      <a16:creationId xmlns:a16="http://schemas.microsoft.com/office/drawing/2014/main" id="{E8AAF51B-C3D6-9263-DDB2-95BD43F1D583}"/>
                    </a:ext>
                  </a:extLst>
                </p14:cNvPr>
                <p14:cNvContentPartPr/>
                <p14:nvPr/>
              </p14:nvContentPartPr>
              <p14:xfrm>
                <a:off x="9443280" y="2837790"/>
                <a:ext cx="21600" cy="120240"/>
              </p14:xfrm>
            </p:contentPart>
          </mc:Choice>
          <mc:Fallback xmlns="">
            <p:pic>
              <p:nvPicPr>
                <p:cNvPr id="776" name="Ink 775">
                  <a:extLst>
                    <a:ext uri="{FF2B5EF4-FFF2-40B4-BE49-F238E27FC236}">
                      <a16:creationId xmlns:a16="http://schemas.microsoft.com/office/drawing/2014/main" id="{E8AAF51B-C3D6-9263-DDB2-95BD43F1D583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438960" y="2833470"/>
                  <a:ext cx="30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D6F00276-CF32-088C-19B8-E3383BFD07D9}"/>
                    </a:ext>
                  </a:extLst>
                </p14:cNvPr>
                <p14:cNvContentPartPr/>
                <p14:nvPr/>
              </p14:nvContentPartPr>
              <p14:xfrm>
                <a:off x="9412320" y="2904750"/>
                <a:ext cx="151560" cy="21600"/>
              </p14:xfrm>
            </p:contentPart>
          </mc:Choice>
          <mc:Fallback xmlns=""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D6F00276-CF32-088C-19B8-E3383BFD07D9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408000" y="2900430"/>
                  <a:ext cx="1602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26C30F6F-446F-81CE-A617-A03E376B93D2}"/>
                    </a:ext>
                  </a:extLst>
                </p14:cNvPr>
                <p14:cNvContentPartPr/>
                <p14:nvPr/>
              </p14:nvContentPartPr>
              <p14:xfrm>
                <a:off x="9584760" y="2830950"/>
                <a:ext cx="132840" cy="8748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26C30F6F-446F-81CE-A617-A03E376B93D2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580440" y="2826630"/>
                  <a:ext cx="141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006C1D91-E791-9195-C3B7-C3A7A9D3A6D4}"/>
                    </a:ext>
                  </a:extLst>
                </p14:cNvPr>
                <p14:cNvContentPartPr/>
                <p14:nvPr/>
              </p14:nvContentPartPr>
              <p14:xfrm>
                <a:off x="9597000" y="2920230"/>
                <a:ext cx="74160" cy="31680"/>
              </p14:xfrm>
            </p:contentPart>
          </mc:Choice>
          <mc:Fallback xmlns=""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006C1D91-E791-9195-C3B7-C3A7A9D3A6D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592680" y="2915910"/>
                  <a:ext cx="82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8DEFE246-E75D-D31B-ADD9-D4324D7140CD}"/>
                    </a:ext>
                  </a:extLst>
                </p14:cNvPr>
                <p14:cNvContentPartPr/>
                <p14:nvPr/>
              </p14:nvContentPartPr>
              <p14:xfrm>
                <a:off x="9786720" y="2876310"/>
                <a:ext cx="16200" cy="90720"/>
              </p14:xfrm>
            </p:contentPart>
          </mc:Choice>
          <mc:Fallback xmlns=""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8DEFE246-E75D-D31B-ADD9-D4324D7140CD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782400" y="2871990"/>
                  <a:ext cx="24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407359A1-7B85-D6F4-A180-055DF37F3D38}"/>
                    </a:ext>
                  </a:extLst>
                </p14:cNvPr>
                <p14:cNvContentPartPr/>
                <p14:nvPr/>
              </p14:nvContentPartPr>
              <p14:xfrm>
                <a:off x="9733440" y="2922390"/>
                <a:ext cx="160920" cy="11880"/>
              </p14:xfrm>
            </p:contentPart>
          </mc:Choice>
          <mc:Fallback xmlns=""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407359A1-7B85-D6F4-A180-055DF37F3D3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729120" y="2918070"/>
                  <a:ext cx="1695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782" name="Ink 781">
                  <a:extLst>
                    <a:ext uri="{FF2B5EF4-FFF2-40B4-BE49-F238E27FC236}">
                      <a16:creationId xmlns:a16="http://schemas.microsoft.com/office/drawing/2014/main" id="{6134E79F-E7BF-3868-7D8E-7561DA1DD273}"/>
                    </a:ext>
                  </a:extLst>
                </p14:cNvPr>
                <p14:cNvContentPartPr/>
                <p14:nvPr/>
              </p14:nvContentPartPr>
              <p14:xfrm>
                <a:off x="9924240" y="2793150"/>
                <a:ext cx="225000" cy="195840"/>
              </p14:xfrm>
            </p:contentPart>
          </mc:Choice>
          <mc:Fallback xmlns="">
            <p:pic>
              <p:nvPicPr>
                <p:cNvPr id="782" name="Ink 781">
                  <a:extLst>
                    <a:ext uri="{FF2B5EF4-FFF2-40B4-BE49-F238E27FC236}">
                      <a16:creationId xmlns:a16="http://schemas.microsoft.com/office/drawing/2014/main" id="{6134E79F-E7BF-3868-7D8E-7561DA1DD273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919920" y="2788830"/>
                  <a:ext cx="23364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4">
            <p14:nvContentPartPr>
              <p14:cNvPr id="785" name="Ink 784">
                <a:extLst>
                  <a:ext uri="{FF2B5EF4-FFF2-40B4-BE49-F238E27FC236}">
                    <a16:creationId xmlns:a16="http://schemas.microsoft.com/office/drawing/2014/main" id="{72A609B7-B3DB-7E30-AC2C-B9DC8A8A03F4}"/>
                  </a:ext>
                </a:extLst>
              </p14:cNvPr>
              <p14:cNvContentPartPr/>
              <p14:nvPr/>
            </p14:nvContentPartPr>
            <p14:xfrm>
              <a:off x="3272520" y="4357350"/>
              <a:ext cx="54360" cy="254160"/>
            </p14:xfrm>
          </p:contentPart>
        </mc:Choice>
        <mc:Fallback xmlns="">
          <p:pic>
            <p:nvPicPr>
              <p:cNvPr id="785" name="Ink 784">
                <a:extLst>
                  <a:ext uri="{FF2B5EF4-FFF2-40B4-BE49-F238E27FC236}">
                    <a16:creationId xmlns:a16="http://schemas.microsoft.com/office/drawing/2014/main" id="{72A609B7-B3DB-7E30-AC2C-B9DC8A8A03F4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3268200" y="4353030"/>
                <a:ext cx="630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6">
            <p14:nvContentPartPr>
              <p14:cNvPr id="786" name="Ink 785">
                <a:extLst>
                  <a:ext uri="{FF2B5EF4-FFF2-40B4-BE49-F238E27FC236}">
                    <a16:creationId xmlns:a16="http://schemas.microsoft.com/office/drawing/2014/main" id="{BFEF0F2E-91F1-2320-8A24-B81ABBA06D2C}"/>
                  </a:ext>
                </a:extLst>
              </p14:cNvPr>
              <p14:cNvContentPartPr/>
              <p14:nvPr/>
            </p14:nvContentPartPr>
            <p14:xfrm>
              <a:off x="3162360" y="1766430"/>
              <a:ext cx="160200" cy="187200"/>
            </p14:xfrm>
          </p:contentPart>
        </mc:Choice>
        <mc:Fallback xmlns="">
          <p:pic>
            <p:nvPicPr>
              <p:cNvPr id="786" name="Ink 785">
                <a:extLst>
                  <a:ext uri="{FF2B5EF4-FFF2-40B4-BE49-F238E27FC236}">
                    <a16:creationId xmlns:a16="http://schemas.microsoft.com/office/drawing/2014/main" id="{BFEF0F2E-91F1-2320-8A24-B81ABBA06D2C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3158040" y="1762110"/>
                <a:ext cx="1688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8">
            <p14:nvContentPartPr>
              <p14:cNvPr id="788" name="Ink 787">
                <a:extLst>
                  <a:ext uri="{FF2B5EF4-FFF2-40B4-BE49-F238E27FC236}">
                    <a16:creationId xmlns:a16="http://schemas.microsoft.com/office/drawing/2014/main" id="{0F3147F8-5787-1252-FBE5-E13263A52230}"/>
                  </a:ext>
                </a:extLst>
              </p14:cNvPr>
              <p14:cNvContentPartPr/>
              <p14:nvPr/>
            </p14:nvContentPartPr>
            <p14:xfrm>
              <a:off x="8295960" y="3558150"/>
              <a:ext cx="360" cy="360"/>
            </p14:xfrm>
          </p:contentPart>
        </mc:Choice>
        <mc:Fallback xmlns="">
          <p:pic>
            <p:nvPicPr>
              <p:cNvPr id="788" name="Ink 787">
                <a:extLst>
                  <a:ext uri="{FF2B5EF4-FFF2-40B4-BE49-F238E27FC236}">
                    <a16:creationId xmlns:a16="http://schemas.microsoft.com/office/drawing/2014/main" id="{0F3147F8-5787-1252-FBE5-E13263A52230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8291640" y="3553830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51" name="Group 850">
            <a:extLst>
              <a:ext uri="{FF2B5EF4-FFF2-40B4-BE49-F238E27FC236}">
                <a16:creationId xmlns:a16="http://schemas.microsoft.com/office/drawing/2014/main" id="{2A45D46C-9388-AE68-10BA-35590BF29A9C}"/>
              </a:ext>
            </a:extLst>
          </p:cNvPr>
          <p:cNvGrpSpPr/>
          <p:nvPr/>
        </p:nvGrpSpPr>
        <p:grpSpPr>
          <a:xfrm>
            <a:off x="10480440" y="4054590"/>
            <a:ext cx="199440" cy="251640"/>
            <a:chOff x="10480440" y="4054590"/>
            <a:chExt cx="19944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846" name="Ink 845">
                  <a:extLst>
                    <a:ext uri="{FF2B5EF4-FFF2-40B4-BE49-F238E27FC236}">
                      <a16:creationId xmlns:a16="http://schemas.microsoft.com/office/drawing/2014/main" id="{AF8A8FED-1713-C3E7-75CE-D01343EE4D81}"/>
                    </a:ext>
                  </a:extLst>
                </p14:cNvPr>
                <p14:cNvContentPartPr/>
                <p14:nvPr/>
              </p14:nvContentPartPr>
              <p14:xfrm>
                <a:off x="10480440" y="4118310"/>
                <a:ext cx="25200" cy="176760"/>
              </p14:xfrm>
            </p:contentPart>
          </mc:Choice>
          <mc:Fallback xmlns="">
            <p:pic>
              <p:nvPicPr>
                <p:cNvPr id="846" name="Ink 845">
                  <a:extLst>
                    <a:ext uri="{FF2B5EF4-FFF2-40B4-BE49-F238E27FC236}">
                      <a16:creationId xmlns:a16="http://schemas.microsoft.com/office/drawing/2014/main" id="{AF8A8FED-1713-C3E7-75CE-D01343EE4D81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0476120" y="4113990"/>
                  <a:ext cx="33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847" name="Ink 846">
                  <a:extLst>
                    <a:ext uri="{FF2B5EF4-FFF2-40B4-BE49-F238E27FC236}">
                      <a16:creationId xmlns:a16="http://schemas.microsoft.com/office/drawing/2014/main" id="{8BC370C3-4CE8-82F7-7AAC-F7E488870120}"/>
                    </a:ext>
                  </a:extLst>
                </p14:cNvPr>
                <p14:cNvContentPartPr/>
                <p14:nvPr/>
              </p14:nvContentPartPr>
              <p14:xfrm>
                <a:off x="10588080" y="4054590"/>
                <a:ext cx="91800" cy="251640"/>
              </p14:xfrm>
            </p:contentPart>
          </mc:Choice>
          <mc:Fallback xmlns="">
            <p:pic>
              <p:nvPicPr>
                <p:cNvPr id="847" name="Ink 846">
                  <a:extLst>
                    <a:ext uri="{FF2B5EF4-FFF2-40B4-BE49-F238E27FC236}">
                      <a16:creationId xmlns:a16="http://schemas.microsoft.com/office/drawing/2014/main" id="{8BC370C3-4CE8-82F7-7AAC-F7E488870120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0583760" y="4050270"/>
                  <a:ext cx="10044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5" name="Group 854">
            <a:extLst>
              <a:ext uri="{FF2B5EF4-FFF2-40B4-BE49-F238E27FC236}">
                <a16:creationId xmlns:a16="http://schemas.microsoft.com/office/drawing/2014/main" id="{85D9981D-025C-C58E-0C28-018B8EB1D26F}"/>
              </a:ext>
            </a:extLst>
          </p:cNvPr>
          <p:cNvGrpSpPr/>
          <p:nvPr/>
        </p:nvGrpSpPr>
        <p:grpSpPr>
          <a:xfrm>
            <a:off x="10727040" y="4144590"/>
            <a:ext cx="312840" cy="145800"/>
            <a:chOff x="10727040" y="4144590"/>
            <a:chExt cx="312840" cy="1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852" name="Ink 851">
                  <a:extLst>
                    <a:ext uri="{FF2B5EF4-FFF2-40B4-BE49-F238E27FC236}">
                      <a16:creationId xmlns:a16="http://schemas.microsoft.com/office/drawing/2014/main" id="{5D89B464-FA87-EA37-F7C5-F48EC5BA8828}"/>
                    </a:ext>
                  </a:extLst>
                </p14:cNvPr>
                <p14:cNvContentPartPr/>
                <p14:nvPr/>
              </p14:nvContentPartPr>
              <p14:xfrm>
                <a:off x="10727040" y="4144590"/>
                <a:ext cx="103320" cy="142560"/>
              </p14:xfrm>
            </p:contentPart>
          </mc:Choice>
          <mc:Fallback xmlns="">
            <p:pic>
              <p:nvPicPr>
                <p:cNvPr id="852" name="Ink 851">
                  <a:extLst>
                    <a:ext uri="{FF2B5EF4-FFF2-40B4-BE49-F238E27FC236}">
                      <a16:creationId xmlns:a16="http://schemas.microsoft.com/office/drawing/2014/main" id="{5D89B464-FA87-EA37-F7C5-F48EC5BA8828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0722720" y="4140270"/>
                  <a:ext cx="1119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853" name="Ink 852">
                  <a:extLst>
                    <a:ext uri="{FF2B5EF4-FFF2-40B4-BE49-F238E27FC236}">
                      <a16:creationId xmlns:a16="http://schemas.microsoft.com/office/drawing/2014/main" id="{174A014C-DA2E-2942-4342-E7C9BFB632E8}"/>
                    </a:ext>
                  </a:extLst>
                </p14:cNvPr>
                <p14:cNvContentPartPr/>
                <p14:nvPr/>
              </p14:nvContentPartPr>
              <p14:xfrm>
                <a:off x="10849440" y="4223070"/>
                <a:ext cx="2880" cy="25200"/>
              </p14:xfrm>
            </p:contentPart>
          </mc:Choice>
          <mc:Fallback xmlns="">
            <p:pic>
              <p:nvPicPr>
                <p:cNvPr id="853" name="Ink 852">
                  <a:extLst>
                    <a:ext uri="{FF2B5EF4-FFF2-40B4-BE49-F238E27FC236}">
                      <a16:creationId xmlns:a16="http://schemas.microsoft.com/office/drawing/2014/main" id="{174A014C-DA2E-2942-4342-E7C9BFB632E8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0845120" y="4218750"/>
                  <a:ext cx="11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854" name="Ink 853">
                  <a:extLst>
                    <a:ext uri="{FF2B5EF4-FFF2-40B4-BE49-F238E27FC236}">
                      <a16:creationId xmlns:a16="http://schemas.microsoft.com/office/drawing/2014/main" id="{B78B811A-C1F6-F4F7-0729-8A0050F33507}"/>
                    </a:ext>
                  </a:extLst>
                </p14:cNvPr>
                <p14:cNvContentPartPr/>
                <p14:nvPr/>
              </p14:nvContentPartPr>
              <p14:xfrm>
                <a:off x="10914600" y="4153950"/>
                <a:ext cx="125280" cy="136440"/>
              </p14:xfrm>
            </p:contentPart>
          </mc:Choice>
          <mc:Fallback xmlns="">
            <p:pic>
              <p:nvPicPr>
                <p:cNvPr id="854" name="Ink 853">
                  <a:extLst>
                    <a:ext uri="{FF2B5EF4-FFF2-40B4-BE49-F238E27FC236}">
                      <a16:creationId xmlns:a16="http://schemas.microsoft.com/office/drawing/2014/main" id="{B78B811A-C1F6-F4F7-0729-8A0050F33507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0910280" y="4149630"/>
                  <a:ext cx="13392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2" name="Group 861">
            <a:extLst>
              <a:ext uri="{FF2B5EF4-FFF2-40B4-BE49-F238E27FC236}">
                <a16:creationId xmlns:a16="http://schemas.microsoft.com/office/drawing/2014/main" id="{6862EDF2-6A4E-615C-1F8E-F9BC5D961D9E}"/>
              </a:ext>
            </a:extLst>
          </p:cNvPr>
          <p:cNvGrpSpPr/>
          <p:nvPr/>
        </p:nvGrpSpPr>
        <p:grpSpPr>
          <a:xfrm>
            <a:off x="11124480" y="4058550"/>
            <a:ext cx="485640" cy="291600"/>
            <a:chOff x="11124480" y="4058550"/>
            <a:chExt cx="48564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856" name="Ink 855">
                  <a:extLst>
                    <a:ext uri="{FF2B5EF4-FFF2-40B4-BE49-F238E27FC236}">
                      <a16:creationId xmlns:a16="http://schemas.microsoft.com/office/drawing/2014/main" id="{239FDA8C-D24F-AD03-F507-E09B00708C7E}"/>
                    </a:ext>
                  </a:extLst>
                </p14:cNvPr>
                <p14:cNvContentPartPr/>
                <p14:nvPr/>
              </p14:nvContentPartPr>
              <p14:xfrm>
                <a:off x="11179920" y="4146030"/>
                <a:ext cx="30600" cy="142200"/>
              </p14:xfrm>
            </p:contentPart>
          </mc:Choice>
          <mc:Fallback xmlns="">
            <p:pic>
              <p:nvPicPr>
                <p:cNvPr id="856" name="Ink 855">
                  <a:extLst>
                    <a:ext uri="{FF2B5EF4-FFF2-40B4-BE49-F238E27FC236}">
                      <a16:creationId xmlns:a16="http://schemas.microsoft.com/office/drawing/2014/main" id="{239FDA8C-D24F-AD03-F507-E09B00708C7E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1175600" y="4141710"/>
                  <a:ext cx="39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857" name="Ink 856">
                  <a:extLst>
                    <a:ext uri="{FF2B5EF4-FFF2-40B4-BE49-F238E27FC236}">
                      <a16:creationId xmlns:a16="http://schemas.microsoft.com/office/drawing/2014/main" id="{9E526263-F712-0A8B-5861-F9F424071CB4}"/>
                    </a:ext>
                  </a:extLst>
                </p14:cNvPr>
                <p14:cNvContentPartPr/>
                <p14:nvPr/>
              </p14:nvContentPartPr>
              <p14:xfrm>
                <a:off x="11124480" y="4215510"/>
                <a:ext cx="149400" cy="48600"/>
              </p14:xfrm>
            </p:contentPart>
          </mc:Choice>
          <mc:Fallback xmlns="">
            <p:pic>
              <p:nvPicPr>
                <p:cNvPr id="857" name="Ink 856">
                  <a:extLst>
                    <a:ext uri="{FF2B5EF4-FFF2-40B4-BE49-F238E27FC236}">
                      <a16:creationId xmlns:a16="http://schemas.microsoft.com/office/drawing/2014/main" id="{9E526263-F712-0A8B-5861-F9F424071CB4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1120160" y="4211190"/>
                  <a:ext cx="158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858" name="Ink 857">
                  <a:extLst>
                    <a:ext uri="{FF2B5EF4-FFF2-40B4-BE49-F238E27FC236}">
                      <a16:creationId xmlns:a16="http://schemas.microsoft.com/office/drawing/2014/main" id="{48FE39FE-6457-4805-BD65-14B67A99BDA7}"/>
                    </a:ext>
                  </a:extLst>
                </p14:cNvPr>
                <p14:cNvContentPartPr/>
                <p14:nvPr/>
              </p14:nvContentPartPr>
              <p14:xfrm>
                <a:off x="11307720" y="4120830"/>
                <a:ext cx="153360" cy="163080"/>
              </p14:xfrm>
            </p:contentPart>
          </mc:Choice>
          <mc:Fallback xmlns="">
            <p:pic>
              <p:nvPicPr>
                <p:cNvPr id="858" name="Ink 857">
                  <a:extLst>
                    <a:ext uri="{FF2B5EF4-FFF2-40B4-BE49-F238E27FC236}">
                      <a16:creationId xmlns:a16="http://schemas.microsoft.com/office/drawing/2014/main" id="{48FE39FE-6457-4805-BD65-14B67A99BDA7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1303400" y="4116510"/>
                  <a:ext cx="1620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859" name="Ink 858">
                  <a:extLst>
                    <a:ext uri="{FF2B5EF4-FFF2-40B4-BE49-F238E27FC236}">
                      <a16:creationId xmlns:a16="http://schemas.microsoft.com/office/drawing/2014/main" id="{1339699E-FA20-14CA-215F-6A0E16F4BCD6}"/>
                    </a:ext>
                  </a:extLst>
                </p14:cNvPr>
                <p14:cNvContentPartPr/>
                <p14:nvPr/>
              </p14:nvContentPartPr>
              <p14:xfrm>
                <a:off x="11452080" y="4058550"/>
                <a:ext cx="158040" cy="291600"/>
              </p14:xfrm>
            </p:contentPart>
          </mc:Choice>
          <mc:Fallback xmlns="">
            <p:pic>
              <p:nvPicPr>
                <p:cNvPr id="859" name="Ink 858">
                  <a:extLst>
                    <a:ext uri="{FF2B5EF4-FFF2-40B4-BE49-F238E27FC236}">
                      <a16:creationId xmlns:a16="http://schemas.microsoft.com/office/drawing/2014/main" id="{1339699E-FA20-14CA-215F-6A0E16F4BCD6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1447760" y="4054230"/>
                  <a:ext cx="1666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861" name="Ink 860">
                  <a:extLst>
                    <a:ext uri="{FF2B5EF4-FFF2-40B4-BE49-F238E27FC236}">
                      <a16:creationId xmlns:a16="http://schemas.microsoft.com/office/drawing/2014/main" id="{7298BC0C-D196-2264-BC05-8829DABA654F}"/>
                    </a:ext>
                  </a:extLst>
                </p14:cNvPr>
                <p14:cNvContentPartPr/>
                <p14:nvPr/>
              </p14:nvContentPartPr>
              <p14:xfrm>
                <a:off x="11202600" y="4162950"/>
                <a:ext cx="108000" cy="161280"/>
              </p14:xfrm>
            </p:contentPart>
          </mc:Choice>
          <mc:Fallback xmlns="">
            <p:pic>
              <p:nvPicPr>
                <p:cNvPr id="861" name="Ink 860">
                  <a:extLst>
                    <a:ext uri="{FF2B5EF4-FFF2-40B4-BE49-F238E27FC236}">
                      <a16:creationId xmlns:a16="http://schemas.microsoft.com/office/drawing/2014/main" id="{7298BC0C-D196-2264-BC05-8829DABA654F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1198280" y="4158630"/>
                  <a:ext cx="1166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8" name="Group 867">
            <a:extLst>
              <a:ext uri="{FF2B5EF4-FFF2-40B4-BE49-F238E27FC236}">
                <a16:creationId xmlns:a16="http://schemas.microsoft.com/office/drawing/2014/main" id="{20B29A3C-62AA-4C3B-1605-E1DA1949920D}"/>
              </a:ext>
            </a:extLst>
          </p:cNvPr>
          <p:cNvGrpSpPr/>
          <p:nvPr/>
        </p:nvGrpSpPr>
        <p:grpSpPr>
          <a:xfrm>
            <a:off x="8337720" y="3560310"/>
            <a:ext cx="2175480" cy="430560"/>
            <a:chOff x="8337720" y="3560310"/>
            <a:chExt cx="217548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810" name="Ink 809">
                  <a:extLst>
                    <a:ext uri="{FF2B5EF4-FFF2-40B4-BE49-F238E27FC236}">
                      <a16:creationId xmlns:a16="http://schemas.microsoft.com/office/drawing/2014/main" id="{2C164ABC-67BA-0CCD-62A7-340F529E313E}"/>
                    </a:ext>
                  </a:extLst>
                </p14:cNvPr>
                <p14:cNvContentPartPr/>
                <p14:nvPr/>
              </p14:nvContentPartPr>
              <p14:xfrm>
                <a:off x="8337720" y="3658590"/>
                <a:ext cx="172440" cy="226800"/>
              </p14:xfrm>
            </p:contentPart>
          </mc:Choice>
          <mc:Fallback xmlns="">
            <p:pic>
              <p:nvPicPr>
                <p:cNvPr id="810" name="Ink 809">
                  <a:extLst>
                    <a:ext uri="{FF2B5EF4-FFF2-40B4-BE49-F238E27FC236}">
                      <a16:creationId xmlns:a16="http://schemas.microsoft.com/office/drawing/2014/main" id="{2C164ABC-67BA-0CCD-62A7-340F529E313E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8333400" y="3654270"/>
                  <a:ext cx="1810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811" name="Ink 810">
                  <a:extLst>
                    <a:ext uri="{FF2B5EF4-FFF2-40B4-BE49-F238E27FC236}">
                      <a16:creationId xmlns:a16="http://schemas.microsoft.com/office/drawing/2014/main" id="{0E5870EF-2E30-5E35-16D3-84AD5F6ACAAE}"/>
                    </a:ext>
                  </a:extLst>
                </p14:cNvPr>
                <p14:cNvContentPartPr/>
                <p14:nvPr/>
              </p14:nvContentPartPr>
              <p14:xfrm>
                <a:off x="8358960" y="3699990"/>
                <a:ext cx="113040" cy="119160"/>
              </p14:xfrm>
            </p:contentPart>
          </mc:Choice>
          <mc:Fallback xmlns="">
            <p:pic>
              <p:nvPicPr>
                <p:cNvPr id="811" name="Ink 810">
                  <a:extLst>
                    <a:ext uri="{FF2B5EF4-FFF2-40B4-BE49-F238E27FC236}">
                      <a16:creationId xmlns:a16="http://schemas.microsoft.com/office/drawing/2014/main" id="{0E5870EF-2E30-5E35-16D3-84AD5F6ACAAE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354640" y="3695670"/>
                  <a:ext cx="121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812" name="Ink 811">
                  <a:extLst>
                    <a:ext uri="{FF2B5EF4-FFF2-40B4-BE49-F238E27FC236}">
                      <a16:creationId xmlns:a16="http://schemas.microsoft.com/office/drawing/2014/main" id="{5FBAB42B-B100-29D3-14B7-41BA8E72F282}"/>
                    </a:ext>
                  </a:extLst>
                </p14:cNvPr>
                <p14:cNvContentPartPr/>
                <p14:nvPr/>
              </p14:nvContentPartPr>
              <p14:xfrm>
                <a:off x="8545800" y="3802590"/>
                <a:ext cx="22680" cy="111600"/>
              </p14:xfrm>
            </p:contentPart>
          </mc:Choice>
          <mc:Fallback xmlns="">
            <p:pic>
              <p:nvPicPr>
                <p:cNvPr id="812" name="Ink 811">
                  <a:extLst>
                    <a:ext uri="{FF2B5EF4-FFF2-40B4-BE49-F238E27FC236}">
                      <a16:creationId xmlns:a16="http://schemas.microsoft.com/office/drawing/2014/main" id="{5FBAB42B-B100-29D3-14B7-41BA8E72F282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8541480" y="3798270"/>
                  <a:ext cx="313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813" name="Ink 812">
                  <a:extLst>
                    <a:ext uri="{FF2B5EF4-FFF2-40B4-BE49-F238E27FC236}">
                      <a16:creationId xmlns:a16="http://schemas.microsoft.com/office/drawing/2014/main" id="{2646E522-AB62-E2A7-DDB1-255AE5AEBE21}"/>
                    </a:ext>
                  </a:extLst>
                </p14:cNvPr>
                <p14:cNvContentPartPr/>
                <p14:nvPr/>
              </p14:nvContentPartPr>
              <p14:xfrm>
                <a:off x="8720400" y="3692790"/>
                <a:ext cx="151560" cy="76680"/>
              </p14:xfrm>
            </p:contentPart>
          </mc:Choice>
          <mc:Fallback xmlns="">
            <p:pic>
              <p:nvPicPr>
                <p:cNvPr id="813" name="Ink 812">
                  <a:extLst>
                    <a:ext uri="{FF2B5EF4-FFF2-40B4-BE49-F238E27FC236}">
                      <a16:creationId xmlns:a16="http://schemas.microsoft.com/office/drawing/2014/main" id="{2646E522-AB62-E2A7-DDB1-255AE5AEBE21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716080" y="3688470"/>
                  <a:ext cx="1602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814" name="Ink 813">
                  <a:extLst>
                    <a:ext uri="{FF2B5EF4-FFF2-40B4-BE49-F238E27FC236}">
                      <a16:creationId xmlns:a16="http://schemas.microsoft.com/office/drawing/2014/main" id="{83D0BFE7-D7F9-3C69-6DF5-91355D33F1FA}"/>
                    </a:ext>
                  </a:extLst>
                </p14:cNvPr>
                <p14:cNvContentPartPr/>
                <p14:nvPr/>
              </p14:nvContentPartPr>
              <p14:xfrm>
                <a:off x="9001560" y="3645270"/>
                <a:ext cx="146520" cy="115560"/>
              </p14:xfrm>
            </p:contentPart>
          </mc:Choice>
          <mc:Fallback xmlns="">
            <p:pic>
              <p:nvPicPr>
                <p:cNvPr id="814" name="Ink 813">
                  <a:extLst>
                    <a:ext uri="{FF2B5EF4-FFF2-40B4-BE49-F238E27FC236}">
                      <a16:creationId xmlns:a16="http://schemas.microsoft.com/office/drawing/2014/main" id="{83D0BFE7-D7F9-3C69-6DF5-91355D33F1FA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8997240" y="3640950"/>
                  <a:ext cx="155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815" name="Ink 814">
                  <a:extLst>
                    <a:ext uri="{FF2B5EF4-FFF2-40B4-BE49-F238E27FC236}">
                      <a16:creationId xmlns:a16="http://schemas.microsoft.com/office/drawing/2014/main" id="{67E369B9-9A7E-E5CB-A332-A015AAE89F20}"/>
                    </a:ext>
                  </a:extLst>
                </p14:cNvPr>
                <p14:cNvContentPartPr/>
                <p14:nvPr/>
              </p14:nvContentPartPr>
              <p14:xfrm>
                <a:off x="9275880" y="3680550"/>
                <a:ext cx="29520" cy="51480"/>
              </p14:xfrm>
            </p:contentPart>
          </mc:Choice>
          <mc:Fallback xmlns="">
            <p:pic>
              <p:nvPicPr>
                <p:cNvPr id="815" name="Ink 814">
                  <a:extLst>
                    <a:ext uri="{FF2B5EF4-FFF2-40B4-BE49-F238E27FC236}">
                      <a16:creationId xmlns:a16="http://schemas.microsoft.com/office/drawing/2014/main" id="{67E369B9-9A7E-E5CB-A332-A015AAE89F20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9271560" y="3676230"/>
                  <a:ext cx="38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816" name="Ink 815">
                  <a:extLst>
                    <a:ext uri="{FF2B5EF4-FFF2-40B4-BE49-F238E27FC236}">
                      <a16:creationId xmlns:a16="http://schemas.microsoft.com/office/drawing/2014/main" id="{A517C868-32FE-287C-4F63-84BA9D9E058A}"/>
                    </a:ext>
                  </a:extLst>
                </p14:cNvPr>
                <p14:cNvContentPartPr/>
                <p14:nvPr/>
              </p14:nvContentPartPr>
              <p14:xfrm>
                <a:off x="9342840" y="3647790"/>
                <a:ext cx="125280" cy="110880"/>
              </p14:xfrm>
            </p:contentPart>
          </mc:Choice>
          <mc:Fallback xmlns="">
            <p:pic>
              <p:nvPicPr>
                <p:cNvPr id="816" name="Ink 815">
                  <a:extLst>
                    <a:ext uri="{FF2B5EF4-FFF2-40B4-BE49-F238E27FC236}">
                      <a16:creationId xmlns:a16="http://schemas.microsoft.com/office/drawing/2014/main" id="{A517C868-32FE-287C-4F63-84BA9D9E058A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9338520" y="3643470"/>
                  <a:ext cx="1339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817" name="Ink 816">
                  <a:extLst>
                    <a:ext uri="{FF2B5EF4-FFF2-40B4-BE49-F238E27FC236}">
                      <a16:creationId xmlns:a16="http://schemas.microsoft.com/office/drawing/2014/main" id="{96817CF6-B49C-B7E1-6D2A-A981F35EC2B5}"/>
                    </a:ext>
                  </a:extLst>
                </p14:cNvPr>
                <p14:cNvContentPartPr/>
                <p14:nvPr/>
              </p14:nvContentPartPr>
              <p14:xfrm>
                <a:off x="9416640" y="3609630"/>
                <a:ext cx="149760" cy="16920"/>
              </p14:xfrm>
            </p:contentPart>
          </mc:Choice>
          <mc:Fallback xmlns="">
            <p:pic>
              <p:nvPicPr>
                <p:cNvPr id="817" name="Ink 816">
                  <a:extLst>
                    <a:ext uri="{FF2B5EF4-FFF2-40B4-BE49-F238E27FC236}">
                      <a16:creationId xmlns:a16="http://schemas.microsoft.com/office/drawing/2014/main" id="{96817CF6-B49C-B7E1-6D2A-A981F35EC2B5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9412320" y="3605310"/>
                  <a:ext cx="1584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818" name="Ink 817">
                  <a:extLst>
                    <a:ext uri="{FF2B5EF4-FFF2-40B4-BE49-F238E27FC236}">
                      <a16:creationId xmlns:a16="http://schemas.microsoft.com/office/drawing/2014/main" id="{6E080226-8622-92CD-EDFF-7554556FE35F}"/>
                    </a:ext>
                  </a:extLst>
                </p14:cNvPr>
                <p14:cNvContentPartPr/>
                <p14:nvPr/>
              </p14:nvContentPartPr>
              <p14:xfrm>
                <a:off x="9675840" y="3614310"/>
                <a:ext cx="24120" cy="136800"/>
              </p14:xfrm>
            </p:contentPart>
          </mc:Choice>
          <mc:Fallback xmlns="">
            <p:pic>
              <p:nvPicPr>
                <p:cNvPr id="818" name="Ink 817">
                  <a:extLst>
                    <a:ext uri="{FF2B5EF4-FFF2-40B4-BE49-F238E27FC236}">
                      <a16:creationId xmlns:a16="http://schemas.microsoft.com/office/drawing/2014/main" id="{6E080226-8622-92CD-EDFF-7554556FE35F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9671520" y="3609990"/>
                  <a:ext cx="327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819" name="Ink 818">
                  <a:extLst>
                    <a:ext uri="{FF2B5EF4-FFF2-40B4-BE49-F238E27FC236}">
                      <a16:creationId xmlns:a16="http://schemas.microsoft.com/office/drawing/2014/main" id="{86A2B0DB-FA04-FDC1-8E0E-3D3BD109D437}"/>
                    </a:ext>
                  </a:extLst>
                </p14:cNvPr>
                <p14:cNvContentPartPr/>
                <p14:nvPr/>
              </p14:nvContentPartPr>
              <p14:xfrm>
                <a:off x="9646680" y="3665430"/>
                <a:ext cx="89280" cy="17280"/>
              </p14:xfrm>
            </p:contentPart>
          </mc:Choice>
          <mc:Fallback xmlns="">
            <p:pic>
              <p:nvPicPr>
                <p:cNvPr id="819" name="Ink 818">
                  <a:extLst>
                    <a:ext uri="{FF2B5EF4-FFF2-40B4-BE49-F238E27FC236}">
                      <a16:creationId xmlns:a16="http://schemas.microsoft.com/office/drawing/2014/main" id="{86A2B0DB-FA04-FDC1-8E0E-3D3BD109D437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9642360" y="3661110"/>
                  <a:ext cx="97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820" name="Ink 819">
                  <a:extLst>
                    <a:ext uri="{FF2B5EF4-FFF2-40B4-BE49-F238E27FC236}">
                      <a16:creationId xmlns:a16="http://schemas.microsoft.com/office/drawing/2014/main" id="{3C969406-3E7D-EC4B-C765-5942D4A1E5AC}"/>
                    </a:ext>
                  </a:extLst>
                </p14:cNvPr>
                <p14:cNvContentPartPr/>
                <p14:nvPr/>
              </p14:nvContentPartPr>
              <p14:xfrm>
                <a:off x="9838200" y="3560310"/>
                <a:ext cx="137880" cy="161640"/>
              </p14:xfrm>
            </p:contentPart>
          </mc:Choice>
          <mc:Fallback xmlns="">
            <p:pic>
              <p:nvPicPr>
                <p:cNvPr id="820" name="Ink 819">
                  <a:extLst>
                    <a:ext uri="{FF2B5EF4-FFF2-40B4-BE49-F238E27FC236}">
                      <a16:creationId xmlns:a16="http://schemas.microsoft.com/office/drawing/2014/main" id="{3C969406-3E7D-EC4B-C765-5942D4A1E5AC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9833880" y="3555990"/>
                  <a:ext cx="1465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821" name="Ink 820">
                  <a:extLst>
                    <a:ext uri="{FF2B5EF4-FFF2-40B4-BE49-F238E27FC236}">
                      <a16:creationId xmlns:a16="http://schemas.microsoft.com/office/drawing/2014/main" id="{1D982DF4-98FA-3975-1C47-1809844A41AF}"/>
                    </a:ext>
                  </a:extLst>
                </p14:cNvPr>
                <p14:cNvContentPartPr/>
                <p14:nvPr/>
              </p14:nvContentPartPr>
              <p14:xfrm>
                <a:off x="10101000" y="3589830"/>
                <a:ext cx="19080" cy="119520"/>
              </p14:xfrm>
            </p:contentPart>
          </mc:Choice>
          <mc:Fallback xmlns="">
            <p:pic>
              <p:nvPicPr>
                <p:cNvPr id="821" name="Ink 820">
                  <a:extLst>
                    <a:ext uri="{FF2B5EF4-FFF2-40B4-BE49-F238E27FC236}">
                      <a16:creationId xmlns:a16="http://schemas.microsoft.com/office/drawing/2014/main" id="{1D982DF4-98FA-3975-1C47-1809844A41AF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0096680" y="3585510"/>
                  <a:ext cx="277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822" name="Ink 821">
                  <a:extLst>
                    <a:ext uri="{FF2B5EF4-FFF2-40B4-BE49-F238E27FC236}">
                      <a16:creationId xmlns:a16="http://schemas.microsoft.com/office/drawing/2014/main" id="{30DB1248-0BB1-A4B2-5B69-FF5384BDD80F}"/>
                    </a:ext>
                  </a:extLst>
                </p14:cNvPr>
                <p14:cNvContentPartPr/>
                <p14:nvPr/>
              </p14:nvContentPartPr>
              <p14:xfrm>
                <a:off x="10053120" y="3660030"/>
                <a:ext cx="151560" cy="15480"/>
              </p14:xfrm>
            </p:contentPart>
          </mc:Choice>
          <mc:Fallback xmlns="">
            <p:pic>
              <p:nvPicPr>
                <p:cNvPr id="822" name="Ink 821">
                  <a:extLst>
                    <a:ext uri="{FF2B5EF4-FFF2-40B4-BE49-F238E27FC236}">
                      <a16:creationId xmlns:a16="http://schemas.microsoft.com/office/drawing/2014/main" id="{30DB1248-0BB1-A4B2-5B69-FF5384BDD80F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0048800" y="3655710"/>
                  <a:ext cx="160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823" name="Ink 822">
                  <a:extLst>
                    <a:ext uri="{FF2B5EF4-FFF2-40B4-BE49-F238E27FC236}">
                      <a16:creationId xmlns:a16="http://schemas.microsoft.com/office/drawing/2014/main" id="{2FB68769-F48B-6AD8-A43B-B2F2F118972C}"/>
                    </a:ext>
                  </a:extLst>
                </p14:cNvPr>
                <p14:cNvContentPartPr/>
                <p14:nvPr/>
              </p14:nvContentPartPr>
              <p14:xfrm>
                <a:off x="10302240" y="3574710"/>
                <a:ext cx="210960" cy="180000"/>
              </p14:xfrm>
            </p:contentPart>
          </mc:Choice>
          <mc:Fallback xmlns="">
            <p:pic>
              <p:nvPicPr>
                <p:cNvPr id="823" name="Ink 822">
                  <a:extLst>
                    <a:ext uri="{FF2B5EF4-FFF2-40B4-BE49-F238E27FC236}">
                      <a16:creationId xmlns:a16="http://schemas.microsoft.com/office/drawing/2014/main" id="{2FB68769-F48B-6AD8-A43B-B2F2F118972C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0297920" y="3570390"/>
                  <a:ext cx="2196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865" name="Ink 864">
                  <a:extLst>
                    <a:ext uri="{FF2B5EF4-FFF2-40B4-BE49-F238E27FC236}">
                      <a16:creationId xmlns:a16="http://schemas.microsoft.com/office/drawing/2014/main" id="{41786D73-25D2-4931-97F8-4198C42FDD02}"/>
                    </a:ext>
                  </a:extLst>
                </p14:cNvPr>
                <p14:cNvContentPartPr/>
                <p14:nvPr/>
              </p14:nvContentPartPr>
              <p14:xfrm>
                <a:off x="8514840" y="3829230"/>
                <a:ext cx="173880" cy="161640"/>
              </p14:xfrm>
            </p:contentPart>
          </mc:Choice>
          <mc:Fallback xmlns="">
            <p:pic>
              <p:nvPicPr>
                <p:cNvPr id="865" name="Ink 864">
                  <a:extLst>
                    <a:ext uri="{FF2B5EF4-FFF2-40B4-BE49-F238E27FC236}">
                      <a16:creationId xmlns:a16="http://schemas.microsoft.com/office/drawing/2014/main" id="{41786D73-25D2-4931-97F8-4198C42FDD02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8510520" y="3824910"/>
                  <a:ext cx="18252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7" name="Group 866">
            <a:extLst>
              <a:ext uri="{FF2B5EF4-FFF2-40B4-BE49-F238E27FC236}">
                <a16:creationId xmlns:a16="http://schemas.microsoft.com/office/drawing/2014/main" id="{B7E4AFC9-DF33-E2CF-B275-8F3C2B05BB8F}"/>
              </a:ext>
            </a:extLst>
          </p:cNvPr>
          <p:cNvGrpSpPr/>
          <p:nvPr/>
        </p:nvGrpSpPr>
        <p:grpSpPr>
          <a:xfrm>
            <a:off x="8388840" y="4156830"/>
            <a:ext cx="1948320" cy="403560"/>
            <a:chOff x="8388840" y="4156830"/>
            <a:chExt cx="194832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826" name="Ink 825">
                  <a:extLst>
                    <a:ext uri="{FF2B5EF4-FFF2-40B4-BE49-F238E27FC236}">
                      <a16:creationId xmlns:a16="http://schemas.microsoft.com/office/drawing/2014/main" id="{F3E150BC-2F22-72B1-3BED-B0D6A5058C92}"/>
                    </a:ext>
                  </a:extLst>
                </p14:cNvPr>
                <p14:cNvContentPartPr/>
                <p14:nvPr/>
              </p14:nvContentPartPr>
              <p14:xfrm>
                <a:off x="8388840" y="4161510"/>
                <a:ext cx="268200" cy="374400"/>
              </p14:xfrm>
            </p:contentPart>
          </mc:Choice>
          <mc:Fallback xmlns="">
            <p:pic>
              <p:nvPicPr>
                <p:cNvPr id="826" name="Ink 825">
                  <a:extLst>
                    <a:ext uri="{FF2B5EF4-FFF2-40B4-BE49-F238E27FC236}">
                      <a16:creationId xmlns:a16="http://schemas.microsoft.com/office/drawing/2014/main" id="{F3E150BC-2F22-72B1-3BED-B0D6A5058C92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8384520" y="4157190"/>
                  <a:ext cx="2768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827" name="Ink 826">
                  <a:extLst>
                    <a:ext uri="{FF2B5EF4-FFF2-40B4-BE49-F238E27FC236}">
                      <a16:creationId xmlns:a16="http://schemas.microsoft.com/office/drawing/2014/main" id="{92A3D88E-0545-7BFF-DEC6-52DA1118FA4D}"/>
                    </a:ext>
                  </a:extLst>
                </p14:cNvPr>
                <p14:cNvContentPartPr/>
                <p14:nvPr/>
              </p14:nvContentPartPr>
              <p14:xfrm>
                <a:off x="8552640" y="4481910"/>
                <a:ext cx="29520" cy="5400"/>
              </p14:xfrm>
            </p:contentPart>
          </mc:Choice>
          <mc:Fallback xmlns="">
            <p:pic>
              <p:nvPicPr>
                <p:cNvPr id="827" name="Ink 826">
                  <a:extLst>
                    <a:ext uri="{FF2B5EF4-FFF2-40B4-BE49-F238E27FC236}">
                      <a16:creationId xmlns:a16="http://schemas.microsoft.com/office/drawing/2014/main" id="{92A3D88E-0545-7BFF-DEC6-52DA1118FA4D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8548320" y="4477590"/>
                  <a:ext cx="3816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828" name="Ink 827">
                  <a:extLst>
                    <a:ext uri="{FF2B5EF4-FFF2-40B4-BE49-F238E27FC236}">
                      <a16:creationId xmlns:a16="http://schemas.microsoft.com/office/drawing/2014/main" id="{78EC2472-7BDD-0D39-63EF-EFA069093C85}"/>
                    </a:ext>
                  </a:extLst>
                </p14:cNvPr>
                <p14:cNvContentPartPr/>
                <p14:nvPr/>
              </p14:nvContentPartPr>
              <p14:xfrm>
                <a:off x="8720760" y="4366350"/>
                <a:ext cx="12960" cy="97560"/>
              </p14:xfrm>
            </p:contentPart>
          </mc:Choice>
          <mc:Fallback xmlns="">
            <p:pic>
              <p:nvPicPr>
                <p:cNvPr id="828" name="Ink 827">
                  <a:extLst>
                    <a:ext uri="{FF2B5EF4-FFF2-40B4-BE49-F238E27FC236}">
                      <a16:creationId xmlns:a16="http://schemas.microsoft.com/office/drawing/2014/main" id="{78EC2472-7BDD-0D39-63EF-EFA069093C85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8716440" y="4362030"/>
                  <a:ext cx="21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829" name="Ink 828">
                  <a:extLst>
                    <a:ext uri="{FF2B5EF4-FFF2-40B4-BE49-F238E27FC236}">
                      <a16:creationId xmlns:a16="http://schemas.microsoft.com/office/drawing/2014/main" id="{6A96637C-8D4F-7FFF-8F6C-DF7417E73B28}"/>
                    </a:ext>
                  </a:extLst>
                </p14:cNvPr>
                <p14:cNvContentPartPr/>
                <p14:nvPr/>
              </p14:nvContentPartPr>
              <p14:xfrm>
                <a:off x="8799600" y="4224510"/>
                <a:ext cx="85680" cy="15480"/>
              </p14:xfrm>
            </p:contentPart>
          </mc:Choice>
          <mc:Fallback xmlns="">
            <p:pic>
              <p:nvPicPr>
                <p:cNvPr id="829" name="Ink 828">
                  <a:extLst>
                    <a:ext uri="{FF2B5EF4-FFF2-40B4-BE49-F238E27FC236}">
                      <a16:creationId xmlns:a16="http://schemas.microsoft.com/office/drawing/2014/main" id="{6A96637C-8D4F-7FFF-8F6C-DF7417E73B28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8795280" y="4220190"/>
                  <a:ext cx="943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830" name="Ink 829">
                  <a:extLst>
                    <a:ext uri="{FF2B5EF4-FFF2-40B4-BE49-F238E27FC236}">
                      <a16:creationId xmlns:a16="http://schemas.microsoft.com/office/drawing/2014/main" id="{90C12FA8-1C9C-0FB1-502D-35C4DA4ABDE1}"/>
                    </a:ext>
                  </a:extLst>
                </p14:cNvPr>
                <p14:cNvContentPartPr/>
                <p14:nvPr/>
              </p14:nvContentPartPr>
              <p14:xfrm>
                <a:off x="8805000" y="4319910"/>
                <a:ext cx="104040" cy="13680"/>
              </p14:xfrm>
            </p:contentPart>
          </mc:Choice>
          <mc:Fallback xmlns="">
            <p:pic>
              <p:nvPicPr>
                <p:cNvPr id="830" name="Ink 829">
                  <a:extLst>
                    <a:ext uri="{FF2B5EF4-FFF2-40B4-BE49-F238E27FC236}">
                      <a16:creationId xmlns:a16="http://schemas.microsoft.com/office/drawing/2014/main" id="{90C12FA8-1C9C-0FB1-502D-35C4DA4ABDE1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800680" y="4315590"/>
                  <a:ext cx="1126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831" name="Ink 830">
                  <a:extLst>
                    <a:ext uri="{FF2B5EF4-FFF2-40B4-BE49-F238E27FC236}">
                      <a16:creationId xmlns:a16="http://schemas.microsoft.com/office/drawing/2014/main" id="{AA21CAAB-1F4B-EDA3-9409-2A7797669346}"/>
                    </a:ext>
                  </a:extLst>
                </p14:cNvPr>
                <p14:cNvContentPartPr/>
                <p14:nvPr/>
              </p14:nvContentPartPr>
              <p14:xfrm>
                <a:off x="8999040" y="4245030"/>
                <a:ext cx="138240" cy="114840"/>
              </p14:xfrm>
            </p:contentPart>
          </mc:Choice>
          <mc:Fallback xmlns="">
            <p:pic>
              <p:nvPicPr>
                <p:cNvPr id="831" name="Ink 830">
                  <a:extLst>
                    <a:ext uri="{FF2B5EF4-FFF2-40B4-BE49-F238E27FC236}">
                      <a16:creationId xmlns:a16="http://schemas.microsoft.com/office/drawing/2014/main" id="{AA21CAAB-1F4B-EDA3-9409-2A7797669346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8994720" y="4240710"/>
                  <a:ext cx="146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832" name="Ink 831">
                  <a:extLst>
                    <a:ext uri="{FF2B5EF4-FFF2-40B4-BE49-F238E27FC236}">
                      <a16:creationId xmlns:a16="http://schemas.microsoft.com/office/drawing/2014/main" id="{AA8F202F-0628-5168-2A63-B334DBCCFD6F}"/>
                    </a:ext>
                  </a:extLst>
                </p14:cNvPr>
                <p14:cNvContentPartPr/>
                <p14:nvPr/>
              </p14:nvContentPartPr>
              <p14:xfrm>
                <a:off x="9206760" y="4293270"/>
                <a:ext cx="26640" cy="41760"/>
              </p14:xfrm>
            </p:contentPart>
          </mc:Choice>
          <mc:Fallback xmlns="">
            <p:pic>
              <p:nvPicPr>
                <p:cNvPr id="832" name="Ink 831">
                  <a:extLst>
                    <a:ext uri="{FF2B5EF4-FFF2-40B4-BE49-F238E27FC236}">
                      <a16:creationId xmlns:a16="http://schemas.microsoft.com/office/drawing/2014/main" id="{AA8F202F-0628-5168-2A63-B334DBCCFD6F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9202440" y="4288950"/>
                  <a:ext cx="35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833" name="Ink 832">
                  <a:extLst>
                    <a:ext uri="{FF2B5EF4-FFF2-40B4-BE49-F238E27FC236}">
                      <a16:creationId xmlns:a16="http://schemas.microsoft.com/office/drawing/2014/main" id="{6098B3D8-DB9D-794B-7E3C-3FF00C320BCE}"/>
                    </a:ext>
                  </a:extLst>
                </p14:cNvPr>
                <p14:cNvContentPartPr/>
                <p14:nvPr/>
              </p14:nvContentPartPr>
              <p14:xfrm>
                <a:off x="9285960" y="4196430"/>
                <a:ext cx="111600" cy="134640"/>
              </p14:xfrm>
            </p:contentPart>
          </mc:Choice>
          <mc:Fallback xmlns="">
            <p:pic>
              <p:nvPicPr>
                <p:cNvPr id="833" name="Ink 832">
                  <a:extLst>
                    <a:ext uri="{FF2B5EF4-FFF2-40B4-BE49-F238E27FC236}">
                      <a16:creationId xmlns:a16="http://schemas.microsoft.com/office/drawing/2014/main" id="{6098B3D8-DB9D-794B-7E3C-3FF00C320BCE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9281640" y="4192110"/>
                  <a:ext cx="1202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834" name="Ink 833">
                  <a:extLst>
                    <a:ext uri="{FF2B5EF4-FFF2-40B4-BE49-F238E27FC236}">
                      <a16:creationId xmlns:a16="http://schemas.microsoft.com/office/drawing/2014/main" id="{17217C55-082E-6FFC-21BD-52F1FBC99481}"/>
                    </a:ext>
                  </a:extLst>
                </p14:cNvPr>
                <p14:cNvContentPartPr/>
                <p14:nvPr/>
              </p14:nvContentPartPr>
              <p14:xfrm>
                <a:off x="9373800" y="4170870"/>
                <a:ext cx="114480" cy="6120"/>
              </p14:xfrm>
            </p:contentPart>
          </mc:Choice>
          <mc:Fallback xmlns="">
            <p:pic>
              <p:nvPicPr>
                <p:cNvPr id="834" name="Ink 833">
                  <a:extLst>
                    <a:ext uri="{FF2B5EF4-FFF2-40B4-BE49-F238E27FC236}">
                      <a16:creationId xmlns:a16="http://schemas.microsoft.com/office/drawing/2014/main" id="{17217C55-082E-6FFC-21BD-52F1FBC99481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9369480" y="4166550"/>
                  <a:ext cx="1231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835" name="Ink 834">
                  <a:extLst>
                    <a:ext uri="{FF2B5EF4-FFF2-40B4-BE49-F238E27FC236}">
                      <a16:creationId xmlns:a16="http://schemas.microsoft.com/office/drawing/2014/main" id="{D4C841FE-01AC-3A91-C1AE-61A2E4EDE429}"/>
                    </a:ext>
                  </a:extLst>
                </p14:cNvPr>
                <p14:cNvContentPartPr/>
                <p14:nvPr/>
              </p14:nvContentPartPr>
              <p14:xfrm>
                <a:off x="9521040" y="4209030"/>
                <a:ext cx="12960" cy="124560"/>
              </p14:xfrm>
            </p:contentPart>
          </mc:Choice>
          <mc:Fallback xmlns="">
            <p:pic>
              <p:nvPicPr>
                <p:cNvPr id="835" name="Ink 834">
                  <a:extLst>
                    <a:ext uri="{FF2B5EF4-FFF2-40B4-BE49-F238E27FC236}">
                      <a16:creationId xmlns:a16="http://schemas.microsoft.com/office/drawing/2014/main" id="{D4C841FE-01AC-3A91-C1AE-61A2E4EDE429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516720" y="4204710"/>
                  <a:ext cx="21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836" name="Ink 835">
                  <a:extLst>
                    <a:ext uri="{FF2B5EF4-FFF2-40B4-BE49-F238E27FC236}">
                      <a16:creationId xmlns:a16="http://schemas.microsoft.com/office/drawing/2014/main" id="{267AB733-1DEB-691C-34D7-83B66C2B83E3}"/>
                    </a:ext>
                  </a:extLst>
                </p14:cNvPr>
                <p14:cNvContentPartPr/>
                <p14:nvPr/>
              </p14:nvContentPartPr>
              <p14:xfrm>
                <a:off x="9465960" y="4250430"/>
                <a:ext cx="125280" cy="37080"/>
              </p14:xfrm>
            </p:contentPart>
          </mc:Choice>
          <mc:Fallback xmlns="">
            <p:pic>
              <p:nvPicPr>
                <p:cNvPr id="836" name="Ink 835">
                  <a:extLst>
                    <a:ext uri="{FF2B5EF4-FFF2-40B4-BE49-F238E27FC236}">
                      <a16:creationId xmlns:a16="http://schemas.microsoft.com/office/drawing/2014/main" id="{267AB733-1DEB-691C-34D7-83B66C2B83E3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461640" y="4246110"/>
                  <a:ext cx="133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837" name="Ink 836">
                  <a:extLst>
                    <a:ext uri="{FF2B5EF4-FFF2-40B4-BE49-F238E27FC236}">
                      <a16:creationId xmlns:a16="http://schemas.microsoft.com/office/drawing/2014/main" id="{2F0EF028-2D75-54FA-2189-C313B2643EE7}"/>
                    </a:ext>
                  </a:extLst>
                </p14:cNvPr>
                <p14:cNvContentPartPr/>
                <p14:nvPr/>
              </p14:nvContentPartPr>
              <p14:xfrm>
                <a:off x="9643440" y="4156830"/>
                <a:ext cx="109800" cy="154080"/>
              </p14:xfrm>
            </p:contentPart>
          </mc:Choice>
          <mc:Fallback xmlns="">
            <p:pic>
              <p:nvPicPr>
                <p:cNvPr id="837" name="Ink 836">
                  <a:extLst>
                    <a:ext uri="{FF2B5EF4-FFF2-40B4-BE49-F238E27FC236}">
                      <a16:creationId xmlns:a16="http://schemas.microsoft.com/office/drawing/2014/main" id="{2F0EF028-2D75-54FA-2189-C313B2643EE7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639120" y="4152510"/>
                  <a:ext cx="1184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838" name="Ink 837">
                  <a:extLst>
                    <a:ext uri="{FF2B5EF4-FFF2-40B4-BE49-F238E27FC236}">
                      <a16:creationId xmlns:a16="http://schemas.microsoft.com/office/drawing/2014/main" id="{BB70ABC8-86D8-B5E6-6034-2DF0FDCFE0E2}"/>
                    </a:ext>
                  </a:extLst>
                </p14:cNvPr>
                <p14:cNvContentPartPr/>
                <p14:nvPr/>
              </p14:nvContentPartPr>
              <p14:xfrm>
                <a:off x="9820200" y="4189590"/>
                <a:ext cx="20520" cy="93600"/>
              </p14:xfrm>
            </p:contentPart>
          </mc:Choice>
          <mc:Fallback xmlns="">
            <p:pic>
              <p:nvPicPr>
                <p:cNvPr id="838" name="Ink 837">
                  <a:extLst>
                    <a:ext uri="{FF2B5EF4-FFF2-40B4-BE49-F238E27FC236}">
                      <a16:creationId xmlns:a16="http://schemas.microsoft.com/office/drawing/2014/main" id="{BB70ABC8-86D8-B5E6-6034-2DF0FDCFE0E2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9815880" y="4185270"/>
                  <a:ext cx="291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839" name="Ink 838">
                  <a:extLst>
                    <a:ext uri="{FF2B5EF4-FFF2-40B4-BE49-F238E27FC236}">
                      <a16:creationId xmlns:a16="http://schemas.microsoft.com/office/drawing/2014/main" id="{A810C2C4-E2F1-DFC2-2451-ABDD9413FC3B}"/>
                    </a:ext>
                  </a:extLst>
                </p14:cNvPr>
                <p14:cNvContentPartPr/>
                <p14:nvPr/>
              </p14:nvContentPartPr>
              <p14:xfrm>
                <a:off x="9778080" y="4235310"/>
                <a:ext cx="90000" cy="17640"/>
              </p14:xfrm>
            </p:contentPart>
          </mc:Choice>
          <mc:Fallback xmlns="">
            <p:pic>
              <p:nvPicPr>
                <p:cNvPr id="839" name="Ink 838">
                  <a:extLst>
                    <a:ext uri="{FF2B5EF4-FFF2-40B4-BE49-F238E27FC236}">
                      <a16:creationId xmlns:a16="http://schemas.microsoft.com/office/drawing/2014/main" id="{A810C2C4-E2F1-DFC2-2451-ABDD9413FC3B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9773760" y="4230990"/>
                  <a:ext cx="986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840" name="Ink 839">
                  <a:extLst>
                    <a:ext uri="{FF2B5EF4-FFF2-40B4-BE49-F238E27FC236}">
                      <a16:creationId xmlns:a16="http://schemas.microsoft.com/office/drawing/2014/main" id="{1971DBF9-86B7-6BFE-2D72-3313208B7FA6}"/>
                    </a:ext>
                  </a:extLst>
                </p14:cNvPr>
                <p14:cNvContentPartPr/>
                <p14:nvPr/>
              </p14:nvContentPartPr>
              <p14:xfrm>
                <a:off x="9927480" y="4162950"/>
                <a:ext cx="187560" cy="143640"/>
              </p14:xfrm>
            </p:contentPart>
          </mc:Choice>
          <mc:Fallback xmlns="">
            <p:pic>
              <p:nvPicPr>
                <p:cNvPr id="840" name="Ink 839">
                  <a:extLst>
                    <a:ext uri="{FF2B5EF4-FFF2-40B4-BE49-F238E27FC236}">
                      <a16:creationId xmlns:a16="http://schemas.microsoft.com/office/drawing/2014/main" id="{1971DBF9-86B7-6BFE-2D72-3313208B7FA6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9923160" y="4158630"/>
                  <a:ext cx="196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842" name="Ink 841">
                  <a:extLst>
                    <a:ext uri="{FF2B5EF4-FFF2-40B4-BE49-F238E27FC236}">
                      <a16:creationId xmlns:a16="http://schemas.microsoft.com/office/drawing/2014/main" id="{48024787-C8E8-5655-0359-199F02844682}"/>
                    </a:ext>
                  </a:extLst>
                </p14:cNvPr>
                <p14:cNvContentPartPr/>
                <p14:nvPr/>
              </p14:nvContentPartPr>
              <p14:xfrm>
                <a:off x="10248600" y="4159710"/>
                <a:ext cx="11520" cy="25200"/>
              </p14:xfrm>
            </p:contentPart>
          </mc:Choice>
          <mc:Fallback xmlns="">
            <p:pic>
              <p:nvPicPr>
                <p:cNvPr id="842" name="Ink 841">
                  <a:extLst>
                    <a:ext uri="{FF2B5EF4-FFF2-40B4-BE49-F238E27FC236}">
                      <a16:creationId xmlns:a16="http://schemas.microsoft.com/office/drawing/2014/main" id="{48024787-C8E8-5655-0359-199F02844682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0244280" y="4155390"/>
                  <a:ext cx="201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843" name="Ink 842">
                  <a:extLst>
                    <a:ext uri="{FF2B5EF4-FFF2-40B4-BE49-F238E27FC236}">
                      <a16:creationId xmlns:a16="http://schemas.microsoft.com/office/drawing/2014/main" id="{437E1F76-CADC-BD83-A55C-82FC26B96EF2}"/>
                    </a:ext>
                  </a:extLst>
                </p14:cNvPr>
                <p14:cNvContentPartPr/>
                <p14:nvPr/>
              </p14:nvContentPartPr>
              <p14:xfrm>
                <a:off x="10266600" y="4176630"/>
                <a:ext cx="14400" cy="132120"/>
              </p14:xfrm>
            </p:contentPart>
          </mc:Choice>
          <mc:Fallback xmlns="">
            <p:pic>
              <p:nvPicPr>
                <p:cNvPr id="843" name="Ink 842">
                  <a:extLst>
                    <a:ext uri="{FF2B5EF4-FFF2-40B4-BE49-F238E27FC236}">
                      <a16:creationId xmlns:a16="http://schemas.microsoft.com/office/drawing/2014/main" id="{437E1F76-CADC-BD83-A55C-82FC26B96EF2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0262280" y="4172310"/>
                  <a:ext cx="23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844" name="Ink 843">
                  <a:extLst>
                    <a:ext uri="{FF2B5EF4-FFF2-40B4-BE49-F238E27FC236}">
                      <a16:creationId xmlns:a16="http://schemas.microsoft.com/office/drawing/2014/main" id="{66E7A4FC-F957-2F25-738D-271AE69A3DE8}"/>
                    </a:ext>
                  </a:extLst>
                </p14:cNvPr>
                <p14:cNvContentPartPr/>
                <p14:nvPr/>
              </p14:nvContentPartPr>
              <p14:xfrm>
                <a:off x="10215840" y="4229190"/>
                <a:ext cx="121320" cy="28080"/>
              </p14:xfrm>
            </p:contentPart>
          </mc:Choice>
          <mc:Fallback xmlns="">
            <p:pic>
              <p:nvPicPr>
                <p:cNvPr id="844" name="Ink 843">
                  <a:extLst>
                    <a:ext uri="{FF2B5EF4-FFF2-40B4-BE49-F238E27FC236}">
                      <a16:creationId xmlns:a16="http://schemas.microsoft.com/office/drawing/2014/main" id="{66E7A4FC-F957-2F25-738D-271AE69A3DE8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0211520" y="4224870"/>
                  <a:ext cx="1299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866" name="Ink 865">
                  <a:extLst>
                    <a:ext uri="{FF2B5EF4-FFF2-40B4-BE49-F238E27FC236}">
                      <a16:creationId xmlns:a16="http://schemas.microsoft.com/office/drawing/2014/main" id="{21654BBA-F5DC-9F19-6D66-C8C0481721D7}"/>
                    </a:ext>
                  </a:extLst>
                </p14:cNvPr>
                <p14:cNvContentPartPr/>
                <p14:nvPr/>
              </p14:nvContentPartPr>
              <p14:xfrm>
                <a:off x="8670000" y="4416030"/>
                <a:ext cx="100440" cy="144360"/>
              </p14:xfrm>
            </p:contentPart>
          </mc:Choice>
          <mc:Fallback xmlns="">
            <p:pic>
              <p:nvPicPr>
                <p:cNvPr id="866" name="Ink 865">
                  <a:extLst>
                    <a:ext uri="{FF2B5EF4-FFF2-40B4-BE49-F238E27FC236}">
                      <a16:creationId xmlns:a16="http://schemas.microsoft.com/office/drawing/2014/main" id="{21654BBA-F5DC-9F19-6D66-C8C0481721D7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8665680" y="4411710"/>
                  <a:ext cx="10908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4" name="Group 883">
            <a:extLst>
              <a:ext uri="{FF2B5EF4-FFF2-40B4-BE49-F238E27FC236}">
                <a16:creationId xmlns:a16="http://schemas.microsoft.com/office/drawing/2014/main" id="{F4B1237A-E76E-502F-D83E-FB7CA222F8BD}"/>
              </a:ext>
            </a:extLst>
          </p:cNvPr>
          <p:cNvGrpSpPr/>
          <p:nvPr/>
        </p:nvGrpSpPr>
        <p:grpSpPr>
          <a:xfrm>
            <a:off x="8251320" y="4925790"/>
            <a:ext cx="537840" cy="236160"/>
            <a:chOff x="8251320" y="4925790"/>
            <a:chExt cx="53784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872" name="Ink 871">
                  <a:extLst>
                    <a:ext uri="{FF2B5EF4-FFF2-40B4-BE49-F238E27FC236}">
                      <a16:creationId xmlns:a16="http://schemas.microsoft.com/office/drawing/2014/main" id="{9DF3E6E9-0B44-0C60-7E9D-EA0B2A19E372}"/>
                    </a:ext>
                  </a:extLst>
                </p14:cNvPr>
                <p14:cNvContentPartPr/>
                <p14:nvPr/>
              </p14:nvContentPartPr>
              <p14:xfrm>
                <a:off x="8251320" y="4925790"/>
                <a:ext cx="96120" cy="151560"/>
              </p14:xfrm>
            </p:contentPart>
          </mc:Choice>
          <mc:Fallback xmlns="">
            <p:pic>
              <p:nvPicPr>
                <p:cNvPr id="872" name="Ink 871">
                  <a:extLst>
                    <a:ext uri="{FF2B5EF4-FFF2-40B4-BE49-F238E27FC236}">
                      <a16:creationId xmlns:a16="http://schemas.microsoft.com/office/drawing/2014/main" id="{9DF3E6E9-0B44-0C60-7E9D-EA0B2A19E372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8247000" y="4921470"/>
                  <a:ext cx="1047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873" name="Ink 872">
                  <a:extLst>
                    <a:ext uri="{FF2B5EF4-FFF2-40B4-BE49-F238E27FC236}">
                      <a16:creationId xmlns:a16="http://schemas.microsoft.com/office/drawing/2014/main" id="{F490C6FD-83EA-30BA-0CDC-97B851B0084F}"/>
                    </a:ext>
                  </a:extLst>
                </p14:cNvPr>
                <p14:cNvContentPartPr/>
                <p14:nvPr/>
              </p14:nvContentPartPr>
              <p14:xfrm>
                <a:off x="8396400" y="5025870"/>
                <a:ext cx="360" cy="360"/>
              </p14:xfrm>
            </p:contentPart>
          </mc:Choice>
          <mc:Fallback xmlns="">
            <p:pic>
              <p:nvPicPr>
                <p:cNvPr id="873" name="Ink 872">
                  <a:extLst>
                    <a:ext uri="{FF2B5EF4-FFF2-40B4-BE49-F238E27FC236}">
                      <a16:creationId xmlns:a16="http://schemas.microsoft.com/office/drawing/2014/main" id="{F490C6FD-83EA-30BA-0CDC-97B851B0084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392080" y="502155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874" name="Ink 873">
                  <a:extLst>
                    <a:ext uri="{FF2B5EF4-FFF2-40B4-BE49-F238E27FC236}">
                      <a16:creationId xmlns:a16="http://schemas.microsoft.com/office/drawing/2014/main" id="{5C9C5DD5-9E25-7338-C063-5FF20FB2E1EC}"/>
                    </a:ext>
                  </a:extLst>
                </p14:cNvPr>
                <p14:cNvContentPartPr/>
                <p14:nvPr/>
              </p14:nvContentPartPr>
              <p14:xfrm>
                <a:off x="8364720" y="5025870"/>
                <a:ext cx="32040" cy="136080"/>
              </p14:xfrm>
            </p:contentPart>
          </mc:Choice>
          <mc:Fallback xmlns="">
            <p:pic>
              <p:nvPicPr>
                <p:cNvPr id="874" name="Ink 873">
                  <a:extLst>
                    <a:ext uri="{FF2B5EF4-FFF2-40B4-BE49-F238E27FC236}">
                      <a16:creationId xmlns:a16="http://schemas.microsoft.com/office/drawing/2014/main" id="{5C9C5DD5-9E25-7338-C063-5FF20FB2E1EC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360400" y="5021550"/>
                  <a:ext cx="406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875" name="Ink 874">
                  <a:extLst>
                    <a:ext uri="{FF2B5EF4-FFF2-40B4-BE49-F238E27FC236}">
                      <a16:creationId xmlns:a16="http://schemas.microsoft.com/office/drawing/2014/main" id="{6C02C125-3207-B5C8-1AD6-5C7A343D02C5}"/>
                    </a:ext>
                  </a:extLst>
                </p14:cNvPr>
                <p14:cNvContentPartPr/>
                <p14:nvPr/>
              </p14:nvContentPartPr>
              <p14:xfrm>
                <a:off x="8505120" y="4951350"/>
                <a:ext cx="82440" cy="51480"/>
              </p14:xfrm>
            </p:contentPart>
          </mc:Choice>
          <mc:Fallback xmlns="">
            <p:pic>
              <p:nvPicPr>
                <p:cNvPr id="875" name="Ink 874">
                  <a:extLst>
                    <a:ext uri="{FF2B5EF4-FFF2-40B4-BE49-F238E27FC236}">
                      <a16:creationId xmlns:a16="http://schemas.microsoft.com/office/drawing/2014/main" id="{6C02C125-3207-B5C8-1AD6-5C7A343D02C5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500800" y="4947030"/>
                  <a:ext cx="91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876" name="Ink 875">
                  <a:extLst>
                    <a:ext uri="{FF2B5EF4-FFF2-40B4-BE49-F238E27FC236}">
                      <a16:creationId xmlns:a16="http://schemas.microsoft.com/office/drawing/2014/main" id="{852077A3-4C53-BFE1-75C9-8CFDAAA622B1}"/>
                    </a:ext>
                  </a:extLst>
                </p14:cNvPr>
                <p14:cNvContentPartPr/>
                <p14:nvPr/>
              </p14:nvContentPartPr>
              <p14:xfrm>
                <a:off x="8474520" y="5009310"/>
                <a:ext cx="122400" cy="31320"/>
              </p14:xfrm>
            </p:contentPart>
          </mc:Choice>
          <mc:Fallback xmlns="">
            <p:pic>
              <p:nvPicPr>
                <p:cNvPr id="876" name="Ink 875">
                  <a:extLst>
                    <a:ext uri="{FF2B5EF4-FFF2-40B4-BE49-F238E27FC236}">
                      <a16:creationId xmlns:a16="http://schemas.microsoft.com/office/drawing/2014/main" id="{852077A3-4C53-BFE1-75C9-8CFDAAA622B1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470200" y="5004990"/>
                  <a:ext cx="131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877" name="Ink 876">
                  <a:extLst>
                    <a:ext uri="{FF2B5EF4-FFF2-40B4-BE49-F238E27FC236}">
                      <a16:creationId xmlns:a16="http://schemas.microsoft.com/office/drawing/2014/main" id="{5303E27B-E237-72D0-BFEF-1B081A38FCB1}"/>
                    </a:ext>
                  </a:extLst>
                </p14:cNvPr>
                <p14:cNvContentPartPr/>
                <p14:nvPr/>
              </p14:nvContentPartPr>
              <p14:xfrm>
                <a:off x="8679720" y="4948830"/>
                <a:ext cx="109440" cy="94680"/>
              </p14:xfrm>
            </p:contentPart>
          </mc:Choice>
          <mc:Fallback xmlns="">
            <p:pic>
              <p:nvPicPr>
                <p:cNvPr id="877" name="Ink 876">
                  <a:extLst>
                    <a:ext uri="{FF2B5EF4-FFF2-40B4-BE49-F238E27FC236}">
                      <a16:creationId xmlns:a16="http://schemas.microsoft.com/office/drawing/2014/main" id="{5303E27B-E237-72D0-BFEF-1B081A38FCB1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675400" y="4944510"/>
                  <a:ext cx="11808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3" name="Group 882">
            <a:extLst>
              <a:ext uri="{FF2B5EF4-FFF2-40B4-BE49-F238E27FC236}">
                <a16:creationId xmlns:a16="http://schemas.microsoft.com/office/drawing/2014/main" id="{8AEFDDB8-9DF5-5198-1F79-23B981D243E5}"/>
              </a:ext>
            </a:extLst>
          </p:cNvPr>
          <p:cNvGrpSpPr/>
          <p:nvPr/>
        </p:nvGrpSpPr>
        <p:grpSpPr>
          <a:xfrm>
            <a:off x="9166800" y="4880070"/>
            <a:ext cx="663480" cy="200160"/>
            <a:chOff x="9166800" y="4880070"/>
            <a:chExt cx="66348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878" name="Ink 877">
                  <a:extLst>
                    <a:ext uri="{FF2B5EF4-FFF2-40B4-BE49-F238E27FC236}">
                      <a16:creationId xmlns:a16="http://schemas.microsoft.com/office/drawing/2014/main" id="{6A606410-CF8F-D7D2-78AE-D95396EC73E9}"/>
                    </a:ext>
                  </a:extLst>
                </p14:cNvPr>
                <p14:cNvContentPartPr/>
                <p14:nvPr/>
              </p14:nvContentPartPr>
              <p14:xfrm>
                <a:off x="9166800" y="4880070"/>
                <a:ext cx="142560" cy="150840"/>
              </p14:xfrm>
            </p:contentPart>
          </mc:Choice>
          <mc:Fallback xmlns="">
            <p:pic>
              <p:nvPicPr>
                <p:cNvPr id="878" name="Ink 877">
                  <a:extLst>
                    <a:ext uri="{FF2B5EF4-FFF2-40B4-BE49-F238E27FC236}">
                      <a16:creationId xmlns:a16="http://schemas.microsoft.com/office/drawing/2014/main" id="{6A606410-CF8F-D7D2-78AE-D95396EC73E9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9162480" y="4875750"/>
                  <a:ext cx="1512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879" name="Ink 878">
                  <a:extLst>
                    <a:ext uri="{FF2B5EF4-FFF2-40B4-BE49-F238E27FC236}">
                      <a16:creationId xmlns:a16="http://schemas.microsoft.com/office/drawing/2014/main" id="{97BAA3CB-7200-0DFB-5287-B28CD2E48C23}"/>
                    </a:ext>
                  </a:extLst>
                </p14:cNvPr>
                <p14:cNvContentPartPr/>
                <p14:nvPr/>
              </p14:nvContentPartPr>
              <p14:xfrm>
                <a:off x="9368760" y="5004990"/>
                <a:ext cx="41400" cy="75240"/>
              </p14:xfrm>
            </p:contentPart>
          </mc:Choice>
          <mc:Fallback xmlns="">
            <p:pic>
              <p:nvPicPr>
                <p:cNvPr id="879" name="Ink 878">
                  <a:extLst>
                    <a:ext uri="{FF2B5EF4-FFF2-40B4-BE49-F238E27FC236}">
                      <a16:creationId xmlns:a16="http://schemas.microsoft.com/office/drawing/2014/main" id="{97BAA3CB-7200-0DFB-5287-B28CD2E48C2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364440" y="5000670"/>
                  <a:ext cx="500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880" name="Ink 879">
                  <a:extLst>
                    <a:ext uri="{FF2B5EF4-FFF2-40B4-BE49-F238E27FC236}">
                      <a16:creationId xmlns:a16="http://schemas.microsoft.com/office/drawing/2014/main" id="{E76DDAAB-470D-9387-DC5E-4196713C5F94}"/>
                    </a:ext>
                  </a:extLst>
                </p14:cNvPr>
                <p14:cNvContentPartPr/>
                <p14:nvPr/>
              </p14:nvContentPartPr>
              <p14:xfrm>
                <a:off x="9548760" y="4913190"/>
                <a:ext cx="91440" cy="23400"/>
              </p14:xfrm>
            </p:contentPart>
          </mc:Choice>
          <mc:Fallback xmlns="">
            <p:pic>
              <p:nvPicPr>
                <p:cNvPr id="880" name="Ink 879">
                  <a:extLst>
                    <a:ext uri="{FF2B5EF4-FFF2-40B4-BE49-F238E27FC236}">
                      <a16:creationId xmlns:a16="http://schemas.microsoft.com/office/drawing/2014/main" id="{E76DDAAB-470D-9387-DC5E-4196713C5F94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544440" y="4908870"/>
                  <a:ext cx="100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881" name="Ink 880">
                  <a:extLst>
                    <a:ext uri="{FF2B5EF4-FFF2-40B4-BE49-F238E27FC236}">
                      <a16:creationId xmlns:a16="http://schemas.microsoft.com/office/drawing/2014/main" id="{43D8D727-4431-C31F-869B-8A8A3A9A94CE}"/>
                    </a:ext>
                  </a:extLst>
                </p14:cNvPr>
                <p14:cNvContentPartPr/>
                <p14:nvPr/>
              </p14:nvContentPartPr>
              <p14:xfrm>
                <a:off x="9540120" y="4989510"/>
                <a:ext cx="104400" cy="27360"/>
              </p14:xfrm>
            </p:contentPart>
          </mc:Choice>
          <mc:Fallback xmlns="">
            <p:pic>
              <p:nvPicPr>
                <p:cNvPr id="881" name="Ink 880">
                  <a:extLst>
                    <a:ext uri="{FF2B5EF4-FFF2-40B4-BE49-F238E27FC236}">
                      <a16:creationId xmlns:a16="http://schemas.microsoft.com/office/drawing/2014/main" id="{43D8D727-4431-C31F-869B-8A8A3A9A94CE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535800" y="4985190"/>
                  <a:ext cx="113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882" name="Ink 881">
                  <a:extLst>
                    <a:ext uri="{FF2B5EF4-FFF2-40B4-BE49-F238E27FC236}">
                      <a16:creationId xmlns:a16="http://schemas.microsoft.com/office/drawing/2014/main" id="{B00A62F5-DDC3-7006-C704-657A7E02C50D}"/>
                    </a:ext>
                  </a:extLst>
                </p14:cNvPr>
                <p14:cNvContentPartPr/>
                <p14:nvPr/>
              </p14:nvContentPartPr>
              <p14:xfrm>
                <a:off x="9730560" y="4941990"/>
                <a:ext cx="99720" cy="74880"/>
              </p14:xfrm>
            </p:contentPart>
          </mc:Choice>
          <mc:Fallback xmlns="">
            <p:pic>
              <p:nvPicPr>
                <p:cNvPr id="882" name="Ink 881">
                  <a:extLst>
                    <a:ext uri="{FF2B5EF4-FFF2-40B4-BE49-F238E27FC236}">
                      <a16:creationId xmlns:a16="http://schemas.microsoft.com/office/drawing/2014/main" id="{B00A62F5-DDC3-7006-C704-657A7E02C50D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9726240" y="4937670"/>
                  <a:ext cx="10836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9" name="Group 898">
            <a:extLst>
              <a:ext uri="{FF2B5EF4-FFF2-40B4-BE49-F238E27FC236}">
                <a16:creationId xmlns:a16="http://schemas.microsoft.com/office/drawing/2014/main" id="{9B595FEE-2159-368E-CF38-DF64510981B2}"/>
              </a:ext>
            </a:extLst>
          </p:cNvPr>
          <p:cNvGrpSpPr/>
          <p:nvPr/>
        </p:nvGrpSpPr>
        <p:grpSpPr>
          <a:xfrm>
            <a:off x="8222160" y="5380470"/>
            <a:ext cx="409320" cy="233640"/>
            <a:chOff x="8222160" y="5380470"/>
            <a:chExt cx="40932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885" name="Ink 884">
                  <a:extLst>
                    <a:ext uri="{FF2B5EF4-FFF2-40B4-BE49-F238E27FC236}">
                      <a16:creationId xmlns:a16="http://schemas.microsoft.com/office/drawing/2014/main" id="{39CEB278-D972-E95B-2551-8611809D1CB0}"/>
                    </a:ext>
                  </a:extLst>
                </p14:cNvPr>
                <p14:cNvContentPartPr/>
                <p14:nvPr/>
              </p14:nvContentPartPr>
              <p14:xfrm>
                <a:off x="8222160" y="5380470"/>
                <a:ext cx="123480" cy="146520"/>
              </p14:xfrm>
            </p:contentPart>
          </mc:Choice>
          <mc:Fallback xmlns="">
            <p:pic>
              <p:nvPicPr>
                <p:cNvPr id="885" name="Ink 884">
                  <a:extLst>
                    <a:ext uri="{FF2B5EF4-FFF2-40B4-BE49-F238E27FC236}">
                      <a16:creationId xmlns:a16="http://schemas.microsoft.com/office/drawing/2014/main" id="{39CEB278-D972-E95B-2551-8611809D1CB0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8217840" y="5376150"/>
                  <a:ext cx="1321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886" name="Ink 885">
                  <a:extLst>
                    <a:ext uri="{FF2B5EF4-FFF2-40B4-BE49-F238E27FC236}">
                      <a16:creationId xmlns:a16="http://schemas.microsoft.com/office/drawing/2014/main" id="{A2305547-2980-0CE0-A4C6-94EBDE55FECD}"/>
                    </a:ext>
                  </a:extLst>
                </p14:cNvPr>
                <p14:cNvContentPartPr/>
                <p14:nvPr/>
              </p14:nvContentPartPr>
              <p14:xfrm>
                <a:off x="8354280" y="5547510"/>
                <a:ext cx="80280" cy="66600"/>
              </p14:xfrm>
            </p:contentPart>
          </mc:Choice>
          <mc:Fallback xmlns="">
            <p:pic>
              <p:nvPicPr>
                <p:cNvPr id="886" name="Ink 885">
                  <a:extLst>
                    <a:ext uri="{FF2B5EF4-FFF2-40B4-BE49-F238E27FC236}">
                      <a16:creationId xmlns:a16="http://schemas.microsoft.com/office/drawing/2014/main" id="{A2305547-2980-0CE0-A4C6-94EBDE55FECD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8349960" y="5543190"/>
                  <a:ext cx="889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887" name="Ink 886">
                  <a:extLst>
                    <a:ext uri="{FF2B5EF4-FFF2-40B4-BE49-F238E27FC236}">
                      <a16:creationId xmlns:a16="http://schemas.microsoft.com/office/drawing/2014/main" id="{899925DC-C12C-B78E-DDFC-6FD3E6D78408}"/>
                    </a:ext>
                  </a:extLst>
                </p14:cNvPr>
                <p14:cNvContentPartPr/>
                <p14:nvPr/>
              </p14:nvContentPartPr>
              <p14:xfrm>
                <a:off x="8490360" y="5485950"/>
                <a:ext cx="141120" cy="86040"/>
              </p14:xfrm>
            </p:contentPart>
          </mc:Choice>
          <mc:Fallback xmlns="">
            <p:pic>
              <p:nvPicPr>
                <p:cNvPr id="887" name="Ink 886">
                  <a:extLst>
                    <a:ext uri="{FF2B5EF4-FFF2-40B4-BE49-F238E27FC236}">
                      <a16:creationId xmlns:a16="http://schemas.microsoft.com/office/drawing/2014/main" id="{899925DC-C12C-B78E-DDFC-6FD3E6D78408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8486040" y="5481630"/>
                  <a:ext cx="149760" cy="9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4">
            <p14:nvContentPartPr>
              <p14:cNvPr id="888" name="Ink 887">
                <a:extLst>
                  <a:ext uri="{FF2B5EF4-FFF2-40B4-BE49-F238E27FC236}">
                    <a16:creationId xmlns:a16="http://schemas.microsoft.com/office/drawing/2014/main" id="{E6062D3A-560B-7AD0-68BA-19322D961600}"/>
                  </a:ext>
                </a:extLst>
              </p14:cNvPr>
              <p14:cNvContentPartPr/>
              <p14:nvPr/>
            </p14:nvContentPartPr>
            <p14:xfrm>
              <a:off x="8777640" y="5463630"/>
              <a:ext cx="13320" cy="129960"/>
            </p14:xfrm>
          </p:contentPart>
        </mc:Choice>
        <mc:Fallback xmlns="">
          <p:pic>
            <p:nvPicPr>
              <p:cNvPr id="888" name="Ink 887">
                <a:extLst>
                  <a:ext uri="{FF2B5EF4-FFF2-40B4-BE49-F238E27FC236}">
                    <a16:creationId xmlns:a16="http://schemas.microsoft.com/office/drawing/2014/main" id="{E6062D3A-560B-7AD0-68BA-19322D961600}"/>
                  </a:ext>
                </a:extLst>
              </p:cNvPr>
              <p:cNvPicPr/>
              <p:nvPr/>
            </p:nvPicPr>
            <p:blipFill>
              <a:blip r:embed="rId605"/>
              <a:stretch>
                <a:fillRect/>
              </a:stretch>
            </p:blipFill>
            <p:spPr>
              <a:xfrm>
                <a:off x="8773320" y="5459310"/>
                <a:ext cx="21960" cy="13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98" name="Group 897">
            <a:extLst>
              <a:ext uri="{FF2B5EF4-FFF2-40B4-BE49-F238E27FC236}">
                <a16:creationId xmlns:a16="http://schemas.microsoft.com/office/drawing/2014/main" id="{12C473D0-2024-EA5C-1C0F-FFFD7F689924}"/>
              </a:ext>
            </a:extLst>
          </p:cNvPr>
          <p:cNvGrpSpPr/>
          <p:nvPr/>
        </p:nvGrpSpPr>
        <p:grpSpPr>
          <a:xfrm>
            <a:off x="9144480" y="5375430"/>
            <a:ext cx="232200" cy="194400"/>
            <a:chOff x="9144480" y="5375430"/>
            <a:chExt cx="23220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889" name="Ink 888">
                  <a:extLst>
                    <a:ext uri="{FF2B5EF4-FFF2-40B4-BE49-F238E27FC236}">
                      <a16:creationId xmlns:a16="http://schemas.microsoft.com/office/drawing/2014/main" id="{E403952B-ECB7-E503-B266-4D29B46D89C2}"/>
                    </a:ext>
                  </a:extLst>
                </p14:cNvPr>
                <p14:cNvContentPartPr/>
                <p14:nvPr/>
              </p14:nvContentPartPr>
              <p14:xfrm>
                <a:off x="9144480" y="5375430"/>
                <a:ext cx="144000" cy="153360"/>
              </p14:xfrm>
            </p:contentPart>
          </mc:Choice>
          <mc:Fallback xmlns="">
            <p:pic>
              <p:nvPicPr>
                <p:cNvPr id="889" name="Ink 888">
                  <a:extLst>
                    <a:ext uri="{FF2B5EF4-FFF2-40B4-BE49-F238E27FC236}">
                      <a16:creationId xmlns:a16="http://schemas.microsoft.com/office/drawing/2014/main" id="{E403952B-ECB7-E503-B266-4D29B46D89C2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9140160" y="5371110"/>
                  <a:ext cx="1526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890" name="Ink 889">
                  <a:extLst>
                    <a:ext uri="{FF2B5EF4-FFF2-40B4-BE49-F238E27FC236}">
                      <a16:creationId xmlns:a16="http://schemas.microsoft.com/office/drawing/2014/main" id="{97FCCF9C-09B2-50BC-A9CC-99C2EBE023C1}"/>
                    </a:ext>
                  </a:extLst>
                </p14:cNvPr>
                <p14:cNvContentPartPr/>
                <p14:nvPr/>
              </p14:nvContentPartPr>
              <p14:xfrm>
                <a:off x="9359040" y="5506110"/>
                <a:ext cx="17640" cy="63720"/>
              </p14:xfrm>
            </p:contentPart>
          </mc:Choice>
          <mc:Fallback xmlns="">
            <p:pic>
              <p:nvPicPr>
                <p:cNvPr id="890" name="Ink 889">
                  <a:extLst>
                    <a:ext uri="{FF2B5EF4-FFF2-40B4-BE49-F238E27FC236}">
                      <a16:creationId xmlns:a16="http://schemas.microsoft.com/office/drawing/2014/main" id="{97FCCF9C-09B2-50BC-A9CC-99C2EBE023C1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9354720" y="5501790"/>
                  <a:ext cx="2628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7" name="Group 896">
            <a:extLst>
              <a:ext uri="{FF2B5EF4-FFF2-40B4-BE49-F238E27FC236}">
                <a16:creationId xmlns:a16="http://schemas.microsoft.com/office/drawing/2014/main" id="{48F8596D-7FA5-CCD9-D9A3-D8AEFF067AF1}"/>
              </a:ext>
            </a:extLst>
          </p:cNvPr>
          <p:cNvGrpSpPr/>
          <p:nvPr/>
        </p:nvGrpSpPr>
        <p:grpSpPr>
          <a:xfrm>
            <a:off x="9567840" y="5407470"/>
            <a:ext cx="360000" cy="96120"/>
            <a:chOff x="9567840" y="5407470"/>
            <a:chExt cx="360000" cy="9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891" name="Ink 890">
                  <a:extLst>
                    <a:ext uri="{FF2B5EF4-FFF2-40B4-BE49-F238E27FC236}">
                      <a16:creationId xmlns:a16="http://schemas.microsoft.com/office/drawing/2014/main" id="{A1145BF9-B8F5-6D87-1661-9F0B9B37725C}"/>
                    </a:ext>
                  </a:extLst>
                </p14:cNvPr>
                <p14:cNvContentPartPr/>
                <p14:nvPr/>
              </p14:nvContentPartPr>
              <p14:xfrm>
                <a:off x="9592680" y="5409630"/>
                <a:ext cx="103320" cy="14040"/>
              </p14:xfrm>
            </p:contentPart>
          </mc:Choice>
          <mc:Fallback xmlns="">
            <p:pic>
              <p:nvPicPr>
                <p:cNvPr id="891" name="Ink 890">
                  <a:extLst>
                    <a:ext uri="{FF2B5EF4-FFF2-40B4-BE49-F238E27FC236}">
                      <a16:creationId xmlns:a16="http://schemas.microsoft.com/office/drawing/2014/main" id="{A1145BF9-B8F5-6D87-1661-9F0B9B37725C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588360" y="5405310"/>
                  <a:ext cx="1119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892" name="Ink 891">
                  <a:extLst>
                    <a:ext uri="{FF2B5EF4-FFF2-40B4-BE49-F238E27FC236}">
                      <a16:creationId xmlns:a16="http://schemas.microsoft.com/office/drawing/2014/main" id="{1C65C400-E5B6-09BD-2709-6F42D32F949E}"/>
                    </a:ext>
                  </a:extLst>
                </p14:cNvPr>
                <p14:cNvContentPartPr/>
                <p14:nvPr/>
              </p14:nvContentPartPr>
              <p14:xfrm>
                <a:off x="9567840" y="5466150"/>
                <a:ext cx="90000" cy="37440"/>
              </p14:xfrm>
            </p:contentPart>
          </mc:Choice>
          <mc:Fallback xmlns="">
            <p:pic>
              <p:nvPicPr>
                <p:cNvPr id="892" name="Ink 891">
                  <a:extLst>
                    <a:ext uri="{FF2B5EF4-FFF2-40B4-BE49-F238E27FC236}">
                      <a16:creationId xmlns:a16="http://schemas.microsoft.com/office/drawing/2014/main" id="{1C65C400-E5B6-09BD-2709-6F42D32F949E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563520" y="5461830"/>
                  <a:ext cx="98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893" name="Ink 892">
                  <a:extLst>
                    <a:ext uri="{FF2B5EF4-FFF2-40B4-BE49-F238E27FC236}">
                      <a16:creationId xmlns:a16="http://schemas.microsoft.com/office/drawing/2014/main" id="{6BC5C143-80F9-DCAC-080F-E5FD330F63D7}"/>
                    </a:ext>
                  </a:extLst>
                </p14:cNvPr>
                <p14:cNvContentPartPr/>
                <p14:nvPr/>
              </p14:nvContentPartPr>
              <p14:xfrm>
                <a:off x="9786000" y="5407470"/>
                <a:ext cx="141840" cy="90000"/>
              </p14:xfrm>
            </p:contentPart>
          </mc:Choice>
          <mc:Fallback xmlns="">
            <p:pic>
              <p:nvPicPr>
                <p:cNvPr id="893" name="Ink 892">
                  <a:extLst>
                    <a:ext uri="{FF2B5EF4-FFF2-40B4-BE49-F238E27FC236}">
                      <a16:creationId xmlns:a16="http://schemas.microsoft.com/office/drawing/2014/main" id="{6BC5C143-80F9-DCAC-080F-E5FD330F63D7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781680" y="5403150"/>
                  <a:ext cx="15048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5" name="Group 904">
            <a:extLst>
              <a:ext uri="{FF2B5EF4-FFF2-40B4-BE49-F238E27FC236}">
                <a16:creationId xmlns:a16="http://schemas.microsoft.com/office/drawing/2014/main" id="{519E6560-4CAA-E32E-913E-DAA4B2F2AFF3}"/>
              </a:ext>
            </a:extLst>
          </p:cNvPr>
          <p:cNvGrpSpPr/>
          <p:nvPr/>
        </p:nvGrpSpPr>
        <p:grpSpPr>
          <a:xfrm>
            <a:off x="8284080" y="5871870"/>
            <a:ext cx="168120" cy="326880"/>
            <a:chOff x="8284080" y="5871870"/>
            <a:chExt cx="16812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894" name="Ink 893">
                  <a:extLst>
                    <a:ext uri="{FF2B5EF4-FFF2-40B4-BE49-F238E27FC236}">
                      <a16:creationId xmlns:a16="http://schemas.microsoft.com/office/drawing/2014/main" id="{3E8A8E5B-D634-555C-C3D5-CF6E2DF3DFF8}"/>
                    </a:ext>
                  </a:extLst>
                </p14:cNvPr>
                <p14:cNvContentPartPr/>
                <p14:nvPr/>
              </p14:nvContentPartPr>
              <p14:xfrm>
                <a:off x="8284080" y="5871870"/>
                <a:ext cx="125280" cy="236520"/>
              </p14:xfrm>
            </p:contentPart>
          </mc:Choice>
          <mc:Fallback xmlns="">
            <p:pic>
              <p:nvPicPr>
                <p:cNvPr id="894" name="Ink 893">
                  <a:extLst>
                    <a:ext uri="{FF2B5EF4-FFF2-40B4-BE49-F238E27FC236}">
                      <a16:creationId xmlns:a16="http://schemas.microsoft.com/office/drawing/2014/main" id="{3E8A8E5B-D634-555C-C3D5-CF6E2DF3DFF8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279760" y="5867550"/>
                  <a:ext cx="133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895" name="Ink 894">
                  <a:extLst>
                    <a:ext uri="{FF2B5EF4-FFF2-40B4-BE49-F238E27FC236}">
                      <a16:creationId xmlns:a16="http://schemas.microsoft.com/office/drawing/2014/main" id="{06C38E07-CA0D-2154-103F-DFC8B26A2142}"/>
                    </a:ext>
                  </a:extLst>
                </p14:cNvPr>
                <p14:cNvContentPartPr/>
                <p14:nvPr/>
              </p14:nvContentPartPr>
              <p14:xfrm>
                <a:off x="8307480" y="6036030"/>
                <a:ext cx="43920" cy="4320"/>
              </p14:xfrm>
            </p:contentPart>
          </mc:Choice>
          <mc:Fallback xmlns="">
            <p:pic>
              <p:nvPicPr>
                <p:cNvPr id="895" name="Ink 894">
                  <a:extLst>
                    <a:ext uri="{FF2B5EF4-FFF2-40B4-BE49-F238E27FC236}">
                      <a16:creationId xmlns:a16="http://schemas.microsoft.com/office/drawing/2014/main" id="{06C38E07-CA0D-2154-103F-DFC8B26A2142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303160" y="6031710"/>
                  <a:ext cx="5256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900" name="Ink 899">
                  <a:extLst>
                    <a:ext uri="{FF2B5EF4-FFF2-40B4-BE49-F238E27FC236}">
                      <a16:creationId xmlns:a16="http://schemas.microsoft.com/office/drawing/2014/main" id="{2B9395DE-4042-B0AE-32E2-5F86DA596C94}"/>
                    </a:ext>
                  </a:extLst>
                </p14:cNvPr>
                <p14:cNvContentPartPr/>
                <p14:nvPr/>
              </p14:nvContentPartPr>
              <p14:xfrm>
                <a:off x="8340960" y="6117030"/>
                <a:ext cx="111240" cy="81720"/>
              </p14:xfrm>
            </p:contentPart>
          </mc:Choice>
          <mc:Fallback xmlns="">
            <p:pic>
              <p:nvPicPr>
                <p:cNvPr id="900" name="Ink 899">
                  <a:extLst>
                    <a:ext uri="{FF2B5EF4-FFF2-40B4-BE49-F238E27FC236}">
                      <a16:creationId xmlns:a16="http://schemas.microsoft.com/office/drawing/2014/main" id="{2B9395DE-4042-B0AE-32E2-5F86DA596C94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8336640" y="6112710"/>
                  <a:ext cx="1198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4" name="Group 903">
            <a:extLst>
              <a:ext uri="{FF2B5EF4-FFF2-40B4-BE49-F238E27FC236}">
                <a16:creationId xmlns:a16="http://schemas.microsoft.com/office/drawing/2014/main" id="{A3D6EA60-FC46-D271-3EDB-C006DDBD4C18}"/>
              </a:ext>
            </a:extLst>
          </p:cNvPr>
          <p:cNvGrpSpPr/>
          <p:nvPr/>
        </p:nvGrpSpPr>
        <p:grpSpPr>
          <a:xfrm>
            <a:off x="8619240" y="6016230"/>
            <a:ext cx="225720" cy="154800"/>
            <a:chOff x="8619240" y="6016230"/>
            <a:chExt cx="22572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901" name="Ink 900">
                  <a:extLst>
                    <a:ext uri="{FF2B5EF4-FFF2-40B4-BE49-F238E27FC236}">
                      <a16:creationId xmlns:a16="http://schemas.microsoft.com/office/drawing/2014/main" id="{E58E9892-C8C9-DDE8-5687-BFEC66341875}"/>
                    </a:ext>
                  </a:extLst>
                </p14:cNvPr>
                <p14:cNvContentPartPr/>
                <p14:nvPr/>
              </p14:nvContentPartPr>
              <p14:xfrm>
                <a:off x="8619240" y="6047550"/>
                <a:ext cx="61200" cy="5040"/>
              </p14:xfrm>
            </p:contentPart>
          </mc:Choice>
          <mc:Fallback xmlns="">
            <p:pic>
              <p:nvPicPr>
                <p:cNvPr id="901" name="Ink 900">
                  <a:extLst>
                    <a:ext uri="{FF2B5EF4-FFF2-40B4-BE49-F238E27FC236}">
                      <a16:creationId xmlns:a16="http://schemas.microsoft.com/office/drawing/2014/main" id="{E58E9892-C8C9-DDE8-5687-BFEC66341875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8614920" y="6043230"/>
                  <a:ext cx="6984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902" name="Ink 901">
                  <a:extLst>
                    <a:ext uri="{FF2B5EF4-FFF2-40B4-BE49-F238E27FC236}">
                      <a16:creationId xmlns:a16="http://schemas.microsoft.com/office/drawing/2014/main" id="{F1D78F48-3D4F-BF7D-9E9A-20036CEDFF14}"/>
                    </a:ext>
                  </a:extLst>
                </p14:cNvPr>
                <p14:cNvContentPartPr/>
                <p14:nvPr/>
              </p14:nvContentPartPr>
              <p14:xfrm>
                <a:off x="8636160" y="6074910"/>
                <a:ext cx="77760" cy="31680"/>
              </p14:xfrm>
            </p:contentPart>
          </mc:Choice>
          <mc:Fallback xmlns="">
            <p:pic>
              <p:nvPicPr>
                <p:cNvPr id="902" name="Ink 901">
                  <a:extLst>
                    <a:ext uri="{FF2B5EF4-FFF2-40B4-BE49-F238E27FC236}">
                      <a16:creationId xmlns:a16="http://schemas.microsoft.com/office/drawing/2014/main" id="{F1D78F48-3D4F-BF7D-9E9A-20036CEDFF14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8631840" y="6070590"/>
                  <a:ext cx="86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903" name="Ink 902">
                  <a:extLst>
                    <a:ext uri="{FF2B5EF4-FFF2-40B4-BE49-F238E27FC236}">
                      <a16:creationId xmlns:a16="http://schemas.microsoft.com/office/drawing/2014/main" id="{DDFAC4A1-9A8A-8CA4-83A8-B8696EE1937E}"/>
                    </a:ext>
                  </a:extLst>
                </p14:cNvPr>
                <p14:cNvContentPartPr/>
                <p14:nvPr/>
              </p14:nvContentPartPr>
              <p14:xfrm>
                <a:off x="8806800" y="6016230"/>
                <a:ext cx="38160" cy="154800"/>
              </p14:xfrm>
            </p:contentPart>
          </mc:Choice>
          <mc:Fallback xmlns="">
            <p:pic>
              <p:nvPicPr>
                <p:cNvPr id="903" name="Ink 902">
                  <a:extLst>
                    <a:ext uri="{FF2B5EF4-FFF2-40B4-BE49-F238E27FC236}">
                      <a16:creationId xmlns:a16="http://schemas.microsoft.com/office/drawing/2014/main" id="{DDFAC4A1-9A8A-8CA4-83A8-B8696EE1937E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8802480" y="6011910"/>
                  <a:ext cx="4680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0" name="Group 909">
            <a:extLst>
              <a:ext uri="{FF2B5EF4-FFF2-40B4-BE49-F238E27FC236}">
                <a16:creationId xmlns:a16="http://schemas.microsoft.com/office/drawing/2014/main" id="{2B0EA6FA-16A5-EC53-E422-51A60D1F1E14}"/>
              </a:ext>
            </a:extLst>
          </p:cNvPr>
          <p:cNvGrpSpPr/>
          <p:nvPr/>
        </p:nvGrpSpPr>
        <p:grpSpPr>
          <a:xfrm>
            <a:off x="9284520" y="5948550"/>
            <a:ext cx="705600" cy="258480"/>
            <a:chOff x="9284520" y="5948550"/>
            <a:chExt cx="70560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906" name="Ink 905">
                  <a:extLst>
                    <a:ext uri="{FF2B5EF4-FFF2-40B4-BE49-F238E27FC236}">
                      <a16:creationId xmlns:a16="http://schemas.microsoft.com/office/drawing/2014/main" id="{BC124DC6-8FD2-7ACC-AC7D-79B962337D7A}"/>
                    </a:ext>
                  </a:extLst>
                </p14:cNvPr>
                <p14:cNvContentPartPr/>
                <p14:nvPr/>
              </p14:nvContentPartPr>
              <p14:xfrm>
                <a:off x="9284520" y="5948550"/>
                <a:ext cx="161640" cy="172080"/>
              </p14:xfrm>
            </p:contentPart>
          </mc:Choice>
          <mc:Fallback xmlns="">
            <p:pic>
              <p:nvPicPr>
                <p:cNvPr id="906" name="Ink 905">
                  <a:extLst>
                    <a:ext uri="{FF2B5EF4-FFF2-40B4-BE49-F238E27FC236}">
                      <a16:creationId xmlns:a16="http://schemas.microsoft.com/office/drawing/2014/main" id="{BC124DC6-8FD2-7ACC-AC7D-79B962337D7A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280200" y="5944230"/>
                  <a:ext cx="1702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907" name="Ink 906">
                  <a:extLst>
                    <a:ext uri="{FF2B5EF4-FFF2-40B4-BE49-F238E27FC236}">
                      <a16:creationId xmlns:a16="http://schemas.microsoft.com/office/drawing/2014/main" id="{6099B692-FA3C-E343-3A6B-C33BDFA8C4D9}"/>
                    </a:ext>
                  </a:extLst>
                </p14:cNvPr>
                <p14:cNvContentPartPr/>
                <p14:nvPr/>
              </p14:nvContentPartPr>
              <p14:xfrm>
                <a:off x="9521040" y="6064830"/>
                <a:ext cx="98640" cy="93960"/>
              </p14:xfrm>
            </p:contentPart>
          </mc:Choice>
          <mc:Fallback xmlns="">
            <p:pic>
              <p:nvPicPr>
                <p:cNvPr id="907" name="Ink 906">
                  <a:extLst>
                    <a:ext uri="{FF2B5EF4-FFF2-40B4-BE49-F238E27FC236}">
                      <a16:creationId xmlns:a16="http://schemas.microsoft.com/office/drawing/2014/main" id="{6099B692-FA3C-E343-3A6B-C33BDFA8C4D9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9516720" y="6060510"/>
                  <a:ext cx="1072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908" name="Ink 907">
                  <a:extLst>
                    <a:ext uri="{FF2B5EF4-FFF2-40B4-BE49-F238E27FC236}">
                      <a16:creationId xmlns:a16="http://schemas.microsoft.com/office/drawing/2014/main" id="{56C9E4EF-8DB7-32F5-B038-42194AB489F5}"/>
                    </a:ext>
                  </a:extLst>
                </p14:cNvPr>
                <p14:cNvContentPartPr/>
                <p14:nvPr/>
              </p14:nvContentPartPr>
              <p14:xfrm>
                <a:off x="9744600" y="6006870"/>
                <a:ext cx="96480" cy="91800"/>
              </p14:xfrm>
            </p:contentPart>
          </mc:Choice>
          <mc:Fallback xmlns="">
            <p:pic>
              <p:nvPicPr>
                <p:cNvPr id="908" name="Ink 907">
                  <a:extLst>
                    <a:ext uri="{FF2B5EF4-FFF2-40B4-BE49-F238E27FC236}">
                      <a16:creationId xmlns:a16="http://schemas.microsoft.com/office/drawing/2014/main" id="{56C9E4EF-8DB7-32F5-B038-42194AB489F5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9740280" y="6002550"/>
                  <a:ext cx="1051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909" name="Ink 908">
                  <a:extLst>
                    <a:ext uri="{FF2B5EF4-FFF2-40B4-BE49-F238E27FC236}">
                      <a16:creationId xmlns:a16="http://schemas.microsoft.com/office/drawing/2014/main" id="{7A39B1CB-51B5-C5D1-7D2A-4726E9C4205F}"/>
                    </a:ext>
                  </a:extLst>
                </p14:cNvPr>
                <p14:cNvContentPartPr/>
                <p14:nvPr/>
              </p14:nvContentPartPr>
              <p14:xfrm>
                <a:off x="9954840" y="6013350"/>
                <a:ext cx="35280" cy="193680"/>
              </p14:xfrm>
            </p:contentPart>
          </mc:Choice>
          <mc:Fallback xmlns="">
            <p:pic>
              <p:nvPicPr>
                <p:cNvPr id="909" name="Ink 908">
                  <a:extLst>
                    <a:ext uri="{FF2B5EF4-FFF2-40B4-BE49-F238E27FC236}">
                      <a16:creationId xmlns:a16="http://schemas.microsoft.com/office/drawing/2014/main" id="{7A39B1CB-51B5-C5D1-7D2A-4726E9C4205F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9950520" y="6009030"/>
                  <a:ext cx="4392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1" name="Group 950">
            <a:extLst>
              <a:ext uri="{FF2B5EF4-FFF2-40B4-BE49-F238E27FC236}">
                <a16:creationId xmlns:a16="http://schemas.microsoft.com/office/drawing/2014/main" id="{A516BD18-CECB-035F-8967-34A6A331CEF8}"/>
              </a:ext>
            </a:extLst>
          </p:cNvPr>
          <p:cNvGrpSpPr/>
          <p:nvPr/>
        </p:nvGrpSpPr>
        <p:grpSpPr>
          <a:xfrm>
            <a:off x="279480" y="4883670"/>
            <a:ext cx="1402200" cy="1338480"/>
            <a:chOff x="279480" y="4883670"/>
            <a:chExt cx="1402200" cy="133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914" name="Ink 913">
                  <a:extLst>
                    <a:ext uri="{FF2B5EF4-FFF2-40B4-BE49-F238E27FC236}">
                      <a16:creationId xmlns:a16="http://schemas.microsoft.com/office/drawing/2014/main" id="{B055FB7D-0675-A6CA-BBE7-90C4B16FB8FA}"/>
                    </a:ext>
                  </a:extLst>
                </p14:cNvPr>
                <p14:cNvContentPartPr/>
                <p14:nvPr/>
              </p14:nvContentPartPr>
              <p14:xfrm>
                <a:off x="279480" y="5110110"/>
                <a:ext cx="111240" cy="143280"/>
              </p14:xfrm>
            </p:contentPart>
          </mc:Choice>
          <mc:Fallback xmlns="">
            <p:pic>
              <p:nvPicPr>
                <p:cNvPr id="914" name="Ink 913">
                  <a:extLst>
                    <a:ext uri="{FF2B5EF4-FFF2-40B4-BE49-F238E27FC236}">
                      <a16:creationId xmlns:a16="http://schemas.microsoft.com/office/drawing/2014/main" id="{B055FB7D-0675-A6CA-BBE7-90C4B16FB8FA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75160" y="5105790"/>
                  <a:ext cx="119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915" name="Ink 914">
                  <a:extLst>
                    <a:ext uri="{FF2B5EF4-FFF2-40B4-BE49-F238E27FC236}">
                      <a16:creationId xmlns:a16="http://schemas.microsoft.com/office/drawing/2014/main" id="{D42CD813-DD0A-CAF1-6A29-435ABB701B0E}"/>
                    </a:ext>
                  </a:extLst>
                </p14:cNvPr>
                <p14:cNvContentPartPr/>
                <p14:nvPr/>
              </p14:nvContentPartPr>
              <p14:xfrm>
                <a:off x="482520" y="5130630"/>
                <a:ext cx="49680" cy="16920"/>
              </p14:xfrm>
            </p:contentPart>
          </mc:Choice>
          <mc:Fallback xmlns="">
            <p:pic>
              <p:nvPicPr>
                <p:cNvPr id="915" name="Ink 914">
                  <a:extLst>
                    <a:ext uri="{FF2B5EF4-FFF2-40B4-BE49-F238E27FC236}">
                      <a16:creationId xmlns:a16="http://schemas.microsoft.com/office/drawing/2014/main" id="{D42CD813-DD0A-CAF1-6A29-435ABB701B0E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478200" y="5126310"/>
                  <a:ext cx="583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916" name="Ink 915">
                  <a:extLst>
                    <a:ext uri="{FF2B5EF4-FFF2-40B4-BE49-F238E27FC236}">
                      <a16:creationId xmlns:a16="http://schemas.microsoft.com/office/drawing/2014/main" id="{B600B64A-C277-DF36-B5AE-BFE759A11856}"/>
                    </a:ext>
                  </a:extLst>
                </p14:cNvPr>
                <p14:cNvContentPartPr/>
                <p14:nvPr/>
              </p14:nvContentPartPr>
              <p14:xfrm>
                <a:off x="488640" y="5147550"/>
                <a:ext cx="94680" cy="52560"/>
              </p14:xfrm>
            </p:contentPart>
          </mc:Choice>
          <mc:Fallback xmlns="">
            <p:pic>
              <p:nvPicPr>
                <p:cNvPr id="916" name="Ink 915">
                  <a:extLst>
                    <a:ext uri="{FF2B5EF4-FFF2-40B4-BE49-F238E27FC236}">
                      <a16:creationId xmlns:a16="http://schemas.microsoft.com/office/drawing/2014/main" id="{B600B64A-C277-DF36-B5AE-BFE759A11856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484320" y="5143230"/>
                  <a:ext cx="103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917" name="Ink 916">
                  <a:extLst>
                    <a:ext uri="{FF2B5EF4-FFF2-40B4-BE49-F238E27FC236}">
                      <a16:creationId xmlns:a16="http://schemas.microsoft.com/office/drawing/2014/main" id="{90CD158D-6322-4363-0170-A64FAC052062}"/>
                    </a:ext>
                  </a:extLst>
                </p14:cNvPr>
                <p14:cNvContentPartPr/>
                <p14:nvPr/>
              </p14:nvContentPartPr>
              <p14:xfrm>
                <a:off x="611040" y="5062950"/>
                <a:ext cx="130320" cy="90720"/>
              </p14:xfrm>
            </p:contentPart>
          </mc:Choice>
          <mc:Fallback xmlns="">
            <p:pic>
              <p:nvPicPr>
                <p:cNvPr id="917" name="Ink 916">
                  <a:extLst>
                    <a:ext uri="{FF2B5EF4-FFF2-40B4-BE49-F238E27FC236}">
                      <a16:creationId xmlns:a16="http://schemas.microsoft.com/office/drawing/2014/main" id="{90CD158D-6322-4363-0170-A64FAC052062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606720" y="5058630"/>
                  <a:ext cx="138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918" name="Ink 917">
                  <a:extLst>
                    <a:ext uri="{FF2B5EF4-FFF2-40B4-BE49-F238E27FC236}">
                      <a16:creationId xmlns:a16="http://schemas.microsoft.com/office/drawing/2014/main" id="{AAA5C787-5DB9-F707-1E75-C5EAEDC83706}"/>
                    </a:ext>
                  </a:extLst>
                </p14:cNvPr>
                <p14:cNvContentPartPr/>
                <p14:nvPr/>
              </p14:nvContentPartPr>
              <p14:xfrm>
                <a:off x="940080" y="4979790"/>
                <a:ext cx="98280" cy="88200"/>
              </p14:xfrm>
            </p:contentPart>
          </mc:Choice>
          <mc:Fallback xmlns="">
            <p:pic>
              <p:nvPicPr>
                <p:cNvPr id="918" name="Ink 917">
                  <a:extLst>
                    <a:ext uri="{FF2B5EF4-FFF2-40B4-BE49-F238E27FC236}">
                      <a16:creationId xmlns:a16="http://schemas.microsoft.com/office/drawing/2014/main" id="{AAA5C787-5DB9-F707-1E75-C5EAEDC83706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935760" y="4975470"/>
                  <a:ext cx="1069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919" name="Ink 918">
                  <a:extLst>
                    <a:ext uri="{FF2B5EF4-FFF2-40B4-BE49-F238E27FC236}">
                      <a16:creationId xmlns:a16="http://schemas.microsoft.com/office/drawing/2014/main" id="{CEFF0B4F-93A9-8BF3-5590-403C298C5AD6}"/>
                    </a:ext>
                  </a:extLst>
                </p14:cNvPr>
                <p14:cNvContentPartPr/>
                <p14:nvPr/>
              </p14:nvContentPartPr>
              <p14:xfrm>
                <a:off x="1100280" y="4924350"/>
                <a:ext cx="63720" cy="23400"/>
              </p14:xfrm>
            </p:contentPart>
          </mc:Choice>
          <mc:Fallback xmlns="">
            <p:pic>
              <p:nvPicPr>
                <p:cNvPr id="919" name="Ink 918">
                  <a:extLst>
                    <a:ext uri="{FF2B5EF4-FFF2-40B4-BE49-F238E27FC236}">
                      <a16:creationId xmlns:a16="http://schemas.microsoft.com/office/drawing/2014/main" id="{CEFF0B4F-93A9-8BF3-5590-403C298C5AD6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095960" y="4920030"/>
                  <a:ext cx="723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920" name="Ink 919">
                  <a:extLst>
                    <a:ext uri="{FF2B5EF4-FFF2-40B4-BE49-F238E27FC236}">
                      <a16:creationId xmlns:a16="http://schemas.microsoft.com/office/drawing/2014/main" id="{180CE275-2CD9-BBAB-E5FC-E87E519A8F0F}"/>
                    </a:ext>
                  </a:extLst>
                </p14:cNvPr>
                <p14:cNvContentPartPr/>
                <p14:nvPr/>
              </p14:nvContentPartPr>
              <p14:xfrm>
                <a:off x="1092360" y="4978350"/>
                <a:ext cx="69120" cy="21240"/>
              </p14:xfrm>
            </p:contentPart>
          </mc:Choice>
          <mc:Fallback xmlns="">
            <p:pic>
              <p:nvPicPr>
                <p:cNvPr id="920" name="Ink 919">
                  <a:extLst>
                    <a:ext uri="{FF2B5EF4-FFF2-40B4-BE49-F238E27FC236}">
                      <a16:creationId xmlns:a16="http://schemas.microsoft.com/office/drawing/2014/main" id="{180CE275-2CD9-BBAB-E5FC-E87E519A8F0F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088040" y="4974030"/>
                  <a:ext cx="77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921" name="Ink 920">
                  <a:extLst>
                    <a:ext uri="{FF2B5EF4-FFF2-40B4-BE49-F238E27FC236}">
                      <a16:creationId xmlns:a16="http://schemas.microsoft.com/office/drawing/2014/main" id="{CB9BD061-424F-7C6F-85D0-3D6A48E50E57}"/>
                    </a:ext>
                  </a:extLst>
                </p14:cNvPr>
                <p14:cNvContentPartPr/>
                <p14:nvPr/>
              </p14:nvContentPartPr>
              <p14:xfrm>
                <a:off x="1176960" y="4883670"/>
                <a:ext cx="144360" cy="86040"/>
              </p14:xfrm>
            </p:contentPart>
          </mc:Choice>
          <mc:Fallback xmlns="">
            <p:pic>
              <p:nvPicPr>
                <p:cNvPr id="921" name="Ink 920">
                  <a:extLst>
                    <a:ext uri="{FF2B5EF4-FFF2-40B4-BE49-F238E27FC236}">
                      <a16:creationId xmlns:a16="http://schemas.microsoft.com/office/drawing/2014/main" id="{CB9BD061-424F-7C6F-85D0-3D6A48E50E57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172640" y="4879350"/>
                  <a:ext cx="153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924" name="Ink 923">
                  <a:extLst>
                    <a:ext uri="{FF2B5EF4-FFF2-40B4-BE49-F238E27FC236}">
                      <a16:creationId xmlns:a16="http://schemas.microsoft.com/office/drawing/2014/main" id="{B4DF3258-FB82-DF9B-EED7-44537CA5EE35}"/>
                    </a:ext>
                  </a:extLst>
                </p14:cNvPr>
                <p14:cNvContentPartPr/>
                <p14:nvPr/>
              </p14:nvContentPartPr>
              <p14:xfrm>
                <a:off x="307560" y="5470110"/>
                <a:ext cx="74160" cy="207000"/>
              </p14:xfrm>
            </p:contentPart>
          </mc:Choice>
          <mc:Fallback xmlns="">
            <p:pic>
              <p:nvPicPr>
                <p:cNvPr id="924" name="Ink 923">
                  <a:extLst>
                    <a:ext uri="{FF2B5EF4-FFF2-40B4-BE49-F238E27FC236}">
                      <a16:creationId xmlns:a16="http://schemas.microsoft.com/office/drawing/2014/main" id="{B4DF3258-FB82-DF9B-EED7-44537CA5EE35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03240" y="5465790"/>
                  <a:ext cx="828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925" name="Ink 924">
                  <a:extLst>
                    <a:ext uri="{FF2B5EF4-FFF2-40B4-BE49-F238E27FC236}">
                      <a16:creationId xmlns:a16="http://schemas.microsoft.com/office/drawing/2014/main" id="{C634842B-F6B8-92FA-DF49-7667EF1EEE62}"/>
                    </a:ext>
                  </a:extLst>
                </p14:cNvPr>
                <p14:cNvContentPartPr/>
                <p14:nvPr/>
              </p14:nvContentPartPr>
              <p14:xfrm>
                <a:off x="446520" y="5458590"/>
                <a:ext cx="111960" cy="88560"/>
              </p14:xfrm>
            </p:contentPart>
          </mc:Choice>
          <mc:Fallback xmlns="">
            <p:pic>
              <p:nvPicPr>
                <p:cNvPr id="925" name="Ink 924">
                  <a:extLst>
                    <a:ext uri="{FF2B5EF4-FFF2-40B4-BE49-F238E27FC236}">
                      <a16:creationId xmlns:a16="http://schemas.microsoft.com/office/drawing/2014/main" id="{C634842B-F6B8-92FA-DF49-7667EF1EEE62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442200" y="5454270"/>
                  <a:ext cx="1206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926" name="Ink 925">
                  <a:extLst>
                    <a:ext uri="{FF2B5EF4-FFF2-40B4-BE49-F238E27FC236}">
                      <a16:creationId xmlns:a16="http://schemas.microsoft.com/office/drawing/2014/main" id="{9DE26C43-B70D-FE5F-035D-4991ADC6876B}"/>
                    </a:ext>
                  </a:extLst>
                </p14:cNvPr>
                <p14:cNvContentPartPr/>
                <p14:nvPr/>
              </p14:nvContentPartPr>
              <p14:xfrm>
                <a:off x="629400" y="5405670"/>
                <a:ext cx="45360" cy="111960"/>
              </p14:xfrm>
            </p:contentPart>
          </mc:Choice>
          <mc:Fallback xmlns="">
            <p:pic>
              <p:nvPicPr>
                <p:cNvPr id="926" name="Ink 925">
                  <a:extLst>
                    <a:ext uri="{FF2B5EF4-FFF2-40B4-BE49-F238E27FC236}">
                      <a16:creationId xmlns:a16="http://schemas.microsoft.com/office/drawing/2014/main" id="{9DE26C43-B70D-FE5F-035D-4991ADC6876B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625080" y="5401350"/>
                  <a:ext cx="540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928" name="Ink 927">
                  <a:extLst>
                    <a:ext uri="{FF2B5EF4-FFF2-40B4-BE49-F238E27FC236}">
                      <a16:creationId xmlns:a16="http://schemas.microsoft.com/office/drawing/2014/main" id="{9D572215-0085-12BC-4BAE-D578A3059166}"/>
                    </a:ext>
                  </a:extLst>
                </p14:cNvPr>
                <p14:cNvContentPartPr/>
                <p14:nvPr/>
              </p14:nvContentPartPr>
              <p14:xfrm>
                <a:off x="977520" y="5322510"/>
                <a:ext cx="97920" cy="84600"/>
              </p14:xfrm>
            </p:contentPart>
          </mc:Choice>
          <mc:Fallback xmlns="">
            <p:pic>
              <p:nvPicPr>
                <p:cNvPr id="928" name="Ink 927">
                  <a:extLst>
                    <a:ext uri="{FF2B5EF4-FFF2-40B4-BE49-F238E27FC236}">
                      <a16:creationId xmlns:a16="http://schemas.microsoft.com/office/drawing/2014/main" id="{9D572215-0085-12BC-4BAE-D578A3059166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973200" y="5318190"/>
                  <a:ext cx="106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929" name="Ink 928">
                  <a:extLst>
                    <a:ext uri="{FF2B5EF4-FFF2-40B4-BE49-F238E27FC236}">
                      <a16:creationId xmlns:a16="http://schemas.microsoft.com/office/drawing/2014/main" id="{B6198C59-16C6-CC2A-20A3-D74DFC8729B2}"/>
                    </a:ext>
                  </a:extLst>
                </p14:cNvPr>
                <p14:cNvContentPartPr/>
                <p14:nvPr/>
              </p14:nvContentPartPr>
              <p14:xfrm>
                <a:off x="1104240" y="5292270"/>
                <a:ext cx="45360" cy="26640"/>
              </p14:xfrm>
            </p:contentPart>
          </mc:Choice>
          <mc:Fallback xmlns="">
            <p:pic>
              <p:nvPicPr>
                <p:cNvPr id="929" name="Ink 928">
                  <a:extLst>
                    <a:ext uri="{FF2B5EF4-FFF2-40B4-BE49-F238E27FC236}">
                      <a16:creationId xmlns:a16="http://schemas.microsoft.com/office/drawing/2014/main" id="{B6198C59-16C6-CC2A-20A3-D74DFC8729B2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99920" y="5287950"/>
                  <a:ext cx="54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930" name="Ink 929">
                  <a:extLst>
                    <a:ext uri="{FF2B5EF4-FFF2-40B4-BE49-F238E27FC236}">
                      <a16:creationId xmlns:a16="http://schemas.microsoft.com/office/drawing/2014/main" id="{FA56CF54-76FF-DD0F-DF86-DB991DCBB853}"/>
                    </a:ext>
                  </a:extLst>
                </p14:cNvPr>
                <p14:cNvContentPartPr/>
                <p14:nvPr/>
              </p14:nvContentPartPr>
              <p14:xfrm>
                <a:off x="1125120" y="5299830"/>
                <a:ext cx="129960" cy="64440"/>
              </p14:xfrm>
            </p:contentPart>
          </mc:Choice>
          <mc:Fallback xmlns="">
            <p:pic>
              <p:nvPicPr>
                <p:cNvPr id="930" name="Ink 929">
                  <a:extLst>
                    <a:ext uri="{FF2B5EF4-FFF2-40B4-BE49-F238E27FC236}">
                      <a16:creationId xmlns:a16="http://schemas.microsoft.com/office/drawing/2014/main" id="{FA56CF54-76FF-DD0F-DF86-DB991DCBB853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120800" y="5295510"/>
                  <a:ext cx="1386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931" name="Ink 930">
                  <a:extLst>
                    <a:ext uri="{FF2B5EF4-FFF2-40B4-BE49-F238E27FC236}">
                      <a16:creationId xmlns:a16="http://schemas.microsoft.com/office/drawing/2014/main" id="{27DF3437-4BAD-EF28-30BD-D31FE6D6EF38}"/>
                    </a:ext>
                  </a:extLst>
                </p14:cNvPr>
                <p14:cNvContentPartPr/>
                <p14:nvPr/>
              </p14:nvContentPartPr>
              <p14:xfrm>
                <a:off x="1210080" y="5241510"/>
                <a:ext cx="169560" cy="71280"/>
              </p14:xfrm>
            </p:contentPart>
          </mc:Choice>
          <mc:Fallback xmlns="">
            <p:pic>
              <p:nvPicPr>
                <p:cNvPr id="931" name="Ink 930">
                  <a:extLst>
                    <a:ext uri="{FF2B5EF4-FFF2-40B4-BE49-F238E27FC236}">
                      <a16:creationId xmlns:a16="http://schemas.microsoft.com/office/drawing/2014/main" id="{27DF3437-4BAD-EF28-30BD-D31FE6D6EF38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205760" y="5237190"/>
                  <a:ext cx="1782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933" name="Ink 932">
                  <a:extLst>
                    <a:ext uri="{FF2B5EF4-FFF2-40B4-BE49-F238E27FC236}">
                      <a16:creationId xmlns:a16="http://schemas.microsoft.com/office/drawing/2014/main" id="{471CCE8D-6082-D3DC-0285-6C1D02E7EFFA}"/>
                    </a:ext>
                  </a:extLst>
                </p14:cNvPr>
                <p14:cNvContentPartPr/>
                <p14:nvPr/>
              </p14:nvContentPartPr>
              <p14:xfrm>
                <a:off x="449040" y="5748030"/>
                <a:ext cx="68760" cy="156960"/>
              </p14:xfrm>
            </p:contentPart>
          </mc:Choice>
          <mc:Fallback xmlns="">
            <p:pic>
              <p:nvPicPr>
                <p:cNvPr id="933" name="Ink 932">
                  <a:extLst>
                    <a:ext uri="{FF2B5EF4-FFF2-40B4-BE49-F238E27FC236}">
                      <a16:creationId xmlns:a16="http://schemas.microsoft.com/office/drawing/2014/main" id="{471CCE8D-6082-D3DC-0285-6C1D02E7EFFA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444720" y="5743710"/>
                  <a:ext cx="77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934" name="Ink 933">
                  <a:extLst>
                    <a:ext uri="{FF2B5EF4-FFF2-40B4-BE49-F238E27FC236}">
                      <a16:creationId xmlns:a16="http://schemas.microsoft.com/office/drawing/2014/main" id="{12E046D2-21C0-5C97-CC2C-C8A5E133BAA0}"/>
                    </a:ext>
                  </a:extLst>
                </p14:cNvPr>
                <p14:cNvContentPartPr/>
                <p14:nvPr/>
              </p14:nvContentPartPr>
              <p14:xfrm>
                <a:off x="656400" y="5739030"/>
                <a:ext cx="60840" cy="38160"/>
              </p14:xfrm>
            </p:contentPart>
          </mc:Choice>
          <mc:Fallback xmlns="">
            <p:pic>
              <p:nvPicPr>
                <p:cNvPr id="934" name="Ink 933">
                  <a:extLst>
                    <a:ext uri="{FF2B5EF4-FFF2-40B4-BE49-F238E27FC236}">
                      <a16:creationId xmlns:a16="http://schemas.microsoft.com/office/drawing/2014/main" id="{12E046D2-21C0-5C97-CC2C-C8A5E133BAA0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652080" y="5734350"/>
                  <a:ext cx="69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935" name="Ink 934">
                  <a:extLst>
                    <a:ext uri="{FF2B5EF4-FFF2-40B4-BE49-F238E27FC236}">
                      <a16:creationId xmlns:a16="http://schemas.microsoft.com/office/drawing/2014/main" id="{EE2C6E3F-52DE-0383-5E4F-698B3A9C3939}"/>
                    </a:ext>
                  </a:extLst>
                </p14:cNvPr>
                <p14:cNvContentPartPr/>
                <p14:nvPr/>
              </p14:nvContentPartPr>
              <p14:xfrm>
                <a:off x="663600" y="5769270"/>
                <a:ext cx="75960" cy="52200"/>
              </p14:xfrm>
            </p:contentPart>
          </mc:Choice>
          <mc:Fallback xmlns="">
            <p:pic>
              <p:nvPicPr>
                <p:cNvPr id="935" name="Ink 934">
                  <a:extLst>
                    <a:ext uri="{FF2B5EF4-FFF2-40B4-BE49-F238E27FC236}">
                      <a16:creationId xmlns:a16="http://schemas.microsoft.com/office/drawing/2014/main" id="{EE2C6E3F-52DE-0383-5E4F-698B3A9C3939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659280" y="5764950"/>
                  <a:ext cx="84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936" name="Ink 935">
                  <a:extLst>
                    <a:ext uri="{FF2B5EF4-FFF2-40B4-BE49-F238E27FC236}">
                      <a16:creationId xmlns:a16="http://schemas.microsoft.com/office/drawing/2014/main" id="{513F5E1F-E63E-9ED4-629B-6526A2AB4564}"/>
                    </a:ext>
                  </a:extLst>
                </p14:cNvPr>
                <p14:cNvContentPartPr/>
                <p14:nvPr/>
              </p14:nvContentPartPr>
              <p14:xfrm>
                <a:off x="783840" y="5698350"/>
                <a:ext cx="117720" cy="92520"/>
              </p14:xfrm>
            </p:contentPart>
          </mc:Choice>
          <mc:Fallback xmlns="">
            <p:pic>
              <p:nvPicPr>
                <p:cNvPr id="936" name="Ink 935">
                  <a:extLst>
                    <a:ext uri="{FF2B5EF4-FFF2-40B4-BE49-F238E27FC236}">
                      <a16:creationId xmlns:a16="http://schemas.microsoft.com/office/drawing/2014/main" id="{513F5E1F-E63E-9ED4-629B-6526A2AB4564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779520" y="5694030"/>
                  <a:ext cx="1263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937" name="Ink 936">
                  <a:extLst>
                    <a:ext uri="{FF2B5EF4-FFF2-40B4-BE49-F238E27FC236}">
                      <a16:creationId xmlns:a16="http://schemas.microsoft.com/office/drawing/2014/main" id="{595A61FD-F4D0-27C1-F266-9DEFF20CB866}"/>
                    </a:ext>
                  </a:extLst>
                </p14:cNvPr>
                <p14:cNvContentPartPr/>
                <p14:nvPr/>
              </p14:nvContentPartPr>
              <p14:xfrm>
                <a:off x="1135560" y="5598990"/>
                <a:ext cx="137520" cy="76680"/>
              </p14:xfrm>
            </p:contentPart>
          </mc:Choice>
          <mc:Fallback xmlns="">
            <p:pic>
              <p:nvPicPr>
                <p:cNvPr id="937" name="Ink 936">
                  <a:extLst>
                    <a:ext uri="{FF2B5EF4-FFF2-40B4-BE49-F238E27FC236}">
                      <a16:creationId xmlns:a16="http://schemas.microsoft.com/office/drawing/2014/main" id="{595A61FD-F4D0-27C1-F266-9DEFF20CB866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131240" y="5594670"/>
                  <a:ext cx="146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938" name="Ink 937">
                  <a:extLst>
                    <a:ext uri="{FF2B5EF4-FFF2-40B4-BE49-F238E27FC236}">
                      <a16:creationId xmlns:a16="http://schemas.microsoft.com/office/drawing/2014/main" id="{1E16FFF6-960F-50AF-670F-2BC5F8D19B9E}"/>
                    </a:ext>
                  </a:extLst>
                </p14:cNvPr>
                <p14:cNvContentPartPr/>
                <p14:nvPr/>
              </p14:nvContentPartPr>
              <p14:xfrm>
                <a:off x="1356600" y="5529150"/>
                <a:ext cx="58680" cy="31320"/>
              </p14:xfrm>
            </p:contentPart>
          </mc:Choice>
          <mc:Fallback xmlns="">
            <p:pic>
              <p:nvPicPr>
                <p:cNvPr id="938" name="Ink 937">
                  <a:extLst>
                    <a:ext uri="{FF2B5EF4-FFF2-40B4-BE49-F238E27FC236}">
                      <a16:creationId xmlns:a16="http://schemas.microsoft.com/office/drawing/2014/main" id="{1E16FFF6-960F-50AF-670F-2BC5F8D19B9E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352280" y="5524830"/>
                  <a:ext cx="67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939" name="Ink 938">
                  <a:extLst>
                    <a:ext uri="{FF2B5EF4-FFF2-40B4-BE49-F238E27FC236}">
                      <a16:creationId xmlns:a16="http://schemas.microsoft.com/office/drawing/2014/main" id="{90A3CE8D-F46E-B55D-9899-F5CF7630498B}"/>
                    </a:ext>
                  </a:extLst>
                </p14:cNvPr>
                <p14:cNvContentPartPr/>
                <p14:nvPr/>
              </p14:nvContentPartPr>
              <p14:xfrm>
                <a:off x="1314840" y="5539230"/>
                <a:ext cx="145440" cy="85680"/>
              </p14:xfrm>
            </p:contentPart>
          </mc:Choice>
          <mc:Fallback xmlns="">
            <p:pic>
              <p:nvPicPr>
                <p:cNvPr id="939" name="Ink 938">
                  <a:extLst>
                    <a:ext uri="{FF2B5EF4-FFF2-40B4-BE49-F238E27FC236}">
                      <a16:creationId xmlns:a16="http://schemas.microsoft.com/office/drawing/2014/main" id="{90A3CE8D-F46E-B55D-9899-F5CF7630498B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310520" y="5534910"/>
                  <a:ext cx="154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940" name="Ink 939">
                  <a:extLst>
                    <a:ext uri="{FF2B5EF4-FFF2-40B4-BE49-F238E27FC236}">
                      <a16:creationId xmlns:a16="http://schemas.microsoft.com/office/drawing/2014/main" id="{62A949B9-3E63-F4C9-615C-0ADE3A2FF7A8}"/>
                    </a:ext>
                  </a:extLst>
                </p14:cNvPr>
                <p14:cNvContentPartPr/>
                <p14:nvPr/>
              </p14:nvContentPartPr>
              <p14:xfrm>
                <a:off x="1511760" y="5467950"/>
                <a:ext cx="9000" cy="112680"/>
              </p14:xfrm>
            </p:contentPart>
          </mc:Choice>
          <mc:Fallback xmlns="">
            <p:pic>
              <p:nvPicPr>
                <p:cNvPr id="940" name="Ink 939">
                  <a:extLst>
                    <a:ext uri="{FF2B5EF4-FFF2-40B4-BE49-F238E27FC236}">
                      <a16:creationId xmlns:a16="http://schemas.microsoft.com/office/drawing/2014/main" id="{62A949B9-3E63-F4C9-615C-0ADE3A2FF7A8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507440" y="5463630"/>
                  <a:ext cx="176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943" name="Ink 942">
                  <a:extLst>
                    <a:ext uri="{FF2B5EF4-FFF2-40B4-BE49-F238E27FC236}">
                      <a16:creationId xmlns:a16="http://schemas.microsoft.com/office/drawing/2014/main" id="{68735080-852B-E190-8FC6-06CAD9BE3C26}"/>
                    </a:ext>
                  </a:extLst>
                </p14:cNvPr>
                <p14:cNvContentPartPr/>
                <p14:nvPr/>
              </p14:nvContentPartPr>
              <p14:xfrm>
                <a:off x="564600" y="6051870"/>
                <a:ext cx="99000" cy="170280"/>
              </p14:xfrm>
            </p:contentPart>
          </mc:Choice>
          <mc:Fallback xmlns="">
            <p:pic>
              <p:nvPicPr>
                <p:cNvPr id="943" name="Ink 942">
                  <a:extLst>
                    <a:ext uri="{FF2B5EF4-FFF2-40B4-BE49-F238E27FC236}">
                      <a16:creationId xmlns:a16="http://schemas.microsoft.com/office/drawing/2014/main" id="{68735080-852B-E190-8FC6-06CAD9BE3C26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560280" y="6047550"/>
                  <a:ext cx="1076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944" name="Ink 943">
                  <a:extLst>
                    <a:ext uri="{FF2B5EF4-FFF2-40B4-BE49-F238E27FC236}">
                      <a16:creationId xmlns:a16="http://schemas.microsoft.com/office/drawing/2014/main" id="{52A851C8-BAA3-5D36-B4FB-CB625EC34F54}"/>
                    </a:ext>
                  </a:extLst>
                </p14:cNvPr>
                <p14:cNvContentPartPr/>
                <p14:nvPr/>
              </p14:nvContentPartPr>
              <p14:xfrm>
                <a:off x="736320" y="6024870"/>
                <a:ext cx="79920" cy="33480"/>
              </p14:xfrm>
            </p:contentPart>
          </mc:Choice>
          <mc:Fallback xmlns="">
            <p:pic>
              <p:nvPicPr>
                <p:cNvPr id="944" name="Ink 943">
                  <a:extLst>
                    <a:ext uri="{FF2B5EF4-FFF2-40B4-BE49-F238E27FC236}">
                      <a16:creationId xmlns:a16="http://schemas.microsoft.com/office/drawing/2014/main" id="{52A851C8-BAA3-5D36-B4FB-CB625EC34F54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732000" y="6020550"/>
                  <a:ext cx="88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945" name="Ink 944">
                  <a:extLst>
                    <a:ext uri="{FF2B5EF4-FFF2-40B4-BE49-F238E27FC236}">
                      <a16:creationId xmlns:a16="http://schemas.microsoft.com/office/drawing/2014/main" id="{ADAAB171-8C4C-8272-850E-EB606C0D7935}"/>
                    </a:ext>
                  </a:extLst>
                </p14:cNvPr>
                <p14:cNvContentPartPr/>
                <p14:nvPr/>
              </p14:nvContentPartPr>
              <p14:xfrm>
                <a:off x="748920" y="6041790"/>
                <a:ext cx="115200" cy="63000"/>
              </p14:xfrm>
            </p:contentPart>
          </mc:Choice>
          <mc:Fallback xmlns="">
            <p:pic>
              <p:nvPicPr>
                <p:cNvPr id="945" name="Ink 944">
                  <a:extLst>
                    <a:ext uri="{FF2B5EF4-FFF2-40B4-BE49-F238E27FC236}">
                      <a16:creationId xmlns:a16="http://schemas.microsoft.com/office/drawing/2014/main" id="{ADAAB171-8C4C-8272-850E-EB606C0D7935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744600" y="6037470"/>
                  <a:ext cx="1238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946" name="Ink 945">
                  <a:extLst>
                    <a:ext uri="{FF2B5EF4-FFF2-40B4-BE49-F238E27FC236}">
                      <a16:creationId xmlns:a16="http://schemas.microsoft.com/office/drawing/2014/main" id="{44D4D490-264E-8556-CCDB-ABE4BDD00C82}"/>
                    </a:ext>
                  </a:extLst>
                </p14:cNvPr>
                <p14:cNvContentPartPr/>
                <p14:nvPr/>
              </p14:nvContentPartPr>
              <p14:xfrm>
                <a:off x="953400" y="5986350"/>
                <a:ext cx="50400" cy="53280"/>
              </p14:xfrm>
            </p:contentPart>
          </mc:Choice>
          <mc:Fallback xmlns="">
            <p:pic>
              <p:nvPicPr>
                <p:cNvPr id="946" name="Ink 945">
                  <a:extLst>
                    <a:ext uri="{FF2B5EF4-FFF2-40B4-BE49-F238E27FC236}">
                      <a16:creationId xmlns:a16="http://schemas.microsoft.com/office/drawing/2014/main" id="{44D4D490-264E-8556-CCDB-ABE4BDD00C82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949080" y="5982030"/>
                  <a:ext cx="59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947" name="Ink 946">
                  <a:extLst>
                    <a:ext uri="{FF2B5EF4-FFF2-40B4-BE49-F238E27FC236}">
                      <a16:creationId xmlns:a16="http://schemas.microsoft.com/office/drawing/2014/main" id="{01BCECB6-E942-6203-1272-163AB0F5ADAD}"/>
                    </a:ext>
                  </a:extLst>
                </p14:cNvPr>
                <p14:cNvContentPartPr/>
                <p14:nvPr/>
              </p14:nvContentPartPr>
              <p14:xfrm>
                <a:off x="1279200" y="5817870"/>
                <a:ext cx="109800" cy="111240"/>
              </p14:xfrm>
            </p:contentPart>
          </mc:Choice>
          <mc:Fallback xmlns="">
            <p:pic>
              <p:nvPicPr>
                <p:cNvPr id="947" name="Ink 946">
                  <a:extLst>
                    <a:ext uri="{FF2B5EF4-FFF2-40B4-BE49-F238E27FC236}">
                      <a16:creationId xmlns:a16="http://schemas.microsoft.com/office/drawing/2014/main" id="{01BCECB6-E942-6203-1272-163AB0F5ADAD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1274880" y="5813550"/>
                  <a:ext cx="118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948" name="Ink 947">
                  <a:extLst>
                    <a:ext uri="{FF2B5EF4-FFF2-40B4-BE49-F238E27FC236}">
                      <a16:creationId xmlns:a16="http://schemas.microsoft.com/office/drawing/2014/main" id="{40A4D28F-A4B5-4E4E-C689-4ECFC41EC031}"/>
                    </a:ext>
                  </a:extLst>
                </p14:cNvPr>
                <p14:cNvContentPartPr/>
                <p14:nvPr/>
              </p14:nvContentPartPr>
              <p14:xfrm>
                <a:off x="1464240" y="5800950"/>
                <a:ext cx="45000" cy="13320"/>
              </p14:xfrm>
            </p:contentPart>
          </mc:Choice>
          <mc:Fallback xmlns="">
            <p:pic>
              <p:nvPicPr>
                <p:cNvPr id="948" name="Ink 947">
                  <a:extLst>
                    <a:ext uri="{FF2B5EF4-FFF2-40B4-BE49-F238E27FC236}">
                      <a16:creationId xmlns:a16="http://schemas.microsoft.com/office/drawing/2014/main" id="{40A4D28F-A4B5-4E4E-C689-4ECFC41EC031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1459920" y="5796630"/>
                  <a:ext cx="536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949" name="Ink 948">
                  <a:extLst>
                    <a:ext uri="{FF2B5EF4-FFF2-40B4-BE49-F238E27FC236}">
                      <a16:creationId xmlns:a16="http://schemas.microsoft.com/office/drawing/2014/main" id="{B0FFA23B-C739-D1D2-1AAB-EE0EA01A26D3}"/>
                    </a:ext>
                  </a:extLst>
                </p14:cNvPr>
                <p14:cNvContentPartPr/>
                <p14:nvPr/>
              </p14:nvContentPartPr>
              <p14:xfrm>
                <a:off x="1587360" y="5771070"/>
                <a:ext cx="27720" cy="11520"/>
              </p14:xfrm>
            </p:contentPart>
          </mc:Choice>
          <mc:Fallback xmlns="">
            <p:pic>
              <p:nvPicPr>
                <p:cNvPr id="949" name="Ink 948">
                  <a:extLst>
                    <a:ext uri="{FF2B5EF4-FFF2-40B4-BE49-F238E27FC236}">
                      <a16:creationId xmlns:a16="http://schemas.microsoft.com/office/drawing/2014/main" id="{B0FFA23B-C739-D1D2-1AAB-EE0EA01A26D3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1583040" y="5766750"/>
                  <a:ext cx="363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950" name="Ink 949">
                  <a:extLst>
                    <a:ext uri="{FF2B5EF4-FFF2-40B4-BE49-F238E27FC236}">
                      <a16:creationId xmlns:a16="http://schemas.microsoft.com/office/drawing/2014/main" id="{9A5DCDF2-BAB2-C835-C427-A176F3AEA8C2}"/>
                    </a:ext>
                  </a:extLst>
                </p14:cNvPr>
                <p14:cNvContentPartPr/>
                <p14:nvPr/>
              </p14:nvContentPartPr>
              <p14:xfrm>
                <a:off x="1650720" y="5670270"/>
                <a:ext cx="30960" cy="174600"/>
              </p14:xfrm>
            </p:contentPart>
          </mc:Choice>
          <mc:Fallback xmlns="">
            <p:pic>
              <p:nvPicPr>
                <p:cNvPr id="950" name="Ink 949">
                  <a:extLst>
                    <a:ext uri="{FF2B5EF4-FFF2-40B4-BE49-F238E27FC236}">
                      <a16:creationId xmlns:a16="http://schemas.microsoft.com/office/drawing/2014/main" id="{9A5DCDF2-BAB2-C835-C427-A176F3AEA8C2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1646400" y="5665950"/>
                  <a:ext cx="39600" cy="183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52" name="Oval 951">
            <a:extLst>
              <a:ext uri="{FF2B5EF4-FFF2-40B4-BE49-F238E27FC236}">
                <a16:creationId xmlns:a16="http://schemas.microsoft.com/office/drawing/2014/main" id="{D5FA82E4-67AD-B917-3547-A3309AF03306}"/>
              </a:ext>
            </a:extLst>
          </p:cNvPr>
          <p:cNvSpPr/>
          <p:nvPr/>
        </p:nvSpPr>
        <p:spPr>
          <a:xfrm>
            <a:off x="5506304" y="3826793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3" name="Oval 952">
            <a:extLst>
              <a:ext uri="{FF2B5EF4-FFF2-40B4-BE49-F238E27FC236}">
                <a16:creationId xmlns:a16="http://schemas.microsoft.com/office/drawing/2014/main" id="{DF046E79-3BD2-62C5-1C44-9BBCDDF76123}"/>
              </a:ext>
            </a:extLst>
          </p:cNvPr>
          <p:cNvSpPr/>
          <p:nvPr/>
        </p:nvSpPr>
        <p:spPr>
          <a:xfrm>
            <a:off x="5200342" y="3895560"/>
            <a:ext cx="1847850" cy="184785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534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A0BD77-EDF9-9E3F-24F4-9D183B03C3B9}"/>
              </a:ext>
            </a:extLst>
          </p:cNvPr>
          <p:cNvSpPr/>
          <p:nvPr/>
        </p:nvSpPr>
        <p:spPr>
          <a:xfrm>
            <a:off x="2428875" y="685800"/>
            <a:ext cx="5505450" cy="5486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C3B82B9-3435-8519-3D9E-8135A68AD5B6}"/>
              </a:ext>
            </a:extLst>
          </p:cNvPr>
          <p:cNvCxnSpPr>
            <a:stCxn id="2" idx="1"/>
            <a:endCxn id="2" idx="3"/>
          </p:cNvCxnSpPr>
          <p:nvPr/>
        </p:nvCxnSpPr>
        <p:spPr>
          <a:xfrm>
            <a:off x="2428875" y="3429000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D33A081-57B0-C979-4E2B-DF448F4CBC2C}"/>
              </a:ext>
            </a:extLst>
          </p:cNvPr>
          <p:cNvCxnSpPr>
            <a:stCxn id="2" idx="0"/>
            <a:endCxn id="2" idx="2"/>
          </p:cNvCxnSpPr>
          <p:nvPr/>
        </p:nvCxnSpPr>
        <p:spPr>
          <a:xfrm>
            <a:off x="5181600" y="685800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9D76BE8-1F87-9D8F-C819-5C8CA91CBB2D}"/>
              </a:ext>
            </a:extLst>
          </p:cNvPr>
          <p:cNvSpPr txBox="1"/>
          <p:nvPr/>
        </p:nvSpPr>
        <p:spPr>
          <a:xfrm>
            <a:off x="4914901" y="3343275"/>
            <a:ext cx="53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AFD3A5-DDBA-4E90-8CE2-9D9C9E2A382C}"/>
              </a:ext>
            </a:extLst>
          </p:cNvPr>
          <p:cNvSpPr/>
          <p:nvPr/>
        </p:nvSpPr>
        <p:spPr>
          <a:xfrm>
            <a:off x="2762250" y="1133475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07E7A6-782B-E8F9-81B9-87FC3A138647}"/>
              </a:ext>
            </a:extLst>
          </p:cNvPr>
          <p:cNvCxnSpPr/>
          <p:nvPr/>
        </p:nvCxnSpPr>
        <p:spPr>
          <a:xfrm>
            <a:off x="2428875" y="2057400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7A9948-CCCE-CA54-1E71-1323C7DA8483}"/>
              </a:ext>
            </a:extLst>
          </p:cNvPr>
          <p:cNvCxnSpPr>
            <a:cxnSpLocks/>
          </p:cNvCxnSpPr>
          <p:nvPr/>
        </p:nvCxnSpPr>
        <p:spPr>
          <a:xfrm>
            <a:off x="3686175" y="685800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D0F9D02-996E-8497-68F3-61856E4437E5}"/>
                  </a:ext>
                </a:extLst>
              </p14:cNvPr>
              <p14:cNvContentPartPr/>
              <p14:nvPr/>
            </p14:nvContentPartPr>
            <p14:xfrm>
              <a:off x="5273400" y="6239430"/>
              <a:ext cx="145440" cy="40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D0F9D02-996E-8497-68F3-61856E4437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9080" y="6235110"/>
                <a:ext cx="15408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C438F8B8-9D50-97F9-3B9A-7266CF220EC2}"/>
              </a:ext>
            </a:extLst>
          </p:cNvPr>
          <p:cNvGrpSpPr/>
          <p:nvPr/>
        </p:nvGrpSpPr>
        <p:grpSpPr>
          <a:xfrm>
            <a:off x="2258040" y="416430"/>
            <a:ext cx="751680" cy="194400"/>
            <a:chOff x="2258040" y="416430"/>
            <a:chExt cx="75168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F320A48-3A9D-6DB7-B23D-1B233B4C9788}"/>
                    </a:ext>
                  </a:extLst>
                </p14:cNvPr>
                <p14:cNvContentPartPr/>
                <p14:nvPr/>
              </p14:nvContentPartPr>
              <p14:xfrm>
                <a:off x="2258040" y="469710"/>
                <a:ext cx="177480" cy="138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F320A48-3A9D-6DB7-B23D-1B233B4C978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53720" y="465390"/>
                  <a:ext cx="186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3DC58B9-A394-2D9C-3E85-969B8FD4BBBE}"/>
                    </a:ext>
                  </a:extLst>
                </p14:cNvPr>
                <p14:cNvContentPartPr/>
                <p14:nvPr/>
              </p14:nvContentPartPr>
              <p14:xfrm>
                <a:off x="2516160" y="560070"/>
                <a:ext cx="30240" cy="50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3DC58B9-A394-2D9C-3E85-969B8FD4BBB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11840" y="555750"/>
                  <a:ext cx="38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B305143-1AE8-2592-6FBD-B8E4725B825F}"/>
                    </a:ext>
                  </a:extLst>
                </p14:cNvPr>
                <p14:cNvContentPartPr/>
                <p14:nvPr/>
              </p14:nvContentPartPr>
              <p14:xfrm>
                <a:off x="2610840" y="504270"/>
                <a:ext cx="116640" cy="104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B305143-1AE8-2592-6FBD-B8E4725B825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06520" y="499950"/>
                  <a:ext cx="125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29A9592-1F80-8FA9-10D7-B709971547A8}"/>
                    </a:ext>
                  </a:extLst>
                </p14:cNvPr>
                <p14:cNvContentPartPr/>
                <p14:nvPr/>
              </p14:nvContentPartPr>
              <p14:xfrm>
                <a:off x="2735040" y="416430"/>
                <a:ext cx="274680" cy="36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29A9592-1F80-8FA9-10D7-B709971547A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0720" y="412110"/>
                  <a:ext cx="28332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CE622C6-2B1B-63DF-CD3D-93F231381FFB}"/>
                  </a:ext>
                </a:extLst>
              </p14:cNvPr>
              <p14:cNvContentPartPr/>
              <p14:nvPr/>
            </p14:nvContentPartPr>
            <p14:xfrm>
              <a:off x="5166120" y="453150"/>
              <a:ext cx="38520" cy="168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CE622C6-2B1B-63DF-CD3D-93F231381FF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61800" y="448830"/>
                <a:ext cx="4716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885596C9-9EDC-DD47-D97B-7FDF79150EFB}"/>
              </a:ext>
            </a:extLst>
          </p:cNvPr>
          <p:cNvGrpSpPr/>
          <p:nvPr/>
        </p:nvGrpSpPr>
        <p:grpSpPr>
          <a:xfrm>
            <a:off x="7748400" y="420390"/>
            <a:ext cx="465120" cy="220680"/>
            <a:chOff x="7748400" y="420390"/>
            <a:chExt cx="46512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2FEA1C4-4E98-B9B8-1E0C-94F2D3B41113}"/>
                    </a:ext>
                  </a:extLst>
                </p14:cNvPr>
                <p14:cNvContentPartPr/>
                <p14:nvPr/>
              </p14:nvContentPartPr>
              <p14:xfrm>
                <a:off x="7748400" y="503550"/>
                <a:ext cx="34200" cy="116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2FEA1C4-4E98-B9B8-1E0C-94F2D3B4111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44080" y="499230"/>
                  <a:ext cx="42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355DE8-9003-04D6-558E-648A31219722}"/>
                    </a:ext>
                  </a:extLst>
                </p14:cNvPr>
                <p14:cNvContentPartPr/>
                <p14:nvPr/>
              </p14:nvContentPartPr>
              <p14:xfrm>
                <a:off x="7834440" y="581670"/>
                <a:ext cx="41760" cy="59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355DE8-9003-04D6-558E-648A3121972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30120" y="577350"/>
                  <a:ext cx="504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CBA57E-433B-CAED-4480-9E5EED5038E0}"/>
                    </a:ext>
                  </a:extLst>
                </p14:cNvPr>
                <p14:cNvContentPartPr/>
                <p14:nvPr/>
              </p14:nvContentPartPr>
              <p14:xfrm>
                <a:off x="7945320" y="552870"/>
                <a:ext cx="36720" cy="77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CBA57E-433B-CAED-4480-9E5EED5038E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41000" y="548550"/>
                  <a:ext cx="453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79F54D6-E39B-0791-E53C-3C71D4BFDD05}"/>
                    </a:ext>
                  </a:extLst>
                </p14:cNvPr>
                <p14:cNvContentPartPr/>
                <p14:nvPr/>
              </p14:nvContentPartPr>
              <p14:xfrm>
                <a:off x="7986000" y="420390"/>
                <a:ext cx="227520" cy="57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79F54D6-E39B-0791-E53C-3C71D4BFDD0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81680" y="416070"/>
                  <a:ext cx="23616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C077E6-C6F3-D7BC-B35F-C57345821D20}"/>
              </a:ext>
            </a:extLst>
          </p:cNvPr>
          <p:cNvGrpSpPr/>
          <p:nvPr/>
        </p:nvGrpSpPr>
        <p:grpSpPr>
          <a:xfrm>
            <a:off x="1936920" y="6038910"/>
            <a:ext cx="352080" cy="176760"/>
            <a:chOff x="1936920" y="6038910"/>
            <a:chExt cx="35208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14E0923-7C41-DC0C-223F-C291BAC1CF08}"/>
                    </a:ext>
                  </a:extLst>
                </p14:cNvPr>
                <p14:cNvContentPartPr/>
                <p14:nvPr/>
              </p14:nvContentPartPr>
              <p14:xfrm>
                <a:off x="1936920" y="6063750"/>
                <a:ext cx="149400" cy="151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14E0923-7C41-DC0C-223F-C291BAC1CF0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32600" y="6059430"/>
                  <a:ext cx="158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E925874-CD62-234C-8719-0020EEA50845}"/>
                    </a:ext>
                  </a:extLst>
                </p14:cNvPr>
                <p14:cNvContentPartPr/>
                <p14:nvPr/>
              </p14:nvContentPartPr>
              <p14:xfrm>
                <a:off x="2120880" y="6165630"/>
                <a:ext cx="18000" cy="42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E925874-CD62-234C-8719-0020EEA5084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16560" y="6161310"/>
                  <a:ext cx="266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EA3E7FF-1FF7-561C-6FF8-97BE85948E7B}"/>
                    </a:ext>
                  </a:extLst>
                </p14:cNvPr>
                <p14:cNvContentPartPr/>
                <p14:nvPr/>
              </p14:nvContentPartPr>
              <p14:xfrm>
                <a:off x="2169840" y="6120630"/>
                <a:ext cx="52200" cy="77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EA3E7FF-1FF7-561C-6FF8-97BE85948E7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65520" y="6116310"/>
                  <a:ext cx="60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EF312B5-64D8-C506-DB31-376B83FF6189}"/>
                    </a:ext>
                  </a:extLst>
                </p14:cNvPr>
                <p14:cNvContentPartPr/>
                <p14:nvPr/>
              </p14:nvContentPartPr>
              <p14:xfrm>
                <a:off x="2226360" y="6038910"/>
                <a:ext cx="62640" cy="70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EF312B5-64D8-C506-DB31-376B83FF618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22040" y="6034590"/>
                  <a:ext cx="7128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C821C9D-9A83-4196-02C1-0AB5DDEB224A}"/>
              </a:ext>
            </a:extLst>
          </p:cNvPr>
          <p:cNvGrpSpPr/>
          <p:nvPr/>
        </p:nvGrpSpPr>
        <p:grpSpPr>
          <a:xfrm>
            <a:off x="1959960" y="3349350"/>
            <a:ext cx="268920" cy="178920"/>
            <a:chOff x="1959960" y="3349350"/>
            <a:chExt cx="26892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CBC1050-A269-B009-DFB3-168E52A7F96D}"/>
                    </a:ext>
                  </a:extLst>
                </p14:cNvPr>
                <p14:cNvContentPartPr/>
                <p14:nvPr/>
              </p14:nvContentPartPr>
              <p14:xfrm>
                <a:off x="1959960" y="3397590"/>
                <a:ext cx="40680" cy="130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CBC1050-A269-B009-DFB3-168E52A7F96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55640" y="3393270"/>
                  <a:ext cx="49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A3292D2-83DA-BE0A-1ED4-0708F5EE794D}"/>
                    </a:ext>
                  </a:extLst>
                </p14:cNvPr>
                <p14:cNvContentPartPr/>
                <p14:nvPr/>
              </p14:nvContentPartPr>
              <p14:xfrm>
                <a:off x="2058240" y="3474630"/>
                <a:ext cx="29520" cy="31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A3292D2-83DA-BE0A-1ED4-0708F5EE794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53920" y="3470310"/>
                  <a:ext cx="38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3CD7BA8-CA95-2E9F-A910-72EFC7B222D1}"/>
                    </a:ext>
                  </a:extLst>
                </p14:cNvPr>
                <p14:cNvContentPartPr/>
                <p14:nvPr/>
              </p14:nvContentPartPr>
              <p14:xfrm>
                <a:off x="2138880" y="3349350"/>
                <a:ext cx="90000" cy="98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3CD7BA8-CA95-2E9F-A910-72EFC7B222D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34560" y="3345030"/>
                  <a:ext cx="9864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322AB96-7BF3-7F18-DB19-CA7E94786EC6}"/>
              </a:ext>
            </a:extLst>
          </p:cNvPr>
          <p:cNvGrpSpPr/>
          <p:nvPr/>
        </p:nvGrpSpPr>
        <p:grpSpPr>
          <a:xfrm>
            <a:off x="2053560" y="683910"/>
            <a:ext cx="255600" cy="235080"/>
            <a:chOff x="2053560" y="683910"/>
            <a:chExt cx="25560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9EA876-2097-D2CF-E0A4-C40C2377CB54}"/>
                    </a:ext>
                  </a:extLst>
                </p14:cNvPr>
                <p14:cNvContentPartPr/>
                <p14:nvPr/>
              </p14:nvContentPartPr>
              <p14:xfrm>
                <a:off x="2053560" y="683910"/>
                <a:ext cx="47160" cy="20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9EA876-2097-D2CF-E0A4-C40C2377CB5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49240" y="679590"/>
                  <a:ext cx="55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772E11F-9974-3804-1ACA-14E0DDA91C4D}"/>
                    </a:ext>
                  </a:extLst>
                </p14:cNvPr>
                <p14:cNvContentPartPr/>
                <p14:nvPr/>
              </p14:nvContentPartPr>
              <p14:xfrm>
                <a:off x="2107560" y="849150"/>
                <a:ext cx="36360" cy="68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772E11F-9974-3804-1ACA-14E0DDA91C4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03240" y="844830"/>
                  <a:ext cx="45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0AB092D-A07E-0ED0-9DA8-933A9B4FD070}"/>
                    </a:ext>
                  </a:extLst>
                </p14:cNvPr>
                <p14:cNvContentPartPr/>
                <p14:nvPr/>
              </p14:nvContentPartPr>
              <p14:xfrm>
                <a:off x="2156880" y="833310"/>
                <a:ext cx="74160" cy="85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0AB092D-A07E-0ED0-9DA8-933A9B4FD07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52560" y="828990"/>
                  <a:ext cx="82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B2D02F0-7963-D764-32F3-EB14E8E2DEF2}"/>
                    </a:ext>
                  </a:extLst>
                </p14:cNvPr>
                <p14:cNvContentPartPr/>
                <p14:nvPr/>
              </p14:nvContentPartPr>
              <p14:xfrm>
                <a:off x="2210520" y="779310"/>
                <a:ext cx="98640" cy="3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B2D02F0-7963-D764-32F3-EB14E8E2DEF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06200" y="774990"/>
                  <a:ext cx="1072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AF2486F-59F6-DEC9-79E2-05748429B759}"/>
              </a:ext>
            </a:extLst>
          </p:cNvPr>
          <p:cNvGrpSpPr/>
          <p:nvPr/>
        </p:nvGrpSpPr>
        <p:grpSpPr>
          <a:xfrm>
            <a:off x="5025360" y="376110"/>
            <a:ext cx="707760" cy="279720"/>
            <a:chOff x="5025360" y="376110"/>
            <a:chExt cx="70776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3932C10-4627-FBBC-2118-33A9D5BEB5D1}"/>
                    </a:ext>
                  </a:extLst>
                </p14:cNvPr>
                <p14:cNvContentPartPr/>
                <p14:nvPr/>
              </p14:nvContentPartPr>
              <p14:xfrm>
                <a:off x="5025360" y="376110"/>
                <a:ext cx="89280" cy="275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3932C10-4627-FBBC-2118-33A9D5BEB5D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21040" y="371790"/>
                  <a:ext cx="979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0AC8BDE-89F2-9362-A478-E05FC9465DD5}"/>
                    </a:ext>
                  </a:extLst>
                </p14:cNvPr>
                <p14:cNvContentPartPr/>
                <p14:nvPr/>
              </p14:nvContentPartPr>
              <p14:xfrm>
                <a:off x="5244600" y="573030"/>
                <a:ext cx="38880" cy="82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0AC8BDE-89F2-9362-A478-E05FC9465DD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40280" y="568710"/>
                  <a:ext cx="47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C2A74B6-F44F-FC94-9334-D3F04A54267F}"/>
                    </a:ext>
                  </a:extLst>
                </p14:cNvPr>
                <p14:cNvContentPartPr/>
                <p14:nvPr/>
              </p14:nvContentPartPr>
              <p14:xfrm>
                <a:off x="5366640" y="495630"/>
                <a:ext cx="27720" cy="136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C2A74B6-F44F-FC94-9334-D3F04A54267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62320" y="491310"/>
                  <a:ext cx="363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F5DF47F-95EF-58AF-C45F-3714CC9AB03B}"/>
                    </a:ext>
                  </a:extLst>
                </p14:cNvPr>
                <p14:cNvContentPartPr/>
                <p14:nvPr/>
              </p14:nvContentPartPr>
              <p14:xfrm>
                <a:off x="5442960" y="563310"/>
                <a:ext cx="18000" cy="44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F5DF47F-95EF-58AF-C45F-3714CC9AB03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38640" y="558990"/>
                  <a:ext cx="26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3461C4B-2920-27C9-5866-C71F242C23D7}"/>
                    </a:ext>
                  </a:extLst>
                </p14:cNvPr>
                <p14:cNvContentPartPr/>
                <p14:nvPr/>
              </p14:nvContentPartPr>
              <p14:xfrm>
                <a:off x="5518560" y="542790"/>
                <a:ext cx="81720" cy="85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3461C4B-2920-27C9-5866-C71F242C23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14240" y="538470"/>
                  <a:ext cx="903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05E0918-8C3A-E587-3145-9EADBCFB5417}"/>
                    </a:ext>
                  </a:extLst>
                </p14:cNvPr>
                <p14:cNvContentPartPr/>
                <p14:nvPr/>
              </p14:nvContentPartPr>
              <p14:xfrm>
                <a:off x="5545200" y="437670"/>
                <a:ext cx="187920" cy="89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05E0918-8C3A-E587-3145-9EADBCFB541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40880" y="433350"/>
                  <a:ext cx="19656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DDA28FA-DB42-24EA-E07D-1CABA4363315}"/>
                  </a:ext>
                </a:extLst>
              </p14:cNvPr>
              <p14:cNvContentPartPr/>
              <p14:nvPr/>
            </p14:nvContentPartPr>
            <p14:xfrm>
              <a:off x="5873160" y="419310"/>
              <a:ext cx="111240" cy="3398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DDA28FA-DB42-24EA-E07D-1CABA436331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868840" y="414990"/>
                <a:ext cx="119880" cy="34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8E4DD251-EFAD-20BF-53A2-D59A1D133B83}"/>
              </a:ext>
            </a:extLst>
          </p:cNvPr>
          <p:cNvGrpSpPr/>
          <p:nvPr/>
        </p:nvGrpSpPr>
        <p:grpSpPr>
          <a:xfrm>
            <a:off x="4944360" y="6183990"/>
            <a:ext cx="898200" cy="335880"/>
            <a:chOff x="4944360" y="6183990"/>
            <a:chExt cx="89820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B3EDADB-5825-4BEB-7BCC-D00EC18C21B3}"/>
                    </a:ext>
                  </a:extLst>
                </p14:cNvPr>
                <p14:cNvContentPartPr/>
                <p14:nvPr/>
              </p14:nvContentPartPr>
              <p14:xfrm>
                <a:off x="5103840" y="6272190"/>
                <a:ext cx="13680" cy="153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B3EDADB-5825-4BEB-7BCC-D00EC18C21B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99520" y="6267870"/>
                  <a:ext cx="22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97C7DFB-9D81-2E5F-143A-B2EC57925D2D}"/>
                    </a:ext>
                  </a:extLst>
                </p14:cNvPr>
                <p14:cNvContentPartPr/>
                <p14:nvPr/>
              </p14:nvContentPartPr>
              <p14:xfrm>
                <a:off x="5192760" y="6389190"/>
                <a:ext cx="20520" cy="58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97C7DFB-9D81-2E5F-143A-B2EC57925D2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88440" y="6384870"/>
                  <a:ext cx="291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54C81B6-87E2-B1CC-B452-93EC7EA8F762}"/>
                    </a:ext>
                  </a:extLst>
                </p14:cNvPr>
                <p14:cNvContentPartPr/>
                <p14:nvPr/>
              </p14:nvContentPartPr>
              <p14:xfrm>
                <a:off x="5279520" y="6284070"/>
                <a:ext cx="133920" cy="115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54C81B6-87E2-B1CC-B452-93EC7EA8F76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75200" y="6279750"/>
                  <a:ext cx="1425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0379B80-A62B-8CE2-478B-FB46AB221A3C}"/>
                    </a:ext>
                  </a:extLst>
                </p14:cNvPr>
                <p14:cNvContentPartPr/>
                <p14:nvPr/>
              </p14:nvContentPartPr>
              <p14:xfrm>
                <a:off x="5491560" y="6308550"/>
                <a:ext cx="20160" cy="11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0379B80-A62B-8CE2-478B-FB46AB221A3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87240" y="6304230"/>
                  <a:ext cx="28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A1C0BCB-354C-92F6-C037-5915164B6E5E}"/>
                    </a:ext>
                  </a:extLst>
                </p14:cNvPr>
                <p14:cNvContentPartPr/>
                <p14:nvPr/>
              </p14:nvContentPartPr>
              <p14:xfrm>
                <a:off x="5555640" y="6320790"/>
                <a:ext cx="85680" cy="56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A1C0BCB-354C-92F6-C037-5915164B6E5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51320" y="6316470"/>
                  <a:ext cx="94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C9372E0-962A-C499-0BB3-3FAF26D893B3}"/>
                    </a:ext>
                  </a:extLst>
                </p14:cNvPr>
                <p14:cNvContentPartPr/>
                <p14:nvPr/>
              </p14:nvContentPartPr>
              <p14:xfrm>
                <a:off x="5625840" y="6183990"/>
                <a:ext cx="153720" cy="99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C9372E0-962A-C499-0BB3-3FAF26D893B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21520" y="6179670"/>
                  <a:ext cx="162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96D20AD-593F-2E62-0AB0-3291BE139B60}"/>
                    </a:ext>
                  </a:extLst>
                </p14:cNvPr>
                <p14:cNvContentPartPr/>
                <p14:nvPr/>
              </p14:nvContentPartPr>
              <p14:xfrm>
                <a:off x="4944360" y="6241950"/>
                <a:ext cx="195120" cy="277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96D20AD-593F-2E62-0AB0-3291BE139B6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40040" y="6237630"/>
                  <a:ext cx="2037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DDFE399-4A32-00A8-567E-541038DA1249}"/>
                    </a:ext>
                  </a:extLst>
                </p14:cNvPr>
                <p14:cNvContentPartPr/>
                <p14:nvPr/>
              </p14:nvContentPartPr>
              <p14:xfrm>
                <a:off x="5735640" y="6274350"/>
                <a:ext cx="106920" cy="175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DDFE399-4A32-00A8-567E-541038DA124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31320" y="6270030"/>
                  <a:ext cx="11556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063D660-4B3A-9C11-A3AB-C3924BAF1334}"/>
              </a:ext>
            </a:extLst>
          </p:cNvPr>
          <p:cNvGrpSpPr/>
          <p:nvPr/>
        </p:nvGrpSpPr>
        <p:grpSpPr>
          <a:xfrm>
            <a:off x="1739280" y="1906110"/>
            <a:ext cx="433440" cy="219960"/>
            <a:chOff x="1739280" y="1906110"/>
            <a:chExt cx="43344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C5D9B5E-B2BE-79C8-708E-D2D8434495EC}"/>
                    </a:ext>
                  </a:extLst>
                </p14:cNvPr>
                <p14:cNvContentPartPr/>
                <p14:nvPr/>
              </p14:nvContentPartPr>
              <p14:xfrm>
                <a:off x="1739280" y="1931310"/>
                <a:ext cx="35640" cy="176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C5D9B5E-B2BE-79C8-708E-D2D8434495E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34960" y="1926990"/>
                  <a:ext cx="44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F8E6B76-A986-3D86-0D5D-203E9A9CD76E}"/>
                    </a:ext>
                  </a:extLst>
                </p14:cNvPr>
                <p14:cNvContentPartPr/>
                <p14:nvPr/>
              </p14:nvContentPartPr>
              <p14:xfrm>
                <a:off x="1838640" y="2065950"/>
                <a:ext cx="19440" cy="60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F8E6B76-A986-3D86-0D5D-203E9A9CD76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34320" y="2061630"/>
                  <a:ext cx="28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0441E4-ACF4-8A4E-A6BA-ED4873982EEB}"/>
                    </a:ext>
                  </a:extLst>
                </p14:cNvPr>
                <p14:cNvContentPartPr/>
                <p14:nvPr/>
              </p14:nvContentPartPr>
              <p14:xfrm>
                <a:off x="1926480" y="1990710"/>
                <a:ext cx="90000" cy="128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0441E4-ACF4-8A4E-A6BA-ED4873982EE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22160" y="1986390"/>
                  <a:ext cx="98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E097560-4DAC-63E1-645C-29383E0C6E1A}"/>
                    </a:ext>
                  </a:extLst>
                </p14:cNvPr>
                <p14:cNvContentPartPr/>
                <p14:nvPr/>
              </p14:nvContentPartPr>
              <p14:xfrm>
                <a:off x="2030160" y="1974150"/>
                <a:ext cx="70200" cy="91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E097560-4DAC-63E1-645C-29383E0C6E1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25840" y="1969830"/>
                  <a:ext cx="788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2E6DAFD-42E3-273E-2990-E02847AFBCFA}"/>
                    </a:ext>
                  </a:extLst>
                </p14:cNvPr>
                <p14:cNvContentPartPr/>
                <p14:nvPr/>
              </p14:nvContentPartPr>
              <p14:xfrm>
                <a:off x="2062920" y="1906110"/>
                <a:ext cx="109800" cy="56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2E6DAFD-42E3-273E-2990-E02847AFBCF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58600" y="1901790"/>
                  <a:ext cx="11844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13A5341-68F6-E341-77E8-1C65339CD504}"/>
              </a:ext>
            </a:extLst>
          </p:cNvPr>
          <p:cNvGrpSpPr/>
          <p:nvPr/>
        </p:nvGrpSpPr>
        <p:grpSpPr>
          <a:xfrm>
            <a:off x="3819720" y="1796670"/>
            <a:ext cx="397440" cy="194760"/>
            <a:chOff x="3819720" y="1796670"/>
            <a:chExt cx="39744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A08F3F3-EF1E-4F58-C0D0-DE7CE0D5585A}"/>
                    </a:ext>
                  </a:extLst>
                </p14:cNvPr>
                <p14:cNvContentPartPr/>
                <p14:nvPr/>
              </p14:nvContentPartPr>
              <p14:xfrm>
                <a:off x="3826920" y="1847070"/>
                <a:ext cx="44280" cy="16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A08F3F3-EF1E-4F58-C0D0-DE7CE0D5585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22600" y="1842750"/>
                  <a:ext cx="529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BA8DA68-12D8-0B44-8449-348AE01BD56C}"/>
                    </a:ext>
                  </a:extLst>
                </p14:cNvPr>
                <p14:cNvContentPartPr/>
                <p14:nvPr/>
              </p14:nvContentPartPr>
              <p14:xfrm>
                <a:off x="3819720" y="1848150"/>
                <a:ext cx="20520" cy="143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BA8DA68-12D8-0B44-8449-348AE01BD56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15400" y="1843830"/>
                  <a:ext cx="29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E03271A-1878-0620-11D4-E33E6B9FEDAF}"/>
                    </a:ext>
                  </a:extLst>
                </p14:cNvPr>
                <p14:cNvContentPartPr/>
                <p14:nvPr/>
              </p14:nvContentPartPr>
              <p14:xfrm>
                <a:off x="3902520" y="1920150"/>
                <a:ext cx="20520" cy="48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E03271A-1878-0620-11D4-E33E6B9FEDA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98200" y="1915830"/>
                  <a:ext cx="29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CBAE46A-863A-F236-2E7D-0CD65BE0C4AD}"/>
                    </a:ext>
                  </a:extLst>
                </p14:cNvPr>
                <p14:cNvContentPartPr/>
                <p14:nvPr/>
              </p14:nvContentPartPr>
              <p14:xfrm>
                <a:off x="3938520" y="1847430"/>
                <a:ext cx="105120" cy="103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CBAE46A-863A-F236-2E7D-0CD65BE0C4A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34200" y="1843110"/>
                  <a:ext cx="113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DF9A2D1-970F-AB45-007E-68A2E18A3F3D}"/>
                    </a:ext>
                  </a:extLst>
                </p14:cNvPr>
                <p14:cNvContentPartPr/>
                <p14:nvPr/>
              </p14:nvContentPartPr>
              <p14:xfrm>
                <a:off x="4087560" y="1824030"/>
                <a:ext cx="74880" cy="121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DF9A2D1-970F-AB45-007E-68A2E18A3F3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83240" y="1819710"/>
                  <a:ext cx="83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A0CB342-BAD3-3F1E-130F-8AE4837A7D8D}"/>
                    </a:ext>
                  </a:extLst>
                </p14:cNvPr>
                <p14:cNvContentPartPr/>
                <p14:nvPr/>
              </p14:nvContentPartPr>
              <p14:xfrm>
                <a:off x="4141560" y="1796670"/>
                <a:ext cx="75600" cy="36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A0CB342-BAD3-3F1E-130F-8AE4837A7D8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37240" y="1792350"/>
                  <a:ext cx="8424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71DCC94-03E5-60D5-8FF4-BC03E650FC45}"/>
                  </a:ext>
                </a:extLst>
              </p14:cNvPr>
              <p14:cNvContentPartPr/>
              <p14:nvPr/>
            </p14:nvContentPartPr>
            <p14:xfrm>
              <a:off x="3616320" y="1994670"/>
              <a:ext cx="125640" cy="1339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71DCC94-03E5-60D5-8FF4-BC03E650FC4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612000" y="1990350"/>
                <a:ext cx="134280" cy="1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88C1299B-BF66-F19D-0B37-E3A66C323C23}"/>
              </a:ext>
            </a:extLst>
          </p:cNvPr>
          <p:cNvGrpSpPr/>
          <p:nvPr/>
        </p:nvGrpSpPr>
        <p:grpSpPr>
          <a:xfrm>
            <a:off x="3518760" y="365670"/>
            <a:ext cx="507960" cy="244080"/>
            <a:chOff x="3518760" y="365670"/>
            <a:chExt cx="50796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5E42148-829E-FC42-3EF8-1200005BF079}"/>
                    </a:ext>
                  </a:extLst>
                </p14:cNvPr>
                <p14:cNvContentPartPr/>
                <p14:nvPr/>
              </p14:nvContentPartPr>
              <p14:xfrm>
                <a:off x="3587880" y="410670"/>
                <a:ext cx="16560" cy="14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5E42148-829E-FC42-3EF8-1200005BF0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83560" y="406350"/>
                  <a:ext cx="25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A9960C7-9ABE-7F78-45C4-0035A6EDD41F}"/>
                    </a:ext>
                  </a:extLst>
                </p14:cNvPr>
                <p14:cNvContentPartPr/>
                <p14:nvPr/>
              </p14:nvContentPartPr>
              <p14:xfrm>
                <a:off x="3518760" y="552150"/>
                <a:ext cx="54000" cy="57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A9960C7-9ABE-7F78-45C4-0035A6EDD41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14440" y="547830"/>
                  <a:ext cx="62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0B8E026-A7D5-4FB4-41B7-A68BD7D55E75}"/>
                    </a:ext>
                  </a:extLst>
                </p14:cNvPr>
                <p14:cNvContentPartPr/>
                <p14:nvPr/>
              </p14:nvContentPartPr>
              <p14:xfrm>
                <a:off x="3623160" y="438030"/>
                <a:ext cx="128160" cy="164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0B8E026-A7D5-4FB4-41B7-A68BD7D55E7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18840" y="433710"/>
                  <a:ext cx="136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8AF0E44-F30F-C70F-A94A-B4949FDECF6E}"/>
                    </a:ext>
                  </a:extLst>
                </p14:cNvPr>
                <p14:cNvContentPartPr/>
                <p14:nvPr/>
              </p14:nvContentPartPr>
              <p14:xfrm>
                <a:off x="3683640" y="471150"/>
                <a:ext cx="120600" cy="75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8AF0E44-F30F-C70F-A94A-B4949FDECF6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79320" y="466830"/>
                  <a:ext cx="1292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EFEF21B-488D-8D12-2BD6-C3A0222D6D6C}"/>
                    </a:ext>
                  </a:extLst>
                </p14:cNvPr>
                <p14:cNvContentPartPr/>
                <p14:nvPr/>
              </p14:nvContentPartPr>
              <p14:xfrm>
                <a:off x="3809280" y="445590"/>
                <a:ext cx="113040" cy="119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EFEF21B-488D-8D12-2BD6-C3A0222D6D6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804960" y="441270"/>
                  <a:ext cx="121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F45B4B8-5A33-6F71-3506-DF9CFD13F49D}"/>
                    </a:ext>
                  </a:extLst>
                </p14:cNvPr>
                <p14:cNvContentPartPr/>
                <p14:nvPr/>
              </p14:nvContentPartPr>
              <p14:xfrm>
                <a:off x="3853200" y="365670"/>
                <a:ext cx="173520" cy="74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F45B4B8-5A33-6F71-3506-DF9CFD13F49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48880" y="361350"/>
                  <a:ext cx="18216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DCA94C6-891D-D21C-96EE-16B8AADDDFC0}"/>
              </a:ext>
            </a:extLst>
          </p:cNvPr>
          <p:cNvGrpSpPr/>
          <p:nvPr/>
        </p:nvGrpSpPr>
        <p:grpSpPr>
          <a:xfrm>
            <a:off x="3474120" y="1101150"/>
            <a:ext cx="628200" cy="1896480"/>
            <a:chOff x="3474120" y="1101150"/>
            <a:chExt cx="628200" cy="189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B76D3FA-C7E0-AA78-E7A9-7A2079FBBF81}"/>
                    </a:ext>
                  </a:extLst>
                </p14:cNvPr>
                <p14:cNvContentPartPr/>
                <p14:nvPr/>
              </p14:nvContentPartPr>
              <p14:xfrm>
                <a:off x="3560880" y="1107990"/>
                <a:ext cx="432000" cy="26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B76D3FA-C7E0-AA78-E7A9-7A2079FBBF8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56560" y="1103670"/>
                  <a:ext cx="440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9088CB-A100-BEED-BD34-7A6E4B97F7D1}"/>
                    </a:ext>
                  </a:extLst>
                </p14:cNvPr>
                <p14:cNvContentPartPr/>
                <p14:nvPr/>
              </p14:nvContentPartPr>
              <p14:xfrm>
                <a:off x="3602280" y="1101150"/>
                <a:ext cx="117720" cy="1896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B9088CB-A100-BEED-BD34-7A6E4B97F7D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97960" y="1096830"/>
                  <a:ext cx="126360" cy="19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BE99798-B960-428C-07DB-54F988A4CF97}"/>
                    </a:ext>
                  </a:extLst>
                </p14:cNvPr>
                <p14:cNvContentPartPr/>
                <p14:nvPr/>
              </p14:nvContentPartPr>
              <p14:xfrm>
                <a:off x="3474120" y="2932830"/>
                <a:ext cx="332280" cy="49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BE99798-B960-428C-07DB-54F988A4CF9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69800" y="2928510"/>
                  <a:ext cx="3409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E67040C-A4A1-5FBB-25D9-B4F7CC4631A0}"/>
                    </a:ext>
                  </a:extLst>
                </p14:cNvPr>
                <p14:cNvContentPartPr/>
                <p14:nvPr/>
              </p14:nvContentPartPr>
              <p14:xfrm>
                <a:off x="3810000" y="2748510"/>
                <a:ext cx="101520" cy="102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E67040C-A4A1-5FBB-25D9-B4F7CC4631A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05680" y="2744190"/>
                  <a:ext cx="1101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E38E0A2-85E6-BFAF-55CB-069BFB545A0E}"/>
                    </a:ext>
                  </a:extLst>
                </p14:cNvPr>
                <p14:cNvContentPartPr/>
                <p14:nvPr/>
              </p14:nvContentPartPr>
              <p14:xfrm>
                <a:off x="3984600" y="2716110"/>
                <a:ext cx="7920" cy="39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E38E0A2-85E6-BFAF-55CB-069BFB545A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80280" y="2711790"/>
                  <a:ext cx="16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0EC6D33-589E-6E6A-E494-E5A626B80CD7}"/>
                    </a:ext>
                  </a:extLst>
                </p14:cNvPr>
                <p14:cNvContentPartPr/>
                <p14:nvPr/>
              </p14:nvContentPartPr>
              <p14:xfrm>
                <a:off x="3984960" y="2689830"/>
                <a:ext cx="117360" cy="45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0EC6D33-589E-6E6A-E494-E5A626B80C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80640" y="2685510"/>
                  <a:ext cx="126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D80E208-8536-A7FD-4C0C-C04BC3CBE05A}"/>
                    </a:ext>
                  </a:extLst>
                </p14:cNvPr>
                <p14:cNvContentPartPr/>
                <p14:nvPr/>
              </p14:nvContentPartPr>
              <p14:xfrm>
                <a:off x="4038600" y="2582190"/>
                <a:ext cx="60840" cy="175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D80E208-8536-A7FD-4C0C-C04BC3CBE05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34280" y="2577870"/>
                  <a:ext cx="6948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CF9924DF-FFA3-31BC-5A34-B4DA175293D5}"/>
                  </a:ext>
                </a:extLst>
              </p14:cNvPr>
              <p14:cNvContentPartPr/>
              <p14:nvPr/>
            </p14:nvContentPartPr>
            <p14:xfrm>
              <a:off x="3618480" y="3412710"/>
              <a:ext cx="327600" cy="338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CF9924DF-FFA3-31BC-5A34-B4DA175293D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614160" y="3408390"/>
                <a:ext cx="33624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B1559830-E5B1-7B6B-AA22-584EC205A3D1}"/>
              </a:ext>
            </a:extLst>
          </p:cNvPr>
          <p:cNvGrpSpPr/>
          <p:nvPr/>
        </p:nvGrpSpPr>
        <p:grpSpPr>
          <a:xfrm>
            <a:off x="3864360" y="3030750"/>
            <a:ext cx="496440" cy="249120"/>
            <a:chOff x="3864360" y="3030750"/>
            <a:chExt cx="49644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D5E61F0-8DF9-CD3E-B3CB-4FB6BAE117C8}"/>
                    </a:ext>
                  </a:extLst>
                </p14:cNvPr>
                <p14:cNvContentPartPr/>
                <p14:nvPr/>
              </p14:nvContentPartPr>
              <p14:xfrm>
                <a:off x="3864360" y="3131910"/>
                <a:ext cx="114120" cy="147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D5E61F0-8DF9-CD3E-B3CB-4FB6BAE117C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860040" y="3127590"/>
                  <a:ext cx="122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FECF464-90B6-BE31-9BA0-EAEF7869737F}"/>
                    </a:ext>
                  </a:extLst>
                </p14:cNvPr>
                <p14:cNvContentPartPr/>
                <p14:nvPr/>
              </p14:nvContentPartPr>
              <p14:xfrm>
                <a:off x="4061640" y="3199230"/>
                <a:ext cx="32760" cy="65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FECF464-90B6-BE31-9BA0-EAEF7869737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057320" y="3194910"/>
                  <a:ext cx="41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DEE562F-139A-D669-3DF3-4BEEF871322C}"/>
                    </a:ext>
                  </a:extLst>
                </p14:cNvPr>
                <p14:cNvContentPartPr/>
                <p14:nvPr/>
              </p14:nvContentPartPr>
              <p14:xfrm>
                <a:off x="4122840" y="3119670"/>
                <a:ext cx="126000" cy="122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DEE562F-139A-D669-3DF3-4BEEF871322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18520" y="3115350"/>
                  <a:ext cx="134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0861A3D-A326-D872-F274-21FEE1520862}"/>
                    </a:ext>
                  </a:extLst>
                </p14:cNvPr>
                <p14:cNvContentPartPr/>
                <p14:nvPr/>
              </p14:nvContentPartPr>
              <p14:xfrm>
                <a:off x="4179360" y="3030750"/>
                <a:ext cx="181440" cy="78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0861A3D-A326-D872-F274-21FEE152086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75040" y="3026430"/>
                  <a:ext cx="19008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181E56B-314B-0B5E-C1D7-F1229EBA6E22}"/>
              </a:ext>
            </a:extLst>
          </p:cNvPr>
          <p:cNvGrpSpPr/>
          <p:nvPr/>
        </p:nvGrpSpPr>
        <p:grpSpPr>
          <a:xfrm>
            <a:off x="3795600" y="864630"/>
            <a:ext cx="484560" cy="147960"/>
            <a:chOff x="3795600" y="864630"/>
            <a:chExt cx="48456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B987C7B-2EBC-B9C8-54AC-5E2173A696F7}"/>
                    </a:ext>
                  </a:extLst>
                </p14:cNvPr>
                <p14:cNvContentPartPr/>
                <p14:nvPr/>
              </p14:nvContentPartPr>
              <p14:xfrm>
                <a:off x="3795600" y="864630"/>
                <a:ext cx="144360" cy="112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B987C7B-2EBC-B9C8-54AC-5E2173A696F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91280" y="860310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AD1F266-A3AF-2DD6-BC93-7D58EC594385}"/>
                    </a:ext>
                  </a:extLst>
                </p14:cNvPr>
                <p14:cNvContentPartPr/>
                <p14:nvPr/>
              </p14:nvContentPartPr>
              <p14:xfrm>
                <a:off x="3997560" y="977310"/>
                <a:ext cx="16920" cy="29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AD1F266-A3AF-2DD6-BC93-7D58EC59438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93240" y="972990"/>
                  <a:ext cx="25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8B463EA-800C-7B19-362B-C6078ADE6E60}"/>
                    </a:ext>
                  </a:extLst>
                </p14:cNvPr>
                <p14:cNvContentPartPr/>
                <p14:nvPr/>
              </p14:nvContentPartPr>
              <p14:xfrm>
                <a:off x="4116720" y="891990"/>
                <a:ext cx="163440" cy="120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8B463EA-800C-7B19-362B-C6078ADE6E6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112400" y="887670"/>
                  <a:ext cx="17208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6E0384F-D3F3-D680-05F9-24E9F6815274}"/>
                  </a:ext>
                </a:extLst>
              </p14:cNvPr>
              <p14:cNvContentPartPr/>
              <p14:nvPr/>
            </p14:nvContentPartPr>
            <p14:xfrm>
              <a:off x="2746200" y="1839150"/>
              <a:ext cx="69120" cy="4539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6E0384F-D3F3-D680-05F9-24E9F681527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741880" y="1834830"/>
                <a:ext cx="77760" cy="46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75D896EA-8046-10B0-4996-3EE8DF3F6516}"/>
              </a:ext>
            </a:extLst>
          </p:cNvPr>
          <p:cNvGrpSpPr/>
          <p:nvPr/>
        </p:nvGrpSpPr>
        <p:grpSpPr>
          <a:xfrm>
            <a:off x="2466840" y="2439990"/>
            <a:ext cx="278280" cy="132120"/>
            <a:chOff x="2466840" y="2439990"/>
            <a:chExt cx="278280" cy="13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A7F973D-551C-3741-B1DC-ADD106B33425}"/>
                    </a:ext>
                  </a:extLst>
                </p14:cNvPr>
                <p14:cNvContentPartPr/>
                <p14:nvPr/>
              </p14:nvContentPartPr>
              <p14:xfrm>
                <a:off x="2466840" y="2501550"/>
                <a:ext cx="88200" cy="70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A7F973D-551C-3741-B1DC-ADD106B3342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62520" y="2497230"/>
                  <a:ext cx="96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58815DF-FB15-4932-942F-D624BD43F99D}"/>
                    </a:ext>
                  </a:extLst>
                </p14:cNvPr>
                <p14:cNvContentPartPr/>
                <p14:nvPr/>
              </p14:nvContentPartPr>
              <p14:xfrm>
                <a:off x="2598960" y="2527110"/>
                <a:ext cx="13320" cy="34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58815DF-FB15-4932-942F-D624BD43F99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94640" y="2522790"/>
                  <a:ext cx="21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D7A9C44-B1D4-8798-84E1-F2F7E1F5583D}"/>
                    </a:ext>
                  </a:extLst>
                </p14:cNvPr>
                <p14:cNvContentPartPr/>
                <p14:nvPr/>
              </p14:nvContentPartPr>
              <p14:xfrm>
                <a:off x="2620920" y="2439990"/>
                <a:ext cx="124200" cy="101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D7A9C44-B1D4-8798-84E1-F2F7E1F5583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16600" y="2435670"/>
                  <a:ext cx="13284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7FEEBE4-D0C3-5F5A-FAD7-7A1DB927D485}"/>
              </a:ext>
            </a:extLst>
          </p:cNvPr>
          <p:cNvGrpSpPr/>
          <p:nvPr/>
        </p:nvGrpSpPr>
        <p:grpSpPr>
          <a:xfrm>
            <a:off x="4651680" y="1891710"/>
            <a:ext cx="392400" cy="446400"/>
            <a:chOff x="4651680" y="1891710"/>
            <a:chExt cx="392400" cy="44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9C8F9EC-B9D6-E721-F1F6-F85A22637C1C}"/>
                    </a:ext>
                  </a:extLst>
                </p14:cNvPr>
                <p14:cNvContentPartPr/>
                <p14:nvPr/>
              </p14:nvContentPartPr>
              <p14:xfrm>
                <a:off x="4651680" y="1891710"/>
                <a:ext cx="20880" cy="363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9C8F9EC-B9D6-E721-F1F6-F85A22637C1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47360" y="1887390"/>
                  <a:ext cx="295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AFEFA53-E2B1-D5C9-82BC-F18C02D24DAD}"/>
                    </a:ext>
                  </a:extLst>
                </p14:cNvPr>
                <p14:cNvContentPartPr/>
                <p14:nvPr/>
              </p14:nvContentPartPr>
              <p14:xfrm>
                <a:off x="4752840" y="2194470"/>
                <a:ext cx="57960" cy="75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AFEFA53-E2B1-D5C9-82BC-F18C02D24DA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48520" y="2190150"/>
                  <a:ext cx="666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C87DCDF-9BF0-11B6-E95F-8DA925400A04}"/>
                    </a:ext>
                  </a:extLst>
                </p14:cNvPr>
                <p14:cNvContentPartPr/>
                <p14:nvPr/>
              </p14:nvContentPartPr>
              <p14:xfrm>
                <a:off x="4886760" y="2191230"/>
                <a:ext cx="157320" cy="124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C87DCDF-9BF0-11B6-E95F-8DA925400A0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82440" y="2186910"/>
                  <a:ext cx="165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5D74CD4-D5BA-AFE1-4D36-C062352455BC}"/>
                    </a:ext>
                  </a:extLst>
                </p14:cNvPr>
                <p14:cNvContentPartPr/>
                <p14:nvPr/>
              </p14:nvContentPartPr>
              <p14:xfrm>
                <a:off x="4868400" y="2293830"/>
                <a:ext cx="35280" cy="44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5D74CD4-D5BA-AFE1-4D36-C062352455B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64080" y="2289510"/>
                  <a:ext cx="4392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4BFDB21-CB34-8F4E-DF60-E2387FB0481C}"/>
              </a:ext>
            </a:extLst>
          </p:cNvPr>
          <p:cNvGrpSpPr/>
          <p:nvPr/>
        </p:nvGrpSpPr>
        <p:grpSpPr>
          <a:xfrm>
            <a:off x="3812880" y="2138310"/>
            <a:ext cx="180000" cy="242640"/>
            <a:chOff x="3812880" y="2138310"/>
            <a:chExt cx="18000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F9C8DFC-9396-8855-84DE-E9CFC844E38B}"/>
                    </a:ext>
                  </a:extLst>
                </p14:cNvPr>
                <p14:cNvContentPartPr/>
                <p14:nvPr/>
              </p14:nvContentPartPr>
              <p14:xfrm>
                <a:off x="3813240" y="2138310"/>
                <a:ext cx="127080" cy="242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F9C8DFC-9396-8855-84DE-E9CFC844E38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808920" y="2133990"/>
                  <a:ext cx="1357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AD18641-637C-3048-69AA-925B2D783E5F}"/>
                    </a:ext>
                  </a:extLst>
                </p14:cNvPr>
                <p14:cNvContentPartPr/>
                <p14:nvPr/>
              </p14:nvContentPartPr>
              <p14:xfrm>
                <a:off x="3812880" y="2284110"/>
                <a:ext cx="180000" cy="47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AD18641-637C-3048-69AA-925B2D783E5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808560" y="2279790"/>
                  <a:ext cx="18864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3BD0981-8620-A5BC-71E1-3D53F2989B8F}"/>
                  </a:ext>
                </a:extLst>
              </p14:cNvPr>
              <p14:cNvContentPartPr/>
              <p14:nvPr/>
            </p14:nvContentPartPr>
            <p14:xfrm>
              <a:off x="8161680" y="2489310"/>
              <a:ext cx="360" cy="43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3BD0981-8620-A5BC-71E1-3D53F2989B8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157360" y="2484990"/>
                <a:ext cx="9000" cy="12960"/>
              </a:xfrm>
              <a:prstGeom prst="rect">
                <a:avLst/>
              </a:prstGeom>
            </p:spPr>
          </p:pic>
        </mc:Fallback>
      </mc:AlternateContent>
      <p:sp>
        <p:nvSpPr>
          <p:cNvPr id="105" name="Oval 104">
            <a:extLst>
              <a:ext uri="{FF2B5EF4-FFF2-40B4-BE49-F238E27FC236}">
                <a16:creationId xmlns:a16="http://schemas.microsoft.com/office/drawing/2014/main" id="{7EE431B0-EA5E-14E1-A07E-36F6DC55DF5C}"/>
              </a:ext>
            </a:extLst>
          </p:cNvPr>
          <p:cNvSpPr/>
          <p:nvPr/>
        </p:nvSpPr>
        <p:spPr>
          <a:xfrm>
            <a:off x="5566680" y="1133475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ABD3FA7-FE73-F91F-BB00-D4C04E8F085A}"/>
              </a:ext>
            </a:extLst>
          </p:cNvPr>
          <p:cNvGrpSpPr/>
          <p:nvPr/>
        </p:nvGrpSpPr>
        <p:grpSpPr>
          <a:xfrm>
            <a:off x="4683360" y="1383750"/>
            <a:ext cx="293040" cy="378000"/>
            <a:chOff x="4683360" y="1383750"/>
            <a:chExt cx="293040" cy="37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CF7FC9F-ACE2-34BC-2A59-CCAD896FB081}"/>
                    </a:ext>
                  </a:extLst>
                </p14:cNvPr>
                <p14:cNvContentPartPr/>
                <p14:nvPr/>
              </p14:nvContentPartPr>
              <p14:xfrm>
                <a:off x="4683360" y="1523790"/>
                <a:ext cx="137520" cy="118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CF7FC9F-ACE2-34BC-2A59-CCAD896FB08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679040" y="1519470"/>
                  <a:ext cx="146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1BF8591-7631-524D-EE66-5A2D0F2C9A3D}"/>
                    </a:ext>
                  </a:extLst>
                </p14:cNvPr>
                <p14:cNvContentPartPr/>
                <p14:nvPr/>
              </p14:nvContentPartPr>
              <p14:xfrm>
                <a:off x="4770840" y="1383750"/>
                <a:ext cx="78480" cy="249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1BF8591-7631-524D-EE66-5A2D0F2C9A3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766520" y="1379430"/>
                  <a:ext cx="871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E2C40A1-B863-786A-0D98-11FD448E4876}"/>
                    </a:ext>
                  </a:extLst>
                </p14:cNvPr>
                <p14:cNvContentPartPr/>
                <p14:nvPr/>
              </p14:nvContentPartPr>
              <p14:xfrm>
                <a:off x="4779480" y="1441350"/>
                <a:ext cx="127800" cy="288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E2C40A1-B863-786A-0D98-11FD448E487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75160" y="1437030"/>
                  <a:ext cx="1364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C2210E8-ABD1-9B80-2932-C7EA50E04ECF}"/>
                    </a:ext>
                  </a:extLst>
                </p14:cNvPr>
                <p14:cNvContentPartPr/>
                <p14:nvPr/>
              </p14:nvContentPartPr>
              <p14:xfrm>
                <a:off x="4886760" y="1638630"/>
                <a:ext cx="13680" cy="79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C2210E8-ABD1-9B80-2932-C7EA50E04EC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82440" y="1634310"/>
                  <a:ext cx="223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D21C687-6C72-E632-2DAD-BB076440C467}"/>
                    </a:ext>
                  </a:extLst>
                </p14:cNvPr>
                <p14:cNvContentPartPr/>
                <p14:nvPr/>
              </p14:nvContentPartPr>
              <p14:xfrm>
                <a:off x="4857960" y="1635030"/>
                <a:ext cx="118440" cy="126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D21C687-6C72-E632-2DAD-BB076440C46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53640" y="1630710"/>
                  <a:ext cx="12708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3AEB067-D41E-513B-D1D2-C3E9C859A08A}"/>
              </a:ext>
            </a:extLst>
          </p:cNvPr>
          <p:cNvGrpSpPr/>
          <p:nvPr/>
        </p:nvGrpSpPr>
        <p:grpSpPr>
          <a:xfrm>
            <a:off x="5244960" y="1339830"/>
            <a:ext cx="305640" cy="452520"/>
            <a:chOff x="5244960" y="1339830"/>
            <a:chExt cx="305640" cy="45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123FAE4-BFA8-3441-01E6-0644FE9C70F7}"/>
                    </a:ext>
                  </a:extLst>
                </p14:cNvPr>
                <p14:cNvContentPartPr/>
                <p14:nvPr/>
              </p14:nvContentPartPr>
              <p14:xfrm>
                <a:off x="5244960" y="1426590"/>
                <a:ext cx="151560" cy="182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123FAE4-BFA8-3441-01E6-0644FE9C70F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240640" y="1422270"/>
                  <a:ext cx="1602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19965B3-BC44-D452-0EAC-49E1C23F93C8}"/>
                    </a:ext>
                  </a:extLst>
                </p14:cNvPr>
                <p14:cNvContentPartPr/>
                <p14:nvPr/>
              </p14:nvContentPartPr>
              <p14:xfrm>
                <a:off x="5340360" y="1339830"/>
                <a:ext cx="87480" cy="245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19965B3-BC44-D452-0EAC-49E1C23F93C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336040" y="1335510"/>
                  <a:ext cx="961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CCC4E98-764A-FBEA-B83F-BB33595038D1}"/>
                    </a:ext>
                  </a:extLst>
                </p14:cNvPr>
                <p14:cNvContentPartPr/>
                <p14:nvPr/>
              </p14:nvContentPartPr>
              <p14:xfrm>
                <a:off x="5361960" y="1360350"/>
                <a:ext cx="181800" cy="3376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CCC4E98-764A-FBEA-B83F-BB33595038D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57640" y="1356030"/>
                  <a:ext cx="1904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E955776-AF0B-E5BB-D46F-A90A5037E960}"/>
                    </a:ext>
                  </a:extLst>
                </p14:cNvPr>
                <p14:cNvContentPartPr/>
                <p14:nvPr/>
              </p14:nvContentPartPr>
              <p14:xfrm>
                <a:off x="5391120" y="1631790"/>
                <a:ext cx="159480" cy="160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E955776-AF0B-E5BB-D46F-A90A5037E96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86800" y="1627470"/>
                  <a:ext cx="16812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6717604-2FCB-DE3C-6658-9388B1525549}"/>
              </a:ext>
            </a:extLst>
          </p:cNvPr>
          <p:cNvGrpSpPr/>
          <p:nvPr/>
        </p:nvGrpSpPr>
        <p:grpSpPr>
          <a:xfrm>
            <a:off x="6385440" y="1263870"/>
            <a:ext cx="306720" cy="1622880"/>
            <a:chOff x="6385440" y="1263870"/>
            <a:chExt cx="306720" cy="162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777BD22-6872-519E-5B69-375445419956}"/>
                    </a:ext>
                  </a:extLst>
                </p14:cNvPr>
                <p14:cNvContentPartPr/>
                <p14:nvPr/>
              </p14:nvContentPartPr>
              <p14:xfrm>
                <a:off x="6385440" y="1263870"/>
                <a:ext cx="88920" cy="1622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777BD22-6872-519E-5B69-37544541995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381120" y="1259550"/>
                  <a:ext cx="97560" cy="16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DFA9F4E-E728-E9AC-8D85-C458816027C4}"/>
                    </a:ext>
                  </a:extLst>
                </p14:cNvPr>
                <p14:cNvContentPartPr/>
                <p14:nvPr/>
              </p14:nvContentPartPr>
              <p14:xfrm>
                <a:off x="6439080" y="1871910"/>
                <a:ext cx="253080" cy="2476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DFA9F4E-E728-E9AC-8D85-C458816027C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34760" y="1867590"/>
                  <a:ext cx="261720" cy="256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0" name="Oval 119">
            <a:extLst>
              <a:ext uri="{FF2B5EF4-FFF2-40B4-BE49-F238E27FC236}">
                <a16:creationId xmlns:a16="http://schemas.microsoft.com/office/drawing/2014/main" id="{AF2602EA-9D38-6932-8719-04C4B742E108}"/>
              </a:ext>
            </a:extLst>
          </p:cNvPr>
          <p:cNvSpPr/>
          <p:nvPr/>
        </p:nvSpPr>
        <p:spPr>
          <a:xfrm>
            <a:off x="2818035" y="3826793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59362FC9-E679-DB34-BC3D-24DCC2414A8A}"/>
              </a:ext>
            </a:extLst>
          </p:cNvPr>
          <p:cNvCxnSpPr>
            <a:cxnSpLocks/>
          </p:cNvCxnSpPr>
          <p:nvPr/>
        </p:nvCxnSpPr>
        <p:spPr>
          <a:xfrm>
            <a:off x="2428875" y="4750718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FE9BD93-E0E0-375D-7145-234D798818E5}"/>
              </a:ext>
            </a:extLst>
          </p:cNvPr>
          <p:cNvGrpSpPr/>
          <p:nvPr/>
        </p:nvGrpSpPr>
        <p:grpSpPr>
          <a:xfrm>
            <a:off x="3757800" y="4410990"/>
            <a:ext cx="504720" cy="390960"/>
            <a:chOff x="3757800" y="4410990"/>
            <a:chExt cx="504720" cy="39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137354A-D918-5CEB-4C81-223F392DBA83}"/>
                    </a:ext>
                  </a:extLst>
                </p14:cNvPr>
                <p14:cNvContentPartPr/>
                <p14:nvPr/>
              </p14:nvContentPartPr>
              <p14:xfrm>
                <a:off x="3757800" y="4443750"/>
                <a:ext cx="86760" cy="168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137354A-D918-5CEB-4C81-223F392DBA8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753480" y="4439430"/>
                  <a:ext cx="95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A8EB426-C3D3-89AF-24B9-98F2D8EB9531}"/>
                    </a:ext>
                  </a:extLst>
                </p14:cNvPr>
                <p14:cNvContentPartPr/>
                <p14:nvPr/>
              </p14:nvContentPartPr>
              <p14:xfrm>
                <a:off x="3848160" y="4475430"/>
                <a:ext cx="81720" cy="40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A8EB426-C3D3-89AF-24B9-98F2D8EB953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843840" y="4471110"/>
                  <a:ext cx="90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99DFE0F-BB85-1187-C623-260791F5D08B}"/>
                    </a:ext>
                  </a:extLst>
                </p14:cNvPr>
                <p14:cNvContentPartPr/>
                <p14:nvPr/>
              </p14:nvContentPartPr>
              <p14:xfrm>
                <a:off x="3870840" y="4520070"/>
                <a:ext cx="64800" cy="41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99DFE0F-BB85-1187-C623-260791F5D08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866520" y="4515750"/>
                  <a:ext cx="73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373EF0A-A37F-76C7-CFB2-DBA6C827FCA5}"/>
                    </a:ext>
                  </a:extLst>
                </p14:cNvPr>
                <p14:cNvContentPartPr/>
                <p14:nvPr/>
              </p14:nvContentPartPr>
              <p14:xfrm>
                <a:off x="3995040" y="4410990"/>
                <a:ext cx="113400" cy="84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373EF0A-A37F-76C7-CFB2-DBA6C827FCA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990720" y="4406670"/>
                  <a:ext cx="122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DFD9EEC-679F-2558-B3EF-1FFC5B71CEBB}"/>
                    </a:ext>
                  </a:extLst>
                </p14:cNvPr>
                <p14:cNvContentPartPr/>
                <p14:nvPr/>
              </p14:nvContentPartPr>
              <p14:xfrm>
                <a:off x="3819360" y="4719870"/>
                <a:ext cx="158760" cy="82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DFD9EEC-679F-2558-B3EF-1FFC5B71CEB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815040" y="4715550"/>
                  <a:ext cx="167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DAEE993-B152-8215-D31E-6EC364148F0C}"/>
                    </a:ext>
                  </a:extLst>
                </p14:cNvPr>
                <p14:cNvContentPartPr/>
                <p14:nvPr/>
              </p14:nvContentPartPr>
              <p14:xfrm>
                <a:off x="3990720" y="4626990"/>
                <a:ext cx="84600" cy="43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DAEE993-B152-8215-D31E-6EC364148F0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986400" y="4622670"/>
                  <a:ext cx="932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4382104-7F79-61D8-CE3A-96E7D8304262}"/>
                    </a:ext>
                  </a:extLst>
                </p14:cNvPr>
                <p14:cNvContentPartPr/>
                <p14:nvPr/>
              </p14:nvContentPartPr>
              <p14:xfrm>
                <a:off x="3998280" y="4653630"/>
                <a:ext cx="103320" cy="72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4382104-7F79-61D8-CE3A-96E7D830426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993960" y="4649310"/>
                  <a:ext cx="111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6B6104F-BCDE-155A-EE06-33D830C46D65}"/>
                    </a:ext>
                  </a:extLst>
                </p14:cNvPr>
                <p14:cNvContentPartPr/>
                <p14:nvPr/>
              </p14:nvContentPartPr>
              <p14:xfrm>
                <a:off x="4145880" y="4560030"/>
                <a:ext cx="116640" cy="997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6B6104F-BCDE-155A-EE06-33D830C46D6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141560" y="4555710"/>
                  <a:ext cx="12528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4920A45-B2E2-FEB4-3B24-4F2939882ACC}"/>
              </a:ext>
            </a:extLst>
          </p:cNvPr>
          <p:cNvGrpSpPr/>
          <p:nvPr/>
        </p:nvGrpSpPr>
        <p:grpSpPr>
          <a:xfrm>
            <a:off x="2598960" y="6324030"/>
            <a:ext cx="207720" cy="137520"/>
            <a:chOff x="2598960" y="6324030"/>
            <a:chExt cx="207720" cy="1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C96910C-856C-9691-B7B9-E0FA4F5B37D4}"/>
                    </a:ext>
                  </a:extLst>
                </p14:cNvPr>
                <p14:cNvContentPartPr/>
                <p14:nvPr/>
              </p14:nvContentPartPr>
              <p14:xfrm>
                <a:off x="2652600" y="6329070"/>
                <a:ext cx="154080" cy="132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C96910C-856C-9691-B7B9-E0FA4F5B37D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48280" y="6324750"/>
                  <a:ext cx="162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5CCDEEC-F086-FE8A-CDBB-96B265AD3315}"/>
                    </a:ext>
                  </a:extLst>
                </p14:cNvPr>
                <p14:cNvContentPartPr/>
                <p14:nvPr/>
              </p14:nvContentPartPr>
              <p14:xfrm>
                <a:off x="2598960" y="6324030"/>
                <a:ext cx="180360" cy="1339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5CCDEEC-F086-FE8A-CDBB-96B265AD331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94640" y="6319710"/>
                  <a:ext cx="189000" cy="14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D5A78E3B-6B86-4739-ECCF-C2FD05AF74F1}"/>
                  </a:ext>
                </a:extLst>
              </p14:cNvPr>
              <p14:cNvContentPartPr/>
              <p14:nvPr/>
            </p14:nvContentPartPr>
            <p14:xfrm>
              <a:off x="2139600" y="5575230"/>
              <a:ext cx="202680" cy="2448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D5A78E3B-6B86-4739-ECCF-C2FD05AF74F1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135280" y="5570910"/>
                <a:ext cx="21132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5A56782E-FCCB-35FF-33BD-DF61BCB89961}"/>
                  </a:ext>
                </a:extLst>
              </p14:cNvPr>
              <p14:cNvContentPartPr/>
              <p14:nvPr/>
            </p14:nvContentPartPr>
            <p14:xfrm>
              <a:off x="3574560" y="3822390"/>
              <a:ext cx="277200" cy="280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5A56782E-FCCB-35FF-33BD-DF61BCB8996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570240" y="3818070"/>
                <a:ext cx="2858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8F2789D0-E006-7C18-40A1-4D98DA8FEA13}"/>
                  </a:ext>
                </a:extLst>
              </p14:cNvPr>
              <p14:cNvContentPartPr/>
              <p14:nvPr/>
            </p14:nvContentPartPr>
            <p14:xfrm>
              <a:off x="3682560" y="5652630"/>
              <a:ext cx="328320" cy="460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8F2789D0-E006-7C18-40A1-4D98DA8FEA13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3678240" y="5648310"/>
                <a:ext cx="33696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7786D82-579A-5E74-9D95-52A57084516B}"/>
              </a:ext>
            </a:extLst>
          </p:cNvPr>
          <p:cNvGrpSpPr/>
          <p:nvPr/>
        </p:nvGrpSpPr>
        <p:grpSpPr>
          <a:xfrm>
            <a:off x="3654480" y="5930190"/>
            <a:ext cx="408600" cy="212040"/>
            <a:chOff x="3654480" y="5930190"/>
            <a:chExt cx="408600" cy="2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132FA96-B900-95BF-121E-AD8B60904AE5}"/>
                    </a:ext>
                  </a:extLst>
                </p14:cNvPr>
                <p14:cNvContentPartPr/>
                <p14:nvPr/>
              </p14:nvContentPartPr>
              <p14:xfrm>
                <a:off x="3654480" y="6118830"/>
                <a:ext cx="266400" cy="23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132FA96-B900-95BF-121E-AD8B60904AE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650160" y="6114510"/>
                  <a:ext cx="2750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B00E2CA-A9C1-51C6-5859-B3A481DB741A}"/>
                    </a:ext>
                  </a:extLst>
                </p14:cNvPr>
                <p14:cNvContentPartPr/>
                <p14:nvPr/>
              </p14:nvContentPartPr>
              <p14:xfrm>
                <a:off x="3846720" y="5930190"/>
                <a:ext cx="102600" cy="90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B00E2CA-A9C1-51C6-5859-B3A481DB741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842400" y="5925870"/>
                  <a:ext cx="1112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EC02FCE-A511-DDED-AFCB-EFE83D938157}"/>
                    </a:ext>
                  </a:extLst>
                </p14:cNvPr>
                <p14:cNvContentPartPr/>
                <p14:nvPr/>
              </p14:nvContentPartPr>
              <p14:xfrm>
                <a:off x="4041480" y="5974110"/>
                <a:ext cx="21600" cy="42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EC02FCE-A511-DDED-AFCB-EFE83D93815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037160" y="5969790"/>
                  <a:ext cx="3024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905B0402-8841-4A1E-6506-9FD53A0B0DE6}"/>
                  </a:ext>
                </a:extLst>
              </p14:cNvPr>
              <p14:cNvContentPartPr/>
              <p14:nvPr/>
            </p14:nvContentPartPr>
            <p14:xfrm>
              <a:off x="3648000" y="4714470"/>
              <a:ext cx="113760" cy="950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905B0402-8841-4A1E-6506-9FD53A0B0DE6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643680" y="4710150"/>
                <a:ext cx="122400" cy="10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3B32D643-BCD8-30B5-4E64-2E84C4DD48A0}"/>
              </a:ext>
            </a:extLst>
          </p:cNvPr>
          <p:cNvGrpSpPr/>
          <p:nvPr/>
        </p:nvGrpSpPr>
        <p:grpSpPr>
          <a:xfrm>
            <a:off x="1862760" y="4464270"/>
            <a:ext cx="716400" cy="391320"/>
            <a:chOff x="1862760" y="4464270"/>
            <a:chExt cx="71640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72BAAFA-F728-C39B-DFFB-1C60903CC563}"/>
                    </a:ext>
                  </a:extLst>
                </p14:cNvPr>
                <p14:cNvContentPartPr/>
                <p14:nvPr/>
              </p14:nvContentPartPr>
              <p14:xfrm>
                <a:off x="1862760" y="4716990"/>
                <a:ext cx="140760" cy="138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72BAAFA-F728-C39B-DFFB-1C60903CC56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858440" y="4712670"/>
                  <a:ext cx="149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1359B1C-FC8A-E243-5044-4950C624FB73}"/>
                    </a:ext>
                  </a:extLst>
                </p14:cNvPr>
                <p14:cNvContentPartPr/>
                <p14:nvPr/>
              </p14:nvContentPartPr>
              <p14:xfrm>
                <a:off x="2119080" y="4738950"/>
                <a:ext cx="19800" cy="817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1359B1C-FC8A-E243-5044-4950C624FB7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114760" y="4734630"/>
                  <a:ext cx="28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5E5C9B1-F3DE-B9B4-F2ED-F9FFBE3B7F43}"/>
                    </a:ext>
                  </a:extLst>
                </p14:cNvPr>
                <p14:cNvContentPartPr/>
                <p14:nvPr/>
              </p14:nvContentPartPr>
              <p14:xfrm>
                <a:off x="2125200" y="4556430"/>
                <a:ext cx="145440" cy="191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5E5C9B1-F3DE-B9B4-F2ED-F9FFBE3B7F4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120880" y="4552110"/>
                  <a:ext cx="154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F6F9FF3-70EF-B961-C832-44A6377E5953}"/>
                    </a:ext>
                  </a:extLst>
                </p14:cNvPr>
                <p14:cNvContentPartPr/>
                <p14:nvPr/>
              </p14:nvContentPartPr>
              <p14:xfrm>
                <a:off x="2187480" y="4628790"/>
                <a:ext cx="105840" cy="69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F6F9FF3-70EF-B961-C832-44A6377E595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183160" y="4624470"/>
                  <a:ext cx="1144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52D758D-CE75-0AA8-61E7-ECBF6445D6D3}"/>
                    </a:ext>
                  </a:extLst>
                </p14:cNvPr>
                <p14:cNvContentPartPr/>
                <p14:nvPr/>
              </p14:nvContentPartPr>
              <p14:xfrm>
                <a:off x="2359920" y="4525470"/>
                <a:ext cx="124560" cy="1512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52D758D-CE75-0AA8-61E7-ECBF6445D6D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355600" y="4521150"/>
                  <a:ext cx="1332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56DB949-2AAB-B85F-3087-957ED08905A7}"/>
                    </a:ext>
                  </a:extLst>
                </p14:cNvPr>
                <p14:cNvContentPartPr/>
                <p14:nvPr/>
              </p14:nvContentPartPr>
              <p14:xfrm>
                <a:off x="2444160" y="4464270"/>
                <a:ext cx="135000" cy="619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56DB949-2AAB-B85F-3087-957ED08905A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439840" y="4459950"/>
                  <a:ext cx="14364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8669BFC4-79AD-4BC3-E484-00A8F87B947E}"/>
              </a:ext>
            </a:extLst>
          </p:cNvPr>
          <p:cNvGrpSpPr/>
          <p:nvPr/>
        </p:nvGrpSpPr>
        <p:grpSpPr>
          <a:xfrm>
            <a:off x="3654840" y="6273990"/>
            <a:ext cx="703440" cy="252720"/>
            <a:chOff x="3654840" y="6273990"/>
            <a:chExt cx="70344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6B8250A-3DA9-BAC7-F2B4-CD1F30941177}"/>
                    </a:ext>
                  </a:extLst>
                </p14:cNvPr>
                <p14:cNvContentPartPr/>
                <p14:nvPr/>
              </p14:nvContentPartPr>
              <p14:xfrm>
                <a:off x="3654840" y="6371190"/>
                <a:ext cx="134640" cy="155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6B8250A-3DA9-BAC7-F2B4-CD1F3094117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650520" y="6366870"/>
                  <a:ext cx="1432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A134083-09F6-AD15-9974-162749995B9D}"/>
                    </a:ext>
                  </a:extLst>
                </p14:cNvPr>
                <p14:cNvContentPartPr/>
                <p14:nvPr/>
              </p14:nvContentPartPr>
              <p14:xfrm>
                <a:off x="3913680" y="6447150"/>
                <a:ext cx="6120" cy="41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A134083-09F6-AD15-9974-162749995B9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909360" y="6442830"/>
                  <a:ext cx="14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3BACB05-BF16-C341-92E2-F719B9C103EE}"/>
                    </a:ext>
                  </a:extLst>
                </p14:cNvPr>
                <p14:cNvContentPartPr/>
                <p14:nvPr/>
              </p14:nvContentPartPr>
              <p14:xfrm>
                <a:off x="4022760" y="6380910"/>
                <a:ext cx="360" cy="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3BACB05-BF16-C341-92E2-F719B9C103E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018440" y="637659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4DCD550-98E6-64C2-113C-98CF4994E8B5}"/>
                    </a:ext>
                  </a:extLst>
                </p14:cNvPr>
                <p14:cNvContentPartPr/>
                <p14:nvPr/>
              </p14:nvContentPartPr>
              <p14:xfrm>
                <a:off x="3992160" y="6325830"/>
                <a:ext cx="130320" cy="199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4DCD550-98E6-64C2-113C-98CF4994E8B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987840" y="6321510"/>
                  <a:ext cx="1389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BF55B2F-1155-9130-2B44-CB566D0E1C65}"/>
                    </a:ext>
                  </a:extLst>
                </p14:cNvPr>
                <p14:cNvContentPartPr/>
                <p14:nvPr/>
              </p14:nvContentPartPr>
              <p14:xfrm>
                <a:off x="4063080" y="6406110"/>
                <a:ext cx="129600" cy="24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BF55B2F-1155-9130-2B44-CB566D0E1C6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058760" y="6401790"/>
                  <a:ext cx="138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3DA1B76-7C2E-F2C2-FE9B-6D8A822157DA}"/>
                    </a:ext>
                  </a:extLst>
                </p14:cNvPr>
                <p14:cNvContentPartPr/>
                <p14:nvPr/>
              </p14:nvContentPartPr>
              <p14:xfrm>
                <a:off x="4211040" y="6332670"/>
                <a:ext cx="98640" cy="131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3DA1B76-7C2E-F2C2-FE9B-6D8A822157D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206720" y="6328350"/>
                  <a:ext cx="107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3D07235-394D-CC00-07E0-E61261E956EA}"/>
                    </a:ext>
                  </a:extLst>
                </p14:cNvPr>
                <p14:cNvContentPartPr/>
                <p14:nvPr/>
              </p14:nvContentPartPr>
              <p14:xfrm>
                <a:off x="4254960" y="6273990"/>
                <a:ext cx="103320" cy="781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3D07235-394D-CC00-07E0-E61261E956E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250640" y="6269670"/>
                  <a:ext cx="1119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C0C9FB09-2A2E-0809-7A59-67A179F7D4F2}"/>
              </a:ext>
            </a:extLst>
          </p:cNvPr>
          <p:cNvGrpSpPr/>
          <p:nvPr/>
        </p:nvGrpSpPr>
        <p:grpSpPr>
          <a:xfrm>
            <a:off x="4137600" y="5813190"/>
            <a:ext cx="325440" cy="172440"/>
            <a:chOff x="4137600" y="5813190"/>
            <a:chExt cx="325440" cy="1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CBF276F-B9E5-63B4-8F46-07C22B4C3454}"/>
                    </a:ext>
                  </a:extLst>
                </p14:cNvPr>
                <p14:cNvContentPartPr/>
                <p14:nvPr/>
              </p14:nvContentPartPr>
              <p14:xfrm>
                <a:off x="4137600" y="5893110"/>
                <a:ext cx="102960" cy="92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CBF276F-B9E5-63B4-8F46-07C22B4C345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133280" y="5888790"/>
                  <a:ext cx="1116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06E103E-2189-E7BA-ADBA-802599EC6A41}"/>
                    </a:ext>
                  </a:extLst>
                </p14:cNvPr>
                <p14:cNvContentPartPr/>
                <p14:nvPr/>
              </p14:nvContentPartPr>
              <p14:xfrm>
                <a:off x="4312200" y="5895630"/>
                <a:ext cx="70560" cy="75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06E103E-2189-E7BA-ADBA-802599EC6A4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307880" y="5891310"/>
                  <a:ext cx="79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BA122EB-547F-7E2D-3B1A-D3A315CCA737}"/>
                    </a:ext>
                  </a:extLst>
                </p14:cNvPr>
                <p14:cNvContentPartPr/>
                <p14:nvPr/>
              </p14:nvContentPartPr>
              <p14:xfrm>
                <a:off x="4322640" y="5813190"/>
                <a:ext cx="140400" cy="615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BA122EB-547F-7E2D-3B1A-D3A315CCA73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318320" y="5808870"/>
                  <a:ext cx="14904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1C798B5-F1D0-F63B-D685-F91EDB96BCA9}"/>
              </a:ext>
            </a:extLst>
          </p:cNvPr>
          <p:cNvGrpSpPr/>
          <p:nvPr/>
        </p:nvGrpSpPr>
        <p:grpSpPr>
          <a:xfrm>
            <a:off x="4074960" y="3537270"/>
            <a:ext cx="627840" cy="203040"/>
            <a:chOff x="4074960" y="3537270"/>
            <a:chExt cx="62784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85A65DF-3EDB-36C3-5AC8-D500F08135DC}"/>
                    </a:ext>
                  </a:extLst>
                </p14:cNvPr>
                <p14:cNvContentPartPr/>
                <p14:nvPr/>
              </p14:nvContentPartPr>
              <p14:xfrm>
                <a:off x="4074960" y="3633030"/>
                <a:ext cx="142920" cy="1072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85A65DF-3EDB-36C3-5AC8-D500F08135D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70640" y="3628710"/>
                  <a:ext cx="151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5ECC42A-5B60-0421-A817-4E92AEBC0EDA}"/>
                    </a:ext>
                  </a:extLst>
                </p14:cNvPr>
                <p14:cNvContentPartPr/>
                <p14:nvPr/>
              </p14:nvContentPartPr>
              <p14:xfrm>
                <a:off x="4270800" y="3704310"/>
                <a:ext cx="11880" cy="118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5ECC42A-5B60-0421-A817-4E92AEBC0ED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266480" y="3699990"/>
                  <a:ext cx="20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BABFF1D-651C-724C-C8F6-5C671EF9DCFA}"/>
                    </a:ext>
                  </a:extLst>
                </p14:cNvPr>
                <p14:cNvContentPartPr/>
                <p14:nvPr/>
              </p14:nvContentPartPr>
              <p14:xfrm>
                <a:off x="4315800" y="3611430"/>
                <a:ext cx="129240" cy="84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BABFF1D-651C-724C-C8F6-5C671EF9DCF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311480" y="3607110"/>
                  <a:ext cx="137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284BF24-F917-42FC-BAD9-98621FDAE9CA}"/>
                    </a:ext>
                  </a:extLst>
                </p14:cNvPr>
                <p14:cNvContentPartPr/>
                <p14:nvPr/>
              </p14:nvContentPartPr>
              <p14:xfrm>
                <a:off x="4476720" y="3589830"/>
                <a:ext cx="147960" cy="138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284BF24-F917-42FC-BAD9-98621FDAE9C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472400" y="3585510"/>
                  <a:ext cx="1566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D9CF5CA-241A-D706-A62C-3ED2033D818F}"/>
                    </a:ext>
                  </a:extLst>
                </p14:cNvPr>
                <p14:cNvContentPartPr/>
                <p14:nvPr/>
              </p14:nvContentPartPr>
              <p14:xfrm>
                <a:off x="4550160" y="3537270"/>
                <a:ext cx="152640" cy="745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D9CF5CA-241A-D706-A62C-3ED2033D818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45840" y="3532950"/>
                  <a:ext cx="16128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F4D6423F-2053-AD81-1580-B21E34C7E4DA}"/>
                  </a:ext>
                </a:extLst>
              </p14:cNvPr>
              <p14:cNvContentPartPr/>
              <p14:nvPr/>
            </p14:nvContentPartPr>
            <p14:xfrm>
              <a:off x="3272520" y="4357350"/>
              <a:ext cx="54360" cy="2541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F4D6423F-2053-AD81-1580-B21E34C7E4DA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268200" y="4353030"/>
                <a:ext cx="630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94B8F5C6-8391-2CF9-769B-A2F92E8EAAFD}"/>
                  </a:ext>
                </a:extLst>
              </p14:cNvPr>
              <p14:cNvContentPartPr/>
              <p14:nvPr/>
            </p14:nvContentPartPr>
            <p14:xfrm>
              <a:off x="3162360" y="1766430"/>
              <a:ext cx="160200" cy="18720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94B8F5C6-8391-2CF9-769B-A2F92E8EAAF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158040" y="1762110"/>
                <a:ext cx="168840" cy="195840"/>
              </a:xfrm>
              <a:prstGeom prst="rect">
                <a:avLst/>
              </a:prstGeom>
            </p:spPr>
          </p:pic>
        </mc:Fallback>
      </mc:AlternateContent>
      <p:sp>
        <p:nvSpPr>
          <p:cNvPr id="194" name="Oval 193">
            <a:extLst>
              <a:ext uri="{FF2B5EF4-FFF2-40B4-BE49-F238E27FC236}">
                <a16:creationId xmlns:a16="http://schemas.microsoft.com/office/drawing/2014/main" id="{F00A4C6C-F7AD-61F1-2181-0E8770F39675}"/>
              </a:ext>
            </a:extLst>
          </p:cNvPr>
          <p:cNvSpPr/>
          <p:nvPr/>
        </p:nvSpPr>
        <p:spPr>
          <a:xfrm>
            <a:off x="5506304" y="3826793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8697294A-C7D4-F777-08B0-EA201B868E02}"/>
              </a:ext>
            </a:extLst>
          </p:cNvPr>
          <p:cNvSpPr/>
          <p:nvPr/>
        </p:nvSpPr>
        <p:spPr>
          <a:xfrm>
            <a:off x="4349475" y="3847523"/>
            <a:ext cx="1847850" cy="1847850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C328EB03-E28D-2B12-A7D2-32D8B898215A}"/>
                  </a:ext>
                </a:extLst>
              </p14:cNvPr>
              <p14:cNvContentPartPr/>
              <p14:nvPr/>
            </p14:nvContentPartPr>
            <p14:xfrm>
              <a:off x="5117160" y="4704390"/>
              <a:ext cx="128880" cy="838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C328EB03-E28D-2B12-A7D2-32D8B898215A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5112840" y="4700070"/>
                <a:ext cx="13752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4A6C37D4-779E-4801-DB17-A68F2A861E80}"/>
              </a:ext>
            </a:extLst>
          </p:cNvPr>
          <p:cNvGrpSpPr/>
          <p:nvPr/>
        </p:nvGrpSpPr>
        <p:grpSpPr>
          <a:xfrm>
            <a:off x="6366720" y="4712670"/>
            <a:ext cx="87120" cy="81720"/>
            <a:chOff x="6366720" y="4712670"/>
            <a:chExt cx="87120" cy="8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085BEBC-F9F4-9099-16B4-6E51B09C0290}"/>
                    </a:ext>
                  </a:extLst>
                </p14:cNvPr>
                <p14:cNvContentPartPr/>
                <p14:nvPr/>
              </p14:nvContentPartPr>
              <p14:xfrm>
                <a:off x="6407400" y="4740030"/>
                <a:ext cx="360" cy="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085BEBC-F9F4-9099-16B4-6E51B09C029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03080" y="473571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626CF1C-61D3-1AB1-4DB1-EC951EFFBFF4}"/>
                    </a:ext>
                  </a:extLst>
                </p14:cNvPr>
                <p14:cNvContentPartPr/>
                <p14:nvPr/>
              </p14:nvContentPartPr>
              <p14:xfrm>
                <a:off x="6366720" y="4712670"/>
                <a:ext cx="87120" cy="81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626CF1C-61D3-1AB1-4DB1-EC951EFFBFF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362400" y="4708350"/>
                  <a:ext cx="9576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4364A1E6-6843-9EA6-8C1E-C6F50B4244C0}"/>
              </a:ext>
            </a:extLst>
          </p:cNvPr>
          <p:cNvGrpSpPr/>
          <p:nvPr/>
        </p:nvGrpSpPr>
        <p:grpSpPr>
          <a:xfrm>
            <a:off x="8315760" y="1159830"/>
            <a:ext cx="1782000" cy="213840"/>
            <a:chOff x="8315760" y="1159830"/>
            <a:chExt cx="178200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A391B08-3EF4-5C56-1D19-391F84423183}"/>
                    </a:ext>
                  </a:extLst>
                </p14:cNvPr>
                <p14:cNvContentPartPr/>
                <p14:nvPr/>
              </p14:nvContentPartPr>
              <p14:xfrm>
                <a:off x="8315760" y="1188630"/>
                <a:ext cx="134280" cy="1357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A391B08-3EF4-5C56-1D19-391F8442318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311440" y="1184310"/>
                  <a:ext cx="1429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45796FA-8E6D-AEFC-A7EC-505C1CF28476}"/>
                    </a:ext>
                  </a:extLst>
                </p14:cNvPr>
                <p14:cNvContentPartPr/>
                <p14:nvPr/>
              </p14:nvContentPartPr>
              <p14:xfrm>
                <a:off x="8342760" y="1201230"/>
                <a:ext cx="65520" cy="135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45796FA-8E6D-AEFC-A7EC-505C1CF2847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338440" y="1196910"/>
                  <a:ext cx="74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343056F-CD71-D3DB-16CA-E51EAD4D1C49}"/>
                    </a:ext>
                  </a:extLst>
                </p14:cNvPr>
                <p14:cNvContentPartPr/>
                <p14:nvPr/>
              </p14:nvContentPartPr>
              <p14:xfrm>
                <a:off x="8553000" y="1191150"/>
                <a:ext cx="110880" cy="320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343056F-CD71-D3DB-16CA-E51EAD4D1C4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548680" y="1186830"/>
                  <a:ext cx="119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C55FA3C-234B-5DF9-EA68-751BD3CE3215}"/>
                    </a:ext>
                  </a:extLst>
                </p14:cNvPr>
                <p14:cNvContentPartPr/>
                <p14:nvPr/>
              </p14:nvContentPartPr>
              <p14:xfrm>
                <a:off x="8557320" y="1262430"/>
                <a:ext cx="128160" cy="277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C55FA3C-234B-5DF9-EA68-751BD3CE321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553000" y="1258110"/>
                  <a:ext cx="1368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64AB3F6-830C-8322-9AD4-1E503D81D83D}"/>
                    </a:ext>
                  </a:extLst>
                </p14:cNvPr>
                <p14:cNvContentPartPr/>
                <p14:nvPr/>
              </p14:nvContentPartPr>
              <p14:xfrm>
                <a:off x="8778720" y="1177830"/>
                <a:ext cx="160200" cy="1454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64AB3F6-830C-8322-9AD4-1E503D81D83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774400" y="1173510"/>
                  <a:ext cx="1688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02DC328-B51E-2FE3-A335-05A4960F9633}"/>
                    </a:ext>
                  </a:extLst>
                </p14:cNvPr>
                <p14:cNvContentPartPr/>
                <p14:nvPr/>
              </p14:nvContentPartPr>
              <p14:xfrm>
                <a:off x="9030000" y="1234710"/>
                <a:ext cx="29520" cy="399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02DC328-B51E-2FE3-A335-05A4960F963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025680" y="1230390"/>
                  <a:ext cx="38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98B224F-E15E-8611-D0FD-6998AB6BE6E9}"/>
                    </a:ext>
                  </a:extLst>
                </p14:cNvPr>
                <p14:cNvContentPartPr/>
                <p14:nvPr/>
              </p14:nvContentPartPr>
              <p14:xfrm>
                <a:off x="9069240" y="1183950"/>
                <a:ext cx="123840" cy="1335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98B224F-E15E-8611-D0FD-6998AB6BE6E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064920" y="1179630"/>
                  <a:ext cx="1324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622EE92-229F-8A8E-EFEE-A0EFFA8A3C0F}"/>
                    </a:ext>
                  </a:extLst>
                </p14:cNvPr>
                <p14:cNvContentPartPr/>
                <p14:nvPr/>
              </p14:nvContentPartPr>
              <p14:xfrm>
                <a:off x="9123960" y="1159830"/>
                <a:ext cx="136080" cy="212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622EE92-229F-8A8E-EFEE-A0EFFA8A3C0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119640" y="1155510"/>
                  <a:ext cx="144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EF3B7EB-4B44-180B-A576-9CE5CDE2A451}"/>
                    </a:ext>
                  </a:extLst>
                </p14:cNvPr>
                <p14:cNvContentPartPr/>
                <p14:nvPr/>
              </p14:nvContentPartPr>
              <p14:xfrm>
                <a:off x="9305040" y="1237230"/>
                <a:ext cx="38160" cy="1080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EF3B7EB-4B44-180B-A576-9CE5CDE2A45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300720" y="1232910"/>
                  <a:ext cx="46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38EFFD3-1C1D-2489-4379-D17E117327E6}"/>
                    </a:ext>
                  </a:extLst>
                </p14:cNvPr>
                <p14:cNvContentPartPr/>
                <p14:nvPr/>
              </p14:nvContentPartPr>
              <p14:xfrm>
                <a:off x="9264720" y="1267110"/>
                <a:ext cx="149760" cy="342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38EFFD3-1C1D-2489-4379-D17E117327E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260400" y="1262790"/>
                  <a:ext cx="158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1090A04-27B0-6E0B-1B33-A7E5F5383BC3}"/>
                    </a:ext>
                  </a:extLst>
                </p14:cNvPr>
                <p14:cNvContentPartPr/>
                <p14:nvPr/>
              </p14:nvContentPartPr>
              <p14:xfrm>
                <a:off x="9438600" y="1220310"/>
                <a:ext cx="93600" cy="1364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1090A04-27B0-6E0B-1B33-A7E5F5383BC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434280" y="1215990"/>
                  <a:ext cx="1022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F6B1947-4A97-DDA7-33BD-740C3F6409C3}"/>
                    </a:ext>
                  </a:extLst>
                </p14:cNvPr>
                <p14:cNvContentPartPr/>
                <p14:nvPr/>
              </p14:nvContentPartPr>
              <p14:xfrm>
                <a:off x="9628680" y="1242990"/>
                <a:ext cx="19440" cy="1033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F6B1947-4A97-DDA7-33BD-740C3F6409C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624360" y="1238670"/>
                  <a:ext cx="280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E3C7016-3B02-28D7-EDC8-A0F1D5C583A9}"/>
                    </a:ext>
                  </a:extLst>
                </p14:cNvPr>
                <p14:cNvContentPartPr/>
                <p14:nvPr/>
              </p14:nvContentPartPr>
              <p14:xfrm>
                <a:off x="9588000" y="1281870"/>
                <a:ext cx="96480" cy="158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E3C7016-3B02-28D7-EDC8-A0F1D5C583A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583680" y="1277550"/>
                  <a:ext cx="105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D865A9E-0D2D-9A15-C4A9-3370179F19D1}"/>
                    </a:ext>
                  </a:extLst>
                </p14:cNvPr>
                <p14:cNvContentPartPr/>
                <p14:nvPr/>
              </p14:nvContentPartPr>
              <p14:xfrm>
                <a:off x="9795720" y="1203030"/>
                <a:ext cx="14400" cy="1407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D865A9E-0D2D-9A15-C4A9-3370179F19D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791400" y="1198710"/>
                  <a:ext cx="23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B85990CF-2C04-6EE6-16A2-417CC43EE38C}"/>
                    </a:ext>
                  </a:extLst>
                </p14:cNvPr>
                <p14:cNvContentPartPr/>
                <p14:nvPr/>
              </p14:nvContentPartPr>
              <p14:xfrm>
                <a:off x="9795720" y="1187550"/>
                <a:ext cx="111600" cy="1861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B85990CF-2C04-6EE6-16A2-417CC43EE38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791400" y="1183230"/>
                  <a:ext cx="1202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2F85DA8-644F-1984-92B7-F8CCF9169360}"/>
                    </a:ext>
                  </a:extLst>
                </p14:cNvPr>
                <p14:cNvContentPartPr/>
                <p14:nvPr/>
              </p14:nvContentPartPr>
              <p14:xfrm>
                <a:off x="10003800" y="1235790"/>
                <a:ext cx="35640" cy="1018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2F85DA8-644F-1984-92B7-F8CCF916936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999480" y="1231470"/>
                  <a:ext cx="44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6DD3DFD-CC77-4DF1-FACC-EC0618617E40}"/>
                    </a:ext>
                  </a:extLst>
                </p14:cNvPr>
                <p14:cNvContentPartPr/>
                <p14:nvPr/>
              </p14:nvContentPartPr>
              <p14:xfrm>
                <a:off x="9975000" y="1289070"/>
                <a:ext cx="122760" cy="158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6DD3DFD-CC77-4DF1-FACC-EC0618617E4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970680" y="1284750"/>
                  <a:ext cx="13140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8369875D-864F-A77B-4871-4A1581949BF7}"/>
              </a:ext>
            </a:extLst>
          </p:cNvPr>
          <p:cNvGrpSpPr/>
          <p:nvPr/>
        </p:nvGrpSpPr>
        <p:grpSpPr>
          <a:xfrm>
            <a:off x="10251120" y="1166310"/>
            <a:ext cx="1259280" cy="200520"/>
            <a:chOff x="10251120" y="1166310"/>
            <a:chExt cx="1259280" cy="20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2A3DB22D-46B8-72F6-B2BE-868A661B7B1A}"/>
                    </a:ext>
                  </a:extLst>
                </p14:cNvPr>
                <p14:cNvContentPartPr/>
                <p14:nvPr/>
              </p14:nvContentPartPr>
              <p14:xfrm>
                <a:off x="10251120" y="1215630"/>
                <a:ext cx="78480" cy="1288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2A3DB22D-46B8-72F6-B2BE-868A661B7B1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246800" y="1211310"/>
                  <a:ext cx="87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3777F51-7EB4-A44B-B20C-940451D13A78}"/>
                    </a:ext>
                  </a:extLst>
                </p14:cNvPr>
                <p14:cNvContentPartPr/>
                <p14:nvPr/>
              </p14:nvContentPartPr>
              <p14:xfrm>
                <a:off x="10305480" y="1237950"/>
                <a:ext cx="93240" cy="1033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3777F51-7EB4-A44B-B20C-940451D13A7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301160" y="1233630"/>
                  <a:ext cx="101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425B2CE-478F-434E-E23B-7CEBC1550FEB}"/>
                    </a:ext>
                  </a:extLst>
                </p14:cNvPr>
                <p14:cNvContentPartPr/>
                <p14:nvPr/>
              </p14:nvContentPartPr>
              <p14:xfrm>
                <a:off x="10405920" y="1258470"/>
                <a:ext cx="157320" cy="651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425B2CE-478F-434E-E23B-7CEBC1550FE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401600" y="1254150"/>
                  <a:ext cx="165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A1FE0D3-E3F2-3AFA-18FA-B084A5D95EBF}"/>
                    </a:ext>
                  </a:extLst>
                </p14:cNvPr>
                <p14:cNvContentPartPr/>
                <p14:nvPr/>
              </p14:nvContentPartPr>
              <p14:xfrm>
                <a:off x="10586280" y="1166310"/>
                <a:ext cx="103680" cy="2005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A1FE0D3-E3F2-3AFA-18FA-B084A5D95EB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581960" y="1161990"/>
                  <a:ext cx="1123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4B4E086-9172-9475-E61E-60F031094BCA}"/>
                    </a:ext>
                  </a:extLst>
                </p14:cNvPr>
                <p14:cNvContentPartPr/>
                <p14:nvPr/>
              </p14:nvContentPartPr>
              <p14:xfrm>
                <a:off x="10711920" y="1231470"/>
                <a:ext cx="84600" cy="1022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4B4E086-9172-9475-E61E-60F031094BCA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707600" y="1227150"/>
                  <a:ext cx="932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4623C0D5-605B-6A2B-6C26-E998CBBAF0B6}"/>
                    </a:ext>
                  </a:extLst>
                </p14:cNvPr>
                <p14:cNvContentPartPr/>
                <p14:nvPr/>
              </p14:nvContentPartPr>
              <p14:xfrm>
                <a:off x="10821000" y="1209510"/>
                <a:ext cx="93960" cy="1177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4623C0D5-605B-6A2B-6C26-E998CBBAF0B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816680" y="1205190"/>
                  <a:ext cx="1026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AE8BBEF-8B4B-89B9-8248-4AE432ED0299}"/>
                    </a:ext>
                  </a:extLst>
                </p14:cNvPr>
                <p14:cNvContentPartPr/>
                <p14:nvPr/>
              </p14:nvContentPartPr>
              <p14:xfrm>
                <a:off x="11013600" y="1237230"/>
                <a:ext cx="28800" cy="928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AE8BBEF-8B4B-89B9-8248-4AE432ED029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009280" y="1232910"/>
                  <a:ext cx="374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EDD0D66-CAB3-4052-DE57-EF84D86D1A15}"/>
                    </a:ext>
                  </a:extLst>
                </p14:cNvPr>
                <p14:cNvContentPartPr/>
                <p14:nvPr/>
              </p14:nvContentPartPr>
              <p14:xfrm>
                <a:off x="10994520" y="1257390"/>
                <a:ext cx="147960" cy="313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EDD0D66-CAB3-4052-DE57-EF84D86D1A1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990200" y="1253070"/>
                  <a:ext cx="156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ED6B906C-B6C8-61E6-D19A-88CDBECFBECE}"/>
                    </a:ext>
                  </a:extLst>
                </p14:cNvPr>
                <p14:cNvContentPartPr/>
                <p14:nvPr/>
              </p14:nvContentPartPr>
              <p14:xfrm>
                <a:off x="11112600" y="1216710"/>
                <a:ext cx="87840" cy="1083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ED6B906C-B6C8-61E6-D19A-88CDBECFBEC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108280" y="1212390"/>
                  <a:ext cx="96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B207EF4-7474-2B56-FA42-FF94D3EC5D48}"/>
                    </a:ext>
                  </a:extLst>
                </p14:cNvPr>
                <p14:cNvContentPartPr/>
                <p14:nvPr/>
              </p14:nvContentPartPr>
              <p14:xfrm>
                <a:off x="11244000" y="1221750"/>
                <a:ext cx="172440" cy="1202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B207EF4-7474-2B56-FA42-FF94D3EC5D48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239680" y="1217430"/>
                  <a:ext cx="1810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103973D-CC5A-9780-8A05-C8CE5C0D980B}"/>
                    </a:ext>
                  </a:extLst>
                </p14:cNvPr>
                <p14:cNvContentPartPr/>
                <p14:nvPr/>
              </p14:nvContentPartPr>
              <p14:xfrm>
                <a:off x="11356680" y="1187550"/>
                <a:ext cx="153720" cy="1684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103973D-CC5A-9780-8A05-C8CE5C0D980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352360" y="1183230"/>
                  <a:ext cx="16236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A667AD49-707B-B464-6ADE-30F814BBF7AA}"/>
              </a:ext>
            </a:extLst>
          </p:cNvPr>
          <p:cNvGrpSpPr/>
          <p:nvPr/>
        </p:nvGrpSpPr>
        <p:grpSpPr>
          <a:xfrm>
            <a:off x="8272200" y="1611990"/>
            <a:ext cx="396720" cy="363960"/>
            <a:chOff x="8272200" y="1611990"/>
            <a:chExt cx="39672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177641D-364C-CC8F-1309-066575063345}"/>
                    </a:ext>
                  </a:extLst>
                </p14:cNvPr>
                <p14:cNvContentPartPr/>
                <p14:nvPr/>
              </p14:nvContentPartPr>
              <p14:xfrm>
                <a:off x="8272200" y="1611990"/>
                <a:ext cx="221760" cy="3639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177641D-364C-CC8F-1309-06657506334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267880" y="1607670"/>
                  <a:ext cx="2304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6D184CA-F92F-B289-1742-95D5BC0DC999}"/>
                    </a:ext>
                  </a:extLst>
                </p14:cNvPr>
                <p14:cNvContentPartPr/>
                <p14:nvPr/>
              </p14:nvContentPartPr>
              <p14:xfrm>
                <a:off x="8554440" y="1651590"/>
                <a:ext cx="105840" cy="126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6D184CA-F92F-B289-1742-95D5BC0DC99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550120" y="1647270"/>
                  <a:ext cx="114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76B5001F-04F1-54AE-5315-15C2C951E088}"/>
                    </a:ext>
                  </a:extLst>
                </p14:cNvPr>
                <p14:cNvContentPartPr/>
                <p14:nvPr/>
              </p14:nvContentPartPr>
              <p14:xfrm>
                <a:off x="8571360" y="1715310"/>
                <a:ext cx="97560" cy="414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76B5001F-04F1-54AE-5315-15C2C951E08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567040" y="1710990"/>
                  <a:ext cx="10620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0ECD2CD1-5BDE-EA7C-80E2-175EE9745319}"/>
              </a:ext>
            </a:extLst>
          </p:cNvPr>
          <p:cNvGrpSpPr/>
          <p:nvPr/>
        </p:nvGrpSpPr>
        <p:grpSpPr>
          <a:xfrm>
            <a:off x="8806800" y="1569870"/>
            <a:ext cx="2707560" cy="234000"/>
            <a:chOff x="8806800" y="1569870"/>
            <a:chExt cx="270756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170EE00-17D5-4CF5-0DB2-269CF26088DC}"/>
                    </a:ext>
                  </a:extLst>
                </p14:cNvPr>
                <p14:cNvContentPartPr/>
                <p14:nvPr/>
              </p14:nvContentPartPr>
              <p14:xfrm>
                <a:off x="8806800" y="1644030"/>
                <a:ext cx="159840" cy="878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170EE00-17D5-4CF5-0DB2-269CF26088DC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802480" y="1639710"/>
                  <a:ext cx="1684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2AF93E29-9C6B-617E-EA08-D4EB7EC252D9}"/>
                    </a:ext>
                  </a:extLst>
                </p14:cNvPr>
                <p14:cNvContentPartPr/>
                <p14:nvPr/>
              </p14:nvContentPartPr>
              <p14:xfrm>
                <a:off x="9062400" y="1653390"/>
                <a:ext cx="16920" cy="219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2AF93E29-9C6B-617E-EA08-D4EB7EC252D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058080" y="1649070"/>
                  <a:ext cx="255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071E36C-E3B4-DE0B-DB96-2F25228086D9}"/>
                    </a:ext>
                  </a:extLst>
                </p14:cNvPr>
                <p14:cNvContentPartPr/>
                <p14:nvPr/>
              </p14:nvContentPartPr>
              <p14:xfrm>
                <a:off x="9137640" y="1589310"/>
                <a:ext cx="86760" cy="1429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071E36C-E3B4-DE0B-DB96-2F25228086D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133320" y="1584990"/>
                  <a:ext cx="954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C71DD857-6988-E956-F467-EA5D0F031EA1}"/>
                    </a:ext>
                  </a:extLst>
                </p14:cNvPr>
                <p14:cNvContentPartPr/>
                <p14:nvPr/>
              </p14:nvContentPartPr>
              <p14:xfrm>
                <a:off x="9224400" y="1572390"/>
                <a:ext cx="56520" cy="46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C71DD857-6988-E956-F467-EA5D0F031EA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220080" y="1568070"/>
                  <a:ext cx="6516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FDB6024-8341-E825-ED2A-32949A81DECF}"/>
                    </a:ext>
                  </a:extLst>
                </p14:cNvPr>
                <p14:cNvContentPartPr/>
                <p14:nvPr/>
              </p14:nvContentPartPr>
              <p14:xfrm>
                <a:off x="9350760" y="1619190"/>
                <a:ext cx="25920" cy="986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FDB6024-8341-E825-ED2A-32949A81DEC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346440" y="1614870"/>
                  <a:ext cx="345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CD92E26-2590-F9A9-4827-B8576F5B6746}"/>
                    </a:ext>
                  </a:extLst>
                </p14:cNvPr>
                <p14:cNvContentPartPr/>
                <p14:nvPr/>
              </p14:nvContentPartPr>
              <p14:xfrm>
                <a:off x="9331320" y="1652670"/>
                <a:ext cx="127800" cy="147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CD92E26-2590-F9A9-4827-B8576F5B6746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327000" y="1648350"/>
                  <a:ext cx="136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614EF542-FF1A-D639-5CFE-40DAAE24BF02}"/>
                    </a:ext>
                  </a:extLst>
                </p14:cNvPr>
                <p14:cNvContentPartPr/>
                <p14:nvPr/>
              </p14:nvContentPartPr>
              <p14:xfrm>
                <a:off x="9479280" y="1608030"/>
                <a:ext cx="92160" cy="1346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614EF542-FF1A-D639-5CFE-40DAAE24BF0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474960" y="1603710"/>
                  <a:ext cx="1008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FF1BBA17-5F02-5D81-08C0-A57BB4AF6FA5}"/>
                    </a:ext>
                  </a:extLst>
                </p14:cNvPr>
                <p14:cNvContentPartPr/>
                <p14:nvPr/>
              </p14:nvContentPartPr>
              <p14:xfrm>
                <a:off x="9673320" y="1633950"/>
                <a:ext cx="20520" cy="950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FF1BBA17-5F02-5D81-08C0-A57BB4AF6FA5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669000" y="1629630"/>
                  <a:ext cx="291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D9B1E1C-B9BC-4C7C-8F26-6D0AF039B995}"/>
                    </a:ext>
                  </a:extLst>
                </p14:cNvPr>
                <p14:cNvContentPartPr/>
                <p14:nvPr/>
              </p14:nvContentPartPr>
              <p14:xfrm>
                <a:off x="9625800" y="1668870"/>
                <a:ext cx="126000" cy="342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D9B1E1C-B9BC-4C7C-8F26-6D0AF039B99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621480" y="1664550"/>
                  <a:ext cx="134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EEAC6E9-9326-2F54-4827-60668B26FCEA}"/>
                    </a:ext>
                  </a:extLst>
                </p14:cNvPr>
                <p14:cNvContentPartPr/>
                <p14:nvPr/>
              </p14:nvContentPartPr>
              <p14:xfrm>
                <a:off x="9818040" y="1590030"/>
                <a:ext cx="151560" cy="1533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EEAC6E9-9326-2F54-4827-60668B26FCEA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813720" y="1585710"/>
                  <a:ext cx="1602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5337E099-9125-5CEC-6A97-1BD233EC500A}"/>
                    </a:ext>
                  </a:extLst>
                </p14:cNvPr>
                <p14:cNvContentPartPr/>
                <p14:nvPr/>
              </p14:nvContentPartPr>
              <p14:xfrm>
                <a:off x="10066440" y="1649070"/>
                <a:ext cx="13320" cy="666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5337E099-9125-5CEC-6A97-1BD233EC500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062120" y="1644750"/>
                  <a:ext cx="219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ACF3FF2E-26CB-ECE8-B58F-D9DAE0C1F3A5}"/>
                    </a:ext>
                  </a:extLst>
                </p14:cNvPr>
                <p14:cNvContentPartPr/>
                <p14:nvPr/>
              </p14:nvContentPartPr>
              <p14:xfrm>
                <a:off x="10009920" y="1665990"/>
                <a:ext cx="131760" cy="162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ACF3FF2E-26CB-ECE8-B58F-D9DAE0C1F3A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005600" y="1661670"/>
                  <a:ext cx="1404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C54122ED-FDAA-C055-BCE8-E116DD78897B}"/>
                    </a:ext>
                  </a:extLst>
                </p14:cNvPr>
                <p14:cNvContentPartPr/>
                <p14:nvPr/>
              </p14:nvContentPartPr>
              <p14:xfrm>
                <a:off x="10260480" y="1627470"/>
                <a:ext cx="104760" cy="1335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C54122ED-FDAA-C055-BCE8-E116DD78897B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256160" y="1623150"/>
                  <a:ext cx="1134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3B3976A-FC7C-0080-287D-D4FB22C41455}"/>
                    </a:ext>
                  </a:extLst>
                </p14:cNvPr>
                <p14:cNvContentPartPr/>
                <p14:nvPr/>
              </p14:nvContentPartPr>
              <p14:xfrm>
                <a:off x="10362000" y="1662390"/>
                <a:ext cx="128520" cy="849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3B3976A-FC7C-0080-287D-D4FB22C4145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357680" y="1658070"/>
                  <a:ext cx="1371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C1D03032-E293-AC2A-F246-07D70235293A}"/>
                    </a:ext>
                  </a:extLst>
                </p14:cNvPr>
                <p14:cNvContentPartPr/>
                <p14:nvPr/>
              </p14:nvContentPartPr>
              <p14:xfrm>
                <a:off x="10565760" y="1603350"/>
                <a:ext cx="29880" cy="1670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C1D03032-E293-AC2A-F246-07D70235293A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561440" y="1599030"/>
                  <a:ext cx="385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E8ECF93-330F-A0B6-7F48-79F4BDDE770F}"/>
                    </a:ext>
                  </a:extLst>
                </p14:cNvPr>
                <p14:cNvContentPartPr/>
                <p14:nvPr/>
              </p14:nvContentPartPr>
              <p14:xfrm>
                <a:off x="10662960" y="1569870"/>
                <a:ext cx="95040" cy="2145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E8ECF93-330F-A0B6-7F48-79F4BDDE770F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658640" y="1565550"/>
                  <a:ext cx="103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E249541-9B37-5B8C-5614-B8F8E0893669}"/>
                    </a:ext>
                  </a:extLst>
                </p14:cNvPr>
                <p14:cNvContentPartPr/>
                <p14:nvPr/>
              </p14:nvContentPartPr>
              <p14:xfrm>
                <a:off x="10765200" y="1640790"/>
                <a:ext cx="88920" cy="1087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E249541-9B37-5B8C-5614-B8F8E089366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760880" y="1636470"/>
                  <a:ext cx="975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489261B-B2BF-12A9-ACCA-343ED1491571}"/>
                    </a:ext>
                  </a:extLst>
                </p14:cNvPr>
                <p14:cNvContentPartPr/>
                <p14:nvPr/>
              </p14:nvContentPartPr>
              <p14:xfrm>
                <a:off x="10877520" y="1626390"/>
                <a:ext cx="103680" cy="1216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489261B-B2BF-12A9-ACCA-343ED149157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873200" y="1622070"/>
                  <a:ext cx="112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6EABC9F-A4FB-C168-921D-28FA13B9D4AE}"/>
                    </a:ext>
                  </a:extLst>
                </p14:cNvPr>
                <p14:cNvContentPartPr/>
                <p14:nvPr/>
              </p14:nvContentPartPr>
              <p14:xfrm>
                <a:off x="11048880" y="1638630"/>
                <a:ext cx="39960" cy="1018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6EABC9F-A4FB-C168-921D-28FA13B9D4A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044560" y="1634310"/>
                  <a:ext cx="486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A4B7AAE-3390-2459-6A15-FDA0B786CEFB}"/>
                    </a:ext>
                  </a:extLst>
                </p14:cNvPr>
                <p14:cNvContentPartPr/>
                <p14:nvPr/>
              </p14:nvContentPartPr>
              <p14:xfrm>
                <a:off x="11039160" y="1702710"/>
                <a:ext cx="76680" cy="219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A4B7AAE-3390-2459-6A15-FDA0B786CEFB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034840" y="1698390"/>
                  <a:ext cx="853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7113FDB9-4383-79D6-93DA-146CDC36D647}"/>
                    </a:ext>
                  </a:extLst>
                </p14:cNvPr>
                <p14:cNvContentPartPr/>
                <p14:nvPr/>
              </p14:nvContentPartPr>
              <p14:xfrm>
                <a:off x="11160480" y="1622790"/>
                <a:ext cx="109440" cy="12744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7113FDB9-4383-79D6-93DA-146CDC36D64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1156160" y="1618470"/>
                  <a:ext cx="118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6689005E-020D-47BD-8EF0-10B96E6CFEAA}"/>
                    </a:ext>
                  </a:extLst>
                </p14:cNvPr>
                <p14:cNvContentPartPr/>
                <p14:nvPr/>
              </p14:nvContentPartPr>
              <p14:xfrm>
                <a:off x="11353080" y="1631070"/>
                <a:ext cx="95400" cy="1137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6689005E-020D-47BD-8EF0-10B96E6CFEAA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1348760" y="1626750"/>
                  <a:ext cx="104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A4A170CA-70FF-9ECC-1291-3CC3A5AD4A26}"/>
                    </a:ext>
                  </a:extLst>
                </p14:cNvPr>
                <p14:cNvContentPartPr/>
                <p14:nvPr/>
              </p14:nvContentPartPr>
              <p14:xfrm>
                <a:off x="11401320" y="1585350"/>
                <a:ext cx="113040" cy="2185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A4A170CA-70FF-9ECC-1291-3CC3A5AD4A2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1397000" y="1581030"/>
                  <a:ext cx="12168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12B8EDFC-8C61-DAC0-CC36-75948FB4A999}"/>
              </a:ext>
            </a:extLst>
          </p:cNvPr>
          <p:cNvGrpSpPr/>
          <p:nvPr/>
        </p:nvGrpSpPr>
        <p:grpSpPr>
          <a:xfrm>
            <a:off x="8222880" y="2257110"/>
            <a:ext cx="1749600" cy="269280"/>
            <a:chOff x="8222880" y="2257110"/>
            <a:chExt cx="17496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444A1116-5114-B783-9095-0FEF19554D2A}"/>
                    </a:ext>
                  </a:extLst>
                </p14:cNvPr>
                <p14:cNvContentPartPr/>
                <p14:nvPr/>
              </p14:nvContentPartPr>
              <p14:xfrm>
                <a:off x="8222880" y="2257110"/>
                <a:ext cx="178200" cy="2127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444A1116-5114-B783-9095-0FEF19554D2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218560" y="2252790"/>
                  <a:ext cx="186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8240E20E-A414-3DC8-4CC4-6D0CF433EC94}"/>
                    </a:ext>
                  </a:extLst>
                </p14:cNvPr>
                <p14:cNvContentPartPr/>
                <p14:nvPr/>
              </p14:nvContentPartPr>
              <p14:xfrm>
                <a:off x="8248800" y="2327310"/>
                <a:ext cx="74880" cy="12564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8240E20E-A414-3DC8-4CC4-6D0CF433EC9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244480" y="2322990"/>
                  <a:ext cx="835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5406289F-9847-0C1C-D717-F083D9C80741}"/>
                    </a:ext>
                  </a:extLst>
                </p14:cNvPr>
                <p14:cNvContentPartPr/>
                <p14:nvPr/>
              </p14:nvContentPartPr>
              <p14:xfrm>
                <a:off x="8335200" y="2435670"/>
                <a:ext cx="137160" cy="907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5406289F-9847-0C1C-D717-F083D9C8074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330880" y="2431350"/>
                  <a:ext cx="145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3B04CFE5-75F4-E089-8200-CB9A3EBE12B9}"/>
                    </a:ext>
                  </a:extLst>
                </p14:cNvPr>
                <p14:cNvContentPartPr/>
                <p14:nvPr/>
              </p14:nvContentPartPr>
              <p14:xfrm>
                <a:off x="8458680" y="2501550"/>
                <a:ext cx="2880" cy="28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3B04CFE5-75F4-E089-8200-CB9A3EBE12B9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454360" y="2497230"/>
                  <a:ext cx="1152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D33E5589-F3AB-52B3-B220-06D3D71D550F}"/>
                    </a:ext>
                  </a:extLst>
                </p14:cNvPr>
                <p14:cNvContentPartPr/>
                <p14:nvPr/>
              </p14:nvContentPartPr>
              <p14:xfrm>
                <a:off x="8594760" y="2404350"/>
                <a:ext cx="90720" cy="190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D33E5589-F3AB-52B3-B220-06D3D71D550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590440" y="2400030"/>
                  <a:ext cx="99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1535C807-BDD8-CE48-4095-648C0E0C504D}"/>
                    </a:ext>
                  </a:extLst>
                </p14:cNvPr>
                <p14:cNvContentPartPr/>
                <p14:nvPr/>
              </p14:nvContentPartPr>
              <p14:xfrm>
                <a:off x="8618160" y="2459070"/>
                <a:ext cx="75240" cy="259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1535C807-BDD8-CE48-4095-648C0E0C504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613840" y="2454750"/>
                  <a:ext cx="838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BB6AC8AB-FE05-9403-CAB1-68FD2B471A64}"/>
                    </a:ext>
                  </a:extLst>
                </p14:cNvPr>
                <p14:cNvContentPartPr/>
                <p14:nvPr/>
              </p14:nvContentPartPr>
              <p14:xfrm>
                <a:off x="8781960" y="2395350"/>
                <a:ext cx="153000" cy="1141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BB6AC8AB-FE05-9403-CAB1-68FD2B471A64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777640" y="2391030"/>
                  <a:ext cx="161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3DFDD195-4452-F97D-B3C6-15F3C99A4E3B}"/>
                    </a:ext>
                  </a:extLst>
                </p14:cNvPr>
                <p14:cNvContentPartPr/>
                <p14:nvPr/>
              </p14:nvContentPartPr>
              <p14:xfrm>
                <a:off x="9012360" y="2449710"/>
                <a:ext cx="13680" cy="115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3DFDD195-4452-F97D-B3C6-15F3C99A4E3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008040" y="2445390"/>
                  <a:ext cx="22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B2E4FB69-D92E-1004-EFE5-CBF77177FC6A}"/>
                    </a:ext>
                  </a:extLst>
                </p14:cNvPr>
                <p14:cNvContentPartPr/>
                <p14:nvPr/>
              </p14:nvContentPartPr>
              <p14:xfrm>
                <a:off x="9091560" y="2382390"/>
                <a:ext cx="79200" cy="1252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B2E4FB69-D92E-1004-EFE5-CBF77177FC6A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087240" y="2378070"/>
                  <a:ext cx="87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04ADF524-545E-D7A6-25CC-1B973B4C8F5A}"/>
                    </a:ext>
                  </a:extLst>
                </p14:cNvPr>
                <p14:cNvContentPartPr/>
                <p14:nvPr/>
              </p14:nvContentPartPr>
              <p14:xfrm>
                <a:off x="9150600" y="2360790"/>
                <a:ext cx="98640" cy="158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04ADF524-545E-D7A6-25CC-1B973B4C8F5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145920" y="2356470"/>
                  <a:ext cx="107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91BA5618-3B53-C62E-125B-158E73B0EDA4}"/>
                    </a:ext>
                  </a:extLst>
                </p14:cNvPr>
                <p14:cNvContentPartPr/>
                <p14:nvPr/>
              </p14:nvContentPartPr>
              <p14:xfrm>
                <a:off x="9360120" y="2385270"/>
                <a:ext cx="16560" cy="10836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91BA5618-3B53-C62E-125B-158E73B0EDA4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355800" y="2380950"/>
                  <a:ext cx="252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1D5DB67F-E169-B8FF-70AD-7A354E852734}"/>
                    </a:ext>
                  </a:extLst>
                </p14:cNvPr>
                <p14:cNvContentPartPr/>
                <p14:nvPr/>
              </p14:nvContentPartPr>
              <p14:xfrm>
                <a:off x="9322680" y="2416590"/>
                <a:ext cx="139320" cy="313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1D5DB67F-E169-B8FF-70AD-7A354E852734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318360" y="2412270"/>
                  <a:ext cx="147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8CC46400-665C-C3E6-FF4E-E0391B6A2E76}"/>
                    </a:ext>
                  </a:extLst>
                </p14:cNvPr>
                <p14:cNvContentPartPr/>
                <p14:nvPr/>
              </p14:nvContentPartPr>
              <p14:xfrm>
                <a:off x="9468120" y="2343510"/>
                <a:ext cx="100080" cy="1396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8CC46400-665C-C3E6-FF4E-E0391B6A2E76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463800" y="2339190"/>
                  <a:ext cx="108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20F9B1FC-625B-1E0B-B667-CF8253B4C7A9}"/>
                    </a:ext>
                  </a:extLst>
                </p14:cNvPr>
                <p14:cNvContentPartPr/>
                <p14:nvPr/>
              </p14:nvContentPartPr>
              <p14:xfrm>
                <a:off x="9629400" y="2371230"/>
                <a:ext cx="31320" cy="1026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20F9B1FC-625B-1E0B-B667-CF8253B4C7A9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625080" y="2366910"/>
                  <a:ext cx="399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34B7F2F-8557-D4CA-F7B6-648DE73EEDEA}"/>
                    </a:ext>
                  </a:extLst>
                </p14:cNvPr>
                <p14:cNvContentPartPr/>
                <p14:nvPr/>
              </p14:nvContentPartPr>
              <p14:xfrm>
                <a:off x="9589440" y="2403630"/>
                <a:ext cx="158040" cy="334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34B7F2F-8557-D4CA-F7B6-648DE73EEDE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9585120" y="2399310"/>
                  <a:ext cx="166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1D961287-09FB-115E-77A4-6FC56BEE290F}"/>
                    </a:ext>
                  </a:extLst>
                </p14:cNvPr>
                <p14:cNvContentPartPr/>
                <p14:nvPr/>
              </p14:nvContentPartPr>
              <p14:xfrm>
                <a:off x="9782400" y="2346750"/>
                <a:ext cx="190080" cy="1544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1D961287-09FB-115E-77A4-6FC56BEE290F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9778080" y="2342430"/>
                  <a:ext cx="198720" cy="16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9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A7A97128-D0F0-E41E-917D-9FF3BFED434E}"/>
                  </a:ext>
                </a:extLst>
              </p14:cNvPr>
              <p14:cNvContentPartPr/>
              <p14:nvPr/>
            </p14:nvContentPartPr>
            <p14:xfrm>
              <a:off x="3714960" y="4735710"/>
              <a:ext cx="23040" cy="1512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A7A97128-D0F0-E41E-917D-9FF3BFED434E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3710640" y="4731390"/>
                <a:ext cx="316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1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EF9E3C93-8C45-2C20-9246-5DFA5C9C0D8E}"/>
                  </a:ext>
                </a:extLst>
              </p14:cNvPr>
              <p14:cNvContentPartPr/>
              <p14:nvPr/>
            </p14:nvContentPartPr>
            <p14:xfrm>
              <a:off x="3712440" y="4728150"/>
              <a:ext cx="16920" cy="1008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EF9E3C93-8C45-2C20-9246-5DFA5C9C0D8E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3708120" y="4723830"/>
                <a:ext cx="255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3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66D0C329-B10F-290D-8923-BFC308B637DF}"/>
                  </a:ext>
                </a:extLst>
              </p14:cNvPr>
              <p14:cNvContentPartPr/>
              <p14:nvPr/>
            </p14:nvContentPartPr>
            <p14:xfrm>
              <a:off x="3712440" y="4717350"/>
              <a:ext cx="977040" cy="7848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66D0C329-B10F-290D-8923-BFC308B637DF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3707760" y="4713030"/>
                <a:ext cx="9856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5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0C089422-D605-B4AA-A187-55E751496A30}"/>
                  </a:ext>
                </a:extLst>
              </p14:cNvPr>
              <p14:cNvContentPartPr/>
              <p14:nvPr/>
            </p14:nvContentPartPr>
            <p14:xfrm>
              <a:off x="4338480" y="4685310"/>
              <a:ext cx="893520" cy="15408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0C089422-D605-B4AA-A187-55E751496A30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4334160" y="4680990"/>
                <a:ext cx="902160" cy="16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8612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CEBF15-24CE-8C7B-ECA9-66C23CB49F56}"/>
              </a:ext>
            </a:extLst>
          </p:cNvPr>
          <p:cNvSpPr/>
          <p:nvPr/>
        </p:nvSpPr>
        <p:spPr>
          <a:xfrm>
            <a:off x="2428875" y="685800"/>
            <a:ext cx="5505450" cy="5486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967E37-0D7B-7CA1-3844-44E39B50BC1C}"/>
              </a:ext>
            </a:extLst>
          </p:cNvPr>
          <p:cNvCxnSpPr>
            <a:cxnSpLocks/>
          </p:cNvCxnSpPr>
          <p:nvPr/>
        </p:nvCxnSpPr>
        <p:spPr>
          <a:xfrm>
            <a:off x="2428875" y="4333875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62F0484-CBD2-02F7-0C41-F4D9B53B00D8}"/>
              </a:ext>
            </a:extLst>
          </p:cNvPr>
          <p:cNvSpPr txBox="1"/>
          <p:nvPr/>
        </p:nvSpPr>
        <p:spPr>
          <a:xfrm>
            <a:off x="4914901" y="3343275"/>
            <a:ext cx="53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EF5FB8-B912-9865-FD7B-13CEC0256B4D}"/>
              </a:ext>
            </a:extLst>
          </p:cNvPr>
          <p:cNvSpPr/>
          <p:nvPr/>
        </p:nvSpPr>
        <p:spPr>
          <a:xfrm>
            <a:off x="3246098" y="825555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CFC873-34E6-6CC7-0EA9-F754D944DA3F}"/>
              </a:ext>
            </a:extLst>
          </p:cNvPr>
          <p:cNvCxnSpPr/>
          <p:nvPr/>
        </p:nvCxnSpPr>
        <p:spPr>
          <a:xfrm>
            <a:off x="2428875" y="2524125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0B2F01-F3B6-AEC9-DDF5-9C73D2E9DF42}"/>
              </a:ext>
            </a:extLst>
          </p:cNvPr>
          <p:cNvCxnSpPr>
            <a:cxnSpLocks/>
          </p:cNvCxnSpPr>
          <p:nvPr/>
        </p:nvCxnSpPr>
        <p:spPr>
          <a:xfrm>
            <a:off x="4267200" y="667829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ADA9241-13F5-62D3-C874-356695105538}"/>
                  </a:ext>
                </a:extLst>
              </p14:cNvPr>
              <p14:cNvContentPartPr/>
              <p14:nvPr/>
            </p14:nvContentPartPr>
            <p14:xfrm>
              <a:off x="8161680" y="2489310"/>
              <a:ext cx="360" cy="43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ADA9241-13F5-62D3-C874-3566951055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57360" y="2484597"/>
                <a:ext cx="9000" cy="13745"/>
              </a:xfrm>
              <a:prstGeom prst="rect">
                <a:avLst/>
              </a:prstGeom>
            </p:spPr>
          </p:pic>
        </mc:Fallback>
      </mc:AlternateContent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5E3956FE-D120-4368-42F5-4165028BB13B}"/>
              </a:ext>
            </a:extLst>
          </p:cNvPr>
          <p:cNvCxnSpPr>
            <a:cxnSpLocks/>
          </p:cNvCxnSpPr>
          <p:nvPr/>
        </p:nvCxnSpPr>
        <p:spPr>
          <a:xfrm>
            <a:off x="6091890" y="667829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B8FE0843-B284-E24D-83FC-C1C9DC7349CB}"/>
                  </a:ext>
                </a:extLst>
              </p14:cNvPr>
              <p14:cNvContentPartPr/>
              <p14:nvPr/>
            </p14:nvContentPartPr>
            <p14:xfrm>
              <a:off x="9606720" y="1664190"/>
              <a:ext cx="10800" cy="684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B8FE0843-B284-E24D-83FC-C1C9DC7349CB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9602400" y="1659870"/>
                <a:ext cx="19440" cy="1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9FB9947-7B5D-F878-78F2-916820F16F71}"/>
              </a:ext>
            </a:extLst>
          </p:cNvPr>
          <p:cNvGrpSpPr/>
          <p:nvPr/>
        </p:nvGrpSpPr>
        <p:grpSpPr>
          <a:xfrm>
            <a:off x="8370480" y="701910"/>
            <a:ext cx="414360" cy="128520"/>
            <a:chOff x="8370480" y="701910"/>
            <a:chExt cx="414360" cy="1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6CC0D3F-1BAF-B6EC-5245-1C481AAD3D2C}"/>
                    </a:ext>
                  </a:extLst>
                </p14:cNvPr>
                <p14:cNvContentPartPr/>
                <p14:nvPr/>
              </p14:nvContentPartPr>
              <p14:xfrm>
                <a:off x="8370480" y="701910"/>
                <a:ext cx="133200" cy="12852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BD28CC14-9505-34FA-E20D-A6415F81327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366160" y="697590"/>
                  <a:ext cx="1418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404DE7D-C672-7947-DC7F-DA05ECBF0724}"/>
                    </a:ext>
                  </a:extLst>
                </p14:cNvPr>
                <p14:cNvContentPartPr/>
                <p14:nvPr/>
              </p14:nvContentPartPr>
              <p14:xfrm>
                <a:off x="8641560" y="729990"/>
                <a:ext cx="94320" cy="1188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D97D3143-528F-4EFC-E8A3-FD486176D1E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637240" y="725670"/>
                  <a:ext cx="102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889A801-5698-C5E8-FFF9-4CD940AF40F0}"/>
                    </a:ext>
                  </a:extLst>
                </p14:cNvPr>
                <p14:cNvContentPartPr/>
                <p14:nvPr/>
              </p14:nvContentPartPr>
              <p14:xfrm>
                <a:off x="8664240" y="800190"/>
                <a:ext cx="120600" cy="2376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6E916586-A213-2A8D-27AB-D56BBBFAD37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659920" y="795870"/>
                  <a:ext cx="1292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22A79EB1-1F36-A49C-E28E-FE7E6E5BDD77}"/>
              </a:ext>
            </a:extLst>
          </p:cNvPr>
          <p:cNvGrpSpPr/>
          <p:nvPr/>
        </p:nvGrpSpPr>
        <p:grpSpPr>
          <a:xfrm>
            <a:off x="8938560" y="613710"/>
            <a:ext cx="993600" cy="406080"/>
            <a:chOff x="8938560" y="613710"/>
            <a:chExt cx="99360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43A26D1-08F2-645C-8E97-0879FF8E2E98}"/>
                    </a:ext>
                  </a:extLst>
                </p14:cNvPr>
                <p14:cNvContentPartPr/>
                <p14:nvPr/>
              </p14:nvContentPartPr>
              <p14:xfrm>
                <a:off x="8938560" y="640710"/>
                <a:ext cx="16200" cy="16704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9C730BCA-A855-E77A-5D13-C20D286092D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934240" y="636390"/>
                  <a:ext cx="248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2F2C090-D4A1-DAF5-AFD9-2724AEB91D19}"/>
                    </a:ext>
                  </a:extLst>
                </p14:cNvPr>
                <p14:cNvContentPartPr/>
                <p14:nvPr/>
              </p14:nvContentPartPr>
              <p14:xfrm>
                <a:off x="9019920" y="773910"/>
                <a:ext cx="26280" cy="2628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5072A8A0-D1C2-92F2-3D71-ACF03934D5C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015600" y="769590"/>
                  <a:ext cx="34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990508B-88C3-3396-FC33-B72DEB987D01}"/>
                    </a:ext>
                  </a:extLst>
                </p14:cNvPr>
                <p14:cNvContentPartPr/>
                <p14:nvPr/>
              </p14:nvContentPartPr>
              <p14:xfrm>
                <a:off x="9067800" y="690030"/>
                <a:ext cx="180360" cy="12636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538D7DBF-AE42-C4C7-9763-25EDC69B0E3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063480" y="685710"/>
                  <a:ext cx="189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4E6B5A4-B642-226C-33CC-C2F5F918D847}"/>
                    </a:ext>
                  </a:extLst>
                </p14:cNvPr>
                <p14:cNvContentPartPr/>
                <p14:nvPr/>
              </p14:nvContentPartPr>
              <p14:xfrm>
                <a:off x="9215760" y="613710"/>
                <a:ext cx="185760" cy="36000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ECFDEF6C-8D47-732B-0279-6D0AE28F6F4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211440" y="609390"/>
                  <a:ext cx="1944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3B85BB0-E928-92F9-474E-CC7F464DA1AD}"/>
                    </a:ext>
                  </a:extLst>
                </p14:cNvPr>
                <p14:cNvContentPartPr/>
                <p14:nvPr/>
              </p14:nvContentPartPr>
              <p14:xfrm>
                <a:off x="9383160" y="801270"/>
                <a:ext cx="113760" cy="17820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AA8A76EA-22B6-AD2F-BF90-73563DB88B0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378840" y="796950"/>
                  <a:ext cx="122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0F4738D-B67E-64F6-09EB-E6648007A1E8}"/>
                    </a:ext>
                  </a:extLst>
                </p14:cNvPr>
                <p14:cNvContentPartPr/>
                <p14:nvPr/>
              </p14:nvContentPartPr>
              <p14:xfrm>
                <a:off x="9557040" y="912870"/>
                <a:ext cx="109440" cy="10692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47861B23-34BB-BC29-17DE-7DC60FA2EFA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552720" y="908550"/>
                  <a:ext cx="118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A49ABA0-C81B-DCB6-E271-51A285D7EBC3}"/>
                    </a:ext>
                  </a:extLst>
                </p14:cNvPr>
                <p14:cNvContentPartPr/>
                <p14:nvPr/>
              </p14:nvContentPartPr>
              <p14:xfrm>
                <a:off x="9800400" y="776790"/>
                <a:ext cx="131760" cy="6480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0759D1E8-6D7B-CAE3-EF27-3E9F1746388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796080" y="772470"/>
                  <a:ext cx="14040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5B6711D6-BE4D-2D4B-1B1F-2CA82D3F4E9D}"/>
              </a:ext>
            </a:extLst>
          </p:cNvPr>
          <p:cNvGrpSpPr/>
          <p:nvPr/>
        </p:nvGrpSpPr>
        <p:grpSpPr>
          <a:xfrm>
            <a:off x="10189200" y="582750"/>
            <a:ext cx="1444680" cy="411480"/>
            <a:chOff x="10189200" y="582750"/>
            <a:chExt cx="144468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956E485-4FEC-66C4-CCDF-245FAE2A7ECB}"/>
                    </a:ext>
                  </a:extLst>
                </p14:cNvPr>
                <p14:cNvContentPartPr/>
                <p14:nvPr/>
              </p14:nvContentPartPr>
              <p14:xfrm>
                <a:off x="10189200" y="619470"/>
                <a:ext cx="22320" cy="11268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D894E8C2-0505-6405-DD09-17F470BB1D4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184880" y="615150"/>
                  <a:ext cx="309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29EBFA3-4D9C-AF6B-DA47-34207356B315}"/>
                    </a:ext>
                  </a:extLst>
                </p14:cNvPr>
                <p14:cNvContentPartPr/>
                <p14:nvPr/>
              </p14:nvContentPartPr>
              <p14:xfrm>
                <a:off x="10280640" y="706590"/>
                <a:ext cx="38160" cy="4140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270E9A95-6D69-6F0F-1B6E-2E7438AA503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276320" y="702270"/>
                  <a:ext cx="46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EFCC44B-455E-BCDA-CC16-E9990433CBAE}"/>
                    </a:ext>
                  </a:extLst>
                </p14:cNvPr>
                <p14:cNvContentPartPr/>
                <p14:nvPr/>
              </p14:nvContentPartPr>
              <p14:xfrm>
                <a:off x="10368480" y="640710"/>
                <a:ext cx="137160" cy="7560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24EB27C8-609B-E715-1D0E-692E4B6670D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364160" y="636390"/>
                  <a:ext cx="145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17D05FB-3DA6-CCE2-EC16-9727042F534F}"/>
                    </a:ext>
                  </a:extLst>
                </p14:cNvPr>
                <p14:cNvContentPartPr/>
                <p14:nvPr/>
              </p14:nvContentPartPr>
              <p14:xfrm>
                <a:off x="10422480" y="582750"/>
                <a:ext cx="215280" cy="411480"/>
              </p14:xfrm>
            </p:contentPart>
          </mc:Choice>
          <mc:Fallback xmlns=""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98B1AC8E-4A2F-7685-A6CA-7493E4BBF01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418160" y="578430"/>
                  <a:ext cx="2239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B7C2C90-2B36-226A-4952-CC1C672F90B2}"/>
                    </a:ext>
                  </a:extLst>
                </p14:cNvPr>
                <p14:cNvContentPartPr/>
                <p14:nvPr/>
              </p14:nvContentPartPr>
              <p14:xfrm>
                <a:off x="10513920" y="843390"/>
                <a:ext cx="139680" cy="13356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F9092A49-5481-4D3B-5BCA-C80BDB7A7DA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509600" y="839070"/>
                  <a:ext cx="148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080C30E-0358-193B-F46E-FC98E84EDD47}"/>
                    </a:ext>
                  </a:extLst>
                </p14:cNvPr>
                <p14:cNvContentPartPr/>
                <p14:nvPr/>
              </p14:nvContentPartPr>
              <p14:xfrm>
                <a:off x="10844040" y="737190"/>
                <a:ext cx="97200" cy="1872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EDF601F7-A0AA-A882-6D02-D9A5E8386CC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39720" y="732870"/>
                  <a:ext cx="105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2D98B24-F895-212B-AADC-B5AA9A608A82}"/>
                    </a:ext>
                  </a:extLst>
                </p14:cNvPr>
                <p14:cNvContentPartPr/>
                <p14:nvPr/>
              </p14:nvContentPartPr>
              <p14:xfrm>
                <a:off x="10859160" y="805590"/>
                <a:ext cx="106560" cy="1188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4CA486AA-26AC-AA92-4B63-85493736BAF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854840" y="801270"/>
                  <a:ext cx="1152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8CCC755-AB42-2306-27F2-676598DA13F2}"/>
                    </a:ext>
                  </a:extLst>
                </p14:cNvPr>
                <p14:cNvContentPartPr/>
                <p14:nvPr/>
              </p14:nvContentPartPr>
              <p14:xfrm>
                <a:off x="10728840" y="919710"/>
                <a:ext cx="20520" cy="2952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A31DA9FB-4811-4194-C4A4-E0A10E7AE8C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724520" y="915390"/>
                  <a:ext cx="29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DDC6897-B0E0-60AC-37CE-582000AE33F3}"/>
                    </a:ext>
                  </a:extLst>
                </p14:cNvPr>
                <p14:cNvContentPartPr/>
                <p14:nvPr/>
              </p14:nvContentPartPr>
              <p14:xfrm>
                <a:off x="10798320" y="856710"/>
                <a:ext cx="111600" cy="10368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CD5ACE86-C821-CD17-2D1E-2BDFCC73AE4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794000" y="852390"/>
                  <a:ext cx="120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EE0E701-3EA7-D74A-523F-0FCBA0DCAE42}"/>
                    </a:ext>
                  </a:extLst>
                </p14:cNvPr>
                <p14:cNvContentPartPr/>
                <p14:nvPr/>
              </p14:nvContentPartPr>
              <p14:xfrm>
                <a:off x="11114760" y="721710"/>
                <a:ext cx="150120" cy="9828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25A0471F-923D-2C45-B8AF-ADB90CDA34A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110440" y="717390"/>
                  <a:ext cx="158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A2DA38D-7FC9-1265-96C6-6483ED8E030B}"/>
                    </a:ext>
                  </a:extLst>
                </p14:cNvPr>
                <p14:cNvContentPartPr/>
                <p14:nvPr/>
              </p14:nvContentPartPr>
              <p14:xfrm>
                <a:off x="11356680" y="782550"/>
                <a:ext cx="30960" cy="4176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54C308BD-9859-484F-5A14-03B08689308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352360" y="778230"/>
                  <a:ext cx="39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D98F3A1-31FD-9956-7686-120BE60E731A}"/>
                    </a:ext>
                  </a:extLst>
                </p14:cNvPr>
                <p14:cNvContentPartPr/>
                <p14:nvPr/>
              </p14:nvContentPartPr>
              <p14:xfrm>
                <a:off x="11429400" y="713070"/>
                <a:ext cx="78120" cy="13788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143EB14D-DB4D-68E0-CE10-11A62D13AB9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425080" y="708750"/>
                  <a:ext cx="86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553FDB7-D5E9-075A-5C59-A47A28E0FB8C}"/>
                    </a:ext>
                  </a:extLst>
                </p14:cNvPr>
                <p14:cNvContentPartPr/>
                <p14:nvPr/>
              </p14:nvContentPartPr>
              <p14:xfrm>
                <a:off x="11490240" y="687150"/>
                <a:ext cx="143640" cy="3744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34FC7DDB-DF7A-03D8-BA49-08C66673426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485920" y="682830"/>
                  <a:ext cx="1522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98A5AB04-BACE-632B-053D-E6B6FD533F54}"/>
              </a:ext>
            </a:extLst>
          </p:cNvPr>
          <p:cNvGrpSpPr/>
          <p:nvPr/>
        </p:nvGrpSpPr>
        <p:grpSpPr>
          <a:xfrm>
            <a:off x="8358600" y="1271790"/>
            <a:ext cx="585000" cy="213120"/>
            <a:chOff x="8358600" y="1271790"/>
            <a:chExt cx="585000" cy="21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2F7FF81-4E17-3FD6-82CB-4199FF1CB6D4}"/>
                    </a:ext>
                  </a:extLst>
                </p14:cNvPr>
                <p14:cNvContentPartPr/>
                <p14:nvPr/>
              </p14:nvContentPartPr>
              <p14:xfrm>
                <a:off x="8358600" y="1384470"/>
                <a:ext cx="138240" cy="93600"/>
              </p14:xfrm>
            </p:contentPart>
          </mc:Choice>
          <mc:Fallback xmlns=""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45E36FF2-E004-AA23-A33A-40A7BBB45F1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354280" y="1380150"/>
                  <a:ext cx="146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F6AD1E7-52B4-1370-2821-C39C714E8690}"/>
                    </a:ext>
                  </a:extLst>
                </p14:cNvPr>
                <p14:cNvContentPartPr/>
                <p14:nvPr/>
              </p14:nvContentPartPr>
              <p14:xfrm>
                <a:off x="8487480" y="1279710"/>
                <a:ext cx="32400" cy="20520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5F083F4F-C4E7-A24B-8141-C961EB13E0F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483160" y="1275390"/>
                  <a:ext cx="410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52C8A83-3ACE-3369-8278-DA752BB096D1}"/>
                    </a:ext>
                  </a:extLst>
                </p14:cNvPr>
                <p14:cNvContentPartPr/>
                <p14:nvPr/>
              </p14:nvContentPartPr>
              <p14:xfrm>
                <a:off x="8617440" y="1390950"/>
                <a:ext cx="68400" cy="792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E637B7CC-FF6E-E068-07CA-41CDF03ACBD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613120" y="1386630"/>
                  <a:ext cx="770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21F351F-C941-244C-2699-D72F8AB005B3}"/>
                    </a:ext>
                  </a:extLst>
                </p14:cNvPr>
                <p14:cNvContentPartPr/>
                <p14:nvPr/>
              </p14:nvContentPartPr>
              <p14:xfrm>
                <a:off x="8616360" y="1433070"/>
                <a:ext cx="95040" cy="1692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A0BF81CB-1ACF-63EC-3FC6-C2BC8EFF6DB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612040" y="1428750"/>
                  <a:ext cx="103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F31863D-09F0-43D1-0A94-B00989B78781}"/>
                    </a:ext>
                  </a:extLst>
                </p14:cNvPr>
                <p14:cNvContentPartPr/>
                <p14:nvPr/>
              </p14:nvContentPartPr>
              <p14:xfrm>
                <a:off x="8784840" y="1271790"/>
                <a:ext cx="158760" cy="11880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8E87455B-31A8-846B-66E9-542C710D10E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780520" y="1267470"/>
                  <a:ext cx="16740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3F0FF97D-3829-71A8-92A2-CE2658540FF9}"/>
              </a:ext>
            </a:extLst>
          </p:cNvPr>
          <p:cNvGrpSpPr/>
          <p:nvPr/>
        </p:nvGrpSpPr>
        <p:grpSpPr>
          <a:xfrm>
            <a:off x="9024600" y="1266390"/>
            <a:ext cx="509760" cy="148320"/>
            <a:chOff x="9024600" y="1266390"/>
            <a:chExt cx="50976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A1F6FC1-8CD5-D1C3-C326-EE7F11D620AC}"/>
                    </a:ext>
                  </a:extLst>
                </p14:cNvPr>
                <p14:cNvContentPartPr/>
                <p14:nvPr/>
              </p14:nvContentPartPr>
              <p14:xfrm>
                <a:off x="9024600" y="1303830"/>
                <a:ext cx="131400" cy="2700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2B567438-8E99-E682-0292-F0654D79D12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020280" y="1299510"/>
                  <a:ext cx="140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1533683-F0D8-8634-48EC-26882E90B413}"/>
                    </a:ext>
                  </a:extLst>
                </p14:cNvPr>
                <p14:cNvContentPartPr/>
                <p14:nvPr/>
              </p14:nvContentPartPr>
              <p14:xfrm>
                <a:off x="9204960" y="1272870"/>
                <a:ext cx="135720" cy="118800"/>
              </p14:xfrm>
            </p:contentPart>
          </mc:Choice>
          <mc:Fallback xmlns=""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A2C811A0-1690-3432-4650-DEDE097DE0D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200640" y="1268550"/>
                  <a:ext cx="144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C3370B1-9D99-921E-B508-58273303F90E}"/>
                    </a:ext>
                  </a:extLst>
                </p14:cNvPr>
                <p14:cNvContentPartPr/>
                <p14:nvPr/>
              </p14:nvContentPartPr>
              <p14:xfrm>
                <a:off x="9384960" y="1266390"/>
                <a:ext cx="149400" cy="14832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0EE7CB4B-76CF-264A-5F7E-3201CF247DF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380640" y="1262070"/>
                  <a:ext cx="15804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0F82C23D-6F91-FA57-30B9-28E0602DB750}"/>
              </a:ext>
            </a:extLst>
          </p:cNvPr>
          <p:cNvGrpSpPr/>
          <p:nvPr/>
        </p:nvGrpSpPr>
        <p:grpSpPr>
          <a:xfrm>
            <a:off x="9722640" y="1278990"/>
            <a:ext cx="915480" cy="161640"/>
            <a:chOff x="9722640" y="1278990"/>
            <a:chExt cx="91548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5992AA0-C01A-A36C-6745-D7CF1A50E19B}"/>
                    </a:ext>
                  </a:extLst>
                </p14:cNvPr>
                <p14:cNvContentPartPr/>
                <p14:nvPr/>
              </p14:nvContentPartPr>
              <p14:xfrm>
                <a:off x="9756840" y="1339830"/>
                <a:ext cx="131400" cy="1620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6769FC73-1D9D-84E4-4F83-37EDFAA19EC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752520" y="1335510"/>
                  <a:ext cx="1400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687208D-1AE7-A47D-41E1-34FD9120E88E}"/>
                    </a:ext>
                  </a:extLst>
                </p14:cNvPr>
                <p14:cNvContentPartPr/>
                <p14:nvPr/>
              </p14:nvContentPartPr>
              <p14:xfrm>
                <a:off x="9722640" y="1406070"/>
                <a:ext cx="178920" cy="3456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115BACB8-66CB-D58B-0FFE-E1F75B8DAEB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718320" y="1401750"/>
                  <a:ext cx="187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64AF327-B3EE-D91C-EACF-10A72D446F9B}"/>
                    </a:ext>
                  </a:extLst>
                </p14:cNvPr>
                <p14:cNvContentPartPr/>
                <p14:nvPr/>
              </p14:nvContentPartPr>
              <p14:xfrm>
                <a:off x="10038720" y="1278990"/>
                <a:ext cx="159840" cy="13536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BF574D72-DF02-EBF6-3129-66332991D8E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034400" y="1274670"/>
                  <a:ext cx="168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E67C11B-F0A6-ABBC-27E1-E36C28B4405B}"/>
                    </a:ext>
                  </a:extLst>
                </p14:cNvPr>
                <p14:cNvContentPartPr/>
                <p14:nvPr/>
              </p14:nvContentPartPr>
              <p14:xfrm>
                <a:off x="10258320" y="1356030"/>
                <a:ext cx="42840" cy="4716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78CFBAC0-13A0-03C5-E7FD-C72ECEBF49F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254000" y="1351710"/>
                  <a:ext cx="51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9BFB0FC-97BE-5FBE-A218-703BED04AF3A}"/>
                    </a:ext>
                  </a:extLst>
                </p14:cNvPr>
                <p14:cNvContentPartPr/>
                <p14:nvPr/>
              </p14:nvContentPartPr>
              <p14:xfrm>
                <a:off x="10329960" y="1313190"/>
                <a:ext cx="84600" cy="112680"/>
              </p14:xfrm>
            </p:contentPart>
          </mc:Choice>
          <mc:Fallback xmlns=""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69649778-B3F4-AA1C-4F5C-32D07BE4598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325640" y="1308870"/>
                  <a:ext cx="932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F7C3E2C-096C-FD3B-A3D9-FC10B4361F76}"/>
                    </a:ext>
                  </a:extLst>
                </p14:cNvPr>
                <p14:cNvContentPartPr/>
                <p14:nvPr/>
              </p14:nvContentPartPr>
              <p14:xfrm>
                <a:off x="10434360" y="1286550"/>
                <a:ext cx="78480" cy="2160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831D684F-2E47-C2E8-EEEB-77B003061B9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430040" y="1282230"/>
                  <a:ext cx="87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0AC885D-E4AD-D273-7E88-91035E75914D}"/>
                    </a:ext>
                  </a:extLst>
                </p14:cNvPr>
                <p14:cNvContentPartPr/>
                <p14:nvPr/>
              </p14:nvContentPartPr>
              <p14:xfrm>
                <a:off x="10512840" y="1350990"/>
                <a:ext cx="125280" cy="1116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ABCA00EC-809D-7A77-18B7-7F6DB7561EE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508520" y="1346670"/>
                  <a:ext cx="13392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A61C5324-2CC3-67E5-93DF-4EE38B4B81EC}"/>
              </a:ext>
            </a:extLst>
          </p:cNvPr>
          <p:cNvGrpSpPr/>
          <p:nvPr/>
        </p:nvGrpSpPr>
        <p:grpSpPr>
          <a:xfrm>
            <a:off x="10760520" y="1264950"/>
            <a:ext cx="942840" cy="205200"/>
            <a:chOff x="10760520" y="1264950"/>
            <a:chExt cx="94284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FB7753C-7828-5590-9EED-3AD597A92B88}"/>
                    </a:ext>
                  </a:extLst>
                </p14:cNvPr>
                <p14:cNvContentPartPr/>
                <p14:nvPr/>
              </p14:nvContentPartPr>
              <p14:xfrm>
                <a:off x="10760520" y="1287990"/>
                <a:ext cx="133200" cy="82080"/>
              </p14:xfrm>
            </p:contentPart>
          </mc:Choice>
          <mc:Fallback xmlns="">
            <p:pic>
              <p:nvPicPr>
                <p:cNvPr id="712" name="Ink 711">
                  <a:extLst>
                    <a:ext uri="{FF2B5EF4-FFF2-40B4-BE49-F238E27FC236}">
                      <a16:creationId xmlns:a16="http://schemas.microsoft.com/office/drawing/2014/main" id="{D601B13B-51E0-772A-A918-DC6C45CD6BB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756200" y="1283670"/>
                  <a:ext cx="141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53A6479-3007-19CC-82FA-03DB12BE8082}"/>
                    </a:ext>
                  </a:extLst>
                </p14:cNvPr>
                <p14:cNvContentPartPr/>
                <p14:nvPr/>
              </p14:nvContentPartPr>
              <p14:xfrm>
                <a:off x="10950600" y="1335870"/>
                <a:ext cx="12240" cy="30240"/>
              </p14:xfrm>
            </p:contentPart>
          </mc:Choice>
          <mc:Fallback xmlns=""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E6715258-424E-098C-1FDE-3DCE9040765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946280" y="1331550"/>
                  <a:ext cx="20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C1E755E-0D1A-E25B-1231-8237C2F7BF29}"/>
                    </a:ext>
                  </a:extLst>
                </p14:cNvPr>
                <p14:cNvContentPartPr/>
                <p14:nvPr/>
              </p14:nvContentPartPr>
              <p14:xfrm>
                <a:off x="11006040" y="1281150"/>
                <a:ext cx="87120" cy="62280"/>
              </p14:xfrm>
            </p:contentPart>
          </mc:Choice>
          <mc:Fallback xmlns=""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116378FB-ABDE-F878-9E69-5A88306CB80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001720" y="1276830"/>
                  <a:ext cx="95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14AD16D-7551-A0B5-5F8F-C77B88FF0126}"/>
                    </a:ext>
                  </a:extLst>
                </p14:cNvPr>
                <p14:cNvContentPartPr/>
                <p14:nvPr/>
              </p14:nvContentPartPr>
              <p14:xfrm>
                <a:off x="11065800" y="1264950"/>
                <a:ext cx="39600" cy="20448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A04DE8BC-E52A-90A2-3817-F717062E346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061480" y="1260630"/>
                  <a:ext cx="48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04F8121-1326-2CD2-9DF9-953CB2F8909E}"/>
                    </a:ext>
                  </a:extLst>
                </p14:cNvPr>
                <p14:cNvContentPartPr/>
                <p14:nvPr/>
              </p14:nvContentPartPr>
              <p14:xfrm>
                <a:off x="11243640" y="1321470"/>
                <a:ext cx="85320" cy="828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45DCE6D1-AB6A-CAE7-CAD1-A12A672A5A1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239320" y="1317150"/>
                  <a:ext cx="9396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66E63C3-4448-4FAE-1043-E25324736BFE}"/>
                    </a:ext>
                  </a:extLst>
                </p14:cNvPr>
                <p14:cNvContentPartPr/>
                <p14:nvPr/>
              </p14:nvContentPartPr>
              <p14:xfrm>
                <a:off x="11233200" y="1393830"/>
                <a:ext cx="96480" cy="1548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88AAA04C-F003-310F-0A81-DC7E8EEA60A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228880" y="1389510"/>
                  <a:ext cx="105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F663E57-8430-E7F0-CADC-6511A7146D19}"/>
                    </a:ext>
                  </a:extLst>
                </p14:cNvPr>
                <p14:cNvContentPartPr/>
                <p14:nvPr/>
              </p14:nvContentPartPr>
              <p14:xfrm>
                <a:off x="11391960" y="1350990"/>
                <a:ext cx="150120" cy="9216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348D6DB7-5452-28D4-96FF-42A44AA115A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387640" y="1346670"/>
                  <a:ext cx="1587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EE062AD-D9BC-9035-0942-13021811FDC7}"/>
                    </a:ext>
                  </a:extLst>
                </p14:cNvPr>
                <p14:cNvContentPartPr/>
                <p14:nvPr/>
              </p14:nvContentPartPr>
              <p14:xfrm>
                <a:off x="11593920" y="1406430"/>
                <a:ext cx="28440" cy="6156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1DB62371-9D5E-1504-6FD0-2F17C1DA633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589600" y="1402110"/>
                  <a:ext cx="37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02F6EAA-0DA9-35AC-DFD1-906F67E2EA03}"/>
                    </a:ext>
                  </a:extLst>
                </p14:cNvPr>
                <p14:cNvContentPartPr/>
                <p14:nvPr/>
              </p14:nvContentPartPr>
              <p14:xfrm>
                <a:off x="11669520" y="1331550"/>
                <a:ext cx="33840" cy="13860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A32BCF42-9BEE-4BC2-68BE-CE890E948CA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665200" y="1327230"/>
                  <a:ext cx="4248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A0E6123B-164E-C217-315A-30FDF85F946D}"/>
              </a:ext>
            </a:extLst>
          </p:cNvPr>
          <p:cNvGrpSpPr/>
          <p:nvPr/>
        </p:nvGrpSpPr>
        <p:grpSpPr>
          <a:xfrm>
            <a:off x="8426280" y="1592190"/>
            <a:ext cx="782280" cy="346680"/>
            <a:chOff x="8426280" y="1592190"/>
            <a:chExt cx="78228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5710B65-EB7A-5492-E7D2-685C19B220FF}"/>
                    </a:ext>
                  </a:extLst>
                </p14:cNvPr>
                <p14:cNvContentPartPr/>
                <p14:nvPr/>
              </p14:nvContentPartPr>
              <p14:xfrm>
                <a:off x="8426280" y="1749870"/>
                <a:ext cx="140400" cy="117720"/>
              </p14:xfrm>
            </p:contentPart>
          </mc:Choice>
          <mc:Fallback xmlns=""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825FF178-6659-4EF3-9D1F-476F62C47439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421960" y="1745550"/>
                  <a:ext cx="149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815F95F-7F69-CB22-76DF-6247B9D79578}"/>
                    </a:ext>
                  </a:extLst>
                </p14:cNvPr>
                <p14:cNvContentPartPr/>
                <p14:nvPr/>
              </p14:nvContentPartPr>
              <p14:xfrm>
                <a:off x="8609880" y="1768950"/>
                <a:ext cx="92520" cy="40680"/>
              </p14:xfrm>
            </p:contentPart>
          </mc:Choice>
          <mc:Fallback xmlns=""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A8F93699-4779-FFA7-BC45-E9733C5292F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605560" y="1764630"/>
                  <a:ext cx="101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B14E664-4234-1FC4-3D0D-F334BB32B44D}"/>
                    </a:ext>
                  </a:extLst>
                </p14:cNvPr>
                <p14:cNvContentPartPr/>
                <p14:nvPr/>
              </p14:nvContentPartPr>
              <p14:xfrm>
                <a:off x="8628960" y="1822950"/>
                <a:ext cx="111240" cy="2268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AD0359AA-1FC7-9B7D-6DAE-A67C3B7DF87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624640" y="1818630"/>
                  <a:ext cx="119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61228E9-BA5E-D110-F835-38425E5497C9}"/>
                    </a:ext>
                  </a:extLst>
                </p14:cNvPr>
                <p14:cNvContentPartPr/>
                <p14:nvPr/>
              </p14:nvContentPartPr>
              <p14:xfrm>
                <a:off x="8859720" y="1688310"/>
                <a:ext cx="141840" cy="8388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E7710F3E-2D83-427E-0099-20FA65B1B36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855400" y="1683990"/>
                  <a:ext cx="150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B5668A4-430A-A08B-F13F-FCCB97A91A65}"/>
                    </a:ext>
                  </a:extLst>
                </p14:cNvPr>
                <p14:cNvContentPartPr/>
                <p14:nvPr/>
              </p14:nvContentPartPr>
              <p14:xfrm>
                <a:off x="8941080" y="1592190"/>
                <a:ext cx="83880" cy="26568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68843431-AE4B-D98C-102D-779A36FE934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936760" y="1587870"/>
                  <a:ext cx="92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5FFDE7F-6AA1-59A7-589E-4B6B598C86CB}"/>
                    </a:ext>
                  </a:extLst>
                </p14:cNvPr>
                <p14:cNvContentPartPr/>
                <p14:nvPr/>
              </p14:nvContentPartPr>
              <p14:xfrm>
                <a:off x="9025680" y="1607310"/>
                <a:ext cx="114840" cy="30924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5E32898C-37B7-E430-CF47-5E898449107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021360" y="1602990"/>
                  <a:ext cx="1234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8EEC80D-35A7-66EA-81F3-B89B0DF46410}"/>
                    </a:ext>
                  </a:extLst>
                </p14:cNvPr>
                <p14:cNvContentPartPr/>
                <p14:nvPr/>
              </p14:nvContentPartPr>
              <p14:xfrm>
                <a:off x="9089040" y="1797750"/>
                <a:ext cx="119520" cy="14112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47EA13A4-5DCA-9F52-4727-55565A0A2A4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084720" y="1793430"/>
                  <a:ext cx="12816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59EAC54E-5623-32D1-F776-A4A81EEC0E45}"/>
              </a:ext>
            </a:extLst>
          </p:cNvPr>
          <p:cNvGrpSpPr/>
          <p:nvPr/>
        </p:nvGrpSpPr>
        <p:grpSpPr>
          <a:xfrm>
            <a:off x="9402240" y="1705590"/>
            <a:ext cx="969840" cy="182160"/>
            <a:chOff x="9402240" y="1705590"/>
            <a:chExt cx="96984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EAF9374F-F7B3-E936-8A08-38DB129B7CD5}"/>
                    </a:ext>
                  </a:extLst>
                </p14:cNvPr>
                <p14:cNvContentPartPr/>
                <p14:nvPr/>
              </p14:nvContentPartPr>
              <p14:xfrm>
                <a:off x="9402240" y="1799550"/>
                <a:ext cx="89280" cy="1656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5A314814-C8B6-85B9-2B4B-8891747FF14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397920" y="1795230"/>
                  <a:ext cx="97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3B5435A-172A-5B7A-869A-FEC656F623F0}"/>
                    </a:ext>
                  </a:extLst>
                </p14:cNvPr>
                <p14:cNvContentPartPr/>
                <p14:nvPr/>
              </p14:nvContentPartPr>
              <p14:xfrm>
                <a:off x="9402600" y="1828350"/>
                <a:ext cx="156960" cy="43200"/>
              </p14:xfrm>
            </p:contentPart>
          </mc:Choice>
          <mc:Fallback xmlns=""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E8DDA04F-81F2-B2DD-F707-F783E556990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398280" y="1824030"/>
                  <a:ext cx="165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063864E-5C2B-70EF-0A16-6DAB1392A129}"/>
                    </a:ext>
                  </a:extLst>
                </p14:cNvPr>
                <p14:cNvContentPartPr/>
                <p14:nvPr/>
              </p14:nvContentPartPr>
              <p14:xfrm>
                <a:off x="9639480" y="1770750"/>
                <a:ext cx="123120" cy="9936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15D92496-71F0-4578-79E4-A057ABFCB22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635160" y="1766430"/>
                  <a:ext cx="1317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302B307-23DA-6323-2497-B8ACF1ABC0BE}"/>
                    </a:ext>
                  </a:extLst>
                </p14:cNvPr>
                <p14:cNvContentPartPr/>
                <p14:nvPr/>
              </p14:nvContentPartPr>
              <p14:xfrm>
                <a:off x="9849720" y="1827630"/>
                <a:ext cx="42840" cy="51120"/>
              </p14:xfrm>
            </p:contentPart>
          </mc:Choice>
          <mc:Fallback xmlns=""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9BB20CE8-E7F7-A83F-1D18-E8823B7D936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845400" y="1823310"/>
                  <a:ext cx="51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E79CD66-A481-4748-299D-68EC3F16EF55}"/>
                    </a:ext>
                  </a:extLst>
                </p14:cNvPr>
                <p14:cNvContentPartPr/>
                <p14:nvPr/>
              </p14:nvContentPartPr>
              <p14:xfrm>
                <a:off x="9932520" y="1798470"/>
                <a:ext cx="131400" cy="66600"/>
              </p14:xfrm>
            </p:contentPart>
          </mc:Choice>
          <mc:Fallback xmlns=""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D79FB998-65C0-DC9D-2C33-9423A335069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928200" y="1794150"/>
                  <a:ext cx="140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C1E8F05A-8519-17C0-BC8A-0717205DBDE4}"/>
                    </a:ext>
                  </a:extLst>
                </p14:cNvPr>
                <p14:cNvContentPartPr/>
                <p14:nvPr/>
              </p14:nvContentPartPr>
              <p14:xfrm>
                <a:off x="10120800" y="1776510"/>
                <a:ext cx="102240" cy="111240"/>
              </p14:xfrm>
            </p:contentPart>
          </mc:Choice>
          <mc:Fallback xmlns=""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87725A8C-1AD9-634C-B393-3FC4DFF0B33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116480" y="1772190"/>
                  <a:ext cx="110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144D52F-96B3-8E0C-41BF-0D7E2BEF8EF8}"/>
                    </a:ext>
                  </a:extLst>
                </p14:cNvPr>
                <p14:cNvContentPartPr/>
                <p14:nvPr/>
              </p14:nvContentPartPr>
              <p14:xfrm>
                <a:off x="10224480" y="1705590"/>
                <a:ext cx="147600" cy="62640"/>
              </p14:xfrm>
            </p:contentPart>
          </mc:Choice>
          <mc:Fallback xmlns=""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8B81831F-FF4E-0198-B1A2-61EE8A5B0390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220160" y="1701270"/>
                  <a:ext cx="15624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97A2231D-0269-BFD3-BDCA-B0AF2F0C4D75}"/>
              </a:ext>
            </a:extLst>
          </p:cNvPr>
          <p:cNvGrpSpPr/>
          <p:nvPr/>
        </p:nvGrpSpPr>
        <p:grpSpPr>
          <a:xfrm>
            <a:off x="8245200" y="2542590"/>
            <a:ext cx="1410120" cy="556920"/>
            <a:chOff x="8245200" y="2542590"/>
            <a:chExt cx="1410120" cy="55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2AEED22-08B5-5EDE-1C12-DA9F368A23CE}"/>
                    </a:ext>
                  </a:extLst>
                </p14:cNvPr>
                <p14:cNvContentPartPr/>
                <p14:nvPr/>
              </p14:nvContentPartPr>
              <p14:xfrm>
                <a:off x="8245200" y="2614230"/>
                <a:ext cx="200880" cy="2142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2AEED22-08B5-5EDE-1C12-DA9F368A23C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240880" y="2609910"/>
                  <a:ext cx="2095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CA35ED1-4074-82FA-3BC1-75ED68E7D98E}"/>
                    </a:ext>
                  </a:extLst>
                </p14:cNvPr>
                <p14:cNvContentPartPr/>
                <p14:nvPr/>
              </p14:nvContentPartPr>
              <p14:xfrm>
                <a:off x="8551560" y="2716470"/>
                <a:ext cx="124920" cy="187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CA35ED1-4074-82FA-3BC1-75ED68E7D98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547240" y="2712150"/>
                  <a:ext cx="133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962C505-8580-BBA6-F6FF-FDD6AE2992C4}"/>
                    </a:ext>
                  </a:extLst>
                </p14:cNvPr>
                <p14:cNvContentPartPr/>
                <p14:nvPr/>
              </p14:nvContentPartPr>
              <p14:xfrm>
                <a:off x="8572800" y="2763990"/>
                <a:ext cx="133920" cy="406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962C505-8580-BBA6-F6FF-FDD6AE2992C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568480" y="2759670"/>
                  <a:ext cx="1425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0CED025-2BB8-1D16-D62D-8B6E643E05E6}"/>
                    </a:ext>
                  </a:extLst>
                </p14:cNvPr>
                <p14:cNvContentPartPr/>
                <p14:nvPr/>
              </p14:nvContentPartPr>
              <p14:xfrm>
                <a:off x="8909760" y="2542590"/>
                <a:ext cx="36360" cy="1418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0CED025-2BB8-1D16-D62D-8B6E643E05E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905440" y="2538270"/>
                  <a:ext cx="45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4CFC42F-8BF6-F2B5-4360-F8219558568D}"/>
                    </a:ext>
                  </a:extLst>
                </p14:cNvPr>
                <p14:cNvContentPartPr/>
                <p14:nvPr/>
              </p14:nvContentPartPr>
              <p14:xfrm>
                <a:off x="9028200" y="2666070"/>
                <a:ext cx="9000" cy="147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4CFC42F-8BF6-F2B5-4360-F8219558568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023880" y="2661750"/>
                  <a:ext cx="17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1209783-7CAD-D3E2-7F70-86B0232A4A03}"/>
                    </a:ext>
                  </a:extLst>
                </p14:cNvPr>
                <p14:cNvContentPartPr/>
                <p14:nvPr/>
              </p14:nvContentPartPr>
              <p14:xfrm>
                <a:off x="9107760" y="2575350"/>
                <a:ext cx="154800" cy="964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1209783-7CAD-D3E2-7F70-86B0232A4A03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103440" y="2571030"/>
                  <a:ext cx="163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D8C36DE-2D8F-F1B9-ABC3-ED9E49C1FC52}"/>
                    </a:ext>
                  </a:extLst>
                </p14:cNvPr>
                <p14:cNvContentPartPr/>
                <p14:nvPr/>
              </p14:nvContentPartPr>
              <p14:xfrm>
                <a:off x="8850000" y="2774790"/>
                <a:ext cx="591840" cy="79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D8C36DE-2D8F-F1B9-ABC3-ED9E49C1FC52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845680" y="2770470"/>
                  <a:ext cx="6004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71E8267-E1A2-5148-F702-995389D1550D}"/>
                    </a:ext>
                  </a:extLst>
                </p14:cNvPr>
                <p14:cNvContentPartPr/>
                <p14:nvPr/>
              </p14:nvContentPartPr>
              <p14:xfrm>
                <a:off x="9050160" y="2857230"/>
                <a:ext cx="174240" cy="806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71E8267-E1A2-5148-F702-995389D1550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045840" y="2852910"/>
                  <a:ext cx="1828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F774260-C500-C07A-3954-C720B9550901}"/>
                    </a:ext>
                  </a:extLst>
                </p14:cNvPr>
                <p14:cNvContentPartPr/>
                <p14:nvPr/>
              </p14:nvContentPartPr>
              <p14:xfrm>
                <a:off x="9153120" y="2806830"/>
                <a:ext cx="40680" cy="2926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F774260-C500-C07A-3954-C720B9550901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148800" y="2802510"/>
                  <a:ext cx="493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C91856F-2034-433E-53A4-377433F5F0B2}"/>
                    </a:ext>
                  </a:extLst>
                </p14:cNvPr>
                <p14:cNvContentPartPr/>
                <p14:nvPr/>
              </p14:nvContentPartPr>
              <p14:xfrm>
                <a:off x="9539040" y="2757510"/>
                <a:ext cx="90000" cy="212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C91856F-2034-433E-53A4-377433F5F0B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534720" y="2753190"/>
                  <a:ext cx="986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E152AB99-EFD5-84B8-9A2E-B9AEE3F7CAA2}"/>
                    </a:ext>
                  </a:extLst>
                </p14:cNvPr>
                <p14:cNvContentPartPr/>
                <p14:nvPr/>
              </p14:nvContentPartPr>
              <p14:xfrm>
                <a:off x="9552720" y="2820150"/>
                <a:ext cx="102600" cy="172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E152AB99-EFD5-84B8-9A2E-B9AEE3F7CAA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548400" y="2815830"/>
                  <a:ext cx="11124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286FAD47-1064-0A13-FFD2-39A5DAC83B57}"/>
              </a:ext>
            </a:extLst>
          </p:cNvPr>
          <p:cNvGrpSpPr/>
          <p:nvPr/>
        </p:nvGrpSpPr>
        <p:grpSpPr>
          <a:xfrm>
            <a:off x="9885000" y="2623590"/>
            <a:ext cx="766080" cy="183600"/>
            <a:chOff x="9885000" y="2623590"/>
            <a:chExt cx="766080" cy="18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F3431FB-5AB5-EBAC-C0BE-E981829D5FD4}"/>
                    </a:ext>
                  </a:extLst>
                </p14:cNvPr>
                <p14:cNvContentPartPr/>
                <p14:nvPr/>
              </p14:nvContentPartPr>
              <p14:xfrm>
                <a:off x="9885000" y="2656350"/>
                <a:ext cx="160920" cy="1508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F3431FB-5AB5-EBAC-C0BE-E981829D5FD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880680" y="2652030"/>
                  <a:ext cx="1695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C7406C8-42BB-27BD-7BA1-CC606723FB9C}"/>
                    </a:ext>
                  </a:extLst>
                </p14:cNvPr>
                <p14:cNvContentPartPr/>
                <p14:nvPr/>
              </p14:nvContentPartPr>
              <p14:xfrm>
                <a:off x="10173360" y="2720430"/>
                <a:ext cx="6480" cy="414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C7406C8-42BB-27BD-7BA1-CC606723FB9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169040" y="2716110"/>
                  <a:ext cx="15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E2AEEDC-83DA-CE8B-4DA9-57CDD2C779E2}"/>
                    </a:ext>
                  </a:extLst>
                </p14:cNvPr>
                <p14:cNvContentPartPr/>
                <p14:nvPr/>
              </p14:nvContentPartPr>
              <p14:xfrm>
                <a:off x="10236000" y="2652390"/>
                <a:ext cx="116280" cy="1260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E2AEEDC-83DA-CE8B-4DA9-57CDD2C779E2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231680" y="2648070"/>
                  <a:ext cx="1249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9E6C12E-C7BA-A864-ED75-14E96F96B4A5}"/>
                    </a:ext>
                  </a:extLst>
                </p14:cNvPr>
                <p14:cNvContentPartPr/>
                <p14:nvPr/>
              </p14:nvContentPartPr>
              <p14:xfrm>
                <a:off x="10447680" y="2657430"/>
                <a:ext cx="105480" cy="1216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9E6C12E-C7BA-A864-ED75-14E96F96B4A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443360" y="2653110"/>
                  <a:ext cx="1141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CB5821BA-313A-F1E7-FD48-3D1E0BCE6947}"/>
                    </a:ext>
                  </a:extLst>
                </p14:cNvPr>
                <p14:cNvContentPartPr/>
                <p14:nvPr/>
              </p14:nvContentPartPr>
              <p14:xfrm>
                <a:off x="10503840" y="2623590"/>
                <a:ext cx="147240" cy="360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CB5821BA-313A-F1E7-FD48-3D1E0BCE694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499520" y="2619270"/>
                  <a:ext cx="155880" cy="4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119198EE-2A21-0B64-51B6-F5C6FEA9472F}"/>
              </a:ext>
            </a:extLst>
          </p:cNvPr>
          <p:cNvSpPr/>
          <p:nvPr/>
        </p:nvSpPr>
        <p:spPr>
          <a:xfrm>
            <a:off x="4380841" y="859456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CDED82-71AB-27DD-6C28-6BB930124A57}"/>
              </a:ext>
            </a:extLst>
          </p:cNvPr>
          <p:cNvSpPr/>
          <p:nvPr/>
        </p:nvSpPr>
        <p:spPr>
          <a:xfrm>
            <a:off x="6271261" y="859456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578A407-A8A9-5CAD-E4CC-30BC1AD990D1}"/>
              </a:ext>
            </a:extLst>
          </p:cNvPr>
          <p:cNvSpPr/>
          <p:nvPr/>
        </p:nvSpPr>
        <p:spPr>
          <a:xfrm>
            <a:off x="3367693" y="2635305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3677CE-7511-EC15-E052-632BE8989B06}"/>
              </a:ext>
            </a:extLst>
          </p:cNvPr>
          <p:cNvSpPr/>
          <p:nvPr/>
        </p:nvSpPr>
        <p:spPr>
          <a:xfrm>
            <a:off x="4459909" y="2543175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D9D51E6-EB07-F50A-5264-B9CCCB2B7C45}"/>
              </a:ext>
            </a:extLst>
          </p:cNvPr>
          <p:cNvSpPr/>
          <p:nvPr/>
        </p:nvSpPr>
        <p:spPr>
          <a:xfrm>
            <a:off x="6218920" y="2571750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6851FAE-8219-FF5B-838F-26AADEA3A06C}"/>
              </a:ext>
            </a:extLst>
          </p:cNvPr>
          <p:cNvSpPr/>
          <p:nvPr/>
        </p:nvSpPr>
        <p:spPr>
          <a:xfrm>
            <a:off x="3332645" y="4486275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4CA4238-ED63-6487-D9E2-E564024E7849}"/>
              </a:ext>
            </a:extLst>
          </p:cNvPr>
          <p:cNvSpPr/>
          <p:nvPr/>
        </p:nvSpPr>
        <p:spPr>
          <a:xfrm>
            <a:off x="4437698" y="4431330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B443E82-08A8-D12B-ADEA-021EEDC35E8A}"/>
              </a:ext>
            </a:extLst>
          </p:cNvPr>
          <p:cNvSpPr/>
          <p:nvPr/>
        </p:nvSpPr>
        <p:spPr>
          <a:xfrm>
            <a:off x="6271261" y="4431330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75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Box 399">
            <a:extLst>
              <a:ext uri="{FF2B5EF4-FFF2-40B4-BE49-F238E27FC236}">
                <a16:creationId xmlns:a16="http://schemas.microsoft.com/office/drawing/2014/main" id="{F27033C2-D383-F9BD-3ACD-29C08477D3E1}"/>
              </a:ext>
            </a:extLst>
          </p:cNvPr>
          <p:cNvSpPr txBox="1"/>
          <p:nvPr/>
        </p:nvSpPr>
        <p:spPr>
          <a:xfrm>
            <a:off x="971550" y="577066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Nr = 2.0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C = 1.0/Nr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R = 0.2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D = C-2.0*R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S = D/2.0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x = 0.0;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y = 0.0;</a:t>
            </a:r>
          </a:p>
          <a:p>
            <a:pPr>
              <a:buNone/>
            </a:pPr>
            <a:r>
              <a:rPr lang="pt-BR" sz="18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pt-BR" sz="1800" b="0" i="0" dirty="0">
                <a:effectLst/>
                <a:latin typeface="Menlo"/>
              </a:rPr>
              <a:t>row = 0:Nr-1</a:t>
            </a:r>
          </a:p>
          <a:p>
            <a:pPr>
              <a:buNone/>
            </a:pPr>
            <a:r>
              <a:rPr lang="pt-BR" sz="18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pt-BR" sz="1800" b="0" i="0" dirty="0">
                <a:effectLst/>
                <a:latin typeface="Menlo"/>
              </a:rPr>
              <a:t>col = 0:Nr-1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x = 0.5 + S + R + col*(2*S+2*R);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y = 0.5 + S + R + row*(2*S+2*R);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fprintf(</a:t>
            </a:r>
            <a:r>
              <a:rPr lang="pt-BR" sz="1800" b="0" i="0" dirty="0">
                <a:solidFill>
                  <a:srgbClr val="A709F5"/>
                </a:solidFill>
                <a:effectLst/>
                <a:latin typeface="Menlo"/>
              </a:rPr>
              <a:t>"&lt;%0.2f,%0.2f&gt;\n"</a:t>
            </a:r>
            <a:r>
              <a:rPr lang="pt-BR" sz="1800" b="0" i="0" dirty="0">
                <a:effectLst/>
                <a:latin typeface="Menlo"/>
              </a:rPr>
              <a:t>,x,y)</a:t>
            </a:r>
          </a:p>
          <a:p>
            <a:pPr>
              <a:buNone/>
            </a:pPr>
            <a:r>
              <a:rPr lang="pt-BR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pt-BR" sz="1800" b="0" i="0" dirty="0">
              <a:effectLst/>
              <a:latin typeface="Menlo"/>
            </a:endParaRPr>
          </a:p>
          <a:p>
            <a:pPr>
              <a:buNone/>
            </a:pPr>
            <a:r>
              <a:rPr lang="pt-BR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pt-BR" sz="1800" b="0" i="0" dirty="0">
              <a:effectLst/>
              <a:latin typeface="Menlo"/>
            </a:endParaRP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62017A69-70DD-6CAB-C1D9-C22832985916}"/>
              </a:ext>
            </a:extLst>
          </p:cNvPr>
          <p:cNvSpPr txBox="1"/>
          <p:nvPr/>
        </p:nvSpPr>
        <p:spPr>
          <a:xfrm>
            <a:off x="5686425" y="1223725"/>
            <a:ext cx="27051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Nr =  2</a:t>
            </a:r>
          </a:p>
          <a:p>
            <a:r>
              <a:rPr lang="en-US" dirty="0"/>
              <a:t>C =  0.5000</a:t>
            </a:r>
          </a:p>
          <a:p>
            <a:r>
              <a:rPr lang="en-US" dirty="0"/>
              <a:t>R =  0.2000</a:t>
            </a:r>
          </a:p>
          <a:p>
            <a:r>
              <a:rPr lang="en-US" dirty="0"/>
              <a:t>D =  0.1000</a:t>
            </a:r>
          </a:p>
          <a:p>
            <a:r>
              <a:rPr lang="en-US" dirty="0"/>
              <a:t>S = 0.0500</a:t>
            </a:r>
          </a:p>
          <a:p>
            <a:endParaRPr lang="en-US" dirty="0"/>
          </a:p>
          <a:p>
            <a:r>
              <a:rPr lang="en-US" dirty="0"/>
              <a:t>row:0,col:0&lt;0.75,0.75&gt;</a:t>
            </a:r>
          </a:p>
          <a:p>
            <a:r>
              <a:rPr lang="en-US" dirty="0"/>
              <a:t>row:0,col:1&lt;1.25,0.75&gt;</a:t>
            </a:r>
          </a:p>
          <a:p>
            <a:r>
              <a:rPr lang="en-US" dirty="0"/>
              <a:t>row:1,col:0&lt;0.75,1.25&gt;</a:t>
            </a:r>
          </a:p>
          <a:p>
            <a:r>
              <a:rPr lang="en-US" dirty="0"/>
              <a:t>row:1,col:1&lt;1.25,1.25&gt;</a:t>
            </a:r>
          </a:p>
        </p:txBody>
      </p:sp>
    </p:spTree>
    <p:extLst>
      <p:ext uri="{BB962C8B-B14F-4D97-AF65-F5344CB8AC3E}">
        <p14:creationId xmlns:p14="http://schemas.microsoft.com/office/powerpoint/2010/main" val="1812258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C8CC4259-2B03-B1E2-CBF9-DCB99CEFF9C5}"/>
              </a:ext>
            </a:extLst>
          </p:cNvPr>
          <p:cNvSpPr txBox="1"/>
          <p:nvPr/>
        </p:nvSpPr>
        <p:spPr>
          <a:xfrm>
            <a:off x="3171825" y="533400"/>
            <a:ext cx="521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Cell and Lock array allocation and testing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C2C694-3743-4B4E-3300-E8AE4C3571EE}"/>
              </a:ext>
            </a:extLst>
          </p:cNvPr>
          <p:cNvSpPr txBox="1"/>
          <p:nvPr/>
        </p:nvSpPr>
        <p:spPr>
          <a:xfrm>
            <a:off x="381000" y="1400175"/>
            <a:ext cx="94678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dirty="0"/>
              <a:t>In P Forge</a:t>
            </a:r>
          </a:p>
          <a:p>
            <a:pPr marL="342900" indent="-342900">
              <a:buAutoNum type="romanUcPeriod"/>
            </a:pPr>
            <a:r>
              <a:rPr lang="en-US" dirty="0"/>
              <a:t>Load config file</a:t>
            </a:r>
          </a:p>
          <a:p>
            <a:pPr marL="342900" indent="-342900">
              <a:buAutoNum type="romanUcPeriod"/>
            </a:pPr>
            <a:r>
              <a:rPr lang="en-US" dirty="0"/>
              <a:t>Generate </a:t>
            </a:r>
            <a:r>
              <a:rPr lang="en-US" dirty="0" err="1"/>
              <a:t>paricle</a:t>
            </a:r>
            <a:r>
              <a:rPr lang="en-US" dirty="0"/>
              <a:t> data and </a:t>
            </a:r>
            <a:r>
              <a:rPr lang="en-US" dirty="0" err="1"/>
              <a:t>tst</a:t>
            </a:r>
            <a:r>
              <a:rPr lang="en-US" dirty="0"/>
              <a:t> file</a:t>
            </a:r>
          </a:p>
          <a:p>
            <a:pPr marL="342900" indent="-342900">
              <a:buAutoNum type="romanUcPeriod"/>
            </a:pPr>
            <a:r>
              <a:rPr lang="en-US" dirty="0"/>
              <a:t>Select a bin file</a:t>
            </a:r>
          </a:p>
          <a:p>
            <a:pPr marL="342900" indent="-342900">
              <a:buAutoNum type="romanUcPeriod"/>
            </a:pPr>
            <a:r>
              <a:rPr lang="en-US" dirty="0"/>
              <a:t>Press Fill Cell Arry</a:t>
            </a:r>
          </a:p>
          <a:p>
            <a:pPr marL="800100" lvl="1" indent="-342900">
              <a:buAutoNum type="arabicPeriod"/>
            </a:pPr>
            <a:r>
              <a:rPr lang="en-US" dirty="0"/>
              <a:t>Takes side length and adds one to it since the counter is &lt;0,0,0&gt; based</a:t>
            </a:r>
          </a:p>
          <a:p>
            <a:pPr marL="800100" lvl="1" indent="-342900">
              <a:buAutoNum type="arabicPeriod"/>
            </a:pPr>
            <a:r>
              <a:rPr lang="en-US" dirty="0"/>
              <a:t>Allocates an cell array that is [(side_length+1)^3][(</a:t>
            </a:r>
            <a:r>
              <a:rPr lang="en-US" dirty="0" err="1"/>
              <a:t>occupancy_list_size</a:t>
            </a:r>
            <a:r>
              <a:rPr lang="en-US" dirty="0"/>
              <a:t>)]</a:t>
            </a:r>
          </a:p>
          <a:p>
            <a:pPr marL="800100" lvl="1" indent="-342900">
              <a:buAutoNum type="arabicPeriod"/>
            </a:pPr>
            <a:r>
              <a:rPr lang="en-US" dirty="0"/>
              <a:t>Allocates a lock array that is [(side_length+1)^3]</a:t>
            </a:r>
          </a:p>
          <a:p>
            <a:pPr marL="400050" indent="-400050">
              <a:buAutoNum type="romanUcPeriod"/>
            </a:pPr>
            <a:r>
              <a:rPr lang="en-US" dirty="0"/>
              <a:t>In </a:t>
            </a:r>
            <a:r>
              <a:rPr lang="en-US" dirty="0" err="1"/>
              <a:t>vulkan</a:t>
            </a:r>
            <a:endParaRPr lang="en-US" dirty="0"/>
          </a:p>
          <a:p>
            <a:pPr marL="400050" indent="-400050">
              <a:buAutoNum type="romanU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0459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DE0D23-8604-027F-2C77-786A298230D4}"/>
              </a:ext>
            </a:extLst>
          </p:cNvPr>
          <p:cNvSpPr txBox="1"/>
          <p:nvPr/>
        </p:nvSpPr>
        <p:spPr>
          <a:xfrm>
            <a:off x="1371600" y="819150"/>
            <a:ext cx="10334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Fill cell array</a:t>
            </a:r>
          </a:p>
          <a:p>
            <a:r>
              <a:rPr lang="en-US" dirty="0"/>
              <a:t>	calculates cell array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byts</a:t>
            </a:r>
            <a:r>
              <a:rPr lang="en-US" dirty="0"/>
              <a:t> and </a:t>
            </a:r>
            <a:r>
              <a:rPr lang="en-US" dirty="0" err="1"/>
              <a:t>len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calulates</a:t>
            </a:r>
            <a:r>
              <a:rPr lang="en-US" dirty="0"/>
              <a:t> lock array bytes and </a:t>
            </a:r>
            <a:r>
              <a:rPr lang="en-US" dirty="0" err="1"/>
              <a:t>len</a:t>
            </a:r>
            <a:endParaRPr lang="en-US" dirty="0"/>
          </a:p>
          <a:p>
            <a:r>
              <a:rPr lang="en-US" dirty="0"/>
              <a:t>	Write cell array bytes to </a:t>
            </a:r>
            <a:r>
              <a:rPr lang="en-US" dirty="0" err="1"/>
              <a:t>cfg</a:t>
            </a:r>
            <a:r>
              <a:rPr lang="en-US" dirty="0"/>
              <a:t>(</a:t>
            </a:r>
            <a:r>
              <a:rPr lang="en-US" dirty="0" err="1"/>
              <a:t>cell_ary_rpt_text</a:t>
            </a:r>
            <a:r>
              <a:rPr lang="en-US" dirty="0"/>
              <a:t> = "cell_ary_rpt.txt“);</a:t>
            </a:r>
          </a:p>
        </p:txBody>
      </p:sp>
    </p:spTree>
    <p:extLst>
      <p:ext uri="{BB962C8B-B14F-4D97-AF65-F5344CB8AC3E}">
        <p14:creationId xmlns:p14="http://schemas.microsoft.com/office/powerpoint/2010/main" val="20145988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BAE990F-B85B-69EC-2E15-193A9A0A9340}"/>
              </a:ext>
            </a:extLst>
          </p:cNvPr>
          <p:cNvGrpSpPr/>
          <p:nvPr/>
        </p:nvGrpSpPr>
        <p:grpSpPr>
          <a:xfrm>
            <a:off x="787815" y="1066035"/>
            <a:ext cx="1619640" cy="450360"/>
            <a:chOff x="787815" y="1066035"/>
            <a:chExt cx="161964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32D20CC-0E6C-46B9-1148-C56C92C0DBCC}"/>
                    </a:ext>
                  </a:extLst>
                </p14:cNvPr>
                <p14:cNvContentPartPr/>
                <p14:nvPr/>
              </p14:nvContentPartPr>
              <p14:xfrm>
                <a:off x="900855" y="1152795"/>
                <a:ext cx="34560" cy="153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32D20CC-0E6C-46B9-1148-C56C92C0DBC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4735" y="1146675"/>
                  <a:ext cx="46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FF7789D-EEED-4F6F-9B59-2DCDFF6C24AE}"/>
                    </a:ext>
                  </a:extLst>
                </p14:cNvPr>
                <p14:cNvContentPartPr/>
                <p14:nvPr/>
              </p14:nvContentPartPr>
              <p14:xfrm>
                <a:off x="787815" y="1301835"/>
                <a:ext cx="288720" cy="34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FF7789D-EEED-4F6F-9B59-2DCDFF6C24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1695" y="1295715"/>
                  <a:ext cx="300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DF80182-2C5D-CEF5-2370-5B7B122BC457}"/>
                    </a:ext>
                  </a:extLst>
                </p14:cNvPr>
                <p14:cNvContentPartPr/>
                <p14:nvPr/>
              </p14:nvContentPartPr>
              <p14:xfrm>
                <a:off x="906255" y="1387875"/>
                <a:ext cx="126720" cy="109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DF80182-2C5D-CEF5-2370-5B7B122BC45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0135" y="1381755"/>
                  <a:ext cx="138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31C715E-630F-B2E3-565F-9A91DC98EE64}"/>
                    </a:ext>
                  </a:extLst>
                </p14:cNvPr>
                <p14:cNvContentPartPr/>
                <p14:nvPr/>
              </p14:nvContentPartPr>
              <p14:xfrm>
                <a:off x="1146735" y="1183035"/>
                <a:ext cx="162000" cy="100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31C715E-630F-B2E3-565F-9A91DC98EE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0615" y="1176915"/>
                  <a:ext cx="174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2FEF62A-DD6C-36FC-0D40-B5BB99562CC6}"/>
                    </a:ext>
                  </a:extLst>
                </p14:cNvPr>
                <p14:cNvContentPartPr/>
                <p14:nvPr/>
              </p14:nvContentPartPr>
              <p14:xfrm>
                <a:off x="1272375" y="1075755"/>
                <a:ext cx="21960" cy="175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2FEF62A-DD6C-36FC-0D40-B5BB99562CC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66255" y="1069635"/>
                  <a:ext cx="342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C50DAB8-C60A-A1CF-F109-992694336373}"/>
                    </a:ext>
                  </a:extLst>
                </p14:cNvPr>
                <p14:cNvContentPartPr/>
                <p14:nvPr/>
              </p14:nvContentPartPr>
              <p14:xfrm>
                <a:off x="1155015" y="1301475"/>
                <a:ext cx="309600" cy="33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C50DAB8-C60A-A1CF-F109-9926943363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48895" y="1295355"/>
                  <a:ext cx="3218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28AE53A-127B-ADE9-2A0E-5723B5302E38}"/>
                    </a:ext>
                  </a:extLst>
                </p14:cNvPr>
                <p14:cNvContentPartPr/>
                <p14:nvPr/>
              </p14:nvContentPartPr>
              <p14:xfrm>
                <a:off x="1119375" y="1389675"/>
                <a:ext cx="174600" cy="95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28AE53A-127B-ADE9-2A0E-5723B5302E3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13255" y="1383555"/>
                  <a:ext cx="1868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228137C-954D-A936-D1D1-E58AC0235985}"/>
                    </a:ext>
                  </a:extLst>
                </p14:cNvPr>
                <p14:cNvContentPartPr/>
                <p14:nvPr/>
              </p14:nvContentPartPr>
              <p14:xfrm>
                <a:off x="1267695" y="1307235"/>
                <a:ext cx="46800" cy="171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228137C-954D-A936-D1D1-E58AC023598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61575" y="1301115"/>
                  <a:ext cx="590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F2322F1-FF1E-686E-9D6E-6637250B330A}"/>
                    </a:ext>
                  </a:extLst>
                </p14:cNvPr>
                <p14:cNvContentPartPr/>
                <p14:nvPr/>
              </p14:nvContentPartPr>
              <p14:xfrm>
                <a:off x="1354455" y="1342515"/>
                <a:ext cx="123480" cy="121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F2322F1-FF1E-686E-9D6E-6637250B330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48335" y="1336395"/>
                  <a:ext cx="135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7FEBFA3-B72D-5768-AEE6-ED5E16F24869}"/>
                    </a:ext>
                  </a:extLst>
                </p14:cNvPr>
                <p14:cNvContentPartPr/>
                <p14:nvPr/>
              </p14:nvContentPartPr>
              <p14:xfrm>
                <a:off x="1522935" y="1145955"/>
                <a:ext cx="120240" cy="322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7FEBFA3-B72D-5768-AEE6-ED5E16F2486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16815" y="1139835"/>
                  <a:ext cx="1324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75B6944-F351-DAB3-6891-DEA932955AD6}"/>
                    </a:ext>
                  </a:extLst>
                </p14:cNvPr>
                <p14:cNvContentPartPr/>
                <p14:nvPr/>
              </p14:nvContentPartPr>
              <p14:xfrm>
                <a:off x="1641735" y="1219395"/>
                <a:ext cx="139320" cy="137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75B6944-F351-DAB3-6891-DEA932955AD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35615" y="1213275"/>
                  <a:ext cx="151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D3C2F14-7D95-7D11-1A57-E2BA109741C2}"/>
                    </a:ext>
                  </a:extLst>
                </p14:cNvPr>
                <p14:cNvContentPartPr/>
                <p14:nvPr/>
              </p14:nvContentPartPr>
              <p14:xfrm>
                <a:off x="1783575" y="1199235"/>
                <a:ext cx="137520" cy="73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D3C2F14-7D95-7D11-1A57-E2BA109741C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77455" y="1193115"/>
                  <a:ext cx="1497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DC65C10-7832-88A4-BB65-D8DE67305654}"/>
                    </a:ext>
                  </a:extLst>
                </p14:cNvPr>
                <p14:cNvContentPartPr/>
                <p14:nvPr/>
              </p14:nvContentPartPr>
              <p14:xfrm>
                <a:off x="1908135" y="1131195"/>
                <a:ext cx="45360" cy="165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DC65C10-7832-88A4-BB65-D8DE6730565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02015" y="1125075"/>
                  <a:ext cx="57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D0D02E6-E840-4248-E447-724109BBD346}"/>
                    </a:ext>
                  </a:extLst>
                </p14:cNvPr>
                <p14:cNvContentPartPr/>
                <p14:nvPr/>
              </p14:nvContentPartPr>
              <p14:xfrm>
                <a:off x="2028735" y="1159275"/>
                <a:ext cx="37080" cy="113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D0D02E6-E840-4248-E447-724109BBD34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22615" y="1153155"/>
                  <a:ext cx="493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CD9FF48-1DD1-55B4-FE07-9ED60D2CC2E1}"/>
                    </a:ext>
                  </a:extLst>
                </p14:cNvPr>
                <p14:cNvContentPartPr/>
                <p14:nvPr/>
              </p14:nvContentPartPr>
              <p14:xfrm>
                <a:off x="1823175" y="1306155"/>
                <a:ext cx="352800" cy="43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CD9FF48-1DD1-55B4-FE07-9ED60D2CC2E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17055" y="1300035"/>
                  <a:ext cx="3650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764A97-7918-0AD8-33A1-F8B8012EDFA9}"/>
                    </a:ext>
                  </a:extLst>
                </p14:cNvPr>
                <p14:cNvContentPartPr/>
                <p14:nvPr/>
              </p14:nvContentPartPr>
              <p14:xfrm>
                <a:off x="1834695" y="1429635"/>
                <a:ext cx="120960" cy="80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764A97-7918-0AD8-33A1-F8B8012EDFA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28575" y="1423515"/>
                  <a:ext cx="133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50DBF51-EEAC-0E8F-201A-AB826E0A95B8}"/>
                    </a:ext>
                  </a:extLst>
                </p14:cNvPr>
                <p14:cNvContentPartPr/>
                <p14:nvPr/>
              </p14:nvContentPartPr>
              <p14:xfrm>
                <a:off x="1917135" y="1369875"/>
                <a:ext cx="68760" cy="137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50DBF51-EEAC-0E8F-201A-AB826E0A95B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11015" y="1363755"/>
                  <a:ext cx="810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4E6D669-6F56-D3A8-DF76-19635C0FD5B1}"/>
                    </a:ext>
                  </a:extLst>
                </p14:cNvPr>
                <p14:cNvContentPartPr/>
                <p14:nvPr/>
              </p14:nvContentPartPr>
              <p14:xfrm>
                <a:off x="2015415" y="1400835"/>
                <a:ext cx="133920" cy="115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4E6D669-6F56-D3A8-DF76-19635C0FD5B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09295" y="1394715"/>
                  <a:ext cx="146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545F95A-7189-3DF1-F343-1A4D5124C5DC}"/>
                    </a:ext>
                  </a:extLst>
                </p14:cNvPr>
                <p14:cNvContentPartPr/>
                <p14:nvPr/>
              </p14:nvContentPartPr>
              <p14:xfrm>
                <a:off x="2265255" y="1066035"/>
                <a:ext cx="142200" cy="448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545F95A-7189-3DF1-F343-1A4D5124C5D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59135" y="1059915"/>
                  <a:ext cx="154440" cy="46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4FDD6F7-1EAA-BA0B-CD6C-5DCA5B58A04E}"/>
                  </a:ext>
                </a:extLst>
              </p14:cNvPr>
              <p14:cNvContentPartPr/>
              <p14:nvPr/>
            </p14:nvContentPartPr>
            <p14:xfrm>
              <a:off x="2678184" y="1273176"/>
              <a:ext cx="98640" cy="12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4FDD6F7-1EAA-BA0B-CD6C-5DCA5B58A04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672064" y="1267056"/>
                <a:ext cx="1108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5F86B19-558F-6E5A-BE7C-0F910DB0086B}"/>
                  </a:ext>
                </a:extLst>
              </p14:cNvPr>
              <p14:cNvContentPartPr/>
              <p14:nvPr/>
            </p14:nvContentPartPr>
            <p14:xfrm>
              <a:off x="2687544" y="1361016"/>
              <a:ext cx="152280" cy="25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5F86B19-558F-6E5A-BE7C-0F910DB0086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681424" y="1354896"/>
                <a:ext cx="164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2F3EB64-195E-89C8-E447-FA149F456A98}"/>
                  </a:ext>
                </a:extLst>
              </p14:cNvPr>
              <p14:cNvContentPartPr/>
              <p14:nvPr/>
            </p14:nvContentPartPr>
            <p14:xfrm>
              <a:off x="1970784" y="1124856"/>
              <a:ext cx="185040" cy="673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2F3EB64-195E-89C8-E447-FA149F456A9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964664" y="1118736"/>
                <a:ext cx="197280" cy="7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9271CBD-BC07-ADA5-9E91-408F874731F9}"/>
              </a:ext>
            </a:extLst>
          </p:cNvPr>
          <p:cNvGrpSpPr/>
          <p:nvPr/>
        </p:nvGrpSpPr>
        <p:grpSpPr>
          <a:xfrm>
            <a:off x="1077264" y="1829016"/>
            <a:ext cx="1157760" cy="573120"/>
            <a:chOff x="1077264" y="1829016"/>
            <a:chExt cx="1157760" cy="57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98B41DC-9FB3-1302-1F1D-EA98D5575E8A}"/>
                    </a:ext>
                  </a:extLst>
                </p14:cNvPr>
                <p14:cNvContentPartPr/>
                <p14:nvPr/>
              </p14:nvContentPartPr>
              <p14:xfrm>
                <a:off x="1138824" y="1931976"/>
                <a:ext cx="155880" cy="120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98B41DC-9FB3-1302-1F1D-EA98D5575E8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32704" y="1925856"/>
                  <a:ext cx="1681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BE587F4-373A-750E-E2D4-ED293A35CF29}"/>
                    </a:ext>
                  </a:extLst>
                </p14:cNvPr>
                <p14:cNvContentPartPr/>
                <p14:nvPr/>
              </p14:nvContentPartPr>
              <p14:xfrm>
                <a:off x="1256544" y="1829016"/>
                <a:ext cx="32760" cy="213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BE587F4-373A-750E-E2D4-ED293A35CF2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50424" y="1822896"/>
                  <a:ext cx="450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505E2B5-8648-D1E1-A63E-1F3C20816DCA}"/>
                    </a:ext>
                  </a:extLst>
                </p14:cNvPr>
                <p14:cNvContentPartPr/>
                <p14:nvPr/>
              </p14:nvContentPartPr>
              <p14:xfrm>
                <a:off x="1077264" y="2132856"/>
                <a:ext cx="289080" cy="151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505E2B5-8648-D1E1-A63E-1F3C20816DC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71144" y="2126736"/>
                  <a:ext cx="301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22757F6-79D1-790A-049A-B55653D123B9}"/>
                    </a:ext>
                  </a:extLst>
                </p14:cNvPr>
                <p14:cNvContentPartPr/>
                <p14:nvPr/>
              </p14:nvContentPartPr>
              <p14:xfrm>
                <a:off x="1111464" y="2228256"/>
                <a:ext cx="131040" cy="1378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22757F6-79D1-790A-049A-B55653D123B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05344" y="2222136"/>
                  <a:ext cx="1432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7665C95-31DE-441B-D12B-4CC3BC990B32}"/>
                    </a:ext>
                  </a:extLst>
                </p14:cNvPr>
                <p14:cNvContentPartPr/>
                <p14:nvPr/>
              </p14:nvContentPartPr>
              <p14:xfrm>
                <a:off x="1211904" y="2161296"/>
                <a:ext cx="63360" cy="182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7665C95-31DE-441B-D12B-4CC3BC990B3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05784" y="2155176"/>
                  <a:ext cx="756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C6C5878-4EF3-7A13-11A1-B79771205C7A}"/>
                    </a:ext>
                  </a:extLst>
                </p14:cNvPr>
                <p14:cNvContentPartPr/>
                <p14:nvPr/>
              </p14:nvContentPartPr>
              <p14:xfrm>
                <a:off x="1287504" y="2219616"/>
                <a:ext cx="92160" cy="1450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C6C5878-4EF3-7A13-11A1-B79771205C7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81384" y="2213496"/>
                  <a:ext cx="1044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0EACBEB-7C45-CB58-11A1-0D7778FEE86B}"/>
                    </a:ext>
                  </a:extLst>
                </p14:cNvPr>
                <p14:cNvContentPartPr/>
                <p14:nvPr/>
              </p14:nvContentPartPr>
              <p14:xfrm>
                <a:off x="1411704" y="1872936"/>
                <a:ext cx="119880" cy="387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0EACBEB-7C45-CB58-11A1-0D7778FEE86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405584" y="1866816"/>
                  <a:ext cx="1321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B5381F7-BE8B-0A39-636C-00BA1E920463}"/>
                    </a:ext>
                  </a:extLst>
                </p14:cNvPr>
                <p14:cNvContentPartPr/>
                <p14:nvPr/>
              </p14:nvContentPartPr>
              <p14:xfrm>
                <a:off x="1513944" y="2065176"/>
                <a:ext cx="80280" cy="114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B5381F7-BE8B-0A39-636C-00BA1E92046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507824" y="2059056"/>
                  <a:ext cx="925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84D8F61-C594-1923-3EF6-87BBE1BEC946}"/>
                    </a:ext>
                  </a:extLst>
                </p14:cNvPr>
                <p14:cNvContentPartPr/>
                <p14:nvPr/>
              </p14:nvContentPartPr>
              <p14:xfrm>
                <a:off x="1643544" y="1965096"/>
                <a:ext cx="156600" cy="110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84D8F61-C594-1923-3EF6-87BBE1BEC94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37424" y="1958976"/>
                  <a:ext cx="1688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CDF8B83-AF7B-AF06-0769-303AED4F4573}"/>
                    </a:ext>
                  </a:extLst>
                </p14:cNvPr>
                <p14:cNvContentPartPr/>
                <p14:nvPr/>
              </p14:nvContentPartPr>
              <p14:xfrm>
                <a:off x="1735704" y="1856736"/>
                <a:ext cx="47520" cy="213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CDF8B83-AF7B-AF06-0769-303AED4F45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29584" y="1850616"/>
                  <a:ext cx="597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2C4BFF7-23E4-D83D-D1D9-EF40912D39A2}"/>
                    </a:ext>
                  </a:extLst>
                </p14:cNvPr>
                <p14:cNvContentPartPr/>
                <p14:nvPr/>
              </p14:nvContentPartPr>
              <p14:xfrm>
                <a:off x="1854864" y="1936296"/>
                <a:ext cx="37080" cy="1335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2C4BFF7-23E4-D83D-D1D9-EF40912D39A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48744" y="1930176"/>
                  <a:ext cx="493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C6A9B11-CDD1-04E1-0398-A46636BE10B3}"/>
                    </a:ext>
                  </a:extLst>
                </p14:cNvPr>
                <p14:cNvContentPartPr/>
                <p14:nvPr/>
              </p14:nvContentPartPr>
              <p14:xfrm>
                <a:off x="1788624" y="1883376"/>
                <a:ext cx="174240" cy="77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C6A9B11-CDD1-04E1-0398-A46636BE10B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82504" y="1877256"/>
                  <a:ext cx="1864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FFEDBB5-CCA9-1ADC-1930-2D8E810DE575}"/>
                    </a:ext>
                  </a:extLst>
                </p14:cNvPr>
                <p14:cNvContentPartPr/>
                <p14:nvPr/>
              </p14:nvContentPartPr>
              <p14:xfrm>
                <a:off x="1643544" y="2094336"/>
                <a:ext cx="435240" cy="44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FFEDBB5-CCA9-1ADC-1930-2D8E810DE57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37424" y="2088216"/>
                  <a:ext cx="447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E5ED436-7A13-74D7-49E2-765F4C34D438}"/>
                    </a:ext>
                  </a:extLst>
                </p14:cNvPr>
                <p14:cNvContentPartPr/>
                <p14:nvPr/>
              </p14:nvContentPartPr>
              <p14:xfrm>
                <a:off x="1674864" y="2199096"/>
                <a:ext cx="191520" cy="203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E5ED436-7A13-74D7-49E2-765F4C34D43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68744" y="2192976"/>
                  <a:ext cx="2037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A95DCF8-498E-E27E-14FA-12D41F633091}"/>
                    </a:ext>
                  </a:extLst>
                </p14:cNvPr>
                <p14:cNvContentPartPr/>
                <p14:nvPr/>
              </p14:nvContentPartPr>
              <p14:xfrm>
                <a:off x="1906704" y="2259936"/>
                <a:ext cx="140040" cy="88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A95DCF8-498E-E27E-14FA-12D41F63309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00584" y="2253816"/>
                  <a:ext cx="1522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A1E5AE0-C723-758F-DB45-FD260BE5DC80}"/>
                    </a:ext>
                  </a:extLst>
                </p14:cNvPr>
                <p14:cNvContentPartPr/>
                <p14:nvPr/>
              </p14:nvContentPartPr>
              <p14:xfrm>
                <a:off x="2058624" y="1933776"/>
                <a:ext cx="176400" cy="366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A1E5AE0-C723-758F-DB45-FD260BE5DC8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52504" y="1927656"/>
                  <a:ext cx="188640" cy="37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C23A7E5-9515-9C49-B63A-865AD385A9E5}"/>
              </a:ext>
            </a:extLst>
          </p:cNvPr>
          <p:cNvGrpSpPr/>
          <p:nvPr/>
        </p:nvGrpSpPr>
        <p:grpSpPr>
          <a:xfrm>
            <a:off x="2451024" y="2016216"/>
            <a:ext cx="131400" cy="96480"/>
            <a:chOff x="2451024" y="2016216"/>
            <a:chExt cx="131400" cy="9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CBEC7B0-F346-ABA7-D59A-1733BFAF2E6D}"/>
                    </a:ext>
                  </a:extLst>
                </p14:cNvPr>
                <p14:cNvContentPartPr/>
                <p14:nvPr/>
              </p14:nvContentPartPr>
              <p14:xfrm>
                <a:off x="2468664" y="2016216"/>
                <a:ext cx="113760" cy="9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CBEC7B0-F346-ABA7-D59A-1733BFAF2E6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62544" y="2010096"/>
                  <a:ext cx="126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5504E0B-41D4-DD3F-8780-1AA1E953410F}"/>
                    </a:ext>
                  </a:extLst>
                </p14:cNvPr>
                <p14:cNvContentPartPr/>
                <p14:nvPr/>
              </p14:nvContentPartPr>
              <p14:xfrm>
                <a:off x="2451024" y="2099736"/>
                <a:ext cx="123840" cy="129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5504E0B-41D4-DD3F-8780-1AA1E953410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44904" y="2093616"/>
                  <a:ext cx="13608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0184430-D1CE-576B-9804-118748E1B397}"/>
              </a:ext>
            </a:extLst>
          </p:cNvPr>
          <p:cNvGrpSpPr/>
          <p:nvPr/>
        </p:nvGrpSpPr>
        <p:grpSpPr>
          <a:xfrm>
            <a:off x="2750184" y="1826136"/>
            <a:ext cx="864720" cy="561240"/>
            <a:chOff x="2750184" y="1826136"/>
            <a:chExt cx="864720" cy="56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BCF7FDD-66B5-F7D4-E5DF-15AC64036FFB}"/>
                    </a:ext>
                  </a:extLst>
                </p14:cNvPr>
                <p14:cNvContentPartPr/>
                <p14:nvPr/>
              </p14:nvContentPartPr>
              <p14:xfrm>
                <a:off x="2910024" y="1994976"/>
                <a:ext cx="6120" cy="12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BCF7FDD-66B5-F7D4-E5DF-15AC64036FF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903904" y="1988856"/>
                  <a:ext cx="18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06425C7-427D-30DA-265D-E700C7AEDD6F}"/>
                    </a:ext>
                  </a:extLst>
                </p14:cNvPr>
                <p14:cNvContentPartPr/>
                <p14:nvPr/>
              </p14:nvContentPartPr>
              <p14:xfrm>
                <a:off x="2933784" y="1929456"/>
                <a:ext cx="17280" cy="143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06425C7-427D-30DA-265D-E700C7AEDD6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27664" y="1923336"/>
                  <a:ext cx="295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1194481-2A01-07B8-2C5B-E903DA792333}"/>
                    </a:ext>
                  </a:extLst>
                </p14:cNvPr>
                <p14:cNvContentPartPr/>
                <p14:nvPr/>
              </p14:nvContentPartPr>
              <p14:xfrm>
                <a:off x="2750184" y="1900656"/>
                <a:ext cx="108720" cy="2235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1194481-2A01-07B8-2C5B-E903DA79233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44064" y="1894536"/>
                  <a:ext cx="1209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88771C7-8F8F-17C1-DFE2-1E2DCC86E204}"/>
                    </a:ext>
                  </a:extLst>
                </p14:cNvPr>
                <p14:cNvContentPartPr/>
                <p14:nvPr/>
              </p14:nvContentPartPr>
              <p14:xfrm>
                <a:off x="3018744" y="1873296"/>
                <a:ext cx="122040" cy="263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88771C7-8F8F-17C1-DFE2-1E2DCC86E20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12624" y="1867176"/>
                  <a:ext cx="1342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47B570D-B0FA-8923-C886-A86F11504AEF}"/>
                    </a:ext>
                  </a:extLst>
                </p14:cNvPr>
                <p14:cNvContentPartPr/>
                <p14:nvPr/>
              </p14:nvContentPartPr>
              <p14:xfrm>
                <a:off x="3198744" y="1943496"/>
                <a:ext cx="133200" cy="1184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47B570D-B0FA-8923-C886-A86F11504AE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192624" y="1937376"/>
                  <a:ext cx="1454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3E7EBD8-3762-EEDE-17D4-C145DF0B5947}"/>
                    </a:ext>
                  </a:extLst>
                </p14:cNvPr>
                <p14:cNvContentPartPr/>
                <p14:nvPr/>
              </p14:nvContentPartPr>
              <p14:xfrm>
                <a:off x="3310344" y="1826136"/>
                <a:ext cx="47160" cy="228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3E7EBD8-3762-EEDE-17D4-C145DF0B594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04224" y="1820016"/>
                  <a:ext cx="594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3521D90-BA29-262E-8816-7A2D03FBD376}"/>
                    </a:ext>
                  </a:extLst>
                </p14:cNvPr>
                <p14:cNvContentPartPr/>
                <p14:nvPr/>
              </p14:nvContentPartPr>
              <p14:xfrm>
                <a:off x="3417264" y="1886616"/>
                <a:ext cx="24840" cy="147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3521D90-BA29-262E-8816-7A2D03FBD37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11144" y="1880496"/>
                  <a:ext cx="370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F8C4745-63AF-B18C-66CB-0BB80FC4F21D}"/>
                    </a:ext>
                  </a:extLst>
                </p14:cNvPr>
                <p14:cNvContentPartPr/>
                <p14:nvPr/>
              </p14:nvContentPartPr>
              <p14:xfrm>
                <a:off x="3379104" y="1853856"/>
                <a:ext cx="139320" cy="99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F8C4745-63AF-B18C-66CB-0BB80FC4F21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72984" y="1847736"/>
                  <a:ext cx="1515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FC04DC9-BD9C-D416-6A79-929CA70434A0}"/>
                    </a:ext>
                  </a:extLst>
                </p14:cNvPr>
                <p14:cNvContentPartPr/>
                <p14:nvPr/>
              </p14:nvContentPartPr>
              <p14:xfrm>
                <a:off x="3255264" y="2100816"/>
                <a:ext cx="302040" cy="41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FC04DC9-BD9C-D416-6A79-929CA70434A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49144" y="2094696"/>
                  <a:ext cx="3142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D945ABC-5754-9F29-1A85-72D6E9AF1D58}"/>
                    </a:ext>
                  </a:extLst>
                </p14:cNvPr>
                <p14:cNvContentPartPr/>
                <p14:nvPr/>
              </p14:nvContentPartPr>
              <p14:xfrm>
                <a:off x="3254544" y="2153016"/>
                <a:ext cx="185040" cy="234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D945ABC-5754-9F29-1A85-72D6E9AF1D5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48424" y="2146896"/>
                  <a:ext cx="1972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91F910B-806E-01D3-629C-776C84934D1D}"/>
                    </a:ext>
                  </a:extLst>
                </p14:cNvPr>
                <p14:cNvContentPartPr/>
                <p14:nvPr/>
              </p14:nvContentPartPr>
              <p14:xfrm>
                <a:off x="3486384" y="2241216"/>
                <a:ext cx="128520" cy="124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91F910B-806E-01D3-629C-776C84934D1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80264" y="2235096"/>
                  <a:ext cx="14076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5B240A4-5116-8CDC-551F-E24E92F5EBAF}"/>
              </a:ext>
            </a:extLst>
          </p:cNvPr>
          <p:cNvGrpSpPr/>
          <p:nvPr/>
        </p:nvGrpSpPr>
        <p:grpSpPr>
          <a:xfrm>
            <a:off x="3813984" y="1646496"/>
            <a:ext cx="1103760" cy="740520"/>
            <a:chOff x="3813984" y="1646496"/>
            <a:chExt cx="1103760" cy="74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7A5C4A4-8737-4C4C-A439-5492F8A5A16B}"/>
                    </a:ext>
                  </a:extLst>
                </p14:cNvPr>
                <p14:cNvContentPartPr/>
                <p14:nvPr/>
              </p14:nvContentPartPr>
              <p14:xfrm>
                <a:off x="3871944" y="2019816"/>
                <a:ext cx="32400" cy="140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7A5C4A4-8737-4C4C-A439-5492F8A5A16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865824" y="2013696"/>
                  <a:ext cx="44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2FD272E-C0C5-E669-3870-7342BFA6DF7F}"/>
                    </a:ext>
                  </a:extLst>
                </p14:cNvPr>
                <p14:cNvContentPartPr/>
                <p14:nvPr/>
              </p14:nvContentPartPr>
              <p14:xfrm>
                <a:off x="3813984" y="2087496"/>
                <a:ext cx="162720" cy="20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2FD272E-C0C5-E669-3870-7342BFA6DF7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07864" y="2081376"/>
                  <a:ext cx="174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694C5F9-7930-81FF-72CF-F430A38764CC}"/>
                    </a:ext>
                  </a:extLst>
                </p14:cNvPr>
                <p14:cNvContentPartPr/>
                <p14:nvPr/>
              </p14:nvContentPartPr>
              <p14:xfrm>
                <a:off x="4092264" y="1947456"/>
                <a:ext cx="147960" cy="142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694C5F9-7930-81FF-72CF-F430A38764C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86144" y="1941336"/>
                  <a:ext cx="1602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71C5C0E-B602-5C8F-AA70-0D1564DA31B9}"/>
                    </a:ext>
                  </a:extLst>
                </p14:cNvPr>
                <p14:cNvContentPartPr/>
                <p14:nvPr/>
              </p14:nvContentPartPr>
              <p14:xfrm>
                <a:off x="4329144" y="1771776"/>
                <a:ext cx="226440" cy="315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71C5C0E-B602-5C8F-AA70-0D1564DA31B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23024" y="1765656"/>
                  <a:ext cx="2386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887358D-5D21-9C33-BF6A-400B21650DEA}"/>
                    </a:ext>
                  </a:extLst>
                </p14:cNvPr>
                <p14:cNvContentPartPr/>
                <p14:nvPr/>
              </p14:nvContentPartPr>
              <p14:xfrm>
                <a:off x="4509504" y="1646496"/>
                <a:ext cx="60480" cy="111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887358D-5D21-9C33-BF6A-400B21650DE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03384" y="1640376"/>
                  <a:ext cx="727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583BEDC-5758-5A9F-FB3C-53C0DBD77B79}"/>
                    </a:ext>
                  </a:extLst>
                </p14:cNvPr>
                <p14:cNvContentPartPr/>
                <p14:nvPr/>
              </p14:nvContentPartPr>
              <p14:xfrm>
                <a:off x="4615344" y="1783296"/>
                <a:ext cx="38520" cy="243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583BEDC-5758-5A9F-FB3C-53C0DBD77B7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609224" y="1777176"/>
                  <a:ext cx="507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26953E6-AD02-1A54-D239-ACB1B139A35A}"/>
                    </a:ext>
                  </a:extLst>
                </p14:cNvPr>
                <p14:cNvContentPartPr/>
                <p14:nvPr/>
              </p14:nvContentPartPr>
              <p14:xfrm>
                <a:off x="4536864" y="1724976"/>
                <a:ext cx="205560" cy="98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26953E6-AD02-1A54-D239-ACB1B139A35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30744" y="1718856"/>
                  <a:ext cx="217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014D1B5-9FAD-04D2-283B-52CE85AC053C}"/>
                    </a:ext>
                  </a:extLst>
                </p14:cNvPr>
                <p14:cNvContentPartPr/>
                <p14:nvPr/>
              </p14:nvContentPartPr>
              <p14:xfrm>
                <a:off x="4297104" y="2110536"/>
                <a:ext cx="408960" cy="824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014D1B5-9FAD-04D2-283B-52CE85AC053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90984" y="2104416"/>
                  <a:ext cx="4212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812B340-CB2B-DB45-0C3D-CD829094D518}"/>
                    </a:ext>
                  </a:extLst>
                </p14:cNvPr>
                <p14:cNvContentPartPr/>
                <p14:nvPr/>
              </p14:nvContentPartPr>
              <p14:xfrm>
                <a:off x="4406544" y="2178936"/>
                <a:ext cx="137520" cy="208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812B340-CB2B-DB45-0C3D-CD829094D51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400424" y="2172816"/>
                  <a:ext cx="1497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01AFDC2-7AA8-37A7-8BD9-1C56DCCF1C75}"/>
                    </a:ext>
                  </a:extLst>
                </p14:cNvPr>
                <p14:cNvContentPartPr/>
                <p14:nvPr/>
              </p14:nvContentPartPr>
              <p14:xfrm>
                <a:off x="4611024" y="2231856"/>
                <a:ext cx="130680" cy="118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01AFDC2-7AA8-37A7-8BD9-1C56DCCF1C7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04904" y="2225736"/>
                  <a:ext cx="142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BF0DC60-1AC3-C72C-D3A1-4957624A7BE0}"/>
                    </a:ext>
                  </a:extLst>
                </p14:cNvPr>
                <p14:cNvContentPartPr/>
                <p14:nvPr/>
              </p14:nvContentPartPr>
              <p14:xfrm>
                <a:off x="4779144" y="2142216"/>
                <a:ext cx="138600" cy="84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BF0DC60-1AC3-C72C-D3A1-4957624A7BE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773024" y="2136096"/>
                  <a:ext cx="15084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E472C359-AE6D-470D-DDB4-F9DC9C60D664}"/>
              </a:ext>
            </a:extLst>
          </p:cNvPr>
          <p:cNvGrpSpPr/>
          <p:nvPr/>
        </p:nvGrpSpPr>
        <p:grpSpPr>
          <a:xfrm>
            <a:off x="863064" y="2601576"/>
            <a:ext cx="1429200" cy="493200"/>
            <a:chOff x="863064" y="2601576"/>
            <a:chExt cx="1429200" cy="49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B8AFC35-B5AB-257C-1469-70166C2AD79D}"/>
                    </a:ext>
                  </a:extLst>
                </p14:cNvPr>
                <p14:cNvContentPartPr/>
                <p14:nvPr/>
              </p14:nvContentPartPr>
              <p14:xfrm>
                <a:off x="966384" y="2711376"/>
                <a:ext cx="31320" cy="92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B8AFC35-B5AB-257C-1469-70166C2AD79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60264" y="2705256"/>
                  <a:ext cx="43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ADF0021-3288-43AE-4283-EFE13FAE53C9}"/>
                    </a:ext>
                  </a:extLst>
                </p14:cNvPr>
                <p14:cNvContentPartPr/>
                <p14:nvPr/>
              </p14:nvContentPartPr>
              <p14:xfrm>
                <a:off x="863064" y="2841336"/>
                <a:ext cx="270000" cy="45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ADF0021-3288-43AE-4283-EFE13FAE53C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6944" y="2835216"/>
                  <a:ext cx="282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149B978-DA9B-6E99-816A-1E99249508DA}"/>
                    </a:ext>
                  </a:extLst>
                </p14:cNvPr>
                <p14:cNvContentPartPr/>
                <p14:nvPr/>
              </p14:nvContentPartPr>
              <p14:xfrm>
                <a:off x="942624" y="2966976"/>
                <a:ext cx="141840" cy="99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149B978-DA9B-6E99-816A-1E99249508D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36504" y="2960856"/>
                  <a:ext cx="1540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AFA0D37-F91D-BD0C-700A-AE86D41717F7}"/>
                    </a:ext>
                  </a:extLst>
                </p14:cNvPr>
                <p14:cNvContentPartPr/>
                <p14:nvPr/>
              </p14:nvContentPartPr>
              <p14:xfrm>
                <a:off x="1209744" y="2713536"/>
                <a:ext cx="133560" cy="93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AFA0D37-F91D-BD0C-700A-AE86D41717F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03624" y="2707416"/>
                  <a:ext cx="1458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C156BEA-D10C-FB0C-0FC1-A8E4EE866D17}"/>
                    </a:ext>
                  </a:extLst>
                </p14:cNvPr>
                <p14:cNvContentPartPr/>
                <p14:nvPr/>
              </p14:nvContentPartPr>
              <p14:xfrm>
                <a:off x="1326024" y="2601576"/>
                <a:ext cx="41040" cy="1796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C156BEA-D10C-FB0C-0FC1-A8E4EE866D1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319904" y="2595456"/>
                  <a:ext cx="532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CB454AF-5632-680F-B5A3-5CCD50D00FEC}"/>
                    </a:ext>
                  </a:extLst>
                </p14:cNvPr>
                <p14:cNvContentPartPr/>
                <p14:nvPr/>
              </p14:nvContentPartPr>
              <p14:xfrm>
                <a:off x="1188864" y="2841336"/>
                <a:ext cx="251280" cy="55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CB454AF-5632-680F-B5A3-5CCD50D00FE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82744" y="2835216"/>
                  <a:ext cx="2635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9CD5FC4-4452-04A4-4926-58A2FDF6FBE1}"/>
                    </a:ext>
                  </a:extLst>
                </p14:cNvPr>
                <p14:cNvContentPartPr/>
                <p14:nvPr/>
              </p14:nvContentPartPr>
              <p14:xfrm>
                <a:off x="1167264" y="2937096"/>
                <a:ext cx="178200" cy="1576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9CD5FC4-4452-04A4-4926-58A2FDF6FBE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61144" y="2930976"/>
                  <a:ext cx="190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68A9FAA-5D28-FB1C-4B48-82D49B421AB5}"/>
                    </a:ext>
                  </a:extLst>
                </p14:cNvPr>
                <p14:cNvContentPartPr/>
                <p14:nvPr/>
              </p14:nvContentPartPr>
              <p14:xfrm>
                <a:off x="1347264" y="2946096"/>
                <a:ext cx="114120" cy="1072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68A9FAA-5D28-FB1C-4B48-82D49B421AB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341144" y="2939976"/>
                  <a:ext cx="1263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BFD5996-325C-16B4-DFA4-ED9C514E030D}"/>
                    </a:ext>
                  </a:extLst>
                </p14:cNvPr>
                <p14:cNvContentPartPr/>
                <p14:nvPr/>
              </p14:nvContentPartPr>
              <p14:xfrm>
                <a:off x="1521864" y="2694816"/>
                <a:ext cx="91800" cy="313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BFD5996-325C-16B4-DFA4-ED9C514E030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515744" y="2688696"/>
                  <a:ext cx="1040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2887BDF-119D-1C0C-C3D4-72128A9C9B4A}"/>
                    </a:ext>
                  </a:extLst>
                </p14:cNvPr>
                <p14:cNvContentPartPr/>
                <p14:nvPr/>
              </p14:nvContentPartPr>
              <p14:xfrm>
                <a:off x="1618704" y="2761776"/>
                <a:ext cx="106200" cy="141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2887BDF-119D-1C0C-C3D4-72128A9C9B4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612584" y="2755656"/>
                  <a:ext cx="118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6F17DB4-4087-959D-7C9C-1099FACEDB22}"/>
                    </a:ext>
                  </a:extLst>
                </p14:cNvPr>
                <p14:cNvContentPartPr/>
                <p14:nvPr/>
              </p14:nvContentPartPr>
              <p14:xfrm>
                <a:off x="1751904" y="2654136"/>
                <a:ext cx="142200" cy="1641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6F17DB4-4087-959D-7C9C-1099FACEDB2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745784" y="2648016"/>
                  <a:ext cx="1544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8252778-DC91-F6B5-C9D8-79CCE9C28E06}"/>
                    </a:ext>
                  </a:extLst>
                </p14:cNvPr>
                <p14:cNvContentPartPr/>
                <p14:nvPr/>
              </p14:nvContentPartPr>
              <p14:xfrm>
                <a:off x="1947024" y="2684016"/>
                <a:ext cx="32760" cy="986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8252778-DC91-F6B5-C9D8-79CCE9C28E0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40904" y="2677896"/>
                  <a:ext cx="45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8B907DE-937C-80A0-1AE7-21B8721E8978}"/>
                    </a:ext>
                  </a:extLst>
                </p14:cNvPr>
                <p14:cNvContentPartPr/>
                <p14:nvPr/>
              </p14:nvContentPartPr>
              <p14:xfrm>
                <a:off x="1893384" y="2611656"/>
                <a:ext cx="204480" cy="594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8B907DE-937C-80A0-1AE7-21B8721E897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887264" y="2605536"/>
                  <a:ext cx="2167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711F18E-209F-C9CD-5B1C-45C4719AD2E4}"/>
                    </a:ext>
                  </a:extLst>
                </p14:cNvPr>
                <p14:cNvContentPartPr/>
                <p14:nvPr/>
              </p14:nvContentPartPr>
              <p14:xfrm>
                <a:off x="1760904" y="2815416"/>
                <a:ext cx="317520" cy="37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711F18E-209F-C9CD-5B1C-45C4719AD2E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754784" y="2809296"/>
                  <a:ext cx="3297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33E1D42-8005-C27F-DA9F-1C6882ADD304}"/>
                    </a:ext>
                  </a:extLst>
                </p14:cNvPr>
                <p14:cNvContentPartPr/>
                <p14:nvPr/>
              </p14:nvContentPartPr>
              <p14:xfrm>
                <a:off x="1749024" y="2857536"/>
                <a:ext cx="181800" cy="2066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33E1D42-8005-C27F-DA9F-1C6882ADD30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742904" y="2851416"/>
                  <a:ext cx="1940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2E4A539-3103-1816-32FE-EA0575A40CB5}"/>
                    </a:ext>
                  </a:extLst>
                </p14:cNvPr>
                <p14:cNvContentPartPr/>
                <p14:nvPr/>
              </p14:nvContentPartPr>
              <p14:xfrm>
                <a:off x="1974744" y="2926656"/>
                <a:ext cx="138240" cy="1072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2E4A539-3103-1816-32FE-EA0575A40CB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968624" y="2920536"/>
                  <a:ext cx="1504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27459CA-2927-8284-8623-BC986A9D6962}"/>
                    </a:ext>
                  </a:extLst>
                </p14:cNvPr>
                <p14:cNvContentPartPr/>
                <p14:nvPr/>
              </p14:nvContentPartPr>
              <p14:xfrm>
                <a:off x="2133504" y="2615976"/>
                <a:ext cx="158760" cy="4086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27459CA-2927-8284-8623-BC986A9D696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127384" y="2609856"/>
                  <a:ext cx="171000" cy="42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6B4F3BA1-E6AF-FCAB-A892-384D9EF8339F}"/>
              </a:ext>
            </a:extLst>
          </p:cNvPr>
          <p:cNvGrpSpPr/>
          <p:nvPr/>
        </p:nvGrpSpPr>
        <p:grpSpPr>
          <a:xfrm>
            <a:off x="2520504" y="2794176"/>
            <a:ext cx="204120" cy="91440"/>
            <a:chOff x="2520504" y="2794176"/>
            <a:chExt cx="204120" cy="9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0831AB6-FC32-DB29-891F-2E88553461F5}"/>
                    </a:ext>
                  </a:extLst>
                </p14:cNvPr>
                <p14:cNvContentPartPr/>
                <p14:nvPr/>
              </p14:nvContentPartPr>
              <p14:xfrm>
                <a:off x="2520504" y="2794176"/>
                <a:ext cx="193320" cy="18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0831AB6-FC32-DB29-891F-2E88553461F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514384" y="2788056"/>
                  <a:ext cx="2055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97386F5-4D91-18DD-9DB0-50BF1624FD7D}"/>
                    </a:ext>
                  </a:extLst>
                </p14:cNvPr>
                <p14:cNvContentPartPr/>
                <p14:nvPr/>
              </p14:nvContentPartPr>
              <p14:xfrm>
                <a:off x="2562264" y="2876616"/>
                <a:ext cx="162360" cy="9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97386F5-4D91-18DD-9DB0-50BF1624FD7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556144" y="2870496"/>
                  <a:ext cx="17460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09B8148C-0CF3-068F-4483-96AB649E75F2}"/>
              </a:ext>
            </a:extLst>
          </p:cNvPr>
          <p:cNvGrpSpPr/>
          <p:nvPr/>
        </p:nvGrpSpPr>
        <p:grpSpPr>
          <a:xfrm>
            <a:off x="3005424" y="2466216"/>
            <a:ext cx="1739160" cy="515520"/>
            <a:chOff x="3005424" y="2466216"/>
            <a:chExt cx="1739160" cy="51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86717B8-C35B-1134-131C-C03430DAC91D}"/>
                    </a:ext>
                  </a:extLst>
                </p14:cNvPr>
                <p14:cNvContentPartPr/>
                <p14:nvPr/>
              </p14:nvContentPartPr>
              <p14:xfrm>
                <a:off x="3106584" y="2592936"/>
                <a:ext cx="55800" cy="1011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86717B8-C35B-1134-131C-C03430DAC91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100464" y="2586816"/>
                  <a:ext cx="680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4153B29-8798-E55C-B352-7326B2552842}"/>
                    </a:ext>
                  </a:extLst>
                </p14:cNvPr>
                <p14:cNvContentPartPr/>
                <p14:nvPr/>
              </p14:nvContentPartPr>
              <p14:xfrm>
                <a:off x="3005424" y="2719656"/>
                <a:ext cx="279000" cy="752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4153B29-8798-E55C-B352-7326B255284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999304" y="2713536"/>
                  <a:ext cx="2912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2235026-A655-B634-1CF9-EC73D07F2B1D}"/>
                    </a:ext>
                  </a:extLst>
                </p14:cNvPr>
                <p14:cNvContentPartPr/>
                <p14:nvPr/>
              </p14:nvContentPartPr>
              <p14:xfrm>
                <a:off x="3128184" y="2834136"/>
                <a:ext cx="211320" cy="144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2235026-A655-B634-1CF9-EC73D07F2B1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122064" y="2828016"/>
                  <a:ext cx="2235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A9F0AB0-30A1-A6EA-8968-360234663766}"/>
                    </a:ext>
                  </a:extLst>
                </p14:cNvPr>
                <p14:cNvContentPartPr/>
                <p14:nvPr/>
              </p14:nvContentPartPr>
              <p14:xfrm>
                <a:off x="3362544" y="2593296"/>
                <a:ext cx="136800" cy="1166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A9F0AB0-30A1-A6EA-8968-36023466376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356424" y="2587176"/>
                  <a:ext cx="1490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CB045E4-5DA0-CFAD-AF4D-DF068C4EC441}"/>
                    </a:ext>
                  </a:extLst>
                </p14:cNvPr>
                <p14:cNvContentPartPr/>
                <p14:nvPr/>
              </p14:nvContentPartPr>
              <p14:xfrm>
                <a:off x="3470184" y="2503296"/>
                <a:ext cx="46080" cy="186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CB045E4-5DA0-CFAD-AF4D-DF068C4EC44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464064" y="2497176"/>
                  <a:ext cx="583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B722326-6D93-F230-A3CA-4C5DCEA5B83C}"/>
                    </a:ext>
                  </a:extLst>
                </p14:cNvPr>
                <p14:cNvContentPartPr/>
                <p14:nvPr/>
              </p14:nvContentPartPr>
              <p14:xfrm>
                <a:off x="3560184" y="2559456"/>
                <a:ext cx="50760" cy="164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B722326-6D93-F230-A3CA-4C5DCEA5B83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554064" y="2553336"/>
                  <a:ext cx="63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35BB55D-AFDF-69DA-0E11-02A5A6622905}"/>
                    </a:ext>
                  </a:extLst>
                </p14:cNvPr>
                <p14:cNvContentPartPr/>
                <p14:nvPr/>
              </p14:nvContentPartPr>
              <p14:xfrm>
                <a:off x="3513744" y="2523096"/>
                <a:ext cx="153360" cy="612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35BB55D-AFDF-69DA-0E11-02A5A662290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507624" y="2516976"/>
                  <a:ext cx="1656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DEF5685-E3D3-DBA8-78C0-39A6D78B9AA0}"/>
                    </a:ext>
                  </a:extLst>
                </p14:cNvPr>
                <p14:cNvContentPartPr/>
                <p14:nvPr/>
              </p14:nvContentPartPr>
              <p14:xfrm>
                <a:off x="3376584" y="2746296"/>
                <a:ext cx="309240" cy="464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DEF5685-E3D3-DBA8-78C0-39A6D78B9AA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370464" y="2740176"/>
                  <a:ext cx="3214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D34C480-7AB0-23DA-6013-054A312B7DBC}"/>
                    </a:ext>
                  </a:extLst>
                </p14:cNvPr>
                <p14:cNvContentPartPr/>
                <p14:nvPr/>
              </p14:nvContentPartPr>
              <p14:xfrm>
                <a:off x="3405744" y="2832696"/>
                <a:ext cx="156240" cy="1490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D34C480-7AB0-23DA-6013-054A312B7DB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399624" y="2826576"/>
                  <a:ext cx="1684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C70FCB1-DD73-1D0A-20F5-588BC286E1C1}"/>
                    </a:ext>
                  </a:extLst>
                </p14:cNvPr>
                <p14:cNvContentPartPr/>
                <p14:nvPr/>
              </p14:nvContentPartPr>
              <p14:xfrm>
                <a:off x="3618144" y="2833776"/>
                <a:ext cx="153720" cy="130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C70FCB1-DD73-1D0A-20F5-588BC286E1C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12024" y="2827656"/>
                  <a:ext cx="1659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1FC0ABE-1F46-734C-A578-79B12795CC3E}"/>
                    </a:ext>
                  </a:extLst>
                </p14:cNvPr>
                <p14:cNvContentPartPr/>
                <p14:nvPr/>
              </p14:nvContentPartPr>
              <p14:xfrm>
                <a:off x="3909744" y="2666736"/>
                <a:ext cx="30960" cy="1177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1FC0ABE-1F46-734C-A578-79B12795CC3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03624" y="2660616"/>
                  <a:ext cx="43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B623417-3B38-FCA7-45C5-E8951C6A9FAF}"/>
                    </a:ext>
                  </a:extLst>
                </p14:cNvPr>
                <p14:cNvContentPartPr/>
                <p14:nvPr/>
              </p14:nvContentPartPr>
              <p14:xfrm>
                <a:off x="3851784" y="2745576"/>
                <a:ext cx="183240" cy="259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B623417-3B38-FCA7-45C5-E8951C6A9FA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845664" y="2739456"/>
                  <a:ext cx="1954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6F4D6A0-C83A-E19B-EA28-233BE6F9EC32}"/>
                    </a:ext>
                  </a:extLst>
                </p14:cNvPr>
                <p14:cNvContentPartPr/>
                <p14:nvPr/>
              </p14:nvContentPartPr>
              <p14:xfrm>
                <a:off x="4103064" y="2526696"/>
                <a:ext cx="150840" cy="1663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6F4D6A0-C83A-E19B-EA28-233BE6F9EC3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096944" y="2520576"/>
                  <a:ext cx="163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192A2C3-E65D-C91B-9359-874D5F7DF424}"/>
                    </a:ext>
                  </a:extLst>
                </p14:cNvPr>
                <p14:cNvContentPartPr/>
                <p14:nvPr/>
              </p14:nvContentPartPr>
              <p14:xfrm>
                <a:off x="4210344" y="2466216"/>
                <a:ext cx="120960" cy="990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192A2C3-E65D-C91B-9359-874D5F7DF42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204224" y="2460096"/>
                  <a:ext cx="1332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345CB57-B3B5-D01E-10C1-218CFE4DBE53}"/>
                    </a:ext>
                  </a:extLst>
                </p14:cNvPr>
                <p14:cNvContentPartPr/>
                <p14:nvPr/>
              </p14:nvContentPartPr>
              <p14:xfrm>
                <a:off x="4417344" y="2528136"/>
                <a:ext cx="22680" cy="122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345CB57-B3B5-D01E-10C1-218CFE4DBE5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411224" y="2522016"/>
                  <a:ext cx="349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3B2B097-40DA-D852-CC56-7D9972422F48}"/>
                    </a:ext>
                  </a:extLst>
                </p14:cNvPr>
                <p14:cNvContentPartPr/>
                <p14:nvPr/>
              </p14:nvContentPartPr>
              <p14:xfrm>
                <a:off x="4357224" y="2487816"/>
                <a:ext cx="179280" cy="65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3B2B097-40DA-D852-CC56-7D9972422F4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351104" y="2481696"/>
                  <a:ext cx="191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12084D4-3D3A-6A48-44F3-158C2A5AE9FE}"/>
                    </a:ext>
                  </a:extLst>
                </p14:cNvPr>
                <p14:cNvContentPartPr/>
                <p14:nvPr/>
              </p14:nvContentPartPr>
              <p14:xfrm>
                <a:off x="4139064" y="2696976"/>
                <a:ext cx="407880" cy="572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12084D4-3D3A-6A48-44F3-158C2A5AE9F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132944" y="2690856"/>
                  <a:ext cx="4201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9B00A04-B416-6C38-4934-A4E29608F131}"/>
                    </a:ext>
                  </a:extLst>
                </p14:cNvPr>
                <p14:cNvContentPartPr/>
                <p14:nvPr/>
              </p14:nvContentPartPr>
              <p14:xfrm>
                <a:off x="4153464" y="2775456"/>
                <a:ext cx="168480" cy="1789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9B00A04-B416-6C38-4934-A4E29608F13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147344" y="2769336"/>
                  <a:ext cx="1807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F5838CE-4DE2-D3D8-25C5-794D3224D575}"/>
                    </a:ext>
                  </a:extLst>
                </p14:cNvPr>
                <p14:cNvContentPartPr/>
                <p14:nvPr/>
              </p14:nvContentPartPr>
              <p14:xfrm>
                <a:off x="4401504" y="2795976"/>
                <a:ext cx="192960" cy="1278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F5838CE-4DE2-D3D8-25C5-794D3224D57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395384" y="2789856"/>
                  <a:ext cx="2052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CC4447A-5E95-9F8A-6BBB-FD928B77613A}"/>
                    </a:ext>
                  </a:extLst>
                </p14:cNvPr>
                <p14:cNvContentPartPr/>
                <p14:nvPr/>
              </p14:nvContentPartPr>
              <p14:xfrm>
                <a:off x="4652424" y="2731536"/>
                <a:ext cx="92160" cy="88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CC4447A-5E95-9F8A-6BBB-FD928B77613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646304" y="2725416"/>
                  <a:ext cx="10440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59A37563-6D06-EB65-5C10-17B83E2D204F}"/>
              </a:ext>
            </a:extLst>
          </p:cNvPr>
          <p:cNvGrpSpPr/>
          <p:nvPr/>
        </p:nvGrpSpPr>
        <p:grpSpPr>
          <a:xfrm>
            <a:off x="2247624" y="3648456"/>
            <a:ext cx="915840" cy="443880"/>
            <a:chOff x="2247624" y="3648456"/>
            <a:chExt cx="91584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E24DDD5-94C8-AD45-2A17-E341182F6535}"/>
                    </a:ext>
                  </a:extLst>
                </p14:cNvPr>
                <p14:cNvContentPartPr/>
                <p14:nvPr/>
              </p14:nvContentPartPr>
              <p14:xfrm>
                <a:off x="2247624" y="3701736"/>
                <a:ext cx="137160" cy="1965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E24DDD5-94C8-AD45-2A17-E341182F653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241504" y="3695616"/>
                  <a:ext cx="149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5AD2F7B-89A4-2252-4A10-77F649EA3BA6}"/>
                    </a:ext>
                  </a:extLst>
                </p14:cNvPr>
                <p14:cNvContentPartPr/>
                <p14:nvPr/>
              </p14:nvContentPartPr>
              <p14:xfrm>
                <a:off x="2253744" y="3914496"/>
                <a:ext cx="303120" cy="29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5AD2F7B-89A4-2252-4A10-77F649EA3BA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247624" y="3908376"/>
                  <a:ext cx="3153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E11E687-8FC5-E13F-1A38-B60034A99B00}"/>
                    </a:ext>
                  </a:extLst>
                </p14:cNvPr>
                <p14:cNvContentPartPr/>
                <p14:nvPr/>
              </p14:nvContentPartPr>
              <p14:xfrm>
                <a:off x="2247984" y="3956256"/>
                <a:ext cx="166680" cy="132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E11E687-8FC5-E13F-1A38-B60034A99B0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241864" y="3950136"/>
                  <a:ext cx="178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52D8638-272A-B8BE-E8F3-764F7B1A80DF}"/>
                    </a:ext>
                  </a:extLst>
                </p14:cNvPr>
                <p14:cNvContentPartPr/>
                <p14:nvPr/>
              </p14:nvContentPartPr>
              <p14:xfrm>
                <a:off x="2368224" y="3907296"/>
                <a:ext cx="27360" cy="1836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52D8638-272A-B8BE-E8F3-764F7B1A80D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362104" y="3901176"/>
                  <a:ext cx="39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C490E5D-0EC2-8F95-02F9-5EA40C751E32}"/>
                    </a:ext>
                  </a:extLst>
                </p14:cNvPr>
                <p14:cNvContentPartPr/>
                <p14:nvPr/>
              </p14:nvContentPartPr>
              <p14:xfrm>
                <a:off x="2424024" y="3984336"/>
                <a:ext cx="67680" cy="1080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C490E5D-0EC2-8F95-02F9-5EA40C751E3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417904" y="3978216"/>
                  <a:ext cx="799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281457F-B691-6958-E7CA-5D75DC629540}"/>
                    </a:ext>
                  </a:extLst>
                </p14:cNvPr>
                <p14:cNvContentPartPr/>
                <p14:nvPr/>
              </p14:nvContentPartPr>
              <p14:xfrm>
                <a:off x="2420784" y="3994416"/>
                <a:ext cx="117000" cy="626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281457F-B691-6958-E7CA-5D75DC62954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414664" y="3988296"/>
                  <a:ext cx="1292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886E12D-45DA-707A-1901-AB58F89785CA}"/>
                    </a:ext>
                  </a:extLst>
                </p14:cNvPr>
                <p14:cNvContentPartPr/>
                <p14:nvPr/>
              </p14:nvContentPartPr>
              <p14:xfrm>
                <a:off x="2608344" y="3709296"/>
                <a:ext cx="117000" cy="3150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886E12D-45DA-707A-1901-AB58F89785C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602224" y="3703176"/>
                  <a:ext cx="1292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A86582D-B466-365D-510D-FB050081452F}"/>
                    </a:ext>
                  </a:extLst>
                </p14:cNvPr>
                <p14:cNvContentPartPr/>
                <p14:nvPr/>
              </p14:nvContentPartPr>
              <p14:xfrm>
                <a:off x="2728224" y="3792456"/>
                <a:ext cx="109080" cy="150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A86582D-B466-365D-510D-FB050081452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722104" y="3786336"/>
                  <a:ext cx="1213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8A3BB4B-F63D-8110-5FED-2B36CF7BE8F8}"/>
                    </a:ext>
                  </a:extLst>
                </p14:cNvPr>
                <p14:cNvContentPartPr/>
                <p14:nvPr/>
              </p14:nvContentPartPr>
              <p14:xfrm>
                <a:off x="2724624" y="3839976"/>
                <a:ext cx="123480" cy="482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8A3BB4B-F63D-8110-5FED-2B36CF7BE8F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718504" y="3833856"/>
                  <a:ext cx="1357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B989C4B-F5B3-3B1C-5917-2B72DA75308D}"/>
                    </a:ext>
                  </a:extLst>
                </p14:cNvPr>
                <p14:cNvContentPartPr/>
                <p14:nvPr/>
              </p14:nvContentPartPr>
              <p14:xfrm>
                <a:off x="2863944" y="3720096"/>
                <a:ext cx="150840" cy="576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B989C4B-F5B3-3B1C-5917-2B72DA75308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857824" y="3713976"/>
                  <a:ext cx="1630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5CA8B42-D5E2-9258-5D81-4FEDA66DF3CC}"/>
                    </a:ext>
                  </a:extLst>
                </p14:cNvPr>
                <p14:cNvContentPartPr/>
                <p14:nvPr/>
              </p14:nvContentPartPr>
              <p14:xfrm>
                <a:off x="3006144" y="3648456"/>
                <a:ext cx="157320" cy="3304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5CA8B42-D5E2-9258-5D81-4FEDA66DF3C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000024" y="3642336"/>
                  <a:ext cx="169560" cy="34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3B5DE6D-C909-39FA-95C0-99BD41AAB084}"/>
              </a:ext>
            </a:extLst>
          </p:cNvPr>
          <p:cNvGrpSpPr/>
          <p:nvPr/>
        </p:nvGrpSpPr>
        <p:grpSpPr>
          <a:xfrm>
            <a:off x="3694104" y="3591576"/>
            <a:ext cx="424800" cy="402480"/>
            <a:chOff x="3694104" y="3591576"/>
            <a:chExt cx="42480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4814D94-A6AC-4285-137A-76307580920A}"/>
                    </a:ext>
                  </a:extLst>
                </p14:cNvPr>
                <p14:cNvContentPartPr/>
                <p14:nvPr/>
              </p14:nvContentPartPr>
              <p14:xfrm>
                <a:off x="3803544" y="3655656"/>
                <a:ext cx="10440" cy="324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4814D94-A6AC-4285-137A-76307580920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797424" y="3649536"/>
                  <a:ext cx="22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5B75422-4705-1201-12E8-E53468BB7304}"/>
                    </a:ext>
                  </a:extLst>
                </p14:cNvPr>
                <p14:cNvContentPartPr/>
                <p14:nvPr/>
              </p14:nvContentPartPr>
              <p14:xfrm>
                <a:off x="3824424" y="3591576"/>
                <a:ext cx="20520" cy="1234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5B75422-4705-1201-12E8-E53468BB730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818304" y="3585456"/>
                  <a:ext cx="327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5CC225C-867C-1716-9E6A-0440B5B8AAAF}"/>
                    </a:ext>
                  </a:extLst>
                </p14:cNvPr>
                <p14:cNvContentPartPr/>
                <p14:nvPr/>
              </p14:nvContentPartPr>
              <p14:xfrm>
                <a:off x="3694104" y="3796776"/>
                <a:ext cx="236520" cy="255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5CC225C-867C-1716-9E6A-0440B5B8AAA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687984" y="3790656"/>
                  <a:ext cx="248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9DB54F0-7C9C-3068-99F6-B08FD08033D1}"/>
                    </a:ext>
                  </a:extLst>
                </p14:cNvPr>
                <p14:cNvContentPartPr/>
                <p14:nvPr/>
              </p14:nvContentPartPr>
              <p14:xfrm>
                <a:off x="3736944" y="3884976"/>
                <a:ext cx="165600" cy="1090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9DB54F0-7C9C-3068-99F6-B08FD08033D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730824" y="3878856"/>
                  <a:ext cx="177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B943518-4E6A-3F99-1430-9227FD9001EF}"/>
                    </a:ext>
                  </a:extLst>
                </p14:cNvPr>
                <p14:cNvContentPartPr/>
                <p14:nvPr/>
              </p14:nvContentPartPr>
              <p14:xfrm>
                <a:off x="4013784" y="3685896"/>
                <a:ext cx="73080" cy="145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B943518-4E6A-3F99-1430-9227FD9001E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007664" y="3679776"/>
                  <a:ext cx="853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D96A1C6-1F8B-1BC8-83DC-C0316452064A}"/>
                    </a:ext>
                  </a:extLst>
                </p14:cNvPr>
                <p14:cNvContentPartPr/>
                <p14:nvPr/>
              </p14:nvContentPartPr>
              <p14:xfrm>
                <a:off x="3981744" y="3753216"/>
                <a:ext cx="137160" cy="90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D96A1C6-1F8B-1BC8-83DC-C0316452064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975624" y="3747096"/>
                  <a:ext cx="14940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3151E51C-1825-E2C0-E849-2E6453F3060F}"/>
              </a:ext>
            </a:extLst>
          </p:cNvPr>
          <p:cNvGrpSpPr/>
          <p:nvPr/>
        </p:nvGrpSpPr>
        <p:grpSpPr>
          <a:xfrm>
            <a:off x="5363784" y="3281616"/>
            <a:ext cx="544320" cy="266400"/>
            <a:chOff x="5363784" y="3281616"/>
            <a:chExt cx="544320" cy="26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A8C209B-B048-1250-221D-EF1DDD360602}"/>
                    </a:ext>
                  </a:extLst>
                </p14:cNvPr>
                <p14:cNvContentPartPr/>
                <p14:nvPr/>
              </p14:nvContentPartPr>
              <p14:xfrm>
                <a:off x="5363784" y="3389976"/>
                <a:ext cx="164880" cy="1580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A8C209B-B048-1250-221D-EF1DDD36060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357664" y="3383856"/>
                  <a:ext cx="177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6E74C42-9588-FECD-3FD1-1B150B28EA68}"/>
                    </a:ext>
                  </a:extLst>
                </p14:cNvPr>
                <p14:cNvContentPartPr/>
                <p14:nvPr/>
              </p14:nvContentPartPr>
              <p14:xfrm>
                <a:off x="5369904" y="3392856"/>
                <a:ext cx="171720" cy="1220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6E74C42-9588-FECD-3FD1-1B150B28EA6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63784" y="3386736"/>
                  <a:ext cx="183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7282A0E-17AA-B056-F22A-74BF8256E0BA}"/>
                    </a:ext>
                  </a:extLst>
                </p14:cNvPr>
                <p14:cNvContentPartPr/>
                <p14:nvPr/>
              </p14:nvContentPartPr>
              <p14:xfrm>
                <a:off x="5603544" y="3295656"/>
                <a:ext cx="75600" cy="716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7282A0E-17AA-B056-F22A-74BF8256E0B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597424" y="3289536"/>
                  <a:ext cx="878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62692D6-671D-77C4-20B1-90E1C458E25B}"/>
                    </a:ext>
                  </a:extLst>
                </p14:cNvPr>
                <p14:cNvContentPartPr/>
                <p14:nvPr/>
              </p14:nvContentPartPr>
              <p14:xfrm>
                <a:off x="5697864" y="3314376"/>
                <a:ext cx="105840" cy="205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62692D6-671D-77C4-20B1-90E1C458E25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691744" y="3308256"/>
                  <a:ext cx="118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2B33732-910C-C26F-D08E-3E076BB9F015}"/>
                    </a:ext>
                  </a:extLst>
                </p14:cNvPr>
                <p14:cNvContentPartPr/>
                <p14:nvPr/>
              </p14:nvContentPartPr>
              <p14:xfrm>
                <a:off x="5863824" y="3281616"/>
                <a:ext cx="44280" cy="799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2B33732-910C-C26F-D08E-3E076BB9F01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857704" y="3275496"/>
                  <a:ext cx="5652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D70FFAC-A1D0-5121-18E9-D103225FC3E4}"/>
              </a:ext>
            </a:extLst>
          </p:cNvPr>
          <p:cNvGrpSpPr/>
          <p:nvPr/>
        </p:nvGrpSpPr>
        <p:grpSpPr>
          <a:xfrm>
            <a:off x="5180544" y="3643056"/>
            <a:ext cx="680400" cy="257760"/>
            <a:chOff x="5180544" y="3643056"/>
            <a:chExt cx="680400" cy="25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C084E6C-4B5C-4FC9-E305-4AFC0B1BC358}"/>
                    </a:ext>
                  </a:extLst>
                </p14:cNvPr>
                <p14:cNvContentPartPr/>
                <p14:nvPr/>
              </p14:nvContentPartPr>
              <p14:xfrm>
                <a:off x="5180544" y="3643056"/>
                <a:ext cx="680400" cy="291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C084E6C-4B5C-4FC9-E305-4AFC0B1BC35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174424" y="3636936"/>
                  <a:ext cx="692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294CC72-EBB4-5F9F-CA05-395AB80028E4}"/>
                    </a:ext>
                  </a:extLst>
                </p14:cNvPr>
                <p14:cNvContentPartPr/>
                <p14:nvPr/>
              </p14:nvContentPartPr>
              <p14:xfrm>
                <a:off x="5258304" y="3773016"/>
                <a:ext cx="131040" cy="1278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294CC72-EBB4-5F9F-CA05-395AB80028E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252184" y="3766896"/>
                  <a:ext cx="1432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3C4FB02-5916-FB04-8313-51ED07287837}"/>
                    </a:ext>
                  </a:extLst>
                </p14:cNvPr>
                <p14:cNvContentPartPr/>
                <p14:nvPr/>
              </p14:nvContentPartPr>
              <p14:xfrm>
                <a:off x="5433624" y="3802896"/>
                <a:ext cx="117720" cy="266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3C4FB02-5916-FB04-8313-51ED0728783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427504" y="3796776"/>
                  <a:ext cx="129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A054F97-F63C-A9EB-E705-1D23B690AF99}"/>
                    </a:ext>
                  </a:extLst>
                </p14:cNvPr>
                <p14:cNvContentPartPr/>
                <p14:nvPr/>
              </p14:nvContentPartPr>
              <p14:xfrm>
                <a:off x="5685984" y="3717216"/>
                <a:ext cx="56880" cy="1414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A054F97-F63C-A9EB-E705-1D23B690AF9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679864" y="3711096"/>
                  <a:ext cx="69120" cy="15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654325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F1B8B94-C151-9C94-537C-856F20389B39}"/>
              </a:ext>
            </a:extLst>
          </p:cNvPr>
          <p:cNvGrpSpPr/>
          <p:nvPr/>
        </p:nvGrpSpPr>
        <p:grpSpPr>
          <a:xfrm>
            <a:off x="730224" y="661896"/>
            <a:ext cx="1103760" cy="277920"/>
            <a:chOff x="730224" y="661896"/>
            <a:chExt cx="110376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C23CE2B-A5AC-0C8B-EAD4-18B8F720FCF9}"/>
                    </a:ext>
                  </a:extLst>
                </p14:cNvPr>
                <p14:cNvContentPartPr/>
                <p14:nvPr/>
              </p14:nvContentPartPr>
              <p14:xfrm>
                <a:off x="730224" y="661896"/>
                <a:ext cx="263880" cy="277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C23CE2B-A5AC-0C8B-EAD4-18B8F720FCF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24104" y="655776"/>
                  <a:ext cx="2761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20BA29E-C179-085A-F73E-A3781F3B6599}"/>
                    </a:ext>
                  </a:extLst>
                </p14:cNvPr>
                <p14:cNvContentPartPr/>
                <p14:nvPr/>
              </p14:nvContentPartPr>
              <p14:xfrm>
                <a:off x="821664" y="842616"/>
                <a:ext cx="169920" cy="19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20BA29E-C179-085A-F73E-A3781F3B65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5544" y="836496"/>
                  <a:ext cx="182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50C8FC8-4ABE-B1B5-2184-DA2A45647CA5}"/>
                    </a:ext>
                  </a:extLst>
                </p14:cNvPr>
                <p14:cNvContentPartPr/>
                <p14:nvPr/>
              </p14:nvContentPartPr>
              <p14:xfrm>
                <a:off x="1034424" y="815976"/>
                <a:ext cx="171720" cy="67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50C8FC8-4ABE-B1B5-2184-DA2A45647CA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8304" y="809856"/>
                  <a:ext cx="1839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4C06D5-90BB-A212-D13D-2C6036D78502}"/>
                    </a:ext>
                  </a:extLst>
                </p14:cNvPr>
                <p14:cNvContentPartPr/>
                <p14:nvPr/>
              </p14:nvContentPartPr>
              <p14:xfrm>
                <a:off x="1319184" y="801936"/>
                <a:ext cx="16200" cy="104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4C06D5-90BB-A212-D13D-2C6036D7850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13064" y="795816"/>
                  <a:ext cx="284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A6358D8-6051-EB94-C5D6-B5FF3B7D8CDD}"/>
                    </a:ext>
                  </a:extLst>
                </p14:cNvPr>
                <p14:cNvContentPartPr/>
                <p14:nvPr/>
              </p14:nvContentPartPr>
              <p14:xfrm>
                <a:off x="1297224" y="841536"/>
                <a:ext cx="132480" cy="18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A6358D8-6051-EB94-C5D6-B5FF3B7D8CD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91104" y="835416"/>
                  <a:ext cx="1447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4533196-C2F4-3C02-E87E-2FEB516EF2FE}"/>
                    </a:ext>
                  </a:extLst>
                </p14:cNvPr>
                <p14:cNvContentPartPr/>
                <p14:nvPr/>
              </p14:nvContentPartPr>
              <p14:xfrm>
                <a:off x="1574424" y="794016"/>
                <a:ext cx="7200" cy="108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4533196-C2F4-3C02-E87E-2FEB516EF2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68304" y="787896"/>
                  <a:ext cx="19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92EBF4-8DCB-5F48-117E-22933B34086F}"/>
                    </a:ext>
                  </a:extLst>
                </p14:cNvPr>
                <p14:cNvContentPartPr/>
                <p14:nvPr/>
              </p14:nvContentPartPr>
              <p14:xfrm>
                <a:off x="1488744" y="671616"/>
                <a:ext cx="345240" cy="231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92EBF4-8DCB-5F48-117E-22933B3408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82624" y="665496"/>
                  <a:ext cx="35748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A2D0A51-CA1D-DDE3-F7EE-3AD78620E321}"/>
                  </a:ext>
                </a:extLst>
              </p14:cNvPr>
              <p14:cNvContentPartPr/>
              <p14:nvPr/>
            </p14:nvContentPartPr>
            <p14:xfrm>
              <a:off x="2034504" y="666216"/>
              <a:ext cx="286200" cy="149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A2D0A51-CA1D-DDE3-F7EE-3AD78620E32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28384" y="660096"/>
                <a:ext cx="298440" cy="16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F13A0A4D-0027-1C2E-ABFF-CA75FA4A4B5E}"/>
              </a:ext>
            </a:extLst>
          </p:cNvPr>
          <p:cNvGrpSpPr/>
          <p:nvPr/>
        </p:nvGrpSpPr>
        <p:grpSpPr>
          <a:xfrm>
            <a:off x="2517264" y="531576"/>
            <a:ext cx="773280" cy="274680"/>
            <a:chOff x="2517264" y="531576"/>
            <a:chExt cx="77328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0533152-876C-C7F5-D9AD-0D1B20708ED7}"/>
                    </a:ext>
                  </a:extLst>
                </p14:cNvPr>
                <p14:cNvContentPartPr/>
                <p14:nvPr/>
              </p14:nvContentPartPr>
              <p14:xfrm>
                <a:off x="2517264" y="531576"/>
                <a:ext cx="172080" cy="245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0533152-876C-C7F5-D9AD-0D1B20708ED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11144" y="525456"/>
                  <a:ext cx="1843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14D445F-1850-77FD-2226-BF9344D44EEE}"/>
                    </a:ext>
                  </a:extLst>
                </p14:cNvPr>
                <p14:cNvContentPartPr/>
                <p14:nvPr/>
              </p14:nvContentPartPr>
              <p14:xfrm>
                <a:off x="2566584" y="727056"/>
                <a:ext cx="122760" cy="9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14D445F-1850-77FD-2226-BF9344D44E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60464" y="720936"/>
                  <a:ext cx="135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6FFABF1-67C1-2492-255F-E5CA53DF487B}"/>
                    </a:ext>
                  </a:extLst>
                </p14:cNvPr>
                <p14:cNvContentPartPr/>
                <p14:nvPr/>
              </p14:nvContentPartPr>
              <p14:xfrm>
                <a:off x="2757384" y="722016"/>
                <a:ext cx="171360" cy="84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6FFABF1-67C1-2492-255F-E5CA53DF487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51264" y="715896"/>
                  <a:ext cx="1836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A3C4C30-60EC-576B-4640-C95122461A18}"/>
                    </a:ext>
                  </a:extLst>
                </p14:cNvPr>
                <p14:cNvContentPartPr/>
                <p14:nvPr/>
              </p14:nvContentPartPr>
              <p14:xfrm>
                <a:off x="3148704" y="650016"/>
                <a:ext cx="12600" cy="119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A3C4C30-60EC-576B-4640-C95122461A1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42584" y="643896"/>
                  <a:ext cx="248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E5B0D3-D764-EF56-190F-8691300116DF}"/>
                    </a:ext>
                  </a:extLst>
                </p14:cNvPr>
                <p14:cNvContentPartPr/>
                <p14:nvPr/>
              </p14:nvContentPartPr>
              <p14:xfrm>
                <a:off x="3106584" y="715176"/>
                <a:ext cx="183960" cy="15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E5B0D3-D764-EF56-190F-8691300116D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00464" y="709056"/>
                  <a:ext cx="19620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C40812C-AE51-9B2F-DE42-0710FF011B53}"/>
              </a:ext>
            </a:extLst>
          </p:cNvPr>
          <p:cNvGrpSpPr/>
          <p:nvPr/>
        </p:nvGrpSpPr>
        <p:grpSpPr>
          <a:xfrm>
            <a:off x="3385224" y="535176"/>
            <a:ext cx="550800" cy="243360"/>
            <a:chOff x="3385224" y="535176"/>
            <a:chExt cx="55080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7C5A93B-BF81-1E79-84B4-70F13914ED2A}"/>
                    </a:ext>
                  </a:extLst>
                </p14:cNvPr>
                <p14:cNvContentPartPr/>
                <p14:nvPr/>
              </p14:nvContentPartPr>
              <p14:xfrm>
                <a:off x="3455424" y="592416"/>
                <a:ext cx="22680" cy="155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7C5A93B-BF81-1E79-84B4-70F13914ED2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49304" y="586296"/>
                  <a:ext cx="349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C1F2D10-B8B7-7114-F68D-7792572B4752}"/>
                    </a:ext>
                  </a:extLst>
                </p14:cNvPr>
                <p14:cNvContentPartPr/>
                <p14:nvPr/>
              </p14:nvContentPartPr>
              <p14:xfrm>
                <a:off x="3385224" y="535176"/>
                <a:ext cx="260640" cy="238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C1F2D10-B8B7-7114-F68D-7792572B475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79104" y="529056"/>
                  <a:ext cx="2728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34B9679-A8A9-468A-FF9E-FA7D3A5F8FB0}"/>
                    </a:ext>
                  </a:extLst>
                </p14:cNvPr>
                <p14:cNvContentPartPr/>
                <p14:nvPr/>
              </p14:nvContentPartPr>
              <p14:xfrm>
                <a:off x="3685104" y="684936"/>
                <a:ext cx="250920" cy="93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34B9679-A8A9-468A-FF9E-FA7D3A5F8FB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78984" y="678816"/>
                  <a:ext cx="263160" cy="10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48990FA-C57D-A660-F913-8046D3619704}"/>
                  </a:ext>
                </a:extLst>
              </p14:cNvPr>
              <p14:cNvContentPartPr/>
              <p14:nvPr/>
            </p14:nvContentPartPr>
            <p14:xfrm>
              <a:off x="978624" y="1334736"/>
              <a:ext cx="167400" cy="99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48990FA-C57D-A660-F913-8046D361970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72504" y="1328616"/>
                <a:ext cx="179640" cy="11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A8C47CEC-BC3D-528D-08E1-28B75C9CD184}"/>
              </a:ext>
            </a:extLst>
          </p:cNvPr>
          <p:cNvGrpSpPr/>
          <p:nvPr/>
        </p:nvGrpSpPr>
        <p:grpSpPr>
          <a:xfrm>
            <a:off x="1333224" y="1225296"/>
            <a:ext cx="425880" cy="233280"/>
            <a:chOff x="1333224" y="1225296"/>
            <a:chExt cx="4258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D3D62FD-E4F8-0FD4-729E-51277C771848}"/>
                    </a:ext>
                  </a:extLst>
                </p14:cNvPr>
                <p14:cNvContentPartPr/>
                <p14:nvPr/>
              </p14:nvContentPartPr>
              <p14:xfrm>
                <a:off x="1354824" y="1284336"/>
                <a:ext cx="20880" cy="131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D3D62FD-E4F8-0FD4-729E-51277C77184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48704" y="1278216"/>
                  <a:ext cx="33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9A402C9-052C-34BD-CD7E-C05F51F6DA05}"/>
                    </a:ext>
                  </a:extLst>
                </p14:cNvPr>
                <p14:cNvContentPartPr/>
                <p14:nvPr/>
              </p14:nvContentPartPr>
              <p14:xfrm>
                <a:off x="1333224" y="1344096"/>
                <a:ext cx="119160" cy="8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9A402C9-052C-34BD-CD7E-C05F51F6DA0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27104" y="1337976"/>
                  <a:ext cx="1314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568DE9A-9860-89C7-9928-B7A162E6C2FD}"/>
                    </a:ext>
                  </a:extLst>
                </p14:cNvPr>
                <p14:cNvContentPartPr/>
                <p14:nvPr/>
              </p14:nvContentPartPr>
              <p14:xfrm>
                <a:off x="1574424" y="1325016"/>
                <a:ext cx="32400" cy="107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568DE9A-9860-89C7-9928-B7A162E6C2F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68304" y="1318896"/>
                  <a:ext cx="446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6F394EB-BDD9-8C2E-0B4A-CA3FC345FE5D}"/>
                    </a:ext>
                  </a:extLst>
                </p14:cNvPr>
                <p14:cNvContentPartPr/>
                <p14:nvPr/>
              </p14:nvContentPartPr>
              <p14:xfrm>
                <a:off x="1519704" y="1225296"/>
                <a:ext cx="239400" cy="233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6F394EB-BDD9-8C2E-0B4A-CA3FC345FE5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3584" y="1219176"/>
                  <a:ext cx="25164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674F675-C85D-D162-11C9-1160B7EFD05D}"/>
              </a:ext>
            </a:extLst>
          </p:cNvPr>
          <p:cNvGrpSpPr/>
          <p:nvPr/>
        </p:nvGrpSpPr>
        <p:grpSpPr>
          <a:xfrm>
            <a:off x="2022264" y="1193976"/>
            <a:ext cx="1623600" cy="320760"/>
            <a:chOff x="2022264" y="1193976"/>
            <a:chExt cx="162360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B4B6A7F-0A82-EDFB-BDAB-1A0AC07B4740}"/>
                    </a:ext>
                  </a:extLst>
                </p14:cNvPr>
                <p14:cNvContentPartPr/>
                <p14:nvPr/>
              </p14:nvContentPartPr>
              <p14:xfrm>
                <a:off x="2022264" y="1309896"/>
                <a:ext cx="140040" cy="130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B4B6A7F-0A82-EDFB-BDAB-1A0AC07B474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16144" y="1303776"/>
                  <a:ext cx="152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ABC324F-DE4A-D056-060C-5FFFA4E49FCD}"/>
                    </a:ext>
                  </a:extLst>
                </p14:cNvPr>
                <p14:cNvContentPartPr/>
                <p14:nvPr/>
              </p14:nvContentPartPr>
              <p14:xfrm>
                <a:off x="2504664" y="1257336"/>
                <a:ext cx="193680" cy="188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ABC324F-DE4A-D056-060C-5FFFA4E49FC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98544" y="1251216"/>
                  <a:ext cx="2059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9C633A7-F6CB-D2E4-07D0-2440F0614626}"/>
                    </a:ext>
                  </a:extLst>
                </p14:cNvPr>
                <p14:cNvContentPartPr/>
                <p14:nvPr/>
              </p14:nvContentPartPr>
              <p14:xfrm>
                <a:off x="2543184" y="1357776"/>
                <a:ext cx="165600" cy="16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9C633A7-F6CB-D2E4-07D0-2440F061462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37064" y="1351656"/>
                  <a:ext cx="177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B965799-44B8-A25C-05B5-57F5ECF5F70D}"/>
                    </a:ext>
                  </a:extLst>
                </p14:cNvPr>
                <p14:cNvContentPartPr/>
                <p14:nvPr/>
              </p14:nvContentPartPr>
              <p14:xfrm>
                <a:off x="2800224" y="1323576"/>
                <a:ext cx="28080" cy="78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B965799-44B8-A25C-05B5-57F5ECF5F70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94104" y="1317456"/>
                  <a:ext cx="403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90C92A2-E920-872B-0233-BEA04756978A}"/>
                    </a:ext>
                  </a:extLst>
                </p14:cNvPr>
                <p14:cNvContentPartPr/>
                <p14:nvPr/>
              </p14:nvContentPartPr>
              <p14:xfrm>
                <a:off x="2765664" y="1338696"/>
                <a:ext cx="140400" cy="17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90C92A2-E920-872B-0233-BEA04756978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759544" y="1332576"/>
                  <a:ext cx="152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B358142-D318-9486-C3DC-07A184DA7811}"/>
                    </a:ext>
                  </a:extLst>
                </p14:cNvPr>
                <p14:cNvContentPartPr/>
                <p14:nvPr/>
              </p14:nvContentPartPr>
              <p14:xfrm>
                <a:off x="2958984" y="1335456"/>
                <a:ext cx="4680" cy="89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B358142-D318-9486-C3DC-07A184DA781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52864" y="1329336"/>
                  <a:ext cx="169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8BF6A2F-2AF1-7F8F-31A5-AEF03F24ACAA}"/>
                    </a:ext>
                  </a:extLst>
                </p14:cNvPr>
                <p14:cNvContentPartPr/>
                <p14:nvPr/>
              </p14:nvContentPartPr>
              <p14:xfrm>
                <a:off x="2921544" y="1248696"/>
                <a:ext cx="253080" cy="168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8BF6A2F-2AF1-7F8F-31A5-AEF03F24ACA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915424" y="1242576"/>
                  <a:ext cx="265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9B8745D-7601-46C0-E24E-A4C34A86094D}"/>
                    </a:ext>
                  </a:extLst>
                </p14:cNvPr>
                <p14:cNvContentPartPr/>
                <p14:nvPr/>
              </p14:nvContentPartPr>
              <p14:xfrm>
                <a:off x="2292984" y="1193976"/>
                <a:ext cx="197280" cy="320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9B8745D-7601-46C0-E24E-A4C34A86094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86864" y="1187856"/>
                  <a:ext cx="2095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9C95A73-8BDA-ECE3-A4AA-9C28E49D31BD}"/>
                    </a:ext>
                  </a:extLst>
                </p14:cNvPr>
                <p14:cNvContentPartPr/>
                <p14:nvPr/>
              </p14:nvContentPartPr>
              <p14:xfrm>
                <a:off x="3190104" y="1205856"/>
                <a:ext cx="182520" cy="252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9C95A73-8BDA-ECE3-A4AA-9C28E49D31B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83984" y="1199736"/>
                  <a:ext cx="1947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FEE271D-8FFB-867D-667A-EA5696225258}"/>
                    </a:ext>
                  </a:extLst>
                </p14:cNvPr>
                <p14:cNvContentPartPr/>
                <p14:nvPr/>
              </p14:nvContentPartPr>
              <p14:xfrm>
                <a:off x="3430584" y="1368576"/>
                <a:ext cx="215280" cy="86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FEE271D-8FFB-867D-667A-EA569622525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24464" y="1362456"/>
                  <a:ext cx="22752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F4CF63F-05D0-884B-630E-0B82AD6E934B}"/>
              </a:ext>
            </a:extLst>
          </p:cNvPr>
          <p:cNvGrpSpPr/>
          <p:nvPr/>
        </p:nvGrpSpPr>
        <p:grpSpPr>
          <a:xfrm>
            <a:off x="703584" y="1828296"/>
            <a:ext cx="1165680" cy="209160"/>
            <a:chOff x="703584" y="1828296"/>
            <a:chExt cx="116568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0E6BD02-4DED-42CF-EC0A-3EF0DBF53A2F}"/>
                    </a:ext>
                  </a:extLst>
                </p14:cNvPr>
                <p14:cNvContentPartPr/>
                <p14:nvPr/>
              </p14:nvContentPartPr>
              <p14:xfrm>
                <a:off x="703584" y="1935216"/>
                <a:ext cx="168120" cy="102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0E6BD02-4DED-42CF-EC0A-3EF0DBF53A2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7464" y="1929096"/>
                  <a:ext cx="1803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36043E9-4887-4231-5D05-3E3EA2ED8175}"/>
                    </a:ext>
                  </a:extLst>
                </p14:cNvPr>
                <p14:cNvContentPartPr/>
                <p14:nvPr/>
              </p14:nvContentPartPr>
              <p14:xfrm>
                <a:off x="1019664" y="1913256"/>
                <a:ext cx="128880" cy="37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36043E9-4887-4231-5D05-3E3EA2ED817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13544" y="1907136"/>
                  <a:ext cx="141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8F972BC-8994-7D7D-B841-96BB7FDA651C}"/>
                    </a:ext>
                  </a:extLst>
                </p14:cNvPr>
                <p14:cNvContentPartPr/>
                <p14:nvPr/>
              </p14:nvContentPartPr>
              <p14:xfrm>
                <a:off x="1036224" y="1984896"/>
                <a:ext cx="104760" cy="15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8F972BC-8994-7D7D-B841-96BB7FDA65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30104" y="1978776"/>
                  <a:ext cx="117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4E25AE0-2F2C-33B1-5EAA-642751FFEBF1}"/>
                    </a:ext>
                  </a:extLst>
                </p14:cNvPr>
                <p14:cNvContentPartPr/>
                <p14:nvPr/>
              </p14:nvContentPartPr>
              <p14:xfrm>
                <a:off x="1242864" y="1828296"/>
                <a:ext cx="192600" cy="195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4E25AE0-2F2C-33B1-5EAA-642751FFEBF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36744" y="1822176"/>
                  <a:ext cx="204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B0EC0E2-ADCC-EA4C-CA17-49C1DAAFB8B5}"/>
                    </a:ext>
                  </a:extLst>
                </p14:cNvPr>
                <p14:cNvContentPartPr/>
                <p14:nvPr/>
              </p14:nvContentPartPr>
              <p14:xfrm>
                <a:off x="1263744" y="1936296"/>
                <a:ext cx="197640" cy="18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B0EC0E2-ADCC-EA4C-CA17-49C1DAAFB8B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57624" y="1930176"/>
                  <a:ext cx="209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E1A49F0-2473-8AD0-78BA-402E21C0698D}"/>
                    </a:ext>
                  </a:extLst>
                </p14:cNvPr>
                <p14:cNvContentPartPr/>
                <p14:nvPr/>
              </p14:nvContentPartPr>
              <p14:xfrm>
                <a:off x="1514304" y="1934496"/>
                <a:ext cx="32400" cy="67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E1A49F0-2473-8AD0-78BA-402E21C0698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08184" y="1928376"/>
                  <a:ext cx="446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6D1D122-4457-D058-F3B3-DB1F706819F2}"/>
                    </a:ext>
                  </a:extLst>
                </p14:cNvPr>
                <p14:cNvContentPartPr/>
                <p14:nvPr/>
              </p14:nvContentPartPr>
              <p14:xfrm>
                <a:off x="1480824" y="1955376"/>
                <a:ext cx="138960" cy="20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6D1D122-4457-D058-F3B3-DB1F706819F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74704" y="1949256"/>
                  <a:ext cx="151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0B42C0D-BCB8-327B-BF42-62E03E06E26E}"/>
                    </a:ext>
                  </a:extLst>
                </p14:cNvPr>
                <p14:cNvContentPartPr/>
                <p14:nvPr/>
              </p14:nvContentPartPr>
              <p14:xfrm>
                <a:off x="1672704" y="1932696"/>
                <a:ext cx="28440" cy="67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0B42C0D-BCB8-327B-BF42-62E03E06E26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666584" y="1926576"/>
                  <a:ext cx="406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EDCB31D-BCD7-49F9-A21D-4CAA7C2242BD}"/>
                    </a:ext>
                  </a:extLst>
                </p14:cNvPr>
                <p14:cNvContentPartPr/>
                <p14:nvPr/>
              </p14:nvContentPartPr>
              <p14:xfrm>
                <a:off x="1624104" y="1837296"/>
                <a:ext cx="245160" cy="149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EDCB31D-BCD7-49F9-A21D-4CAA7C2242B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17984" y="1831176"/>
                  <a:ext cx="25740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DFB46E4-78B7-EF4F-D27A-F08D9D88067C}"/>
              </a:ext>
            </a:extLst>
          </p:cNvPr>
          <p:cNvGrpSpPr/>
          <p:nvPr/>
        </p:nvGrpSpPr>
        <p:grpSpPr>
          <a:xfrm>
            <a:off x="1156824" y="2309976"/>
            <a:ext cx="1244160" cy="216720"/>
            <a:chOff x="1156824" y="2309976"/>
            <a:chExt cx="124416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D8592E8-7DB1-01DA-5A6E-D2B92FBC1FF5}"/>
                    </a:ext>
                  </a:extLst>
                </p14:cNvPr>
                <p14:cNvContentPartPr/>
                <p14:nvPr/>
              </p14:nvContentPartPr>
              <p14:xfrm>
                <a:off x="1156824" y="2457576"/>
                <a:ext cx="165600" cy="69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D8592E8-7DB1-01DA-5A6E-D2B92FBC1FF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50704" y="2451456"/>
                  <a:ext cx="1778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FB3BD26-FE40-4A91-10A3-F7AA0A54E11E}"/>
                    </a:ext>
                  </a:extLst>
                </p14:cNvPr>
                <p14:cNvContentPartPr/>
                <p14:nvPr/>
              </p14:nvContentPartPr>
              <p14:xfrm>
                <a:off x="1458864" y="2393496"/>
                <a:ext cx="24120" cy="110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FB3BD26-FE40-4A91-10A3-F7AA0A54E11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452744" y="2387376"/>
                  <a:ext cx="36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440506D-31F0-6649-3880-F2F5B8E637BB}"/>
                    </a:ext>
                  </a:extLst>
                </p14:cNvPr>
                <p14:cNvContentPartPr/>
                <p14:nvPr/>
              </p14:nvContentPartPr>
              <p14:xfrm>
                <a:off x="1447704" y="2451096"/>
                <a:ext cx="178560" cy="21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440506D-31F0-6649-3880-F2F5B8E637B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441584" y="2444976"/>
                  <a:ext cx="190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0394B50-0D04-B5BC-681C-E5D2AAE602BE}"/>
                    </a:ext>
                  </a:extLst>
                </p14:cNvPr>
                <p14:cNvContentPartPr/>
                <p14:nvPr/>
              </p14:nvContentPartPr>
              <p14:xfrm>
                <a:off x="1689984" y="2447136"/>
                <a:ext cx="23760" cy="57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0394B50-0D04-B5BC-681C-E5D2AAE602B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83864" y="2441016"/>
                  <a:ext cx="36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501D038-BFD7-5DF4-C4F4-4CD6FF0B6B98}"/>
                    </a:ext>
                  </a:extLst>
                </p14:cNvPr>
                <p14:cNvContentPartPr/>
                <p14:nvPr/>
              </p14:nvContentPartPr>
              <p14:xfrm>
                <a:off x="1664784" y="2334456"/>
                <a:ext cx="1994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501D038-BFD7-5DF4-C4F4-4CD6FF0B6B9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658664" y="2328336"/>
                  <a:ext cx="211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8F5974D-7C57-836D-AEF0-7CEC9C8E9305}"/>
                    </a:ext>
                  </a:extLst>
                </p14:cNvPr>
                <p14:cNvContentPartPr/>
                <p14:nvPr/>
              </p14:nvContentPartPr>
              <p14:xfrm>
                <a:off x="2033784" y="2365776"/>
                <a:ext cx="145440" cy="788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8F5974D-7C57-836D-AEF0-7CEC9C8E930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027664" y="2359656"/>
                  <a:ext cx="157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0E66176-0537-6E4F-4C44-91D23D82EC8D}"/>
                    </a:ext>
                  </a:extLst>
                </p14:cNvPr>
                <p14:cNvContentPartPr/>
                <p14:nvPr/>
              </p14:nvContentPartPr>
              <p14:xfrm>
                <a:off x="2026584" y="2483136"/>
                <a:ext cx="165960" cy="24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0E66176-0537-6E4F-4C44-91D23D82EC8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20464" y="2477016"/>
                  <a:ext cx="178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7867E2F-4596-92CC-01D0-0BCA067D8A2A}"/>
                    </a:ext>
                  </a:extLst>
                </p14:cNvPr>
                <p14:cNvContentPartPr/>
                <p14:nvPr/>
              </p14:nvContentPartPr>
              <p14:xfrm>
                <a:off x="2211624" y="2309976"/>
                <a:ext cx="189360" cy="167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7867E2F-4596-92CC-01D0-0BCA067D8A2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205504" y="2303856"/>
                  <a:ext cx="201600" cy="1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563C2D9-74DE-E04E-3925-2C4D23CA751F}"/>
                  </a:ext>
                </a:extLst>
              </p14:cNvPr>
              <p14:cNvContentPartPr/>
              <p14:nvPr/>
            </p14:nvContentPartPr>
            <p14:xfrm>
              <a:off x="2493864" y="2389176"/>
              <a:ext cx="163440" cy="838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563C2D9-74DE-E04E-3925-2C4D23CA751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487744" y="2383056"/>
                <a:ext cx="175680" cy="9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AB6C427A-E452-5678-2FD9-B4D144C59D11}"/>
              </a:ext>
            </a:extLst>
          </p:cNvPr>
          <p:cNvGrpSpPr/>
          <p:nvPr/>
        </p:nvGrpSpPr>
        <p:grpSpPr>
          <a:xfrm>
            <a:off x="1613304" y="2846736"/>
            <a:ext cx="537840" cy="197640"/>
            <a:chOff x="1613304" y="2846736"/>
            <a:chExt cx="537840" cy="1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DBF17CC-95B6-33C1-C673-5507921F9F81}"/>
                    </a:ext>
                  </a:extLst>
                </p14:cNvPr>
                <p14:cNvContentPartPr/>
                <p14:nvPr/>
              </p14:nvContentPartPr>
              <p14:xfrm>
                <a:off x="1681704" y="2906136"/>
                <a:ext cx="66960" cy="132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DBF17CC-95B6-33C1-C673-5507921F9F8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675584" y="2900016"/>
                  <a:ext cx="79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B0838AB-7AE2-99A7-FFBA-D57827AB9646}"/>
                    </a:ext>
                  </a:extLst>
                </p14:cNvPr>
                <p14:cNvContentPartPr/>
                <p14:nvPr/>
              </p14:nvContentPartPr>
              <p14:xfrm>
                <a:off x="1613304" y="2846736"/>
                <a:ext cx="234360" cy="197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B0838AB-7AE2-99A7-FFBA-D57827AB964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607184" y="2840616"/>
                  <a:ext cx="2466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7205D5F-96D5-B4FC-0AD8-8199E6E804B7}"/>
                    </a:ext>
                  </a:extLst>
                </p14:cNvPr>
                <p14:cNvContentPartPr/>
                <p14:nvPr/>
              </p14:nvContentPartPr>
              <p14:xfrm>
                <a:off x="1954224" y="2877696"/>
                <a:ext cx="140400" cy="92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7205D5F-96D5-B4FC-0AD8-8199E6E804B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948104" y="2871576"/>
                  <a:ext cx="1526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0563A0D-FD6E-9897-9276-40A1A62A1CB1}"/>
                    </a:ext>
                  </a:extLst>
                </p14:cNvPr>
                <p14:cNvContentPartPr/>
                <p14:nvPr/>
              </p14:nvContentPartPr>
              <p14:xfrm>
                <a:off x="1977264" y="3008736"/>
                <a:ext cx="173880" cy="27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0563A0D-FD6E-9897-9276-40A1A62A1CB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71144" y="3002616"/>
                  <a:ext cx="18612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9922C8E-428B-9ECE-1BEE-5DD231803145}"/>
              </a:ext>
            </a:extLst>
          </p:cNvPr>
          <p:cNvGrpSpPr/>
          <p:nvPr/>
        </p:nvGrpSpPr>
        <p:grpSpPr>
          <a:xfrm>
            <a:off x="747864" y="1230696"/>
            <a:ext cx="200880" cy="251640"/>
            <a:chOff x="747864" y="1230696"/>
            <a:chExt cx="20088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5A59F9A-77D2-8B50-29F7-9E1293A7610E}"/>
                    </a:ext>
                  </a:extLst>
                </p14:cNvPr>
                <p14:cNvContentPartPr/>
                <p14:nvPr/>
              </p14:nvContentPartPr>
              <p14:xfrm>
                <a:off x="747864" y="1230696"/>
                <a:ext cx="186480" cy="251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5A59F9A-77D2-8B50-29F7-9E1293A7610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1744" y="1224576"/>
                  <a:ext cx="1987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A6CE9EA-6042-4985-137D-445309687716}"/>
                    </a:ext>
                  </a:extLst>
                </p14:cNvPr>
                <p14:cNvContentPartPr/>
                <p14:nvPr/>
              </p14:nvContentPartPr>
              <p14:xfrm>
                <a:off x="753264" y="1364976"/>
                <a:ext cx="195480" cy="37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A6CE9EA-6042-4985-137D-44530968771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47144" y="1358856"/>
                  <a:ext cx="20772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8BA28A1-C55D-E496-BB4D-24D5BF09A524}"/>
              </a:ext>
            </a:extLst>
          </p:cNvPr>
          <p:cNvGrpSpPr/>
          <p:nvPr/>
        </p:nvGrpSpPr>
        <p:grpSpPr>
          <a:xfrm>
            <a:off x="915264" y="2286576"/>
            <a:ext cx="214200" cy="263520"/>
            <a:chOff x="915264" y="2286576"/>
            <a:chExt cx="21420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452C659-8B59-E1FA-2B5F-F0744D4F5398}"/>
                    </a:ext>
                  </a:extLst>
                </p14:cNvPr>
                <p14:cNvContentPartPr/>
                <p14:nvPr/>
              </p14:nvContentPartPr>
              <p14:xfrm>
                <a:off x="915264" y="2286576"/>
                <a:ext cx="172800" cy="263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452C659-8B59-E1FA-2B5F-F0744D4F539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9144" y="2280456"/>
                  <a:ext cx="1850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2894FA0-90BD-0496-95E4-A490D325DA88}"/>
                    </a:ext>
                  </a:extLst>
                </p14:cNvPr>
                <p14:cNvContentPartPr/>
                <p14:nvPr/>
              </p14:nvContentPartPr>
              <p14:xfrm>
                <a:off x="918864" y="2445696"/>
                <a:ext cx="210600" cy="39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2894FA0-90BD-0496-95E4-A490D325DA8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12744" y="2439576"/>
                  <a:ext cx="22284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C75C41E-4A6E-BF7A-7CD8-229AFB38DC27}"/>
              </a:ext>
            </a:extLst>
          </p:cNvPr>
          <p:cNvGrpSpPr/>
          <p:nvPr/>
        </p:nvGrpSpPr>
        <p:grpSpPr>
          <a:xfrm>
            <a:off x="2331504" y="2771856"/>
            <a:ext cx="981000" cy="269280"/>
            <a:chOff x="2331504" y="2771856"/>
            <a:chExt cx="9810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847B4E0-289D-8619-45D5-C7095688E1F1}"/>
                    </a:ext>
                  </a:extLst>
                </p14:cNvPr>
                <p14:cNvContentPartPr/>
                <p14:nvPr/>
              </p14:nvContentPartPr>
              <p14:xfrm>
                <a:off x="2331504" y="2873016"/>
                <a:ext cx="145800" cy="128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847B4E0-289D-8619-45D5-C7095688E1F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325384" y="2866896"/>
                  <a:ext cx="158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8307C4B-996F-BF75-4937-15E684BC7F86}"/>
                    </a:ext>
                  </a:extLst>
                </p14:cNvPr>
                <p14:cNvContentPartPr/>
                <p14:nvPr/>
              </p14:nvContentPartPr>
              <p14:xfrm>
                <a:off x="2505024" y="2993976"/>
                <a:ext cx="126000" cy="47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8307C4B-996F-BF75-4937-15E684BC7F8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498904" y="2987856"/>
                  <a:ext cx="138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C2C7E06-FBA6-EE5E-B836-EE5E9005B947}"/>
                    </a:ext>
                  </a:extLst>
                </p14:cNvPr>
                <p14:cNvContentPartPr/>
                <p14:nvPr/>
              </p14:nvContentPartPr>
              <p14:xfrm>
                <a:off x="2768184" y="2881296"/>
                <a:ext cx="52920" cy="126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C2C7E06-FBA6-EE5E-B836-EE5E9005B94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62064" y="2875176"/>
                  <a:ext cx="651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19A0B6C-507F-47B5-2B9E-3F5F07B92163}"/>
                    </a:ext>
                  </a:extLst>
                </p14:cNvPr>
                <p14:cNvContentPartPr/>
                <p14:nvPr/>
              </p14:nvContentPartPr>
              <p14:xfrm>
                <a:off x="2716704" y="2935656"/>
                <a:ext cx="133560" cy="26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19A0B6C-507F-47B5-2B9E-3F5F07B9216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710584" y="2929536"/>
                  <a:ext cx="145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D158C26-3520-978E-B50D-4E4D716FCC67}"/>
                    </a:ext>
                  </a:extLst>
                </p14:cNvPr>
                <p14:cNvContentPartPr/>
                <p14:nvPr/>
              </p14:nvContentPartPr>
              <p14:xfrm>
                <a:off x="3139704" y="2923776"/>
                <a:ext cx="172800" cy="81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D158C26-3520-978E-B50D-4E4D716FCC6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33584" y="2917656"/>
                  <a:ext cx="1850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2A679FC-1A6F-07FF-065C-EC664B3F86B4}"/>
                    </a:ext>
                  </a:extLst>
                </p14:cNvPr>
                <p14:cNvContentPartPr/>
                <p14:nvPr/>
              </p14:nvContentPartPr>
              <p14:xfrm>
                <a:off x="2931624" y="2771856"/>
                <a:ext cx="138960" cy="245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2A679FC-1A6F-07FF-065C-EC664B3F86B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925504" y="2765736"/>
                  <a:ext cx="1512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400EC4F-910E-B08E-70AF-6A850B8D6897}"/>
                    </a:ext>
                  </a:extLst>
                </p14:cNvPr>
                <p14:cNvContentPartPr/>
                <p14:nvPr/>
              </p14:nvContentPartPr>
              <p14:xfrm>
                <a:off x="2967624" y="2902176"/>
                <a:ext cx="167040" cy="162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400EC4F-910E-B08E-70AF-6A850B8D689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961504" y="2896056"/>
                  <a:ext cx="17928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7552EF1-56D7-7666-7B4C-4825ACD16E3F}"/>
              </a:ext>
            </a:extLst>
          </p:cNvPr>
          <p:cNvGrpSpPr/>
          <p:nvPr/>
        </p:nvGrpSpPr>
        <p:grpSpPr>
          <a:xfrm>
            <a:off x="1632744" y="3227256"/>
            <a:ext cx="1997640" cy="324360"/>
            <a:chOff x="1632744" y="3227256"/>
            <a:chExt cx="1997640" cy="32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E4D5892-F3DF-B8DE-7D35-118B02450A45}"/>
                    </a:ext>
                  </a:extLst>
                </p14:cNvPr>
                <p14:cNvContentPartPr/>
                <p14:nvPr/>
              </p14:nvContentPartPr>
              <p14:xfrm>
                <a:off x="1655064" y="3405816"/>
                <a:ext cx="37800" cy="145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E4D5892-F3DF-B8DE-7D35-118B02450A4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48944" y="3399696"/>
                  <a:ext cx="500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16014E4-CA9D-F54E-AD55-34B739EFC35D}"/>
                    </a:ext>
                  </a:extLst>
                </p14:cNvPr>
                <p14:cNvContentPartPr/>
                <p14:nvPr/>
              </p14:nvContentPartPr>
              <p14:xfrm>
                <a:off x="1632744" y="3367656"/>
                <a:ext cx="226080" cy="152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16014E4-CA9D-F54E-AD55-34B739EFC35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626624" y="3361536"/>
                  <a:ext cx="2383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9DB8709-B1D1-DABE-3200-4361CD419C6E}"/>
                    </a:ext>
                  </a:extLst>
                </p14:cNvPr>
                <p14:cNvContentPartPr/>
                <p14:nvPr/>
              </p14:nvContentPartPr>
              <p14:xfrm>
                <a:off x="1951704" y="3373416"/>
                <a:ext cx="181080" cy="119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9DB8709-B1D1-DABE-3200-4361CD419C6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945584" y="3367296"/>
                  <a:ext cx="193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7E1CBB3-E666-514E-6FC3-75F41B6CAC2A}"/>
                    </a:ext>
                  </a:extLst>
                </p14:cNvPr>
                <p14:cNvContentPartPr/>
                <p14:nvPr/>
              </p14:nvContentPartPr>
              <p14:xfrm>
                <a:off x="2288664" y="3324456"/>
                <a:ext cx="140040" cy="181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7E1CBB3-E666-514E-6FC3-75F41B6CAC2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282544" y="3318336"/>
                  <a:ext cx="1522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1B9BA48-D8DA-E07F-48E3-3B1E1726F5FB}"/>
                    </a:ext>
                  </a:extLst>
                </p14:cNvPr>
                <p14:cNvContentPartPr/>
                <p14:nvPr/>
              </p14:nvContentPartPr>
              <p14:xfrm>
                <a:off x="2462544" y="3348216"/>
                <a:ext cx="159120" cy="141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1B9BA48-D8DA-E07F-48E3-3B1E1726F5F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456424" y="3342096"/>
                  <a:ext cx="1713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7A51F28-33DF-87DC-41FD-37B13BF492A2}"/>
                    </a:ext>
                  </a:extLst>
                </p14:cNvPr>
                <p14:cNvContentPartPr/>
                <p14:nvPr/>
              </p14:nvContentPartPr>
              <p14:xfrm>
                <a:off x="2723544" y="3387456"/>
                <a:ext cx="6120" cy="93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7A51F28-33DF-87DC-41FD-37B13BF492A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717424" y="3381336"/>
                  <a:ext cx="183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EC61CF3-E66C-D164-0840-B6716F7CE47B}"/>
                    </a:ext>
                  </a:extLst>
                </p14:cNvPr>
                <p14:cNvContentPartPr/>
                <p14:nvPr/>
              </p14:nvContentPartPr>
              <p14:xfrm>
                <a:off x="2691504" y="3437496"/>
                <a:ext cx="88200" cy="16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EC61CF3-E66C-D164-0840-B6716F7CE47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685384" y="3431376"/>
                  <a:ext cx="100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0ABA329-2E1F-7DA2-57D2-F2671BC2071B}"/>
                    </a:ext>
                  </a:extLst>
                </p14:cNvPr>
                <p14:cNvContentPartPr/>
                <p14:nvPr/>
              </p14:nvContentPartPr>
              <p14:xfrm>
                <a:off x="2877264" y="3227256"/>
                <a:ext cx="167400" cy="253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0ABA329-2E1F-7DA2-57D2-F2671BC2071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871144" y="3221136"/>
                  <a:ext cx="1796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13DA84D-0D3A-B18E-032A-C4485A9BE2B3}"/>
                    </a:ext>
                  </a:extLst>
                </p14:cNvPr>
                <p14:cNvContentPartPr/>
                <p14:nvPr/>
              </p14:nvContentPartPr>
              <p14:xfrm>
                <a:off x="2913624" y="3398976"/>
                <a:ext cx="140040" cy="9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13DA84D-0D3A-B18E-032A-C4485A9BE2B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907504" y="3392856"/>
                  <a:ext cx="152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631411B-02BC-A88C-0BF6-7BC8A2E13507}"/>
                    </a:ext>
                  </a:extLst>
                </p14:cNvPr>
                <p14:cNvContentPartPr/>
                <p14:nvPr/>
              </p14:nvContentPartPr>
              <p14:xfrm>
                <a:off x="3080304" y="3233376"/>
                <a:ext cx="189720" cy="235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631411B-02BC-A88C-0BF6-7BC8A2E1350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074184" y="3227256"/>
                  <a:ext cx="2019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E60D905-1167-9AB7-F28C-C9046918C5EF}"/>
                    </a:ext>
                  </a:extLst>
                </p14:cNvPr>
                <p14:cNvContentPartPr/>
                <p14:nvPr/>
              </p14:nvContentPartPr>
              <p14:xfrm>
                <a:off x="3376944" y="3367656"/>
                <a:ext cx="253440" cy="1224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E60D905-1167-9AB7-F28C-C9046918C5E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370824" y="3361536"/>
                  <a:ext cx="265680" cy="13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485B00FC-EBED-86FA-30A2-02D4798E0C87}"/>
                  </a:ext>
                </a:extLst>
              </p14:cNvPr>
              <p14:cNvContentPartPr/>
              <p14:nvPr/>
            </p14:nvContentPartPr>
            <p14:xfrm>
              <a:off x="1925424" y="3585456"/>
              <a:ext cx="212040" cy="7092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485B00FC-EBED-86FA-30A2-02D4798E0C8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919304" y="3579336"/>
                <a:ext cx="224280" cy="8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503A4824-641D-99F7-B95D-7011E0CB93D9}"/>
              </a:ext>
            </a:extLst>
          </p:cNvPr>
          <p:cNvGrpSpPr/>
          <p:nvPr/>
        </p:nvGrpSpPr>
        <p:grpSpPr>
          <a:xfrm>
            <a:off x="4506615" y="1679115"/>
            <a:ext cx="1573560" cy="480960"/>
            <a:chOff x="4506615" y="1679115"/>
            <a:chExt cx="1573560" cy="48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2B21DC4-7E05-596E-EC2A-29AEA88B9B20}"/>
                    </a:ext>
                  </a:extLst>
                </p14:cNvPr>
                <p14:cNvContentPartPr/>
                <p14:nvPr/>
              </p14:nvContentPartPr>
              <p14:xfrm>
                <a:off x="5692095" y="1774875"/>
                <a:ext cx="29520" cy="28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2B21DC4-7E05-596E-EC2A-29AEA88B9B2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85975" y="1768755"/>
                  <a:ext cx="417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5600CE4-0B21-CE8D-B199-84D29D08F7C2}"/>
                    </a:ext>
                  </a:extLst>
                </p14:cNvPr>
                <p14:cNvContentPartPr/>
                <p14:nvPr/>
              </p14:nvContentPartPr>
              <p14:xfrm>
                <a:off x="4629375" y="1743195"/>
                <a:ext cx="49680" cy="1321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5600CE4-0B21-CE8D-B199-84D29D08F7C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623255" y="1737075"/>
                  <a:ext cx="619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6997A54-4C31-192B-D5A3-2311BB82B33B}"/>
                    </a:ext>
                  </a:extLst>
                </p14:cNvPr>
                <p14:cNvContentPartPr/>
                <p14:nvPr/>
              </p14:nvContentPartPr>
              <p14:xfrm>
                <a:off x="4506615" y="1933635"/>
                <a:ext cx="282600" cy="50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6997A54-4C31-192B-D5A3-2311BB82B33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00495" y="1927515"/>
                  <a:ext cx="2948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17A79E3-D396-5C20-593F-E2454E481F46}"/>
                    </a:ext>
                  </a:extLst>
                </p14:cNvPr>
                <p14:cNvContentPartPr/>
                <p14:nvPr/>
              </p14:nvContentPartPr>
              <p14:xfrm>
                <a:off x="4589775" y="2021835"/>
                <a:ext cx="180720" cy="138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17A79E3-D396-5C20-593F-E2454E481F4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583655" y="2015715"/>
                  <a:ext cx="1929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D029272-A625-AF7C-0BED-4E1461F29E61}"/>
                    </a:ext>
                  </a:extLst>
                </p14:cNvPr>
                <p14:cNvContentPartPr/>
                <p14:nvPr/>
              </p14:nvContentPartPr>
              <p14:xfrm>
                <a:off x="4836735" y="1798995"/>
                <a:ext cx="178200" cy="87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D029272-A625-AF7C-0BED-4E1461F29E6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830615" y="1792875"/>
                  <a:ext cx="190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DA97A63-AD70-C816-0721-161F307D8609}"/>
                    </a:ext>
                  </a:extLst>
                </p14:cNvPr>
                <p14:cNvContentPartPr/>
                <p14:nvPr/>
              </p14:nvContentPartPr>
              <p14:xfrm>
                <a:off x="4935375" y="1700355"/>
                <a:ext cx="72360" cy="155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DA97A63-AD70-C816-0721-161F307D860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929255" y="1694235"/>
                  <a:ext cx="846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002F7E7-2282-50CE-74E5-3AF79B33F509}"/>
                    </a:ext>
                  </a:extLst>
                </p14:cNvPr>
                <p14:cNvContentPartPr/>
                <p14:nvPr/>
              </p14:nvContentPartPr>
              <p14:xfrm>
                <a:off x="4774455" y="1870635"/>
                <a:ext cx="326520" cy="80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002F7E7-2282-50CE-74E5-3AF79B33F50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68335" y="1864515"/>
                  <a:ext cx="3387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0AA4A8C-3892-69BC-98BB-E6BF7871B19B}"/>
                    </a:ext>
                  </a:extLst>
                </p14:cNvPr>
                <p14:cNvContentPartPr/>
                <p14:nvPr/>
              </p14:nvContentPartPr>
              <p14:xfrm>
                <a:off x="4813695" y="1980075"/>
                <a:ext cx="158400" cy="133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0AA4A8C-3892-69BC-98BB-E6BF7871B19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07575" y="1973955"/>
                  <a:ext cx="170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0DB3FBC-069D-4F1F-F634-403820E62824}"/>
                    </a:ext>
                  </a:extLst>
                </p14:cNvPr>
                <p14:cNvContentPartPr/>
                <p14:nvPr/>
              </p14:nvContentPartPr>
              <p14:xfrm>
                <a:off x="4928535" y="1937595"/>
                <a:ext cx="42840" cy="175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0DB3FBC-069D-4F1F-F634-403820E6282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922415" y="1931475"/>
                  <a:ext cx="55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FD8AE1B-C852-400F-2D08-9661FCD5D4E4}"/>
                    </a:ext>
                  </a:extLst>
                </p14:cNvPr>
                <p14:cNvContentPartPr/>
                <p14:nvPr/>
              </p14:nvContentPartPr>
              <p14:xfrm>
                <a:off x="5009895" y="1967835"/>
                <a:ext cx="118800" cy="134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FD8AE1B-C852-400F-2D08-9661FCD5D4E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03775" y="1961715"/>
                  <a:ext cx="1310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7B67030-44A1-2EE9-5476-5476072DCD81}"/>
                    </a:ext>
                  </a:extLst>
                </p14:cNvPr>
                <p14:cNvContentPartPr/>
                <p14:nvPr/>
              </p14:nvContentPartPr>
              <p14:xfrm>
                <a:off x="5212215" y="1707915"/>
                <a:ext cx="165600" cy="390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7B67030-44A1-2EE9-5476-5476072DCD8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206095" y="1701795"/>
                  <a:ext cx="1778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E6B87F1-A8C4-0163-0568-D80BC645E689}"/>
                    </a:ext>
                  </a:extLst>
                </p14:cNvPr>
                <p14:cNvContentPartPr/>
                <p14:nvPr/>
              </p14:nvContentPartPr>
              <p14:xfrm>
                <a:off x="5352615" y="1816275"/>
                <a:ext cx="133920" cy="124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E6B87F1-A8C4-0163-0568-D80BC645E68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46495" y="1810155"/>
                  <a:ext cx="146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4C3907A-FC07-AD90-6F4C-86D9AA4D8ABD}"/>
                    </a:ext>
                  </a:extLst>
                </p14:cNvPr>
                <p14:cNvContentPartPr/>
                <p14:nvPr/>
              </p14:nvContentPartPr>
              <p14:xfrm>
                <a:off x="5570775" y="1832475"/>
                <a:ext cx="147600" cy="88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4C3907A-FC07-AD90-6F4C-86D9AA4D8AB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564655" y="1826355"/>
                  <a:ext cx="159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E835EBB-111A-48F4-3667-0652271484BB}"/>
                    </a:ext>
                  </a:extLst>
                </p14:cNvPr>
                <p14:cNvContentPartPr/>
                <p14:nvPr/>
              </p14:nvContentPartPr>
              <p14:xfrm>
                <a:off x="5680215" y="1728795"/>
                <a:ext cx="34920" cy="196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E835EBB-111A-48F4-3667-0652271484B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674095" y="1722675"/>
                  <a:ext cx="471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ED54691-E1B8-AAD1-B8BC-6FE7CF63077D}"/>
                    </a:ext>
                  </a:extLst>
                </p14:cNvPr>
                <p14:cNvContentPartPr/>
                <p14:nvPr/>
              </p14:nvContentPartPr>
              <p14:xfrm>
                <a:off x="5787135" y="1782075"/>
                <a:ext cx="45720" cy="123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ED54691-E1B8-AAD1-B8BC-6FE7CF63077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81015" y="1775955"/>
                  <a:ext cx="57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405AD72-8C23-5DFB-F33B-8E5A2AD8173F}"/>
                    </a:ext>
                  </a:extLst>
                </p14:cNvPr>
                <p14:cNvContentPartPr/>
                <p14:nvPr/>
              </p14:nvContentPartPr>
              <p14:xfrm>
                <a:off x="5717295" y="1720515"/>
                <a:ext cx="238680" cy="94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405AD72-8C23-5DFB-F33B-8E5A2AD8173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11175" y="1714395"/>
                  <a:ext cx="2509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BAFD406-704C-4B2C-4377-3470E8904352}"/>
                    </a:ext>
                  </a:extLst>
                </p14:cNvPr>
                <p14:cNvContentPartPr/>
                <p14:nvPr/>
              </p14:nvContentPartPr>
              <p14:xfrm>
                <a:off x="5550975" y="1915635"/>
                <a:ext cx="334440" cy="50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BAFD406-704C-4B2C-4377-3470E890435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544855" y="1909515"/>
                  <a:ext cx="346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62452FE-7BD5-E4DC-3182-CE8196FEE0C3}"/>
                    </a:ext>
                  </a:extLst>
                </p14:cNvPr>
                <p14:cNvContentPartPr/>
                <p14:nvPr/>
              </p14:nvContentPartPr>
              <p14:xfrm>
                <a:off x="5572215" y="2021475"/>
                <a:ext cx="173880" cy="106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62452FE-7BD5-E4DC-3182-CE8196FEE0C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566095" y="2015355"/>
                  <a:ext cx="186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F17B8E2-89BA-E4FE-37A1-8565D1AD8049}"/>
                    </a:ext>
                  </a:extLst>
                </p14:cNvPr>
                <p14:cNvContentPartPr/>
                <p14:nvPr/>
              </p14:nvContentPartPr>
              <p14:xfrm>
                <a:off x="5669775" y="1943355"/>
                <a:ext cx="60480" cy="200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F17B8E2-89BA-E4FE-37A1-8565D1AD804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663655" y="1937235"/>
                  <a:ext cx="72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DAF9C78-1792-D616-9388-4F659DDD48FA}"/>
                    </a:ext>
                  </a:extLst>
                </p14:cNvPr>
                <p14:cNvContentPartPr/>
                <p14:nvPr/>
              </p14:nvContentPartPr>
              <p14:xfrm>
                <a:off x="5739615" y="2018235"/>
                <a:ext cx="119520" cy="123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DAF9C78-1792-D616-9388-4F659DDD48F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733495" y="2012115"/>
                  <a:ext cx="1317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8DC1111-5AE8-DB30-8985-0CD4CBB97CAD}"/>
                    </a:ext>
                  </a:extLst>
                </p14:cNvPr>
                <p14:cNvContentPartPr/>
                <p14:nvPr/>
              </p14:nvContentPartPr>
              <p14:xfrm>
                <a:off x="5944815" y="1679115"/>
                <a:ext cx="135360" cy="449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8DC1111-5AE8-DB30-8985-0CD4CBB97CA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938695" y="1672995"/>
                  <a:ext cx="147600" cy="46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9F6CC6C1-5586-09D9-D5E8-26CB1403BA55}"/>
              </a:ext>
            </a:extLst>
          </p:cNvPr>
          <p:cNvGrpSpPr/>
          <p:nvPr/>
        </p:nvGrpSpPr>
        <p:grpSpPr>
          <a:xfrm>
            <a:off x="2703015" y="4106235"/>
            <a:ext cx="884160" cy="591840"/>
            <a:chOff x="2703015" y="4106235"/>
            <a:chExt cx="884160" cy="59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E8403009-2C72-5492-427F-A68703896F51}"/>
                    </a:ext>
                  </a:extLst>
                </p14:cNvPr>
                <p14:cNvContentPartPr/>
                <p14:nvPr/>
              </p14:nvContentPartPr>
              <p14:xfrm>
                <a:off x="2841615" y="4238355"/>
                <a:ext cx="35640" cy="1519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E8403009-2C72-5492-427F-A68703896F5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35495" y="4232235"/>
                  <a:ext cx="478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74512E42-A054-3C60-89AF-CE67378E40EC}"/>
                    </a:ext>
                  </a:extLst>
                </p14:cNvPr>
                <p14:cNvContentPartPr/>
                <p14:nvPr/>
              </p14:nvContentPartPr>
              <p14:xfrm>
                <a:off x="2703015" y="4239075"/>
                <a:ext cx="118800" cy="1890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74512E42-A054-3C60-89AF-CE67378E40E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696895" y="4232955"/>
                  <a:ext cx="1310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B038261C-448F-A45F-C230-39EE7E450389}"/>
                    </a:ext>
                  </a:extLst>
                </p14:cNvPr>
                <p14:cNvContentPartPr/>
                <p14:nvPr/>
              </p14:nvContentPartPr>
              <p14:xfrm>
                <a:off x="2930175" y="4202355"/>
                <a:ext cx="141480" cy="2671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B038261C-448F-A45F-C230-39EE7E45038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924055" y="4196235"/>
                  <a:ext cx="1537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3543D637-71FF-A3A7-15CE-0C3F4AD4D98C}"/>
                    </a:ext>
                  </a:extLst>
                </p14:cNvPr>
                <p14:cNvContentPartPr/>
                <p14:nvPr/>
              </p14:nvContentPartPr>
              <p14:xfrm>
                <a:off x="3037455" y="4200915"/>
                <a:ext cx="159840" cy="1915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3543D637-71FF-A3A7-15CE-0C3F4AD4D98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031335" y="4194795"/>
                  <a:ext cx="1720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593D435B-6469-FDA6-DAD0-3F429851E84B}"/>
                    </a:ext>
                  </a:extLst>
                </p14:cNvPr>
                <p14:cNvContentPartPr/>
                <p14:nvPr/>
              </p14:nvContentPartPr>
              <p14:xfrm>
                <a:off x="3149415" y="4114155"/>
                <a:ext cx="7560" cy="61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593D435B-6469-FDA6-DAD0-3F429851E84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143295" y="4108035"/>
                  <a:ext cx="198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6B167BD2-A594-9CA7-C9BE-24802BB03C49}"/>
                    </a:ext>
                  </a:extLst>
                </p14:cNvPr>
                <p14:cNvContentPartPr/>
                <p14:nvPr/>
              </p14:nvContentPartPr>
              <p14:xfrm>
                <a:off x="3225735" y="4189395"/>
                <a:ext cx="22320" cy="1594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6B167BD2-A594-9CA7-C9BE-24802BB03C4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219615" y="4183275"/>
                  <a:ext cx="345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CEA9B884-6C02-3D55-6D5D-33B1681CD99D}"/>
                    </a:ext>
                  </a:extLst>
                </p14:cNvPr>
                <p14:cNvContentPartPr/>
                <p14:nvPr/>
              </p14:nvContentPartPr>
              <p14:xfrm>
                <a:off x="3164535" y="4173555"/>
                <a:ext cx="151200" cy="928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CEA9B884-6C02-3D55-6D5D-33B1681CD99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158415" y="4167435"/>
                  <a:ext cx="163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7D9D8FC-A8E5-3D4F-7683-A259A3674758}"/>
                    </a:ext>
                  </a:extLst>
                </p14:cNvPr>
                <p14:cNvContentPartPr/>
                <p14:nvPr/>
              </p14:nvContentPartPr>
              <p14:xfrm>
                <a:off x="3294495" y="4106235"/>
                <a:ext cx="135000" cy="1116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7D9D8FC-A8E5-3D4F-7683-A259A367475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288375" y="4100115"/>
                  <a:ext cx="1472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E546262D-C1A8-0D7B-64AB-BDF7E715305B}"/>
                    </a:ext>
                  </a:extLst>
                </p14:cNvPr>
                <p14:cNvContentPartPr/>
                <p14:nvPr/>
              </p14:nvContentPartPr>
              <p14:xfrm>
                <a:off x="2995335" y="4388115"/>
                <a:ext cx="335160" cy="583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E546262D-C1A8-0D7B-64AB-BDF7E715305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989215" y="4381995"/>
                  <a:ext cx="3474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85D19744-61D2-B076-C8AC-18BA6A26EF5A}"/>
                    </a:ext>
                  </a:extLst>
                </p14:cNvPr>
                <p14:cNvContentPartPr/>
                <p14:nvPr/>
              </p14:nvContentPartPr>
              <p14:xfrm>
                <a:off x="3029175" y="4483515"/>
                <a:ext cx="162000" cy="2145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85D19744-61D2-B076-C8AC-18BA6A26EF5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023055" y="4477395"/>
                  <a:ext cx="1742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82751793-4C7E-9001-CDCE-5256B3D5BBC3}"/>
                    </a:ext>
                  </a:extLst>
                </p14:cNvPr>
                <p14:cNvContentPartPr/>
                <p14:nvPr/>
              </p14:nvContentPartPr>
              <p14:xfrm>
                <a:off x="3241215" y="4509075"/>
                <a:ext cx="143640" cy="1692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82751793-4C7E-9001-CDCE-5256B3D5BBC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235095" y="4502955"/>
                  <a:ext cx="1558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C3A6E7ED-EFDB-5EF9-7472-BFD970ED2694}"/>
                    </a:ext>
                  </a:extLst>
                </p14:cNvPr>
                <p14:cNvContentPartPr/>
                <p14:nvPr/>
              </p14:nvContentPartPr>
              <p14:xfrm>
                <a:off x="3440655" y="4469475"/>
                <a:ext cx="146520" cy="1044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C3A6E7ED-EFDB-5EF9-7472-BFD970ED269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434535" y="4463355"/>
                  <a:ext cx="158760" cy="11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DB2B72C8-51B4-3393-5744-29B1D2425522}"/>
              </a:ext>
            </a:extLst>
          </p:cNvPr>
          <p:cNvGrpSpPr/>
          <p:nvPr/>
        </p:nvGrpSpPr>
        <p:grpSpPr>
          <a:xfrm>
            <a:off x="3640815" y="3987075"/>
            <a:ext cx="1035720" cy="782640"/>
            <a:chOff x="3640815" y="3987075"/>
            <a:chExt cx="1035720" cy="78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3B2E9E93-63C2-9954-F456-9260F96B4F71}"/>
                    </a:ext>
                  </a:extLst>
                </p14:cNvPr>
                <p14:cNvContentPartPr/>
                <p14:nvPr/>
              </p14:nvContentPartPr>
              <p14:xfrm>
                <a:off x="3703095" y="4267875"/>
                <a:ext cx="16200" cy="1004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3B2E9E93-63C2-9954-F456-9260F96B4F7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696975" y="4261755"/>
                  <a:ext cx="284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CDE8DF7F-C237-8AA0-AD58-AB97670F7723}"/>
                    </a:ext>
                  </a:extLst>
                </p14:cNvPr>
                <p14:cNvContentPartPr/>
                <p14:nvPr/>
              </p14:nvContentPartPr>
              <p14:xfrm>
                <a:off x="3640815" y="4325115"/>
                <a:ext cx="167400" cy="273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CDE8DF7F-C237-8AA0-AD58-AB97670F772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634695" y="4318995"/>
                  <a:ext cx="1796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3CAD8142-D0DE-BEF7-D2BA-5A150F0C2AB5}"/>
                    </a:ext>
                  </a:extLst>
                </p14:cNvPr>
                <p14:cNvContentPartPr/>
                <p14:nvPr/>
              </p14:nvContentPartPr>
              <p14:xfrm>
                <a:off x="3921975" y="4280475"/>
                <a:ext cx="185760" cy="11196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3CAD8142-D0DE-BEF7-D2BA-5A150F0C2AB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915855" y="4274355"/>
                  <a:ext cx="1980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2E3251C3-348C-90D2-1654-169D3442699F}"/>
                    </a:ext>
                  </a:extLst>
                </p14:cNvPr>
                <p14:cNvContentPartPr/>
                <p14:nvPr/>
              </p14:nvContentPartPr>
              <p14:xfrm>
                <a:off x="4171815" y="4142955"/>
                <a:ext cx="169560" cy="2286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2E3251C3-348C-90D2-1654-169D3442699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165695" y="4136835"/>
                  <a:ext cx="1818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2125C575-C955-2DAB-E6D2-20695089CDF1}"/>
                    </a:ext>
                  </a:extLst>
                </p14:cNvPr>
                <p14:cNvContentPartPr/>
                <p14:nvPr/>
              </p14:nvContentPartPr>
              <p14:xfrm>
                <a:off x="4347495" y="4189035"/>
                <a:ext cx="38520" cy="1375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2125C575-C955-2DAB-E6D2-20695089CDF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341375" y="4182915"/>
                  <a:ext cx="507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9B1AF3FB-00B9-0523-4511-D01A168C9C04}"/>
                    </a:ext>
                  </a:extLst>
                </p14:cNvPr>
                <p14:cNvContentPartPr/>
                <p14:nvPr/>
              </p14:nvContentPartPr>
              <p14:xfrm>
                <a:off x="4302135" y="4128915"/>
                <a:ext cx="134640" cy="997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9B1AF3FB-00B9-0523-4511-D01A168C9C0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296015" y="4122795"/>
                  <a:ext cx="146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D2ACEACA-BA1E-0C21-E41E-4C58F050D30F}"/>
                    </a:ext>
                  </a:extLst>
                </p14:cNvPr>
                <p14:cNvContentPartPr/>
                <p14:nvPr/>
              </p14:nvContentPartPr>
              <p14:xfrm>
                <a:off x="4264695" y="3987075"/>
                <a:ext cx="87120" cy="14472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D2ACEACA-BA1E-0C21-E41E-4C58F050D30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258575" y="3980955"/>
                  <a:ext cx="993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1EE6D200-F043-B7B4-16F8-F28C4B269999}"/>
                    </a:ext>
                  </a:extLst>
                </p14:cNvPr>
                <p14:cNvContentPartPr/>
                <p14:nvPr/>
              </p14:nvContentPartPr>
              <p14:xfrm>
                <a:off x="4110255" y="4397115"/>
                <a:ext cx="331560" cy="860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1EE6D200-F043-B7B4-16F8-F28C4B26999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104135" y="4390995"/>
                  <a:ext cx="3438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871AB0E1-3DEB-F651-625D-A920F3E9DD98}"/>
                    </a:ext>
                  </a:extLst>
                </p14:cNvPr>
                <p14:cNvContentPartPr/>
                <p14:nvPr/>
              </p14:nvContentPartPr>
              <p14:xfrm>
                <a:off x="4115295" y="4544715"/>
                <a:ext cx="171000" cy="22500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871AB0E1-3DEB-F651-625D-A920F3E9DD9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109175" y="4538595"/>
                  <a:ext cx="1832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8CA2D094-EB53-2FE0-FD37-20B4869C3D31}"/>
                    </a:ext>
                  </a:extLst>
                </p14:cNvPr>
                <p14:cNvContentPartPr/>
                <p14:nvPr/>
              </p14:nvContentPartPr>
              <p14:xfrm>
                <a:off x="4326255" y="4610955"/>
                <a:ext cx="111960" cy="14220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8CA2D094-EB53-2FE0-FD37-20B4869C3D3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320135" y="4604835"/>
                  <a:ext cx="1242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A1593177-C52C-070C-C98F-A421CBAE8365}"/>
                    </a:ext>
                  </a:extLst>
                </p14:cNvPr>
                <p14:cNvContentPartPr/>
                <p14:nvPr/>
              </p14:nvContentPartPr>
              <p14:xfrm>
                <a:off x="4498695" y="4490715"/>
                <a:ext cx="177840" cy="1080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A1593177-C52C-070C-C98F-A421CBAE836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492575" y="4484595"/>
                  <a:ext cx="190080" cy="12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380498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2983DA-86C6-3036-198C-5665AD7C5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57" y="766517"/>
            <a:ext cx="5620343" cy="23250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552854-18D5-D1DC-BCC0-586BAC0E7D94}"/>
              </a:ext>
            </a:extLst>
          </p:cNvPr>
          <p:cNvSpPr txBox="1"/>
          <p:nvPr/>
        </p:nvSpPr>
        <p:spPr>
          <a:xfrm>
            <a:off x="3819525" y="523875"/>
            <a:ext cx="166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78AC2-53C9-BE75-9E7E-36D137333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8" y="3158200"/>
            <a:ext cx="6808181" cy="266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655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32366</TotalTime>
  <Words>939</Words>
  <Application>Microsoft Office PowerPoint</Application>
  <PresentationFormat>Widescreen</PresentationFormat>
  <Paragraphs>140</Paragraphs>
  <Slides>41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Aptos Display</vt:lpstr>
      <vt:lpstr>Arial</vt:lpstr>
      <vt:lpstr>Consolas</vt:lpstr>
      <vt:lpstr>Courier New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Bell,Jackie M</dc:creator>
  <cp:lastModifiedBy>Bell,Jackie M</cp:lastModifiedBy>
  <cp:revision>32</cp:revision>
  <dcterms:created xsi:type="dcterms:W3CDTF">2025-07-02T14:40:24Z</dcterms:created>
  <dcterms:modified xsi:type="dcterms:W3CDTF">2026-03-25T16:10:41Z</dcterms:modified>
</cp:coreProperties>
</file>