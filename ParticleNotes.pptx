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notesSlides/notesSlide3.xml" ContentType="application/vnd.openxmlformats-officedocument.presentationml.notesSlide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67" r:id="rId3"/>
    <p:sldId id="268" r:id="rId4"/>
    <p:sldId id="269" r:id="rId5"/>
    <p:sldId id="270" r:id="rId6"/>
    <p:sldId id="272" r:id="rId7"/>
    <p:sldId id="273" r:id="rId8"/>
    <p:sldId id="271" r:id="rId9"/>
    <p:sldId id="258" r:id="rId10"/>
    <p:sldId id="259" r:id="rId11"/>
    <p:sldId id="261" r:id="rId12"/>
    <p:sldId id="264" r:id="rId13"/>
    <p:sldId id="260" r:id="rId14"/>
    <p:sldId id="263" r:id="rId15"/>
    <p:sldId id="262" r:id="rId16"/>
    <p:sldId id="266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9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3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93 63 200 0 0,'20'-28'6151'0'0,"-14"20"-4088"0"0,8-10 1886 0 0,2 9 11824 0 0,-18 16-15458 0 0,-68 190 2734 0 0,-6 48-1782 0 0,75-230-1267 0 0,3-5 0 0 0,10-10 0 0 0,-8-2 0 0 0,-1 1 0 0 0,1-1 0 0 0,-1 0 0 0 0,0 0 0 0 0,0 0 0 0 0,0 0 0 0 0,0 0 0 0 0,-1-1 0 0 0,1 1 0 0 0,-1-1 0 0 0,1 0 0 0 0,-1 0 0 0 0,0 0 0 0 0,0 0 0 0 0,0 0 0 0 0,2-5 0 0 0,27-36 0 0 0,-25 37-72 0 0,-5 6-302 0 0,-4 6-3658 0 0,-10 13 3746 0 0,10-14 30 0 0,-10 11-1370 0 0,5-5-2031 0 0,5-5 1897 0 0,-3 3-1908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8 824 0 0,'-18'-3'5373'0'0,"-4"-1"6696"0"0,-6 4-186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4.4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133 169 328 0 0,'0'0'2060'0'0,"-3"-11"821"0"0,-3-2 5360 0 0,3 13-7947 0 0,0 0 0 0 0,0 1 0 0 0,0-1-1 0 0,0 1 1 0 0,0-1 0 0 0,0 1 0 0 0,1 0 0 0 0,-1 0 0 0 0,0 0 0 0 0,1 1 0 0 0,-1-1 0 0 0,0 1 0 0 0,1-1-1 0 0,0 1 1 0 0,-1 0 0 0 0,1 0 0 0 0,0 0 0 0 0,0 0 0 0 0,-3 4 0 0 0,-5 4 395 0 0,1 0-1 0 0,0 0 1 0 0,-10 16 0 0 0,16-22-487 0 0,0 1 0 0 0,1 0 1 0 0,-1 1-1 0 0,1-1 0 0 0,0 0 1 0 0,1 1-1 0 0,-1-1 0 0 0,1 0 1 0 0,0 1-1 0 0,0 0 0 0 0,1 8 1 0 0,0-12-175 0 0,1 0 0 0 0,-1 0 0 0 0,1 0 0 0 0,-1 0 1 0 0,1 0-1 0 0,0 0 0 0 0,0 0 0 0 0,0 0 0 0 0,0-1 1 0 0,0 1-1 0 0,0 0 0 0 0,0 0 0 0 0,1-1 0 0 0,-1 1 0 0 0,1-1 1 0 0,-1 1-1 0 0,1-1 0 0 0,0 0 0 0 0,-1 1 0 0 0,1-1 0 0 0,0 0 1 0 0,0 0-1 0 0,0 0 0 0 0,0-1 0 0 0,0 1 0 0 0,0 0 1 0 0,0-1-1 0 0,0 1 0 0 0,0-1 0 0 0,0 0 0 0 0,0 1 0 0 0,0-1 1 0 0,0 0-1 0 0,3-1 0 0 0,16 1-57 0 0,0-1 1 0 0,0-1-1 0 0,-1 0 1 0 0,1-2-1 0 0,-1-1 1 0 0,36-12-1 0 0,114-58-509 0 0,-154 67 445 0 0,0-1 1 0 0,-1 0-1 0 0,26-22 1 0 0,-36 26 114 0 0,0 1 0 0 0,0-1 1 0 0,-1 0-1 0 0,1 0 1 0 0,-1 0-1 0 0,0-1 0 0 0,-1 1 1 0 0,1-1-1 0 0,-1 0 1 0 0,0 0-1 0 0,-1 0 0 0 0,1-1 1 0 0,1-8-1 0 0,-3 12 42 0 0,-1 0 0 0 0,0 1-1 0 0,1-1 1 0 0,-1 0 0 0 0,-1 0-1 0 0,1 1 1 0 0,0-1 0 0 0,-1 0-1 0 0,1 1 1 0 0,-1-1 0 0 0,0 1 0 0 0,1-1-1 0 0,-1 0 1 0 0,-1 1 0 0 0,1 0-1 0 0,0-1 1 0 0,-1 1 0 0 0,1 0-1 0 0,-1 0 1 0 0,-2-3 0 0 0,0 1 35 0 0,0 1 1 0 0,0 0 0 0 0,0 0 0 0 0,0 0-1 0 0,-1 1 1 0 0,1 0 0 0 0,-1 0 0 0 0,0 0-1 0 0,0 0 1 0 0,-6-1 0 0 0,-2 0 81 0 0,-1 1 0 0 0,0 0 0 0 0,0 1-1 0 0,0 0 1 0 0,0 1 0 0 0,0 1 0 0 0,-15 2 0 0 0,-20 13-738 0 0,47-15 257 0 0,0-1 0 0 0,0 1 0 0 0,0 0 0 0 0,0 0 0 0 0,1 0 0 0 0,-1 0 0 0 0,1 1 0 0 0,-1-1 0 0 0,1 0 0 0 0,-1 1 0 0 0,1-1 0 0 0,-1 1 0 0 0,1-1 0 0 0,0 1 0 0 0,0 0 0 0 0,0-1 0 0 0,0 1 0 0 0,0 0 0 0 0,0 0 0 0 0,1 0 0 0 0,-1 0 0 0 0,1 0 0 0 0,-1 3 0 0 0,3 2-5661 0 0,4 2 3236 0 0,-4-8 1075 0 0,0 3-4285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5.2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640 59 1344 0 0,'-1'-16'4822'0'0,"0"13"-4119"0"0,-1 0 1 0 0,0 0-1 0 0,1 0 1 0 0,-1 1-1 0 0,0-1 1 0 0,-1 1-1 0 0,1-1 0 0 0,0 1 1 0 0,-1 0-1 0 0,1 0 1 0 0,-1 0-1 0 0,0 0 1 0 0,1 0-1 0 0,-7-3 0 0 0,4 4-270 0 0,-1 0-1 0 0,1 0 0 0 0,0 1 0 0 0,0-1 0 0 0,-1 1 0 0 0,1 0 0 0 0,0 1 0 0 0,-11 1 0 0 0,-33 8 432 0 0,0 1 0 0 0,-83 33 0 0 0,100-33-637 0 0,13-4-87 0 0,-82 33 598 0 0,94-36-674 0 0,-1 0 0 0 0,1 0 0 0 0,0 0 1 0 0,1 1-1 0 0,-1 0 0 0 0,1 0 0 0 0,0 1 0 0 0,0 0 0 0 0,0 0 0 0 0,-6 10 0 0 0,9-10-35 0 0,0 1-1 0 0,1-1 0 0 0,0 1 1 0 0,0 0-1 0 0,0 0 1 0 0,1 0-1 0 0,0 0 0 0 0,0 0 1 0 0,1 0-1 0 0,0 8 0 0 0,8 71 126 0 0,-7-79-142 0 0,41 205 205 0 0,3 34-35 0 0,-43-227-28 0 0,-1 1 1 0 0,-1-1-1 0 0,0 0 0 0 0,-2 0 1 0 0,0 1-1 0 0,-1-1 0 0 0,-1 0 1 0 0,0-1-1 0 0,-2 1 0 0 0,-13 30 1 0 0,-18 2 770 0 0,8-13-12 0 0,27-36-842 0 0,0 0 1 0 0,0 0 0 0 0,1 0-1 0 0,-1 0 1 0 0,-1 0 0 0 0,1-1 0 0 0,0 1-1 0 0,0 0 1 0 0,-1-1 0 0 0,1 0-1 0 0,0 0 1 0 0,-1 0 0 0 0,-3 2-1 0 0,-9 1 198 0 0,7-4-273 0 0,36 11-108 0 0,-8-1 72 0 0,45 6-129 0 0,104 13 1 0 0,19 4-1401 0 0,-174-28 798 0 0,1 0 1 0 0,-1 1 0 0 0,14 8-1 0 0,-18-9-701 0 0,0 0 1 0 0,0-1-1 0 0,1 0 0 0 0,-1-1 0 0 0,16 4 0 0 0,-9-6-4884 0 0,-9-2 4444 0 0,13 3-2838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3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12 48 0 0,'0'0'5909'0'0,"1"-1"-5128"0"0,0 0 0 0 0,0 0 1 0 0,0 0-1 0 0,0 1 0 0 0,0-1 0 0 0,0 0 0 0 0,0 0 0 0 0,0 0 0 0 0,0 1 1 0 0,1-1-1 0 0,-1 1 0 0 0,0-1 0 0 0,0 1 0 0 0,1-1 0 0 0,-1 1 0 0 0,3-1 0 0 0,-2 4-562 0 0,1 0-1 0 0,0 0 0 0 0,-1 1 1 0 0,0-1-1 0 0,1 0 1 0 0,-1 1-1 0 0,-1-1 0 0 0,1 1 1 0 0,0 0-1 0 0,-1-1 0 0 0,0 1 1 0 0,0 0-1 0 0,0 0 0 0 0,0 0 1 0 0,-1 0-1 0 0,1 0 0 0 0,-1 0 1 0 0,0 0-1 0 0,0 0 0 0 0,-1 0 1 0 0,1 0-1 0 0,-1 0 1 0 0,-2 7-1 0 0,-3 3 205 0 0,0 0 0 0 0,-1-1 1 0 0,0 1-1 0 0,-1-2 0 0 0,-1 1 0 0 0,0-1 0 0 0,-1-1 1 0 0,0 0-1 0 0,-14 12 0 0 0,-10 13 1314 0 0,33-35-897 0 0,-4 5 933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139 18 1472 0 0,'18'-17'25418'0'0,"-25"42"-24389"0"0,-1 1 0 0 0,-1-1 0 0 0,-20 38 0 0 0,-3 9 321 0 0,10-10-1144 0 0,-24 120-1 0 0,45-180-318 0 0,0-1 0 0 0,1 1 0 0 0,-1 0 0 0 0,1 0 0 0 0,0-1 0 0 0,0 1 0 0 0,-1 0 0 0 0,1 0 0 0 0,0 0 0 0 0,1-1 0 0 0,-1 1 0 0 0,0 0 0 0 0,0 0 0 0 0,1 0 0 0 0,-1-1 0 0 0,1 1 0 0 0,0 0 0 0 0,-1-1 0 0 0,1 1 0 0 0,0 0 0 0 0,0-1 0 0 0,0 1 0 0 0,0-1 0 0 0,0 0 0 0 0,0 1 0 0 0,1-1 0 0 0,-1 0 0 0 0,0 1 0 0 0,1-1 0 0 0,-1 0 0 0 0,1 0 0 0 0,-1 0 0 0 0,1 0 0 0 0,0-1 0 0 0,-1 1 0 0 0,1 0 0 0 0,0-1 0 0 0,-1 1 0 0 0,1-1 0 0 0,0 1 0 0 0,0-1 0 0 0,0 0 0 0 0,-1 0 0 0 0,1 0 0 0 0,0 0 0 0 0,0 0 0 0 0,0 0 0 0 0,-1-1 0 0 0,1 1 0 0 0,0 0 0 0 0,0-1 0 0 0,1 0 0 0 0,20-9-2604 0 0,10-9-7225 0 0,-28 16 8050 0 0,15-11-4983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1.8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0 2276 0 0,'0'0'30126'0'0,"-2"3"-29812"0"0,-7 8-332 0 0,7-8-424 0 0,8 4-10923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2.2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106 180 764 0 0,'0'0'1978'0'0,"-5"-11"1780"0"0,5 7-541 0 0,0 4-2830 0 0,0-1 0 0 0,0 0 0 0 0,0 0 0 0 0,1 1 0 0 0,-1-1 0 0 0,0 0 0 0 0,0 0 0 0 0,-1 0 0 0 0,1 1 0 0 0,0-1 0 0 0,0 0 0 0 0,0 0 0 0 0,0 1 0 0 0,-1-1 0 0 0,1 0 0 0 0,0 1 0 0 0,-1-1 0 0 0,1 0 0 0 0,0 0 0 0 0,-1 1 0 0 0,1-1 0 0 0,-1 1 0 0 0,1-1 0 0 0,-1 0 0 0 0,1 1 0 0 0,-1-1 0 0 0,0 1 0 0 0,1 0 1 0 0,-1-1-1 0 0,-1 0 0 0 0,0 1-133 0 0,0 0 0 0 0,0 1 0 0 0,0-1 0 0 0,0 1 0 0 0,0-1 0 0 0,-1 1 0 0 0,1 0 0 0 0,0-1 0 0 0,0 1 0 0 0,1 0 0 0 0,-1 0 0 0 0,-2 2 0 0 0,-1 0 140 0 0,-1 0-1 0 0,1 0 1 0 0,0 1 0 0 0,1-1-1 0 0,-1 1 1 0 0,0 0 0 0 0,1 1-1 0 0,0-1 1 0 0,0 1 0 0 0,-6 9 0 0 0,9-11-312 0 0,0-1 1 0 0,0 1 0 0 0,0-1 0 0 0,1 1-1 0 0,-1-1 1 0 0,1 1 0 0 0,0-1 0 0 0,0 1-1 0 0,-1-1 1 0 0,2 1 0 0 0,-1-1 0 0 0,0 1-1 0 0,0 0 1 0 0,1-1 0 0 0,-1 1 0 0 0,1-1 0 0 0,0 0-1 0 0,0 1 1 0 0,0-1 0 0 0,0 1 0 0 0,0-1-1 0 0,1 0 1 0 0,-1 0 0 0 0,1 0 0 0 0,-1 0-1 0 0,1 0 1 0 0,3 3 0 0 0,2 2-16 0 0,0-1 0 0 0,1 0 0 0 0,0 0 0 0 0,0-1 0 0 0,0 0 0 0 0,1 0 0 0 0,0-1-1 0 0,0 0 1 0 0,0-1 0 0 0,0 0 0 0 0,14 3 0 0 0,15 2-80 0 0,59 3-1 0 0,-68-8-29 0 0,13 1-193 0 0,52-2 0 0 0,-82-2 174 0 0,-1-1 0 0 0,0 0 0 0 0,1-1 0 0 0,-1 0 0 0 0,0-1 0 0 0,0 0 1 0 0,-1 0-1 0 0,1-1 0 0 0,17-9 0 0 0,-25 10 72 0 0,1 1 1 0 0,0-1-1 0 0,-1 1 1 0 0,1-1-1 0 0,-1 0 1 0 0,0 0-1 0 0,0-1 1 0 0,0 1-1 0 0,0 0 1 0 0,-1-1-1 0 0,0 0 1 0 0,1 0-1 0 0,-1 0 1 0 0,0 0-1 0 0,-1 0 1 0 0,1 0-1 0 0,-1 0 1 0 0,0 0 0 0 0,1-6-1 0 0,-2 4 29 0 0,0-1 0 0 0,0 1-1 0 0,-1 0 1 0 0,0 0 0 0 0,0 0 0 0 0,0 0-1 0 0,-1 0 1 0 0,0 0 0 0 0,0 0 0 0 0,-1 1-1 0 0,1-1 1 0 0,-6-6 0 0 0,-1-3 44 0 0,-1 1 0 0 0,-1 0 0 0 0,0 1 0 0 0,-1 1-1 0 0,-1-1 1 0 0,0 2 0 0 0,0 0 0 0 0,-25-16 0 0 0,-30-12-83 0 0,62 36-163 0 0,5 2-837 0 0,10 5-8787 0 0,26 11 1533 0 0,-10-5 632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3.1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1244 0 0,'0'0'11074'0'0,"7"1"-9927"0"0,225 63 4202 0 0,-42-10-3666 0 0,9-10-519 0 0,-94-23-222 0 0,144 49-1 0 0,-248-70-874 0 0,1 1 0 0 0,0 0 0 0 0,-1-1-1 0 0,1 1 1 0 0,0 0 0 0 0,-1 0 0 0 0,0 0-1 0 0,1 0 1 0 0,-1 0 0 0 0,1 0 0 0 0,-1 1 0 0 0,0-1-1 0 0,0 0 1 0 0,0 1 0 0 0,0-1 0 0 0,0 1 0 0 0,0-1-1 0 0,0 1 1 0 0,0-1 0 0 0,-1 1 0 0 0,1 0 0 0 0,0-1-1 0 0,-1 1 1 0 0,0 0 0 0 0,1 0 0 0 0,-1-1-1 0 0,0 1 1 0 0,0 0 0 0 0,0 0 0 0 0,0-1 0 0 0,0 1-1 0 0,0 0 1 0 0,-1 3 0 0 0,-2 5 239 0 0,0 0-1 0 0,0 0 1 0 0,-1-1 0 0 0,-9 17 0 0 0,4-8-35 0 0,-32 69 899 0 0,8-18-3 0 0,-41 124 0 0 0,57-133-863 0 0,2 1 1 0 0,-10 104-1 0 0,23-140-231 0 0,1 0 1 0 0,2 0-1 0 0,0 0 1 0 0,2 0-1 0 0,0 0 1 0 0,2-1-1 0 0,1 1 1 0 0,0-1-1 0 0,16 34 1 0 0,-17-45-135 0 0,8 13-212 0 0,-14-27 277 0 0,1 1 1 0 0,0 0-1 0 0,0 0 1 0 0,0 0-1 0 0,-1 0 0 0 0,1 0 1 0 0,0 0-1 0 0,0 0 1 0 0,0 0-1 0 0,0 0 0 0 0,-1 0 1 0 0,1 0-1 0 0,0 0 1 0 0,0 0-1 0 0,0 0 0 0 0,-1 0 1 0 0,1 1-1 0 0,0-1 1 0 0,0 0-1 0 0,0 0 0 0 0,-1 0 1 0 0,1 0-1 0 0,0 0 1 0 0,0 0-1 0 0,0 0 0 0 0,0 1 1 0 0,0-1-1 0 0,-1 0 1 0 0,1 0-1 0 0,0 0 1 0 0,0 0-1 0 0,0 0 0 0 0,0 1 1 0 0,0-1-1 0 0,0 0 1 0 0,0 0-1 0 0,0 0 0 0 0,0 1 1 0 0,0-1-1 0 0,-1 0 1 0 0,1 0-1 0 0,0 0 0 0 0,0 1 1 0 0,0-1-1 0 0,0 0 1 0 0,0 0-1 0 0,0 0 0 0 0,1 0 1 0 0,-1 1-1 0 0,0-1 1 0 0,0 0-1 0 0,0 0 0 0 0,0 0 1 0 0,0 1-1 0 0,0-1 1 0 0,0 0-1 0 0,0 0 0 0 0,0 0 1 0 0,0 0-1 0 0,1 1 1 0 0,-31-20 3 0 0,-1 1 0 0 0,0 2 0 0 0,-2 1 0 0 0,1 1 1 0 0,-2 2-1 0 0,1 2 0 0 0,-59-11 0 0 0,-103-8-8 0 0,162 26 0 0 0,0 2 0 0 0,0 1 0 0 0,-63 8 0 0 0,68-1-1890 0 0,25-6 1260 0 0,-1 1 1 0 0,1-1 0 0 0,0 0-1 0 0,0 1 1 0 0,0-1 0 0 0,1 1-1 0 0,-1 0 1 0 0,0 0 0 0 0,1 0-1 0 0,-1 1 1 0 0,-2 3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9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8 460 0 0,'0'0'5593'0'0,"-5"-4"-4396"0"0,5 2 438 0 0,4 2 3609 0 0,21 5-5066 0 0,-19-4 554 0 0,15-8 1313 0 0,-15 8-6763 0 0,-2 9 38 0 0,-4-7 358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6.9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208 10 1020 0 0,'10'-10'20274'0'0,"-51"120"-15505"0"0,-85 165 1 0 0,87-183-2850 0 0,37-90-1965 0 0,1 0 0 0 0,0 0 1 0 0,0 0-1 0 0,0 0 0 0 0,0 0 0 0 0,0 1 0 0 0,0-1 0 0 0,0 0 1 0 0,1 0-1 0 0,-1 1 0 0 0,1-1 0 0 0,-1 0 0 0 0,1 1 0 0 0,0-1 1 0 0,0 4-1 0 0,2-6-102 0 0,-1 0 0 0 0,0 0 1 0 0,0 0-1 0 0,0-1 1 0 0,1 1-1 0 0,-1 0 0 0 0,0-1 1 0 0,0 1-1 0 0,0-1 1 0 0,0 1-1 0 0,0-1 0 0 0,0 1 1 0 0,0-1-1 0 0,0 0 1 0 0,0 0-1 0 0,0 1 0 0 0,0-1 1 0 0,0 0-1 0 0,0-2 0 0 0,51-50-5633 0 0,-23 3-5776 0 0,-17 26 4937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7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 2344 0 0,'0'0'13984'0'0,"-8"0"-10273"0"0,5 0-5751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48.9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5 820 0 0,'7'-4'15861'0'0,"-17"57"-13407"0"0,6-39-1594 0 0,1-1 1 0 0,0 1 0 0 0,-1 21-1 0 0,4-30-691 0 0,0-1 0 0 0,0 1-1 0 0,0 0 1 0 0,1 0 0 0 0,-1-1-1 0 0,1 1 1 0 0,1-1 0 0 0,-1 1-1 0 0,1 0 1 0 0,-1-1 0 0 0,6 8-1 0 0,-5-9-109 0 0,1 0 0 0 0,-1 0 0 0 0,1-1-1 0 0,0 0 1 0 0,0 1 0 0 0,0-1 0 0 0,0 0 0 0 0,0 0-1 0 0,0-1 1 0 0,1 1 0 0 0,-1-1 0 0 0,1 1-1 0 0,-1-1 1 0 0,1 0 0 0 0,-1 0 0 0 0,7 0-1 0 0,-5 0-67 0 0,0 0-1 0 0,0-1 0 0 0,0 1 0 0 0,0-1 1 0 0,-1 0-1 0 0,1-1 0 0 0,0 1 0 0 0,0-1 1 0 0,0 0-1 0 0,0 0 0 0 0,-1-1 0 0 0,1 1 1 0 0,-1-1-1 0 0,1 0 0 0 0,-1 0 0 0 0,1 0 1 0 0,-1-1-1 0 0,0 0 0 0 0,0 0 0 0 0,-1 0 1 0 0,1 0-1 0 0,0 0 0 0 0,-1-1 0 0 0,0 1 1 0 0,4-6-1 0 0,-6 7 1 0 0,0 0 39 0 0,0 1-1 0 0,0 0 1 0 0,0-1-1 0 0,0 1 1 0 0,0-1-1 0 0,0 1 1 0 0,0-1-1 0 0,-1 0 1 0 0,1 1-1 0 0,-1-1 1 0 0,1 0-1 0 0,-1 1 1 0 0,0-1-1 0 0,1 0 1 0 0,-1 0-1 0 0,0 1 1 0 0,0-1-1 0 0,0 0 1 0 0,0 0-1 0 0,-1 1 1 0 0,1-1-1 0 0,0 0 1 0 0,-1 1-1 0 0,1-1 1 0 0,-1 0-1 0 0,0 1 1 0 0,1-1-1 0 0,-1 1 1 0 0,0-1-1 0 0,0 1 1 0 0,0-1-1 0 0,0 1 1 0 0,0-1-1 0 0,-1 1 1 0 0,1 0-1 0 0,0 0 0 0 0,0 0 1 0 0,-3-2-1 0 0,-1-1 146 0 0,-1 0 0 0 0,0 0-1 0 0,1 0 1 0 0,-2 1-1 0 0,1-1 1 0 0,0 1 0 0 0,-1 1-1 0 0,1 0 1 0 0,-1 0-1 0 0,0 0 1 0 0,1 0 0 0 0,-1 1-1 0 0,0 0 1 0 0,0 1 0 0 0,0 0-1 0 0,0 0 1 0 0,0 0-1 0 0,0 1 1 0 0,0 0 0 0 0,0 0-1 0 0,0 1 1 0 0,1-1-1 0 0,-1 2 1 0 0,0-1 0 0 0,-7 5-1 0 0,13-7-172 0 0,1 1 0 0 0,-1-1 0 0 0,1 1 0 0 0,-1-1 0 0 0,1 1 0 0 0,-1-1 0 0 0,1 1 0 0 0,-1-1 0 0 0,1 1 0 0 0,0 0 0 0 0,-1-1 0 0 0,1 1 0 0 0,0 0 0 0 0,-1-1 0 0 0,1 1 0 0 0,0 0 0 0 0,0-1 0 0 0,0 1 0 0 0,-1 0 0 0 0,1 0 0 0 0,0-1 0 0 0,0 1 0 0 0,0 0 0 0 0,0 0 0 0 0,1-1 0 0 0,-1 1 0 0 0,0 0 0 0 0,0 0 0 0 0,0-1 0 0 0,0 1 0 0 0,1 0 0 0 0,0 0 0 0 0,9 20-207 0 0,-6-18 121 0 0,-1 1 0 0 0,1-1 0 0 0,1 0 0 0 0,-1 0-1 0 0,0-1 1 0 0,1 1 0 0 0,-1-1 0 0 0,1 0 0 0 0,0 0-1 0 0,0 0 1 0 0,0-1 0 0 0,0 0 0 0 0,0 0-1 0 0,10 1 1 0 0,-8-1-62 0 0,0 0 0 0 0,0-1 0 0 0,1 0 0 0 0,-1-1 0 0 0,0 1 0 0 0,1-1 0 0 0,-1-1-1 0 0,0 1 1 0 0,11-5 0 0 0,-17 6 162 0 0,1-1-1 0 0,-1 0 0 0 0,0 0 0 0 0,0 1 1 0 0,0-1-1 0 0,1 0 0 0 0,-1 0 0 0 0,0 0 1 0 0,0 0-1 0 0,0 0 0 0 0,-1 0 0 0 0,1 0 1 0 0,0-1-1 0 0,0 1 0 0 0,-1 0 1 0 0,1 0-1 0 0,0-1 0 0 0,-1 1 0 0 0,1-1 1 0 0,-1 1-1 0 0,0 0 0 0 0,1-1 0 0 0,-1 1 1 0 0,0-1-1 0 0,0 1 0 0 0,0 0 0 0 0,0-1 1 0 0,0 1-1 0 0,0-1 0 0 0,-1 1 1 0 0,1-1-1 0 0,0 1 0 0 0,-1 0 0 0 0,1-1 1 0 0,-1 1-1 0 0,1 0 0 0 0,-1-1 0 0 0,0 1 1 0 0,1 0-1 0 0,-1 0 0 0 0,0 0 0 0 0,0 0 1 0 0,0-1-1 0 0,-1 0 0 0 0,-3-5 216 0 0,-1 1 0 0 0,1 0-1 0 0,-1 0 1 0 0,0 1 0 0 0,0-1 0 0 0,-1 1-1 0 0,-7-4 1 0 0,-13-10 118 0 0,26 18-541 0 0,-2 3-2448 0 0,-10 20-1602 0 0,13-11-585 0 0,5 0-3460 0 0,6 0 2180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7:50.1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0 788 0 0,'0'0'16328'0'0,"-8"29"-13612"0"0,-2 14-1505 0 0,-1 0 1 0 0,-2-1 0 0 0,-2 0-1 0 0,-32 63 1 0 0,41-85-4119 0 0,6-20 2785 0 0,0 1 0 0 0,0-1 1 0 0,0 0-1 0 0,0 0 1 0 0,0 1-1 0 0,0-1 0 0 0,1 0 1 0 0,-1 0-1 0 0,0 0 1 0 0,0 1-1 0 0,0-1 0 0 0,1 0 1 0 0,-1 0-1 0 0,0 0 1 0 0,0 0-1 0 0,0 0 0 0 0,1 1 1 0 0,-1-1-1 0 0,0 0 1 0 0,0 0-1 0 0,1 0 0 0 0,-1 0 1 0 0,0 0-1 0 0,0 0 1 0 0,1 0-1 0 0,-1 0 0 0 0,0 0 1 0 0,0 0-1 0 0,1 0 1 0 0,-1 0-1 0 0,0 0 0 0 0,0 0 1 0 0,1 0-1 0 0,-1 0 0 0 0,0 0 1 0 0,0 0-1 0 0,1 0 1 0 0,34-17-8966 0 0,-30 14 8229 0 0,8-7-3875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6.5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167 20 740 0 0,'-18'-15'4648'0'0,"10"11"-96"0"0,6 4-4206 0 0,0 0 1 0 0,1 0 0 0 0,-1 0-1 0 0,0 0 1 0 0,1 0 0 0 0,-1 0-1 0 0,1 0 1 0 0,-1 1 0 0 0,0-1 0 0 0,1 1-1 0 0,-1-1 1 0 0,1 1 0 0 0,-1-1-1 0 0,1 1 1 0 0,0 0 0 0 0,-1 0 0 0 0,1 0-1 0 0,0 0 1 0 0,-1 0 0 0 0,1 0-1 0 0,0 0 1 0 0,0 0 0 0 0,0 1-1 0 0,0-1 1 0 0,0 0 0 0 0,0 1 0 0 0,0-1-1 0 0,1 1 1 0 0,-1-1 0 0 0,0 1-1 0 0,1-1 1 0 0,-1 1 0 0 0,1-1-1 0 0,-1 1 1 0 0,1 2 0 0 0,-5 10 251 0 0,-2 3 1102 0 0,-24 56 3260 0 0,8-20-2052 0 0,19-48-2886 0 0,0 0 1 0 0,1 1-1 0 0,0 0 1 0 0,0 0-1 0 0,1 0 1 0 0,-1 0-1 0 0,-2 12 1 0 0,0-4-23 0 0,5 1 0 0 0,1-14 0 0 0,-1 1 0 0 0,1-1 0 0 0,0 1 0 0 0,0-1 0 0 0,-1 1 0 0 0,1-1 0 0 0,0 0 0 0 0,0 1 0 0 0,0-1 0 0 0,1 0 0 0 0,-1 0 0 0 0,0 0 0 0 0,0 0 0 0 0,1 0 0 0 0,-1 0 0 0 0,1 0 0 0 0,-1 0 0 0 0,0-1 0 0 0,1 1 0 0 0,-1 0 0 0 0,1-1 0 0 0,0 1 0 0 0,-1-1 0 0 0,1 0 0 0 0,-1 0 0 0 0,1 1 0 0 0,0-1 0 0 0,-1 0 0 0 0,4-1 0 0 0,231 21 0 0 0,-226-20 0 0 0,10-1 0 0 0,-6 1 0 0 0,-4 1-77 0 0,-8-1-440 0 0,-22 17-8799 0 0,16-13 7040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6.7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262 57 1044,'0'-54'10173,"0"52"-7981,-1 2-2068,0 0-1,1 0 1,-1-1-1,0 1 1,0 0 0,0 0-1,1 0 1,-1 0-1,0 0 1,0 0-1,0 0 1,1 1-1,-1-1 1,0 0 0,0 0-1,1 1 1,-1-1-1,0 0 1,1 1-1,-1-1 1,0 0-1,1 1 1,-1-1 0,0 1-1,-34 62 2879,-15 28-190,22-27-1141,-9 21 1681,-48 158-1,83-230-3061,-1-1 0,2 1-1,0 0 1,0 16 0,1-25-469,0-1 1,0 1-1,1 0 1,-1-1-1,1 1 1,0-1-1,-1 1 1,2-1-1,-1 1 0,0-1 1,1 1-1,-1-1 1,1 0-1,0 0 1,0 0-1,0 0 1,1 0-1,2 3 1,-4-6-15,0 0 1,0 1-1,0-1 1,0 0-1,0 0 1,0 0-1,0 1 1,0-1-1,0 0 1,0-1-1,0 1 1,0 0-1,0 0 1,0 0-1,0 0 1,0-1-1,0 1 1,0-1-1,0 1 1,0 0-1,0-1 1,0 0-1,-1 1 1,2-2-1,22-18-3808,-21 17 1802,14-11-4511,-4-1 514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7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226 146 188 0 0,'-5'-42'5583'0'0,"3"36"-4482"0"0,1 0 0 0 0,0 0 0 0 0,0 0 0 0 0,1 0 0 0 0,0 0 0 0 0,0 0 0 0 0,1-10 0 0 0,0 14-950 0 0,-1 0 0 0 0,1 0 1 0 0,0 0-1 0 0,0 0 0 0 0,1 0 1 0 0,-1 0-1 0 0,0 0 1 0 0,1 0-1 0 0,-1 1 0 0 0,1-1 1 0 0,-1 0-1 0 0,1 1 0 0 0,0-1 1 0 0,0 1-1 0 0,-1 0 1 0 0,1 0-1 0 0,0-1 0 0 0,0 1 1 0 0,1 0-1 0 0,-1 1 0 0 0,0-1 1 0 0,0 0-1 0 0,0 1 1 0 0,0-1-1 0 0,4 0 0 0 0,11-2 379 0 0,1 0 0 0 0,0 2 0 0 0,0 0 1 0 0,22 1-1 0 0,-30 0-301 0 0,-1 1 1 0 0,0 1-1 0 0,1-1 1 0 0,-1 1 0 0 0,0 1-1 0 0,0-1 1 0 0,0 2 0 0 0,-1-1-1 0 0,16 10 1 0 0,-22-12-114 0 0,0 0 0 0 0,-1 1-1 0 0,1-1 1 0 0,0 1 0 0 0,-1 0 0 0 0,0-1 0 0 0,1 1 0 0 0,-1 0-1 0 0,0 0 1 0 0,0 0 0 0 0,0 0 0 0 0,0 0 0 0 0,0 0 0 0 0,-1 0 0 0 0,1 1-1 0 0,0-1 1 0 0,-1 0 0 0 0,0 0 0 0 0,0 0 0 0 0,1 1 0 0 0,-1-1 0 0 0,0 0-1 0 0,-1 0 1 0 0,1 1 0 0 0,0-1 0 0 0,-1 0 0 0 0,1 0 0 0 0,-1 0 0 0 0,0 0-1 0 0,0 1 1 0 0,0-1 0 0 0,0 0 0 0 0,0 0 0 0 0,0-1 0 0 0,0 1-1 0 0,0 0 1 0 0,-3 2 0 0 0,-3 6 291 0 0,-1 0 0 0 0,0 0 1 0 0,-1-1-1 0 0,0 0 0 0 0,-14 11 0 0 0,-42 27 663 0 0,-87 46 0 0 0,73-46-749 0 0,68-42-321 0 0,1 2 0 0 0,-1 0 0 0 0,1 0 0 0 0,0 1 0 0 0,0 0 0 0 0,1 0 0 0 0,1 1 0 0 0,-1 1 0 0 0,1-1 0 0 0,1 1 0 0 0,-8 13 0 0 0,13-20 0 0 0,1 0 0 0 0,0 1 0 0 0,0-1 0 0 0,0 0 0 0 0,0 0 0 0 0,0 0 0 0 0,1 1 0 0 0,0-1 0 0 0,-1 0 0 0 0,1 1 0 0 0,0-1 0 0 0,1 0 0 0 0,-1 1 0 0 0,1-1 0 0 0,-1 0 0 0 0,1 1 0 0 0,0-1 0 0 0,0 0 0 0 0,3 5 0 0 0,-1-4 0 0 0,0 1 0 0 0,0-1 0 0 0,1 0 0 0 0,-1 0 0 0 0,1-1 0 0 0,0 1 0 0 0,0-1 0 0 0,0 0 0 0 0,0 0 0 0 0,1 0 0 0 0,6 3 0 0 0,9 2 0 0 0,0-1 0 0 0,0-1 0 0 0,0 0 0 0 0,1-1 0 0 0,25 2 0 0 0,199 13 0 0 0,-149-14 0 0 0,-86-5-138 0 0,-8 0-695 0 0,-12 2-770 0 0,-115 33-6332 0 0,56-17-1512 0 0,-1 0 2245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8.0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9 216,'-4'-9'23010,"-4"27"-14706,-15 54-10161,12-39 4849,4-8-2975,0 0 0,2 0 0,0 1 0,2 0 0,0 35 0,8-36-1504,-5-25 1384,1 1 1,-1-1 0,0 0-1,0 0 1,1 0-1,-1 0 1,0 1 0,1-1-1,-1 0 1,0 0 0,1 0-1,-1 0 1,1 0-1,-1 0 1,0 0 0,1 0-1,-1 0 1,0 0-1,1 0 1,-1 0 0,0 0-1,1 0 1,-1-1-1,0 1 1,1 0 0,-1 0-1,0 0 1,1 0-1,-1-1 1,0 1 0,0 0-1,1 0 1,-1 0-1,1-1 1,19-28-8090,-14 10 812,-5-5 564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19.05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1508,'0'0'17809,"6"-1"-16983,261-21 4017,147 22-2968,-377 0-1641,150 9-1255,-243-7-1376,-97 19 0,27-3-4392,85-12 1303,9-1 421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7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25 249 316 0 0,'0'0'2124'0'0,"10"2"1265"0"0,-8 1 1314 0 0,-3 30-1250 0 0,-3 0 0 0 0,-9 40 0 0 0,7-40-2125 0 0,0 1 1 0 0,0 43-1 0 0,6-16 276 0 0,4 0 1 0 0,2-1 0 0 0,16 75-1 0 0,-16-115-1353 0 0,-4-27-763 0 0,-5-29-42 0 0,-3-32-323 0 0,3-1-1 0 0,11-116 1 0 0,0 8 92 0 0,-10 102 590 0 0,0 38 400 0 0,2-1 0 0 0,8-69 0 0 0,-7 104-175 0 0,0-1 0 0 0,0 0 0 0 0,0 1 1 0 0,1-1-1 0 0,-1 1 0 0 0,1-1 0 0 0,0 1 0 0 0,0 0 1 0 0,0 0-1 0 0,1 0 0 0 0,-1 0 0 0 0,1 0 0 0 0,0 0 1 0 0,-1 0-1 0 0,1 1 0 0 0,0 0 0 0 0,1 0 0 0 0,-1-1 1 0 0,0 2-1 0 0,1-1 0 0 0,-1 0 0 0 0,1 1 0 0 0,-1-1 1 0 0,1 1-1 0 0,0 0 0 0 0,-1 0 0 0 0,8 0 0 0 0,10-1 47 0 0,0 0 0 0 0,0 2 0 0 0,41 3 0 0 0,-40-1 17 0 0,322 45-230 0 0,-343-47-22 0 0,0-1 0 0 0,0 2 1 0 0,1-1-1 0 0,-1 0 1 0 0,0 0-1 0 0,0 0 1 0 0,0 0-1 0 0,0 1 1 0 0,0-1-1 0 0,0 0 0 0 0,0 1 1 0 0,0-1-1 0 0,0 1 1 0 0,0-1-1 0 0,0 1 1 0 0,0 0-1 0 0,0-1 0 0 0,0 1 1 0 0,0 0-1 0 0,-1 0 1 0 0,1-1-1 0 0,0 1 1 0 0,-1 0-1 0 0,1 0 0 0 0,0 0 1 0 0,-1 0-1 0 0,2 2 1 0 0,-3-1 32 0 0,1-1 1 0 0,0 1-1 0 0,-1-1 1 0 0,1 1-1 0 0,-1-1 1 0 0,0 1-1 0 0,0-1 1 0 0,1 0-1 0 0,-1 1 1 0 0,0-1-1 0 0,0 0 1 0 0,0 1-1 0 0,0-1 1 0 0,0 0-1 0 0,-1 0 1 0 0,-1 2 0 0 0,-11 7-1356 0 0,1 0 1 0 0,-28 13 0 0 0,-26 11-7258 0 0,31-14 3735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19.9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24 664 0 0,'-16'9'11090'0'0,"12"-5"-4144"0"0,23-1-1446 0 0,54-12-5499 0 0,-64 8 1866 0 0,251-26 4086 0 0,-201 25-5785 0 0,1 2 1 0 0,78 11-1 0 0,-122-9-1824 0 0,35 7 255 0 0,-36-2-4145 0 0,0 2-5882 0 0,-9-5 4406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20.6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678 24 904 0 0,'0'0'1890'0'0,"-3"-2"-46"0"0,-14-9 1497 0 0,-19 0 4862 0 0,18 12-7747 0 0,-34 5 2360 0 0,-53 6 1589 0 0,81-10-3431 0 0,-1-1 1 0 0,1-2-1 0 0,0 0 1 0 0,-38-8-1 0 0,8 1 2001 0 0,51 8-2483 0 0,-15 3 66 0 0,10 7-557 0 0,0 1 0 0 0,1 0 1 0 0,0 0-1 0 0,1 1 0 0 0,1 0 1 0 0,-1 0-1 0 0,2 0 0 0 0,0 1 0 0 0,-4 16 1 0 0,-9 25-4 0 0,-13 31 2 0 0,3 1 0 0 0,5 1 0 0 0,3 1 0 0 0,-13 146 0 0 0,30-181 0 0 0,1 0 0 0 0,3 0 0 0 0,9 56 0 0 0,-10-101 0 0 0,5 18 0 0 0,-4-22 0 0 0,-4-29 0 0 0,-3 4 0 0 0,4 4 0 0 0,0 4 0 0 0,-2 1 0 0 0,4 1 0 0 0,14 10 0 0 0,30 14 0 0 0,0 2 0 0 0,64 30 0 0 0,-26-9 0 0 0,-34-20-674 0 0,-35-12 87 0 0,0 0-1 0 0,0 1 0 0 0,-1 1 1 0 0,23 12-1 0 0,-25-28-15176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0.8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269 160 784,'0'-39'6423,"-8"-47"5790,8 84-11109,-11-30 7959,10 31-8595,0 7-306,-1 0 0,0-1 0,0 1 0,0-1 0,-1 0 0,1 0 1,-2 0-1,1 0 0,-7 8 0,-8 15 288,4-2-396,-95 206 351,93-193-369,2 0 1,2 1-1,1 1 1,-5 42-1,13-63-25,-2 39-83,5-56-385,4-7-3867,13-19 1184,-11 14-1638,0-2-4255,0 2 2863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0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1252,'-1'2'21408,"0"1"-19773,-4 7-4745,2-5 4890,-60 82-164,60-74-2312,4-13 482,-1 1-1,0-1 1,0 1 0,1-1 0,-1 0 0,0 1 0,0-1 0,1 1 0,-1-1-1,1 0 1,-1 1 0,0-1 0,1 0 0,-1 1 0,1-1 0,-1 0 0,1 0-1,-1 1 1,0-1 0,1 0 0,-1 0 0,1 0 0,-1 0 0,1 0 0,1 0-1,25-2-8838,-2-3 3841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4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212 193 1204,'-5'-3'684,"0"0"1,1 1-1,-1-1 1,0 1-1,0 0 0,-1 0 1,1 0-1,0 1 0,0 0 1,-1 0-1,1 0 1,-1 1-1,1 0 0,-1 0 1,1 0-1,-1 1 0,1 0 1,-1 0-1,1 0 0,0 0 1,-10 5-1,8-2-225,1 0 1,0 0-1,0 1 0,0 0 0,0 0 0,1 1 1,-1-1-1,1 1 0,1 0 0,-7 11 0,8-14-297,1 1 0,0-1-1,0 1 1,1-1-1,-1 1 1,1 0-1,-1 0 1,1 0-1,1 0 1,-1 0-1,0 0 1,1 0 0,0 0-1,0 0 1,0 0-1,0 0 1,1 0-1,-1 0 1,1 0-1,0-1 1,0 1-1,3 5 1,-2-7-101,1 1 1,0 0-1,0-1 1,0 1-1,0-1 1,0 0-1,0 0 1,1 0-1,-1-1 1,1 1-1,-1-1 1,1 1-1,0-1 1,-1-1-1,8 2 1,60 4 394,-35-6-336,1-2-1,59-11 0,-77 9-142,0-1-1,0-1 0,-1-1 1,1 0-1,-1-1 0,28-18 1,-42 24 43,1-1 1,-1 0-1,0-1 1,0 1-1,0-1 0,0 0 1,0 0-1,-1 0 1,0 0-1,0 0 1,0-1-1,0 0 1,-1 1-1,0-1 1,0 0-1,0 0 0,0 0 1,-1-1-1,0 1 1,0 0-1,0-11 1,-2 10 85,1 0 1,-2 0-1,1 0 1,-1 0-1,0 0 1,0 0-1,-1 0 0,1 0 1,-1 1-1,-1-1 1,1 1-1,-1 0 1,0 0-1,0 0 1,0 1-1,-1-1 1,1 1-1,-10-6 1,-3-2 70,-1 2 1,0 0 0,0 1 0,-1 1 0,0 0-1,0 1 1,-1 2 0,1 0 0,-2 1-1,1 1 1,0 0 0,0 2 0,-28 1 0,47 0-264,-1 0 0,1 0 1,-1 0-1,0 0 1,1 0-1,-1 1 1,1-1-1,-1 0 0,1 1 1,-1-1-1,1 1 1,0 0-1,-1-1 1,1 1-1,0 0 1,-1 0-1,1 0 0,0 0 1,0 0-1,0 0 1,0 0-1,-1 1 1,1 0-46,1-1 1,0 0 0,0 0-1,0 0 1,0 1 0,0-1 0,1 0-1,-1 0 1,0 0 0,1 0 0,-1 1-1,0-1 1,1 0 0,-1 0-1,1 0 1,0 0 0,-1 0 0,1 0-1,0 0 1,0 0 0,1 1 0,4 4-1093,0 0 1,1 0-1,0 0 1,1-1 0,-1 0-1,14 6 1,15 6-5675,1-1 523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1.9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168 22 1676,'0'0'1885,"-3"-21"17357,-2 28-18828,-80 116 4302,69-97-4397,1 1-1,-22 54 1,36-80-435,0 1-1,1-1 0,-1 0 0,0 0 0,1 0 1,-1 1-1,1-1 0,0 0 0,-1 1 0,1-1 1,0 0-1,0 1 0,0-1 0,0 0 0,0 1 1,0-1-1,0 0 0,0 1 0,1-1 0,-1 0 1,0 1-1,1-1 0,-1 0 0,1 0 0,-1 1 1,1-1-1,0 0 0,0 0 0,-1 0 0,1 0 1,0 0-1,0 0 0,0 0 0,0 0 0,0 0 1,0 0-1,0-1 0,1 1 0,-1 0 1,0-1-1,0 1 0,0-1 0,1 1 0,-1-1 1,0 0-1,1 1 0,2-1 0,4 0-1353,-1 0 0,1 0 1,0-1-1,0 0 0,0 0 0,-1-1 0,9-2 0,34-13-5010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2.2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0 1596 0 0,'-13'53'14418'0'0,"8"-35"-12069"0"0,-1 0-1 0 0,0 0 1 0 0,-14 25-1 0 0,11-24-842 0 0,0 1 1 0 0,-9 32-1 0 0,4-7-574 0 0,9-31-659 0 0,1-1-1 0 0,0 1 1 0 0,1 0-1 0 0,1 1 1 0 0,0-1-1 0 0,0 18 1 0 0,2-31-327 0 0,-1 0-1 0 0,1 0 1 0 0,0 0-1 0 0,0 0 1 0 0,0 0-1 0 0,0 0 1 0 0,1 0-1 0 0,-1 1 1 0 0,0-1-1 0 0,0 0 1 0 0,1 0-1 0 0,-1 0 1 0 0,1 0-1 0 0,-1 0 1 0 0,1 0-1 0 0,-1 0 1 0 0,1 0-1 0 0,-1 0 1 0 0,1-1-1 0 0,0 1 1 0 0,0 1-1 0 0,11-2-2204 0 0,-10 0 1669 0 0,1 0-1612 0 0,2-3-593 0 0,0 1 1793 0 0,13-9-2841 0 0,-5 0-3078 0 0,-5 0 197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3.0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60 0 708,'0'0'21791,"-26"13"-17224,-3 23 434,28-34-4566,0-1-207,-2 5-354,11-17-766,-7 10 403,0 0 0,0 0 0,0-1 0,0 1-1,1 0 1,-1 0 0,0 0 0,1 1 0,-1-1-1,0 0 1,1 1 0,-1-1 0,1 0 0,0 1 0,-1 0-1,3-1 1,-1 1-1790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3.8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140 22 796 0 0,'0'0'8670'0'0,"-5"-13"-3823"0"0,5 12-4610 0 0,0 1 0 0 0,-1 0 1 0 0,1-1-1 0 0,0 1 0 0 0,0 0 1 0 0,0-1-1 0 0,0 1 0 0 0,0-1 1 0 0,0 1-1 0 0,0 0 0 0 0,-1-1 1 0 0,1 1-1 0 0,0 0 1 0 0,0 0-1 0 0,-1-1 0 0 0,1 1 1 0 0,0 0-1 0 0,0-1 0 0 0,-1 1 1 0 0,1 0-1 0 0,0 0 0 0 0,-1 0 1 0 0,1-1-1 0 0,0 1 0 0 0,-1 0 1 0 0,1 0-1 0 0,0 0 1 0 0,-1 0-1 0 0,1-1 0 0 0,0 1 1 0 0,-1 0-1 0 0,1 0 0 0 0,-1 0 1 0 0,1 0-1 0 0,0 0 0 0 0,-1 0 1 0 0,1 0-1 0 0,0 0 0 0 0,-1 0 1 0 0,0 1-1 0 0,-12 14 393 0 0,0 0-1 0 0,1 1 1 0 0,1 1-1 0 0,0 0 1 0 0,2 0-1 0 0,-1 1 1 0 0,2 1 0 0 0,1-1-1 0 0,0 1 1 0 0,1 1-1 0 0,1-1 1 0 0,-2 23-1 0 0,6-38-616 0 0,0 0-1 0 0,0 0 1 0 0,1 0 0 0 0,0 0-1 0 0,0 0 1 0 0,0 0-1 0 0,0 0 1 0 0,0-1-1 0 0,1 1 1 0 0,0 0-1 0 0,0 0 1 0 0,0 0-1 0 0,0 0 1 0 0,1 0 0 0 0,-1-1-1 0 0,1 1 1 0 0,0-1-1 0 0,0 1 1 0 0,0-1-1 0 0,0 0 1 0 0,1 0-1 0 0,0 0 1 0 0,-1 0 0 0 0,1 0-1 0 0,5 3 1 0 0,0-1 6 0 0,0-1 0 0 0,1 0 1 0 0,-1 0-1 0 0,1-1 0 0 0,0-1 0 0 0,0 1 1 0 0,0-1-1 0 0,0-1 0 0 0,1 0 1 0 0,10 1-1 0 0,21-2-544 0 0,1-1 0 0 0,0-2 0 0 0,-1-2 1 0 0,43-11-1 0 0,-72 11-3216 0 0,-19 0-5070 0 0,-9 2 408 0 0,12 2 9153 0 0,-3 0-6340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5.3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435 161 132 0 0,'10'-12'3328'0'0,"-7"1"4400"0"0,-4 8-7333 0 0,0 1 0 0 0,0-1 0 0 0,-1 0 0 0 0,1 1 0 0 0,-1-1 0 0 0,1 1 0 0 0,-1-1 0 0 0,0 1-1 0 0,0 0 1 0 0,-1 0 0 0 0,1-1 0 0 0,0 2 0 0 0,-1-1 0 0 0,1 0 0 0 0,-1 0 0 0 0,1 1 0 0 0,-1-1 0 0 0,-5-1 0 0 0,1 1-13 0 0,1 1 0 0 0,-1-1 1 0 0,0 1-1 0 0,0 0 1 0 0,0 1-1 0 0,0 0 0 0 0,1 0 1 0 0,-9 1-1 0 0,-11 3 393 0 0,1 1 0 0 0,0 2 1 0 0,-41 15-1 0 0,50-15-425 0 0,0 0 0 0 0,0 1-1 0 0,1 0 1 0 0,0 1 0 0 0,1 1 0 0 0,0 0 0 0 0,0 1 0 0 0,1 1 0 0 0,-12 13 0 0 0,22-21-277 0 0,-1 0-1 0 0,1 0 1 0 0,0 0-1 0 0,0 1 1 0 0,0-1-1 0 0,0 1 1 0 0,1 0 0 0 0,0 0-1 0 0,0 0 1 0 0,0 0-1 0 0,1 0 1 0 0,-1 0-1 0 0,1 0 1 0 0,1 0 0 0 0,-1 1-1 0 0,1-1 1 0 0,0 0-1 0 0,0 1 1 0 0,0-1-1 0 0,1 0 1 0 0,-1 1-1 0 0,2-1 1 0 0,-1 0 0 0 0,0 0-1 0 0,1 0 1 0 0,0 0-1 0 0,0 0 1 0 0,0 0-1 0 0,1-1 1 0 0,0 1 0 0 0,0-1-1 0 0,0 1 1 0 0,4 3-1 0 0,5 5-16 0 0,0-2-1 0 0,1 1 0 0 0,0-2 1 0 0,1 0-1 0 0,0 0 1 0 0,1-2-1 0 0,0 0 1 0 0,0 0-1 0 0,28 9 0 0 0,3-2-161 0 0,1-2 0 0 0,55 9 0 0 0,-48-14-298 0 0,0-1 0 0 0,0-3 1 0 0,80-4-1 0 0,-105-2 64 0 0,0-2 1 0 0,0 0-1 0 0,0-2 1 0 0,-1-1-1 0 0,1-2 1 0 0,-2 0-1 0 0,0-2 1 0 0,31-17-1 0 0,-51 24 282 0 0,-1 0 0 0 0,1 0 0 0 0,-1-1-1 0 0,0 0 1 0 0,-1 0 0 0 0,1 0 0 0 0,-1-1 0 0 0,0 0-1 0 0,0 0 1 0 0,-1 0 0 0 0,0-1 0 0 0,0 1 0 0 0,0-1 0 0 0,-1 0-1 0 0,0 0 1 0 0,0-1 0 0 0,-1 1 0 0 0,0 0 0 0 0,0-1-1 0 0,-1 1 1 0 0,1-12 0 0 0,-1 8 85 0 0,-2 1 0 0 0,1 0 0 0 0,-1 0 1 0 0,-1 0-1 0 0,0 0 0 0 0,0 0 0 0 0,-1 1 0 0 0,0-1 0 0 0,-1 1 0 0 0,0 0 1 0 0,0-1-1 0 0,-1 2 0 0 0,-1-1 0 0 0,1 1 0 0 0,-1-1 0 0 0,-9-8 0 0 0,-4-2 102 0 0,-2 1-1 0 0,0 1 1 0 0,-1 1-1 0 0,-1 1 1 0 0,0 1-1 0 0,-1 1 1 0 0,-1 1-1 0 0,0 1 1 0 0,0 1-1 0 0,-1 1 1 0 0,0 1-1 0 0,-1 2 0 0 0,1 0 1 0 0,-1 2-1 0 0,-1 1 1 0 0,1 1-1 0 0,0 2 1 0 0,-31 3-1 0 0,53-3-258 0 0,1 0-1 0 0,0 1 1 0 0,0-1-1 0 0,0 1 1 0 0,0 0 0 0 0,0 0-1 0 0,0 1 1 0 0,0-1-1 0 0,1 1 1 0 0,-1 0-1 0 0,0 0 1 0 0,1 0 0 0 0,-1 1-1 0 0,1-1 1 0 0,0 1-1 0 0,0 0 1 0 0,0 0-1 0 0,0 0 1 0 0,0 0-1 0 0,1 0 1 0 0,-3 5-1 0 0,3-5-283 0 0,1-1-1 0 0,1 1 0 0 0,-1 0 0 0 0,0 0 0 0 0,1 0 0 0 0,-1-1 0 0 0,1 1 1 0 0,0 0-1 0 0,0 0 0 0 0,0 0 0 0 0,0 0 0 0 0,1 4 0 0 0,1-1-746 0 0,-1-1 0 0 0,1 0 0 0 0,0 0 0 0 0,0-1 0 0 0,1 1 0 0 0,-1 0 0 0 0,1-1 0 0 0,3 6 0 0 0,13 11-4282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6.1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29 200,'0'0'1337,"5"-2"-639,8-5-437,30-13 15597,-49 28-11771,-34 42-1876,-46 77 1302,76-108-3604,0 0 0,1 1 0,0 0 0,2 0 0,-5 23 0,11-41-179,0 0 1,1 1-1,0-1 0,0 1 0,0-1 0,0 1 1,0-1-1,0 0 0,1 1 0,-1-1 0,1 1 1,-1-1-1,2 4 0,7 2-4063,4-5-3676,5-4 1541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88 31 1260 0 0,'5'-20'6315'0'0,"-7"9"7817"0"0,-9 30-13244 0 0,1 1 0 0 0,1 0 0 0 0,0 0 0 0 0,2 1 0 0 0,0 0 0 0 0,1 0 0 0 0,-4 33 0 0 0,-4 7 127 0 0,11-44-1101 0 0,1 1-1 0 0,1-1 1 0 0,0 1-1 0 0,2 19 1 0 0,0-4-3298 0 0,0-20 2104 0 0,0-12 477 0 0,-1 1 0 0 0,1-1-1 0 0,-1 0 1 0 0,1 0 0 0 0,0 0 0 0 0,-1 0 0 0 0,1 1 0 0 0,0-1 0 0 0,0 0 0 0 0,0 0 0 0 0,-1-1 0 0 0,1 1-1 0 0,0 0 1 0 0,0 0 0 0 0,1 0 0 0 0,1 1 0 0 0,9 2-5426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6.8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11 1024 0 0,'0'0'8814'0'0,"-6"-1"-6932"0"0,-1-2-1222 0 0,-4 0 38 0 0,-2 0 4948 0 0,9 7-5032 0 0,0 1 0 0 0,0 0 0 0 0,0 1 0 0 0,0-1 0 0 0,1 0-1 0 0,0 1 1 0 0,0 0 0 0 0,-3 9 0 0 0,4-9-758 0 0,-3 19-2875 0 0,6-25 2770 0 0,-1 1-1 0 0,0-1 1 0 0,0 1 0 0 0,0-1 0 0 0,1 1 0 0 0,-1-1 0 0 0,0 1 0 0 0,0-1 0 0 0,1 1 0 0 0,-1-1 0 0 0,0 0 0 0 0,1 1 0 0 0,-1-1-1 0 0,1 0 1 0 0,-1 1 0 0 0,1-1 0 0 0,-1 0 0 0 0,0 1 0 0 0,1-1 0 0 0,-1 0 0 0 0,1 0 0 0 0,-1 1 0 0 0,1-1 0 0 0,-1 0 0 0 0,1 0 0 0 0,-1 0-1 0 0,1 0 1 0 0,0 0 0 0 0,-1 0 0 0 0,1 0 0 0 0,-1 0 0 0 0,1 0 0 0 0,-1 0 0 0 0,1 0 0 0 0,-1 0 0 0 0,1 0 0 0 0,-1 0 0 0 0,1 0-1 0 0,-1-1 1 0 0,1 1 0 0 0,-1 0 0 0 0,1 0 0 0 0,-1-1 0 0 0,1 1 0 0 0,-1 0 0 0 0,1-1 0 0 0,16-5-5026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2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178 0 424 0 0,'-8'1'1384'0'0,"0"1"0"0"0,0 0 0 0 0,0 0 0 0 0,0 0 0 0 0,0 1 1 0 0,1 1-1 0 0,-1-1 0 0 0,1 1 0 0 0,0 0 0 0 0,0 1 0 0 0,1 0 0 0 0,-10 7 0 0 0,6-2 25 0 0,0 0 0 0 0,1 1 0 0 0,0 0 0 0 0,1 0 0 0 0,0 1 0 0 0,-9 18 0 0 0,17-28-1343 0 0,0-1 0 0 0,0 0 0 0 0,0 0 0 0 0,0 0 0 0 0,0 1 0 0 0,0-1 1 0 0,0 0-1 0 0,1 0 0 0 0,-1 0 0 0 0,1 0 0 0 0,-1 1 0 0 0,1-1 0 0 0,-1 0 0 0 0,1 0 0 0 0,0 0 0 0 0,-1 0 0 0 0,1 0 1 0 0,0 0-1 0 0,0-1 0 0 0,1 3 0 0 0,19 16 645 0 0,-11-13-572 0 0,1 0-1 0 0,0-1 0 0 0,1-1 0 0 0,-1 1 1 0 0,1-2-1 0 0,0 0 0 0 0,18 2 0 0 0,-3 1 48 0 0,17 4-686 0 0,0-2 0 0 0,1-3 0 0 0,0-1 0 0 0,47-2 0 0 0,-50-6-5838 0 0,-39 4 2091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2T18:48:37.46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227 5 228 0 0,'-2'-1'616'0'0,"0"0"0"0"0,0 0 0 0 0,0 1-1 0 0,0-1 1 0 0,0 1 0 0 0,-1 0 0 0 0,1-1 0 0 0,0 1 0 0 0,0 0 0 0 0,0 0-1 0 0,0 0 1 0 0,0 1 0 0 0,-1-1 0 0 0,1 0 0 0 0,-3 2 0 0 0,2-1-116 0 0,0 1 0 0 0,0-1 1 0 0,0 1-1 0 0,0 0 1 0 0,1 0-1 0 0,-1 0 1 0 0,0 0-1 0 0,1 0 0 0 0,-3 4 1 0 0,-4 6 333 0 0,0 0 1 0 0,1 1-1 0 0,-11 24 0 0 0,6-12 406 0 0,-5 13-529 0 0,2 1-1 0 0,1 0 1 0 0,2 1 0 0 0,2 1-1 0 0,1 0 1 0 0,-6 62 0 0 0,15-91-977 0 0,0 1 1 0 0,1 0 0 0 0,0-1-1 0 0,3 18 1 0 0,-3-26-171 0 0,1 0 0 0 0,0 0 1 0 0,0-1-1 0 0,1 1 0 0 0,-1 0 1 0 0,1 0-1 0 0,3 6 0 0 0,-4-9-102 0 0,1 1 0 0 0,-1-1 0 0 0,0 0 0 0 0,0 1 0 0 0,0-1-1 0 0,1 0 1 0 0,-1 0 0 0 0,1 0 0 0 0,-1 0 0 0 0,1 0 0 0 0,-1 0 0 0 0,1 0 0 0 0,0-1-1 0 0,-1 1 1 0 0,1-1 0 0 0,0 1 0 0 0,-1-1 0 0 0,3 1 0 0 0,15-1-4859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2T18:48:37.9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7 1628,'0'0'11721,"1"-1"-11561,-1 1 0,1-1 0,-1 1 0,1-1 0,-1 1 0,1 0 0,-1-1 0,1 1 0,-1 0 0,1-1 0,0 1 0,-1 0 0,1 0 0,0-1 0,-1 1 0,1 0 0,0 0 0,-1 0 0,1 0 0,0 0 0,-1 0 0,1 0 0,0 0 1,-1 0-1,1 0 0,1 1 0,172 84 5835,-172-84-5923,1 0-1,-1 0 0,1 1 0,-1-1 0,0 1 0,0 0 0,0-1 0,0 1 0,0 0 0,0 0 0,0 0 0,-1 1 0,1-1 0,-1 0 0,1 1 0,-1-1 0,0 1 0,0-1 0,0 1 0,0 0 0,0 5 0,-1-5 151,0 1 0,-1 0 1,1 0-1,-1 0 0,0 0 1,0-1-1,-1 1 1,1 0-1,-1-1 0,1 1 1,-1-1-1,0 0 0,-4 6 1,-8 6 662,1 0 0,-2-1 1,0-1-1,-25 18 0,29-23-885,-59 49 0,66-53 0,-1 1 0,1 0 0,0 0 0,0 0 0,0 0 0,1 1 0,0 0 0,0 0 0,0-1 0,1 1 0,-2 8 0,3-11 0,1-1 0,0 0 0,0 0 0,0 0 0,0 1 0,1-1 0,-1 0 0,0 0 0,1 0 0,-1 0 0,1 0 0,0 0 0,0 0 0,0 0 0,0 0 0,0 0 0,0 0 0,1 0 0,-1-1 0,1 1 0,-1 0 0,1-1 0,-1 1 0,1-1 0,0 0 0,0 0 0,0 0 0,-1 1 0,1-2 0,0 1 0,4 1 0,6 3 0,0-1 0,0 0 0,26 3 0,-25-5 0,76 12 0,0-5 0,1-3 0,150-11 0,-229 3 16,-7 1-25,-1 0 0,1 1 0,0-1 0,0 1 0,0 0 0,0 0 0,0 0 0,0 1 0,0-1 0,4 2 0,-10-1-160,-1-1-1,0 1 1,0 0-1,0-1 0,0 1 1,1 0-1,-1 1 0,0-1 1,-3 2-1,-8 4-498,-65 22-4671,2 0-6839,40-13 4980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0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253 40 592 0 0,'0'0'26722'0'0,"-35"-24"-22699"0"0,27 20-3611 0 0,5 2-356 0 0,1 1 1 0 0,0 0-1 0 0,-1 0 1 0 0,1 0-1 0 0,0 0 1 0 0,-1 0 0 0 0,0 0-1 0 0,1 0 1 0 0,-1 1-1 0 0,1-1 1 0 0,-1 1 0 0 0,0 0-1 0 0,1 0 1 0 0,-1 0-1 0 0,0 0 1 0 0,1 0-1 0 0,-4 1 1 0 0,-1 1-57 0 0,-1-1 0 0 0,0 1 0 0 0,1 0 0 0 0,-1 1 0 0 0,1 0 0 0 0,-1 0 0 0 0,1 1 0 0 0,0 0 0 0 0,1 0 0 0 0,-1 1 0 0 0,1-1 0 0 0,0 1 0 0 0,0 1 0 0 0,0-1 0 0 0,1 1 0 0 0,-1 0 0 0 0,2 0 0 0 0,-6 8 0 0 0,6-8 0 0 0,0 0 0 0 0,1 0 0 0 0,-1 1 0 0 0,1-1 0 0 0,1 1 0 0 0,-1 0 0 0 0,1 0 0 0 0,0 0 0 0 0,0 0 0 0 0,1 0 0 0 0,0 0 0 0 0,1 0 0 0 0,-1 1 0 0 0,1-1 0 0 0,1 0 0 0 0,-1 0 0 0 0,1 1 0 0 0,1-1 0 0 0,3 13 0 0 0,-3-14 0 0 0,1 0 0 0 0,0 0 0 0 0,0 0 0 0 0,0 0 0 0 0,1-1 0 0 0,0 1 0 0 0,0-1 0 0 0,0 0 0 0 0,1 0 0 0 0,-1 0 0 0 0,1-1 0 0 0,0 0 0 0 0,1 0 0 0 0,8 5 0 0 0,-9-6 0 0 0,1-1 0 0 0,-1 0 0 0 0,0-1 0 0 0,1 1 0 0 0,-1-1 0 0 0,1 0 0 0 0,-1-1 0 0 0,1 1 0 0 0,0-1 0 0 0,-1 0 0 0 0,1-1 0 0 0,-1 1 0 0 0,1-1 0 0 0,-1 0 0 0 0,1 0 0 0 0,-1-1 0 0 0,1 0 0 0 0,5-3 0 0 0,-4 2 0 0 0,1 0 0 0 0,-1-1 0 0 0,0 0 0 0 0,0 0 0 0 0,-1 0 0 0 0,1-1 0 0 0,-1 0 0 0 0,0-1 0 0 0,0 0 0 0 0,-1 1 0 0 0,0-2 0 0 0,0 1 0 0 0,0 0 0 0 0,-1-1 0 0 0,0 0 0 0 0,0 0 0 0 0,-1-1 0 0 0,0 1 0 0 0,0 0 0 0 0,0-1 0 0 0,-1 0 0 0 0,0 0 0 0 0,-1 0 0 0 0,0 0 0 0 0,0-14 0 0 0,-1 16 0 0 0,-1-1 0 0 0,0 0 0 0 0,-1 1 0 0 0,1-1 0 0 0,-1 1 0 0 0,0-1 0 0 0,-1 1 0 0 0,0 0 0 0 0,0 0 0 0 0,0 0 0 0 0,0 0 0 0 0,-1 1 0 0 0,0-1 0 0 0,-1 1 0 0 0,1 0 0 0 0,-1 0 0 0 0,0 1 0 0 0,0-1 0 0 0,0 1 0 0 0,-1 0 0 0 0,1 0 0 0 0,-1 1 0 0 0,0 0 0 0 0,-10-4 0 0 0,9 4 0 0 0,-1 1 0 0 0,1 0-44 0 0,5 3-2127 0 0,-1 0 4191 0 0,1 0-1812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18 1484 0 0,'-5'-2'792'0'0,"-15"-2"28674"0"0,24 5-28800 0 0,12 4-622 0 0,-1-1 0 0 0,1-1 0 0 0,-1 0-1 0 0,1-1 1 0 0,0-1 0 0 0,30-2 0 0 0,123-24 8 0 0,-162 24-52 0 0,-1 1-186 0 0,-4 0-890 0 0,1-3-1031 0 0,-1 3 2039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2 364 0 0,'-16'-1'6402'0'0,"6"0"494"0"0,10 1-6685 0 0,-1 0-1 0 0,1 1 1 0 0,-1-1-1 0 0,0 0 1 0 0,1 0 0 0 0,-1 0-1 0 0,1 0 1 0 0,-1 0 0 0 0,1 0-1 0 0,-1 1 1 0 0,1-1 0 0 0,-1 0-1 0 0,1 1 1 0 0,-1-1 0 0 0,1 0-1 0 0,-1 1 1 0 0,1-1-1 0 0,0 0 1 0 0,-1 1 0 0 0,1-1-1 0 0,-1 1 1 0 0,1-1 0 0 0,0 1-1 0 0,0-1 1 0 0,-1 0 0 0 0,1 1-1 0 0,0 0 1 0 0,0-1 0 0 0,-1 1-1 0 0,1-1 1 0 0,0 1-1 0 0,0-1 1 0 0,0 1 0 0 0,0-1-1 0 0,0 1 1 0 0,0 0 0 0 0,15 18 3039 0 0,-9-15-3003 0 0,-1-1 0 0 0,0 0 0 0 0,1 1 0 0 0,0-2 0 0 0,0 1 0 0 0,9 2-1 0 0,42 1 576 0 0,-33-4-794 0 0,0 1 0 0 0,30 8 0 0 0,-54-11 2 0 0,1 0 0 0 0,-1 0-1 0 0,0 0 1 0 0,1 0-1 0 0,-1 0 1 0 0,0 0-1 0 0,0 0 1 0 0,1 1-1 0 0,-1-1 1 0 0,0 0-1 0 0,0 0 1 0 0,0 0-1 0 0,1 0 1 0 0,-1 1-1 0 0,0-1 1 0 0,0 0-1 0 0,0 0 1 0 0,1 1-1 0 0,-1-1 1 0 0,0 0-1 0 0,0 0 1 0 0,0 1-1 0 0,0-1 1 0 0,0 0-1 0 0,0 0 1 0 0,0 1-1 0 0,0-1 1 0 0,0 0-1 0 0,1 0 1 0 0,-1 1-1 0 0,0-1 1 0 0,0 0-1 0 0,0 1 1 0 0,-1-1-1 0 0,1 0 1 0 0,0 0-1 0 0,0 1 1 0 0,0-1-1 0 0,0 0 1 0 0,0 0-1 0 0,0 1 1 0 0,0-1-1 0 0,0 0 1 0 0,0 0-1 0 0,-1 1 1 0 0,1-1-1 0 0,0 0 1 0 0,0 1-1 0 0,-17 17 1332 0 0,-23 14 977 0 0,38-31-2161 0 0,-9 8-60 0 0,7-5-119 0 0,1-2 1 0 0,-1 1 0 0 0,0 0-1 0 0,1-1 1 0 0,-1 0 0 0 0,-1 1 0 0 0,1-2-1 0 0,-5 3 1 0 0,7-2 1 0 0,5-1-467 0 0,1-1 0 0 0,-1 0-1 0 0,0 0 1 0 0,0 0 0 0 0,0 0 0 0 0,0 0 0 0 0,1-1-1 0 0,-1 1 1 0 0,0-1 0 0 0,0 0 0 0 0,0 0 0 0 0,0 0-1 0 0,4-2 1 0 0,4-2-3196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1280 0 0,'0'0'15967'0'0,"3"4"-15306"0"0,0 0-122 0 0,-1 1 0 0 0,1 0 0 0 0,-1 0 0 0 0,0 0 0 0 0,0 0 0 0 0,0 0 0 0 0,-1 1 0 0 0,0-1 1 0 0,0 0-1 0 0,0 11 0 0 0,-7 60 2234 0 0,2-48-2125 0 0,-12 64 1643 0 0,-4 148 1 0 0,20-223-2138 0 0,1 0 0 0 0,1-1 0 0 0,0 1 1 0 0,1-1-1 0 0,8 27 0 0 0,-7-34-154 0 0,1-1 0 0 0,-4 0 0 0 0,-12-41-2624 0 0,7 24 1423 0 0,1 0 0 0 0,0 0 0 0 0,0-1-1 0 0,1 1 1 0 0,0 0 0 0 0,0-14 0 0 0,2-16-9552 0 0,0 15 4579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1356 0 0,'-9'60'12443'0'0,"1"-16"-8157"0"0,1 200 4943 0 0,7-201-8165 0 0,-8 58 1782 0 0,6-75-5864 0 0,17-58-3387 0 0,-3 7-4370 0 0,-5 9 4573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5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1 484 0 0,'0'0'10118'0'0,"-1"22"-5049"0"0,4 56-60 0 0,-13 43-1652 0 0,1-21-1710 0 0,6-53-911 0 0,0-8-47 0 0,2 1 0 0 0,1 0-1 0 0,7 42 1 0 0,-6-75-594 0 0,-1-4-17 0 0,1 0 0 0 0,-1 0 0 0 0,1 0 0 0 0,0 0 0 0 0,-1 0 0 0 0,2 0 0 0 0,-1 0 1 0 0,0 0-1 0 0,4 5 0 0 0,-5-7 1 0 0,9-24-3717 0 0,-11-23-1929 0 0,1 1 103 0 0,3 15-934 0 0,-1 10 1303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6.1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0 268 0 0,'0'0'10714'0'0,"17"50"-3921"0"0,-22 30-3737 0 0,-22 130-1 0 0,10-105-1239 0 0,7-55-175 0 0,10-49-245 0 0,2-4-6591 0 0,4-10 3892 0 0,-4 10-259 0 0,0-11-4256 0 0,-1 10 377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5.9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1732 0 0,'0'0'21244'0'0,"-12"23"-18612"0"0,9-5-1878 0 0,0-1 1 0 0,2 1 0 0 0,0 0-1 0 0,1-1 1 0 0,0 1 0 0 0,6 29-1 0 0,0 36 1123 0 0,-6 64-1877 0 0,1-139 0 0 0,2 0-17 0 0,-2-7-247 0 0,1-4-2233 0 0,2-6 1104 0 0,0 0 0 0 0,-1-1-1 0 0,0 0 1 0 0,-1 1 0 0 0,2-12 0 0 0,2-29-9161 0 0,-5 24 4326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6.7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0 115 548 0 0,'2'-3'17848'0'0,"8"-13"-17068"0"0,3 10-194 0 0,120-54 2318 0 0,-117 54-2670 0 0,1 0 0 0 0,0 1 0 0 0,0 1 0 0 0,1 1 1 0 0,-1 0-1 0 0,20 0 0 0 0,-36 3-187 0 0,0 0 1 0 0,0 1 0 0 0,0-1-1 0 0,-1 0 1 0 0,1 0-1 0 0,0 1 1 0 0,0-1-1 0 0,0 1 1 0 0,0-1 0 0 0,-1 1-1 0 0,1-1 1 0 0,0 1-1 0 0,-1-1 1 0 0,1 1-1 0 0,0-1 1 0 0,-1 1 0 0 0,1 0-1 0 0,0 0 1 0 0,-1-1-1 0 0,1 1 1 0 0,-1 0-1 0 0,0 0 1 0 0,1-1 0 0 0,-1 1-1 0 0,1 0 1 0 0,-1 0-1 0 0,0 0 1 0 0,0 0-1 0 0,0 0 1 0 0,0 0 0 0 0,1 0-1 0 0,-1-1 1 0 0,0 1-1 0 0,0 0 1 0 0,0 0-1 0 0,-1 0 1 0 0,1 0 0 0 0,0 0-1 0 0,0 0 1 0 0,0 0-1 0 0,-1 1 1 0 0,-10 39 1354 0 0,10-37-1252 0 0,-9 17 332 0 0,0 1-1 0 0,-1-1 1 0 0,0-1-1 0 0,-25 31 1 0 0,24-36-124 0 0,0 2-1 0 0,1-1 1 0 0,1 2 0 0 0,1-1-1 0 0,0 1 1 0 0,-11 36 0 0 0,20-52-358 0 0,-1 0 0 0 0,0 1 0 0 0,1-1 0 0 0,0 0 0 0 0,0 0 0 0 0,-1 1 0 0 0,1-1 0 0 0,1 0 0 0 0,-1 0 0 0 0,0 1 0 0 0,0-1 0 0 0,1 0 0 0 0,0 0 0 0 0,-1 0 0 0 0,1 1 0 0 0,0-1 0 0 0,0 0 0 0 0,0 0 0 0 0,0 0 0 0 0,0 0 0 0 0,0-1 0 0 0,1 1 0 0 0,-1 0 0 0 0,1 0 0 0 0,-1-1 0 0 0,1 1 0 0 0,0-1 0 0 0,3 3 0 0 0,2-1 0 0 0,0 1 0 0 0,0-1 0 0 0,1-1 0 0 0,-1 1 0 0 0,1-1 0 0 0,9 1 0 0 0,-4 0 0 0 0,119 40 0 0 0,-125-40 0 0 0,0 1-89 0 0,-5-4-622 0 0,-2-11-5251 0 0,0 7 1578 0 0,0-13-11781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7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13 644 0 0,'0'0'5704'0'0,"-5"16"20660"0"0,35-12-26349 0 0,0-2 1 0 0,0-1-1 0 0,55-5 0 0 0,-16-1-21 0 0,-60 4 6 0 0,0 0 0 0 0,2 1 0 0 0,-4 0-222 0 0,-5-8-2893 0 0,-6-9-20130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50 1572 0 0,'2'-2'1874'0'0,"10"-17"13697"0"0,-8 15-12673 0 0,73-2 1832 0 0,35-5 1392 0 0,-68 4-6178 0 0,-43 7-349 0 0,-20 19-27641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1 188 0 0,'-4'8'9357'0'0,"-3"10"-192"0"0,9-14-8796 0 0,0 0 0 0 0,1-1 1 0 0,-1 0-1 0 0,1 1 1 0 0,-1-1-1 0 0,1 0 0 0 0,0 0 1 0 0,0-1-1 0 0,1 1 0 0 0,-1-1 1 0 0,0 1-1 0 0,1-1 1 0 0,-1 0-1 0 0,1 0 0 0 0,0 0 1 0 0,0-1-1 0 0,0 0 0 0 0,0 1 1 0 0,0-1-1 0 0,0-1 1 0 0,0 1-1 0 0,0 0 0 0 0,0-1 1 0 0,5 0-1 0 0,3 1 49 0 0,0 0 0 0 0,0-1 0 0 0,0-1 0 0 0,0 0 1 0 0,0 0-1 0 0,-1-1 0 0 0,17-5 0 0 0,-21 6 53 0 0,1 1-83 0 0,16-5-487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7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165 149 552 0 0,'0'0'26507'0'0,"-3"4"-25789"0"0,-11 11-182 0 0,0 1-1 0 0,1 1 0 0 0,1 0 1 0 0,-18 33-1 0 0,-31 84 1778 0 0,43-79-2313 0 0,18-48 0 0 0,0-7 0 0 0,0 1 0 0 0,0-1 0 0 0,0 0 0 0 0,0 1 0 0 0,0-1 0 0 0,1 0 0 0 0,-1 0 0 0 0,0 1 0 0 0,0-1 0 0 0,0 0 0 0 0,0 0 0 0 0,0 0 0 0 0,0 1 0 0 0,1-1 0 0 0,-1 0 0 0 0,0 0 0 0 0,0 1 0 0 0,0-1 0 0 0,1 0 0 0 0,-1 0 0 0 0,0 0 0 0 0,0 0 0 0 0,0 0 0 0 0,1 1 0 0 0,-1-1 0 0 0,0 0 0 0 0,0 0 0 0 0,1 0 0 0 0,-1 0 0 0 0,0 0 0 0 0,0 0 0 0 0,1 0 0 0 0,-1 0 0 0 0,0 0 0 0 0,1 0 0 0 0,-1 0 0 0 0,0 0 0 0 0,4-1 0 0 0,-1-1 0 0 0,1 0 0 0 0,-1 0 0 0 0,0 0 0 0 0,0-1 0 0 0,0 1 0 0 0,-1-1 0 0 0,1 1 0 0 0,0-1 0 0 0,-1 0 0 0 0,0 0 0 0 0,0 0 0 0 0,0 0 0 0 0,2-4 0 0 0,31-60 0 0 0,-25 45 0 0 0,63-160 0 0 0,-35 78 0 0 0,-30 94 0 0 0,-6 8 0 0 0,0 0 0 0 0,-1 0 0 0 0,1 0 0 0 0,0 0 0 0 0,-1 0 0 0 0,0 0 0 0 0,0 0 0 0 0,0-1 0 0 0,0 1 0 0 0,0 0 0 0 0,0-1 0 0 0,0 1 0 0 0,-1-1 0 0 0,1 1 0 0 0,-1-1 0 0 0,1-3 0 0 0,1 4 0 0 0,-1 7 0 0 0,0 0 0 0 0,0 0 0 0 0,-1 0 0 0 0,1 0 0 0 0,-1 0 0 0 0,0 0 0 0 0,0 0 0 0 0,-1 0 0 0 0,-2 10 0 0 0,1 9 0 0 0,5 14 0 0 0,10 42 0 0 0,-10-67 0 0 0,1 0 0 0 0,0-1 0 0 0,1 0 0 0 0,0 0 0 0 0,0 0 0 0 0,2-1 0 0 0,8 13 0 0 0,10 15 0 0 0,-23-30 0 0 0,1-2 0 0 0,1 1 0 0 0,-4-1 0 0 0,1 3 0 0 0,3-8-68 0 0,4-9-176 0 0,3-11-1012 0 0,-7-4-5913 0 0,-4 9-3652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1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1228 0 0,'-24'6'3341'0'0,"-11"6"8445"0"0,31-10-9262 0 0,3-1-1872 0 0,1-1 0 0 0,-1 1 0 0 0,1 0 1 0 0,-1 0-1 0 0,1 0 0 0 0,0 0 0 0 0,0 0 0 0 0,0 0 0 0 0,-1 0 1 0 0,1 0-1 0 0,0 0 0 0 0,0 0 0 0 0,0 0 0 0 0,0 0 0 0 0,1 0 0 0 0,-1 0 1 0 0,0 1-1 0 0,4 3 388 0 0,3-1-985 0 0,-1 0 0 0 0,1 0 0 0 0,0-1 0 0 0,0 0 0 0 0,1-1 0 0 0,-1 0 0 0 0,1 0 1 0 0,-1 0-1 0 0,1-1 0 0 0,-1 0 0 0 0,1 0 0 0 0,14-1 0 0 0,0-3 63 0 0,1 0 0 0 0,42-12 0 0 0,-16 2-79 0 0,-42 12-31 0 0,29-12-73 0 0,-35 12-540 0 0,9 6-2726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55 296 1812 0 0,'0'0'15870'0'0,"0"40"-9689"0"0,3-21-3488 0 0,1 0-1 0 0,13 35 1 0 0,-17-52-2074 0 0,1-1-443 0 0,-9-52-145 0 0,-4 16-31 0 0,-14-69 0 0 0,9 30 0 0 0,13 58 0 0 0,1 9 0 0 0,1 0 0 0 0,0 0 0 0 0,0-1 0 0 0,1 1 0 0 0,0 0 0 0 0,0-1 0 0 0,0 1 0 0 0,1-1 0 0 0,0 1 0 0 0,1-1 0 0 0,0 1 0 0 0,0 0 0 0 0,0-1 0 0 0,4-8 0 0 0,-4 14 0 0 0,1 0 0 0 0,-1-1 0 0 0,1 1 0 0 0,-1 0 0 0 0,1 1 0 0 0,0-1 0 0 0,-1 0 0 0 0,1 0 0 0 0,0 1 0 0 0,0-1 0 0 0,1 1 0 0 0,-1 0 0 0 0,0 0 0 0 0,0 0 0 0 0,1 0 0 0 0,-1 0 0 0 0,0 0 0 0 0,1 0 0 0 0,-1 1 0 0 0,6-1 0 0 0,50-1 0 0 0,-49 3 0 0 0,-4-1 0 0 0,1 0 0 0 0,0 1 0 0 0,-1 0 0 0 0,1 0 0 0 0,-1 0 0 0 0,1 0 0 0 0,9 5 0 0 0,-14-5 0 0 0,0 0 0 0 0,1 0 0 0 0,-1 0 0 0 0,1 0 0 0 0,-1 0 0 0 0,0 0 0 0 0,0 0 0 0 0,0 0 0 0 0,0 1 0 0 0,0-1 0 0 0,0 0 0 0 0,0 1 0 0 0,0-1 0 0 0,0 1 0 0 0,-1-1 0 0 0,1 1 0 0 0,0-1 0 0 0,-1 1 0 0 0,0 0 0 0 0,1-1 0 0 0,-1 1 0 0 0,0 0 0 0 0,0-1 0 0 0,0 1 0 0 0,0 0 0 0 0,0-1 0 0 0,0 1 0 0 0,0 0 0 0 0,0-1 0 0 0,-1 3 0 0 0,-2 8 0 0 0,1 1 0 0 0,-2-1 0 0 0,1 1 0 0 0,-2-1 0 0 0,0 0 0 0 0,0-1 0 0 0,-9 15 0 0 0,-4 1 0 0 0,11-16 0 0 0,0-1 0 0 0,1 1 0 0 0,0 1 0 0 0,-9 23 0 0 0,15-34 0 0 0,0 0 0 0 0,0 0 0 0 0,0 0 0 0 0,0 0 0 0 0,0 1 0 0 0,0-1 0 0 0,0 0 0 0 0,0 0 0 0 0,0 0 0 0 0,0 0 0 0 0,1 0 0 0 0,-1 0 0 0 0,0 0 0 0 0,1 0 0 0 0,-1 0 0 0 0,1 0 0 0 0,-1-1 0 0 0,1 1 0 0 0,-1 0 0 0 0,1 0 0 0 0,0 0 0 0 0,0 0 0 0 0,-1-1 0 0 0,1 1 0 0 0,0 0 0 0 0,0-1 0 0 0,0 1 0 0 0,-1-1 0 0 0,1 1 0 0 0,0-1 0 0 0,0 1 0 0 0,0-1 0 0 0,0 1 0 0 0,1-1 0 0 0,41 12 0 0 0,-35-11 0 0 0,60 19 0 0 0,-56-11 0 0 0,21 10 0 0 0,-9-7 0 0 0,-19-9 0 0 0,-1 2 0 0 0,2-1-204 0 0,-5-3-1023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0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253 40 592 0 0,'0'0'26722'0'0,"-35"-24"-22699"0"0,27 20-3611 0 0,5 2-356 0 0,1 1 1 0 0,0 0-1 0 0,-1 0 1 0 0,1 0-1 0 0,0 0 1 0 0,-1 0 0 0 0,0 0-1 0 0,1 0 1 0 0,-1 1-1 0 0,1-1 1 0 0,-1 1 0 0 0,0 0-1 0 0,1 0 1 0 0,-1 0-1 0 0,0 0 1 0 0,1 0-1 0 0,-4 1 1 0 0,-1 1-57 0 0,-1-1 0 0 0,0 1 0 0 0,1 0 0 0 0,-1 1 0 0 0,1 0 0 0 0,-1 0 0 0 0,1 1 0 0 0,0 0 0 0 0,1 0 0 0 0,-1 1 0 0 0,1-1 0 0 0,0 1 0 0 0,0 1 0 0 0,0-1 0 0 0,1 1 0 0 0,-1 0 0 0 0,2 0 0 0 0,-6 8 0 0 0,6-8 0 0 0,0 0 0 0 0,1 0 0 0 0,-1 1 0 0 0,1-1 0 0 0,1 1 0 0 0,-1 0 0 0 0,1 0 0 0 0,0 0 0 0 0,0 0 0 0 0,1 0 0 0 0,0 0 0 0 0,1 0 0 0 0,-1 1 0 0 0,1-1 0 0 0,1 0 0 0 0,-1 0 0 0 0,1 1 0 0 0,1-1 0 0 0,3 13 0 0 0,-3-14 0 0 0,1 0 0 0 0,0 0 0 0 0,0 0 0 0 0,0 0 0 0 0,1-1 0 0 0,0 1 0 0 0,0-1 0 0 0,0 0 0 0 0,1 0 0 0 0,-1 0 0 0 0,1-1 0 0 0,0 0 0 0 0,1 0 0 0 0,8 5 0 0 0,-9-6 0 0 0,1-1 0 0 0,-1 0 0 0 0,0-1 0 0 0,1 1 0 0 0,-1-1 0 0 0,1 0 0 0 0,-1-1 0 0 0,1 1 0 0 0,0-1 0 0 0,-1 0 0 0 0,1-1 0 0 0,-1 1 0 0 0,1-1 0 0 0,-1 0 0 0 0,1 0 0 0 0,-1-1 0 0 0,1 0 0 0 0,5-3 0 0 0,-4 2 0 0 0,1 0 0 0 0,-1-1 0 0 0,0 0 0 0 0,0 0 0 0 0,-1 0 0 0 0,1-1 0 0 0,-1 0 0 0 0,0-1 0 0 0,0 0 0 0 0,-1 1 0 0 0,0-2 0 0 0,0 1 0 0 0,0 0 0 0 0,-1-1 0 0 0,0 0 0 0 0,0 0 0 0 0,-1-1 0 0 0,0 1 0 0 0,0 0 0 0 0,0-1 0 0 0,-1 0 0 0 0,0 0 0 0 0,-1 0 0 0 0,0 0 0 0 0,0-14 0 0 0,-1 16 0 0 0,-1-1 0 0 0,0 0 0 0 0,-1 1 0 0 0,1-1 0 0 0,-1 1 0 0 0,0-1 0 0 0,-1 1 0 0 0,0 0 0 0 0,0 0 0 0 0,0 0 0 0 0,0 0 0 0 0,-1 1 0 0 0,0-1 0 0 0,-1 1 0 0 0,1 0 0 0 0,-1 0 0 0 0,0 1 0 0 0,0-1 0 0 0,0 1 0 0 0,-1 0 0 0 0,1 0 0 0 0,-1 1 0 0 0,0 0 0 0 0,-10-4 0 0 0,9 4 0 0 0,-1 1 0 0 0,1 0-44 0 0,5 3-2127 0 0,-1 0 4191 0 0,1 0-1812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5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18 1484 0 0,'-5'-2'792'0'0,"-15"-2"28674"0"0,24 5-28800 0 0,12 4-622 0 0,-1-1 0 0 0,1-1 0 0 0,-1 0-1 0 0,1-1 1 0 0,0-1 0 0 0,30-2 0 0 0,123-24 8 0 0,-162 24-52 0 0,-1 1-186 0 0,-4 0-890 0 0,1-3-1031 0 0,-1 3 2039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0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2 364 0 0,'-16'-1'6402'0'0,"6"0"494"0"0,10 1-6685 0 0,-1 0-1 0 0,1 1 1 0 0,-1-1-1 0 0,0 0 1 0 0,1 0 0 0 0,-1 0-1 0 0,1 0 1 0 0,-1 0 0 0 0,1 0-1 0 0,-1 1 1 0 0,1-1 0 0 0,-1 0-1 0 0,1 1 1 0 0,-1-1 0 0 0,1 0-1 0 0,-1 1 1 0 0,1-1-1 0 0,0 0 1 0 0,-1 1 0 0 0,1-1-1 0 0,-1 1 1 0 0,1-1 0 0 0,0 1-1 0 0,0-1 1 0 0,-1 0 0 0 0,1 1-1 0 0,0 0 1 0 0,0-1 0 0 0,-1 1-1 0 0,1-1 1 0 0,0 1-1 0 0,0-1 1 0 0,0 1 0 0 0,0-1-1 0 0,0 1 1 0 0,0 0 0 0 0,15 18 3039 0 0,-9-15-3003 0 0,-1-1 0 0 0,0 0 0 0 0,1 1 0 0 0,0-2 0 0 0,0 1 0 0 0,9 2-1 0 0,42 1 576 0 0,-33-4-794 0 0,0 1 0 0 0,30 8 0 0 0,-54-11 2 0 0,1 0 0 0 0,-1 0-1 0 0,0 0 1 0 0,1 0-1 0 0,-1 0 1 0 0,0 0-1 0 0,0 0 1 0 0,1 1-1 0 0,-1-1 1 0 0,0 0-1 0 0,0 0 1 0 0,0 0-1 0 0,1 0 1 0 0,-1 1-1 0 0,0-1 1 0 0,0 0-1 0 0,0 0 1 0 0,1 1-1 0 0,-1-1 1 0 0,0 0-1 0 0,0 0 1 0 0,0 1-1 0 0,0-1 1 0 0,0 0-1 0 0,0 0 1 0 0,0 1-1 0 0,0-1 1 0 0,0 0-1 0 0,1 0 1 0 0,-1 1-1 0 0,0-1 1 0 0,0 0-1 0 0,0 1 1 0 0,-1-1-1 0 0,1 0 1 0 0,0 0-1 0 0,0 1 1 0 0,0-1-1 0 0,0 0 1 0 0,0 0-1 0 0,0 1 1 0 0,0-1-1 0 0,0 0 1 0 0,0 0-1 0 0,-1 1 1 0 0,1-1-1 0 0,0 0 1 0 0,0 1-1 0 0,-17 17 1332 0 0,-23 14 977 0 0,38-31-2161 0 0,-9 8-60 0 0,7-5-119 0 0,1-2 1 0 0,-1 1 0 0 0,0 0-1 0 0,1-1 1 0 0,-1 0 0 0 0,-1 1 0 0 0,1-2-1 0 0,-5 3 1 0 0,7-2 1 0 0,5-1-467 0 0,1-1 0 0 0,-1 0-1 0 0,0 0 1 0 0,0 0 0 0 0,0 0 0 0 0,0 0 0 0 0,1-1-1 0 0,-1 1 1 0 0,0-1 0 0 0,0 0 0 0 0,0 0 0 0 0,0 0-1 0 0,4-2 1 0 0,4-2-3196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0 1280 0 0,'0'0'15967'0'0,"3"4"-15306"0"0,0 0-122 0 0,-1 1 0 0 0,1 0 0 0 0,-1 0 0 0 0,0 0 0 0 0,0 0 0 0 0,0 0 0 0 0,-1 1 0 0 0,0-1 1 0 0,0 0-1 0 0,0 11 0 0 0,-7 60 2234 0 0,2-48-2125 0 0,-12 64 1643 0 0,-4 148 1 0 0,20-223-2138 0 0,1 0 0 0 0,1-1 0 0 0,0 1 1 0 0,1-1-1 0 0,8 27 0 0 0,-7-34-154 0 0,1-1 0 0 0,-4 0 0 0 0,-12-41-2624 0 0,7 24 1423 0 0,1 0 0 0 0,0 0 0 0 0,0-1-1 0 0,1 1 1 0 0,0 0 0 0 0,0-14 0 0 0,2-16-9552 0 0,0 15 4579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4.8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 1 1356 0 0,'-9'60'12443'0'0,"1"-16"-8157"0"0,1 200 4943 0 0,7-201-8165 0 0,-8 58 1782 0 0,6-75-5864 0 0,17-58-3387 0 0,-3 7-4370 0 0,-5 9 4573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5.5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1 484 0 0,'0'0'10118'0'0,"-1"22"-5049"0"0,4 56-60 0 0,-13 43-1652 0 0,1-21-1710 0 0,6-53-911 0 0,0-8-47 0 0,2 1 0 0 0,1 0-1 0 0,7 42 1 0 0,-6-75-594 0 0,-1-4-17 0 0,1 0 0 0 0,-1 0 0 0 0,1 0 0 0 0,0 0 0 0 0,-1 0 0 0 0,2 0 0 0 0,-1 0 1 0 0,0 0-1 0 0,4 5 0 0 0,-5-7 1 0 0,9-24-3717 0 0,-11-23-1929 0 0,1 1 103 0 0,3 15-934 0 0,-1 10 1303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36.1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0 268 0 0,'0'0'10714'0'0,"17"50"-3921"0"0,-22 30-3737 0 0,-22 130-1 0 0,10-105-1239 0 0,7-55-175 0 0,10-49-245 0 0,2-4-6591 0 0,4-10 3892 0 0,-4 10-259 0 0,0-11-4256 0 0,-1 10 377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5.9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1732 0 0,'0'0'21244'0'0,"-12"23"-18612"0"0,9-5-1878 0 0,0-1 1 0 0,2 1 0 0 0,0 0-1 0 0,1-1 1 0 0,0 1 0 0 0,6 29-1 0 0,0 36 1123 0 0,-6 64-1877 0 0,1-139 0 0 0,2 0-17 0 0,-2-7-247 0 0,1-4-2233 0 0,2-6 1104 0 0,0 0 0 0 0,-1-1-1 0 0,0 0 1 0 0,-1 1 0 0 0,2-12 0 0 0,2-29-9161 0 0,-5 24 4326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6.7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0 115 548 0 0,'2'-3'17848'0'0,"8"-13"-17068"0"0,3 10-194 0 0,120-54 2318 0 0,-117 54-2670 0 0,1 0 0 0 0,0 1 0 0 0,0 1 0 0 0,1 1 1 0 0,-1 0-1 0 0,20 0 0 0 0,-36 3-187 0 0,0 0 1 0 0,0 1 0 0 0,0-1-1 0 0,-1 0 1 0 0,1 0-1 0 0,0 1 1 0 0,0-1-1 0 0,0 1 1 0 0,0-1 0 0 0,-1 1-1 0 0,1-1 1 0 0,0 1-1 0 0,-1-1 1 0 0,1 1-1 0 0,0-1 1 0 0,-1 1 0 0 0,1 0-1 0 0,0 0 1 0 0,-1-1-1 0 0,1 1 1 0 0,-1 0-1 0 0,0 0 1 0 0,1-1 0 0 0,-1 1-1 0 0,1 0 1 0 0,-1 0-1 0 0,0 0 1 0 0,0 0-1 0 0,0 0 1 0 0,0 0 0 0 0,1 0-1 0 0,-1-1 1 0 0,0 1-1 0 0,0 0 1 0 0,0 0-1 0 0,-1 0 1 0 0,1 0 0 0 0,0 0-1 0 0,0 0 1 0 0,0 0-1 0 0,-1 1 1 0 0,-10 39 1354 0 0,10-37-1252 0 0,-9 17 332 0 0,0 1-1 0 0,-1-1 1 0 0,0-1-1 0 0,-25 31 1 0 0,24-36-124 0 0,0 2-1 0 0,1-1 1 0 0,1 2 0 0 0,1-1-1 0 0,0 1 1 0 0,-11 36 0 0 0,20-52-358 0 0,-1 0 0 0 0,0 1 0 0 0,1-1 0 0 0,0 0 0 0 0,0 0 0 0 0,-1 1 0 0 0,1-1 0 0 0,1 0 0 0 0,-1 0 0 0 0,0 1 0 0 0,0-1 0 0 0,1 0 0 0 0,0 0 0 0 0,-1 0 0 0 0,1 1 0 0 0,0-1 0 0 0,0 0 0 0 0,0 0 0 0 0,0 0 0 0 0,0 0 0 0 0,0-1 0 0 0,1 1 0 0 0,-1 0 0 0 0,1 0 0 0 0,-1-1 0 0 0,1 1 0 0 0,0-1 0 0 0,3 3 0 0 0,2-1 0 0 0,0 1 0 0 0,0-1 0 0 0,1-1 0 0 0,-1 1 0 0 0,1-1 0 0 0,9 1 0 0 0,-4 0 0 0 0,119 40 0 0 0,-125-40 0 0 0,0 1-89 0 0,-5-4-622 0 0,-2-11-5251 0 0,0 7 1578 0 0,0-13-11781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7.4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13 644 0 0,'0'0'5704'0'0,"-5"16"20660"0"0,35-12-26349 0 0,0-2 1 0 0,0-1-1 0 0,55-5 0 0 0,-16-1-21 0 0,-60 4 6 0 0,0 0 0 0 0,2 1 0 0 0,-4 0-222 0 0,-5-8-2893 0 0,-6-9-20130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49.8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50 1572 0 0,'2'-2'1874'0'0,"10"-17"13697"0"0,-8 15-12673 0 0,73-2 1832 0 0,35-5 1392 0 0,-68 4-6178 0 0,-43 7-349 0 0,-20 19-27641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0.2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1 188 0 0,'-4'8'9357'0'0,"-3"10"-192"0"0,9-14-8796 0 0,0 0 0 0 0,1-1 1 0 0,-1 0-1 0 0,1 1 1 0 0,-1-1-1 0 0,1 0 0 0 0,0 0 1 0 0,0-1-1 0 0,1 1 0 0 0,-1-1 1 0 0,0 1-1 0 0,1-1 1 0 0,-1 0-1 0 0,1 0 0 0 0,0 0 1 0 0,0-1-1 0 0,0 0 0 0 0,0 1 1 0 0,0-1-1 0 0,0-1 1 0 0,0 1-1 0 0,0 0 0 0 0,0-1 1 0 0,5 0-1 0 0,3 1 49 0 0,0 0 0 0 0,0-1 0 0 0,0-1 0 0 0,0 0 1 0 0,0 0-1 0 0,-1-1 0 0 0,17-5 0 0 0,-21 6 53 0 0,1 1-83 0 0,16-5-487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7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165 149 552 0 0,'0'0'26507'0'0,"-3"4"-25789"0"0,-11 11-182 0 0,0 1-1 0 0,1 1 0 0 0,1 0 1 0 0,-18 33-1 0 0,-31 84 1778 0 0,43-79-2313 0 0,18-48 0 0 0,0-7 0 0 0,0 1 0 0 0,0-1 0 0 0,0 0 0 0 0,0 1 0 0 0,0-1 0 0 0,1 0 0 0 0,-1 0 0 0 0,0 1 0 0 0,0-1 0 0 0,0 0 0 0 0,0 0 0 0 0,0 0 0 0 0,0 1 0 0 0,1-1 0 0 0,-1 0 0 0 0,0 0 0 0 0,0 1 0 0 0,0-1 0 0 0,1 0 0 0 0,-1 0 0 0 0,0 0 0 0 0,0 0 0 0 0,0 0 0 0 0,1 1 0 0 0,-1-1 0 0 0,0 0 0 0 0,0 0 0 0 0,1 0 0 0 0,-1 0 0 0 0,0 0 0 0 0,0 0 0 0 0,1 0 0 0 0,-1 0 0 0 0,0 0 0 0 0,1 0 0 0 0,-1 0 0 0 0,0 0 0 0 0,4-1 0 0 0,-1-1 0 0 0,1 0 0 0 0,-1 0 0 0 0,0 0 0 0 0,0-1 0 0 0,0 1 0 0 0,-1-1 0 0 0,1 1 0 0 0,0-1 0 0 0,-1 0 0 0 0,0 0 0 0 0,0 0 0 0 0,0 0 0 0 0,2-4 0 0 0,31-60 0 0 0,-25 45 0 0 0,63-160 0 0 0,-35 78 0 0 0,-30 94 0 0 0,-6 8 0 0 0,0 0 0 0 0,-1 0 0 0 0,1 0 0 0 0,0 0 0 0 0,-1 0 0 0 0,0 0 0 0 0,0 0 0 0 0,0-1 0 0 0,0 1 0 0 0,0 0 0 0 0,0-1 0 0 0,0 1 0 0 0,-1-1 0 0 0,1 1 0 0 0,-1-1 0 0 0,1-3 0 0 0,1 4 0 0 0,-1 7 0 0 0,0 0 0 0 0,0 0 0 0 0,-1 0 0 0 0,1 0 0 0 0,-1 0 0 0 0,0 0 0 0 0,0 0 0 0 0,-1 0 0 0 0,-2 10 0 0 0,1 9 0 0 0,5 14 0 0 0,10 42 0 0 0,-10-67 0 0 0,1 0 0 0 0,0-1 0 0 0,1 0 0 0 0,0 0 0 0 0,0 0 0 0 0,2-1 0 0 0,8 13 0 0 0,10 15 0 0 0,-23-30 0 0 0,1-2 0 0 0,1 1 0 0 0,-4-1 0 0 0,1 3 0 0 0,3-8-68 0 0,4-9-176 0 0,3-11-1012 0 0,-7-4-5913 0 0,-4 9-3652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1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67 0 1228 0 0,'-24'6'3341'0'0,"-11"6"8445"0"0,31-10-9262 0 0,3-1-1872 0 0,1-1 0 0 0,-1 1 0 0 0,1 0 1 0 0,-1 0-1 0 0,1 0 0 0 0,0 0 0 0 0,0 0 0 0 0,0 0 0 0 0,-1 0 1 0 0,1 0-1 0 0,0 0 0 0 0,0 0 0 0 0,0 0 0 0 0,0 0 0 0 0,1 0 0 0 0,-1 0 1 0 0,0 1-1 0 0,4 3 388 0 0,3-1-985 0 0,-1 0 0 0 0,1 0 0 0 0,0-1 0 0 0,0 0 0 0 0,1-1 0 0 0,-1 0 0 0 0,1 0 1 0 0,-1 0-1 0 0,1-1 0 0 0,-1 0 0 0 0,1 0 0 0 0,14-1 0 0 0,0-3 63 0 0,1 0 0 0 0,42-12 0 0 0,-16 2-79 0 0,-42 12-31 0 0,29-12-73 0 0,-35 12-540 0 0,9 6-2726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1:58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55 296 1812 0 0,'0'0'15870'0'0,"0"40"-9689"0"0,3-21-3488 0 0,1 0-1 0 0,13 35 1 0 0,-17-52-2074 0 0,1-1-443 0 0,-9-52-145 0 0,-4 16-31 0 0,-14-69 0 0 0,9 30 0 0 0,13 58 0 0 0,1 9 0 0 0,1 0 0 0 0,0 0 0 0 0,0-1 0 0 0,1 1 0 0 0,0 0 0 0 0,0-1 0 0 0,0 1 0 0 0,1-1 0 0 0,0 1 0 0 0,1-1 0 0 0,0 1 0 0 0,0 0 0 0 0,0-1 0 0 0,4-8 0 0 0,-4 14 0 0 0,1 0 0 0 0,-1-1 0 0 0,1 1 0 0 0,-1 0 0 0 0,1 1 0 0 0,0-1 0 0 0,-1 0 0 0 0,1 0 0 0 0,0 1 0 0 0,0-1 0 0 0,1 1 0 0 0,-1 0 0 0 0,0 0 0 0 0,0 0 0 0 0,1 0 0 0 0,-1 0 0 0 0,0 0 0 0 0,1 0 0 0 0,-1 1 0 0 0,6-1 0 0 0,50-1 0 0 0,-49 3 0 0 0,-4-1 0 0 0,1 0 0 0 0,0 1 0 0 0,-1 0 0 0 0,1 0 0 0 0,-1 0 0 0 0,1 0 0 0 0,9 5 0 0 0,-14-5 0 0 0,0 0 0 0 0,1 0 0 0 0,-1 0 0 0 0,1 0 0 0 0,-1 0 0 0 0,0 0 0 0 0,0 0 0 0 0,0 0 0 0 0,0 1 0 0 0,0-1 0 0 0,0 0 0 0 0,0 1 0 0 0,0-1 0 0 0,0 1 0 0 0,-1-1 0 0 0,1 1 0 0 0,0-1 0 0 0,-1 1 0 0 0,0 0 0 0 0,1-1 0 0 0,-1 1 0 0 0,0 0 0 0 0,0-1 0 0 0,0 1 0 0 0,0 0 0 0 0,0-1 0 0 0,0 1 0 0 0,0 0 0 0 0,0-1 0 0 0,-1 3 0 0 0,-2 8 0 0 0,1 1 0 0 0,-2-1 0 0 0,1 1 0 0 0,-2-1 0 0 0,0 0 0 0 0,0-1 0 0 0,-9 15 0 0 0,-4 1 0 0 0,11-16 0 0 0,0-1 0 0 0,1 1 0 0 0,0 1 0 0 0,-9 23 0 0 0,15-34 0 0 0,0 0 0 0 0,0 0 0 0 0,0 0 0 0 0,0 0 0 0 0,0 1 0 0 0,0-1 0 0 0,0 0 0 0 0,0 0 0 0 0,0 0 0 0 0,0 0 0 0 0,1 0 0 0 0,-1 0 0 0 0,0 0 0 0 0,1 0 0 0 0,-1 0 0 0 0,1 0 0 0 0,-1-1 0 0 0,1 1 0 0 0,-1 0 0 0 0,1 0 0 0 0,0 0 0 0 0,0 0 0 0 0,-1-1 0 0 0,1 1 0 0 0,0 0 0 0 0,0-1 0 0 0,0 1 0 0 0,-1-1 0 0 0,1 1 0 0 0,0-1 0 0 0,0 1 0 0 0,0-1 0 0 0,0 1 0 0 0,1-1 0 0 0,41 12 0 0 0,-35-11 0 0 0,60 19 0 0 0,-56-11 0 0 0,21 10 0 0 0,-9-7 0 0 0,-19-9 0 0 0,-1 2 0 0 0,2-1-204 0 0,-5-3-1023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09.0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123 1 996 0 0,'-1'2'17310'0'0,"-2"2"-10864"0"0,-2 4-4569 0 0,-7 14-4041 0 0,9-15 4327 0 0,-65 318 3260 0 0,50-228-4707 0 0,13-73-716 0 0,2-7 0 0 0,1 0 0 0 0,0 0 0 0 0,1 0 0 0 0,2 22 0 0 0,0-26 0 0 0,2-12 0 0 0,2-8 0 0 0,1-7 0 0 0,9-48 0 0 0,-9 38 0 0 0,-5 10 0 0 0,2-23-7853 0 0,-2 36 7005 0 0,-1-1 1 0 0,1 1-1 0 0,0-1 0 0 0,-1 1 0 0 0,1 0 1 0 0,0-1-1 0 0,0 1 0 0 0,0 0 0 0 0,0 0 0 0 0,1 0 1 0 0,-1-1-1 0 0,0 1 0 0 0,2-1 0 0 0,3-2-6488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09.5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203 28 1660 0 0,'0'0'1757'0'0,"4"-19"4702"0"0,-5 13 2698 0 0,0 5-8954 0 0,0 1 0 0 0,0 0-1 0 0,0-1 1 0 0,0 1 0 0 0,0 0-1 0 0,0 0 1 0 0,0 0 0 0 0,0 0 0 0 0,0 0-1 0 0,0 0 1 0 0,1 0 0 0 0,-1 0-1 0 0,0 0 1 0 0,0 0 0 0 0,0 1 0 0 0,0-1-1 0 0,0 0 1 0 0,0 1 0 0 0,0-1 0 0 0,0 1-1 0 0,0-1 1 0 0,1 1 0 0 0,-2 0-1 0 0,-29 23 2092 0 0,-22 34 179 0 0,52-57-2307 0 0,-14 17 268 0 0,2 0 0 0 0,0 0 1 0 0,2 2-1 0 0,-13 24 0 0 0,21-37-324 0 0,-1 0 0 0 0,1 1 1 0 0,1 0-1 0 0,-1-1 0 0 0,2 1 1 0 0,-1 0-1 0 0,1 1 0 0 0,0-1 1 0 0,0 0-1 0 0,1 0 0 0 0,0 0 1 0 0,1 0-1 0 0,-1 0 0 0 0,2 1 1 0 0,1 7-1 0 0,-1-12-110 0 0,-1-1 0 0 0,1 1 0 0 0,0-1 0 0 0,-1 0 0 0 0,2 1 0 0 0,-1-1 0 0 0,0 0 0 0 0,1 0 0 0 0,-1-1 0 0 0,1 1 0 0 0,0 0 0 0 0,0-1 0 0 0,0 0 0 0 0,0 0 0 0 0,0 1 0 0 0,5 1 0 0 0,-1-1 0 0 0,0 0 0 0 0,1-1 0 0 0,-1 0 0 0 0,1 0 0 0 0,0-1 0 0 0,0 0 0 0 0,12 1 0 0 0,1-2 0 0 0,1-2 0 0 0,0 0 0 0 0,-1-1 0 0 0,40-11 0 0 0,-46 9 0 0 0,1 0 0 0 0,-1-1 0 0 0,0-1 0 0 0,0-1 0 0 0,-1 0 0 0 0,0-1 0 0 0,0 0 0 0 0,22-20 0 0 0,-29 22 0 0 0,-1 1 0 0 0,1-1 0 0 0,-1-1 0 0 0,-1 1 0 0 0,1-1 0 0 0,-2 0 0 0 0,1 0 0 0 0,-1 0 0 0 0,0-1 0 0 0,0 1 0 0 0,-1-1 0 0 0,0 0 0 0 0,-1 0 0 0 0,0-1 0 0 0,-1 1 0 0 0,2-17 0 0 0,-4 22 0 0 0,1 0 0 0 0,-1 0 0 0 0,1 1 0 0 0,-1-1 0 0 0,0 0 0 0 0,-1 1 0 0 0,1-1 0 0 0,-1 1 0 0 0,1-1 0 0 0,-1 1 0 0 0,0 0 0 0 0,0 0 0 0 0,0 0 0 0 0,-1 0 0 0 0,1 0 0 0 0,-1 0 0 0 0,0 0 0 0 0,0 1 0 0 0,1 0 0 0 0,-2-1 0 0 0,1 1 0 0 0,0 0 0 0 0,0 0 0 0 0,-1 1 0 0 0,1-1 0 0 0,-1 1 0 0 0,1 0 0 0 0,-5-1 0 0 0,-10-4 0 0 0,-1 2 0 0 0,0 0 0 0 0,-38-2 0 0 0,56 6 0 0 0,-16-1 0 0 0,1 0 0 0 0,-1 1 0 0 0,1 1 0 0 0,-1 0 0 0 0,1 1 0 0 0,0 1 0 0 0,-18 5 0 0 0,25-3 0 0 0,0 3 0 0 0,9-8 0 0 0,0 0 0 0 0,-1 1 0 0 0,1-1 0 0 0,0 0 0 0 0,0 1 0 0 0,0-1 0 0 0,0 1 0 0 0,0-1 0 0 0,0 0 0 0 0,0 1 0 0 0,0-1 0 0 0,0 0 0 0 0,0 1 0 0 0,0-1 0 0 0,0 1 0 0 0,0-1 0 0 0,0 0 0 0 0,0 1 0 0 0,0-1 0 0 0,0 0 0 0 0,0 1 0 0 0,0-1 0 0 0,1 0 0 0 0,-1 1 0 0 0,0-1 0 0 0,0 0 0 0 0,0 1 0 0 0,1-1 0 0 0,-1 0 0 0 0,0 0 0 0 0,1 1 0 0 0,1 1-373 0 0,0-1-1 0 0,0 0 1 0 0,-1 1-1 0 0,1-1 1 0 0,1 0-1 0 0,-1 0 1 0 0,0 0 0 0 0,0 0-1 0 0,0-1 1 0 0,0 1-1 0 0,1-1 1 0 0,-1 1-1 0 0,0-1 1 0 0,1 0 0 0 0,-1 0-1 0 0,4 0 1 0 0,44-6-10690 0 0,-38 4 9003 0 0,6-2-5415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0.1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7 236 0 0,'-7'2'23987'0'0,"22"4"-23341"0"0,0-1-1 0 0,0-1 1 0 0,1 0 0 0 0,0-1 0 0 0,0-1 0 0 0,25 1-1 0 0,7-3 1367 0 0,48-5 0 0 0,-78 1-2012 0 0,54-6 0 0 0,-59 9 0 0 0,0 2-176 0 0,-10 0-754 0 0,-7-19-18483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0.5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0 1036 0 0,'-1'0'4030'0'0,"-1"9"6846"0"0,13-1-10097 0 0,2 0-1 0 0,-1-1 0 0 0,1-1 1 0 0,0 0-1 0 0,0 0 1 0 0,0-1-1 0 0,26 5 0 0 0,109 16 1931 0 0,-119-22-2239 0 0,63 12 1176 0 0,-90-15-1477 0 0,-1-1-145 0 0,-1 0 0 0 0,1 1-1 0 0,-1-1 1 0 0,0 0 0 0 0,1 0-1 0 0,-1 0 1 0 0,0 1 0 0 0,1-1 0 0 0,-1 0-1 0 0,0 1 1 0 0,1-1 0 0 0,-1 0-1 0 0,0 1 1 0 0,0-1 0 0 0,1 0 0 0 0,-1 1-1 0 0,0-1 1 0 0,0 1 0 0 0,0-1-1 0 0,0 0 1 0 0,0 1 0 0 0,1-1 0 0 0,-1 1-1 0 0,0-1 1 0 0,0 1 0 0 0,0-1-1 0 0,0 0 1 0 0,0 1 0 0 0,0-1 0 0 0,0 1-1 0 0,0-1 1 0 0,0 0 0 0 0,-1 1-1 0 0,1-1 1 0 0,0 1 0 0 0,0-1 0 0 0,0 1-1 0 0,0-1 1 0 0,-1 0 0 0 0,1 1-1 0 0,0-1 1 0 0,0 0 0 0 0,-1 1 0 0 0,-9 22 655 0 0,-1-12-246 0 0,-1 0 1 0 0,-1-1-1 0 0,0-1 0 0 0,0 0 1 0 0,-22 11-1 0 0,52-44-13507 0 0,-5 11 6030 0 0,-6 6 652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1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3 148 0 0,'-3'-2'17600'0'0,"1"16"-8723"0"0,1 6-6131 0 0,-1 17-2803 0 0,1 12-964 0 0,-1-23 3926 0 0,-1 73-2044 0 0,3-71-625 0 0,-1 1 0 0 0,-7 50 0 0 0,5-69-236 0 0,3-8 0 0 0,1 58 0 0 0,1-47 0 0 0,1-1 0 0 0,-5 1 0 0 0,6-3 0 0 0,1-1-240 0 0,-4-7-1228 0 0,-6-7-1590 0 0,3 3 2593 0 0,-19-15-4458 0 0,-1 5-3572 0 0,-2 2 558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2.18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0 224 0 0,'0'0'16598'0'0,"-2"5"-15575"0"0,-4 14 43 0 0,1 1 1 0 0,1 0-1 0 0,1 0 0 0 0,0 1 0 0 0,2-1 1 0 0,0 1-1 0 0,1-1 0 0 0,4 26 1 0 0,-2-5 454 0 0,-3 40-1 0 0,0 22 229 0 0,3-47-1214 0 0,0-45-535 0 0,1-2 0 0 0,-1 49 0 0 0,-2-45 0 0 0,0 2 0 0 0,0 0 0 0 0,-1-1 0 0 0,-5-3 0 0 0,0-1 0 0 0,0-1 0 0 0,6-9 0 0 0,0 0 0 0 0,0 0 0 0 0,0 0 0 0 0,1 0 0 0 0,-1 0 0 0 0,0 0 0 0 0,0 0 0 0 0,0 0 0 0 0,0 0 0 0 0,0 0 0 0 0,0 0 0 0 0,0 0 0 0 0,0 0 0 0 0,0 0 0 0 0,1 0 0 0 0,-1 0 0 0 0,0 0 0 0 0,0 0 0 0 0,0 0 0 0 0,0 0 0 0 0,0 1 0 0 0,0-1 0 0 0,0 0 0 0 0,0 0 0 0 0,0 0 0 0 0,0 0 0 0 0,0 0 0 0 0,0 0 0 0 0,0 0 0 0 0,0 0 0 0 0,0 0 0 0 0,0 1 0 0 0,0-1 0 0 0,1 0 0 0 0,-1 0 0 0 0,0 0 0 0 0,0 0 0 0 0,0 0 0 0 0,0 0 0 0 0,-1 0 0 0 0,1 1 0 0 0,0-1 0 0 0,0 0 0 0 0,0 0 0 0 0,0 0 0 0 0,0 0 0 0 0,0 0 0 0 0,0 0 0 0 0,0 0 0 0 0,0 0 0 0 0,0 0 0 0 0,0 1 0 0 0,0-1 0 0 0,0 0 0 0 0,0 0 0 0 0,25-11 0 0 0,3-8-3004 0 0,-7-8-7541 0 0,-10 11 4870 0 0,-6 9-1939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2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64 1 1076 0 0,'0'0'28151'0'0,"0"3"-27271"0"0,-2 37 130 0 0,-14 71 0 0 0,1-25-370 0 0,8-37-640 0 0,3-27 0 0 0,1 0 0 0 0,-1 27 0 0 0,3-38 0 0 0,-3 34 0 0 0,5-30 0 0 0,2-4 0 0 0,-6 1 0 0 0,1-2 0 0 0,-3-2-359 0 0,4-6-1926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08.5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176 4 2172 0 0,'0'0'27605'0'0,"-5"0"-26911"0"0,0-2-83 0 0,-2 1 497 0 0,-23 12-531 0 0,22-7-577 0 0,1 0 0 0 0,-1 0 0 0 0,1 1 0 0 0,0 0 0 0 0,1 1 0 0 0,0 0 0 0 0,0 0 0 0 0,0 0 0 0 0,0 0 0 0 0,1 1 0 0 0,0 0 0 0 0,0 0 0 0 0,1 0 0 0 0,0 1 0 0 0,-4 10 0 0 0,1-5 0 0 0,3-5 0 0 0,1 0 0 0 0,-1 1 0 0 0,2-1 0 0 0,-1 1 0 0 0,1-1 0 0 0,0 1 0 0 0,1 0 0 0 0,0 0 0 0 0,0 0 0 0 0,1 0 0 0 0,0 0 0 0 0,0 0 0 0 0,1-1 0 0 0,1 1 0 0 0,-1 0 0 0 0,1 0 0 0 0,1-1 0 0 0,4 12 0 0 0,-4-15 0 0 0,-1 0 0 0 0,1 0 0 0 0,0 0 0 0 0,1-1 0 0 0,-1 1 0 0 0,1-1 0 0 0,0 0 0 0 0,0 0 0 0 0,0 0 0 0 0,0 0 0 0 0,1-1 0 0 0,0 0 0 0 0,-1 0 0 0 0,1 0 0 0 0,0-1 0 0 0,1 1 0 0 0,-1-1 0 0 0,0 0 0 0 0,1-1 0 0 0,-1 1 0 0 0,1-1 0 0 0,-1 0 0 0 0,1-1 0 0 0,0 1 0 0 0,-1-1 0 0 0,1 0 0 0 0,0 0 0 0 0,-1-1 0 0 0,10-2 0 0 0,1 1 0 0 0,0-1 0 0 0,0-1 0 0 0,0-1 0 0 0,-1 0 0 0 0,0-1 0 0 0,0 0 0 0 0,-1-1 0 0 0,1-1 0 0 0,-2 0 0 0 0,1-1 0 0 0,-1-1 0 0 0,0 0 0 0 0,-1-1 0 0 0,-1 0 0 0 0,16-18 0 0 0,-13 9 0 0 0,-10 16 0 0 0,0 0 0 0 0,-1-1 0 0 0,0 1 0 0 0,0-1 0 0 0,0 0 0 0 0,0 0 0 0 0,-1 0 0 0 0,0 0 0 0 0,0 0 0 0 0,0-1 0 0 0,-1 1 0 0 0,0 0 0 0 0,0-1 0 0 0,0 1 0 0 0,0-10 0 0 0,-1 11 0 0 0,-1-1 0 0 0,1 1 0 0 0,-1 0 0 0 0,0 0 0 0 0,0-1 0 0 0,0 1 0 0 0,-1 0 0 0 0,1 0 0 0 0,-1 0 0 0 0,0 0 0 0 0,0 1 0 0 0,-1-1 0 0 0,1 1 0 0 0,-1-1 0 0 0,1 1 0 0 0,-1 0 0 0 0,0 0 0 0 0,0 0 0 0 0,-1 0 0 0 0,1 0 0 0 0,-1 1 0 0 0,1-1 0 0 0,-1 1 0 0 0,0 0 0 0 0,0 0 0 0 0,0 1 0 0 0,0-1 0 0 0,-7-1 0 0 0,-1 0 0 0 0,-1 0 0 0 0,0 1 0 0 0,0 0 0 0 0,1 1 0 0 0,-1 0 0 0 0,-1 1 0 0 0,1 1 0 0 0,1 0 0 0 0,-26 6 0 0 0,22-2 0 0 0,16-5 0 0 0,1 0 0 0 0,-1 0 0 0 0,0 0 0 0 0,0 1 0 0 0,0-1 0 0 0,0 0 0 0 0,0 0 0 0 0,1 0 0 0 0,-1 0 0 0 0,0 0 0 0 0,0 0 0 0 0,0 0 0 0 0,0 0 0 0 0,0 0 0 0 0,0 0 0 0 0,0 1 0 0 0,0-1 0 0 0,1 0 0 0 0,-1 0 0 0 0,0 0 0 0 0,0 0 0 0 0,0 0 0 0 0,0 0 0 0 0,0 0 0 0 0,0 1 0 0 0,0-1 0 0 0,0 0 0 0 0,0 0 0 0 0,0 0 0 0 0,0 0 0 0 0,0 0 0 0 0,0 1 0 0 0,0-1 0 0 0,0 0 0 0 0,0 0 0 0 0,0 0 0 0 0,0 0 0 0 0,0 0 0 0 0,0 1 0 0 0,0-1 0 0 0,0 0 0 0 0,0 0 0 0 0,0 0 0 0 0,0 0 0 0 0,0 0 0 0 0,0 0 0 0 0,-1 1 0 0 0,1-1 0 0 0,0 0 0 0 0,0 0 0 0 0,0 0 0 0 0,0 0 0 0 0,0 0 0 0 0,0 0 0 0 0,0 0 0 0 0,-1 0 0 0 0,1 1 0 0 0,0-1 0 0 0,0 0 0 0 0,0 0 0 0 0,0 0 0 0 0,0 0 0 0 0,0 0 0 0 0,-1 0 0 0 0,1 0 0 0 0,0 0 0 0 0,30 6-2616 0 0,-20-6 480 0 0,1-2 0 0 0,0 1-1 0 0,-1-1 1 0 0,0-1 0 0 0,1 0 0 0 0,11-5 0 0 0,-7 2-6409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10.2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221 0 340 0 0,'0'0'25864'0'0,"-4"5"-25070"0"0,-19 19 488 0 0,-1-2 1 0 0,-31 22 0 0 0,-19 18 638 0 0,63-55-1921 0 0,9-6 0 0 0,0 0 0 0 0,1 0 0 0 0,-1 0 0 0 0,0 0 0 0 0,1 1 0 0 0,-1-1 0 0 0,1 1 0 0 0,-1-1 0 0 0,1 1 0 0 0,0 0 0 0 0,0-1 0 0 0,-2 4 0 0 0,-3 7 0 0 0,6-11 0 0 0,-1 0 0 0 0,1 0 0 0 0,-1 0 0 0 0,1 0 0 0 0,0 0 0 0 0,0 0 0 0 0,-1 0 0 0 0,1 0 0 0 0,0 0 0 0 0,0 1 0 0 0,0-1 0 0 0,0 0 0 0 0,0 0 0 0 0,1 0 0 0 0,-1 0 0 0 0,0 0 0 0 0,0 0 0 0 0,1 0 0 0 0,-1 0 0 0 0,1 0 0 0 0,-1 0 0 0 0,1 0 0 0 0,-1 0 0 0 0,1 0 0 0 0,-1 0 0 0 0,1 0 0 0 0,0 0 0 0 0,0-1 0 0 0,-1 1 0 0 0,1 0 0 0 0,0 0 0 0 0,0-1 0 0 0,0 1 0 0 0,0-1 0 0 0,0 1 0 0 0,2 0 0 0 0,18 6 0 0 0,-9-3 0 0 0,0 0 0 0 0,-1-2 0 0 0,1 1 0 0 0,1-1 0 0 0,-1-1 0 0 0,16 0 0 0 0,96 6 0 0 0,-109-5 0 0 0,-2-1 0 0 0,0-4-79 0 0,-3-5-3550 0 0,-6 3-3022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10.4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63 1868 0 0,'0'0'13693'0'0,"7"-3"-11974"0"0,44-8 1553 0 0,0 1-1 0 0,0 3 1 0 0,98-1-1 0 0,-43 2-870 0 0,-96 6-2401 0 0,6 0 0 0 0,-5 0-22 0 0,-9 0-179 0 0,-12-3-11962 0 0,-11-3 9443 0 0,1 0-4251 0 0,8 3 961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5.5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13 628 0 0,'-5'-13'19890'0'0,"18"15"-13756"0"0,-4-1-6901 0 0,21 6 2098 0 0,0 1-1 0 0,-1 1 1 0 0,0 2-1 0 0,38 19 1 0 0,-46-20-1102 0 0,30 12-229 0 0,-1 3 0 0 0,67 45 0 0 0,-114-68 0 0 0,0 0 0 0 0,-1 0 0 0 0,1 0 0 0 0,-1 1 0 0 0,0-1 0 0 0,1 1 0 0 0,-1 0 0 0 0,-1 0 0 0 0,1 0 0 0 0,0 0 0 0 0,-1 0 0 0 0,1 0 0 0 0,-1 0 0 0 0,0 0 0 0 0,0 1 0 0 0,0-1 0 0 0,0 0 0 0 0,-1 1 0 0 0,0-1 0 0 0,1 0 0 0 0,-1 1 0 0 0,-1 3 0 0 0,0 5 0 0 0,-1 1 0 0 0,-1-1 0 0 0,0 0 0 0 0,0 0 0 0 0,-2 0 0 0 0,1 0 0 0 0,-8 11 0 0 0,5-11 0 0 0,10-30-4982 0 0,-2 11 2546 0 0,-1 0 0 0 0,1 1 0 0 0,1-1 0 0 0,-1 0 0 0 0,5-10 0 0 0,0 4-4968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5.8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353 0 1240 0 0,'0'0'3835'0'0,"-35"2"12575"0"0,22 0-13845 0 0,-33 26-386 0 0,1 2 1 0 0,2 2-1 0 0,-42 38 0 0 0,76-61-2179 0 0,-58 56 0 0 0,58-53 0 0 0,9 0 0 0 0,11-4 0 0 0,8-7 0 0 0,-16 0-12 0 0,0-1 0 0 0,0 0 0 0 0,0 0 0 0 0,0-1 0 0 0,0 1 0 0 0,0 0-1 0 0,0-1 1 0 0,0 0 0 0 0,0 0 0 0 0,0 0 0 0 0,0 0 0 0 0,0 0 0 0 0,-1-1 0 0 0,1 1 0 0 0,4-4 0 0 0,0 0-441 0 0,6-8-2774 0 0,-5 4-1360 0 0,0 5-6781 0 0,2 2 4094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6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85 16 660 0 0,'0'0'2110'0'0,"-19"-15"27866"0"0,42 32-29955 0 0,-7-7-21 0 0,-5-3 0 0 0,-1 0 0 0 0,15 3 0 0 0,-8-8 0 0 0,0 2 0 0 0,2-2 0 0 0,-2 0 0 0 0,-5-1 0 0 0,-11-1 0 0 0,-1 0 0 0 0,0 0 0 0 0,0 0 0 0 0,0 0 0 0 0,0 1 0 0 0,1-1 0 0 0,-1 0 0 0 0,0 0 0 0 0,0 0 0 0 0,0 0 0 0 0,1 0 0 0 0,-1 0 0 0 0,0 0 0 0 0,0 0 0 0 0,0 1 0 0 0,0-1 0 0 0,0 0 0 0 0,1 0 0 0 0,-1 0 0 0 0,0 0 0 0 0,0 1 0 0 0,0-1 0 0 0,0 0 0 0 0,0 0 0 0 0,0 0 0 0 0,0 0 0 0 0,0 1 0 0 0,0-1 0 0 0,0 0 0 0 0,0 0 0 0 0,0 0 0 0 0,0 1 0 0 0,0-1 0 0 0,0 0 0 0 0,0 0 0 0 0,0 0 0 0 0,0 1 0 0 0,0-1 0 0 0,0 0 0 0 0,0 0 0 0 0,0 0 0 0 0,0 1 0 0 0,0-1 0 0 0,0 0 0 0 0,0 0 0 0 0,0 0 0 0 0,0 0 0 0 0,-1 1 0 0 0,1-1 0 0 0,-87 79 0 0 0,-39 47 0 0 0,116-117 0 0 0,2-2 0 0 0,4 0 0 0 0,6 1 0 0 0,12 0 0 0 0,6-7 0 0 0,69-19-2882 0 0,-71 12 1758 0 0,1 2 0 0 0,0 0 1 0 0,1 1-1 0 0,-1 1 0 0 0,0 1 0 0 0,29 2 1 0 0,-16 13-4992 0 0,-19-7-1532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6.9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22 123 344 0 0,'0'0'1664'0'0,"-13"-2"5126"0"0,13 2-6619 0 0,-1 0-1 0 0,1 0 0 0 0,0 0 1 0 0,0 0-1 0 0,-1 0 0 0 0,1 1 1 0 0,0-1-1 0 0,0 0 0 0 0,-1 0 0 0 0,1 0 1 0 0,0-1-1 0 0,0 1 0 0 0,-1 0 1 0 0,1 0-1 0 0,0 0 0 0 0,0 0 1 0 0,-1 0-1 0 0,1 0 0 0 0,0 0 1 0 0,0 0-1 0 0,-1 0 0 0 0,1-1 1 0 0,0 1-1 0 0,0 0 0 0 0,0 0 0 0 0,-1 0 1 0 0,1 0-1 0 0,0-1 0 0 0,0 1 1 0 0,0 0-1 0 0,0 0 0 0 0,-1 0 1 0 0,1-1-1 0 0,0 1 0 0 0,0 0 1 0 0,0 0-1 0 0,0-1 0 0 0,0 1 0 0 0,0 0 1 0 0,0 0-1 0 0,0-1 0 0 0,0 1 1 0 0,0 0-1 0 0,0 0 0 0 0,0-1 1 0 0,0 1-1 0 0,0 0 0 0 0,0-1 1 0 0,9-6 784 0 0,0 0 1 0 0,0 0 0 0 0,1 1 0 0 0,-1 0 0 0 0,2 0 0 0 0,-1 2 0 0 0,0-1 0 0 0,22-5 0 0 0,102-21 2789 0 0,-84 21-2528 0 0,63-5 841 0 0,-105 16-2058 0 0,-21 13 0 0 0,1-6-130 0 0,10-8-587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2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16 84 0 0,'9'-16'31411'0'0,"-8"17"-31190"0"0,10 51 94 0 0,-3 0-1 0 0,4 86 1 0 0,-3-15-208 0 0,-5-79-107 0 0,5 27 0 0 0,-10-65 0 0 0,1-6 0 0 0,0 0 0 0 0,0 0 0 0 0,0 0 0 0 0,0 0 0 0 0,0 0 0 0 0,0 0 0 0 0,0 0 0 0 0,0 0 0 0 0,0 1 0 0 0,0-1 0 0 0,0 0 0 0 0,0 0 0 0 0,0 0 0 0 0,0 0 0 0 0,0 0 0 0 0,0 0 0 0 0,0 0 0 0 0,0 0 0 0 0,0 1 0 0 0,0-1 0 0 0,0 0 0 0 0,0 0 0 0 0,0 0 0 0 0,0 0 0 0 0,0 0 0 0 0,0 0 0 0 0,0 0 0 0 0,0 0 0 0 0,0 0 0 0 0,0 0 0 0 0,0 0 0 0 0,0 1 0 0 0,0-1 0 0 0,-1 0 0 0 0,1 0 0 0 0,0 0 0 0 0,0 0 0 0 0,0 0 0 0 0,0 0 0 0 0,0 0 0 0 0,0 0 0 0 0,0 0 0 0 0,0 0 0 0 0,0 0 0 0 0,-1 0 0 0 0,1 0 0 0 0,0 0 0 0 0,0 0 0 0 0,0 0 0 0 0,0 0 0 0 0,0 0 0 0 0,0 0 0 0 0,10 47 0 0 0,-10-47 0 0 0,0 0 0 0 0,0-1 0 0 0,0 1 0 0 0,0 0 0 0 0,0 0 0 0 0,1 0 0 0 0,-1-1 0 0 0,0 1 0 0 0,0 0 0 0 0,0 0 0 0 0,0 0 0 0 0,0-1 0 0 0,1 1 0 0 0,-1 0 0 0 0,0 0 0 0 0,0 0 0 0 0,0 0 0 0 0,0-1 0 0 0,1 1 0 0 0,-1 0 0 0 0,0 0 0 0 0,0 0 0 0 0,1 0 0 0 0,-1 0 0 0 0,0 0 0 0 0,0 0 0 0 0,0 0 0 0 0,1 0 0 0 0,-1 0 0 0 0,0 0 0 0 0,0 0 0 0 0,1 0 0 0 0,-1 0 0 0 0,0 0 0 0 0,0 0 0 0 0,1 0 0 0 0,-1 0 0 0 0,0 0 0 0 0,0 0 0 0 0,1 0 0 0 0,-1 0 0 0 0,0 0 0 0 0,0 0 0 0 0,0 0 0 0 0,1 1 0 0 0,-1-1 0 0 0,0 0 0 0 0,0 0 0 0 0,0 0 0 0 0,0 0 0 0 0,1 1 0 0 0,-1-1 0 0 0,0 0 0 0 0,0 0 0 0 0,0 0 0 0 0,0 1 0 0 0,0-1 0 0 0,0 0 0 0 0,1 0 0 0 0,-1 0 0 0 0,0 1 0 0 0,0-1 0 0 0,0 0 0 0 0,0 0 0 0 0,0 1 0 0 0,0-1 0 0 0,0 0 0 0 0,0 1 0 0 0,6-12 0 0 0,2-8-2833 0 0,-7 16 1801 0 0,0 0 1 0 0,0 0-1 0 0,0 1 0 0 0,0-1 0 0 0,-1 0 1 0 0,1 0-1 0 0,-1 0 0 0 0,0 0 1 0 0,1 0-1 0 0,-1-1 0 0 0,-1 1 1 0 0,1 0-1 0 0,0 0 0 0 0,-2-3 1 0 0,-4-8-7099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4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5 380 0 0,'16'-5'29403'0'0,"-18"8"-28937"0"0,-1 1-286 0 0,0-1 0 0 0,1 1 0 0 0,-1-1-1 0 0,1 1 1 0 0,0 0 0 0 0,0 0 0 0 0,0 0 0 0 0,1 0 0 0 0,-1 0 0 0 0,1 0-1 0 0,0 1 1 0 0,0-1 0 0 0,0 6 0 0 0,1 3-180 0 0,0 1 0 0 0,2-2 0 0 0,8-3 0 0 0,4-9-327 0 0,15-17-3124 0 0,-20 9-1602 0 0,0-2-4764 0 0,-2 2 1879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30.96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151 94 76 0 0,'0'0'2726'0'0,"7"-20"4040"0"0,-2 8 5042 0 0,-19 18-7174 0 0,9-4-4421 0 0,0 0 0 0 0,0 0 0 0 0,1 0 1 0 0,-1 1-1 0 0,1 0 0 0 0,0 0 0 0 0,0 0 0 0 0,0 1 1 0 0,-4 4-1 0 0,-60 71 3542 0 0,63-72-3667 0 0,1 1-1 0 0,-1 0 1 0 0,1 1 0 0 0,1-1-1 0 0,0 1 1 0 0,-4 14-1 0 0,6-19-73 0 0,1 0-1 0 0,-1 0 1 0 0,1 0-1 0 0,0 0 1 0 0,0 0-1 0 0,1 0 1 0 0,-1 0-1 0 0,1 0 1 0 0,0 0-1 0 0,0-1 1 0 0,0 1-1 0 0,0 0 1 0 0,1-1-1 0 0,0 1 1 0 0,-1-1-1 0 0,1 1 1 0 0,0-1-1 0 0,5 6 1 0 0,-4-6-14 0 0,1 0 0 0 0,-1 0 0 0 0,1-1 0 0 0,-1 1 0 0 0,1-1 0 0 0,0 0 0 0 0,0 0 0 0 0,0 0 0 0 0,0-1 0 0 0,0 1 0 0 0,0-1 0 0 0,1 0 0 0 0,-1 0 0 0 0,0-1 0 0 0,1 1 0 0 0,-1-1 0 0 0,0 0 0 0 0,1 0 0 0 0,4-1 0 0 0,10-1 0 0 0,-1 0 0 0 0,0-2 0 0 0,22-6 0 0 0,-24 5 0 0 0,-1-1 0 0 0,1 0 0 0 0,-1-1 0 0 0,0-1 0 0 0,-1 0 0 0 0,0-1 0 0 0,15-12 0 0 0,-20 14 0 0 0,-1-1 0 0 0,1 0 0 0 0,-2 0 0 0 0,1-1 0 0 0,-1 0 0 0 0,0 0 0 0 0,-1 0 0 0 0,0-1 0 0 0,-1 0 0 0 0,0 0 0 0 0,6-17 0 0 0,-10 24 0 0 0,-1 0 0 0 0,1 0 0 0 0,-1 0 0 0 0,1 0 0 0 0,-1 0 0 0 0,0 0 0 0 0,0 0 0 0 0,0 0 0 0 0,0 0 0 0 0,-1 0 0 0 0,1 1 0 0 0,-1-1 0 0 0,0 0 0 0 0,1 0 0 0 0,-1 0 0 0 0,-1 0 0 0 0,1 1 0 0 0,0-1 0 0 0,-3-3 0 0 0,0 2 0 0 0,1-1 0 0 0,-1 1 0 0 0,-1 0 0 0 0,1 0 0 0 0,0 0 0 0 0,-1 1 0 0 0,0 0 0 0 0,0 0 0 0 0,-7-4 0 0 0,-4 0 0 0 0,0 1 0 0 0,0 1 0 0 0,-1 0 0 0 0,0 1 0 0 0,-29-3 0 0 0,-80 0-89 0 0,123 7-648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 19 188 0 0,'-15'-19'25302'0'0,"18"48"-18895"0"0,1 2-5947 0 0,1 142-79 0 0,-5-108-366 0 0,9 80-1 0 0,-5-122-14 0 0,0-1 0 0 0,13 40 0 0 0,-14-53 0 0 0,6 4 0 0 0,-2-4 0 0 0,1-8 0 0 0,-5-3-81 0 0,0-1 0 0 0,-1 0 0 0 0,1 1 0 0 0,-1-1 0 0 0,0 0 0 0 0,0 0 0 0 0,0 0 0 0 0,0-1 0 0 0,0 1 0 0 0,-1 0-1 0 0,1-1 1 0 0,-1 1 0 0 0,0-1 0 0 0,0 1 0 0 0,0-1 0 0 0,-1 0 0 0 0,1 1 0 0 0,-1-1 0 0 0,0-6 0 0 0,0 4-225 0 0,1 0-1 0 0,0 0 1 0 0,0 0-1 0 0,1 0 1 0 0,3-10-1 0 0,-2-1-6109 0 0,-3 10 2570 0 0,2 1-1866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4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1444 0 0,'0'0'1828'0'0,"-3"3"32"0"0,-1 1-848 0 0,1 0-1 0 0,0 0 0 0 0,0 0 0 0 0,1 0 1 0 0,-1 0-1 0 0,1 1 0 0 0,0-1 0 0 0,0 1 0 0 0,-2 7 1 0 0,2-1 218 0 0,0-1 0 0 0,0 1 0 0 0,1-1 0 0 0,1 13 1 0 0,2 15 1773 0 0,12 64 1 0 0,-6-44-451 0 0,0-3-1429 0 0,3 39 558 0 0,-12-84-1683 0 0,10 38 0 0 0,-4-36 0 0 0,-5-12 0 0 0,0 0 0 0 0,0 0 0 0 0,0 0 0 0 0,0-1 0 0 0,-1 1 0 0 0,1 0 0 0 0,0 0 0 0 0,0 0 0 0 0,0 0 0 0 0,0 0 0 0 0,0 0 0 0 0,-1 0 0 0 0,1 0 0 0 0,0 0 0 0 0,0 0 0 0 0,0 0 0 0 0,0 0 0 0 0,0 0 0 0 0,0 0 0 0 0,-1 1 0 0 0,1-1 0 0 0,0 0 0 0 0,0 0 0 0 0,0 0 0 0 0,0 0 0 0 0,0 0 0 0 0,0 0 0 0 0,0 0 0 0 0,-1 0 0 0 0,1 0 0 0 0,0 0 0 0 0,0 1 0 0 0,0-1 0 0 0,0 0 0 0 0,0 0 0 0 0,0 0 0 0 0,0 0 0 0 0,0 0 0 0 0,0 0 0 0 0,0 0 0 0 0,0 1 0 0 0,0-1 0 0 0,0 0 0 0 0,0 0 0 0 0,0 0 0 0 0,-1 0 0 0 0,1 0 0 0 0,0 1 0 0 0,0-1 0 0 0,1 0 0 0 0,-1 0 0 0 0,0 0 0 0 0,0 0 0 0 0,0 0 0 0 0,0 0 0 0 0,0 1 0 0 0,0-1 0 0 0,0 0 0 0 0,0 0 0 0 0,0 0 0 0 0,0 0 0 0 0,0 0 0 0 0,0 0 0 0 0,0 1 0 0 0,0-1 0 0 0,0 0 0 0 0,1 0 0 0 0,-1 0 0 0 0,0 0 0 0 0,-6-6-522 0 0,0-1 1 0 0,0 0-1 0 0,0 0 1 0 0,1 0-1 0 0,0-1 1 0 0,1 0-1 0 0,0 0 1 0 0,0 0-1 0 0,1 0 1 0 0,-1-1-1 0 0,2 1 1 0 0,-3-12-1 0 0,-11-31-6023 0 0,0 18-3058 0 0,5 16 4068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6.8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12 137 132 0 0,'-2'-3'419'0'0,"1"1"1"0"0,-1-1-1 0 0,1 0 1 0 0,0 1-1 0 0,0-1 0 0 0,0 0 1 0 0,0 0-1 0 0,1 0 0 0 0,-1 0 1 0 0,1 0-1 0 0,0 1 0 0 0,-1-1 1 0 0,1 0-1 0 0,1 0 1 0 0,-1 0-1 0 0,0 0 0 0 0,1 0 1 0 0,-1 0-1 0 0,1 0 0 0 0,0 0 1 0 0,0 1-1 0 0,0-1 1 0 0,0 0-1 0 0,1 1 0 0 0,-1-1 1 0 0,1 1-1 0 0,-1-1 0 0 0,1 1 1 0 0,0 0-1 0 0,0-1 1 0 0,0 1-1 0 0,0 0 0 0 0,1 0 1 0 0,-1 1-1 0 0,0-1 0 0 0,1 0 1 0 0,-1 1-1 0 0,4-2 1 0 0,5-3 451 0 0,1 1 1 0 0,-1 0-1 0 0,1 1 1 0 0,0 0-1 0 0,0 1 1 0 0,0 1-1 0 0,21-3 0 0 0,-10 4-299 0 0,0 0-1 0 0,-1 1 0 0 0,1 1 0 0 0,0 2 0 0 0,0 0 0 0 0,-1 1 0 0 0,0 1 0 0 0,0 2 0 0 0,0 0 0 0 0,-1 1 1 0 0,0 1-1 0 0,0 1 0 0 0,20 13 0 0 0,-39-22-552 0 0,0 0 0 0 0,0 1 1 0 0,0-1-1 0 0,-1 0 0 0 0,1 1 0 0 0,0-1 0 0 0,-1 1 1 0 0,1 0-1 0 0,-1 0 0 0 0,0-1 0 0 0,1 1 1 0 0,-1 0-1 0 0,0 0 0 0 0,0 0 0 0 0,0 0 0 0 0,-1 0 1 0 0,1 0-1 0 0,0 1 0 0 0,-1-1 0 0 0,1 0 1 0 0,-1 0-1 0 0,0 0 0 0 0,0 1 0 0 0,0-1 0 0 0,0 0 1 0 0,0 0-1 0 0,0 1 0 0 0,-1-1 0 0 0,1 0 1 0 0,-1 0-1 0 0,1 0 0 0 0,-1 1 0 0 0,0-1 0 0 0,0 0 1 0 0,0 0-1 0 0,0 0 0 0 0,0 0 0 0 0,0-1 1 0 0,-1 1-1 0 0,-2 3 0 0 0,-2 2 46 0 0,0 0 1 0 0,-1-1-1 0 0,0 0 1 0 0,0 0-1 0 0,-1 0 1 0 0,1-1-1 0 0,-13 7 1 0 0,13-9-66 0 0,-5 3 0 0 0,0 0 0 0 0,0-1 0 0 0,-1-1 0 0 0,1 0 0 0 0,-1-1 0 0 0,-19 3 0 0 0,16-3 0 0 0,7-3 0 0 0,9 0 0 0 0,0 0 0 0 0,0 0 0 0 0,0 0 0 0 0,-1 0 0 0 0,1 0 0 0 0,0 0 0 0 0,0 0 0 0 0,0 0 0 0 0,-1 0 0 0 0,1 0 0 0 0,0 0 0 0 0,0 0 0 0 0,0 0 0 0 0,-1-1 0 0 0,1 1 0 0 0,0 0 0 0 0,0 0 0 0 0,0 0 0 0 0,0 0 0 0 0,-1 0 0 0 0,1 0 0 0 0,0-1 0 0 0,0 1 0 0 0,0 0 0 0 0,0 0 0 0 0,0 0 0 0 0,0 0 0 0 0,0-1 0 0 0,-1 1 0 0 0,1 0 0 0 0,0 0 0 0 0,0 0 0 0 0,0-1 0 0 0,0 1 0 0 0,0 0 0 0 0,0 0 0 0 0,0 0 0 0 0,0-1 0 0 0,0 1 0 0 0,0 0 0 0 0,0 0 0 0 0,0 0 0 0 0,0-1 0 0 0,0 1 0 0 0,0 0 0 0 0,0 0 0 0 0,0-1 0 0 0,12-13-1693 0 0,22-6-5177 0 0,30-2-5374 0 0,-50 18 5520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7.1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0 440 0 0,'0'0'19072'0'0,"2"8"-17307"0"0,-1-6-1744 0 0,102 404 11448 0 0,-87-342-11469 0 0,7 40 0 0 0,-21-92 0 0 0,14 58 0 0 0,-11-57 0 0 0,-5-13 0 0 0,0 0 0 0 0,0 0 0 0 0,0 0 0 0 0,0 0 0 0 0,0 1 0 0 0,0-1 0 0 0,0 0 0 0 0,0 0 0 0 0,0 0 0 0 0,0 0 0 0 0,1 1 0 0 0,-1-1 0 0 0,0 0 0 0 0,0 0 0 0 0,0 0 0 0 0,0 1 0 0 0,0-1 0 0 0,0 0 0 0 0,0 0 0 0 0,0 0 0 0 0,0 0 0 0 0,-1 1 0 0 0,1-1 0 0 0,0 0 0 0 0,0 0 0 0 0,0 0 0 0 0,0 1 0 0 0,0-1 0 0 0,0 0 0 0 0,0 0 0 0 0,0 0 0 0 0,0 0 0 0 0,-1 0 0 0 0,1 1 0 0 0,0-1 0 0 0,0 0 0 0 0,0 0 0 0 0,0 0 0 0 0,0 0 0 0 0,-1 0 0 0 0,1 0 0 0 0,0 0 0 0 0,0 1 0 0 0,0-1 0 0 0,0 0 0 0 0,-1 0 0 0 0,1 0 0 0 0,0 0 0 0 0,0 0 0 0 0,0 0 0 0 0,-1 0 0 0 0,1 0 0 0 0,0 0 0 0 0,0 0 0 0 0,-1 0 0 0 0,-22-10 0 0 0,6-5-2757 0 0,15 12 1581 0 0,0 0-1 0 0,0 0 1 0 0,1 0 0 0 0,-1 0-1 0 0,0 0 1 0 0,1 0 0 0 0,0-1-1 0 0,0 1 1 0 0,0 0 0 0 0,0-1 0 0 0,0 1-1 0 0,0-6 1 0 0,1-6-7097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7.9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0 1824 0 0,'-1'2'20615'0'0,"-3"22"-19863"0"0,7 14 664 0 0,1 0 0 0 0,2-1 0 0 0,2 0-1 0 0,1 0 1 0 0,23 59 0 0 0,-14-43-390 0 0,11 8-1580 0 0,-28-59-214 0 0,1-8-4465 0 0,1-3 4427 0 0,-2 0 0 0 0,1 0 0 0 0,-1 0 0 0 0,0-1 0 0 0,-1 1 1 0 0,-1-10-1 0 0,-9-36-9382 0 0,-1 28 4380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8.2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95 105 836 0 0,'-23'-25'1125'0'0,"11"11"1764"0"0,-1 1 0 0 0,-25-20 0 0 0,37 33-2652 0 0,1 0 1 0 0,-1 0 0 0 0,1-1 0 0 0,0 1-1 0 0,-1 0 1 0 0,1 0 0 0 0,-1 0 0 0 0,1-1-1 0 0,0 1 1 0 0,-1 0 0 0 0,1-1-1 0 0,0 1 1 0 0,-1 0 0 0 0,1-1 0 0 0,0 1-1 0 0,0 0 1 0 0,-1-1 0 0 0,1 1 0 0 0,0-1-1 0 0,0 1 1 0 0,0 0 0 0 0,-1-1-1 0 0,1 1 1 0 0,0-1 0 0 0,0 1 0 0 0,0-1-1 0 0,0 1 1 0 0,0 0 0 0 0,0-1 0 0 0,0 1-1 0 0,0-1 1 0 0,0 1 0 0 0,0-1 0 0 0,15-5 2306 0 0,37 5-2539 0 0,-43 1 1212 0 0,72 0 895 0 0,1 3-1 0 0,101 17 0 0 0,-179-19-1983 0 0,0 0 0 0 0,0 0-1 0 0,0 0 1 0 0,0 1 0 0 0,0-1 0 0 0,0 1-1 0 0,0 0 1 0 0,0 0 0 0 0,-1 0-1 0 0,1 0 1 0 0,-1 1 0 0 0,1 0 0 0 0,-1 0-1 0 0,0 0 1 0 0,5 6 0 0 0,-6-6-53 0 0,-1-1 0 0 0,0 1 0 0 0,0-1 0 0 0,0 1 0 0 0,0 0 0 0 0,0-1 0 0 0,0 1 0 0 0,-1 0-1 0 0,1 0 1 0 0,-1 0 0 0 0,0 0 0 0 0,0 0 0 0 0,0-1 0 0 0,0 1 0 0 0,0 0 0 0 0,-1 0 0 0 0,1 0 0 0 0,-1 0 0 0 0,0-1 0 0 0,0 1 0 0 0,0 0 0 0 0,0-1 0 0 0,0 1 0 0 0,-3 3 0 0 0,-8 13-72 0 0,-2 0 1 0 0,0-2-1 0 0,-1 1 1 0 0,0-2-1 0 0,-2 0 1 0 0,0-1-1 0 0,0-1 1 0 0,-1 0-1 0 0,-1-1 1 0 0,-24 12-1 0 0,32-20-3 0 0,0 2 0 0 0,41-21-3687 0 0,69-16-13844 0 0,-86 27 11038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8.6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38 79 224 0 0,'-5'1'1988'0'0,"-11"5"-28"0"0,12-4-51 0 0,-8 13 3494 0 0,17 65 3274 0 0,-2-66-7669 0 0,0 0 1 0 0,0-1-1 0 0,2 1 0 0 0,-1-1 0 0 0,2 0 0 0 0,8 17 0 0 0,-12-28-871 0 0,-1 0 0 0 0,1 0-1 0 0,-1-1 1 0 0,1 1 0 0 0,0 0-1 0 0,-1-1 1 0 0,1 1 0 0 0,0-1-1 0 0,0 0 1 0 0,0 0 0 0 0,0 0-1 0 0,0 0 1 0 0,3 1 0 0 0,9 5 374 0 0,-14-6-245 0 0,25-18 210 0 0,-21 8-423 0 0,0-1 0 0 0,-1 1 0 0 0,0-1-1 0 0,0 0 1 0 0,-1 0 0 0 0,-1 0 0 0 0,0 0-1 0 0,0 0 1 0 0,-1-18 0 0 0,-2 1 151 0 0,-1 0-1 0 0,-8-39 1 0 0,10 60-142 0 0,-4-32 453 0 0,5 37-504 0 0,0 0 0 0 0,1-1 0 0 0,-1 1 0 0 0,1 0-1 0 0,-1 0 1 0 0,1 0 0 0 0,-1 0 0 0 0,1-1 0 0 0,0 1 0 0 0,-1 0 0 0 0,1 0 0 0 0,0 0 0 0 0,0 0 0 0 0,0 1 0 0 0,0-1 0 0 0,-1 0 0 0 0,1 0 0 0 0,1 0 0 0 0,-1 1 0 0 0,0-1 0 0 0,0 0 0 0 0,0 1-1 0 0,0-1 1 0 0,0 1 0 0 0,1 0 0 0 0,1-1 0 0 0,5 0 8 0 0,0 0 0 0 0,0 1 1 0 0,-1 0-1 0 0,1 1 0 0 0,0 0 0 0 0,0 0 0 0 0,-1 0 0 0 0,1 1 0 0 0,0 0 0 0 0,-1 1 0 0 0,0 0 0 0 0,0 0 1 0 0,0 0-1 0 0,11 8 0 0 0,-11-8-30 0 0,18 12-390 0 0,-2-1 725 0 0,-7-6-3619 0 0,-3-4-3399 0 0,-1-2-4902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0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5 1624 0 0,'4'-4'21306'0'0,"-11"14"-20647"0"0,0 0 1 0 0,1 1-1 0 0,0 0 0 0 0,1 0 1 0 0,0 1-1 0 0,-3 11 1 0 0,6-18-507 0 0,1-1 0 0 0,0 1 1 0 0,0-1-1 0 0,1 1 0 0 0,-1-1 1 0 0,1 1-1 0 0,0-1 0 0 0,0 1 1 0 0,0-1-1 0 0,1 1 0 0 0,0-1 1 0 0,0 1-1 0 0,0-1 0 0 0,0 1 1 0 0,1-1-1 0 0,-1 0 0 0 0,1 1 1 0 0,0-1-1 0 0,1 0 0 0 0,-1-1 1 0 0,4 5-1 0 0,-2-4-110 0 0,0-1 0 0 0,0-1 0 0 0,0 1 0 0 0,0 0 0 0 0,1-1 0 0 0,0 0 1 0 0,-1 0-1 0 0,1 0 0 0 0,0-1 0 0 0,0 0 0 0 0,0 0 0 0 0,0 0 0 0 0,0 0 0 0 0,0-1 0 0 0,0 0 1 0 0,0 0-1 0 0,0 0 0 0 0,9-2 0 0 0,-8 2-97 0 0,-1-1 1 0 0,1 0-1 0 0,0 0 0 0 0,-1 0 1 0 0,1-1-1 0 0,0 0 0 0 0,-1 0 1 0 0,0 0-1 0 0,0-1 1 0 0,0 1-1 0 0,0-1 0 0 0,0-1 1 0 0,0 1-1 0 0,-1-1 0 0 0,1 1 1 0 0,4-7-1 0 0,-7 8 83 0 0,-1 1 0 0 0,0-1 0 0 0,1 0 0 0 0,-1 0 0 0 0,0 0 0 0 0,0 0 0 0 0,0 0 0 0 0,0 0 0 0 0,0 0 0 0 0,-1 0-1 0 0,1 0 1 0 0,-1 0 0 0 0,1 0 0 0 0,-1-1 0 0 0,0 1 0 0 0,0 0 0 0 0,0 0 0 0 0,0-1 0 0 0,0 1 0 0 0,-1 0 0 0 0,1 0 0 0 0,0 0 0 0 0,-1 0 0 0 0,0 0 0 0 0,1-1 0 0 0,-1 1-1 0 0,0 0 1 0 0,0 0 0 0 0,0 1 0 0 0,-1-1 0 0 0,1 0 0 0 0,-2-2 0 0 0,-4-2 94 0 0,1 1 1 0 0,-1 0-1 0 0,0 1 0 0 0,0 0 0 0 0,0 0 1 0 0,-1 0-1 0 0,-12-3 0 0 0,8 0-100 0 0,-31-1-102 0 0,12 4 3 0 0,29 4-780 0 0,4 2 482 0 0,-1-1 1 0 0,0 1 0 0 0,1 0-1 0 0,0 0 1 0 0,-1 0-1 0 0,1-1 1 0 0,0 1-1 0 0,0-1 1 0 0,0 0 0 0 0,2 2-1 0 0,2 2-3240 0 0,4-4 2296 0 0,-5-1-1615 0 0,1 0-4350 0 0,15 3 241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2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118 10 20 0 0,'0'0'3986'0'0,"13"-10"16436"0"0,-20 35-19074 0 0,-1 0 1 0 0,-1-1-1 0 0,-1 0 0 0 0,-22 35 0 0 0,2 1 202 0 0,27-55-3270 0 0,-8 12 5270 0 0,7-11-5348 0 0,-12-29-25873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9.5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0 944 0 0,'-9'2'14355'0'0,"25"11"-12527"0"0,0 0 0 0 0,1-1 0 0 0,1-2 0 0 0,34 17 0 0 0,84 27 3167 0 0,-34-23-1711 0 0,-87-24-3235 0 0,-6-2-49 0 0,0-1-6 0 0,-7-4-206 0 0,-4-8-4919 0 0,-14-5 4567 0 0,5 6-3116 0 0,2-3-7621 0 0,3-1 4624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0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 95 188 0 0,'0'0'3613'0'0,"-12"29"4676"0"0,13-18-7319 0 0,0-1 0 0 0,1 0 0 0 0,0 0 0 0 0,0 0 0 0 0,1-1 0 0 0,0 1 0 0 0,1-1 1 0 0,0 1-1 0 0,1-1 0 0 0,7 10 0 0 0,-5-7-54 0 0,2 0 0 0 0,-1-1 0 0 0,1 0 0 0 0,1-1 0 0 0,0 0 0 0 0,21 17 0 0 0,-29-26-28 0 0,16-31-164 0 0,19-84 16 0 0,-31 98-674 0 0,1-1 0 0 0,0 1 0 0 0,1 1-1 0 0,1-1 1 0 0,0 2 0 0 0,1-1 0 0 0,0 1 0 0 0,2 1 0 0 0,-1-1 0 0 0,23-18 0 0 0,-11 24 296 0 0,-20 8-357 0 0,-1-1 0 0 0,2 1 0 0 0,-1 0 0 0 0,0 0 0 0 0,0 0 1 0 0,0 1-1 0 0,0-1 0 0 0,-1 1 0 0 0,1-1 0 0 0,0 1 0 0 0,0 0 1 0 0,0 0-1 0 0,0 0 0 0 0,0 0 0 0 0,-1 1 0 0 0,1-1 0 0 0,-1 1 0 0 0,1 0 1 0 0,-1 0-1 0 0,0 0 0 0 0,1 0 0 0 0,-1 0 0 0 0,0 0 0 0 0,0 0 1 0 0,-1 1-1 0 0,1-1 0 0 0,0 1 0 0 0,-1 0 0 0 0,2 2 0 0 0,-1-1-4 0 0,6 8-1 0 0,0 0 0 0 0,-2 1 0 0 0,1 0 0 0 0,-1 0 0 0 0,-1 0 0 0 0,-1 1 0 0 0,0 0 0 0 0,4 22 0 0 0,3 0 0 0 0,-8-32 0 0 0,-1 1 0 0 0,-1-1 0 0 0,1 1 0 0 0,-1-1 0 0 0,0 1 0 0 0,0 0 0 0 0,0 6 0 0 0,1 0 0 0 0,7 3 0 0 0,-4-4 0 0 0,12-11 0 0 0,-12-1 1 0 0,1-1-1 0 0,-1-1 1 0 0,0 1-1 0 0,0-1 1 0 0,-1 1-1 0 0,1-1 1 0 0,-1-1 0 0 0,0 1-1 0 0,0-1 1 0 0,0 1-1 0 0,0-1 1 0 0,2-6-1 0 0,39-74-12 0 0,-27 48-16 0 0,-11 23-59 0 0,2-5-164 0 0,1 1-1 0 0,1 0 0 0 0,18-23 1 0 0,-29 41 254 0 0,0 0 0 0 0,0 0 0 0 0,0-1 0 0 0,0 1 0 0 0,1 0 0 0 0,-1 0 0 0 0,0 0-1 0 0,0-1 1 0 0,0 1 0 0 0,1 0 0 0 0,-1 0 0 0 0,0 0 0 0 0,0 0 0 0 0,1 0 0 0 0,-1 0 0 0 0,0-1 0 0 0,0 1 0 0 0,1 0 0 0 0,-1 0 0 0 0,0 0 0 0 0,1 0 0 0 0,-1 0 0 0 0,0 0 0 0 0,0 0-1 0 0,1 0 1 0 0,-1 0 0 0 0,0 0 0 0 0,0 0 0 0 0,1 0 0 0 0,-1 0 0 0 0,0 1 0 0 0,1-1 0 0 0,-1 0 0 0 0,0 0 0 0 0,0 0 0 0 0,1 0 0 0 0,-1 0 0 0 0,0 0 0 0 0,0 1 0 0 0,0-1 0 0 0,1 0 0 0 0,-1 0-1 0 0,0 0 1 0 0,0 1 0 0 0,10 19 272 0 0,3 41 318 0 0,-8-37-467 0 0,2-5-126 0 0,0-1 0 0 0,1 0 0 0 0,1-1 0 0 0,0 0 0 0 0,2 0 0 0 0,0-1 0 0 0,21 24 0 0 0,-15-17 0 0 0,-13-16 0 0 0,18 14 0 0 0,-21-20-150 0 0,-1 0 0 0 0,1 0 0 0 0,-1-1 1 0 0,1 1-1 0 0,0-1 0 0 0,-1 1 0 0 0,1 0 0 0 0,0-1 0 0 0,-1 1 1 0 0,1-1-1 0 0,0 1 0 0 0,0-1 0 0 0,0 0 0 0 0,-1 1 0 0 0,1-1 1 0 0,0 0-1 0 0,0 1 0 0 0,0-1 0 0 0,0 0 0 0 0,0 0 0 0 0,-1 0 0 0 0,1 0 1 0 0,0 0-1 0 0,0 0 0 0 0,0 0 0 0 0,0 0 0 0 0,0 0 0 0 0,0-1 1 0 0,-1 1-1 0 0,1 0 0 0 0,0 0 0 0 0,0-1 0 0 0,0 1 0 0 0,0 0 0 0 0,-1-1 1 0 0,1 1-1 0 0,0-1 0 0 0,0 0 0 0 0,6-30-10793 0 0,-4 15 5793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1.1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88 1284 0 0,'0'0'6033'0'0,"-1"-4"-5060"0"0,0 0-471 0 0,1 1 0 0 0,-1-1-1 0 0,1 1 1 0 0,0 0 0 0 0,0-1-1 0 0,1 1 1 0 0,-1-1 0 0 0,1 1 0 0 0,-1-1-1 0 0,1 1 1 0 0,0 0 0 0 0,1-1-1 0 0,1-2 1 0 0,-2 3 422 0 0,-2-11 2967 0 0,0 13-3618 0 0,0 0 1 0 0,0 0 0 0 0,0-1 0 0 0,0 1 0 0 0,0 0 0 0 0,0 0 0 0 0,0 0 0 0 0,0 1 0 0 0,-1-1-1 0 0,1 0 1 0 0,0 0 0 0 0,0 1 0 0 0,-1-1 0 0 0,1 0 0 0 0,0 1 0 0 0,-1 0 0 0 0,1-1 0 0 0,-1 1-1 0 0,1 0 1 0 0,-1 0 0 0 0,1-1 0 0 0,-1 1 0 0 0,-1 1 0 0 0,-1-1 81 0 0,-1 1-1 0 0,1 0 1 0 0,-1 0 0 0 0,1 0 0 0 0,0 0 0 0 0,-1 1-1 0 0,-5 3 1 0 0,-6 4 348 0 0,1 1-1 0 0,1 0 1 0 0,-15 13-1 0 0,26-20-680 0 0,0 0 0 0 0,0 0 0 0 0,0 1 1 0 0,1-1-1 0 0,-1 1 0 0 0,1-1 0 0 0,0 1 0 0 0,0 0 0 0 0,0 0 0 0 0,1 0 0 0 0,-1 0 0 0 0,1 1 0 0 0,0-1 0 0 0,-1 5 0 0 0,2-6-19 0 0,0-1 1 0 0,-1 0-1 0 0,1 1 0 0 0,0-1 0 0 0,0 0 0 0 0,0 1 0 0 0,1-1 1 0 0,-1 0-1 0 0,1 1 0 0 0,-1-1 0 0 0,1 0 0 0 0,0 0 0 0 0,0 0 1 0 0,0 1-1 0 0,0-1 0 0 0,0 0 0 0 0,0 0 0 0 0,0 0 1 0 0,1-1-1 0 0,-1 1 0 0 0,1 0 0 0 0,-1 0 0 0 0,1-1 0 0 0,0 1 1 0 0,0-1-1 0 0,3 3 0 0 0,4 0-3 0 0,0-1 0 0 0,-1 0 0 0 0,1 0 0 0 0,0-1 0 0 0,1 0 0 0 0,-1-1 0 0 0,0 0 0 0 0,0-1 0 0 0,1 1 0 0 0,-1-2 0 0 0,0 1 0 0 0,0-1 0 0 0,0-1 0 0 0,1 0 0 0 0,-1 0 0 0 0,0 0 0 0 0,-1-1 0 0 0,1-1 0 0 0,-1 0 0 0 0,1 0 0 0 0,-1 0 0 0 0,0-1 0 0 0,0 0 0 0 0,-1-1 0 0 0,0 1 0 0 0,13-15 0 0 0,-9 8 0 0 0,-6 2 0 0 0,-3 3 0 0 0,-3-5 0 0 0,1 11 0 0 0,0 1 0 0 0,0 0 0 0 0,-1 0 0 0 0,1-1 0 0 0,0 1 0 0 0,-1 0 0 0 0,1 0 0 0 0,0-1 0 0 0,0 1 0 0 0,-1 0 0 0 0,1 0 0 0 0,0 0 0 0 0,-1-1 0 0 0,1 1 0 0 0,0 0 0 0 0,-1 0 0 0 0,1 0 0 0 0,-1 0 0 0 0,1 0 0 0 0,0 0 0 0 0,-1 0 0 0 0,1 0 0 0 0,0 0 0 0 0,-1 0 0 0 0,1 0 0 0 0,0 0 0 0 0,-1 0 0 0 0,1 0 0 0 0,-1 0 0 0 0,1 0 0 0 0,0 0 0 0 0,-1 1 0 0 0,-15 12 0 0 0,14-10 0 0 0,1-3 0 0 0,0 1 0 0 0,1 0 0 0 0,-1-1 0 0 0,1 1 0 0 0,-1 0 0 0 0,1 0 0 0 0,-1-1 0 0 0,1 1 0 0 0,-1 0 0 0 0,1 0 0 0 0,0 0 0 0 0,0 0 0 0 0,-1 0 0 0 0,1-1 0 0 0,0 1 0 0 0,0 0 0 0 0,0 0 0 0 0,0 0 0 0 0,0 0 0 0 0,0 0 0 0 0,0 0 0 0 0,0 0 0 0 0,1 0 0 0 0,-1-1 0 0 0,0 1 0 0 0,0 0 0 0 0,1 2 0 0 0,0 2 0 0 0,0 0 0 0 0,0-1 0 0 0,0 1 0 0 0,0 0 0 0 0,1 0 0 0 0,0-1 0 0 0,0 1 0 0 0,2 4 0 0 0,-2-7 0 0 0,0 0 0 0 0,0 0 0 0 0,0 0 0 0 0,1 0 0 0 0,-1 0 0 0 0,0-1 0 0 0,1 1 0 0 0,-1-1 0 0 0,1 1 0 0 0,0-1 0 0 0,-1 0 0 0 0,1 0 0 0 0,0-1 0 0 0,3 2 0 0 0,12 1 0 0 0,14-5-2690 0 0,-23-10-3031 0 0,-4 2 1500 0 0,3-1-3398 0 0,-6 2 584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1.7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214 47 1180 0 0,'-2'-4'1591'0'0,"0"0"0"0"0,0 1 0 0 0,-1-1 0 0 0,1 1 0 0 0,-1 0 0 0 0,0 0 0 0 0,0 0 0 0 0,-3-3 0 0 0,3 4-764 0 0,1 1 0 0 0,-1-1-1 0 0,1 1 1 0 0,-1-1 0 0 0,1 1 0 0 0,-1 0 0 0 0,0 0-1 0 0,0 0 1 0 0,1 1 0 0 0,-5-2 0 0 0,2 2-396 0 0,1 0 0 0 0,-1 1 0 0 0,1-1 0 0 0,-1 1 0 0 0,1-1 0 0 0,0 1 0 0 0,0 1 0 0 0,-1-1-1 0 0,1 1 1 0 0,0-1 0 0 0,0 1 0 0 0,0 0 0 0 0,0 1 0 0 0,1-1 0 0 0,-1 1 0 0 0,-5 5 0 0 0,1-1-351 0 0,-1 1 0 0 0,2 0 0 0 0,-1 0 0 0 0,1 1 0 0 0,1 0 1 0 0,0 1-1 0 0,-8 15 0 0 0,12-21-70 0 0,0 0 0 0 0,0 1 1 0 0,0-1-1 0 0,1 1 0 0 0,-1-1 1 0 0,1 1-1 0 0,0 0 0 0 0,1-1 1 0 0,-1 1-1 0 0,1 0 0 0 0,0 0 0 0 0,0-1 1 0 0,1 1-1 0 0,-1 0 0 0 0,1 0 1 0 0,0-1-1 0 0,0 1 0 0 0,1-1 1 0 0,3 9-1 0 0,-4-11-10 0 0,1 0 0 0 0,0 0 0 0 0,0 1 0 0 0,0-1 0 0 0,0-1 0 0 0,1 1 0 0 0,-1 0 0 0 0,1-1 0 0 0,-1 1 0 0 0,1-1 0 0 0,-1 1 0 0 0,1-1 0 0 0,0 0 0 0 0,-1 0 0 0 0,1-1 0 0 0,0 1 0 0 0,0 0 0 0 0,0-1 0 0 0,0 0 0 0 0,0 0 0 0 0,-1 0 0 0 0,1 0 0 0 0,0 0 0 0 0,0 0 0 0 0,0-1 0 0 0,0 1 0 0 0,0-1 0 0 0,-1 0 0 0 0,6-2 0 0 0,5-1 0 0 0,-1 0 0 0 0,1-2 0 0 0,-1 1 0 0 0,21-14 0 0 0,-28 16 0 0 0,0-1 0 0 0,0 0 0 0 0,0 0 0 0 0,0 0 0 0 0,-1 0 0 0 0,0-1 0 0 0,0 1 0 0 0,0-1 0 0 0,0 0 0 0 0,-1-1 0 0 0,0 1 0 0 0,0 0 0 0 0,0-1 0 0 0,-1 0 0 0 0,2-6 0 0 0,-2 2 0 0 0,3-2 0 0 0,-5 11 0 0 0,0 1 0 0 0,0 0 0 0 0,0 0 0 0 0,0 0 0 0 0,0-1 0 0 0,0 1 0 0 0,0 0 0 0 0,0 0 0 0 0,1-1 0 0 0,-1 1 0 0 0,0 0 0 0 0,0 0 0 0 0,0 0 0 0 0,0 0 0 0 0,0-1 0 0 0,1 1 0 0 0,-1 0 0 0 0,0 0 0 0 0,0 0 0 0 0,0 0 0 0 0,1 0 0 0 0,-1 0 0 0 0,0-1 0 0 0,0 1 0 0 0,0 0 0 0 0,1 0 0 0 0,-1 0 0 0 0,0 0 0 0 0,0 0 0 0 0,1 0 0 0 0,-1 0 0 0 0,0 0 0 0 0,0 0 0 0 0,1 0 0 0 0,-1 0 0 0 0,0 0 0 0 0,0 0 0 0 0,0 0 0 0 0,1 0 0 0 0,-1 0 0 0 0,0 1 0 0 0,0-1 0 0 0,1 0 0 0 0,-1 0 0 0 0,0 0 0 0 0,7 8 0 0 0,-1-1 0 0 0,0 1 0 0 0,-1 0 0 0 0,9 18 0 0 0,16 22 0 0 0,-28-45 0 0 0,33 42 0 0 0,53 86 0 0 0,-81-118 0 0 0,1 1 0 0 0,-2 0 0 0 0,0 0 0 0 0,0 0 0 0 0,-2 1 0 0 0,0 0 0 0 0,0 0 0 0 0,-1 0 0 0 0,-1 1 0 0 0,-1-1 0 0 0,-1 28 0 0 0,-1-37 0 0 0,0 1 0 0 0,0-1 0 0 0,-1 1 0 0 0,0-1 0 0 0,-1 0 0 0 0,0 0 0 0 0,1 0 0 0 0,-2 0 0 0 0,1-1 0 0 0,-1 1 0 0 0,0-1 0 0 0,0 0 0 0 0,0 0 0 0 0,-1 0 0 0 0,1-1 0 0 0,-1 1 0 0 0,-1-1 0 0 0,1 0 0 0 0,0-1 0 0 0,-1 1 0 0 0,0-1 0 0 0,0 0 0 0 0,0 0 0 0 0,0-1 0 0 0,0 0 0 0 0,-7 2 0 0 0,-1-1 0 0 0,1 0 0 0 0,-1 0 0 0 0,0-1 0 0 0,1-1 0 0 0,-1 0 0 0 0,0-1 0 0 0,0-1 0 0 0,0 0 0 0 0,1-1 0 0 0,-1 0 0 0 0,-21-7 0 0 0,24 5 0 0 0,0-1 0 0 0,-1 0 0 0 0,2 0 0 0 0,-1-1 0 0 0,1-1 0 0 0,0 0 0 0 0,-10-9 0 0 0,16 13 0 0 0,0-1 0 0 0,0 0 0 0 0,0-1 0 0 0,0 1 0 0 0,1 0 0 0 0,0-1 0 0 0,0 0 0 0 0,0 0 0 0 0,0 0 0 0 0,1 0 0 0 0,0 0 0 0 0,0-1 0 0 0,0 1 0 0 0,1-1 0 0 0,0 1 0 0 0,0-1 0 0 0,-1-7 0 0 0,3 9 0 0 0,0-1 0 0 0,0 1 0 0 0,0 0 0 0 0,0 0 0 0 0,1 0 0 0 0,-1 1 0 0 0,1-1 0 0 0,0 0 0 0 0,0 0 0 0 0,1 1 0 0 0,-1 0 0 0 0,1-1 0 0 0,-1 1 0 0 0,1 0 0 0 0,0 0 0 0 0,0 0 0 0 0,1 1 0 0 0,-1-1 0 0 0,0 1 0 0 0,1 0 0 0 0,0-1 0 0 0,-1 2 0 0 0,6-3 0 0 0,1-1 0 0 0,1 1 0 0 0,-1 0 0 0 0,1 1 0 0 0,-1 0 0 0 0,1 0 0 0 0,0 1 0 0 0,20-1 0 0 0,-17 5 0 0 0,4-3 0 0 0,-1 1 0 0 0,-6 1-211 0 0,-9 0-1034 0 0,-3 1 762 0 0,-1 0 1 0 0,1 0 0 0 0,-1 0-1 0 0,0 0 1 0 0,1-1-1 0 0,-1 1 1 0 0,0 0-1 0 0,0-1 1 0 0,-4 3-1 0 0,6-4 25 0 0,-21 16-10073 0 0,17-14 8161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2.9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42 0 652 0 0,'-13'6'3490'0'0,"10"-5"-2291"0"0,1-1 1 0 0,0 1-1 0 0,0 0 0 0 0,-1 0 1 0 0,1 0-1 0 0,0 0 1 0 0,0 0-1 0 0,0 0 0 0 0,0 1 1 0 0,1-1-1 0 0,-3 3 0 0 0,3-3 352 0 0,8 20 2838 0 0,9 14-3204 0 0,0 1 0 0 0,-3 0-1 0 0,-1 1 1 0 0,-1 0 0 0 0,-3 1-1 0 0,8 64 1 0 0,-12-70-1185 0 0,0 5 0 0 0,-1 64 0 0 0,-3-101 0 0 0,0 1 0 0 0,0-1 0 0 0,0 0 0 0 0,0 0 0 0 0,0 0 0 0 0,0 1 0 0 0,0-1 0 0 0,0 0 0 0 0,0 0 0 0 0,0 1 0 0 0,0-1 0 0 0,0 0 0 0 0,0 0 0 0 0,-1 0 0 0 0,1 0 0 0 0,0 1 0 0 0,0-1 0 0 0,0 0 0 0 0,0 0 0 0 0,0 0 0 0 0,0 1 0 0 0,0-1 0 0 0,-1 0 0 0 0,1 0 0 0 0,0 0 0 0 0,0 0 0 0 0,0 0 0 0 0,0 0 0 0 0,-1 1 0 0 0,1-1 0 0 0,0 0 0 0 0,0 0 0 0 0,0 0 0 0 0,-1 0 0 0 0,1 0 0 0 0,0 0 0 0 0,0 0 0 0 0,0 0 0 0 0,-1 0 0 0 0,1 0 0 0 0,0 0 0 0 0,0 0 0 0 0,0 0 0 0 0,-1 0 0 0 0,1 0 0 0 0,0 0 0 0 0,0 0 0 0 0,0 0 0 0 0,-1 0 0 0 0,1 0 0 0 0,0 0 0 0 0,0 0 0 0 0,0-1 0 0 0,0 1 0 0 0,-1 0 0 0 0,1 0 0 0 0,0 0 0 0 0,0 0 0 0 0,0 0 0 0 0,0 0 0 0 0,-1-1 0 0 0,1 1 0 0 0,0 0 0 0 0,-11-9 0 0 0,10 8 0 0 0,-28-45-4322 0 0,11 20 874 0 0,-1-3-2419 0 0,7 11-2692 0 0,1 4 2616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3.3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89 348 0 0,'-8'-18'2169'0'0,"-3"-5"9820"0"0,35 5-7684 0 0,18 9-2750 0 0,0 3-1 0 0,1 1 1 0 0,49 1 0 0 0,-45 2-917 0 0,-30 1-447 0 0,37-2 533 0 0,68 5-1 0 0,-109-1-594 0 0,1 1 0 0 0,0 0-1 0 0,-1 1 1 0 0,1 0 0 0 0,-1 1-1 0 0,0 0 1 0 0,0 1 0 0 0,-1 1 0 0 0,1 0-1 0 0,14 10 1 0 0,-24-14-90 0 0,0 1-1 0 0,0-1 1 0 0,-1 1 0 0 0,1 0-1 0 0,-1-1 1 0 0,1 1-1 0 0,-1 0 1 0 0,0 0 0 0 0,0 1-1 0 0,-1-1 1 0 0,1 0 0 0 0,0 1-1 0 0,-1-1 1 0 0,0 0 0 0 0,0 1-1 0 0,0 0 1 0 0,0 5 0 0 0,0-2 114 0 0,-1 0 1 0 0,-1 0 0 0 0,1 0-1 0 0,-1 0 1 0 0,0 0 0 0 0,-1 0 0 0 0,1 0-1 0 0,-6 11 1 0 0,0-1 127 0 0,-1-1 0 0 0,-1 0 0 0 0,0-1-1 0 0,-1 0 1 0 0,-1 0 0 0 0,-17 18 0 0 0,-84 69-281 0 0,103-97 0 0 0,8-5 0 0 0,1 0 0 0 0,-1 1 0 0 0,0-1 0 0 0,0 1 0 0 0,1-1 0 0 0,-1 0 0 0 0,0 0 0 0 0,1 0 0 0 0,-1 1 0 0 0,0-1 0 0 0,0 0 0 0 0,0 0 0 0 0,1 0 0 0 0,-1 0 0 0 0,0 0 0 0 0,0 0 0 0 0,1 0 0 0 0,-1-1 0 0 0,0 1 0 0 0,0 0 0 0 0,1 0 0 0 0,-1-1 0 0 0,0 1 0 0 0,0 0 0 0 0,1-1 0 0 0,-1 1 0 0 0,1 0 0 0 0,-1-1 0 0 0,0 1 0 0 0,1-1 0 0 0,-1 1 0 0 0,1-1 0 0 0,-1 0 0 0 0,1 1 0 0 0,-1-1 0 0 0,1 1 0 0 0,-1-1 0 0 0,1 0 0 0 0,0 1 0 0 0,-1-2 0 0 0,-2-2 0 0 0,0 0 0 0 0,0-1 0 0 0,1 1 0 0 0,-1-1 0 0 0,1 1 0 0 0,0-1 0 0 0,1 0 0 0 0,-1 0 0 0 0,1 0 0 0 0,0 0 0 0 0,0 0 0 0 0,0 0 0 0 0,1 0 0 0 0,0-9 0 0 0,-1 4 0 0 0,-4-2 0 0 0,3 1 0 0 0,-2 2-59 0 0,4 7-513 0 0,4 3-6526 0 0,2-1 5730 0 0,4 1-333 0 0,-1 2-7647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3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61 956 0 0,'-17'-3'31051'0'0,"70"0"-30850"0"0,0-3 1 0 0,54-12-1 0 0,76-9-45 0 0,-139 23-3160 0 0,-45 5 2929 0 0,1-1-1 0 0,-1 0 1 0 0,1 0 0 0 0,-1 0 0 0 0,1 0 0 0 0,-1 0 0 0 0,1 1-1 0 0,0-1 1 0 0,-1 0 0 0 0,1 0 0 0 0,-1 1 0 0 0,1-1 0 0 0,0 0 0 0 0,-1 0-1 0 0,1 1 1 0 0,0-1 0 0 0,-1 1 0 0 0,1-1 0 0 0,0 0 0 0 0,0 1-1 0 0,-1-1 1 0 0,1 1 0 0 0,0-1 0 0 0,0 0 0 0 0,0 1 0 0 0,0-1 0 0 0,-1 1-1 0 0,1-1 1 0 0,0 1 0 0 0,0 0-48 0 0,0 0-1 0 0,0 0 1 0 0,-1-1-1 0 0,1 1 1 0 0,0 0-1 0 0,-1 0 0 0 0,1-1 1 0 0,-1 1-1 0 0,1 0 1 0 0,-1-1-1 0 0,1 1 1 0 0,-1 0-1 0 0,1-1 1 0 0,-1 1-1 0 0,1-1 1 0 0,-1 1-1 0 0,0-1 1 0 0,1 1-1 0 0,-1-1 1 0 0,0 0-1 0 0,-1 1 1 0 0,0 0-794 0 0,-2 0 196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04.0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11 512 0 0,'0'0'7967'0'0,"23"-8"-4048"0"0,44 6-206 0 0,63 1-448 0 0,-117 2-2944 0 0,1 1 0 0 0,-2 0 1 0 0,1 0-1 0 0,0 1 1 0 0,0 1-1 0 0,-1 0 0 0 0,18 9 1 0 0,-28-13-215 0 0,-1 1 0 0 0,1 1 1 0 0,0-1-1 0 0,-1 0 0 0 0,1 0 1 0 0,-1 1-1 0 0,1-1 0 0 0,-1 0 0 0 0,0 1 1 0 0,0-1-1 0 0,0 1 0 0 0,0 0 1 0 0,0-1-1 0 0,0 1 0 0 0,0 0 1 0 0,0 0-1 0 0,-1 0 0 0 0,1 0 1 0 0,-1-1-1 0 0,1 1 0 0 0,-1 0 0 0 0,0 0 1 0 0,1 0-1 0 0,-1 0 0 0 0,0 0 1 0 0,0 0-1 0 0,-1 0 0 0 0,1 0 1 0 0,0 0-1 0 0,-1 0 0 0 0,1 0 1 0 0,-1 0-1 0 0,0-1 0 0 0,1 1 1 0 0,-1 0-1 0 0,0 0 0 0 0,0-1 0 0 0,0 1 1 0 0,0 0-1 0 0,-2 1 0 0 0,-5 9 648 0 0,-1 0-1 0 0,0 0 0 0 0,-22 19 1 0 0,27-27-524 0 0,-21 18 722 0 0,-1-1 0 0 0,-29 18 1 0 0,25-18-642 0 0,23-16-312 0 0,3 2-11 0 0,3-6-283 0 0,31 1-5484 0 0,-8-10 1190 0 0,-2 3-4002 0 0,-7 2 997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29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284 272 1464 0 0,'0'0'8070'0'0,"2"0"-5336"0"0,12-4 17757 0 0,-27-14-20483 0 0,7 8-8 0 0,-10 8 0 0 0,-3 9 0 0 0,5 1 0 0 0,0 0 0 0 0,1 0 0 0 0,-1 2 0 0 0,2-1 0 0 0,-19 19 0 0 0,28-25 0 0 0,-1 0 0 0 0,1 1 0 0 0,0-1 0 0 0,0 1 0 0 0,0 0 0 0 0,0 0 0 0 0,1 0 0 0 0,-1 0 0 0 0,1 0 0 0 0,0 1 0 0 0,0-1 0 0 0,1 1 0 0 0,-1-1 0 0 0,1 1 0 0 0,0-1 0 0 0,0 1 0 0 0,1 0 0 0 0,-1 0 0 0 0,1 0 0 0 0,0-1 0 0 0,0 1 0 0 0,1 5 0 0 0,0-7 0 0 0,0-1 0 0 0,0 1 0 0 0,0 0 0 0 0,0-1 0 0 0,1 1 0 0 0,-1-1 0 0 0,1 1 0 0 0,-1-1 0 0 0,1 0 0 0 0,0 1 0 0 0,0-1 0 0 0,0 0 0 0 0,0 0 0 0 0,0 0 0 0 0,1-1 0 0 0,-1 1 0 0 0,0-1 0 0 0,1 1 0 0 0,4 1 0 0 0,-2-1 0 0 0,0-1 0 0 0,0 0 0 0 0,0 0 0 0 0,1 0 0 0 0,-1-1 0 0 0,0 0 0 0 0,1 0 0 0 0,-1 0 0 0 0,10-2 0 0 0,4-2 0 0 0,0-1 0 0 0,-1-1 0 0 0,1 0 0 0 0,25-14 0 0 0,-35 16 0 0 0,-3 2 0 0 0,1-1 0 0 0,-1 0 0 0 0,0 0 0 0 0,0 0 0 0 0,0-1 0 0 0,0 0 0 0 0,-1 0 0 0 0,1-1 0 0 0,-1 1 0 0 0,0-1 0 0 0,-1 0 0 0 0,1 0 0 0 0,-1-1 0 0 0,0 1 0 0 0,0-1 0 0 0,0 0 0 0 0,2-7 0 0 0,-1-1 0 0 0,-5 0 0 0 0,-7 3 0 0 0,-4 3 0 0 0,-1 1 0 0 0,3 3 0 0 0,-1 2 0 0 0,3-3 0 0 0,-2 0 0 0 0,9 5 0 0 0,0 0 0 0 0,-1 0 0 0 0,1-1 0 0 0,0 1 0 0 0,0 0 0 0 0,0 0 0 0 0,0-1 0 0 0,0 1 0 0 0,0 0 0 0 0,0 0 0 0 0,0-1 0 0 0,0 1 0 0 0,0 0 0 0 0,0 0 0 0 0,0-1 0 0 0,0 1 0 0 0,0 0 0 0 0,0 0 0 0 0,0-1 0 0 0,0 1 0 0 0,0 0 0 0 0,0 0 0 0 0,0-1 0 0 0,0 1 0 0 0,0 0 0 0 0,0 0 0 0 0,1-1 0 0 0,-1 1 0 0 0,0 0 0 0 0,0 0 0 0 0,0-1 0 0 0,0 1 0 0 0,1 0 0 0 0,-1 0 0 0 0,0 0 0 0 0,0 0 0 0 0,0-1 0 0 0,1 1 0 0 0,17-7 0 0 0,-6 4 0 0 0,0-1 0 0 0,-1-1 0 0 0,0 0 0 0 0,1 0 0 0 0,15-11 0 0 0,-22 13 0 0 0,-1-1 0 0 0,0 1 0 0 0,0-1 0 0 0,0 0 0 0 0,0 0 0 0 0,-1 0 0 0 0,0 0 0 0 0,1-1 0 0 0,-1 1 0 0 0,-1-1 0 0 0,1 0 0 0 0,-1 0 0 0 0,0 0 0 0 0,0 0 0 0 0,2-9 0 0 0,-4 13 0 0 0,1 0 0 0 0,-1 0 0 0 0,1-1 0 0 0,-1 1 0 0 0,0 0 0 0 0,0-1 0 0 0,1 1 0 0 0,-1-1 0 0 0,0 1 0 0 0,0 0 0 0 0,0-1 0 0 0,0 1 0 0 0,-1 0 0 0 0,1-1 0 0 0,0 1 0 0 0,-1-1 0 0 0,1 1 0 0 0,-1 0 0 0 0,1 0 0 0 0,-1-1 0 0 0,1 1 0 0 0,-2-2 0 0 0,-1-1 0 0 0,1-1 0 0 0,-1-1 0 0 0,0 0 0 0 0,0 1 0 0 0,0 0 0 0 0,-1 0 0 0 0,1 0 0 0 0,-1 0 0 0 0,0 0 0 0 0,-1 1 0 0 0,1 0 0 0 0,-1 0 0 0 0,0 0 0 0 0,0 0 0 0 0,0 1 0 0 0,-1 0 0 0 0,1 0 0 0 0,-11-4 0 0 0,8 4 0 0 0,1 0 0 0 0,-1 1 0 0 0,1 0 0 0 0,-1 0 0 0 0,0 1 0 0 0,0-1 0 0 0,0 2 0 0 0,0-1 0 0 0,0 1 0 0 0,0 1 0 0 0,0-1 0 0 0,0 1 0 0 0,-10 3 0 0 0,1 3 0 0 0,0 0 0 0 0,0 1 0 0 0,1 1 0 0 0,0 0 0 0 0,0 1 0 0 0,1 1 0 0 0,1 0 0 0 0,0 1 0 0 0,0 1 0 0 0,1 0 0 0 0,-16 22 0 0 0,13-14 0 0 0,1 1 0 0 0,0 1 0 0 0,2 0 0 0 0,0 1 0 0 0,2 0 0 0 0,1 1 0 0 0,-9 31 0 0 0,16-45 0 0 0,1 0 0 0 0,0 1 0 0 0,0-1 0 0 0,1 0 0 0 0,1 1 0 0 0,0-1 0 0 0,1 1 0 0 0,0-1 0 0 0,0 0 0 0 0,1 0 0 0 0,4 12 0 0 0,-5-20 0 0 0,1 0 0 0 0,-1 0 0 0 0,1 0 0 0 0,0 0 0 0 0,0-1 0 0 0,0 1 0 0 0,1 0 0 0 0,-1-1 0 0 0,1 0 0 0 0,-1 1 0 0 0,1-1 0 0 0,0 0 0 0 0,0 0 0 0 0,0-1 0 0 0,0 1 0 0 0,0-1 0 0 0,0 1 0 0 0,0-1 0 0 0,1 0 0 0 0,-1 0 0 0 0,0 0 0 0 0,1-1 0 0 0,3 1 0 0 0,8 1 0 0 0,0 0 0 0 0,0-1 0 0 0,29-2 0 0 0,-14-2 0 0 0,0-2 0 0 0,0-1 0 0 0,0-1 0 0 0,-1-1 0 0 0,1-2 0 0 0,-2-1 0 0 0,0-1 0 0 0,0-1 0 0 0,-1-2 0 0 0,-1-1 0 0 0,-1-1 0 0 0,0-1 0 0 0,-1-1 0 0 0,-1-1 0 0 0,-1-1 0 0 0,28-34 0 0 0,-43 46 0 0 0,-1 0 0 0 0,0-1 0 0 0,0 0 0 0 0,-1 0 0 0 0,-1 0 0 0 0,0-1 0 0 0,0 1 0 0 0,-1-1 0 0 0,0 0 0 0 0,-1 0 0 0 0,0 0 0 0 0,-1 0 0 0 0,0-1 0 0 0,-2-14 0 0 0,1 23 0 0 0,-1 0 0 0 0,0 0 0 0 0,-1 0 0 0 0,1-1 0 0 0,-1 1 0 0 0,1 1 0 0 0,-1-1 0 0 0,0 0 0 0 0,0 0 0 0 0,0 1 0 0 0,0-1 0 0 0,-5-4 0 0 0,6 7 0 0 0,-29-15 0 0 0,21 13 0 0 0,0 1 0 0 0,-1 0 0 0 0,1 1 0 0 0,0 0 0 0 0,-19 2 0 0 0,14 1 0 0 0,2 1 0 0 0,0 1 0 0 0,1 2 0 0 0,6-2-277 0 0,-2 3-2071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1.4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291 120 728 0 0,'0'0'1243'0'0,"23"-11"5156"0"0,-7 3 5547 0 0,-15 7-11779 0 0,-1 1 0 0 0,1-1-1 0 0,0 1 1 0 0,0-1 0 0 0,-1 0 0 0 0,1 1 0 0 0,-1-1 0 0 0,1 0-1 0 0,0 0 1 0 0,-1 0 0 0 0,0 1 0 0 0,1-1 0 0 0,-1 0 0 0 0,1 0-1 0 0,-1 0 1 0 0,0 0 0 0 0,0 0 0 0 0,1 0 0 0 0,-1 0 0 0 0,0-1 0 0 0,0-1 419 0 0,-1-13 1486 0 0,-1 12-2018 0 0,0 0-1 0 0,0 0 0 0 0,0 0 0 0 0,0 1 0 0 0,-1-1 0 0 0,1 1 1 0 0,-1 0-1 0 0,0-1 0 0 0,0 1 0 0 0,0 1 0 0 0,0-1 0 0 0,-1 0 1 0 0,1 1-1 0 0,-1-1 0 0 0,1 1 0 0 0,-1 0 0 0 0,0 0 0 0 0,0 1 1 0 0,0-1-1 0 0,-8-1 0 0 0,4 2 126 0 0,0 0 0 0 0,1 1 0 0 0,-1 0 0 0 0,0 0-1 0 0,0 1 1 0 0,0 0 0 0 0,1 0 0 0 0,-1 1 0 0 0,0 0 0 0 0,1 0 0 0 0,-9 4 0 0 0,5-1 10 0 0,0 0 0 0 0,0 0 0 0 0,0 1 0 0 0,0 1 0 0 0,1 0 0 0 0,0 0 0 0 0,1 1 0 0 0,-1 0 0 0 0,1 1 1 0 0,1 0-1 0 0,0 0 0 0 0,0 1 0 0 0,1 0 0 0 0,0 0 0 0 0,-6 14 0 0 0,10-18-189 0 0,1-1 0 0 0,1 1 0 0 0,-1-1 0 0 0,1 1 0 0 0,0 0 0 0 0,0-1 0 0 0,1 1 0 0 0,0 0 0 0 0,0 0 0 0 0,0 0 0 0 0,1-1 0 0 0,-1 1 0 0 0,1 0 0 0 0,1 0 0 0 0,-1-1 0 0 0,1 1 0 0 0,0-1 0 0 0,0 1 0 0 0,1-1 0 0 0,0 0 0 0 0,0 0 0 0 0,0 0 0 0 0,0 0 0 0 0,1-1 0 0 0,-1 1 0 0 0,9 6 0 0 0,-6-6 0 0 0,0-1 0 0 0,0 0 0 0 0,1 0 0 0 0,-1 0 0 0 0,1-1 0 0 0,0 0 0 0 0,0 0 0 0 0,0-1 0 0 0,0 0 0 0 0,1 0 0 0 0,-1-1 0 0 0,1 0 0 0 0,-1 0 0 0 0,1 0 0 0 0,-1-1 0 0 0,1 0 0 0 0,-1-1 0 0 0,1 0 0 0 0,-1 0 0 0 0,9-3 0 0 0,-2 1 0 0 0,0-2 0 0 0,0 1 0 0 0,0-2 0 0 0,-1 0 0 0 0,21-12 0 0 0,-29 15 0 0 0,0-1 0 0 0,-1 0 0 0 0,1 0 0 0 0,-1 0 0 0 0,0-1 0 0 0,0 1 0 0 0,0-1 0 0 0,0 0 0 0 0,-1 0 0 0 0,0 0 0 0 0,0-1 0 0 0,-1 1 0 0 0,1-1 0 0 0,-1 1 0 0 0,3-13 0 0 0,-2 5 0 0 0,0-19 0 0 0,-22-34 0 0 0,26 73 0 0 0,-5-5 0 0 0,1 0 0 0 0,-1 1 0 0 0,1-1 0 0 0,-1 1 0 0 0,0 0 0 0 0,0 0 0 0 0,0 0 0 0 0,0 0 0 0 0,2 5 0 0 0,-2-2 0 0 0,4 11 0 0 0,2 0 0 0 0,0 0 0 0 0,0-1 0 0 0,2 0 0 0 0,0 0 0 0 0,1-1 0 0 0,23 25 0 0 0,-24-33 0 0 0,5-3 0 0 0,-15-4 0 0 0,1 0 0 0 0,0 1 0 0 0,0-1 0 0 0,0 0 0 0 0,0 0 0 0 0,0 0 0 0 0,-1 0 0 0 0,1 0 0 0 0,0 0 0 0 0,0 0 0 0 0,0 0 0 0 0,0 0 0 0 0,0 0 0 0 0,0 0 0 0 0,-1-1 0 0 0,1 1 0 0 0,0 0 0 0 0,0 0 0 0 0,0-1 0 0 0,0 1 0 0 0,-1-1 0 0 0,1 1 0 0 0,0-1 0 0 0,-1 1 0 0 0,1-1 0 0 0,0 1 0 0 0,-1-1 0 0 0,1 0 0 0 0,0 1 0 0 0,-1-1 0 0 0,1 0 0 0 0,-1 0 0 0 0,1-1 0 0 0,0 1 0 0 0,3-3 0 0 0,0-1 0 0 0,0 1 0 0 0,0-1 0 0 0,0 0 0 0 0,-1 0 0 0 0,0 0 0 0 0,0 0 0 0 0,0-1 0 0 0,-1 1 0 0 0,0-1 0 0 0,0 0 0 0 0,2-7 0 0 0,14-33 0 0 0,-8 13 0 0 0,-8 26 0 0 0,-1 0 0 0 0,1 1 0 0 0,0-1 0 0 0,0 0 0 0 0,5-8 0 0 0,-2 0 0 0 0,-3 4 0 0 0,-3 39 0 0 0,3 54 0 0 0,-1-76 0 0 0,0 0 0 0 0,0 0 0 0 0,1-1 0 0 0,-1 1 0 0 0,1-1 0 0 0,1 0 0 0 0,-1 1 0 0 0,1-1 0 0 0,0 0 0 0 0,0 0 0 0 0,0 0 0 0 0,6 6 0 0 0,0 0 0 0 0,-8-9 0 0 0,0 0 0 0 0,0 0 0 0 0,1 0 0 0 0,-1 0 0 0 0,1 0 0 0 0,-1-1 0 0 0,1 1 0 0 0,0 0 0 0 0,-1-1 0 0 0,1 0 0 0 0,0 1 0 0 0,0-1 0 0 0,0 0 0 0 0,0 0 0 0 0,0 0 0 0 0,0 0 0 0 0,1 0 0 0 0,-1-1 0 0 0,0 1 0 0 0,0-1 0 0 0,1 1 0 0 0,-1-1 0 0 0,0 0 0 0 0,0 0 0 0 0,1 0 0 0 0,-1 0 0 0 0,0 0 0 0 0,1 0 0 0 0,-1-1 0 0 0,3 0 0 0 0,2 0 0 0 0,0-1 0 0 0,1 1 0 0 0,-1-1 0 0 0,0-1 0 0 0,0 1 0 0 0,0-1 0 0 0,-1-1 0 0 0,1 1 0 0 0,-1-1 0 0 0,1 0 0 0 0,-1 0 0 0 0,7-7 0 0 0,-4 1 0 0 0,0 1 0 0 0,0-1 0 0 0,-1-1 0 0 0,-1 1 0 0 0,0-1 0 0 0,9-17 0 0 0,-3 5 0 0 0,-8 15 0 0 0,-1 0 0 0 0,0-1 0 0 0,0 1 0 0 0,-1-1 0 0 0,0 1 0 0 0,-1-1 0 0 0,0 0 0 0 0,1-9 0 0 0,-2 28 0 0 0,-1 0 0 0 0,1 1 0 0 0,0-1 0 0 0,1 0 0 0 0,0 1 0 0 0,1-1 0 0 0,0 0 0 0 0,8 16 0 0 0,-11-26 0 0 0,2 6 0 0 0,0 0 0 0 0,1-1 0 0 0,0 1 0 0 0,0-1 0 0 0,0 0 0 0 0,0 0 0 0 0,1 0 0 0 0,0 0 0 0 0,0 0 0 0 0,0-1 0 0 0,1 0 0 0 0,-1 0 0 0 0,1 0 0 0 0,6 3 0 0 0,-2-2 0 0 0,1-2-220 0 0,-8-2-977 0 0,6-6-1591 0 0,-8 5 2670 0 0,1 0 0 0 0,-1 0 1 0 0,1 0-1 0 0,-1 0 0 0 0,1 0 0 0 0,-1 0 0 0 0,1-1 1 0 0,-1 1-1 0 0,0 0 0 0 0,1 0 0 0 0,-1 0 0 0 0,1 0 1 0 0,-1-1-1 0 0,1 1 0 0 0,-1 0 0 0 0,0 0 0 0 0,1-1 1 0 0,-1 1-1 0 0,0 0 0 0 0,1-1 0 0 0,-1 1 0 0 0,0 0 1 0 0,0-1-1 0 0,1 1 0 0 0,-1 0 0 0 0,0-1 0 0 0,0 1 0 0 0,1-1 1 0 0,-1 1-1 0 0,0 0 0 0 0,0-1 0 0 0,1-9-4771 0 0,2 3-2478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2.07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302 71 308 0 0,'-29'-39'8245'0'0,"25"35"-7462"0"0,0 1-1 0 0,0 0 0 0 0,0 0 1 0 0,-1 1-1 0 0,1-1 0 0 0,-1 1 1 0 0,0 0-1 0 0,1 0 0 0 0,-1 0 1 0 0,0 1-1 0 0,-6-1 0 0 0,3 1-30 0 0,0 0 0 0 0,0 0-1 0 0,-1 1 1 0 0,1 1 0 0 0,0-1-1 0 0,-15 4 1 0 0,14-2-247 0 0,-1 0 0 0 0,1 1 0 0 0,0 0 0 0 0,0 1 0 0 0,1 0 0 0 0,-1 1 0 0 0,1 0 0 0 0,0 0 0 0 0,0 0 0 0 0,0 1 0 0 0,1 0 0 0 0,-1 1 0 0 0,-6 7 0 0 0,13-12-472 0 0,-1 0 0 0 0,1 0 0 0 0,-1-1 0 0 0,1 1-1 0 0,-1 0 1 0 0,1 0 0 0 0,0 0 0 0 0,0 0 0 0 0,0 0-1 0 0,0 1 1 0 0,1-1 0 0 0,-1 0 0 0 0,0 0 0 0 0,1 1-1 0 0,0-1 1 0 0,-1 0 0 0 0,1 1 0 0 0,0-1-1 0 0,0 0 1 0 0,0 1 0 0 0,1-1 0 0 0,-1 0 0 0 0,0 1-1 0 0,1-1 1 0 0,0 0 0 0 0,-1 0 0 0 0,1 0 0 0 0,0 1-1 0 0,0-1 1 0 0,0 0 0 0 0,0 0 0 0 0,1 0 0 0 0,-1 0-1 0 0,1-1 1 0 0,-1 1 0 0 0,1 0 0 0 0,-1-1 0 0 0,1 1-1 0 0,0-1 1 0 0,0 1 0 0 0,0-1 0 0 0,0 0-1 0 0,4 2 1 0 0,3 2 72 0 0,0-1 0 0 0,0 0 0 0 0,0 0 1 0 0,0-1-1 0 0,1-1 0 0 0,-1 1 0 0 0,1-1 0 0 0,0-1 0 0 0,13 1 0 0 0,-3-2-105 0 0,-6 0 0 0 0,0 0 0 0 0,-1-1 0 0 0,1-1 0 0 0,0 0 0 0 0,-1-1 0 0 0,1 0 0 0 0,-1-1 0 0 0,0 0 0 0 0,0-1 0 0 0,23-13 0 0 0,-36 18 0 0 0,1 0 0 0 0,-1 0 0 0 0,1 0 0 0 0,-1 0 0 0 0,0 0 0 0 0,1 0 0 0 0,-1 0 0 0 0,1 1 0 0 0,-1-1 0 0 0,1 0 0 0 0,-1 0 0 0 0,0 0 0 0 0,1 0 0 0 0,-1 1 0 0 0,1-1 0 0 0,-1 0 0 0 0,0 0 0 0 0,1 1 0 0 0,-1-1 0 0 0,0 0 0 0 0,1 1 0 0 0,-1-1 0 0 0,0 0 0 0 0,1 1 0 0 0,-1-1 0 0 0,0 0 0 0 0,0 1 0 0 0,0-1 0 0 0,1 1 0 0 0,-1-1 0 0 0,0 0 0 0 0,0 1 0 0 0,0 0 0 0 0,7 18 0 0 0,-5-14 0 0 0,13 39 0 0 0,10 49 0 0 0,-4-14 0 0 0,2-4 0 0 0,-3-12 0 0 0,12 66 0 0 0,-31-123 0 0 0,0 0 0 0 0,-1 1 0 0 0,1-1 0 0 0,-1 1 0 0 0,0-1 0 0 0,-1 0 0 0 0,1 1 0 0 0,-1-1 0 0 0,-1 0 0 0 0,1 0 0 0 0,-5 11 0 0 0,5-14 0 0 0,0-1 0 0 0,-1 0 0 0 0,1 0 0 0 0,0 0 0 0 0,-1-1 0 0 0,0 1 0 0 0,1 0 0 0 0,-1-1 0 0 0,0 1 0 0 0,0-1 0 0 0,0 1 0 0 0,0-1 0 0 0,0 0 0 0 0,0 0 0 0 0,0 0 0 0 0,-1 0 0 0 0,1 0 0 0 0,0 0 0 0 0,-1-1 0 0 0,1 1 0 0 0,0-1 0 0 0,-1 1 0 0 0,1-1 0 0 0,0 0 0 0 0,-1 0 0 0 0,1 0 0 0 0,-1-1 0 0 0,1 1 0 0 0,0 0 0 0 0,-1-1 0 0 0,1 0 0 0 0,0 1 0 0 0,-3-2 0 0 0,-7-2 0 0 0,0-1 0 0 0,0 0 0 0 0,0-1 0 0 0,1 0 0 0 0,0-1 0 0 0,0 0 0 0 0,1 0 0 0 0,0-1 0 0 0,0-1 0 0 0,-11-12 0 0 0,3 1 0 0 0,2 0 0 0 0,1-1 0 0 0,0-1 0 0 0,-12-26 0 0 0,25 44 0 0 0,0 0 0 0 0,0-1 0 0 0,0 0 0 0 0,1 1 0 0 0,-1-1 0 0 0,1 0 0 0 0,0 1 0 0 0,1-1 0 0 0,-1 0 0 0 0,1 0 0 0 0,0 0 0 0 0,0 0 0 0 0,1 0 0 0 0,-1 0 0 0 0,1 1 0 0 0,0-1 0 0 0,1 0 0 0 0,-1 1 0 0 0,1-1 0 0 0,0 0 0 0 0,0 1 0 0 0,0 0 0 0 0,0 0 0 0 0,1-1 0 0 0,0 1 0 0 0,0 1 0 0 0,0-1 0 0 0,0 0 0 0 0,1 1 0 0 0,-1-1 0 0 0,1 1 0 0 0,5-3 0 0 0,24-11-2904 0 0,13-10-7523 0 0,-7 5 2705 0 0,-27 15 1136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2.5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15 956 0 0,'1'-14'24625'0'0,"8"110"-22306"0"0,-9-74-1624 0 0,1 1 0 0 0,1 0 1 0 0,1-1-1 0 0,1 1 0 0 0,1-1 1 0 0,14 38-1 0 0,-15-54-753 0 0,-1 0-1 0 0,1 0 1 0 0,1 0 0 0 0,-1-1 0 0 0,1 0-1 0 0,0 0 1 0 0,1 0 0 0 0,-1 0-1 0 0,1-1 1 0 0,0 0 0 0 0,0 0 0 0 0,0 0-1 0 0,0-1 1 0 0,1 0 0 0 0,-1 0-1 0 0,1-1 1 0 0,0 0 0 0 0,0 0 0 0 0,0 0-1 0 0,0-1 1 0 0,0 0 0 0 0,0 0-1 0 0,0-1 1 0 0,0 0 0 0 0,0 0 0 0 0,0-1-1 0 0,13-2 1 0 0,-11 2-21 0 0,0-1-1 0 0,-1 0 1 0 0,1 0-1 0 0,0-1 1 0 0,-1 0-1 0 0,1 0 1 0 0,-1-1-1 0 0,0 0 1 0 0,0 0-1 0 0,-1-1 1 0 0,1 0-1 0 0,-1-1 1 0 0,0 1-1 0 0,-1-1 1 0 0,1-1-1 0 0,-1 1 1 0 0,0-1-1 0 0,-1 0 1 0 0,1-1-1 0 0,-1 1 1 0 0,6-15-1 0 0,-8 13 56 0 0,-1-1-1 0 0,0 1 1 0 0,0-1 0 0 0,-1 0-1 0 0,-1 0 1 0 0,1 0 0 0 0,-2 0 0 0 0,0-10-1 0 0,-1-17 1161 0 0,1 35-1057 0 0,0 1 1 0 0,0-1-1 0 0,0 1 1 0 0,0-1-1 0 0,0 1 1 0 0,0-1-1 0 0,-1 1 1 0 0,1 0-1 0 0,0-1 1 0 0,-1 1-1 0 0,1 0 1 0 0,-1 0-1 0 0,1 0 1 0 0,-1 0-1 0 0,0 0 1 0 0,0 1-1 0 0,1-1 1 0 0,-1 0-1 0 0,0 1 1 0 0,0-1-1 0 0,1 1 1 0 0,-1 0-1 0 0,0 0 1 0 0,0 0-1 0 0,0-1 1 0 0,0 2-1 0 0,0-1 1 0 0,0 0-1 0 0,1 0 1 0 0,-4 1-1 0 0,-1 1-79 0 0,0 0 0 0 0,0 0 0 0 0,1 1 0 0 0,-1 0 0 0 0,1 0 0 0 0,-1 0 0 0 0,1 1 0 0 0,0-1 0 0 0,0 1 0 0 0,0 0 0 0 0,1 1 0 0 0,0-1 0 0 0,0 1 0 0 0,0 0 0 0 0,0 0 0 0 0,1 0 0 0 0,-1 1 0 0 0,1-1 0 0 0,-4 11 0 0 0,3-5 0 0 0,1 0 0 0 0,0-1 0 0 0,1 1 0 0 0,0 0 0 0 0,0 1 0 0 0,1-1 0 0 0,1 0 0 0 0,0 0 0 0 0,3 23 0 0 0,-3-28 0 0 0,1-1 0 0 0,0 1 0 0 0,0-1 0 0 0,0 0 0 0 0,1 1 0 0 0,-1-1 0 0 0,2 0 0 0 0,-1 0 0 0 0,0 0 0 0 0,1 0 0 0 0,0 0 0 0 0,0-1 0 0 0,0 1 0 0 0,1-1 0 0 0,0 0 0 0 0,-1 0 0 0 0,1 0 0 0 0,1 0 0 0 0,-1-1 0 0 0,0 0 0 0 0,1 0 0 0 0,0 0 0 0 0,0 0 0 0 0,0-1 0 0 0,0 0 0 0 0,0 0 0 0 0,0 0 0 0 0,1 0 0 0 0,-1-1 0 0 0,6 1 0 0 0,-1-2-232 0 0,-1-1-1 0 0,0 0 1 0 0,1 0-1 0 0,-1-1 1 0 0,0 0 0 0 0,0 0-1 0 0,0-1 1 0 0,0 0 0 0 0,0-1-1 0 0,-1 0 1 0 0,1-1-1 0 0,-1 1 1 0 0,0-1 0 0 0,-1-1-1 0 0,1 0 1 0 0,-1 0-1 0 0,0 0 1 0 0,-1-1 0 0 0,8-9-1 0 0,1-11-5190 0 0,-11 10-5544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3.5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245 115 176 0 0,'0'0'7449'0'0,"2"-12"-4372"0"0,50-27 4063 0 0,-50 37-6383 0 0,2-3 2123 0 0,-4 5-2743 0 0,0 0 0 0 0,1 0 0 0 0,-1 0 0 0 0,0-1 0 0 0,1 1 0 0 0,-1 0-1 0 0,0 0 1 0 0,0 0 0 0 0,1-1 0 0 0,-1 1 0 0 0,0 0 0 0 0,0-1 0 0 0,0 1 0 0 0,1 0-1 0 0,-1-1 1 0 0,0 1 0 0 0,0 0 0 0 0,0-1 0 0 0,0 1 0 0 0,0 0 0 0 0,0-1 0 0 0,0 1-1 0 0,0 0 1 0 0,0-1 0 0 0,0 1 0 0 0,0 0 0 0 0,0-1 0 0 0,0 1 0 0 0,0-1 0 0 0,0 1-1 0 0,0 0 1 0 0,0-1 0 0 0,0 1 0 0 0,0 0 0 0 0,0-1 0 0 0,-1 1 0 0 0,1 0 0 0 0,0 0-1 0 0,0-1 1 0 0,-1 0 0 0 0,-1-2 199 0 0,0 0 1 0 0,-1-1-1 0 0,1 1 0 0 0,-1 0 1 0 0,0 0-1 0 0,0 0 0 0 0,0 1 1 0 0,0-1-1 0 0,0 1 0 0 0,-1-1 1 0 0,1 1-1 0 0,-1 0 0 0 0,0 0 1 0 0,1 1-1 0 0,-9-3 0 0 0,1 3-89 0 0,7 1-243 0 0,0 0 0 0 0,0 1 0 0 0,0-1 1 0 0,0 1-1 0 0,0-1 0 0 0,0 1 0 0 0,0 0 0 0 0,0 1 0 0 0,0-1 0 0 0,0 1 1 0 0,1-1-1 0 0,-6 4 0 0 0,-2 2-10 0 0,-3 0 6 0 0,1 1 0 0 0,0 0 0 0 0,1 1 0 0 0,0 1 0 0 0,1 0 0 0 0,0 0 0 0 0,0 1 0 0 0,1 0 0 0 0,-12 18 0 0 0,17-22 0 0 0,0 1 0 0 0,0 0 0 0 0,1 0 0 0 0,0 0 0 0 0,0 0 0 0 0,1 1 0 0 0,0-1 0 0 0,0 1 0 0 0,1 0 0 0 0,1 0 0 0 0,-1 0 0 0 0,1 0 0 0 0,1 0 0 0 0,0 0 0 0 0,0 0 0 0 0,3 17 0 0 0,-2-18 0 0 0,1 0 0 0 0,0 0 0 0 0,1 0 0 0 0,0 0 0 0 0,0 0 0 0 0,1 0 0 0 0,0-1 0 0 0,1 1 0 0 0,-1-1 0 0 0,1 0 0 0 0,0-1 0 0 0,1 1 0 0 0,0-1 0 0 0,0 0 0 0 0,0 0 0 0 0,1-1 0 0 0,0 0 0 0 0,0 0 0 0 0,0-1 0 0 0,0 0 0 0 0,1 0 0 0 0,-1 0 0 0 0,1-1 0 0 0,0 0 0 0 0,1-1 0 0 0,-1 0 0 0 0,12 2 0 0 0,3-1 0 0 0,0-2 0 0 0,0 0 0 0 0,0-1 0 0 0,0-1 0 0 0,0-2 0 0 0,0 0 0 0 0,0-1 0 0 0,-1-1 0 0 0,0-1 0 0 0,0-2 0 0 0,0 0 0 0 0,-1-1 0 0 0,0-1 0 0 0,-1-1 0 0 0,29-19 0 0 0,-40 22 0 0 0,0 1 0 0 0,0-1 0 0 0,-1-1 0 0 0,0 0 0 0 0,0 0 0 0 0,-1-1 0 0 0,0 0 0 0 0,7-13 0 0 0,-11 18 0 0 0,-1-1 0 0 0,1 1 0 0 0,-1-1 0 0 0,0 1 0 0 0,-1-1 0 0 0,1 0 0 0 0,-1 1 0 0 0,0-1 0 0 0,0 0 0 0 0,-1 0 0 0 0,0 0 0 0 0,0 0 0 0 0,-1 0 0 0 0,1 0 0 0 0,-1 0 0 0 0,0 0 0 0 0,-4-11 0 0 0,0 8 0 0 0,0 0 0 0 0,0 0 0 0 0,0 1 0 0 0,-1-1 0 0 0,-1 1 0 0 0,1 0 0 0 0,-1 1 0 0 0,0 0 0 0 0,-1 0 0 0 0,0 1 0 0 0,0-1 0 0 0,-1 2 0 0 0,1-1 0 0 0,-19-7 0 0 0,10 5 0 0 0,0 2 0 0 0,-1 0 0 0 0,0 1 0 0 0,0 0 0 0 0,0 2 0 0 0,-1 0 0 0 0,1 1 0 0 0,-20 1 0 0 0,36 1 0 0 0,0 0 0 0 0,-1 0 0 0 0,1 1 0 0 0,0-1 0 0 0,0 1 0 0 0,-1-1 0 0 0,1 1 0 0 0,0 0 0 0 0,0 0 0 0 0,0 0 0 0 0,0 0 0 0 0,0 0 0 0 0,0 0 0 0 0,0 0 0 0 0,0 1 0 0 0,0-1 0 0 0,1 1 0 0 0,-1 0 0 0 0,1-1 0 0 0,-1 1 0 0 0,1 0 0 0 0,0 0 0 0 0,-1 0 0 0 0,1 0 0 0 0,0 0 0 0 0,0 0 0 0 0,0 0 0 0 0,1 0 0 0 0,-1 0 0 0 0,0 0 0 0 0,1 1 0 0 0,-1-1 0 0 0,1 3 0 0 0,4 16-3066 0 0,10-10-7607 0 0,-6-8 5692 0 0,-2 1-2917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4.8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38 836 0 0,'0'0'31384'0'0,"7"-1"-30923"0"0,268-5-361 0 0,-175 8-114 0 0,9-2 14 0 0,-92 0 0 0 0,1 0 0 0 0,-7 0-367 0 0,-9 0-1520 0 0,-2-5-4479 0 0,-4-9 4545 0 0,-1 8-7859 0 0,-5-2 2571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35.2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5 252 0 0,'0'0'4256'0'0,"-13"-4"17414"0"0,50 16-21052 0 0,1-2-1 0 0,1-1 1 0 0,0-2-1 0 0,70 3 1 0 0,-26-2-164 0 0,54 8 545 0 0,-135-16-734 0 0,-3 3-215 0 0,-1 1 1 0 0,1-1-1 0 0,-1 0 0 0 0,0 0 1 0 0,0 0-1 0 0,0 0 0 0 0,-1 0 1 0 0,1 0-1 0 0,-1 0 0 0 0,1-1 1 0 0,-1 0-1 0 0,0 1 0 0 0,0-1 1 0 0,0 0-1 0 0,0 0 0 0 0,-1-1 1 0 0,-5 3-1 0 0,-66 32 816 0 0,70-34-855 0 0,-8 3-11 0 0,1 0 0 0 0,5-1 0 0 0,-2 1-149 0 0,7-5-624 0 0,48-10-4834 0 0,-32 2-1495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6.1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1 592 0 0,'0'0'15089'0'0,"-4"1"-13170"0"0,-16 3 12753 0 0,26-3-14241 0 0,23 7-417 0 0,1-2 0 0 0,0-1 0 0 0,1-1 0 0 0,34-1 0 0 0,-22-2-20 0 0,18-1 6 0 0,-43 1 0 0 0,-4 2 0 0 0,-4 0-119 0 0,-8-2-765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6.7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152 107 1288 0 0,'0'0'18210'0'0,"-6"5"-17004"0"0,-1 2-639 0 0,0 0-1 0 0,0 0 1 0 0,0 1 0 0 0,1 0-1 0 0,0 0 1 0 0,0 1-1 0 0,1-1 1 0 0,1 1 0 0 0,-7 15-1 0 0,-16 36 1022 0 0,19-46-987 0 0,1 1 0 0 0,0 1 0 0 0,1-1 0 0 0,0 1 1 0 0,2 0-1 0 0,0 0 0 0 0,-3 28 0 0 0,3-23-601 0 0,9-8 0 0 0,7-5 0 0 0,7-13 0 0 0,-6-3 0 0 0,0-1 0 0 0,-1 0 0 0 0,0 0 0 0 0,0-2 0 0 0,-1 1 0 0 0,0-2 0 0 0,-1 1 0 0 0,16-25 0 0 0,-3 2 0 0 0,-2-1 0 0 0,19-45 0 0 0,-17 19 0 0 0,-15 37 0 0 0,0 1 0 0 0,2 0 0 0 0,15-26 0 0 0,-19 38 0 0 0,-5 11 0 0 0,-1 0 0 0 0,0 0 0 0 0,0 0 0 0 0,0 0 0 0 0,0 0 0 0 0,0 0 0 0 0,0 0 0 0 0,0 0 0 0 0,0 1 0 0 0,0-1 0 0 0,0 0 0 0 0,0 0 0 0 0,1 0 0 0 0,-1 0 0 0 0,0 0 0 0 0,0 0 0 0 0,0 0 0 0 0,0 0 0 0 0,0 0 0 0 0,0 0 0 0 0,0 0 0 0 0,0 1 0 0 0,1-1 0 0 0,-1 0 0 0 0,0 0 0 0 0,0 0 0 0 0,0 0 0 0 0,0 0 0 0 0,0 0 0 0 0,0 0 0 0 0,1 0 0 0 0,-1 0 0 0 0,0 0 0 0 0,0 0 0 0 0,0 0 0 0 0,0 0 0 0 0,0 0 0 0 0,0 0 0 0 0,0 0 0 0 0,1 0 0 0 0,-1-1 0 0 0,0 1 0 0 0,0 0 0 0 0,0 0 0 0 0,0 0 0 0 0,0 0 0 0 0,0 0 0 0 0,0 0 0 0 0,0 0 0 0 0,1 0 0 0 0,-1 0 0 0 0,0 0 0 0 0,0 0 0 0 0,0-1 0 0 0,0 1 0 0 0,0 0 0 0 0,0 0 0 0 0,0 0 0 0 0,0 0 0 0 0,0 0 0 0 0,0-1 0 0 0,16 85 0 0 0,-14-60 0 0 0,2 0 0 0 0,14 47 0 0 0,-12-53 0 0 0,0 1 0 0 0,1 0 0 0 0,1 0 0 0 0,0-1 0 0 0,2 0 0 0 0,0 0 0 0 0,0-1 0 0 0,2 0 0 0 0,14 15 0 0 0,-20-24 0 0 0,2 2 0 0 0,2-2 0 0 0,-8 1 0 0 0,-16-3 0 0 0,3-5-840 0 0,1 0 0 0 0,0-1 0 0 0,-1 0 0 0 0,-19-3 0 0 0,-3 1-2534 0 0,25 2 2577 0 0,-28 3-4787 0 0,12-2-2834 0 0,5 0 2572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7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20 156 0 0,'0'0'1121'0'0,"-17"0"19532"0"0,202-8-13338 0 0,2-4-3793 0 0,-171 13-3522 0 0,-10 6-126 0 0,-5-5-642 0 0,-4 1-2521 0 0,-10 11 1249 0 0,10-11-499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7.8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112 206 696 0 0,'-2'-6'15866'0'0,"-3"21"-14470"0"0,1 0 0 0 0,0 0 0 0 0,1 1 0 0 0,-1 29 0 0 0,1 71 3138 0 0,3-103-4062 0 0,1 0 0 0 0,0 0 0 0 0,1 0 1 0 0,5 19-1 0 0,-5-11-406 0 0,-6-63-5674 0 0,-2 0 4248 0 0,-1 0 0 0 0,-17-51 0 0 0,14 51 1132 0 0,-13-19 390 0 0,19 52 130 0 0,0 0-1 0 0,0-1 1 0 0,1 1-1 0 0,0 0 1 0 0,1-1-1 0 0,0 0 1 0 0,0 0 0 0 0,1 1-1 0 0,0-1 1 0 0,1-13-1 0 0,1 20-216 0 0,0 0 0 0 0,1 0 0 0 0,-1 0 0 0 0,1 1 0 0 0,-1-1 0 0 0,1 1 0 0 0,0-1 0 0 0,0 1 0 0 0,0 0 0 0 0,0 0 0 0 0,0 0 0 0 0,0 0 0 0 0,1 0 0 0 0,-1 0 0 0 0,1 0 0 0 0,-1 1 0 0 0,1-1 0 0 0,3 0 0 0 0,52-21 957 0 0,-57 23-1017 0 0,15-5 194 0 0,-1 0-1 0 0,1 2 1 0 0,-1 0-1 0 0,1 1 1 0 0,0 0-1 0 0,0 1 1 0 0,0 1-1 0 0,0 1 1 0 0,0 0-1 0 0,0 1 1 0 0,25 6-1 0 0,-39-7-183 0 0,0-1 0 0 0,0 1 0 0 0,0 0 0 0 0,0 0 0 0 0,0 0 0 0 0,0 0 0 0 0,0 0 0 0 0,0 0 0 0 0,0 0 0 0 0,-1 1 0 0 0,1-1 0 0 0,0 1 0 0 0,-1-1 0 0 0,1 1 0 0 0,-1 0 0 0 0,0-1-1 0 0,0 1 1 0 0,1 0 0 0 0,-1 0 0 0 0,0 0 0 0 0,0 0 0 0 0,0 3 0 0 0,0-1 65 0 0,-1-1 0 0 0,0 1 0 0 0,0 0 0 0 0,0-1 0 0 0,0 1 0 0 0,-1-1 0 0 0,1 1 0 0 0,-1-1 0 0 0,0 1 0 0 0,0-1 0 0 0,0 1 0 0 0,-3 4 0 0 0,-6 11 415 0 0,0-2 1 0 0,-2 0 0 0 0,-25 30 0 0 0,28-35-436 0 0,-83 92-70 0 0,71-83 0 0 0,16-17 0 0 0,0 0 0 0 0,1 0 0 0 0,-1 1 0 0 0,1 0 0 0 0,0 0 0 0 0,0 0 0 0 0,1 0 0 0 0,0 1 0 0 0,0-1 0 0 0,0 1 0 0 0,-3 11 0 0 0,5-14 0 0 0,1 0 0 0 0,0 0 0 0 0,0 0 0 0 0,1 0 0 0 0,-1-1 0 0 0,1 1 0 0 0,-1 0 0 0 0,1 0 0 0 0,0-1 0 0 0,0 1 0 0 0,0 0 0 0 0,0-1 0 0 0,1 1 0 0 0,-1-1 0 0 0,1 1 0 0 0,-1-1 0 0 0,1 0 0 0 0,0 1 0 0 0,0-1 0 0 0,0 0 0 0 0,0 0 0 0 0,0-1 0 0 0,0 1 0 0 0,1 0 0 0 0,-1-1 0 0 0,1 1 0 0 0,3 1 0 0 0,-2-1 0 0 0,5 5 0 0 0,-6-5 0 0 0,1 1 0 0 0,-1-1 0 0 0,1 0 0 0 0,0 0 0 0 0,0 0 0 0 0,0 0 0 0 0,0-1 0 0 0,0 1 0 0 0,0-1 0 0 0,6 1 0 0 0,7 1 0 0 0,1 0 0 0 0,-5 1 0 0 0,-1 1 0 0 0,1-2 0 0 0,-1 0 0 0 0,0 2 0 0 0,1-2 0 0 0,1 2 0 0 0,-4-2-79 0 0,-8-3-687 0 0,2-13-5101 0 0,-3 11 2085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8.8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0 876 0 0,'-11'8'31827'0'0,"32"-1"-31813"0"0,-1-1 0 0 0,1-1 0 0 0,1-1 0 0 0,35 2 0 0 0,-4 0-20 0 0,-21 2-767 0 0,-31-8 720 0 0,-1 0 0 0 0,0 1 0 0 0,1-1 0 0 0,-1 0 0 0 0,0 0 0 0 0,0 0 0 0 0,1 1 0 0 0,-1-1 0 0 0,0 0 0 0 0,1 0 0 0 0,-1 1 0 0 0,0-1 1 0 0,0 0-1 0 0,1 0 0 0 0,-1 1 0 0 0,0-1 0 0 0,0 0 0 0 0,0 1 0 0 0,0-1 0 0 0,1 0 0 0 0,-1 1 0 0 0,0-1 0 0 0,0 0 0 0 0,0 1 0 0 0,0-1 0 0 0,0 1 0 0 0,0-1 0 0 0,0 0 0 0 0,0 1 0 0 0,0-1 0 0 0,0 0 0 0 0,0 1 1 0 0,0-1-1 0 0,-1 1 0 0 0,0 2-362 0 0,-1-1 0 0 0,-1 0 0 0 0,1 0 1 0 0,0 0-1 0 0,0 0 0 0 0,-1 0 0 0 0,1 0 0 0 0,-1 0 1 0 0,-4 1-1 0 0,-1 3-376 0 0,-83 53-7376 0 0,53-35-877 0 0,26-16 4549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19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41 268 0 0,'0'0'15125'0'0,"5"-2"-13405"0"0,1 0-1609 0 0,7-5 1575 0 0,1 2 0 0 0,0-1 1 0 0,1 2-1 0 0,17-3 1 0 0,15 2 1868 0 0,61 3 1 0 0,-95 1-3556 0 0,5 2 0 0 0,-6 2 0 0 0,-7 4-103 0 0,-4-6-557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31.8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1 1160 0 0,'-1'-1'5128'0'0,"-12"2"7474"0"0,12 0-12482 0 0,1 0 0 0 0,-1 0 0 0 0,0 0 0 0 0,1 0-1 0 0,-1 0 1 0 0,1 0 0 0 0,0 0 0 0 0,-1 0 0 0 0,1 0-1 0 0,0 0 1 0 0,-1 1 0 0 0,1-1 0 0 0,0 0-1 0 0,0 0 1 0 0,0 0 0 0 0,0 1 0 0 0,0-1 0 0 0,0 0-1 0 0,0 0 1 0 0,1 0 0 0 0,-1 0 0 0 0,0 1 0 0 0,1 0-1 0 0,-3 19 1965 0 0,-2-6-1053 0 0,4 24-440 0 0,1 42 3057 0 0,-13 96 0 0 0,11-169-3648 0 0,1 0 0 0 0,-1 0 0 0 0,2 0 0 0 0,-1-1 0 0 0,2 11 0 0 0,3 44 0 0 0,-1-34 0 0 0,0-22 0 0 0,9-22-57 0 0,-11 11-485 0 0,-1-1 0 0 0,0 1 1 0 0,0-1-1 0 0,0 1 0 0 0,-1-1 0 0 0,1 1 0 0 0,-1-1 0 0 0,-1 0 0 0 0,1 1 0 0 0,-3-8 0 0 0,-9-30-13967 0 0,5 30 7625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3:32.2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76 692 0 0,'10'-29'8107'0'0,"-6"25"-7390"0"0,0 0 1 0 0,1 0-1 0 0,-1 1 1 0 0,1-1-1 0 0,0 1 1 0 0,0 0-1 0 0,0 1 0 0 0,0-1 1 0 0,8-1-1 0 0,-3 0 13 0 0,1 2-1 0 0,0-1 1 0 0,0 1-1 0 0,15 0 1 0 0,11 2 194 0 0,0 2 0 0 0,36 6 1 0 0,-43-5-140 0 0,-28-3-750 0 0,59 10 950 0 0,-56-9-848 0 0,0 0 0 0 0,-1 1-1 0 0,1-1 1 0 0,-1 1 0 0 0,0 0 0 0 0,1 0-1 0 0,-1 0 1 0 0,0 1 0 0 0,0-1-1 0 0,0 1 1 0 0,3 3 0 0 0,-6-4-27 0 0,0 0 1 0 0,0 0-1 0 0,0 0 0 0 0,0 0 1 0 0,0 1-1 0 0,-1-1 1 0 0,1 0-1 0 0,-1 0 0 0 0,1 0 1 0 0,-1 1-1 0 0,0-1 1 0 0,0 0-1 0 0,0 0 1 0 0,0 1-1 0 0,0-1 0 0 0,0 0 1 0 0,-1 0-1 0 0,1 0 1 0 0,-1 1-1 0 0,1-1 0 0 0,-1 0 1 0 0,0 0-1 0 0,0 0 1 0 0,0 0-1 0 0,0 0 0 0 0,0 0 1 0 0,-1 0-1 0 0,1 0 1 0 0,-1-1-1 0 0,1 1 1 0 0,-4 2-1 0 0,-3 5 383 0 0,-1 0 0 0 0,0 0 1 0 0,0-1-1 0 0,-12 8 0 0 0,6-6-326 0 0,-2 0 1 0 0,1-1-1 0 0,-36 13 1 0 0,42-18-142 0 0,0-1 0 0 0,1-1-1 0 0,-2 1 1 0 0,1-2 0 0 0,0 1 0 0 0,0-1 0 0 0,0-1-1 0 0,-1 0 1 0 0,-11-1 0 0 0,20 0-26 0 0,-1 1 0 0 0,1-1 0 0 0,0 1 0 0 0,-1-1 0 0 0,1 0 0 0 0,0 0 0 0 0,-1 0 0 0 0,1 0 0 0 0,0 0 0 0 0,0-1 0 0 0,0 1 0 0 0,0-1 0 0 0,0 1 0 0 0,0-1 0 0 0,0 0 0 0 0,1 0 0 0 0,-1 0 0 0 0,1 0 0 0 0,-1 0 0 0 0,1 0 0 0 0,0 0 0 0 0,0 0 0 0 0,0 0 0 0 0,0-1 0 0 0,0 1 0 0 0,0-1 0 0 0,0 1 0 0 0,1 0 0 0 0,-1-1 0 0 0,1 1 0 0 0,0-1 0 0 0,0 1 0 0 0,0-1 0 0 0,0 1 0 0 0,0-1 0 0 0,1 1 0 0 0,-1-1 0 0 0,1 1 0 0 0,-1 0 0 0 0,1-1 0 0 0,0 1 0 0 0,0 0 0 0 0,2-5 0 0 0,14-21-5693 0 0,-5 8-1447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1.0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31 480 0 0,'8'-12'2846'0'0,"13"-5"11088"0"0,-12 15-12502 0 0,-6 2-280 0 0,15 35 2330 0 0,-14-11-1406 0 0,2 45 0 0 0,-3-24-829 0 0,-2-4 123 0 0,-7 75 0 0 0,0-5-68 0 0,3-33-1302 0 0,1-47 0 0 0,1 0 0 0 0,5 52 0 0 0,-3-54 0 0 0,-2-24 0 0 0,1 0 0 0 0,-1 0 0 0 0,1 0 0 0 0,1 0 0 0 0,-1 0 0 0 0,1 0 0 0 0,0 0 0 0 0,0-1 0 0 0,0 1 0 0 0,1 0 0 0 0,0-1 0 0 0,4 10 0 0 0,2 21 0 0 0,-5-31 0 0 0,-3-29 0 0 0,-5-3 0 0 0,-4 2-4377 0 0,5 3-12017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6:51.8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1 1092 0 0,'1'0'12694'0'0,"13"0"2414"0"0,-14 51-14397 0 0,1 9 870 0 0,-8 63 0 0 0,-43 312-1581 0 0,43-373 0 0 0,6-58 0 0 0,1-3 0 0 0,6 19 0 0 0,-4-5 0 0 0,-2 0 0 0 0,0 0 0 0 0,13-28-5686 0 0,4-16-5034 0 0,-11 19 1524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3.8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1 1484 0 0,'0'0'8559'0'0,"-8"0"2810"0"0,1 90-5747 0 0,7-63-4203 0 0,-1-1-1 0 0,-8 39 1 0 0,-9 29-680 0 0,-7 135-1 0 0,23-199-738 0 0,1 1 0 0 0,2-1 0 0 0,0 1 0 0 0,2-1 0 0 0,2 0 0 0 0,11 41 0 0 0,-12-54 0 0 0,-3-14 0 0 0,14 24 0 0 0,-11-16 0 0 0,-2-1 0 0 0,6-6 0 0 0,15-18-2889 0 0,33-44-12720 0 0,-44 42 7589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4.5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27 196 0 0,'-7'-16'6343'0'0,"1"6"6586"0"0,1 27-3109 0 0,-1 83-6408 0 0,6-46-3363 0 0,11 238-31 0 0,2-195-18 0 0,-14-79 0 0 0,2-4 0 0 0,18 51 0 0 0,-18-52 0 0 0,-1-1-177 0 0,0-9-868 0 0,-4-1-2447 0 0,1 1 1918 0 0,-1 0-1 0 0,1-1 1 0 0,0 2-1 0 0,0-1 1 0 0,0 0-1 0 0,-3 6 0 0 0,2-5-3121 0 0,-7 8-2239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7.2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 10 1620 0 0,'-10'-9'28736'0'0,"16"35"-28330"0"0,-1 0 1 0 0,-1 1-1 0 0,0 50 0 0 0,6 41 380 0 0,-2-78-786 0 0,-4-23 0 0 0,-1-1 0 0 0,2 29 0 0 0,-5-44 0 0 0,0 0 0 0 0,0 0 0 0 0,-1-1 0 0 0,1 1 0 0 0,0 0 0 0 0,0 0 0 0 0,0-1 0 0 0,0 1 0 0 0,0 0 0 0 0,0 0 0 0 0,0-1 0 0 0,0 1 0 0 0,0 0 0 0 0,1 0 0 0 0,-1-1 0 0 0,0 1 0 0 0,0 0 0 0 0,1-1 0 0 0,-1 1 0 0 0,0 0 0 0 0,1-1 0 0 0,-1 1 0 0 0,1 0 0 0 0,-1-1 0 0 0,1 1 0 0 0,0 0 0 0 0,0 0 0 0 0,-1-1 0 0 0,1 1 0 0 0,0-1 0 0 0,-1 1 0 0 0,1-1 0 0 0,-1 1 0 0 0,1 0 0 0 0,-1-1 0 0 0,1 1 0 0 0,-1 0 0 0 0,1 0 0 0 0,-1-1 0 0 0,0 1 0 0 0,0 0 0 0 0,1 0 0 0 0,-1 0 0 0 0,0-1 0 0 0,0 1 0 0 0,0 0 0 0 0,0 0 0 0 0,0 1 0 0 0,5 12 0 0 0,0-6-176 0 0,-3-7-805 0 0,-9-56-7583 0 0,2 35-2551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7.9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26 1000 0 0,'0'0'18091'0'0,"32"-6"-16085"0"0,130-12 1620 0 0,-137 17-3190 0 0,0 1-1 0 0,0 1 1 0 0,1 1 0 0 0,32 7-1 0 0,-54-8-324 0 0,0-1-1 0 0,0 1 1 0 0,-1 0-1 0 0,1 1 0 0 0,0-1 1 0 0,-1 0-1 0 0,1 1 1 0 0,-1 0-1 0 0,1 0 1 0 0,-1 0-1 0 0,0 0 1 0 0,0 1-1 0 0,0-1 1 0 0,0 1-1 0 0,0-1 1 0 0,-1 1-1 0 0,1 0 1 0 0,-1 0-1 0 0,0 1 1 0 0,0-1-1 0 0,0 0 0 0 0,0 1 1 0 0,0-1-1 0 0,-1 1 1 0 0,2 4-1 0 0,-2-2-2 0 0,0 1-1 0 0,-1-1 0 0 0,1 0 0 0 0,-1 0 0 0 0,0 1 1 0 0,-1-1-1 0 0,0 0 0 0 0,0 0 0 0 0,0 1 0 0 0,-1-1 0 0 0,0 0 1 0 0,0 0-1 0 0,0-1 0 0 0,-6 11 0 0 0,-1 1 170 0 0,-1-1 1 0 0,-1-1-1 0 0,0 1 0 0 0,-18 17 0 0 0,21-27-277 0 0,5-4 0 0 0,-1 0 0 0 0,1 0 0 0 0,-1 0 0 0 0,1 0 0 0 0,-1-1 0 0 0,0 1 0 0 0,0-1 0 0 0,0 0 0 0 0,1 0 0 0 0,-1-1 0 0 0,0 1 0 0 0,-7-1 0 0 0,3 1 0 0 0,2-1 0 0 0,-9 1 0 0 0,0-1 0 0 0,0-1 0 0 0,-29-5 0 0 0,36 4 0 0 0,-2-1 0 0 0,0 0 0 0 0,4 4 0 0 0,33-2 0 0 0,-11-4 0 0 0,34-24-8593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8.6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4 252 32 0 0,'0'0'16418'0'0,"-3"-20"-4767"0"0,606-149-6985 0 0,-550 145-4666 0 0,-2-2 0 0 0,-42 20 0 0 0,-3 0 0 0 0,6 5-173 0 0,-5 7-1082 0 0,-6 2-8565 0 0,-7 1 489 0 0,0-5 8943 0 0,-8 3-6248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59.8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100 67 284 0 0,'0'0'4484'0'0,"-20"-14"10338"0"0,17 16-14456 0 0,0 1 0 0 0,-1-1 0 0 0,1 1 0 0 0,0 0-1 0 0,1 0 1 0 0,-1 0 0 0 0,0 0 0 0 0,1 0-1 0 0,0 1 1 0 0,0-1 0 0 0,0 1 0 0 0,0 0-1 0 0,1 0 1 0 0,-1-1 0 0 0,1 1 0 0 0,0 0 0 0 0,0 0-1 0 0,0 0 1 0 0,0 5 0 0 0,-2 14 625 0 0,1 0 0 0 0,2 27 0 0 0,0-33-406 0 0,0 6-297 0 0,2 0 0 0 0,0 0 0 0 0,2 0 0 0 0,0 0-1 0 0,2-1 1 0 0,0 0 0 0 0,10 24 0 0 0,-12-43-288 0 0,13 37 0 0 0,-12-29 0 0 0,-4-7 0 0 0,-17-20 0 0 0,13 10 0 0 0,0-1 0 0 0,1 0 0 0 0,-1 0 0 0 0,1 0 0 0 0,1 0 0 0 0,-1 0 0 0 0,0-8 0 0 0,-7-29 0 0 0,1 22 0 0 0,2-1 0 0 0,-4-27 0 0 0,7 32 0 0 0,-1-1 0 0 0,-1 0 0 0 0,-9-21 0 0 0,12 35 0 0 0,1 1 0 0 0,0 0 0 0 0,0-1 0 0 0,0 0 0 0 0,1 1 0 0 0,0-1 0 0 0,-1 1 0 0 0,1-1 0 0 0,1 1 0 0 0,-1-1 0 0 0,1 0 0 0 0,0 1 0 0 0,0-1 0 0 0,0 1 0 0 0,0 0 0 0 0,1-1 0 0 0,0 1 0 0 0,0 0 0 0 0,0 0 0 0 0,0 0 0 0 0,1 0 0 0 0,0 0 0 0 0,0 1 0 0 0,0-1 0 0 0,0 1 0 0 0,0 0 0 0 0,0 0 0 0 0,1 0 0 0 0,0 0 0 0 0,6-3 0 0 0,4-3 0 0 0,1 1 0 0 0,0 1 0 0 0,1 1 0 0 0,-1 0 0 0 0,1 1 0 0 0,1 0 0 0 0,-1 1 0 0 0,0 1 0 0 0,1 1 0 0 0,0 1 0 0 0,0 0 0 0 0,-1 1 0 0 0,20 2 0 0 0,-35-2 0 0 0,1 0 0 0 0,-1 0 0 0 0,1 0 0 0 0,0 0 0 0 0,-1 0 0 0 0,1 0 0 0 0,-1 1 0 0 0,1-1 0 0 0,-1 1 0 0 0,1-1 0 0 0,-1 1 0 0 0,1 0 0 0 0,-1-1 0 0 0,1 1 0 0 0,-1 0 0 0 0,0 0 0 0 0,1 0 0 0 0,-1 0 0 0 0,0 0 0 0 0,0 0 0 0 0,0 0 0 0 0,0 1 0 0 0,1 1 0 0 0,1 0 0 0 0,2 8 0 0 0,-5 9 0 0 0,-2-12 0 0 0,0-1 0 0 0,0 1 0 0 0,-1-1 0 0 0,0 1 0 0 0,-1-1 0 0 0,1 0 0 0 0,-1 0 0 0 0,-1-1 0 0 0,1 1 0 0 0,-1-1 0 0 0,-7 6 0 0 0,-19 30 0 0 0,24-32 0 0 0,-1 0 0 0 0,0-1 0 0 0,0 0 0 0 0,-15 12 0 0 0,10-9 0 0 0,6-2 0 0 0,5-1 0 0 0,-1 1 0 0 0,5 5 0 0 0,2-11 0 0 0,0 0 0 0 0,0 1 0 0 0,0-1 0 0 0,0-1 0 0 0,1 1 0 0 0,0-1 0 0 0,-1 0 0 0 0,1 0 0 0 0,0 0 0 0 0,9 3 0 0 0,59 21 0 0 0,-72-26 0 0 0,32 10 0 0 0,49 25 0 0 0,-41-17 0 0 0,-29-12 0 0 0,-1 0 0 0 0,-2-2 0 0 0,3-1 0 0 0,-1 0 0 0 0,-3 2-1724 0 0,-4 2-5275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44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1 280 0 0,'-1'0'796'0'0,"0"0"-1"0"0,0 0 1 0 0,1 0-1 0 0,-1 1 1 0 0,0-1-1 0 0,1 0 1 0 0,-1 1 0 0 0,0-1-1 0 0,1 0 1 0 0,-1 1-1 0 0,1-1 1 0 0,-1 1 0 0 0,1-1-1 0 0,-1 1 1 0 0,1-1-1 0 0,-1 1 1 0 0,1 0-1 0 0,-1-1 1 0 0,1 1 0 0 0,0-1-1 0 0,-1 1 1 0 0,1 0-1 0 0,0-1 1 0 0,-1 1 0 0 0,1 0-1 0 0,0 0 1 0 0,0-1-1 0 0,0 1 1 0 0,0 1-1 0 0,9 1 5242 0 0,10 0-5614 0 0,-13-3-1285 0 0,32 2 1735 0 0,-1-2 0 0 0,54-7-1 0 0,-36 2-468 0 0,-41 4-404 0 0,4-1 0 0 0,0 1 0 0 0,-6 3-51 0 0,-10-1-335 0 0,-35 16-7462 0 0,12-4 139 0 0,7-6 1363 0 0,1-1 483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4:44.9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0 224 0 0,'-1'1'511'0'0,"0"-1"0"0"0,1 1 0 0 0,-1-1 0 0 0,0 1 0 0 0,1 0 0 0 0,-1 0 0 0 0,0-1 0 0 0,1 1 0 0 0,-1 0 0 0 0,1 0 0 0 0,-1-1 0 0 0,1 1 0 0 0,-1 0 0 0 0,1 0 0 0 0,0 0 0 0 0,0 0-1 0 0,-1 0 1 0 0,1 0 0 0 0,0 0 0 0 0,0 0 0 0 0,0 0 0 0 0,0 0 0 0 0,0 0 0 0 0,0 0 0 0 0,0-1 0 0 0,0 1 0 0 0,0 0 0 0 0,0 0 0 0 0,1 0 0 0 0,-1 0 0 0 0,0 0 0 0 0,1 0 0 0 0,-1 0 0 0 0,1 0 0 0 0,-1-1 0 0 0,2 3 0 0 0,15 3 4372 0 0,9-3-4167 0 0,1-3 902 0 0,1-1 0 0 0,42-6 0 0 0,69-7 1566 0 0,-124 12-3184 0 0,-4 1-47 0 0,-7 1-2090 0 0,0 2 5498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3.5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1840 0 0,'0'0'29362'0'0,"6"4"-28334"0"0,15 9-934 0 0,1-1 1 0 0,0-1-1 0 0,0-1 1 0 0,32 9-1 0 0,-24-8-72 0 0,0 0-1 0 0,49 28 1 0 0,-53-22-22 0 0,0 1 0 0 0,26 25 0 0 0,-43-35 0 0 0,0 0 0 0 0,-1 1 0 0 0,0 0 0 0 0,0 1 0 0 0,-1 0 0 0 0,-1 0 0 0 0,1 0 0 0 0,7 20 0 0 0,-12-25 0 0 0,5 25 0 0 0,1 31 0 0 0,-7-46 0 0 0,0-2 0 0 0,5-2 0 0 0,-2-3-101 0 0,-7-16-2150 0 0,-1-2 60 0 0,2 3-199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24.0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532 17 820 0 0,'-14'-14'16346'0'0,"2"11"-8726"0"0,-17 16-4071 0 0,17-5-1815 0 0,-38 24-916 0 0,3 3 1 0 0,-45 40 0 0 0,37-29-577 0 0,-110 107-242 0 0,141-130 0 0 0,16-15 0 0 0,3-1 0 0 0,-3 1 0 0 0,-2 0 0 0 0,19-11-2038 0 0,-5 2 602 0 0,1-1-1 0 0,-1 1 0 0 0,0-1 0 0 0,0 0 0 0 0,0 0 1 0 0,0 0-1 0 0,0-1 0 0 0,0 1 0 0 0,3-5 0 0 0,0-4-7759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4.2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44 240 0 0,'-2'-16'8557'0'0,"2"15"-8155"0"0,0 0-1 0 0,0 0 1 0 0,-1 0 0 0 0,1 0 0 0 0,0 0 0 0 0,0 0-1 0 0,0 0 1 0 0,0 0 0 0 0,0 0 0 0 0,0 0 0 0 0,1 0 0 0 0,-1 0-1 0 0,0 0 1 0 0,0 0 0 0 0,1 0 0 0 0,-1 0 0 0 0,1 0-1 0 0,-1 0 1 0 0,7-7 14107 0 0,-6 10-14393 0 0,0 0 1 0 0,1-1-1 0 0,-1 1 1 0 0,0 0 0 0 0,1 0-1 0 0,-1 0 1 0 0,1-1 0 0 0,-1 1-1 0 0,1-1 1 0 0,2 3-1 0 0,-1-2 64 0 0,3 6-142 0 0,-2 0 0 0 0,1 1 0 0 0,-1 0 0 0 0,-1 0 0 0 0,0 0 0 0 0,0 0 0 0 0,0 0 0 0 0,0 11 0 0 0,11 33-15 0 0,77 187-23 0 0,-89-230 0 0 0,3 3 0 0 0,1 0 0 0 0,-1-1 0 0 0,-3-3 0 0 0,1 2 0 0 0,-7 3 0 0 0,-1 0 0 0 0,3-3 0 0 0,-2 1 0 0 0,4 1 0 0 0,5 2 0 0 0,1-5 0 0 0,2-3 0 0 0,0 2 0 0 0,-11 8 0 0 0,3-2 0 0 0,5-7-143 0 0,-4-6-862 0 0,4-5-7067 0 0,17-7-838 0 0,-12 4 682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5.0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14 728 0 0,'0'0'5165'0'0,"-9"-7"-2499"0"0,3 5 2346 0 0,1 2-4413 0 0,-2 0-28 0 0,-2-3 5620 0 0,2 1-5555 0 0,3 3 972 0 0,7 3 3555 0 0,5 6-4937 0 0,0 0 0 0 0,0 1 0 0 0,0 0-1 0 0,-2 1 1 0 0,1-1 0 0 0,-2 1 0 0 0,7 19 0 0 0,24 97 2042 0 0,-22-71-1915 0 0,41 99-353 0 0,-53-142 0 0 0,1-2 0 0 0,22 22 0 0 0,-16-24 0 0 0,1-1 0 0 0,-7 1 0 0 0,3 0 0 0 0,-2-1-293 0 0,-3-7-1226 0 0,8 0-4362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5.5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90 584 0 0,'1'-13'2322'0'0,"-1"12"-2081"0"0,0 1-1 0 0,1-1 1 0 0,-1 0 0 0 0,0 0-1 0 0,0 1 1 0 0,0-1 0 0 0,0 0-1 0 0,0 0 1 0 0,0 1 0 0 0,-1-1 0 0 0,1 0-1 0 0,0 0 1 0 0,0 1 0 0 0,0-1-1 0 0,-1 0 1 0 0,1 1 0 0 0,0-1 0 0 0,-1 0-1 0 0,1 1 1 0 0,-1-1 0 0 0,1 0-1 0 0,-1 1 1 0 0,1-1 0 0 0,-1 1-1 0 0,0-2 1 0 0,-1 0 1219 0 0,-6-10 1008 0 0,4 1 4042 0 0,10-8-4365 0 0,1 6 8872 0 0,3 65-11015 0 0,-1 3-1 0 0,2 0-1 0 0,3-1 0 0 0,20 52 0 0 0,-5-14 0 0 0,-23-67 0 0 0,2-2 0 0 0,11 28 0 0 0,38 69 0 0 0,-49-110 0 0 0,-8-9 0 0 0,0-1 0 0 0,0 0 0 0 0,0 0 0 0 0,1 1 0 0 0,-1-1 0 0 0,0 0 0 0 0,0 0 0 0 0,1 0 0 0 0,-1 1 0 0 0,0-1 0 0 0,0 0 0 0 0,1 0 0 0 0,-1 0 0 0 0,0 0 0 0 0,0 0 0 0 0,1 1 0 0 0,-1-1 0 0 0,0 0 0 0 0,0 0 0 0 0,1 0 0 0 0,-1 0 0 0 0,0 0 0 0 0,1 0 0 0 0,-1 0 0 0 0,0 0 0 0 0,1 0 0 0 0,-1 0 0 0 0,0 0 0 0 0,0 0 0 0 0,1 0 0 0 0,-1-1 0 0 0,0 1 0 0 0,1 0 0 0 0,-1 0 0 0 0,0 0 0 0 0,0 0 0 0 0,1-1 0 0 0,4-18 0 0 0,-4 3 0 0 0,-1 2 0 0 0,0 7-490 0 0,1 1 0 0 0,0-1 0 0 0,0 1 0 0 0,0 0 0 0 0,1-1 0 0 0,0 1 0 0 0,0 0 0 0 0,0 0 0 0 0,1 0 0 0 0,0 1 0 0 0,0-1 0 0 0,1 0 0 0 0,-1 1 0 0 0,1 0 1 0 0,7-7-1 0 0,1-3-2066 0 0,4-4-5908 0 0,8-3 645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6.1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51 560 0 0,'-26'-21'6721'0'0,"14"9"-4849"0"0,-1 0 6128 0 0,3 6-327 0 0,8 10-6841 0 0,-1 3-488 0 0,1 0 0 0 0,0 0 0 0 0,1 0 0 0 0,0 1 0 0 0,0-1 0 0 0,0 0 0 0 0,1 1 1 0 0,0-1-1 0 0,1 0 0 0 0,-1 1 0 0 0,2-1 0 0 0,1 10 0 0 0,28 92 2183 0 0,-5-26-2413 0 0,-14-40-115 0 0,2 0 0 0 0,2-2-1 0 0,26 51 1 0 0,-39-89 1 0 0,-3-3 0 0 0,1 0 0 0 0,-1 1 0 0 0,0-1 0 0 0,0 0 0 0 0,0 0 0 0 0,0 0 0 0 0,0 0 0 0 0,0 0 0 0 0,0 0 0 0 0,0 0 0 0 0,0 0 0 0 0,0 0 0 0 0,0 0 0 0 0,0 0 0 0 0,0 0 0 0 0,0 0 0 0 0,0 0 0 0 0,1 0 0 0 0,-1 0 0 0 0,0 0 0 0 0,0 0 0 0 0,0 0 0 0 0,0 0 0 0 0,0 0 0 0 0,0 0 0 0 0,0 0 0 0 0,0 0 0 0 0,0 0 0 0 0,0 0 0 0 0,0 0 0 0 0,1 0 0 0 0,-1 0 0 0 0,0 0 0 0 0,0 0 0 0 0,0 0 0 0 0,0 0 0 0 0,0 0 0 0 0,0 0 0 0 0,0 0 0 0 0,0 0 0 0 0,0 0 0 0 0,0 0 0 0 0,0 0 0 0 0,0 0 0 0 0,0 0 0 0 0,0-1 0 0 0,24 36 0 0 0,-21-31 0 0 0,2-24 0 0 0,-4 5 0 0 0,0 3 0 0 0,-1 11-249 0 0,0-1-1 0 0,0 0 1 0 0,0 1 0 0 0,1-1-1 0 0,-1 1 1 0 0,0-1-1 0 0,1 1 1 0 0,0-1 0 0 0,-1 1-1 0 0,1-1 1 0 0,0 1 0 0 0,0 0-1 0 0,-1-1 1 0 0,1 1-1 0 0,0 0 1 0 0,0 0 0 0 0,3-2-1 0 0,-2 0-1822 0 0,11-2-18337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1.3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161 790 1372 0 0,'-9'7'5440'0'0,"-8"10"1625"0"0,14-14-5814 0 0,1 1 1 0 0,0-1-1 0 0,0 1 0 0 0,0 0 0 0 0,1 0 0 0 0,-1 0 0 0 0,1 0 1 0 0,-2 7-1 0 0,3-1-638 0 0,0-7 1137 0 0,-1-11-1480 0 0,-7-65 346 0 0,-4 1 0 0 0,-24-88 0 0 0,15 72-299 0 0,15 56 84 0 0,-16-49-1 0 0,20 74-375 0 0,0 0-1 0 0,0 0 1 0 0,0 0-1 0 0,1 0 1 0 0,0 0-1 0 0,1 0 1 0 0,0 0-1 0 0,0 0 0 0 0,0 0 1 0 0,1-1-1 0 0,0 1 1 0 0,0 0-1 0 0,1 0 1 0 0,4-12-1 0 0,-2 9 53 0 0,2-1 0 0 0,-1 0 0 0 0,1 1 0 0 0,1 0 0 0 0,0 1 0 0 0,0-1-1 0 0,1 1 1 0 0,12-10 0 0 0,0 1 45 0 0,1 2-1 0 0,0 1 0 0 0,1 0 1 0 0,1 2-1 0 0,0 0 0 0 0,1 2 1 0 0,37-13-1 0 0,-53 20-121 0 0,-6 3 0 0 0,0 0 0 0 0,0 0 0 0 0,0 0 0 0 0,1 0 0 0 0,-1 1 0 0 0,0-1 0 0 0,0 1 0 0 0,1-1 0 0 0,-1 1 0 0 0,1 0 0 0 0,-1 0 0 0 0,0 0 0 0 0,3 0 0 0 0,-4 0 0 0 0,0 0 0 0 0,0 0 0 0 0,0 0 0 0 0,1 0 0 0 0,-1 0 0 0 0,0 0 0 0 0,0 1 0 0 0,0-1 0 0 0,0 0 0 0 0,0 0 0 0 0,0 1 0 0 0,0-1 0 0 0,0 1 0 0 0,0-1 0 0 0,0 1 0 0 0,0-1 0 0 0,0 1 0 0 0,-1 0 0 0 0,1-1 0 0 0,0 1 0 0 0,0 0 0 0 0,0 0 0 0 0,-1 0 0 0 0,1-1 0 0 0,0 1 0 0 0,-1 0 0 0 0,1 0 0 0 0,-1 0 0 0 0,1 0 0 0 0,-1 0 0 0 0,0 0 0 0 0,1 0 0 0 0,-1 0 0 0 0,0 0 0 0 0,0 1 0 0 0,0-1 0 0 0,0 0 0 0 0,0 0 0 0 0,0 0 0 0 0,0 0 0 0 0,0 2 0 0 0,-8 29 0 0 0,8-31 0 0 0,-9 17 0 0 0,-1 0 0 0 0,-1 0 0 0 0,0-1 0 0 0,-1-1 0 0 0,-1 0 0 0 0,0 0 0 0 0,-1-1 0 0 0,-1-1 0 0 0,0 0 0 0 0,-1-1 0 0 0,-25 15 0 0 0,34-22 0 0 0,1 2 0 0 0,0-2 0 0 0,6-5 0 0 0,0-1 0 0 0,0 0 0 0 0,-1 0 0 0 0,1 0 0 0 0,0 0 0 0 0,0 0 0 0 0,0 0 0 0 0,0 0 0 0 0,0 0 0 0 0,0 0 0 0 0,0 0 0 0 0,0 0 0 0 0,-1 0 0 0 0,1 0 0 0 0,0 1 0 0 0,0-1 0 0 0,0 0 0 0 0,0 0 0 0 0,0 0 0 0 0,0 0 0 0 0,0 0 0 0 0,0 0 0 0 0,0 0 0 0 0,0 0 0 0 0,0 1 0 0 0,0-1 0 0 0,0 0 0 0 0,0 0 0 0 0,0 0 0 0 0,0 0 0 0 0,0 0 0 0 0,0 0 0 0 0,0 0 0 0 0,0 1 0 0 0,0-1 0 0 0,0 0 0 0 0,0 0 0 0 0,0 0 0 0 0,0 0 0 0 0,0 0 0 0 0,0 0 0 0 0,0 0 0 0 0,0 1 0 0 0,0-1 0 0 0,0 0 0 0 0,0 0 0 0 0,0 0 0 0 0,0 0 0 0 0,0 0 0 0 0,0 0 0 0 0,0 0 0 0 0,0 0 0 0 0,1 0 0 0 0,-1 1 0 0 0,0-1 0 0 0,0 0 0 0 0,0 0 0 0 0,0 0 0 0 0,0 0 0 0 0,0 0 0 0 0,0 0 0 0 0,1 0 0 0 0,24 1 0 0 0,35-9 0 0 0,-38 4 0 0 0,0 2 0 0 0,1 0 0 0 0,31 2 0 0 0,-50 0 0 0 0,-1 0 0 0 0,0 0 0 0 0,0 0 0 0 0,0 0 0 0 0,1 1 0 0 0,-1 0 0 0 0,0-1 0 0 0,0 1 0 0 0,0 0 0 0 0,0 1 0 0 0,0-1 0 0 0,0 0 0 0 0,-1 1 0 0 0,1 0 0 0 0,0-1 0 0 0,-1 1 0 0 0,1 0 0 0 0,-1 0 0 0 0,1 1 0 0 0,-1-1 0 0 0,0 1 0 0 0,0-1 0 0 0,0 1 0 0 0,-1-1 0 0 0,1 1 0 0 0,0 0 0 0 0,-1 0 0 0 0,0 0 0 0 0,0 0 0 0 0,0 0 0 0 0,0 0 0 0 0,0 0 0 0 0,0 0 0 0 0,-1 0 0 0 0,0 0 0 0 0,1 1 0 0 0,-1-1 0 0 0,0 0 0 0 0,-1 6 0 0 0,-1 2 0 0 0,1-1 0 0 0,-1 1 0 0 0,-1-1 0 0 0,0 0 0 0 0,0 0 0 0 0,-1 0 0 0 0,-1 0 0 0 0,1 0 0 0 0,-2-1 0 0 0,-11 18 0 0 0,8-16 0 0 0,0 0 0 0 0,-1 0 0 0 0,0 0 0 0 0,0-2 0 0 0,-16 12 0 0 0,21-18 0 0 0,0 0 0 0 0,0 0 0 0 0,-1-1 0 0 0,1 0 0 0 0,0 0 0 0 0,-1 0 0 0 0,0-1 0 0 0,1 0 0 0 0,-1 0 0 0 0,0 0 0 0 0,0-1 0 0 0,1 0 0 0 0,-1 0 0 0 0,0 0 0 0 0,0-1 0 0 0,-5-1 0 0 0,-22 0 0 0 0,26 3 0 0 0,-1-2 0 0 0,1 1 0 0 0,-1-1 0 0 0,1 0 0 0 0,0-1 0 0 0,-1 0 0 0 0,1 0 0 0 0,0-1 0 0 0,0 1 0 0 0,0-1 0 0 0,1-1 0 0 0,-10-5 0 0 0,14 2 0 0 0,13-4 0 0 0,0 6 0 0 0,6 6 0 0 0,0 1 0 0 0,-15-2-198 0 0,-1 0 0 0 0,0 0 0 0 0,1 0 0 0 0,-1 0 1 0 0,1 0-1 0 0,-1 0 0 0 0,0-1 0 0 0,1 1 0 0 0,-1 0 0 0 0,0-1 0 0 0,1 1 0 0 0,-1-1 0 0 0,0 0 1 0 0,0 1-1 0 0,1-1 0 0 0,-1 0 0 0 0,0 0 0 0 0,0 1 0 0 0,0-1 0 0 0,0 0 0 0 0,0 0 0 0 0,0-1 1 0 0,0 1-1 0 0,0-1 0 0 0,2-1-1695 0 0,-1 1-614 0 0,19-7-14872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2.15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42 1024 0 0,'0'0'29521'0'0,"4"-1"-28448"0"0,4-1-936 0 0,0 0-1 0 0,0 0 0 0 0,1 1 0 0 0,-1 0 1 0 0,0 1-1 0 0,12 1 0 0 0,19-2 59 0 0,15-7-195 0 0,86-15 0 0 0,-124 21 0 0 0,-16 2 0 0 0,0 0 0 0 0,0 0 0 0 0,1 0 0 0 0,-1 0 0 0 0,0 0 0 0 0,1 0 0 0 0,-1 0 0 0 0,0 0 0 0 0,0 0 0 0 0,1 1 0 0 0,-1-1 0 0 0,0 0 0 0 0,0 0 0 0 0,1 0 0 0 0,-1 0 0 0 0,0 0 0 0 0,0 0 0 0 0,1 1 0 0 0,-1-1 0 0 0,0 0 0 0 0,0 0 0 0 0,0 0 0 0 0,1 1 0 0 0,-1-1 0 0 0,0 0 0 0 0,0 0 0 0 0,0 1 0 0 0,0-1 0 0 0,1 0 0 0 0,-1 0 0 0 0,0 1 0 0 0,0-1 0 0 0,0 0 0 0 0,0 0 0 0 0,0 1 0 0 0,0-1 0 0 0,0 0 0 0 0,0 1 0 0 0,0-1 0 0 0,0 0 0 0 0,0 0 0 0 0,0 1 0 0 0,0-1 0 0 0,-31 26-3243 0 0,24-22 2222 0 0,0 1-1 0 0,0 0 1 0 0,1 0 0 0 0,-11 12 0 0 0,13-11-141 0 0,0-1 1 0 0,0 0 0 0 0,0-1-1 0 0,0 1 1 0 0,-1-1 0 0 0,-9 7 0 0 0,-38 26-2742 0 0,27-21 3385 0 0,13-6-529 0 0,8 2 4934 0 0,5-11-3606 0 0,-1 0 1 0 0,0 0-1 0 0,1-1 0 0 0,-1 1 0 0 0,1 0 0 0 0,0-1 0 0 0,-1 1 0 0 0,1 0 0 0 0,-1-1 0 0 0,1 1 0 0 0,0-1 0 0 0,0 1 0 0 0,-1-1 0 0 0,1 1 0 0 0,0-1 1 0 0,0 0-1 0 0,-1 1 0 0 0,1-1 0 0 0,0 0 0 0 0,0 1 0 0 0,1-1 0 0 0,2 1 1102 0 0,20 1 2823 0 0,5-2-3457 0 0,155 8 4788 0 0,-165-6-5537 0 0,-2-4 0 0 0,-4 1 0 0 0,-2 1 0 0 0,-4 7-291 0 0,-6-5-1257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4.7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414 52 8 0 0,'0'0'646'0'0,"18"-14"3872"0"0,-4 1 2888 0 0,-7 4 689 0 0,-7 2 3938 0 0,-11-1-11972 0 0,-6 9-61 0 0,1 5 0 0 0,0 1 0 0 0,0 1 0 0 0,1 0 0 0 0,0 1 0 0 0,1 0 0 0 0,0 1 0 0 0,-19 18 0 0 0,-5 9 0 0 0,-39 47 0 0 0,56-58 0 0 0,2-1 0 0 0,2 2 0 0 0,0 1 0 0 0,2 0 0 0 0,0 1 0 0 0,2 0 0 0 0,2 1 0 0 0,1 1 0 0 0,-10 44 0 0 0,16-54 0 0 0,0 1 0 0 0,2-1 0 0 0,0 0 0 0 0,1 1 0 0 0,1-1 0 0 0,2 1 0 0 0,0-1 0 0 0,1 1 0 0 0,1-1 0 0 0,1 0 0 0 0,0-1 0 0 0,2 1 0 0 0,1-1 0 0 0,0 0 0 0 0,14 23 0 0 0,-16-34 0 0 0,0 0 0 0 0,1 0 0 0 0,-1 0 0 0 0,1-1 0 0 0,1 0 0 0 0,0-1 0 0 0,0 0 0 0 0,0 0 0 0 0,1 0 0 0 0,0-1 0 0 0,1-1 0 0 0,-1 0 0 0 0,20 8 0 0 0,-14-9 0 0 0,0 0 0 0 0,0-1 0 0 0,0-1 0 0 0,0-1 0 0 0,0 0 0 0 0,1-1 0 0 0,-1 0 0 0 0,0-2 0 0 0,1 0 0 0 0,-1 0 0 0 0,23-8 0 0 0,-28 5 0 0 0,-7-16 0 0 0,-4 14 0 0 0,1 2 0 0 0,2-18-5713 0 0,2 1-5784 0 0,3 8 2753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5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27 516 0 0,'-3'-1'385'0'0,"-5"-4"2210"0"0,-25-16 25783 0 0,31 24-27630 0 0,0-1-741 0 0,0 0 0 0 0,0 0 1 0 0,1 0-1 0 0,0 0 1 0 0,-1 1-1 0 0,1-1 0 0 0,0 1 1 0 0,0-1-1 0 0,0 1 1 0 0,0-1-1 0 0,1 1 0 0 0,-1-1 1 0 0,1 1-1 0 0,-1 0 0 0 0,1-1 1 0 0,0 1-1 0 0,0 0 1 0 0,0 0-1 0 0,1-1 0 0 0,-1 1 1 0 0,1 0-1 0 0,0 3 1 0 0,2 16-33 0 0,-5-6 25 0 0,1 1 0 0 0,1-1 0 0 0,1 1 0 0 0,0-1 0 0 0,1 0 0 0 0,1 0 0 0 0,7 23 0 0 0,-4-27 0 0 0,1-1 0 0 0,-1 1 0 0 0,3-7 0 0 0,10-13 0 0 0,-11-2 0 0 0,0 1 0 0 0,10-13-7246 0 0,-8 16-4618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5.5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12 772 0 0,'-14'-12'31588'0'0,"6"35"-31226"0"0,6-6-317 0 0,2-3-45 0 0,0-1 0 0 0,0-1-115 0 0,0-13 40 0 0,0 1 0 0 0,1-1 0 0 0,-1 0-1 0 0,0 1 1 0 0,0-1 0 0 0,1 0 0 0 0,-1 1 0 0 0,0-1-1 0 0,1 0 1 0 0,-1 1 0 0 0,1-1 0 0 0,-1 1-1 0 0,1-1 1 0 0,-1 1 0 0 0,1-1 0 0 0,-1 1 0 0 0,1-1-1 0 0,-1 1 1 0 0,1 0 0 0 0,0-1 0 0 0,0 1 0 0 0,0-1-54 0 0,0 1 0 0 0,0-1-1 0 0,0 1 1 0 0,0-1 0 0 0,0 1 0 0 0,-1-1 0 0 0,1 0 0 0 0,0 1 0 0 0,-1-1 0 0 0,1 0 0 0 0,0 0 0 0 0,-1 1 0 0 0,1-1 0 0 0,-1 0 0 0 0,1 0 0 0 0,-1 0 0 0 0,1 0 0 0 0,-1 0 0 0 0,0 0 0 0 0,1 0 0 0 0,-1 0 0 0 0,0 0 0 0 0,0-1 0 0 0,9-19-9571 0 0,-6 17 4265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6.1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108 3 156 0 0,'0'0'14988'0'0,"-12"-3"-1857"0"0,5 8-12882 0 0,0 0 1 0 0,0 0-1 0 0,0 1 1 0 0,1 0-1 0 0,0 0 1 0 0,0 0 0 0 0,0 1-1 0 0,1 0 1 0 0,0 0-1 0 0,0 0 1 0 0,1 1 0 0 0,0 0-1 0 0,0 0 1 0 0,1 0-1 0 0,0 0 1 0 0,1 0-1 0 0,-3 13 1 0 0,4-18-250 0 0,0 0 0 0 0,1 0 0 0 0,-1 0 0 0 0,1 0 0 0 0,0 0 0 0 0,0 1 0 0 0,0-1 0 0 0,0 0 0 0 0,0 0 0 0 0,1 0 0 0 0,0 0 0 0 0,-1 0 0 0 0,1 0 0 0 0,0 0 0 0 0,0 0 0 0 0,1-1 0 0 0,-1 1 0 0 0,1 0 0 0 0,-1-1 0 0 0,1 1 0 0 0,2 2 0 0 0,0-2 0 0 0,-1 0 0 0 0,1 0 0 0 0,0 0 0 0 0,0-1 0 0 0,1 1 0 0 0,-1-1 0 0 0,0 0 0 0 0,1 0 0 0 0,0-1 0 0 0,-1 1 0 0 0,1-1 0 0 0,5 1 0 0 0,11 1 0 0 0,0-2 0 0 0,1 0 0 0 0,-1-1 0 0 0,39-6 0 0 0,-52 6 0 0 0,1-1 0 0 0,-1-1 0 0 0,0 1 0 0 0,0-2 0 0 0,0 1 0 0 0,0-1 0 0 0,0 0 0 0 0,0 0 0 0 0,0-1 0 0 0,-1 0 0 0 0,0-1 0 0 0,0 0 0 0 0,0 0 0 0 0,10-9 0 0 0,-11 4 0 0 0,-8-7 0 0 0,0 12 0 0 0,0 1 0 0 0,0 0 0 0 0,0 1 0 0 0,-1-1 0 0 0,0 0 0 0 0,0 1 0 0 0,0-1 0 0 0,0 1 0 0 0,-1 0 0 0 0,1 0 0 0 0,-1 0 0 0 0,0 1 0 0 0,1-1 0 0 0,-1 1 0 0 0,0 0 0 0 0,-8-3 0 0 0,-6-1 0 0 0,-1 0 0 0 0,-31-5 0 0 0,32 7 0 0 0,-24 2 0 0 0,28 3 0 0 0,14-1-6 0 0,0 0 0 0 0,0 0 0 0 0,-1 0 0 0 0,1 0 0 0 0,0 0-1 0 0,0 0 1 0 0,0 0 0 0 0,-1 0 0 0 0,1 0 0 0 0,0 0 0 0 0,0 0 0 0 0,0 0 0 0 0,-1 1 0 0 0,1-1 0 0 0,0 0-1 0 0,0 0 1 0 0,0 0 0 0 0,-1 0 0 0 0,1 0 0 0 0,0 0 0 0 0,0 1 0 0 0,0-1 0 0 0,0 0 0 0 0,0 0 0 0 0,0 0-1 0 0,-1 1 1 0 0,1-1 0 0 0,0 0 0 0 0,0 0 0 0 0,0 0 0 0 0,0 0 0 0 0,0 1 0 0 0,0-1 0 0 0,0 0 0 0 0,0 0-1 0 0,0 1 1 0 0,0-1 0 0 0,0 0 0 0 0,0 0 0 0 0,0 0 0 0 0,0 1 0 0 0,0-1 0 0 0,0 0 0 0 0,0 0 0 0 0,0 0-1 0 0,0 1 1 0 0,0-1 0 0 0,0 0 0 0 0,0 0 0 0 0,1 0 0 0 0,-1 1 0 0 0,0-1 0 0 0,0 0 0 0 0,17 8-834 0 0,23 3-13698 0 0,-35-9 11555 0 0,6 2-4929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6.58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45 2092 0 0,'-2'-7'23239'0'0,"94"-2"-19733"0"0,-53 7-1541 0 0,61-11 0 0 0,-87 10-1965 0 0,-1 0 0 0 0,-1-1 0 0 0,-4 1-29 0 0,-5 2-384 0 0,-3 11-14546 0 0,-3-1 11912 0 0,2-4 684 0 0,1 0-4361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7.2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240 157 1772 0 0,'0'0'18071'0'0,"-3"6"-16621"0"0,1-1-984 0 0,0 1 0 0 0,1-1-1 0 0,-1 1 1 0 0,1 0 0 0 0,0-1-1 0 0,1 1 1 0 0,-1 0 0 0 0,1 0-1 0 0,0 0 1 0 0,0-1 0 0 0,1 1-1 0 0,2 10 1 0 0,2 6 1216 0 0,-1 1 0 0 0,1 33-1 0 0,-4-51-1364 0 0,4 9-259 0 0,0-2-58 0 0,-4-4-85 0 0,-1-6-425 0 0,-22-22-4448 0 0,-11-31-158 0 0,29 43 4451 0 0,0 1-1 0 0,-1-1 0 0 0,0 1 1 0 0,0 0-1 0 0,-10-10 0 0 0,-31-33-2290 0 0,37 39 2839 0 0,0 1 0 0 0,0 0 0 0 0,-2 0 0 0 0,1 0 0 0 0,-1 2 0 0 0,-13-10 0 0 0,21 17 273 0 0,1 0 0 0 0,0 0 0 0 0,0 0 0 0 0,0 0 0 0 0,0-1 0 0 0,0 1 0 0 0,0-1 0 0 0,0 0 0 0 0,0 1 0 0 0,1-1 0 0 0,-1 0 1 0 0,0 0-1 0 0,1 0 0 0 0,0 0 0 0 0,-1 0 0 0 0,1 0 0 0 0,0 0 0 0 0,-1-5 0 0 0,2 5-32 0 0,0 1 0 0 0,0-1 0 0 0,1 1 0 0 0,-1-1 0 0 0,0 1 0 0 0,1-1 0 0 0,-1 1 0 0 0,1-1 0 0 0,0 1-1 0 0,-1 0 1 0 0,1-1 0 0 0,0 1 0 0 0,0 0 0 0 0,0 0 0 0 0,0-1 0 0 0,0 1 0 0 0,0 0 0 0 0,0 0 0 0 0,0 0 0 0 0,0 0 0 0 0,3-1 0 0 0,9-5 527 0 0,0 0 0 0 0,0 0 0 0 0,1 2 1 0 0,23-7-1 0 0,-37 12-649 0 0,29-9 760 0 0,1 2 1 0 0,-1 1-1 0 0,37-2 1 0 0,-51 6-350 0 0,0 2 1 0 0,-1 0 0 0 0,1 1 0 0 0,0 0-1 0 0,0 1 1 0 0,-1 0 0 0 0,1 2-1 0 0,20 6 1 0 0,-34-9-373 0 0,0 0 0 0 0,0-1-1 0 0,0 1 1 0 0,0 0 0 0 0,0 0 0 0 0,0 0-1 0 0,0 0 1 0 0,0 0 0 0 0,0 0 0 0 0,-1 0-1 0 0,1 0 1 0 0,0 0 0 0 0,-1 1 0 0 0,1-1 0 0 0,-1 0-1 0 0,1 0 1 0 0,-1 1 0 0 0,1-1 0 0 0,-1 0-1 0 0,0 1 1 0 0,0-1 0 0 0,0 0 0 0 0,0 0-1 0 0,0 1 1 0 0,0-1 0 0 0,0 0 0 0 0,0 1-1 0 0,0-1 1 0 0,-1 0 0 0 0,1 1 0 0 0,0-1-1 0 0,-1 0 1 0 0,1 0 0 0 0,-1 1 0 0 0,0 0 0 0 0,-1 3 97 0 0,0-1 1 0 0,0 1-1 0 0,-1-1 1 0 0,1 0 0 0 0,-1 1-1 0 0,0-1 1 0 0,0 0-1 0 0,-4 4 1 0 0,-17 10-139 0 0,-1 0 0 0 0,0-2 0 0 0,-1-1 0 0 0,-1-1 0 0 0,-35 13 0 0 0,48-21 0 0 0,1-3 0 0 0,13-3-16 0 0,3-2-252 0 0,-1-1 0 0 0,0 1 1 0 0,0-1-1 0 0,1 1 1 0 0,0 0-1 0 0,-1 0 1 0 0,1 0-1 0 0,0 1 0 0 0,0-1 1 0 0,0 1-1 0 0,0-1 1 0 0,0 1-1 0 0,6-2 1 0 0,-8 3-113 0 0,16-1-2539 0 0,-10 2-1769 0 0,-1 4-4062 0 0,4 7 1854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7.8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91 612 0 0,'-21'-10'9061'0'0,"-2"-3"13864"0"0,28 12-22761 0 0,500-53-159 0 0,-428 48-5 0 0,-65 7 0 0 0,44-9 0 0 0,-67 9 0 0 0,-2 0 0 0 0,-35 17 0 0 0,25-7-2871 0 0,-2 8-12874 0 0,22-15 14290 0 0,-2 3-5684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8.6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55 163 1248 0 0,'0'-1'10108'0'0,"-10"-5"1473"0"0,5 11-11150 0 0,1-1 0 0 0,0 1 1 0 0,0 0-1 0 0,1 0 0 0 0,-1 1 0 0 0,1-1 0 0 0,0 1 0 0 0,1 0 0 0 0,-1 0 0 0 0,1 0 0 0 0,0 0 0 0 0,1 0 0 0 0,-1 0 0 0 0,1 0 0 0 0,1 0 0 0 0,-1 1 0 0 0,1-1 0 0 0,0 0 0 0 0,0 1 0 0 0,2 7 0 0 0,-1-4-142 0 0,-1-7-248 0 0,1-1-1 0 0,-1 1 1 0 0,1 0 0 0 0,0-1 0 0 0,-1 1-1 0 0,1-1 1 0 0,1 1 0 0 0,-1 0 0 0 0,0-1-1 0 0,0 0 1 0 0,3 3 0 0 0,4 5-41 0 0,7-5 0 0 0,1-10 0 0 0,-13 2 0 0 0,1 1 0 0 0,-1-1 0 0 0,0 0 0 0 0,0 0 0 0 0,0 0 0 0 0,0 0 0 0 0,-1 0 0 0 0,1-1 0 0 0,-1 1 0 0 0,0-1 0 0 0,0 0 0 0 0,0 0 0 0 0,-1 0 0 0 0,1 0 0 0 0,-1 0 0 0 0,2-7 0 0 0,-2 3 0 0 0,1 1 0 0 0,-1-1 0 0 0,-1 0 0 0 0,0 0 0 0 0,0 0 0 0 0,0 0 0 0 0,-1 1 0 0 0,-2-11 0 0 0,-15-78 0 0 0,18 87 0 0 0,0 6 0 0 0,0 0 0 0 0,1 1 0 0 0,-1-1 0 0 0,1 1 0 0 0,0-1 0 0 0,0 0 0 0 0,0 1 0 0 0,0 0 0 0 0,0-1 0 0 0,1 1 0 0 0,-1 0 0 0 0,0-1 0 0 0,1 1 0 0 0,0 0 0 0 0,0 0 0 0 0,0 0 0 0 0,0 0 0 0 0,0 1 0 0 0,0-1 0 0 0,0 0 0 0 0,0 1 0 0 0,1 0 0 0 0,-1-1 0 0 0,0 1 0 0 0,1 0 0 0 0,0 0 0 0 0,-1 1 0 0 0,1-1 0 0 0,-1 0 0 0 0,1 1 0 0 0,3-1 0 0 0,9-4 0 0 0,-7 2 0 0 0,1-1 0 0 0,0 1 0 0 0,1-1 0 0 0,0 1 0 0 0,0 1 0 0 0,0 0 0 0 0,0 0 0 0 0,0 1 0 0 0,0 1 0 0 0,0-1 0 0 0,0 2 0 0 0,18 1 0 0 0,-24-2 0 0 0,-3 0 0 0 0,0 0 0 0 0,0 0 0 0 0,0 0 0 0 0,1 0 0 0 0,-1 0 0 0 0,0 1 0 0 0,0-1 0 0 0,0 0 0 0 0,0 1 0 0 0,0-1 0 0 0,0 1 0 0 0,0-1 0 0 0,0 1 0 0 0,0-1 0 0 0,0 1 0 0 0,0 0 0 0 0,0-1 0 0 0,-1 1 0 0 0,2 1 0 0 0,8 8 0 0 0,-10 7 0 0 0,-3-7 0 0 0,0 0 0 0 0,-1 0 0 0 0,0 0 0 0 0,0-1 0 0 0,-1 1 0 0 0,-1-1 0 0 0,0 0 0 0 0,0-1 0 0 0,0 0 0 0 0,-13 13 0 0 0,-14 19 0 0 0,-39 34 0 0 0,65-64 0 0 0,7-9 0 0 0,-1-1 0 0 0,1 1 0 0 0,0 0 0 0 0,0 0 0 0 0,-1 0 0 0 0,1-1 0 0 0,0 1 0 0 0,0 0 0 0 0,0 0 0 0 0,0 0 0 0 0,0 0 0 0 0,0 0 0 0 0,0-1 0 0 0,0 1 0 0 0,0 0 0 0 0,0 0 0 0 0,1 0 0 0 0,-1 0 0 0 0,0-1 0 0 0,1 1 0 0 0,-1 0 0 0 0,0 0 0 0 0,1-1 0 0 0,-1 1 0 0 0,1 0 0 0 0,-1-1 0 0 0,1 1 0 0 0,-1 0 0 0 0,1-1 0 0 0,1 2 0 0 0,-2-1 0 0 0,1 0 0 0 0,-1 0 0 0 0,1 0 0 0 0,0 0 0 0 0,-1 0 0 0 0,1-1 0 0 0,0 1 0 0 0,0 0 0 0 0,0 0 0 0 0,-1 0 0 0 0,1-1 0 0 0,0 1 0 0 0,0 0 0 0 0,0-1 0 0 0,0 1 0 0 0,0-1 0 0 0,0 0 0 0 0,0 1 0 0 0,0-1 0 0 0,1 0 0 0 0,-1 1 0 0 0,0-1 0 0 0,0 0 0 0 0,0 0 0 0 0,0 0 0 0 0,2 0 0 0 0,0 0 0 0 0,31 8 0 0 0,1-2 0 0 0,52 3 0 0 0,29 5 0 0 0,-27-6 0 0 0,-75-8 0 0 0,2-3 0 0 0,-2 2 0 0 0,-3 6-299 0 0,-9-3-1270 0 0,-7-6-645 0 0,-11-7-643 0 0,-2-7-9881 0 0,13 9 5381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5:59.3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 2 1272 0 0,'0'0'2190'0'0,"-3"0"1265"0"0,-7-2 12418 0 0,30 3-15464 0 0,1 1 0 0 0,0 1 0 0 0,-1 0 0 0 0,1 2 0 0 0,-1 0 0 0 0,-1 2 0 0 0,1 0 0 0 0,-1 1 0 0 0,0 1 0 0 0,-1 0 0 0 0,0 2 1 0 0,26 19-1 0 0,-25-15-21 0 0,-1 0 0 0 0,-1 1 0 0 0,0 1 1 0 0,-1 0-1 0 0,-1 1 0 0 0,-1 1 1 0 0,0 0-1 0 0,-2 1 0 0 0,0 0 0 0 0,-1 1 1 0 0,9 26-1 0 0,-9-14-388 0 0,-1 1 0 0 0,-2 0 0 0 0,-1 1 0 0 0,-1 0 0 0 0,-3 0 0 0 0,0 0 0 0 0,-3 0 0 0 0,0 1 0 0 0,-3-1 0 0 0,-11 60 0 0 0,-9 37 0 0 0,22-122 0 0 0,-1 1 0 0 0,2-11 0 0 0,0 0 0 0 0,0 1 0 0 0,0-1 0 0 0,0 0 0 0 0,0 1 0 0 0,0-1 0 0 0,-1 0 0 0 0,1 1 0 0 0,0-1 0 0 0,0 0 0 0 0,-1 1 0 0 0,1-1 0 0 0,0 0 0 0 0,0 0 0 0 0,-1 1 0 0 0,1-1 0 0 0,0 0 0 0 0,-1 0 0 0 0,1 0 0 0 0,0 1 0 0 0,-1-1 0 0 0,1 0 0 0 0,0 0 0 0 0,-1 0 0 0 0,1 0 0 0 0,0 0 0 0 0,-1 0 0 0 0,1 0 0 0 0,0 0 0 0 0,-1 0 0 0 0,1 0 0 0 0,-18-6-79 0 0,21 1-934 0 0,10-6 339 0 0,-13 11 372 0 0,27-28-9173 0 0,-18 16 671 0 0,-2 5 1820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8.3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1 944 0 0,'-11'7'29105'0'0,"21"35"-28009"0"0,8 83 1 0 0,-9-47-572 0 0,-7-67-525 0 0,-1 5 0 0 0,1 0 0 0 0,1 0 0 0 0,1 0 0 0 0,0 0 0 0 0,1-1 0 0 0,1 1 0 0 0,9 16 0 0 0,4 1 0 0 0,-7-12 0 0 0,1 0 0 0 0,19 23 0 0 0,-25-35 0 0 0,3-1 0 0 0,-2-1 0 0 0,-2-1-277 0 0,0-16-2315 0 0,4-6-2227 0 0,12 8-14595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49.1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39 268 0 0,'0'0'1134'0'0,"6"-18"4354"0"0,1-2 7233 0 0,22 164 435 0 0,-14-81-13156 0 0,-6-26 0 0 0,22 62 0 0 0,-15-59 0 0 0,25 41 0 0 0,-40-76 0 0 0,-2 0 0 0 0,20 28 0 0 0,-12-24 0 0 0,6-6-66 0 0,6-8-2239 0 0,-5-1-5762 0 0,-9 4 559 0 0,5-2-824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7.09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 0 16 0 0,'0'0'13637'0'0,"-4"3"-12900"0"0,2-2-675 0 0,0 0 108 0 0,1 0 1 0 0,0 0 0 0 0,0 0 0 0 0,-1 0 0 0 0,1 0-1 0 0,0 0 1 0 0,0 0 0 0 0,0 0 0 0 0,0 0 0 0 0,0 0-1 0 0,0 1 1 0 0,1-1 0 0 0,-1 0 0 0 0,0 1-1 0 0,1-1 1 0 0,-1 1 0 0 0,1-1 0 0 0,-1 0 0 0 0,1 1-1 0 0,0-1 1 0 0,-1 3 0 0 0,-8 14 2429 0 0,8-17-2455 0 0,0 0 1 0 0,0 0-1 0 0,1 0 1 0 0,-1 0-1 0 0,0 0 1 0 0,0 0 0 0 0,1 0-1 0 0,-1 0 1 0 0,1 0-1 0 0,-1 0 1 0 0,1 1-1 0 0,-1-1 1 0 0,1 0 0 0 0,0 0-1 0 0,-1 1 1 0 0,1-1-1 0 0,0 0 1 0 0,0 1-1 0 0,0-1 1 0 0,0 2 0 0 0,4 63 3224 0 0,-5-51-2725 0 0,2 0 1 0 0,-1 0-1 0 0,2-1 0 0 0,4 21 1 0 0,13 84 1658 0 0,0-41-2304 0 0,-14-65 0 0 0,1-1 0 0 0,2-3 0 0 0,5-8 0 0 0,10-14-2362 0 0,10-22-6520 0 0,-3 4 787 0 0,-13 18 544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7:58.0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0 696 0 0,'0'0'3716'0'0,"-16"2"807"0"0,8 5 8923 0 0,14-4-12974 0 0,0 1 1 0 0,0 0-1 0 0,-1 0 0 0 0,1 1 0 0 0,-1 0 0 0 0,0 0 0 0 0,0 0 0 0 0,0 0 0 0 0,-1 1 0 0 0,1 0 0 0 0,-1 0 0 0 0,-1 0 0 0 0,1 0 0 0 0,-1 1 0 0 0,-1-1 1 0 0,1 1-1 0 0,-1 0 0 0 0,0-1 0 0 0,0 1 0 0 0,-1 0 0 0 0,1 14 0 0 0,1 7-472 0 0,-2 45 0 0 0,1 13 0 0 0,-3-38 0 0 0,0-41 0 0 0,0 0 0 0 0,1 1 0 0 0,0-1 0 0 0,1 1 0 0 0,-1-1 0 0 0,1 0 0 0 0,1 1 0 0 0,-1-1 0 0 0,4 9 0 0 0,-4-11 0 0 0,10 25 0 0 0,-10-26 0 0 0,24 16 0 0 0,-14-16 0 0 0,2 1 0 0 0,0-1 0 0 0,4-1 0 0 0,-5-2-431 0 0,-11-3-3320 0 0,-6-14 1739 0 0,4 12-1858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18.4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72 1 96 0 0,'-40'0'12609'0'0,"19"0"-8824"0"0,18 0-305 0 0,2 0-1134 0 0,-6 4 8082 0 0,12 1-10425 0 0,1 1 0 0 0,0-1 0 0 0,0 0 0 0 0,0-1-1 0 0,0 0 1 0 0,1 1 0 0 0,0-2 0 0 0,13 6 0 0 0,2 0-6 0 0,24 13 3 0 0,-5-4 0 0 0,0 3 0 0 0,46 31 0 0 0,-74-43 0 0 0,-1 1 0 0 0,0 0 0 0 0,-1 0 0 0 0,0 1 0 0 0,-1 0 0 0 0,0 1 0 0 0,-1 1 0 0 0,0-1 0 0 0,-1 1 0 0 0,12 24 0 0 0,-14-22 0 0 0,0 0 0 0 0,-1 0 0 0 0,0 0 0 0 0,3 24 0 0 0,-4 5 0 0 0,-2 52 0 0 0,-1-80 0 0 0,4-4 0 0 0,-10-26-6715 0 0,-1-17-4550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18.75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440 6 1304 0 0,'-40'-5'17009'0'0,"29"8"-16478"0"0,0 0 1 0 0,-1 0-1 0 0,1 2 0 0 0,1-1 0 0 0,-1 1 1 0 0,1 1-1 0 0,-1 0 0 0 0,-12 10 1 0 0,-76 70 6593 0 0,26-20-4578 0 0,61-57-2547 0 0,0 2 0 0 0,1-1 0 0 0,0 1 0 0 0,1 1 0 0 0,0 0 0 0 0,1 0 0 0 0,0 1 0 0 0,1 0 0 0 0,1 1 0 0 0,-10 24 0 0 0,16-29 0 0 0,2 5 0 0 0,-1-14 0 0 0,0 1 0 0 0,0-1 0 0 0,0 1 0 0 0,0-1 0 0 0,0 1 0 0 0,0-1 0 0 0,0 1 0 0 0,0-1 0 0 0,1 1 0 0 0,-1-1 0 0 0,0 0 0 0 0,0 1 0 0 0,1-1 0 0 0,-1 1 0 0 0,0-1 0 0 0,0 0 0 0 0,1 1 0 0 0,-1-1 0 0 0,0 0 0 0 0,1 1 0 0 0,-1-1 0 0 0,0 0 0 0 0,1 0 0 0 0,-1 1 0 0 0,1-1 0 0 0,-1 0 0 0 0,1 0 0 0 0,2 0-459 0 0,-1 0 1 0 0,0-1-1 0 0,1 1 1 0 0,-1-1-1 0 0,1 0 1 0 0,-1 0-1 0 0,0 0 1 0 0,0 0-1 0 0,1 0 1 0 0,-1 0-1 0 0,0 0 1 0 0,0-1-1 0 0,0 1 1 0 0,3-4-1 0 0,30-28-10893 0 0,-22 19 3180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4.36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152 0 1532 0 0,'0'0'16056'0'0,"-10"11"-3868"0"0,5-7-12484 0 0,-110 54 3583 0 0,104-50-3287 0 0,2-1 0 0 0,9-7 0 0 0,0 1 0 0 0,-1-1 0 0 0,1 0 0 0 0,0 0 0 0 0,0 0 0 0 0,0 1 0 0 0,0-1 0 0 0,0 0 0 0 0,0 0 0 0 0,0 1 0 0 0,0-1 0 0 0,0 0 0 0 0,0 1 0 0 0,0-1 0 0 0,0 0 0 0 0,0 0 0 0 0,0 1 0 0 0,0-1 0 0 0,0 0 0 0 0,0 0 0 0 0,0 1 0 0 0,0-1 0 0 0,0 0 0 0 0,0 0 0 0 0,0 1 0 0 0,1-1 0 0 0,-1 0 0 0 0,0 0 0 0 0,0 0 0 0 0,0 1 0 0 0,0-1 0 0 0,1 0 0 0 0,-1 0 0 0 0,0 0 0 0 0,0 1 0 0 0,0-1 0 0 0,1 0 0 0 0,-1 0 0 0 0,0 0 0 0 0,0 0 0 0 0,1 0 0 0 0,-1 0 0 0 0,0 0 0 0 0,0 1 0 0 0,1-1 0 0 0,-1 0 0 0 0,0 0 0 0 0,0 0 0 0 0,1 0 0 0 0,-1 0 0 0 0,0 0 0 0 0,0 0 0 0 0,1 0 0 0 0,-1 0 0 0 0,1-1 0 0 0,15 7 0 0 0,-16-6 0 0 0,10 1 0 0 0,1 0 0 0 0,-1 0 0 0 0,1-1 0 0 0,11-2 0 0 0,17 1 0 0 0,-28 2 0 0 0,0 1 0 0 0,-1 0 0 0 0,1 0 0 0 0,0 1 0 0 0,-1 0 0 0 0,1 1 0 0 0,-1 0 0 0 0,0 0 0 0 0,0 1 0 0 0,-1 1 0 0 0,1 0 0 0 0,-1 0 0 0 0,0 1 0 0 0,-1 0 0 0 0,0 0 0 0 0,0 1 0 0 0,0 0 0 0 0,-1 0 0 0 0,0 1 0 0 0,8 15 0 0 0,-12-19 0 0 0,-1 1 0 0 0,1 0 0 0 0,-1 0 0 0 0,-1 0 0 0 0,1 0 0 0 0,-1 0 0 0 0,0 0 0 0 0,-1 0 0 0 0,0 0 0 0 0,0 0 0 0 0,0 0 0 0 0,0 0 0 0 0,-1 0 0 0 0,-3 12 0 0 0,4-14 0 0 0,-1-1 0 0 0,0 1 0 0 0,0-1 0 0 0,0 1 0 0 0,-1-1 0 0 0,1 0 0 0 0,-1 1 0 0 0,0-1 0 0 0,0 0 0 0 0,0 0 0 0 0,0 0 0 0 0,-1 0 0 0 0,1-1 0 0 0,-1 1 0 0 0,0-1 0 0 0,1 1 0 0 0,-1-1 0 0 0,0 0 0 0 0,0 0 0 0 0,-1 0 0 0 0,1 0 0 0 0,0-1 0 0 0,-1 0 0 0 0,1 1 0 0 0,-6 0 0 0 0,3-1 0 0 0,0-1 0 0 0,0 0 0 0 0,0-1 0 0 0,0 1 0 0 0,0-1 0 0 0,0 0 0 0 0,1-1 0 0 0,-1 1 0 0 0,0-1 0 0 0,0 0 0 0 0,1-1 0 0 0,0 1 0 0 0,-10-7 0 0 0,6 4 0 0 0,-29-24 0 0 0,7 2 0 0 0,21 18 0 0 0,7-1 0 0 0,6 2 0 0 0,-3 7 0 0 0,1 0 0 0 0,-1 0 0 0 0,1 1 0 0 0,-1-1 0 0 0,1 0 0 0 0,0 0 0 0 0,-1 1 0 0 0,1-1 0 0 0,0 1 0 0 0,0-1 0 0 0,-1 0 0 0 0,1 1 0 0 0,0-1 0 0 0,0 1 0 0 0,0 0 0 0 0,0-1 0 0 0,-1 1 0 0 0,1 0 0 0 0,0-1 0 0 0,0 1 0 0 0,0 0 0 0 0,0 0 0 0 0,0 0 0 0 0,0 0 0 0 0,0 0 0 0 0,0 0 0 0 0,0 0 0 0 0,0 0 0 0 0,0 0 0 0 0,0 0 0 0 0,-1 1 0 0 0,3 0 0 0 0,-3-1 0 0 0,77-2-3234 0 0,-61 3 1045 0 0,0-1 1 0 0,0-1-1 0 0,0 0 0 0 0,28-7 1 0 0,-39 6-4845 0 0,11-2 536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5.4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48 20 808 0 0,'-9'-3'2282'0'0,"-18"-14"16931"0"0,25 20-17816 0 0,0 2-1065 0 0,0 0 1 0 0,1-1 0 0 0,-1 1-1 0 0,1 0 1 0 0,0 0 0 0 0,1 0 0 0 0,-1 0-1 0 0,1 0 1 0 0,0 0 0 0 0,0 0 0 0 0,1 0-1 0 0,0 0 1 0 0,-1 0 0 0 0,4 7 0 0 0,25 79 1995 0 0,-21-68-1724 0 0,15 45-105 0 0,-9-23-176 0 0,22 46-1 0 0,2-13-322 0 0,-38-78 0 0 0,0 1 0 0 0,-1-1 0 0 0,1 0 0 0 0,0 0 0 0 0,0 0 0 0 0,0 0 0 0 0,0 1 0 0 0,0-1 0 0 0,0 0 0 0 0,0 0 0 0 0,0 0 0 0 0,0 0 0 0 0,0 1 0 0 0,1-1 0 0 0,-1 0 0 0 0,0 0 0 0 0,0 0 0 0 0,0 0 0 0 0,0 0 0 0 0,0 1 0 0 0,0-1 0 0 0,0 0 0 0 0,0 0 0 0 0,0 0 0 0 0,0 0 0 0 0,1 0 0 0 0,-1 1 0 0 0,0-1 0 0 0,0 0 0 0 0,0 0 0 0 0,0 0 0 0 0,0 0 0 0 0,1 0 0 0 0,-1 0 0 0 0,0 0 0 0 0,0 0 0 0 0,0 0 0 0 0,0 0 0 0 0,0 0 0 0 0,1 0 0 0 0,-1 0 0 0 0,0 0 0 0 0,0 0 0 0 0,0 0 0 0 0,0 0 0 0 0,1 0 0 0 0,-1 0 0 0 0,0 0 0 0 0,0 0 0 0 0,0 0 0 0 0,0 0 0 0 0,1 0 0 0 0,-1 0 0 0 0,0 0 0 0 0,0 0 0 0 0,0 0 0 0 0,2-23 0 0 0,-5-11-343 0 0,2 27 200 0 0,1 1 1 0 0,-1 0-1 0 0,1-1 1 0 0,0 1-1 0 0,1 0 0 0 0,1-11 1 0 0,1 9 19 0 0,0-1 1 0 0,1 0-1 0 0,0 1 1 0 0,0-1-1 0 0,1 1 1 0 0,0 0-1 0 0,0 1 1 0 0,1-1-1 0 0,0 1 1 0 0,0 0-1 0 0,13-10 1 0 0,17-21 641 0 0,-35 37-490 0 0,-1 0 0 0 0,1 0 0 0 0,0 0 1 0 0,0 0-1 0 0,0 1 0 0 0,0-1 0 0 0,0 0 0 0 0,0 1 1 0 0,0-1-1 0 0,0 1 0 0 0,1-1 0 0 0,-1 1 0 0 0,0-1 1 0 0,0 1-1 0 0,0 0 0 0 0,0 0 0 0 0,1-1 0 0 0,-1 1 1 0 0,0 0-1 0 0,0 0 0 0 0,1 0 0 0 0,-1 0 0 0 0,0 1 1 0 0,0-1-1 0 0,0 0 0 0 0,1 0 0 0 0,-1 1 0 0 0,0-1 1 0 0,0 1-1 0 0,0-1 0 0 0,0 1 0 0 0,0-1 0 0 0,0 1 1 0 0,0 0-1 0 0,0 0 0 0 0,0-1 0 0 0,0 1 0 0 0,0 0 1 0 0,0 0-1 0 0,1 2 0 0 0,0-1 49 0 0,1 1 0 0 0,-1-1 1 0 0,0 1-1 0 0,0 0 0 0 0,0 0 0 0 0,0 0 0 0 0,-1 0 1 0 0,1 0-1 0 0,-1 0 0 0 0,0 0 0 0 0,0 1 1 0 0,0-1-1 0 0,1 7 0 0 0,-1 39-78 0 0,9 63 0 0 0,-9-106 0 0 0,-1 0 0 0 0,1 1 0 0 0,0-1 0 0 0,1 0 0 0 0,-1 0 0 0 0,1 0 0 0 0,0 0 0 0 0,1 0 0 0 0,-1 0 0 0 0,1 0 0 0 0,1-1 0 0 0,-1 1 0 0 0,1-1 0 0 0,0 0 0 0 0,0 0 0 0 0,5 4 0 0 0,-5-7 0 0 0,0 0 0 0 0,1-1 0 0 0,-1 1 0 0 0,1-1 0 0 0,-1 0 0 0 0,1-1 0 0 0,0 1 0 0 0,-1-1 0 0 0,1 0 0 0 0,0 0 0 0 0,-1 0 0 0 0,1-1 0 0 0,0 1 0 0 0,-1-1 0 0 0,1 0 0 0 0,-1-1 0 0 0,1 1 0 0 0,-1-1 0 0 0,0 0 0 0 0,6-3 0 0 0,-6 3 0 0 0,4-2 0 0 0,-1 0 0 0 0,1-1 0 0 0,-1 0 0 0 0,0 0 0 0 0,0-1 0 0 0,-1 0 0 0 0,0 0 0 0 0,0-1 0 0 0,0 1 0 0 0,-1-1 0 0 0,0-1 0 0 0,0 1 0 0 0,0-1 0 0 0,-1 0 0 0 0,-1 0 0 0 0,1 0 0 0 0,-1 0 0 0 0,-1 0 0 0 0,1-1 0 0 0,-2 1 0 0 0,1-1 0 0 0,-1 0 0 0 0,0-11 0 0 0,-1 15 0 0 0,0 1 0 0 0,0 0 0 0 0,0 0 0 0 0,-1 0 0 0 0,0 0 0 0 0,0 0 0 0 0,0 0 0 0 0,0 0 0 0 0,-4-7 0 0 0,-1-3 0 0 0,1 0 0 0 0,0-1 0 0 0,-4-28 0 0 0,9 30 0 0 0,4 0 0 0 0,5 4 0 0 0,-5 6 0 0 0,0 0 0 0 0,0 0 0 0 0,1 1 0 0 0,-1-1 0 0 0,1 1 0 0 0,0 0 0 0 0,-1 0 0 0 0,1 1 0 0 0,0 0 0 0 0,0-1 0 0 0,0 2 0 0 0,0-1 0 0 0,1 1 0 0 0,5-1 0 0 0,-5 1 0 0 0,-2 0 0 0 0,1 0 0 0 0,0 0 0 0 0,-1 0 0 0 0,1 0 0 0 0,0 1 0 0 0,-1-1 0 0 0,1 1 0 0 0,-1 1 0 0 0,1-1 0 0 0,-1 0 0 0 0,0 1 0 0 0,1 0 0 0 0,-1 0 0 0 0,0 0 0 0 0,0 1 0 0 0,0 0 0 0 0,0-1 0 0 0,-1 1 0 0 0,1 0 0 0 0,-1 1 0 0 0,0-1 0 0 0,0 1 0 0 0,0-1 0 0 0,4 7 0 0 0,-2 2 0 0 0,-1 1 0 0 0,0-1 0 0 0,-1 1 0 0 0,0 0 0 0 0,0 0 0 0 0,0 27 0 0 0,3 16 0 0 0,-4-43 0 0 0,3 2 0 0 0,-3-3 0 0 0,4-4 0 0 0,6-3 0 0 0,-9-4 0 0 0,0 0 0 0 0,1 0 0 0 0,-1 0 0 0 0,0-1 0 0 0,1 1 0 0 0,-1-1 0 0 0,1 0 0 0 0,-1 0 0 0 0,1 0 0 0 0,-1 0 0 0 0,1-1 0 0 0,-1 0 0 0 0,0 1 0 0 0,1-1 0 0 0,-1 0 0 0 0,0-1 0 0 0,6-2 0 0 0,5-2 0 0 0,5 0 0 0 0,0 0 0 0 0,0-1 0 0 0,33-19 0 0 0,-44 19 0 0 0,9-11 0 0 0,-15 16 0 0 0,0 0 0 0 0,0-1 0 0 0,-1 1 0 0 0,1-1 0 0 0,0 1 0 0 0,-1-1 0 0 0,1 0 0 0 0,-1 1 0 0 0,0-1 0 0 0,0 0 0 0 0,0 0 0 0 0,0 0 0 0 0,-1 0 0 0 0,1-3 0 0 0,1-5 0 0 0,1 0 0 0 0,-1-2 0 0 0,3 5-197 0 0,-3 6-872 0 0,-8 5-3711 0 0,2 7 5602 0 0,-1-1-4433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5.6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2340 0 0,'0'0'20729'0'0,"2"5"-19075"0"0,46 127 6192 0 0,-47-129-8937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27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1124 0 0,'0'0'10853'0'0,"1"5"-9037"0"0,5 32-73 0 0,16 92 12664 0 0,-3-48-11583 0 0,-18-67-2824 0 0,0-1 0 0 0,-1-13 0 0 0,0 0 0 0 0,0 1 0 0 0,1-1 0 0 0,-1 0 0 0 0,0 1 0 0 0,0-1 0 0 0,0 0 0 0 0,0 1 0 0 0,0-1 0 0 0,0 0 0 0 0,1 0 0 0 0,-1 1 0 0 0,0-1 0 0 0,0 0 0 0 0,0 0 0 0 0,1 0 0 0 0,-1 1 0 0 0,0-1 0 0 0,0 0 0 0 0,1 0 0 0 0,-1 0 0 0 0,0 1 0 0 0,0-1 0 0 0,1 0 0 0 0,-1 0 0 0 0,0 0 0 0 0,1 0 0 0 0,-1 0 0 0 0,0 0 0 0 0,0 0 0 0 0,1 0 0 0 0,-1 0 0 0 0,0 0 0 0 0,1 0 0 0 0,-1 0 0 0 0,0 0 0 0 0,1 0 0 0 0,-1 0 0 0 0,10-7 0 0 0,0-1 0 0 0,-1 0 0 0 0,0 0 0 0 0,0-1 0 0 0,-1 0 0 0 0,11-17 0 0 0,-4 8 0 0 0,83-106-295 0 0,-61 79 590 0 0,-33 38-295 0 0,1 3 0 0 0,6 19 0 0 0,-6-6 0 0 0,-1 1 0 0 0,1 0 0 0 0,-2 0 0 0 0,5 17 0 0 0,-6-17 0 0 0,1-1 0 0 0,0 0 0 0 0,0 0 0 0 0,1 0 0 0 0,0 0 0 0 0,9 14 0 0 0,0-5 0 0 0,0-2 0 0 0,1 0 0 0 0,0 0 0 0 0,2-1 0 0 0,0-1 0 0 0,33 22 0 0 0,-41-31 0 0 0,-7-5-17 0 0,0 1-1 0 0,0-1 1 0 0,1 0 0 0 0,-1 1 0 0 0,0-1-1 0 0,0 0 1 0 0,0 0 0 0 0,0 0 0 0 0,1 0-1 0 0,-1 0 1 0 0,0 0 0 0 0,0 0 0 0 0,0 0-1 0 0,1 0 1 0 0,-1 0 0 0 0,0-1 0 0 0,0 1-1 0 0,0 0 1 0 0,0-1 0 0 0,0 1 0 0 0,0-1-1 0 0,0 1 1 0 0,0-1 0 0 0,0 0 0 0 0,0 0-1 0 0,0 1 1 0 0,0-1 0 0 0,0 0 0 0 0,0 0-1 0 0,0 0 1 0 0,0-1 0 0 0,0 0-274 0 0,2-1-492 0 0,-1 0 0 0 0,1 0 0 0 0,-1-1 0 0 0,0 1 0 0 0,0-1 0 0 0,0 1 1 0 0,-1-1-1 0 0,1 0 0 0 0,0-5 0 0 0,2-19-10411 0 0,-4 10 3938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5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0 56 0 0,'-11'3'20957'0'0,"20"30"-18874"0"0,1 0 1 0 0,1-1 0 0 0,18 34-1 0 0,17 49 1202 0 0,-31-64-3144 0 0,-10-27-143 0 0,2-1 0 0 0,16 37 0 0 0,-18-46 2 0 0,-5-3-177 0 0,0-10-776 0 0,2-6-5762 0 0,5-28 2149 0 0,-2 1-5469 0 0,1 18 4230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6.8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213 1 488 0 0,'9'0'2235'0'0,"-5"2"3106"0"0,-4 0-4711 0 0,1 0-1 0 0,-1 0 1 0 0,1-1 0 0 0,-1 1-1 0 0,0 0 1 0 0,0 0 0 0 0,0 0-1 0 0,0 0 1 0 0,0 0 0 0 0,0-1-1 0 0,-1 1 1 0 0,1 0-1 0 0,0 0 1 0 0,-1 0 0 0 0,0-1-1 0 0,-1 4 1 0 0,-23 30 4579 0 0,8-19-3418 0 0,-39 27 0 0 0,44-34-715 0 0,1-2-835 0 0,1 0 148 0 0,-1 0 0 0 0,1 0 0 0 0,1 1 1 0 0,0 0-1 0 0,0 1 0 0 0,0 0 0 0 0,1 0 0 0 0,0 1 0 0 0,-10 17 0 0 0,17-16-389 0 0,1-9 0 0 0,0 0 0 0 0,0 0 0 0 0,1 1 0 0 0,-1-1 0 0 0,0 0 0 0 0,1 0 0 0 0,-1-1 0 0 0,1 1 0 0 0,0 0 0 0 0,-1 0 0 0 0,1 0 0 0 0,0 0 0 0 0,0 0 0 0 0,0-1 0 0 0,1 1 0 0 0,-1 0 0 0 0,0-1 0 0 0,1 1 0 0 0,-1-1 0 0 0,1 0 0 0 0,-1 1 0 0 0,1-1 0 0 0,3 2 0 0 0,0-1 0 0 0,0 1 0 0 0,0-1 0 0 0,0-1 0 0 0,1 1 0 0 0,-1-1 0 0 0,7 1 0 0 0,-3-1 0 0 0,23 6 0 0 0,0-2 0 0 0,0-2 0 0 0,1 0 0 0 0,-1-3 0 0 0,1 0 0 0 0,-1-2 0 0 0,0-2 0 0 0,57-12 0 0 0,-74 11 0 0 0,-15 5-1 0 0,0-1 0 0 0,0 1 0 0 0,1 0-1 0 0,-1 0 1 0 0,0 0 0 0 0,0 0 0 0 0,0-1 0 0 0,0 1 0 0 0,1 0 0 0 0,-1 0 0 0 0,0-1-1 0 0,0 1 1 0 0,0 0 0 0 0,0 0 0 0 0,0-1 0 0 0,0 1 0 0 0,0 0 0 0 0,0 0 0 0 0,0-1-1 0 0,0 1 1 0 0,0 0 0 0 0,0 0 0 0 0,0-1 0 0 0,0 1 0 0 0,0 0 0 0 0,0 0-1 0 0,0-1 1 0 0,0 1 0 0 0,0 0 0 0 0,0 0 0 0 0,0 0 0 0 0,-1-1 0 0 0,1 1 0 0 0,0 0-1 0 0,0 0 1 0 0,0-1 0 0 0,0 1 0 0 0,0 0 0 0 0,-1 0 0 0 0,1 0 0 0 0,0 0 0 0 0,0-1-1 0 0,0 1 1 0 0,-1 0 0 0 0,1 0 0 0 0,-24-10-888 0 0,-7 5-3429 0 0,-7 5-10325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29.3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13 169 968 0 0,'9'-11'2335'0'0,"1"1"-1"0"0,0 0 0 0 0,23-17 1 0 0,2-2 2773 0 0,7-4 2246 0 0,-40 32-6507 0 0,12-29 3522 0 0,-10 19-1833 0 0,-16 5-982 0 0,-27 10-861 0 0,30-2-693 0 0,0 0 0 0 0,0 0 0 0 0,1 1 0 0 0,-1 0 0 0 0,1 1 0 0 0,0-1 0 0 0,0 2 0 0 0,0-1 0 0 0,0 1 0 0 0,0 0 0 0 0,-9 9 0 0 0,16-12 0 0 0,0-1 0 0 0,0 1 0 0 0,-1 0 0 0 0,1 0 0 0 0,0 0 0 0 0,0 0 0 0 0,1 0 0 0 0,-1 0 0 0 0,0 0 0 0 0,1 0 0 0 0,-1 0 0 0 0,1 0 0 0 0,-1 0 0 0 0,1 0 0 0 0,0 0 0 0 0,0 0 0 0 0,0 0 0 0 0,0 1 0 0 0,1-1 0 0 0,-1 0 0 0 0,0 0 0 0 0,1 0 0 0 0,0 0 0 0 0,-1 0 0 0 0,1 0 0 0 0,0 0 0 0 0,0 0 0 0 0,0 0 0 0 0,0 0 0 0 0,0-1 0 0 0,1 1 0 0 0,-1 0 0 0 0,0-1 0 0 0,2 2 0 0 0,-1-1 0 0 0,2 2 0 0 0,0 0 0 0 0,0-1 0 0 0,0 0 0 0 0,1 0 0 0 0,-1 0 0 0 0,1 0 0 0 0,0-1 0 0 0,0 0 0 0 0,0 0 0 0 0,9 3 0 0 0,58 12 0 0 0,-55-14 0 0 0,20 3 0 0 0,-22-4 0 0 0,-1 1 0 0 0,1 0 0 0 0,0 1 0 0 0,-1 1 0 0 0,0 0 0 0 0,23 12 0 0 0,-26-9 0 0 0,-9 5 0 0 0,-2-9 0 0 0,0 1 0 0 0,-1-1 0 0 0,1 0 0 0 0,-1 1 0 0 0,0-1 0 0 0,-1 1 0 0 0,1-1 0 0 0,-1 0 0 0 0,0 0 0 0 0,1 0 0 0 0,-2 0 0 0 0,1 0 0 0 0,0 0 0 0 0,-1-1 0 0 0,0 1 0 0 0,0-1 0 0 0,0 0 0 0 0,0 1 0 0 0,-1-2 0 0 0,1 1 0 0 0,-1 0 0 0 0,1-1 0 0 0,-1 1 0 0 0,0-1 0 0 0,0 0 0 0 0,-6 2 0 0 0,-8 6 0 0 0,6-3 0 0 0,-1 0 0 0 0,-1 0 0 0 0,1-2 0 0 0,-1 0 0 0 0,0 0 0 0 0,-1-2 0 0 0,1 1 0 0 0,0-2 0 0 0,-1 0 0 0 0,0-1 0 0 0,-21 0 0 0 0,21-2 0 0 0,3 0 0 0 0,12 1 0 0 0,0 0 0 0 0,0 0 0 0 0,0 0 0 0 0,-1 0 0 0 0,1 0 0 0 0,0 0 0 0 0,0 0 0 0 0,0 0 0 0 0,0 0 0 0 0,-1 0 0 0 0,1 0 0 0 0,0 0 0 0 0,0 0 0 0 0,0 0 0 0 0,0 0 0 0 0,-1 0 0 0 0,1 0 0 0 0,0 0 0 0 0,0 0 0 0 0,0 0 0 0 0,0 0 0 0 0,-1 0 0 0 0,1 0 0 0 0,0 0 0 0 0,0-1 0 0 0,0 1 0 0 0,0 0 0 0 0,0 0 0 0 0,-1 0 0 0 0,1 0 0 0 0,0 0 0 0 0,0 0 0 0 0,0-1 0 0 0,0 1 0 0 0,0 0 0 0 0,0 0 0 0 0,0 0 0 0 0,0 0 0 0 0,0-1 0 0 0,0 1 0 0 0,0 0 0 0 0,0 0 0 0 0,0 0 0 0 0,0 0 0 0 0,0-1 0 0 0,0 1 0 0 0,0 0 0 0 0,0 0 0 0 0,0 0 0 0 0,0 0 0 0 0,0-1 0 0 0,0 1 0 0 0,0 0 0 0 0,0 0 0 0 0,0-1 0 0 0,20-11 0 0 0,-7 10-205 0 0,4 4-1204 0 0,9 0-9515 0 0,-14-1 2454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4.3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266 114 460 0 0,'3'-6'1664'0'0,"-8"-4"12012"0"0,1 8-11464 0 0,1 0-4639 0 0,0 0 5189 0 0,-4-31 2406 0 0,7 32-4987 0 0,-1-1 0 0 0,-1 0 0 0 0,1 0 0 0 0,0 1 0 0 0,0-1 0 0 0,-1 1 0 0 0,1-1 0 0 0,-1 1 0 0 0,1 0 0 0 0,-1-1 0 0 0,1 1 0 0 0,-1 0 0 0 0,0 0 0 0 0,0 0 0 0 0,0 0 0 0 0,1 0 0 0 0,-1 1 0 0 0,0-1 0 0 0,-4 0 0 0 0,1 1 25 0 0,0 0 0 0 0,0 1 0 0 0,0 0 0 0 0,-1 0 0 0 0,1 0 0 0 0,0 0 0 0 0,-5 3 0 0 0,-4 1 144 0 0,1 0-1 0 0,-1 1 1 0 0,1 1 0 0 0,1 0-1 0 0,-23 16 1 0 0,29-18-216 0 0,0 0 1 0 0,1 0 0 0 0,-1 0 0 0 0,1 1-1 0 0,0-1 1 0 0,0 1 0 0 0,1 1 0 0 0,0-1-1 0 0,0 0 1 0 0,0 1 0 0 0,1 0 0 0 0,0 0-1 0 0,-2 9 1 0 0,5-14-135 0 0,0 1 0 0 0,0-1 0 0 0,0 1 0 0 0,0-1 0 0 0,0 0 0 0 0,1 1 0 0 0,-1-1 0 0 0,1 1 0 0 0,0-1 0 0 0,0 1 0 0 0,0-1 0 0 0,0 0 0 0 0,0 0 0 0 0,0 0 0 0 0,0 1 0 0 0,1-1 0 0 0,-1 0 0 0 0,1-1 0 0 0,0 1 0 0 0,-1 0 0 0 0,1 0 0 0 0,0-1 0 0 0,0 1 0 0 0,0-1 0 0 0,0 1 0 0 0,0-1 0 0 0,1 0 0 0 0,-1 0 0 0 0,4 1 0 0 0,3 3 0 0 0,0-2 0 0 0,1 1 0 0 0,-1-1 0 0 0,1 0 0 0 0,-1-1 0 0 0,12 1 0 0 0,4-2-157 0 0,0-2 0 0 0,0-1 0 0 0,-1-1 1 0 0,1-1-1 0 0,-1 0 0 0 0,1-3 0 0 0,-2 0 0 0 0,1-1 0 0 0,-1-1 0 0 0,0-1 0 0 0,-1-1 1 0 0,0-1-1 0 0,27-20 0 0 0,-47 30 199 0 0,0 0-1 0 0,0 1 1 0 0,0-1 0 0 0,0 0 0 0 0,-1 0-1 0 0,1 0 1 0 0,0 0 0 0 0,-1 0 0 0 0,0 0 0 0 0,1-1-1 0 0,-1 1 1 0 0,0 0 0 0 0,1-4 0 0 0,7-13 1398 0 0,-6 7-1284 0 0,-12-2-141 0 0,0 6-15 0 0,-2 4 0 0 0,-2 3 0 0 0,-12 10 0 0 0,21-1 0 0 0,3-7 0 0 0,0 3 0 0 0,-1 0 0 0 0,1 0 0 0 0,0 0 0 0 0,0 0 0 0 0,0 0 0 0 0,1 0 0 0 0,-1 0 0 0 0,1 1 0 0 0,0-1 0 0 0,0 0 0 0 0,0 0 0 0 0,1 0 0 0 0,-1 0 0 0 0,1 1 0 0 0,0-1 0 0 0,1 0 0 0 0,-1 0 0 0 0,1-1 0 0 0,3 9 0 0 0,0-6 0 0 0,1 0 0 0 0,-1 0 0 0 0,1 0 0 0 0,0-1 0 0 0,0 0 0 0 0,1 0 0 0 0,0-1 0 0 0,0 1 0 0 0,0-1 0 0 0,0-1 0 0 0,0 1 0 0 0,1-1 0 0 0,-1-1 0 0 0,1 1 0 0 0,0-2 0 0 0,0 1 0 0 0,0-1 0 0 0,0 0 0 0 0,0 0 0 0 0,16-2 0 0 0,2 1 0 0 0,-1-2 0 0 0,0-1 0 0 0,0-1 0 0 0,0-1 0 0 0,33-12 0 0 0,-49 14 0 0 0,0-1 0 0 0,0 0 0 0 0,0 0 0 0 0,-1-1 0 0 0,0 0 0 0 0,0-1 0 0 0,0 1 0 0 0,11-12 0 0 0,-16 14 0 0 0,1-1 0 0 0,0-1 0 0 0,-1 1 0 0 0,0 0 0 0 0,0-1 0 0 0,0 0 0 0 0,-1 1 0 0 0,1-1 0 0 0,-1 0 0 0 0,0 0 0 0 0,-1-1 0 0 0,1 1 0 0 0,-1 0 0 0 0,0-1 0 0 0,1-10 0 0 0,-4 10 0 0 0,1 1 0 0 0,-1-1 0 0 0,0 0 0 0 0,0 0 0 0 0,-1 1 0 0 0,-4-9 0 0 0,-26-11 0 0 0,21 18 0 0 0,26 9 0 0 0,133 25 0 0 0,1 2 0 0 0,-130-24 0 0 0,0 1 0 0 0,-1 1 0 0 0,0 0 0 0 0,0 1 0 0 0,0 1 0 0 0,16 12 0 0 0,-28-18 0 0 0,-4-2 0 0 0,0-1 0 0 0,0 1 0 0 0,0 0 0 0 0,0 0 0 0 0,0-1 0 0 0,0 1 0 0 0,0 0 0 0 0,0 0 0 0 0,0 0 0 0 0,0 0 0 0 0,0 0 0 0 0,-1 0 0 0 0,1 0 0 0 0,0 0 0 0 0,-1 0 0 0 0,1 0 0 0 0,-1 1 0 0 0,1-1 0 0 0,-1 0 0 0 0,0 0 0 0 0,1 0 0 0 0,-1 1 0 0 0,0-1 0 0 0,0 0 0 0 0,0 0 0 0 0,0 1 0 0 0,0-1 0 0 0,0 0 0 0 0,0 1 0 0 0,0-1 0 0 0,-1 0 0 0 0,1 0 0 0 0,0 0 0 0 0,-2 3 0 0 0,1 0 0 0 0,0 0 0 0 0,0 0 0 0 0,-1 1 0 0 0,0-1 0 0 0,1 0 0 0 0,-1 0 0 0 0,-1 0 0 0 0,1-1 0 0 0,-1 1 0 0 0,1 0 0 0 0,-1-1 0 0 0,0 0 0 0 0,-1 0 0 0 0,1 0 0 0 0,0 0 0 0 0,-5 3 0 0 0,0-2 0 0 0,0 1 0 0 0,0-1 0 0 0,0 0 0 0 0,-1-1 0 0 0,1 0 0 0 0,-1 0 0 0 0,-15 2 0 0 0,8-2 0 0 0,0-1 0 0 0,0-1 0 0 0,0-1 0 0 0,0 0 0 0 0,-1-1 0 0 0,1-1 0 0 0,0 0 0 0 0,-31-10 0 0 0,28 8 0 0 0,18 4 0 0 0,0 0 0 0 0,0-1 0 0 0,0 1 0 0 0,0 0 0 0 0,0-1 0 0 0,0 1 0 0 0,0-1 0 0 0,0 1 0 0 0,0-1 0 0 0,0 0 0 0 0,1 1 0 0 0,-1-1 0 0 0,0 0 0 0 0,0 0 0 0 0,1 1 0 0 0,-1-1 0 0 0,0 0 0 0 0,1 0 0 0 0,-1 0 0 0 0,1 0 0 0 0,-1 0 0 0 0,1 0 0 0 0,-1-2 0 0 0,-3-4-53 0 0,3 5-365 0 0,1 1 199 0 0,0 0 1 0 0,1 0 0 0 0,-1 0 0 0 0,1 0-1 0 0,-1 0 1 0 0,1 0 0 0 0,-1 0-1 0 0,1 1 1 0 0,0-1 0 0 0,-1 0 0 0 0,1 0-1 0 0,0 0 1 0 0,0 1 0 0 0,-1-1 0 0 0,1 0-1 0 0,0 1 1 0 0,0-1 0 0 0,0 1 0 0 0,0-1-1 0 0,0 1 1 0 0,0-1 0 0 0,0 1-1 0 0,0 0 1 0 0,0-1 0 0 0,0 1 0 0 0,2 0-1 0 0,29-4-14049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1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0 1180 0 0,'-22'9'9809'0'0,"13"4"-4649"0"0,9-9-4847 0 0,-1-1-1 0 0,1 1 1 0 0,0-1-1 0 0,0 1 1 0 0,1 0-1 0 0,-1-1 0 0 0,1 1 1 0 0,0 3-1 0 0,3 23 1060 0 0,-3-13-838 0 0,1 0 0 0 0,1 0 1 0 0,1 0-1 0 0,0-1 1 0 0,13 32-1 0 0,-10-28-266 0 0,0 1 0 0 0,5 29 1 0 0,0-20-552 0 0,-10-28 103 0 0,-1 1 1 0 0,1-1-1 0 0,-1 0 0 0 0,0 1 0 0 0,0-1 1 0 0,0 1-1 0 0,0 0 0 0 0,-1-1 0 0 0,1 1 1 0 0,0 5-1 0 0,-1-4-1583 0 0,3 1 3457 0 0,-1-5-5055 0 0,-15-37-11837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4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2 133 348 0 0,'0'-10'2274'0'0,"-1"9"-1627"0"0,1-1 0 0 0,0 0 0 0 0,0 0 0 0 0,0 0 0 0 0,0 1 0 0 0,0-1 0 0 0,0 0 0 0 0,1 0 0 0 0,-1 0 0 0 0,0 1 0 0 0,1-1 0 0 0,0 0 0 0 0,-1 0 0 0 0,1 1 0 0 0,0-1 0 0 0,1-2 0 0 0,24-12 1041 0 0,0 2-584 0 0,1 3 0 0 0,0 0 0 0 0,1 1 0 0 0,42-8-1 0 0,-53 15-790 0 0,0 0 0 0 0,0 1-1 0 0,0 0 1 0 0,1 2 0 0 0,-1 0 0 0 0,1 1-1 0 0,-1 0 1 0 0,31 8 0 0 0,-44-8-195 0 0,0 0 1 0 0,0 0-1 0 0,0 1 1 0 0,0 0-1 0 0,0-1 1 0 0,0 1-1 0 0,0 1 1 0 0,-1-1-1 0 0,1 0 1 0 0,-1 1-1 0 0,0 0 0 0 0,0 0 1 0 0,0 0-1 0 0,0 0 1 0 0,0 0-1 0 0,-1 1 1 0 0,1-1-1 0 0,-1 1 1 0 0,0 0-1 0 0,0 0 1 0 0,0-1-1 0 0,-1 1 1 0 0,1 0-1 0 0,-1 1 1 0 0,0-1-1 0 0,0 0 1 0 0,0 0-1 0 0,-1 0 0 0 0,0 1 1 0 0,0-1-1 0 0,0 0 1 0 0,0 0-1 0 0,0 1 1 0 0,-1-1-1 0 0,0 0 1 0 0,0 0-1 0 0,0 0 1 0 0,0 0-1 0 0,-1 0 1 0 0,1 0-1 0 0,-1 0 1 0 0,0 0-1 0 0,-1 0 1 0 0,-3 5-1 0 0,-9 10 227 0 0,-2-1 0 0 0,1-1-1 0 0,-2-1 1 0 0,0 0 0 0 0,-1-1 0 0 0,-1-1 0 0 0,0-1 0 0 0,-1 0-1 0 0,0-2 1 0 0,-40 15 0 0 0,60-23-345 0 0,-3 0 0 0 0,-25-5 0 0 0,15-2 0 0 0,13 4 0 0 0,1 0 0 0 0,0 0 0 0 0,0 0 0 0 0,-1 0 0 0 0,1 0 0 0 0,0 0 0 0 0,0 0 0 0 0,-1 0 0 0 0,1-1 0 0 0,0 1 0 0 0,0 0 0 0 0,-1 0 0 0 0,1 0 0 0 0,0-1 0 0 0,0 1 0 0 0,0 0 0 0 0,0 0 0 0 0,-1 0 0 0 0,1-1 0 0 0,0 1 0 0 0,0 0 0 0 0,0 0 0 0 0,0-1 0 0 0,0 1 0 0 0,0 0 0 0 0,0 0 0 0 0,0-1 0 0 0,-1 1 0 0 0,1 0 0 0 0,0 0 0 0 0,0-1 0 0 0,0 1 0 0 0,0 0 0 0 0,0-1 0 0 0,1 1 0 0 0,-1 0 0 0 0,0 0 0 0 0,0-1 0 0 0,0 1 0 0 0,0 0 0 0 0,0-1 0 0 0,4-5-495 0 0,0 1-1 0 0,1-1 1 0 0,0 1 0 0 0,-1 0-1 0 0,2 0 1 0 0,-1 1 0 0 0,1-1-1 0 0,-1 1 1 0 0,1 1 0 0 0,0-1-1 0 0,0 1 1 0 0,9-4 0 0 0,21-14-1885 0 0,4 1-3463 0 0,-12 9-1424 0 0,-3 2 1173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5.96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 96 1064 0 0,'0'0'2248'0'0,"-16"3"3803"0"0,15-3-5466 0 0,1 0 0 0 0,-1 0 1 0 0,0 0-1 0 0,1 0 0 0 0,-1 0 0 0 0,0 1 0 0 0,1-1 0 0 0,-1 0 0 0 0,0 0 0 0 0,1 0 0 0 0,-1 1 0 0 0,1-1 1 0 0,-1 0-1 0 0,1 1 0 0 0,-1-1 0 0 0,0 0 0 0 0,1 1 0 0 0,-1-1 0 0 0,1 1 0 0 0,0-1 0 0 0,-1 1 1 0 0,1-1-1 0 0,-1 1 0 0 0,1 0 0 0 0,5 15 181 0 0,1 0 0 0 0,1 0 1 0 0,1-1-1 0 0,0 0 0 0 0,19 26 0 0 0,-23-37-593 0 0,0 1-1 0 0,0-1 0 0 0,0-1 1 0 0,0 1-1 0 0,0-1 0 0 0,1 1 0 0 0,-1-1 1 0 0,1 0-1 0 0,0-1 0 0 0,0 1 0 0 0,0-1 1 0 0,1 0-1 0 0,-1-1 0 0 0,0 1 1 0 0,1-1-1 0 0,-1 0 0 0 0,1 0 0 0 0,-1-1 1 0 0,1 1-1 0 0,-1-1 0 0 0,1 0 0 0 0,-1-1 1 0 0,7 0-1 0 0,4-3-336 0 0,1 0 1 0 0,-1-1-1 0 0,0-1 0 0 0,0 0 0 0 0,-1-1 1 0 0,0-1-1 0 0,17-11 0 0 0,-26 16 102 0 0,0-1 0 0 0,0 0 0 0 0,0 0 0 0 0,-1 0 0 0 0,0-1 0 0 0,0 0 0 0 0,0 0 0 0 0,0 0 0 0 0,-1-1 0 0 0,0 1 0 0 0,0-1 0 0 0,0 0-1 0 0,-1 0 1 0 0,0-1 0 0 0,0 1 0 0 0,-1-1 0 0 0,0 1 0 0 0,0-1 0 0 0,0 0 0 0 0,0-8 0 0 0,-1-3 108 0 0,0 14 62 0 0,-1-1 0 0 0,0 0 0 0 0,0 0 0 0 0,0 0 0 0 0,-1 0 0 0 0,-2-8 0 0 0,3 11-62 0 0,-1 0-1 0 0,0 1 0 0 0,0-1 0 0 0,0 0 0 0 0,0 1 0 0 0,0-1 1 0 0,0 1-1 0 0,-1-1 0 0 0,1 1 0 0 0,-1 0 0 0 0,1 0 0 0 0,-1-1 0 0 0,1 1 1 0 0,-1 0-1 0 0,1 0 0 0 0,-1 0 0 0 0,0 1 0 0 0,0-1 0 0 0,1 0 0 0 0,-1 1 1 0 0,0-1-1 0 0,-2 0 0 0 0,-2 0-15 0 0,0 0 0 0 0,1 1 0 0 0,-1 0-1 0 0,0 0 1 0 0,0 0 0 0 0,1 0 0 0 0,-1 1 0 0 0,0 0 0 0 0,1 0 0 0 0,-1 1 0 0 0,0-1-1 0 0,1 1 1 0 0,0 0 0 0 0,-1 1 0 0 0,-7 4 0 0 0,6-3 1 0 0,1 1-1 0 0,-1-1 1 0 0,1 1 0 0 0,0 0 0 0 0,1 1-1 0 0,-1-1 1 0 0,1 1 0 0 0,0 0 0 0 0,0 1-1 0 0,-6 12 1 0 0,10-19-31 0 0,-2 5 0 0 0,0 0 0 0 0,0 0 0 0 0,0 0 0 0 0,1 1 0 0 0,0-1 0 0 0,0 0 0 0 0,0 1 0 0 0,1 0 0 0 0,-1-1 0 0 0,1 1 0 0 0,1 0 0 0 0,-1-1 0 0 0,1 1 0 0 0,0 0 0 0 0,0 0 0 0 0,1 0 0 0 0,0-1 0 0 0,0 1 0 0 0,3 10 0 0 0,-1-9-13 0 0,0 1-1 0 0,1-1 1 0 0,0 0 0 0 0,0-1-1 0 0,0 1 1 0 0,1-1 0 0 0,0 0 0 0 0,0 0-1 0 0,0 0 1 0 0,1 0 0 0 0,0-1-1 0 0,0 0 1 0 0,0-1 0 0 0,1 1-1 0 0,0-1 1 0 0,7 3 0 0 0,-9-4-20 0 0,1-1 0 0 0,-1-1 0 0 0,0 1 0 0 0,1-1 0 0 0,-1 0 0 0 0,1 0 1 0 0,-1 0-1 0 0,1-1 0 0 0,0 0 0 0 0,-1 0 0 0 0,1 0 0 0 0,-1-1 0 0 0,1 0 0 0 0,-1 0 1 0 0,1 0-1 0 0,-1-1 0 0 0,1 0 0 0 0,-1 0 0 0 0,0 0 0 0 0,0 0 0 0 0,0-1 0 0 0,0 0 0 0 0,7-6 1 0 0,-7 5-800 0 0,0-1 0 0 0,0 0 0 0 0,0 0 0 0 0,0-1 0 0 0,-1 1 0 0 0,0-1 0 0 0,0 0 0 0 0,3-9 0 0 0,2-7-4129 0 0,-6 0-3652 0 0,-3 10 2603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1 1616 0 0,'0'0'4920'0'0,"-9"6"7010"0"0,25 20-9225 0 0,0 1-1 0 0,15 40 0 0 0,14 26 1115 0 0,-13-33-1677 0 0,-30-56-1950 0 0,2 5-157 0 0,3 1-35 0 0,-7-10-28 0 0,0 1 0 0 0,0-1 0 0 0,1 1 0 0 0,-1 0 0 0 0,0-1 0 0 0,1 1 0 0 0,-1-1 0 0 0,0 1 0 0 0,1-1 0 0 0,-1 1 0 0 0,1-1 0 0 0,-1 1 0 0 0,1-1 0 0 0,-1 0 0 0 0,1 1 0 0 0,0-1 0 0 0,-1 0 0 0 0,1 1 0 0 0,-1-1 0 0 0,1 0 0 0 0,0 0 0 0 0,-1 1-1 0 0,1-1 1 0 0,-1 0 0 0 0,1 0 0 0 0,0 0 0 0 0,-1 0 0 0 0,1 0 0 0 0,0 0 0 0 0,-1 0 0 0 0,1 0 0 0 0,0 0 0 0 0,-1 0 0 0 0,1 0 0 0 0,0-1 0 0 0,-1 1 0 0 0,1 0 0 0 0,0 0 0 0 0,-1-1 0 0 0,1 1 0 0 0,-1 0 0 0 0,2-1 0 0 0,15-26-2034 0 0,-8 10 1360 0 0,88-85-703 0 0,-82 84 1354 0 0,11-14 167 0 0,-9 23 3592 0 0,-17 33-2732 0 0,0-16-566 0 0,0 3-390 0 0,0 0 1 0 0,0-1-1 0 0,1 1 1 0 0,1 0 0 0 0,-1 0-1 0 0,2-1 1 0 0,0 1-1 0 0,7 18 1 0 0,-7-24-19 0 0,0-1-1 0 0,0 1 1 0 0,0-1 0 0 0,1 0 0 0 0,0 0-1 0 0,-1 0 1 0 0,1-1 0 0 0,1 1 0 0 0,-1-1 0 0 0,0 0-1 0 0,1 0 1 0 0,0 0 0 0 0,-1-1 0 0 0,1 0-1 0 0,0 0 1 0 0,10 3 0 0 0,-5-2-20 0 0,1-1 0 0 0,-1 0 0 0 0,1 0 1 0 0,-1-1-1 0 0,1 0 0 0 0,0-1 0 0 0,-1-1 0 0 0,1 1 0 0 0,0-2 1 0 0,-1 1-1 0 0,1-1 0 0 0,-1-1 0 0 0,0 0 0 0 0,0-1 0 0 0,0 1 1 0 0,0-2-1 0 0,-1 0 0 0 0,10-6 0 0 0,-11 6 0 0 0,-1 0 0 0 0,1-1 0 0 0,-1 0 1 0 0,-1 0-1 0 0,1 0 0 0 0,-1-1 0 0 0,-1 0 0 0 0,1-1 0 0 0,-1 1 0 0 0,0-1 0 0 0,-1 0 0 0 0,0 0 0 0 0,0 0 0 0 0,0-1 1 0 0,-1 1-1 0 0,-1-1 0 0 0,1 0 0 0 0,-2 0 0 0 0,1 0 0 0 0,-1 0 0 0 0,0-10 0 0 0,-1 14 19 0 0,1 1 0 0 0,-1-1 0 0 0,-1 1 0 0 0,1-1 0 0 0,-1 1 0 0 0,0-1 0 0 0,0 1 0 0 0,0-1 0 0 0,0 1 0 0 0,-1 0 0 0 0,1-1 0 0 0,-1 1 0 0 0,0 0-1 0 0,-1 0 1 0 0,1 1 0 0 0,-5-6 0 0 0,2 3 88 0 0,4 4-68 0 0,0 1-1 0 0,0-1 1 0 0,0 1 0 0 0,-1 0-1 0 0,1 0 1 0 0,0-1-1 0 0,0 1 1 0 0,-1 0-1 0 0,1 0 1 0 0,-1 0-1 0 0,1 1 1 0 0,-1-1 0 0 0,1 0-1 0 0,-1 1 1 0 0,1-1-1 0 0,-1 0 1 0 0,0 1-1 0 0,1 0 1 0 0,-1-1-1 0 0,0 1 1 0 0,1 0 0 0 0,-1 0-1 0 0,0 0 1 0 0,1 0-1 0 0,-1 0 1 0 0,-3 1-1 0 0,-2 1-16 0 0,1 0-1 0 0,-1 1 0 0 0,1 0 0 0 0,-1 0 0 0 0,1 0 1 0 0,0 1-1 0 0,0 0 0 0 0,0 0 0 0 0,0 0 0 0 0,1 1 1 0 0,0 0-1 0 0,0 0 0 0 0,0 1 0 0 0,1-1 0 0 0,0 1 1 0 0,0 0-1 0 0,0 0 0 0 0,-4 8 0 0 0,2-2-2 0 0,0 1 1 0 0,1-1-1 0 0,0 1 0 0 0,1 0 1 0 0,1 0-1 0 0,0 1 0 0 0,0-1 1 0 0,0 27-1 0 0,2-36-18 0 0,1 0 0 0 0,1 0-1 0 0,-1 0 1 0 0,1 0 0 0 0,-1-1 0 0 0,1 1 0 0 0,0 0-1 0 0,0 0 1 0 0,1 0 0 0 0,-1-1 0 0 0,1 1 0 0 0,0-1-1 0 0,0 1 1 0 0,0-1 0 0 0,0 0 0 0 0,0 0 0 0 0,1 0-1 0 0,0 0 1 0 0,-1 0 0 0 0,1 0 0 0 0,0-1 0 0 0,0 1-1 0 0,1-1 1 0 0,-1 0 0 0 0,0 0 0 0 0,1 0 0 0 0,-1 0-1 0 0,1-1 1 0 0,0 1 0 0 0,0-1 0 0 0,-1 0 0 0 0,1 0-1 0 0,0-1 1 0 0,0 1 0 0 0,0-1 0 0 0,0 0 0 0 0,7 0-1 0 0,3 0-116 0 0,0-1 0 0 0,0 0-1 0 0,0-1 1 0 0,0-1-1 0 0,-1 0 1 0 0,1-1-1 0 0,-1 0 1 0 0,0-1-1 0 0,19-10 1 0 0,-17 7-1637 0 0,0-2 0 0 0,-1 0 0 0 0,14-11 0 0 0,0-6-10114 0 0,-16 15 5249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7.4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6 1060 0 0,'0'-1'197'0'0,"0"1"1"0"0,0-1-1 0 0,0 1 0 0 0,-1 0 0 0 0,1-1 1 0 0,0 1-1 0 0,-1 0 0 0 0,1 0 0 0 0,0-1 1 0 0,-1 1-1 0 0,1 0 0 0 0,0 0 0 0 0,-1-1 1 0 0,1 1-1 0 0,-1 0 0 0 0,1 0 0 0 0,0 0 1 0 0,-1 0-1 0 0,1 0 0 0 0,-1-1 0 0 0,1 1 1 0 0,-1 0-1 0 0,1 0 0 0 0,0 0 0 0 0,-1 0 1 0 0,1 0-1 0 0,-1 0 0 0 0,1 1 0 0 0,-1-1 1 0 0,1 0-1 0 0,0 0 0 0 0,-1 0 0 0 0,1 0 1 0 0,-1 0-1 0 0,1 1 0 0 0,0-1 0 0 0,-1 0 1 0 0,1 0-1 0 0,-1 1 0 0 0,1-1 0 0 0,0 0 1 0 0,-1 0-1 0 0,1 1 0 0 0,0-1 0 0 0,0 0 0 0 0,-1 1 1 0 0,1-1-1 0 0,0 0 0 0 0,0 1 0 0 0,0-1 1 0 0,-1 1-1 0 0,1-1 0 0 0,0 0 0 0 0,0 1 1 0 0,0-1-1 0 0,0 1 0 0 0,0-1 0 0 0,0 1 1 0 0,0-1-1 0 0,0 1 0 0 0,0-1 0 0 0,0 0 1 0 0,0 1-1 0 0,0-1 0 0 0,0 1 0 0 0,10 36 4547 0 0,-8-29-4820 0 0,12 35 2033 0 0,65 250 5217 0 0,7 15-3036 0 0,-62-252-4312 0 0,-23-55 3 0 0,-1 6-261 0 0,-7-55-2638 0 0,3 0 2608 0 0,3-67 0 0 0,1 72 552 0 0,1 33-265 0 0,0 0-1 0 0,1-1 1 0 0,0 2 0 0 0,0-1-1 0 0,1 0 1 0 0,1 0 0 0 0,-1 1 0 0 0,2 0-1 0 0,-1 0 1 0 0,12-16 0 0 0,-12 18-76 0 0,-3 5 224 0 0,-1 1 0 0 0,1 0 0 0 0,0-1 0 0 0,0 1 0 0 0,0 0 0 0 0,0 0 0 0 0,0 0 0 0 0,0 0 0 0 0,0 0 0 0 0,1 0 0 0 0,-1 0 0 0 0,0 0 0 0 0,0 0 0 0 0,1 1 0 0 0,-1-1 1 0 0,1 0-1 0 0,-1 1 0 0 0,0-1 0 0 0,1 1 0 0 0,-1 0 0 0 0,1-1 0 0 0,-1 1 0 0 0,1 0 0 0 0,-1 0 0 0 0,1 0 0 0 0,2 0 0 0 0,-2 0 136 0 0,28 17 659 0 0,-14 0-280 0 0,-2 0-1 0 0,0 0 0 0 0,0 1 0 0 0,18 36 1 0 0,-22-35-85 0 0,-2 0 1 0 0,0 0 0 0 0,10 38 0 0 0,-12-36-178 0 0,0 0-1 0 0,2-1 1 0 0,13 26-1 0 0,-20-44-319 0 0,0-1-1 0 0,0 1 1 0 0,0-1-1 0 0,1 0 1 0 0,-1 1 0 0 0,1-1-1 0 0,-1 0 1 0 0,1 0-1 0 0,-1 0 1 0 0,1 0 0 0 0,-1-1-1 0 0,1 1 1 0 0,0 0-1 0 0,-1-1 1 0 0,1 1 0 0 0,0-1-1 0 0,0 1 1 0 0,0-1-1 0 0,-1 0 1 0 0,1 0-1 0 0,0 0 1 0 0,0 0 0 0 0,0 0-1 0 0,-1 0 1 0 0,1-1-1 0 0,0 1 1 0 0,0 0 0 0 0,0-1-1 0 0,-1 1 1 0 0,1-1-1 0 0,0 0 1 0 0,-1 0 0 0 0,1 0-1 0 0,-1 0 1 0 0,3-1-1 0 0,7-4-1013 0 0,0-1 1 0 0,-1 0-1 0 0,16-13 0 0 0,9-18-3280 0 0,-15 10-4137 0 0,-12 14 3174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7.9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198 25 788 0 0,'-19'-18'13538'0'0,"-3"11"-8584"0"0,19 7-3972 0 0,-18 5 841 0 0,13-1-1440 0 0,-1 0 1 0 0,1 1-1 0 0,0 0 1 0 0,1 0-1 0 0,-1 0 1 0 0,1 1 0 0 0,0 0-1 0 0,0 1 1 0 0,1 0-1 0 0,0 0 1 0 0,0 0-1 0 0,0 0 1 0 0,1 1-1 0 0,0 0 1 0 0,1 0-1 0 0,0 1 1 0 0,0-1 0 0 0,1 1-1 0 0,0 0 1 0 0,0 0-1 0 0,-2 17 1 0 0,4-20-328 0 0,0 0 0 0 0,0 0 1 0 0,0 0-1 0 0,1 0 1 0 0,0-1-1 0 0,0 1 0 0 0,1 0 1 0 0,0 0-1 0 0,0 0 0 0 0,0 0 1 0 0,0-1-1 0 0,1 1 1 0 0,0-1-1 0 0,1 1 0 0 0,-1-1 1 0 0,1 1-1 0 0,0-1 0 0 0,0 0 1 0 0,0-1-1 0 0,1 1 0 0 0,0 0 1 0 0,0-1-1 0 0,0 0 1 0 0,0 0-1 0 0,1 0 0 0 0,-1-1 1 0 0,1 1-1 0 0,0-1 0 0 0,0 0 1 0 0,1 0-1 0 0,-1-1 1 0 0,0 0-1 0 0,1 0 0 0 0,6 2 1 0 0,2-1-264 0 0,0-1 0 0 0,1-1 0 0 0,-1 0 0 0 0,0 0 0 0 0,1-2 0 0 0,-1 0 1 0 0,0 0-1 0 0,28-8 0 0 0,-35 8 61 0 0,0-1 1 0 0,0 0-1 0 0,0-1 0 0 0,-1 1 1 0 0,1-1-1 0 0,0-1 0 0 0,-1 1 1 0 0,0-1-1 0 0,0 0 1 0 0,0 0-1 0 0,0-1 0 0 0,-1 0 1 0 0,0 0-1 0 0,0 0 0 0 0,0-1 1 0 0,0 0-1 0 0,-1 1 0 0 0,0-2 1 0 0,4-6-1 0 0,-6 5 251 0 0,0 0-1 0 0,-1 1 0 0 0,0-1 1 0 0,0 0-1 0 0,0 0 0 0 0,-1 0 1 0 0,0 0-1 0 0,-1 0 0 0 0,1 0 1 0 0,-2 0-1 0 0,1 0 1 0 0,-1 1-1 0 0,0-1 0 0 0,-1 0 1 0 0,0 1-1 0 0,0 0 0 0 0,0-1 1 0 0,-1 1-1 0 0,0 1 0 0 0,-7-10 1 0 0,10 15-27 0 0,0 0 0 0 0,0-1 0 0 0,0 1 0 0 0,0 0 0 0 0,0 0 1 0 0,0 0-1 0 0,-1 0 0 0 0,1 0 0 0 0,0 1 0 0 0,0-1 0 0 0,-1 0 0 0 0,1 0 1 0 0,-1 1-1 0 0,1-1 0 0 0,0 1 0 0 0,-1-1 0 0 0,1 1 0 0 0,-4-1 0 0 0,5 2-37 0 0,-1-1 1 0 0,0 0-1 0 0,1 0 0 0 0,-1 0 0 0 0,0 0 0 0 0,1 1 0 0 0,-1-1 0 0 0,0 0 0 0 0,1 1 0 0 0,-1-1 0 0 0,1 0 1 0 0,-1 1-1 0 0,1-1 0 0 0,-1 1 0 0 0,1-1 0 0 0,-1 1 0 0 0,1-1 0 0 0,-1 1 0 0 0,1-1 0 0 0,0 1 0 0 0,-1-1 0 0 0,1 2 1 0 0,-6 28 382 0 0,6-22-424 0 0,1 0 0 0 0,0 0 0 0 0,0 0 0 0 0,0-1 0 0 0,1 1 0 0 0,0 0 0 0 0,1-1 0 0 0,0 1 0 0 0,0-1 0 0 0,0 0 0 0 0,1 0 0 0 0,0 0 0 0 0,1-1 0 0 0,-1 1 0 0 0,1-1 0 0 0,0 0 0 0 0,1 0 0 0 0,-1-1 0 0 0,8 5 0 0 0,-3-2 0 0 0,2 0 0 0 0,-1-1 0 0 0,1-1 0 0 0,-1 0 0 0 0,2-1 0 0 0,-1 0 0 0 0,1 0 0 0 0,-1-2 0 0 0,1 1 0 0 0,22 1 0 0 0,-19-2-461 0 0,0-2-1 0 0,1 0 1 0 0,-1-1 0 0 0,0 0-1 0 0,1-1 1 0 0,-1-1 0 0 0,0-1-1 0 0,0 0 1 0 0,0-1 0 0 0,0-1-1 0 0,-1 0 1 0 0,0-1 0 0 0,0-1-1 0 0,0 0 1 0 0,-1-1-1 0 0,0-1 1 0 0,-1 0 0 0 0,1-1-1 0 0,-2 0 1 0 0,0-1 0 0 0,18-20-1 0 0,-20 19-2335 0 0,-1 1 1 0 0,-1-1-1 0 0,11-19 0 0 0,-9-5-3629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8.3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148 1 340 0 0,'-12'1'1053'0'0,"1"0"-1"0"0,0 1 1 0 0,0 0-1 0 0,0 1 1 0 0,0 0-1 0 0,-12 6 1 0 0,19-6-726 0 0,0-1 0 0 0,1 1 0 0 0,-1-1 0 0 0,1 1 0 0 0,-1 0 0 0 0,1 1 0 0 0,0-1 0 0 0,0 1 0 0 0,1-1 1 0 0,-1 1-1 0 0,1 0 0 0 0,-1 0 0 0 0,1 0 0 0 0,0 0 0 0 0,1 0 0 0 0,-1 0 0 0 0,1 1 0 0 0,-2 5 0 0 0,1 0 84 0 0,1 0 1 0 0,0 0-1 0 0,0 0 0 0 0,1 0 1 0 0,0 0-1 0 0,0 0 1 0 0,1 0-1 0 0,1 0 0 0 0,0 0 1 0 0,4 14-1 0 0,6 8 1152 0 0,27 54 0 0 0,-8-20-5 0 0,-24-52-1140 0 0,1 1 0 0 0,1-1 0 0 0,0-1 1 0 0,0 0-1 0 0,2 0 0 0 0,21 21 0 0 0,-11-15 31 0 0,1-1-1 0 0,0 0 0 0 0,26 14 1 0 0,-40-28-603 0 0,1 0 0 0 0,0 0-1 0 0,0-1 1 0 0,1 0 0 0 0,-1-1 0 0 0,1 0 0 0 0,-1-1 0 0 0,1 1-1 0 0,-1-2 1 0 0,1 0 0 0 0,0 0 0 0 0,0 0 0 0 0,-1-1 0 0 0,1-1 0 0 0,-1 0-1 0 0,1 0 1 0 0,-1-1 0 0 0,13-5 0 0 0,-18 6 37 0 0,-1-1-1 0 0,0 1 1 0 0,1-1 0 0 0,-1 0 0 0 0,0 0-1 0 0,-1 0 1 0 0,1-1 0 0 0,3-4-1 0 0,5-7 287 0 0,-10 14-36 0 0,34-13 4779 0 0,-32 15-4805 0 0,0 1 1 0 0,-1-1-1 0 0,1 0 0 0 0,0 1 0 0 0,-1-1 0 0 0,1 1 0 0 0,-1 0 0 0 0,0 0 0 0 0,1 0 1 0 0,1 3-1 0 0,5 4 53 0 0,-7-8-219 0 0,0 7 914 0 0,-1-5-2348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8.96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156 10 132 0 0,'-1'-1'5647'0'0,"-7"-4"-4828"0"0,2 3 7052 0 0,4 2-7708 0 0,0-1 1 0 0,0 1 0 0 0,-1 0-1 0 0,1 0 1 0 0,0 0 0 0 0,0 0 0 0 0,-1 0-1 0 0,1 0 1 0 0,0 0 0 0 0,0 1-1 0 0,0-1 1 0 0,0 1 0 0 0,-1 0-1 0 0,-1 1 1 0 0,-2 1 640 0 0,1 0 0 0 0,-1 1-1 0 0,1-1 1 0 0,0 1 0 0 0,0 1-1 0 0,1-1 1 0 0,-1 1 0 0 0,-4 6-1 0 0,-30 49 6042 0 0,23-24-5080 0 0,16 8-1765 0 0,2-39-16 0 0,-1 0 1 0 0,1-1-1 0 0,1 0 1 0 0,-1 1-1 0 0,0-1 1 0 0,1 0-1 0 0,0 0 1 0 0,0-1-1 0 0,0 1 0 0 0,1 0 1 0 0,-1-1-1 0 0,1 0 1 0 0,0 0-1 0 0,0 0 1 0 0,0 0-1 0 0,0-1 0 0 0,0 0 1 0 0,6 3-1 0 0,9 3-214 0 0,-1 0 0 0 0,40 9 1 0 0,-43-13-354 0 0,0-1 1 0 0,0-1 0 0 0,0-1 0 0 0,0 0 0 0 0,0-1 0 0 0,0 0 0 0 0,22-4 0 0 0,-30 3 147 0 0,1-1 1 0 0,-1 1-1 0 0,0-1 0 0 0,1-1 1 0 0,-1 0-1 0 0,0 0 1 0 0,0 0-1 0 0,-1-1 1 0 0,1 0-1 0 0,-1 0 1 0 0,0 0-1 0 0,0-1 0 0 0,0 0 1 0 0,-1 0-1 0 0,1-1 1 0 0,6-9-1 0 0,-10 12 449 0 0,-1 0 0 0 0,1 0 0 0 0,-1 0 0 0 0,0-1 0 0 0,0 1 0 0 0,0 0 0 0 0,-1-1 0 0 0,1 1 0 0 0,-1-1 0 0 0,1 1 0 0 0,-1-1 0 0 0,0 1-1 0 0,-1-1 1 0 0,1 1 0 0 0,0-1 0 0 0,-1 1 0 0 0,0-1 0 0 0,0 1 0 0 0,0-1 0 0 0,0 1 0 0 0,-1 0 0 0 0,1 0 0 0 0,-4-6 0 0 0,1 2 372 0 0,0 1 0 0 0,-1 0 0 0 0,0 0-1 0 0,0 0 1 0 0,0 0 0 0 0,0 1 0 0 0,-1 0 0 0 0,0 0 0 0 0,-11-8 0 0 0,15 12-60 0 0,-19 7 818 0 0,20-2-1059 0 0,1-1 0 0 0,-1 1 0 0 0,1 0 0 0 0,-1 0 0 0 0,1 0 0 0 0,0 0 0 0 0,1 0 0 0 0,-1-1 0 0 0,1 1 0 0 0,-1 0 0 0 0,1 0 0 0 0,0-1 0 0 0,1 1 0 0 0,-1 0 0 0 0,1-1 0 0 0,-1 1 0 0 0,4 4 0 0 0,4 6 167 0 0,1 1 1 0 0,18 20 0 0 0,-25-31-338 0 0,2 0 0 0 0,-1-1 0 0 0,0 0 0 0 0,1 0 0 0 0,-1 0 0 0 0,1 0 0 0 0,0-1 0 0 0,0 0 0 0 0,0 0 0 0 0,0 0 0 0 0,0-1 0 0 0,0 1 0 0 0,1-1 0 0 0,-1 0 0 0 0,0-1 0 0 0,1 1 0 0 0,-1-1 0 0 0,1 0 0 0 0,-1-1 0 0 0,0 1 0 0 0,1-1 0 0 0,-1 0 0 0 0,10-4 0 0 0,-6 3-228 0 0,1-1 1 0 0,-2 0-1 0 0,1-1 1 0 0,0 0-1 0 0,-1 0 1 0 0,1-1-1 0 0,-1 0 1 0 0,-1 0-1 0 0,1-1 1 0 0,-1 0-1 0 0,0 0 0 0 0,11-13 1 0 0,31-65 897 0 0,-48 82-469 0 0,26 3-124 0 0,-11 24-1990 0 0,-3-4-4772 0 0,-9-15 1940 0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39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0 340 0 0,'0'0'684'0'0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0.9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20 313 1848 0 0,'0'0'4205'0'0,"-2"1"-1281"0"0,-15 6 8909 0 0,17-4-11634 0 0,0 0-1 0 0,1-1 1 0 0,-1 1 0 0 0,1-1 0 0 0,-1 1-1 0 0,1-1 1 0 0,0 1 0 0 0,0-1 0 0 0,0 1 0 0 0,0-1-1 0 0,0 0 1 0 0,1 0 0 0 0,-1 1 0 0 0,1-1-1 0 0,-1 0 1 0 0,1 0 0 0 0,0 0 0 0 0,0-1-1 0 0,0 1 1 0 0,0 0 0 0 0,0-1 0 0 0,0 1-1 0 0,0-1 1 0 0,1 0 0 0 0,-1 0 0 0 0,1 0-1 0 0,-1 0 1 0 0,5 1 0 0 0,-2 0-110 0 0,1-1 1 0 0,-1 0-1 0 0,0 0 1 0 0,1-1-1 0 0,-1 0 0 0 0,0 0 1 0 0,1 0-1 0 0,-1 0 1 0 0,0-1-1 0 0,0 0 1 0 0,1 0-1 0 0,-1 0 0 0 0,10-5 1 0 0,-4 0-68 0 0,0 0 1 0 0,0-1-1 0 0,-1 0 0 0 0,0-1 1 0 0,0-1-1 0 0,-1 1 0 0 0,0-1 0 0 0,0-1 1 0 0,-1 0-1 0 0,0 0 0 0 0,-1 0 1 0 0,0-1-1 0 0,-1 0 0 0 0,0 0 1 0 0,-1-1-1 0 0,0 0 0 0 0,-1 0 1 0 0,0 0-1 0 0,-1 0 0 0 0,0-1 1 0 0,-1 1-1 0 0,0-1 0 0 0,-1 0 1 0 0,-1 0-1 0 0,0 1 0 0 0,0-1 1 0 0,-2 0-1 0 0,-4-21 0 0 0,5 31 143 0 0,0 0 0 0 0,0-1-1 0 0,0 1 1 0 0,-1 0 0 0 0,1 0 0 0 0,-1 0-1 0 0,0 0 1 0 0,0 0 0 0 0,0 0 0 0 0,0 1-1 0 0,-1-1 1 0 0,1 1 0 0 0,-5-4-1 0 0,6 5 399 0 0,-3 4-259 0 0,0-1-287 0 0,1 1-1 0 0,0 0 0 0 0,0-1 1 0 0,0 1-1 0 0,1 0 1 0 0,-1 1-1 0 0,1-1 0 0 0,-1 0 1 0 0,1 1-1 0 0,0 0 1 0 0,0-1-1 0 0,1 1 0 0 0,-1 0 1 0 0,1 0-1 0 0,-2 4 1 0 0,2 0 29 0 0,0 1 1 0 0,0-1 0 0 0,0 0 0 0 0,1 0 0 0 0,0 1 0 0 0,1-1 0 0 0,2 12 0 0 0,-1-7-3 0 0,1-1 0 0 0,1 0 0 0 0,0 0 0 0 0,0 0 0 0 0,1 0 0 0 0,1-1-1 0 0,0 1 1 0 0,1-1 0 0 0,0-1 0 0 0,12 15 0 0 0,-12-17-44 0 0,-4-5 0 0 0,-1 0 0 0 0,0 0 0 0 0,1 0 0 0 0,0-1 0 0 0,0 0 0 0 0,-1 1 0 0 0,1-1 0 0 0,1 0 0 0 0,-1 0 0 0 0,0-1 0 0 0,0 1 0 0 0,1-1 0 0 0,-1 0 0 0 0,1 1 0 0 0,-1-1 0 0 0,1-1 0 0 0,-1 1 0 0 0,5 0 0 0 0,-2-1 0 0 0,0 1 0 0 0,0-2 0 0 0,0 1 0 0 0,0 0 0 0 0,0-1 0 0 0,-1 0 0 0 0,1-1 0 0 0,0 1 0 0 0,0-1 0 0 0,-1 0 0 0 0,1 0 0 0 0,-1-1 0 0 0,0 0 0 0 0,0 0 0 0 0,1 0 0 0 0,-2 0 0 0 0,1-1 0 0 0,0 0 0 0 0,-1 0 0 0 0,0 0 0 0 0,0-1 0 0 0,0 1 0 0 0,0-1 0 0 0,3-7 0 0 0,-4 9 0 0 0,21-31-229 0 0,0-2 0 0 0,33-70 0 0 0,-57 106 232 0 0,0 0-1 0 0,0 0 0 0 0,0 0 1 0 0,0 0-1 0 0,0 1 1 0 0,0-1-1 0 0,0 0 0 0 0,0 0 1 0 0,0 0-1 0 0,0 0 1 0 0,0 0-1 0 0,0 0 0 0 0,0 0 1 0 0,0 0-1 0 0,0 0 1 0 0,0 0-1 0 0,0 1 0 0 0,0-1 1 0 0,0 0-1 0 0,0 0 0 0 0,0 0 1 0 0,0 0-1 0 0,1 0 1 0 0,-1 0-1 0 0,0 0 0 0 0,0 0 1 0 0,0 0-1 0 0,0 0 1 0 0,0 0-1 0 0,0 0 0 0 0,0 0 1 0 0,0 0-1 0 0,0 0 1 0 0,1 0-1 0 0,-1 0 0 0 0,0 0 1 0 0,0 0-1 0 0,0 0 1 0 0,0 0-1 0 0,0 0 0 0 0,0 0 1 0 0,0 0-1 0 0,0 0 0 0 0,1 0 1 0 0,-1 0-1 0 0,0 0 1 0 0,0 0-1 0 0,0 0 0 0 0,0 0 1 0 0,0 0-1 0 0,0 0 1 0 0,0 0-1 0 0,0 0 0 0 0,0 0 1 0 0,0 0-1 0 0,0-1 1 0 0,1 1-1 0 0,-1 0 0 0 0,2 18 231 0 0,0 24 80 0 0,-2-33-313 0 0,0 0 0 0 0,1 0 0 0 0,0 1 0 0 0,0-1 0 0 0,1 0 0 0 0,1 0 0 0 0,-1-1 0 0 0,1 1 0 0 0,1 0 0 0 0,0-1 0 0 0,0 0 0 0 0,6 9 0 0 0,-7-13 0 0 0,0 0 0 0 0,0-1 0 0 0,1 1 0 0 0,-1-1 0 0 0,1 0 0 0 0,0 0 0 0 0,0 0 0 0 0,0 0 0 0 0,0-1 0 0 0,0 1 0 0 0,1-1 0 0 0,-1-1 0 0 0,1 1 0 0 0,-1 0 0 0 0,1-1 0 0 0,0 0 0 0 0,-1 0 0 0 0,1 0 0 0 0,0-1 0 0 0,0 0 0 0 0,0 0 0 0 0,0 0 0 0 0,-1 0 0 0 0,9-2 0 0 0,-4 0-73 0 0,0 0 1 0 0,0 0-1 0 0,0-1 1 0 0,0 0-1 0 0,-1-1 1 0 0,1 0-1 0 0,-1 0 1 0 0,0-1-1 0 0,-1 0 1 0 0,1 0-1 0 0,-1-1 1 0 0,0 0-1 0 0,0 0 1 0 0,11-14-1 0 0,-9 8-48 0 0,-1 0 0 0 0,0 0 0 0 0,-1-1 0 0 0,-1 0 0 0 0,0 0 0 0 0,0-1 0 0 0,-1 0 0 0 0,5-23-1 0 0,-8 9 620 0 0,-2 28-486 0 0,-1 0 0 0 0,1 0 0 0 0,0-1 0 0 0,0 1 0 0 0,0 0 1 0 0,-1 0-1 0 0,1 0 0 0 0,0 0 0 0 0,0 0 0 0 0,0 0 1 0 0,-1 0-1 0 0,1 0 0 0 0,0 0 0 0 0,0 0 0 0 0,0-1 1 0 0,-1 1-1 0 0,1 0 0 0 0,0 0 0 0 0,0 0 0 0 0,-1 0 1 0 0,1 1-1 0 0,0-1 0 0 0,0 0 0 0 0,0 0 0 0 0,-1 0 1 0 0,1 0-1 0 0,0 0 0 0 0,0 0 0 0 0,0 0 0 0 0,-1 0 1 0 0,1 0-1 0 0,0 0 0 0 0,0 1 0 0 0,0-1 0 0 0,0 0 1 0 0,-1 0-1 0 0,1 0 0 0 0,0 0 0 0 0,0 1 0 0 0,0-1 1 0 0,0 0-1 0 0,0 0 0 0 0,-1 0 0 0 0,1 0 0 0 0,0 1 1 0 0,0-1-1 0 0,0 0 0 0 0,0 0 0 0 0,0 1 0 0 0,0-1 1 0 0,0 0-1 0 0,-2 4 70 0 0,-1 0 1 0 0,1 0 0 0 0,0 0-1 0 0,1 0 1 0 0,-1 0-1 0 0,1 1 1 0 0,0-1-1 0 0,0 1 1 0 0,0-1-1 0 0,0 9 1 0 0,3 4-49 0 0,1 0 1 0 0,0-1-1 0 0,7 19 1 0 0,-6-24-35 0 0,9 14-403 0 0,-11-18-440 0 0,-2-3 645 0 0,20 30-8784 0 0,-6-16-3174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3.1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229 119 424 0 0,'-2'-13'5463'0'0,"-3"-12"8520"0"0,0 26-13554 0 0,0-1 0 0 0,1 0-1 0 0,-1 1 1 0 0,1 0-1 0 0,-1 0 1 0 0,1 0-1 0 0,-1 1 1 0 0,1 0-1 0 0,-1 0 1 0 0,1 0-1 0 0,0 0 1 0 0,0 0-1 0 0,-6 6 1 0 0,-50 41 2569 0 0,47-37-2636 0 0,1 0-1 0 0,0 1 1 0 0,1 1-1 0 0,0 0 1 0 0,-13 23 0 0 0,22-34-287 0 0,1 0 0 0 0,0 0 0 0 0,-1 0 0 0 0,1 0 0 0 0,0 0 1 0 0,1 0-1 0 0,-1 0 0 0 0,0 0 0 0 0,1 0 0 0 0,0 1 0 0 0,0-1 1 0 0,0 0-1 0 0,0 0 0 0 0,0 1 0 0 0,2 5 0 0 0,-1-6-50 0 0,1-1 0 0 0,-1 1 1 0 0,1-1-1 0 0,0 0 0 0 0,0 1 0 0 0,0-1 0 0 0,0 0 0 0 0,0 0 0 0 0,0 0 0 0 0,0 0 0 0 0,1 0 0 0 0,-1-1 0 0 0,1 1 0 0 0,-1-1 0 0 0,1 0 1 0 0,0 1-1 0 0,0-1 0 0 0,-1 0 0 0 0,1-1 0 0 0,6 2 0 0 0,1 0-95 0 0,0 0 0 0 0,0-1-1 0 0,1 0 1 0 0,-1-1 0 0 0,0 0 0 0 0,1 0 0 0 0,-1-1-1 0 0,0-1 1 0 0,0 0 0 0 0,1 0 0 0 0,-2-1 0 0 0,1 0-1 0 0,0 0 1 0 0,0-1 0 0 0,-1-1 0 0 0,13-7 0 0 0,-8 2-69 0 0,1 0 1 0 0,-1-1-1 0 0,-1 0 1 0 0,0-1-1 0 0,-1 0 1 0 0,0-2-1 0 0,0 1 1 0 0,16-28-1 0 0,8-26-843 0 0,-32 62 915 0 0,0-1 0 0 0,0 1 0 0 0,1 0 1 0 0,0 0-1 0 0,0 0 0 0 0,0 0 0 0 0,0 1 1 0 0,0 0-1 0 0,1 0 0 0 0,0 0 0 0 0,0 1 0 0 0,0 0 1 0 0,0 0-1 0 0,0 1 0 0 0,1-1 0 0 0,-1 2 1 0 0,1-1-1 0 0,0 0 0 0 0,0 1 0 0 0,9 0 1 0 0,-15 1 124 0 0,0 0 1 0 0,0 0-1 0 0,0 0 1 0 0,0 0 0 0 0,0 1-1 0 0,0-1 1 0 0,0 0-1 0 0,0 0 1 0 0,-1 1 0 0 0,1-1-1 0 0,0 1 1 0 0,0-1-1 0 0,0 1 1 0 0,0-1 0 0 0,-1 1-1 0 0,1-1 1 0 0,0 1-1 0 0,0 0 1 0 0,-1-1 0 0 0,1 1-1 0 0,0 0 1 0 0,-1 0-1 0 0,1 0 1 0 0,-1-1 0 0 0,1 1-1 0 0,-1 0 1 0 0,1 0-1 0 0,-1 0 1 0 0,0 0-1 0 0,0 0 1 0 0,1 0 0 0 0,-1 0-1 0 0,0 0 1 0 0,0 0-1 0 0,0 0 1 0 0,0 0 0 0 0,0 0-1 0 0,0 0 1 0 0,0 0-1 0 0,0 1 1 0 0,-9 34 1256 0 0,5-26-1241 0 0,-24 68 587 0 0,26-72-624 0 0,1 1 0 0 0,-1 0 0 0 0,2 0 1 0 0,-1-1-1 0 0,1 1 0 0 0,0 0 0 0 0,0 0 1 0 0,0 0-1 0 0,3 12 0 0 0,-1-17-37 0 0,-1 1 0 0 0,0-1 0 0 0,0 1 0 0 0,1-1 0 0 0,-1 0 0 0 0,1 1 0 0 0,0-1 0 0 0,0 0 0 0 0,0 0 0 0 0,0 0 0 0 0,0 0 0 0 0,0-1 0 0 0,1 1 0 0 0,-1 0 0 0 0,0-1 0 0 0,1 0 0 0 0,-1 1 0 0 0,1-1 0 0 0,0 0 0 0 0,-1-1 0 0 0,1 1 0 0 0,0 0 0 0 0,-1-1 0 0 0,7 1 0 0 0,7 1 0 0 0,0-1 0 0 0,-1-1 0 0 0,19-1 0 0 0,-25 0 0 0 0,17-1-172 0 0,1-2-1 0 0,0-1 1 0 0,-1-1-1 0 0,0-1 1 0 0,0-1-1 0 0,-1-1 1 0 0,0-1-1 0 0,-1-2 1 0 0,0 0-1 0 0,-1-2 1 0 0,0 0-1 0 0,34-30 1 0 0,-53 41 47 0 0,-1-1 0 0 0,1 0-1 0 0,-1 0 1 0 0,0 0 0 0 0,0 0 0 0 0,-1 0 0 0 0,1-1 0 0 0,-1 1 0 0 0,0-1-1 0 0,0 0 1 0 0,-1 1 0 0 0,1-1 0 0 0,-1 0 0 0 0,0 0 0 0 0,0 0 0 0 0,0-6 0 0 0,-1 8 130 0 0,0 1 1 0 0,0 0 0 0 0,0-1 0 0 0,-1 1 0 0 0,1-1-1 0 0,0 1 1 0 0,-1 0 0 0 0,1-1 0 0 0,-1 1 0 0 0,0 0-1 0 0,0 0 1 0 0,0 0 0 0 0,0-1 0 0 0,0 1 0 0 0,0 0-1 0 0,-1 0 1 0 0,1 1 0 0 0,-1-1 0 0 0,1 0 0 0 0,-1 0-1 0 0,0 1 1 0 0,0-1 0 0 0,0 1 0 0 0,0-1 0 0 0,0 1-1 0 0,0 0 1 0 0,0 0 0 0 0,0 0 0 0 0,0 0 0 0 0,0 0-1 0 0,-1 0 1 0 0,1 1 0 0 0,0-1 0 0 0,-5 0 0 0 0,4 1 63 0 0,-1-1 0 0 0,0 1 0 0 0,1 0 0 0 0,-1 0 0 0 0,0 0 0 0 0,1 0 0 0 0,-1 1 0 0 0,0-1 0 0 0,1 1 0 0 0,-1 0 0 0 0,1 0 1 0 0,-1 1-1 0 0,1-1 0 0 0,0 0 0 0 0,-1 1 0 0 0,1 0 0 0 0,0 0 0 0 0,0 0 0 0 0,0 0 0 0 0,0 1 0 0 0,1-1 0 0 0,-1 1 0 0 0,1 0 0 0 0,-1-1 1 0 0,1 1-1 0 0,0 0 0 0 0,0 1 0 0 0,0-1 0 0 0,0 0 0 0 0,1 0 0 0 0,-2 6 0 0 0,1-4-27 0 0,1-1-1 0 0,0 1 1 0 0,0 0-1 0 0,1-1 1 0 0,0 1-1 0 0,-1-1 1 0 0,1 1-1 0 0,1 0 1 0 0,-1-1 0 0 0,1 1-1 0 0,0 0 1 0 0,0-1-1 0 0,0 1 1 0 0,1-1-1 0 0,-1 0 1 0 0,1 1-1 0 0,0-1 1 0 0,0 0-1 0 0,1 0 1 0 0,-1 0-1 0 0,1-1 1 0 0,0 1 0 0 0,0 0-1 0 0,5 3 1 0 0,-2-1-22 0 0,1-1 0 0 0,-1 0 0 0 0,1 0 0 0 0,1 0 0 0 0,-1-1 0 0 0,1 0 0 0 0,0-1 0 0 0,-1 1 0 0 0,2-2 0 0 0,-1 1 0 0 0,0-1 0 0 0,0 0 0 0 0,11 0 0 0 0,-8-1-173 0 0,0-2 1 0 0,1 1-1 0 0,-1-1 1 0 0,0-1-1 0 0,1 0 1 0 0,-1-1-1 0 0,0 0 1 0 0,-1-1-1 0 0,16-7 1 0 0,-8 3-391 0 0,0 0-1 0 0,0-2 1 0 0,-1 0 0 0 0,-1-1 0 0 0,30-25 0 0 0,-44 34 554 0 0,0 1-1 0 0,0 0 1 0 0,0 0 0 0 0,0 0-1 0 0,0 0 1 0 0,0 0 0 0 0,0 0 0 0 0,0 0-1 0 0,0 1 1 0 0,0-1 0 0 0,0 1 0 0 0,1 0-1 0 0,-1 0 1 0 0,0 0 0 0 0,0 0-1 0 0,1 0 1 0 0,-1 0 0 0 0,0 0 0 0 0,0 1-1 0 0,0-1 1 0 0,1 1 0 0 0,-1-1-1 0 0,3 3 1 0 0,-2-2 73 0 0,19 5 946 0 0,-21-7-1066 0 0,0 0 1 0 0,0 1 0 0 0,0-1 0 0 0,-1 0 0 0 0,1 0-1 0 0,0 0 1 0 0,0 0 0 0 0,0 0 0 0 0,-1 0 0 0 0,1 0-1 0 0,-1 0 1 0 0,1 0 0 0 0,-1 0 0 0 0,1 0-1 0 0,-1 0 1 0 0,1 0 0 0 0,-1 0 0 0 0,0-1 0 0 0,0 1-1 0 0,0 0 1 0 0,1 0 0 0 0,-1 0 0 0 0,0-1 0 0 0,0 1-1 0 0,-1-2 1 0 0,0 0-77 0 0,0 0-1 0 0,0-1 1 0 0,0 1-1 0 0,0 0 1 0 0,-1 0-1 0 0,0 1 1 0 0,1-1-1 0 0,-1 0 1 0 0,-4-4-1 0 0,2 2-8 0 0,0 0-1 0 0,-1 1 0 0 0,0 0 1 0 0,1 0-1 0 0,-1 0 0 0 0,-1 0 0 0 0,1 1 1 0 0,0 0-1 0 0,-1 0 0 0 0,-10-3 1 0 0,9 5 246 0 0,-1 1 0 0 0,1 0 1 0 0,-1 0-1 0 0,0 1 0 0 0,1 0 0 0 0,0 0 1 0 0,-1 0-1 0 0,1 1 0 0 0,0 1 1 0 0,-1-1-1 0 0,1 1 0 0 0,1 0 0 0 0,-1 1 1 0 0,-7 4-1 0 0,5-3 158 0 0,0 1-1 0 0,0 0 1 0 0,1 1 0 0 0,0 0-1 0 0,0 0 1 0 0,0 1-1 0 0,1 0 1 0 0,0 0 0 0 0,-8 13-1 0 0,13-18-213 0 0,0 0-1 0 0,1 1 0 0 0,-1-1 1 0 0,1 0-1 0 0,-1 1 0 0 0,1 0 0 0 0,0-1 1 0 0,0 1-1 0 0,1 0 0 0 0,-1-1 1 0 0,1 1-1 0 0,-1 0 0 0 0,1 0 1 0 0,1-1-1 0 0,-1 1 0 0 0,0 0 0 0 0,1 0 1 0 0,0-1-1 0 0,0 1 0 0 0,0 0 1 0 0,0-1-1 0 0,0 1 0 0 0,1-1 0 0 0,0 1 1 0 0,0-1-1 0 0,0 0 0 0 0,0 0 1 0 0,0 0-1 0 0,0 0 0 0 0,1 0 1 0 0,0 0-1 0 0,-1-1 0 0 0,1 1 0 0 0,6 3 1 0 0,0 0-72 0 0,0-1 0 0 0,0 0 1 0 0,1 0-1 0 0,-1-1 1 0 0,1-1-1 0 0,0 1 0 0 0,0-2 1 0 0,0 1-1 0 0,1-1 1 0 0,-1-1-1 0 0,18 1 0 0 0,5-2-309 0 0,0-2 0 0 0,55-10-1 0 0,-76 10 33 0 0,0-1-1 0 0,0 0 0 0 0,-1-1 0 0 0,1 0 0 0 0,-1-1 0 0 0,0 0 0 0 0,-1-1 1 0 0,1 0-1 0 0,-1-1 0 0 0,16-13 0 0 0,-24 18 220 0 0,0 0 1 0 0,-1 0-1 0 0,1 0 1 0 0,-1 0-1 0 0,0-1 1 0 0,1 1-1 0 0,-1 0 0 0 0,0-1 1 0 0,-1 1-1 0 0,1-1 1 0 0,0 1-1 0 0,0-4 1 0 0,6-15-116 0 0,-6 20 185 0 0,-1-1 0 0 0,0 1 0 0 0,0 0 0 0 0,0 0 0 0 0,0 0 0 0 0,0-1 0 0 0,0 1 0 0 0,0 0 0 0 0,0 0 0 0 0,-1 0 0 0 0,1 0 0 0 0,0-1 0 0 0,-1 1 0 0 0,1 0 0 0 0,-1 0 0 0 0,1 0 0 0 0,-1 0 0 0 0,1 0 0 0 0,-1 0 0 0 0,0 0 0 0 0,0 0 0 0 0,1 0 0 0 0,-1 1 0 0 0,0-1 1 0 0,-2-1-1 0 0,-23-19 476 0 0,21 19-338 0 0,0 0 0 0 0,-1 0 0 0 0,1 0-1 0 0,-1 1 1 0 0,0 0 0 0 0,1 0 0 0 0,-9 0-1 0 0,12 1-88 0 0,0 0 0 0 0,0 0-1 0 0,0 0 1 0 0,0 0-1 0 0,0 0 1 0 0,0 1-1 0 0,-1-1 1 0 0,1 0 0 0 0,0 1-1 0 0,0 0 1 0 0,1 0-1 0 0,-1-1 1 0 0,0 1 0 0 0,0 0-1 0 0,0 1 1 0 0,0-1-1 0 0,1 0 1 0 0,-1 0 0 0 0,1 1-1 0 0,-1-1 1 0 0,1 1-1 0 0,-1-1 1 0 0,0 3-1 0 0,1-2-18 0 0,0 1 0 0 0,0 0 0 0 0,0 0-1 0 0,0-1 1 0 0,0 1 0 0 0,1 0-1 0 0,-1 0 1 0 0,1 0 0 0 0,0 0 0 0 0,0-1-1 0 0,0 1 1 0 0,0 0 0 0 0,1 0-1 0 0,-1 0 1 0 0,1 0 0 0 0,0-1-1 0 0,0 1 1 0 0,0 0 0 0 0,0-1 0 0 0,0 1-1 0 0,0 0 1 0 0,1-1 0 0 0,-1 1-1 0 0,1-1 1 0 0,0 0 0 0 0,-1 0 0 0 0,4 3-1 0 0,1 2 86 0 0,1-1 1 0 0,-1-1-1 0 0,1 1 0 0 0,0-1 0 0 0,0 0 1 0 0,0-1-1 0 0,16 8 0 0 0,-13-9-264 0 0,1 0 0 0 0,-1-1 0 0 0,1 0 0 0 0,0-1 1 0 0,0 0-1 0 0,-1 0 0 0 0,1-1 0 0 0,0 0 0 0 0,0-1 0 0 0,0-1 0 0 0,-1 0 0 0 0,1 0 0 0 0,-1-1 1 0 0,19-7-1 0 0,-22 8 40 0 0,1-1 0 0 0,-1 0-1 0 0,0-1 1 0 0,0 0 0 0 0,0 0 0 0 0,-1-1 0 0 0,1 1 0 0 0,-1-1 0 0 0,0-1 0 0 0,0 1 0 0 0,-1-1 0 0 0,0 0 0 0 0,0 0 0 0 0,0-1 0 0 0,-1 1 0 0 0,1-1 0 0 0,-2 0-1 0 0,1 0 1 0 0,-1-1 0 0 0,3-11 0 0 0,-5-28 854 0 0,-1 45-442 0 0,0-1-167 0 0,1 0 1 0 0,-1 0-1 0 0,1-1 1 0 0,-1 1-1 0 0,1 0 1 0 0,0 0-1 0 0,0 0 1 0 0,0 0-1 0 0,1 0 1 0 0,1-2 0 0 0,12 9-44 0 0,-1 1 0 0 0,1 1 0 0 0,-1 0 0 0 0,0 1 1 0 0,-1 1-1 0 0,1 0 0 0 0,-2 1 0 0 0,1 0 1 0 0,-1 1-1 0 0,-1 0 0 0 0,1 1 0 0 0,-2 0 1 0 0,0 1-1 0 0,11 16 0 0 0,-19-26-102 0 0,-1 0 0 0 0,1 0 0 0 0,-1 0 0 0 0,0 0 0 0 0,0 0 0 0 0,0 0 0 0 0,0 1 0 0 0,-1-1 0 0 0,1 0 0 0 0,-1 0 0 0 0,1 1 0 0 0,-1-1 0 0 0,0 0 0 0 0,0 1 0 0 0,0-1 0 0 0,0 0 0 0 0,0 1 0 0 0,0-1 0 0 0,-1 0 0 0 0,1 1 0 0 0,-2 2 0 0 0,1-2 0 0 0,-1 0 0 0 0,0 0 0 0 0,0 0 0 0 0,0 0 0 0 0,0 0 0 0 0,-1 0 0 0 0,1-1 0 0 0,-1 1 0 0 0,0-1 0 0 0,1 0 0 0 0,-1 1 0 0 0,-6 2 0 0 0,1-1 0 0 0,-1 0 0 0 0,1 0 0 0 0,-1 0 0 0 0,0-1 0 0 0,-1-1 0 0 0,1 1 0 0 0,0-1 0 0 0,-1-1 0 0 0,-17 1 0 0 0,18-3-28 0 0,0 0-1 0 0,1-1 1 0 0,-1 1 0 0 0,1-2-1 0 0,0 1 1 0 0,0-1 0 0 0,0 0-1 0 0,0-1 1 0 0,0 0 0 0 0,1 0-1 0 0,-1-1 1 0 0,1 0 0 0 0,-11-10-1 0 0,17 14 2 0 0,0 1 0 0 0,0-1 0 0 0,1 0-1 0 0,-1 0 1 0 0,0 0 0 0 0,1 1 0 0 0,-1-1-1 0 0,0 0 1 0 0,1 0 0 0 0,-1 0 0 0 0,1 0 0 0 0,0 0-1 0 0,-1 0 1 0 0,1 0 0 0 0,0 0 0 0 0,0 0-1 0 0,-1 0 1 0 0,1 0 0 0 0,0 0 0 0 0,0-1 0 0 0,0 1-1 0 0,0 0 1 0 0,0 0 0 0 0,1 0 0 0 0,-1 0-1 0 0,0 0 1 0 0,0 0 0 0 0,1 0 0 0 0,-1 0 0 0 0,1 0-1 0 0,-1 0 1 0 0,1 0 0 0 0,-1 0 0 0 0,1 0-1 0 0,-1 1 1 0 0,1-1 0 0 0,0 0 0 0 0,-1 0-1 0 0,1 0 1 0 0,0 1 0 0 0,0-1 0 0 0,0 0 0 0 0,0 1-1 0 0,0-1 1 0 0,0 1 0 0 0,1-1 0 0 0,1-1 28 0 0,1-1 1 0 0,0 1 0 0 0,-1 1-1 0 0,1-1 1 0 0,0 1-1 0 0,0-1 1 0 0,0 1 0 0 0,0 0-1 0 0,0 1 1 0 0,0-1 0 0 0,7 0-1 0 0,33 7 298 0 0,71 19 1 0 0,-82-15-283 0 0,0-3 1 0 0,0-1 0 0 0,1-1 0 0 0,-1-1 0 0 0,42-2 0 0 0,-58-3-196 0 0,1-1 1 0 0,-1-1-1 0 0,0 0 1 0 0,0-2-1 0 0,0 0 1 0 0,0 0 0 0 0,-1-2-1 0 0,24-11 1 0 0,-34 14 92 0 0,0 0 1 0 0,0 0-1 0 0,0-1 1 0 0,0 1-1 0 0,0-1 1 0 0,-1-1-1 0 0,0 1 1 0 0,0-1-1 0 0,-1 0 1 0 0,0 0-1 0 0,0 0 1 0 0,0 0-1 0 0,0-1 1 0 0,-1 1-1 0 0,0-1 1 0 0,-1 0-1 0 0,1 0 1 0 0,-2 0-1 0 0,1-1 1 0 0,-1 1-1 0 0,0 0 1 0 0,1-15-1 0 0,-2 19 135 0 0,0 1-1 0 0,0-1 1 0 0,0 0-1 0 0,-1 1 1 0 0,1-1-1 0 0,0 0 1 0 0,-1 1 0 0 0,0-1-1 0 0,0 1 1 0 0,1-1-1 0 0,-2 1 1 0 0,1-1-1 0 0,0 1 1 0 0,0 0-1 0 0,-1-1 1 0 0,1 1-1 0 0,-1 0 1 0 0,0 0-1 0 0,0 0 1 0 0,1 0-1 0 0,-1 0 1 0 0,0 1 0 0 0,-1-1-1 0 0,-3-2 1 0 0,3 3 42 0 0,1 0 1 0 0,-1 1-1 0 0,0-1 1 0 0,0 1 0 0 0,1 0-1 0 0,-1 0 1 0 0,0 0-1 0 0,0 0 1 0 0,0 0-1 0 0,1 0 1 0 0,-1 1 0 0 0,0-1-1 0 0,0 1 1 0 0,1 0-1 0 0,-1 0 1 0 0,1 0 0 0 0,-1 0-1 0 0,1 0 1 0 0,-1 1-1 0 0,1-1 1 0 0,-1 1 0 0 0,1-1-1 0 0,0 1 1 0 0,-3 3-1 0 0,0-1-60 0 0,1 0 0 0 0,-1 1-1 0 0,1 0 1 0 0,0 0-1 0 0,0 0 1 0 0,0 0 0 0 0,1 1-1 0 0,0-1 1 0 0,0 1 0 0 0,0 0-1 0 0,1 0 1 0 0,0 0-1 0 0,0 0 1 0 0,0 1 0 0 0,1-1-1 0 0,0 0 1 0 0,0 9 0 0 0,1-10-16 0 0,0 0 0 0 0,1 1 0 0 0,0-1 0 0 0,0 0 0 0 0,0 0 0 0 0,0 0 0 0 0,1 0 0 0 0,0 0 0 0 0,0 0 0 0 0,0 0 0 0 0,1-1 0 0 0,-1 1 0 0 0,1-1 0 0 0,1 0 1 0 0,-1 1-1 0 0,0-2 0 0 0,1 1 0 0 0,0 0 0 0 0,0-1 0 0 0,0 1 0 0 0,0-1 0 0 0,6 3 0 0 0,0-1-135 0 0,0 0 0 0 0,0-1 0 0 0,0-1 1 0 0,0 0-1 0 0,1 0 0 0 0,0-1 0 0 0,-1 0 0 0 0,1-1 0 0 0,0 0 0 0 0,0 0 0 0 0,0-2 1 0 0,0 1-1 0 0,0-1 0 0 0,-1-1 0 0 0,16-4 0 0 0,-11 3-73 0 0,-1-1-1 0 0,0 0 1 0 0,0-2 0 0 0,0 1-1 0 0,0-2 1 0 0,-1 0 0 0 0,0 0-1 0 0,-1-1 1 0 0,0-1 0 0 0,19-17-1 0 0,-27 23 184 0 0,-1 0 0 0 0,0 0-1 0 0,0 0 1 0 0,0 0-1 0 0,0 0 1 0 0,-1-1 0 0 0,0 0-1 0 0,1 1 1 0 0,-1-1 0 0 0,0 0-1 0 0,-1 0 1 0 0,1 0-1 0 0,-1 0 1 0 0,1 0 0 0 0,-1 0-1 0 0,-1 0 1 0 0,1-1 0 0 0,-1 1-1 0 0,1 0 1 0 0,-1 0-1 0 0,0-1 1 0 0,-1 1 0 0 0,1 0-1 0 0,-1-1 1 0 0,1 1 0 0 0,-2 0-1 0 0,1 0 1 0 0,0 0-1 0 0,-1 0 1 0 0,-3-7 0 0 0,-13-18 1625 0 0,70 72-1175 0 0,-11-10 309 0 0,-1 2 1 0 0,39 44-1 0 0,-59-45-750 0 0,-19-33 0 0 0,0 0 0 0 0,-1 1 0 0 0,1-1 0 0 0,-1 0 0 0 0,1 1 0 0 0,-1-1 0 0 0,0 1 0 0 0,1-1 0 0 0,-1 0 0 0 0,0 1 0 0 0,0-1 0 0 0,0 1 0 0 0,0-1 0 0 0,0 1 0 0 0,0-1 0 0 0,0 1 0 0 0,-1-1 0 0 0,1 1 0 0 0,0-1 0 0 0,-1 0 0 0 0,1 1 0 0 0,-1-1 0 0 0,0 0 0 0 0,1 1 0 0 0,-1-1 0 0 0,0 0 0 0 0,-2 2 0 0 0,-3 2-220 0 0,-1-1 0 0 0,0 1-1 0 0,-1-2 1 0 0,1 1 0 0 0,-1-1 0 0 0,0 0 0 0 0,1-1-1 0 0,-1 0 1 0 0,0 0 0 0 0,-1 0 0 0 0,1-1-1 0 0,0-1 1 0 0,0 1 0 0 0,0-1 0 0 0,-1-1 0 0 0,1 1-1 0 0,0-2 1 0 0,0 1 0 0 0,0-1 0 0 0,0 0 0 0 0,-13-6-1 0 0,4 2-409 0 0,0-1-1 0 0,1-1 0 0 0,0-1 0 0 0,1 0 1 0 0,0-1-1 0 0,0-1 0 0 0,1 0 0 0 0,1-1 0 0 0,-14-13 1 0 0,19 8-8233 0 0,7 15 7023 0 0,-3-7-4296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4.9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110 329 1268 0 0,'-1'3'1052'0'0,"-1"0"0"0"0,1 0 0 0 0,-1 0 0 0 0,1 0-1 0 0,0 0 1 0 0,0 0 0 0 0,1 0 0 0 0,-2 6 0 0 0,40 158 9485 0 0,-17-71-6501 0 0,43 126-1 0 0,-54-173-2885 0 0,-9-42-864 0 0,0 1 0 0 0,1 0 0 0 0,0-1 0 0 0,0 1 0 0 0,4 9 0 0 0,-5-12 36 0 0,0 10-122 0 0,-18-75-178 0 0,-30-66 1 0 0,-19-63-32 0 0,13 38 9 0 0,0 0 0 0 0,50 140 0 0 0,0-1 1 0 0,1 1-1 0 0,0-1 0 0 0,1 1 1 0 0,1-1-1 0 0,-1 0 0 0 0,3-19 1 0 0,-1 26-2 0 0,0 0 0 0 0,1 0 1 0 0,-1 0-1 0 0,1 0 0 0 0,0 0 1 0 0,0 0-1 0 0,0 0 0 0 0,1 1 1 0 0,0-1-1 0 0,0 1 0 0 0,0 0 1 0 0,0 0-1 0 0,1 0 0 0 0,0 0 1 0 0,-1 0-1 0 0,1 1 0 0 0,1 0 1 0 0,7-6-1 0 0,18-8-94 0 0,0 2 0 0 0,1 1 0 0 0,42-14 0 0 0,-58 23 75 0 0,0 1 0 0 0,0 1-1 0 0,0 0 1 0 0,0 1 0 0 0,0 0-1 0 0,0 1 1 0 0,1 1 0 0 0,-1 1 0 0 0,27 4-1 0 0,-39-5 26 0 0,0 1-1 0 0,-1-1 1 0 0,1 1-1 0 0,0 0 1 0 0,-1 0-1 0 0,1 0 1 0 0,0 0-1 0 0,-1 0 1 0 0,1 1-1 0 0,-1-1 1 0 0,0 1-1 0 0,0 0 1 0 0,1 0-1 0 0,-1 0 1 0 0,0 0-1 0 0,0 0 1 0 0,-1 0-1 0 0,1 0 1 0 0,0 1-1 0 0,-1-1 1 0 0,2 4-1 0 0,-2-2 11 0 0,0 0-1 0 0,0 0 1 0 0,-1 0-1 0 0,1 0 1 0 0,-1-1-1 0 0,0 1 1 0 0,0 0-1 0 0,-1 0 1 0 0,1 0-1 0 0,-1 0 1 0 0,0 0-1 0 0,0-1 1 0 0,-3 7-1 0 0,-3 7 35 0 0,-2 0-1 0 0,0-1 1 0 0,0-1-1 0 0,-2 0 1 0 0,-17 20-1 0 0,17-22-48 0 0,-1-1 0 0 0,0-1 0 0 0,-1 0 0 0 0,-1-1 0 0 0,1 0 0 0 0,-2-1 0 0 0,1 0 0 0 0,-29 11 0 0 0,-13 9 0 0 0,90-39 0 0 0,1 1 0 0 0,49-5 0 0 0,-49 10 0 0 0,69-1 0 0 0,-91 5 0 0 0,-1 1 0 0 0,1 1 0 0 0,-1-1 0 0 0,1 2 0 0 0,-1 0 0 0 0,0 0 0 0 0,0 1 0 0 0,22 11 0 0 0,-32-14 0 0 0,0 0 0 0 0,1 1 0 0 0,-1-1 0 0 0,0 1 0 0 0,0-1 0 0 0,0 1 0 0 0,0 0 0 0 0,0-1 0 0 0,0 1 0 0 0,-1 0 0 0 0,1 0 0 0 0,-1 1 0 0 0,1-1 0 0 0,-1 0 0 0 0,0 0 0 0 0,0 1 0 0 0,0-1 0 0 0,0 1 0 0 0,0-1 0 0 0,0 1 0 0 0,-1-1 0 0 0,1 4 0 0 0,-1-2 0 0 0,-1 0 0 0 0,1 0 0 0 0,-1 0 0 0 0,0 0 0 0 0,0-1 0 0 0,-1 1 0 0 0,1 0 0 0 0,-1-1 0 0 0,1 1 0 0 0,-1-1 0 0 0,0 1 0 0 0,-1-1 0 0 0,-2 4 0 0 0,-5 4 0 0 0,0 0 0 0 0,-1-1 0 0 0,0 0 0 0 0,-1 0 0 0 0,0-1 0 0 0,-21 12 0 0 0,9-9 0 0 0,15-6 0 0 0,0 0 0 0 0,-1-1 0 0 0,0 0 0 0 0,0-1 0 0 0,0 0 0 0 0,-1 0 0 0 0,1-1 0 0 0,-1-1 0 0 0,0 0 0 0 0,0 0 0 0 0,0-1 0 0 0,-17 0 0 0 0,11-2 0 0 0,16 1 0 0 0,1 0 0 0 0,-1 0 0 0 0,0 0 0 0 0,1 0 0 0 0,-1 0 0 0 0,0 0 0 0 0,1 0 0 0 0,-1 0 0 0 0,0 0 0 0 0,1 0 0 0 0,-1-1 0 0 0,0 1 0 0 0,1 0 0 0 0,-1 0 0 0 0,0-1 0 0 0,1 1 0 0 0,-1 0 0 0 0,1-1 0 0 0,-1 1 0 0 0,1-1 0 0 0,-1 1 0 0 0,1-1 0 0 0,-1 1 0 0 0,1-1 0 0 0,-1 1 0 0 0,1-1 0 0 0,0 1 0 0 0,-1-1 0 0 0,0-1 0 0 0,1 1 0 0 0,-4-9 0 0 0,4 9 0 0 0,-1 0 0 0 0,1 0 0 0 0,0 0 0 0 0,0 0 0 0 0,0 0 0 0 0,0 0 0 0 0,0 0 0 0 0,0 0 0 0 0,0 0 0 0 0,0 0 0 0 0,0 0 0 0 0,0 0 0 0 0,1 1 0 0 0,-1-1 0 0 0,0 0 0 0 0,1 0 0 0 0,-1 0 0 0 0,0 0 0 0 0,1 0 0 0 0,-1 0 0 0 0,1 1 0 0 0,0-1 0 0 0,-1 0 0 0 0,1 0 0 0 0,0 1 0 0 0,-1-1 0 0 0,2-1 0 0 0,0 1 0 0 0,0-3-344 0 0,0 1 0 0 0,0-1 0 0 0,0 1 0 0 0,0-1-1 0 0,1 1 1 0 0,0 0 0 0 0,-1 0 0 0 0,1 0 0 0 0,0 0 0 0 0,1 0 0 0 0,-1 1 0 0 0,0-1 0 0 0,1 1-1 0 0,-1 0 1 0 0,1 0 0 0 0,0 0 0 0 0,0 1 0 0 0,-1-1 0 0 0,1 1 0 0 0,0 0 0 0 0,0 0 0 0 0,0 0-1 0 0,1 1 1 0 0,-1-1 0 0 0,0 1 0 0 0,0 0 0 0 0,0 0 0 0 0,0 1 0 0 0,0-1 0 0 0,0 1 0 0 0,0 0-1 0 0,8 2 1 0 0,-10-2-1849 0 0,4 0-2845 0 0,0-1 2554 0 0,-2 1 483 0 0,-1-1-3454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1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1 920 0 0,'0'0'20263'0'0,"0"6"-19073"0"0,-3 22 183 0 0,1 1-1 0 0,1-1 0 0 0,5 39 1 0 0,-3-53-828 0 0,1 1 0 0 0,1-1-1 0 0,0 1 1 0 0,1-1 0 0 0,0 0 0 0 0,2 0 0 0 0,-1 0 0 0 0,13 21 0 0 0,-17-33-733 0 0,1 0 0 0 0,-1 1 0 0 0,1-1 0 0 0,-1 0 0 0 0,1 0 0 0 0,0 0 0 0 0,-1 0 0 0 0,1 0 0 0 0,0 0 0 0 0,0-1 0 0 0,1 1 1 0 0,-1-1-1 0 0,3 2 0 0 0,-4-3 41 0 0,0 0 0 0 0,0-1 0 0 0,0 1 0 0 0,0 0-1 0 0,0-1 1 0 0,0 1 0 0 0,0-1 0 0 0,0 1 0 0 0,0-1 0 0 0,0 0 0 0 0,0 1 0 0 0,0-1 0 0 0,0 0 0 0 0,-1 0 0 0 0,1 1 0 0 0,0-1 0 0 0,-1 0 0 0 0,1 0 0 0 0,0 0 0 0 0,-1 0 0 0 0,1 0 0 0 0,-1 0 0 0 0,1-2 0 0 0,17-38-5973 0 0,-15 13-3077 0 0,-3 10 2847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4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21 126 1252 0 0,'0'0'1486'0'0,"-20"-1"17867"0"0,121-15-15988 0 0,179-52-1 0 0,-175 40-2827 0 0,-37 15-2852 0 0,-67 13 1511 0 0,12 4-3291 0 0,-10-3-152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6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1 1280 0 0,'-99'91'9358'0'0,"99"-90"-9242"0"0,-1-1-1 0 0,0 0 1 0 0,1 1 0 0 0,-1-1-1 0 0,1 1 1 0 0,-1-1-1 0 0,1 1 1 0 0,-1-1 0 0 0,1 1-1 0 0,-1-1 1 0 0,1 1-1 0 0,-1 0 1 0 0,1-1-1 0 0,0 1 1 0 0,-1 0 0 0 0,1-1-1 0 0,0 1 1 0 0,-1 0-1 0 0,1-1 1 0 0,0 1-1 0 0,0 0 1 0 0,0 0 0 0 0,0-1-1 0 0,0 1 1 0 0,0 0-1 0 0,0 0 1 0 0,0-1-1 0 0,0 1 1 0 0,0 0 0 0 0,0-1-1 0 0,0 1 1 0 0,1 0-1 0 0,-1 0 1 0 0,0-1 0 0 0,0 1-1 0 0,1 0 1 0 0,-1-1-1 0 0,1 1 1 0 0,-1-1-1 0 0,0 1 1 0 0,1 0 0 0 0,-1-1-1 0 0,1 1 1 0 0,-1-1-1 0 0,1 1 1 0 0,0-1-1 0 0,-1 1 1 0 0,1-1 0 0 0,-1 0-1 0 0,1 1 1 0 0,0-1-1 0 0,-1 0 1 0 0,1 1-1 0 0,1-1 1 0 0,38 7 2289 0 0,15-10-551 0 0,-1-3-1 0 0,79-18 0 0 0,-103 18-1292 0 0,253-54 5692 0 0,-280 59-5971 0 0,4 0 85 0 0,-7 1-363 0 0,0 1 1 0 0,0-1-1 0 0,0 0 0 0 0,0 0 1 0 0,0 0-1 0 0,0 0 1 0 0,0 0-1 0 0,0 0 0 0 0,0 0 1 0 0,0 0-1 0 0,-1 0 0 0 0,1 0 1 0 0,0 0-1 0 0,0 1 0 0 0,0-1 1 0 0,0 0-1 0 0,0 0 0 0 0,0 0 1 0 0,0 0-1 0 0,0 0 0 0 0,0 0 1 0 0,0 0-1 0 0,0 0 0 0 0,0 1 1 0 0,0-1-1 0 0,0 0 1 0 0,0 0-1 0 0,0 0 0 0 0,0 0 1 0 0,0 0-1 0 0,0 0 0 0 0,1 0 1 0 0,-1 0-1 0 0,0 0 0 0 0,0 0 1 0 0,0 1-1 0 0,0-1 0 0 0,0 0 1 0 0,0 0-1 0 0,0 0 0 0 0,0 0 1 0 0,0 0-1 0 0,0 0 0 0 0,0 0 1 0 0,0 0-1 0 0,0 0 1 0 0,1 0-1 0 0,-1 0 0 0 0,0 0 1 0 0,0 0-1 0 0,0 0 0 0 0,0 0 1 0 0,0 0-1 0 0,0 0 0 0 0,-2 2-165 0 0,-16 13-294 0 0,7 0-3468 0 0,10-14 2516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7.18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20 43 1044 0 0,'0'0'8392'0'0,"-7"-3"1774"0"0,4 12-9489 0 0,0 0-1 0 0,1 0 1 0 0,1 0-1 0 0,-1 0 1 0 0,1 0-1 0 0,1 1 1 0 0,0-1-1 0 0,0 0 1 0 0,1 0-1 0 0,0 0 1 0 0,3 13-1 0 0,0-4 310 0 0,1 0-1 0 0,1 0 0 0 0,0-1 1 0 0,17 33-1 0 0,-23-49-1024 0 0,1 0 1 0 0,0 0-1 0 0,-1 1 1 0 0,1-1-1 0 0,0 0 1 0 0,0 0-1 0 0,0 0 1 0 0,0 0-1 0 0,0 0 1 0 0,0 0-1 0 0,0 0 1 0 0,0 0-1 0 0,0 0 0 0 0,0-1 1 0 0,1 1-1 0 0,-1 0 1 0 0,0-1-1 0 0,0 1 1 0 0,1-1-1 0 0,-1 1 1 0 0,0-1-1 0 0,1 0 1 0 0,-1 0-1 0 0,1 1 1 0 0,-1-1-1 0 0,0 0 1 0 0,1 0-1 0 0,-1 0 0 0 0,1-1 1 0 0,-1 1-1 0 0,0 0 1 0 0,1 0-1 0 0,-1-1 1 0 0,0 1-1 0 0,1-1 1 0 0,-1 1-1 0 0,0-1 1 0 0,1 1-1 0 0,-1-1 1 0 0,0 0-1 0 0,0 0 0 0 0,0 0 1 0 0,0 0-1 0 0,0 1 1 0 0,2-3-1 0 0,3-3-343 0 0,-1 1-1 0 0,1-1 1 0 0,-1 0-1 0 0,0-1 1 0 0,7-12-1 0 0,25-37-1528 0 0,-25 38 1371 0 0,-1 0-1 0 0,15-29 1 0 0,28-54 2920 0 0,-53 99 473 0 0,-1 15-2786 0 0,-1 2 210 0 0,1 1 0 0 0,1 0 0 0 0,1-1 0 0 0,4 21 0 0 0,-4-31-213 0 0,0 1 1 0 0,0-1 0 0 0,0 1 0 0 0,1-1-1 0 0,0 0 1 0 0,0 0 0 0 0,0 0-1 0 0,1 0 1 0 0,-1-1 0 0 0,1 1-1 0 0,1-1 1 0 0,-1 0 0 0 0,0 0 0 0 0,1-1-1 0 0,6 5 1 0 0,-4-4-164 0 0,0 0 0 0 0,1-1 0 0 0,-1 0 0 0 0,0 0 1 0 0,1 0-1 0 0,0-1 0 0 0,-1-1 0 0 0,1 1 0 0 0,0-1 0 0 0,0 0 0 0 0,0-1 0 0 0,0 0 1 0 0,0 0-1 0 0,0-1 0 0 0,0 0 0 0 0,0 0 0 0 0,0-1 0 0 0,-1 0 0 0 0,1 0 0 0 0,-1-1 1 0 0,1 0-1 0 0,-1 0 0 0 0,0-1 0 0 0,0 0 0 0 0,0 0 0 0 0,-1-1 0 0 0,1 0 0 0 0,-1 0 1 0 0,7-7-1 0 0,-12 10-280 0 0,1 0 0 0 0,-1 1 0 0 0,0-1 0 0 0,0 0 0 0 0,0 0 0 0 0,0 0 0 0 0,0 0 0 0 0,0 1 0 0 0,0-2 0 0 0,-1 1 0 0 0,1 0 0 0 0,-1 0 0 0 0,0 0 0 0 0,1 0 0 0 0,-1 0 0 0 0,0 0 0 0 0,0 0 0 0 0,0 0 0 0 0,0-1 0 0 0,-1 1 0 0 0,1 0 0 0 0,-1-2 0 0 0,-9-14-9995 0 0,5 11 4352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49.6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157 176 1452 0 0,'0'0'2814'0'0,"-8"-35"5468"0"0,7 32-8430 0 0,1 2 499 0 0,-1 0 0 0 0,1 0 0 0 0,0 0 1 0 0,-1-1-1 0 0,1 1 0 0 0,-1 0 1 0 0,1 0-1 0 0,-1 0 0 0 0,0 0 0 0 0,1 0 1 0 0,-1 0-1 0 0,0 0 0 0 0,0 0 0 0 0,0 0 1 0 0,0 0-1 0 0,0 1 0 0 0,0-1 1 0 0,0 0-1 0 0,-1 0 0 0 0,-1 0 532 0 0,0 2-444 0 0,-1 0 0 0 0,0 1 0 0 0,1-1 1 0 0,-1 1-1 0 0,1 0 0 0 0,0 0 0 0 0,0 0 0 0 0,0 0 0 0 0,-4 4 1 0 0,-5 6 168 0 0,0 1 1 0 0,2 0-1 0 0,-1 0 1 0 0,2 1-1 0 0,0 0 1 0 0,-10 21-1 0 0,17-31-388 0 0,0 1-1 0 0,1-1 0 0 0,-1 0 1 0 0,1 1-1 0 0,0 0 0 0 0,1-1 1 0 0,-1 1-1 0 0,1 0 0 0 0,0-1 1 0 0,0 1-1 0 0,1 9 0 0 0,0-11-160 0 0,0 0 0 0 0,0 0 0 0 0,0 0-1 0 0,1 0 1 0 0,-1-1 0 0 0,1 1 0 0 0,-1 0 0 0 0,1-1-1 0 0,0 1 1 0 0,0-1 0 0 0,0 1 0 0 0,1-1-1 0 0,-1 0 1 0 0,1 0 0 0 0,-1 0 0 0 0,1 0 0 0 0,-1-1-1 0 0,1 1 1 0 0,5 1 0 0 0,-3-1-98 0 0,1 0 1 0 0,0-1-1 0 0,-1 1 1 0 0,1-1-1 0 0,0-1 0 0 0,0 1 1 0 0,0-1-1 0 0,0 0 1 0 0,0 0-1 0 0,0-1 0 0 0,-1 0 1 0 0,1 0-1 0 0,0 0 1 0 0,0 0-1 0 0,-1-1 0 0 0,1 0 1 0 0,-1-1-1 0 0,1 1 1 0 0,-1-1-1 0 0,0 0 1 0 0,5-4-1 0 0,14-9-351 0 0,-2-1 0 0 0,42-39 0 0 0,-58 50 349 0 0,4-4-230 0 0,0 0-1 0 0,-1-1 1 0 0,0 0 0 0 0,-1 0 0 0 0,0-1-1 0 0,-1 0 1 0 0,0-1 0 0 0,0 1 0 0 0,-2-1-1 0 0,0-1 1 0 0,6-23 0 0 0,1 11-25 0 0,-10 24 299 0 0,-1 0-1 0 0,0 0 1 0 0,1 0-1 0 0,-1-1 1 0 0,0 1-1 0 0,0-1 0 0 0,0 1 1 0 0,-1-1-1 0 0,1 1 1 0 0,0-5-1 0 0,-1 6 91 0 0,1 2 2878 0 0,8 23-2585 0 0,-8-19-193 0 0,0 1 0 0 0,0 0 0 0 0,-1 0-1 0 0,0 0 1 0 0,0 0 0 0 0,-2 11 0 0 0,1-13-110 0 0,0 1 0 0 0,1-1 0 0 0,-1 1 0 0 0,1 0 1 0 0,0-1-1 0 0,1 1 0 0 0,-1-1 0 0 0,3 8 0 0 0,0 0-71 0 0,2 4-4 0 0,-1-1 0 0 0,2 0 1 0 0,8 17-1 0 0,-10-26-9 0 0,0 0 0 0 0,1 0 0 0 0,-1 0 1 0 0,1-1-1 0 0,0 1 0 0 0,0-1 0 0 0,1 0 0 0 0,-1-1 1 0 0,1 1-1 0 0,7 3 0 0 0,-1-2-98 0 0,1 1-1 0 0,0-2 1 0 0,0 0-1 0 0,0 0 1 0 0,0-1 0 0 0,1-1-1 0 0,0 0 1 0 0,0-1-1 0 0,0-1 1 0 0,0 0-1 0 0,0-1 1 0 0,0 0 0 0 0,0-1-1 0 0,-1-1 1 0 0,22-4-1 0 0,-18 2-53 0 0,-1-1-1 0 0,-1 0 0 0 0,1-1 0 0 0,-1 0 0 0 0,0-1 0 0 0,0-1 1 0 0,0-1-1 0 0,-2 0 0 0 0,1 0 0 0 0,-1-2 0 0 0,0 0 1 0 0,18-20-1 0 0,-26 25-70 0 0,-1-1 0 0 0,0 1 0 0 0,0-1 0 0 0,0 0 0 0 0,-1 0 1 0 0,0 0-1 0 0,-1 0 0 0 0,1-1 0 0 0,-1 1 0 0 0,-1-1 0 0 0,0 0 0 0 0,0 1 0 0 0,0-15 1 0 0,-1 17 224 0 0,0 1 0 0 0,0-1 1 0 0,-1 1-1 0 0,1-1 1 0 0,-1 1-1 0 0,0-1 0 0 0,0 1 1 0 0,-1 0-1 0 0,1 0 1 0 0,-1-1-1 0 0,0 1 0 0 0,0 0 1 0 0,-1 1-1 0 0,1-1 1 0 0,-1 0-1 0 0,0 1 0 0 0,0-1 1 0 0,0 1-1 0 0,0 0 1 0 0,0 0-1 0 0,-1 0 1 0 0,1 0-1 0 0,-1 1 0 0 0,-5-3 1 0 0,8 4 60 0 0,-1 0 0 0 0,0 0 0 0 0,0 0 1 0 0,0 1-1 0 0,0-1 0 0 0,0 1 0 0 0,0-1 1 0 0,-1 1-1 0 0,1 0 0 0 0,0 0 0 0 0,0 0 1 0 0,0 0-1 0 0,0 0 0 0 0,0 0 0 0 0,0 1 1 0 0,0-1-1 0 0,0 1 0 0 0,0-1 0 0 0,0 1 1 0 0,0 0-1 0 0,0 0 0 0 0,0 0 0 0 0,0 0 1 0 0,0 0-1 0 0,0 0 0 0 0,1 0 0 0 0,-1 1 1 0 0,1-1-1 0 0,-1 1 0 0 0,1-1 0 0 0,-1 1 1 0 0,1-1-1 0 0,0 1 0 0 0,0 0 0 0 0,0 0 1 0 0,0 0-1 0 0,0 0 0 0 0,0 0 0 0 0,0 0 1 0 0,0 3-1 0 0,-3 6 187 0 0,1 0-1 0 0,0-1 1 0 0,1 1-1 0 0,0 0 1 0 0,1 1 0 0 0,0 13-1 0 0,1-20-165 0 0,0 1 1 0 0,0 0-1 0 0,0 0 0 0 0,1 0 0 0 0,0 0 0 0 0,1-1 1 0 0,-1 1-1 0 0,1 0 0 0 0,0-1 0 0 0,0 0 1 0 0,1 1-1 0 0,-1-1 0 0 0,1 0 0 0 0,1 0 1 0 0,-1 0-1 0 0,1-1 0 0 0,-1 1 0 0 0,1-1 0 0 0,1 0 1 0 0,-1 0-1 0 0,0 0 0 0 0,1-1 0 0 0,0 1 1 0 0,0-1-1 0 0,0 0 0 0 0,10 4 0 0 0,-5-4-78 0 0,0 0-1 0 0,1 0 0 0 0,-1-1 0 0 0,1-1 1 0 0,0 1-1 0 0,0-2 0 0 0,-1 1 0 0 0,1-2 0 0 0,0 1 1 0 0,0-2-1 0 0,-1 1 0 0 0,1-1 0 0 0,-1-1 1 0 0,12-4-1 0 0,4-2-350 0 0,0-2 0 0 0,0 0-1 0 0,-1-2 1 0 0,33-22 0 0 0,8-7-595 0 0,-65 41 908 0 0,1 0 16 0 0,4-1-1 0 0,2 20 78 0 0,-7-16-41 0 0,4 17-444 0 0,-3-23-494 0 0,1-10 834 0 0,-1 11-4 0 0,-1-1 0 0 0,0 1 1 0 0,-1-1-1 0 0,1 0 0 0 0,0 0 1 0 0,-1 1-1 0 0,0-1 0 0 0,0 0 1 0 0,0 1-1 0 0,-1-1 0 0 0,1 0 1 0 0,-1 0-1 0 0,0 1 0 0 0,0-1 0 0 0,0 1 1 0 0,0-1-1 0 0,-1 1 0 0 0,1-1 1 0 0,-1 1-1 0 0,0 0 0 0 0,0 0 1 0 0,0 0-1 0 0,0 0 0 0 0,-1 0 1 0 0,1 0-1 0 0,-6-4 0 0 0,6 6 114 0 0,-1 0-1 0 0,1 1 1 0 0,-1-1-1 0 0,0 0 0 0 0,1 1 1 0 0,-1-1-1 0 0,0 1 0 0 0,1 0 1 0 0,-1 0-1 0 0,0 0 1 0 0,1 0-1 0 0,-1 1 0 0 0,1-1 1 0 0,-1 1-1 0 0,0-1 1 0 0,1 1-1 0 0,-1 0 0 0 0,1 0 1 0 0,-4 2-1 0 0,-45 27 1206 0 0,41-22-833 0 0,0 0 0 0 0,1 1 1 0 0,0 0-1 0 0,0 1 0 0 0,1-1 1 0 0,-12 20-1 0 0,18-25-312 0 0,0 0 0 0 0,0 0 0 0 0,1 0 0 0 0,-1 0 0 0 0,1 0 1 0 0,0 0-1 0 0,0 1 0 0 0,0-1 0 0 0,0 0 0 0 0,1 1 0 0 0,0-1 0 0 0,0 1 0 0 0,0-1 0 0 0,0 0 1 0 0,1 1-1 0 0,-1-1 0 0 0,1 1 0 0 0,0-1 0 0 0,1 0 0 0 0,-1 0 0 0 0,1 0 0 0 0,0 0 1 0 0,3 5-1 0 0,-2-5-83 0 0,0 0 0 0 0,1 0 0 0 0,0-1 1 0 0,0 1-1 0 0,0-1 0 0 0,0 0 0 0 0,0-1 1 0 0,1 1-1 0 0,-1-1 0 0 0,1 1 0 0 0,0-1 1 0 0,-1-1-1 0 0,1 1 0 0 0,0-1 0 0 0,0 0 1 0 0,9 1-1 0 0,1 1-19 0 0,0-2 1 0 0,0 0 0 0 0,0-1-1 0 0,22-2 1 0 0,-4-1-427 0 0,1-2 0 0 0,-1-2 0 0 0,-1-1 0 0 0,1-1 1 0 0,-2-2-1 0 0,43-20 0 0 0,-70 29 271 0 0,1-1 0 0 0,-1-1 1 0 0,1 1-1 0 0,-1-1 0 0 0,0 0 0 0 0,0 1 0 0 0,0-2 0 0 0,-1 1 1 0 0,1 0-1 0 0,-1-1 0 0 0,0 0 0 0 0,-1 1 0 0 0,4-7 0 0 0,-6 9 172 0 0,1 0-1 0 0,0 0 1 0 0,-1 0-1 0 0,0 0 1 0 0,1 0-1 0 0,-1 0 0 0 0,0 0 1 0 0,0 1-1 0 0,0-1 1 0 0,0 0-1 0 0,0 0 1 0 0,-1 0-1 0 0,1 0 0 0 0,0 0 1 0 0,-1 0-1 0 0,0 0 1 0 0,1 0-1 0 0,-1 1 1 0 0,0-1-1 0 0,0 0 0 0 0,0 1 1 0 0,0-1-1 0 0,0 0 1 0 0,0 1-1 0 0,-1-1 1 0 0,1 1-1 0 0,0 0 1 0 0,-1-1-1 0 0,1 1 0 0 0,-1 0 1 0 0,1 0-1 0 0,-1 0 1 0 0,0 0-1 0 0,0 0 1 0 0,1 0-1 0 0,-1 1 0 0 0,0-1 1 0 0,0 0-1 0 0,-2 0 1 0 0,-1 0 165 0 0,1-1 1 0 0,-1 1 0 0 0,0 0-1 0 0,0 0 1 0 0,1 1 0 0 0,-1-1-1 0 0,0 1 1 0 0,0 0 0 0 0,0 0-1 0 0,0 1 1 0 0,1-1 0 0 0,-10 3-1 0 0,13-3-118 0 0,-1 1-1 0 0,0-1 0 0 0,1 0 0 0 0,-1 1 0 0 0,0 0 1 0 0,1-1-1 0 0,-1 1 0 0 0,1 0 0 0 0,-1 0 1 0 0,1-1-1 0 0,-1 1 0 0 0,1 0 0 0 0,0 1 1 0 0,0-1-1 0 0,-1 0 0 0 0,1 0 0 0 0,0 0 0 0 0,0 1 1 0 0,0-1-1 0 0,0 1 0 0 0,0-1 0 0 0,0 1 1 0 0,1-1-1 0 0,-1 1 0 0 0,0-1 0 0 0,1 1 0 0 0,-1 0 1 0 0,1-1-1 0 0,0 1 0 0 0,0 0 0 0 0,-1-1 1 0 0,1 1-1 0 0,0 0 0 0 0,0-1 0 0 0,0 1 1 0 0,1 0-1 0 0,-1-1 0 0 0,0 1 0 0 0,1 0 0 0 0,-1-1 1 0 0,1 1-1 0 0,-1 0 0 0 0,2 1 0 0 0,0 2-13 0 0,0 0 0 0 0,0 0-1 0 0,1 0 1 0 0,-1-1-1 0 0,1 1 1 0 0,0-1 0 0 0,1 1-1 0 0,-1-1 1 0 0,1 0 0 0 0,0 0-1 0 0,0-1 1 0 0,5 5 0 0 0,8 0-79 0 0,-1-1 1 0 0,2 0 0 0 0,-1-1-1 0 0,1-1 1 0 0,0 0 0 0 0,0-2 0 0 0,0 0-1 0 0,34 1 1 0 0,-35-4-380 0 0,-1 0 1 0 0,0-1-1 0 0,1 0 0 0 0,-1-2 1 0 0,0 0-1 0 0,0 0 1 0 0,0-2-1 0 0,0 0 0 0 0,-1-1 1 0 0,16-8-1 0 0,-28 13 363 0 0,-1 0 0 0 0,0-1 1 0 0,0 1-1 0 0,0-1 0 0 0,1 0 0 0 0,-1 0 0 0 0,-1 0 0 0 0,1 0 1 0 0,0 0-1 0 0,0 0 0 0 0,-1 0 0 0 0,1-1 0 0 0,-1 1 0 0 0,0 0 1 0 0,0-1-1 0 0,0 1 0 0 0,0-1 0 0 0,0 1 0 0 0,0-1 0 0 0,-1 0 1 0 0,1 1-1 0 0,-1-1 0 0 0,0 0 0 0 0,0 0 0 0 0,0 1 0 0 0,0-1 0 0 0,0 0 1 0 0,-1 1-1 0 0,1-1 0 0 0,-1 0 0 0 0,1 1 0 0 0,-2-4 0 0 0,0 1 183 0 0,-1 0-1 0 0,1 0 1 0 0,-1 0-1 0 0,0 0 1 0 0,0 0-1 0 0,0 1 1 0 0,0-1-1 0 0,-1 1 0 0 0,0 0 1 0 0,0 0-1 0 0,0 0 1 0 0,-1 0-1 0 0,1 1 1 0 0,-9-5-1 0 0,-3-2 551 0 0,18 10-274 0 0,25 9-184 0 0,-20-6-244 0 0,96 34 1046 0 0,114 46 1853 0 0,-215-82-2821 0 0,-1-1 0 0 0,0 1 0 0 0,1-1 0 0 0,-1 1-1 0 0,1 0 1 0 0,-1-1 0 0 0,0 1 0 0 0,0 0 0 0 0,1 0 0 0 0,-1 0 0 0 0,0 0-1 0 0,0 0 1 0 0,0 0 0 0 0,0 0 0 0 0,0 1 0 0 0,0-1 0 0 0,-1 0 0 0 0,1 0-1 0 0,0 1 1 0 0,-1-1 0 0 0,2 3 0 0 0,-4-1-42 0 0,1 0-1 0 0,-1 0 1 0 0,0 0 0 0 0,0 0-1 0 0,0 0 1 0 0,0 0 0 0 0,-1 0-1 0 0,1 0 1 0 0,-1-1 0 0 0,0 0 0 0 0,1 1-1 0 0,-1-1 1 0 0,0 0 0 0 0,0 0-1 0 0,-1 0 1 0 0,1-1 0 0 0,0 1-1 0 0,0-1 1 0 0,-1 0 0 0 0,1 0-1 0 0,-1 0 1 0 0,1 0 0 0 0,-1-1-1 0 0,1 1 1 0 0,-1-1 0 0 0,0 0-1 0 0,1 0 1 0 0,-7-1 0 0 0,-5 1-3 0 0,-1 1-84 0 0,0-1 1 0 0,0-2-1 0 0,0 1 1 0 0,-22-6-1 0 0,-1 0-127 0 0,35 6-1112 0 0,9 1 581 0 0,26 2 445 0 0,48 5 550 0 0,-26-2-270 0 0,76-4 1 0 0,-111-2-205 0 0,0 0-1 0 0,-1-2 1 0 0,1 0-1 0 0,-1-1 1 0 0,0-1 0 0 0,0 0-1 0 0,0-1 1 0 0,18-10-1 0 0,-30 13 75 0 0,0 0-1 0 0,0 0 1 0 0,0 0-1 0 0,-1-1 1 0 0,0 1-1 0 0,1-1 1 0 0,-1 0-1 0 0,0 0 1 0 0,-1-1-1 0 0,1 1 1 0 0,-1-1-1 0 0,0 0 1 0 0,0 0-1 0 0,0 0 1 0 0,-1 0-1 0 0,0 0 1 0 0,0-1-1 0 0,0 1 1 0 0,-1-1-1 0 0,1 1 1 0 0,-1-1-1 0 0,-1 1 1 0 0,1-1-1 0 0,-1 0 1 0 0,0 0-1 0 0,0 1 1 0 0,0-1-1 0 0,-1 0 1 0 0,-1-5-1 0 0,0 7 248 0 0,0 1 0 0 0,1-1 0 0 0,-1 1-1 0 0,0-1 1 0 0,-1 1 0 0 0,1 0 0 0 0,-1 0 0 0 0,1 0 0 0 0,-1 0-1 0 0,0 1 1 0 0,0-1 0 0 0,0 1 0 0 0,0-1 0 0 0,-1 1 0 0 0,1 0-1 0 0,0 0 1 0 0,-1 1 0 0 0,0-1 0 0 0,1 1 0 0 0,-1-1-1 0 0,0 1 1 0 0,0 0 0 0 0,0 1 0 0 0,-4-1 0 0 0,3 1 83 0 0,0 1 1 0 0,1 0 0 0 0,-1 0-1 0 0,0 0 1 0 0,1 0 0 0 0,-1 1-1 0 0,1 0 1 0 0,0 0 0 0 0,-1 0-1 0 0,1 0 1 0 0,0 1 0 0 0,0 0 0 0 0,0 0-1 0 0,1 0 1 0 0,-1 0 0 0 0,1 0-1 0 0,0 1 1 0 0,0-1 0 0 0,0 1-1 0 0,0 0 1 0 0,0 0 0 0 0,1 0-1 0 0,-3 7 1 0 0,2-6-83 0 0,1 0 0 0 0,0 0 0 0 0,0 0 0 0 0,0 0 0 0 0,1 1-1 0 0,-1-1 1 0 0,1 1 0 0 0,1-1 0 0 0,-1 1 0 0 0,1-1 0 0 0,0 1 0 0 0,0-1 0 0 0,1 1 0 0 0,-1-1 0 0 0,1 1 0 0 0,0-1 0 0 0,1 1-1 0 0,-1-1 1 0 0,5 9 0 0 0,0-7-101 0 0,0 1 0 0 0,0-1 0 0 0,1 0 0 0 0,0-1 0 0 0,0 1 0 0 0,1-1 0 0 0,0-1 0 0 0,0 1 0 0 0,0-1 0 0 0,0-1 0 0 0,1 0-1 0 0,0 0 1 0 0,0 0 0 0 0,0-1 0 0 0,0-1 0 0 0,1 0 0 0 0,-1 0 0 0 0,12 1 0 0 0,20 1-34 0 0,1-1-1 0 0,75-4 1 0 0,-81-1-617 0 0,-1-2 1 0 0,0-2 0 0 0,0-1 0 0 0,-1-2 0 0 0,0-1-1 0 0,0-1 1 0 0,58-30 0 0 0,-87 38 567 0 0,-1 0 0 0 0,1 0 0 0 0,-1 0 0 0 0,1-1-1 0 0,-1 0 1 0 0,0 0 0 0 0,0 0 0 0 0,-1 0 0 0 0,1-1 0 0 0,-1 1 0 0 0,0-1 0 0 0,0 0 0 0 0,-1 0 0 0 0,1 0 0 0 0,-1-1-1 0 0,2-7 1 0 0,-3 10 127 0 0,-1 1-1 0 0,1-1 1 0 0,-1 1-1 0 0,0-1 1 0 0,0 0-1 0 0,0 1 1 0 0,0-1-1 0 0,0 1 1 0 0,-1-1-1 0 0,1 0 1 0 0,-1 1-1 0 0,1-1 1 0 0,-1 1-1 0 0,0-1 1 0 0,0 1 0 0 0,0 0-1 0 0,-1-1 1 0 0,1 1-1 0 0,0 0 1 0 0,-1 0-1 0 0,0 0 1 0 0,1 0-1 0 0,-1 0 1 0 0,0 0-1 0 0,0 1 1 0 0,0-1-1 0 0,0 0 1 0 0,0 1-1 0 0,-1 0 1 0 0,1-1-1 0 0,0 1 1 0 0,-1 0-1 0 0,1 0 1 0 0,-1 0-1 0 0,1 1 1 0 0,-5-2-1 0 0,-1 0 208 0 0,1 0-1 0 0,-1 1 1 0 0,1-1-1 0 0,-1 2 1 0 0,1-1 0 0 0,-1 1-1 0 0,-9 1 1 0 0,15-1-214 0 0,0 0 1 0 0,0 1-1 0 0,0-1 0 0 0,0 1 1 0 0,0-1-1 0 0,0 1 0 0 0,0 0 1 0 0,0 0-1 0 0,1 0 1 0 0,-1 0-1 0 0,0 0 0 0 0,1 0 1 0 0,-1 0-1 0 0,0 1 1 0 0,1-1-1 0 0,0 1 0 0 0,-1-1 1 0 0,1 1-1 0 0,0-1 0 0 0,0 1 1 0 0,0 0-1 0 0,0 0 1 0 0,0-1-1 0 0,0 1 0 0 0,0 0 1 0 0,1 0-1 0 0,-1 0 0 0 0,0 0 1 0 0,1 0-1 0 0,0 0 1 0 0,0 0-1 0 0,-1 0 0 0 0,1 0 1 0 0,1 4-1 0 0,0-1-22 0 0,0 1 0 0 0,0-1 0 0 0,0 0 0 0 0,1 1 0 0 0,0-1 0 0 0,0 0 0 0 0,1 0 0 0 0,0 0 0 0 0,-1 0-1 0 0,2-1 1 0 0,-1 1 0 0 0,0-1 0 0 0,1 0 0 0 0,0 0 0 0 0,0 0 0 0 0,0 0 0 0 0,5 3 0 0 0,3 3-4 0 0,1-1 0 0 0,0 0 0 0 0,0-1-1 0 0,1-1 1 0 0,17 8 0 0 0,27 4 135 0 0,0-3-1 0 0,67 10 1 0 0,-56-13 147 0 0,-13-3-91 0 0,-28-5-189 0 0,54 14-1 0 0,-80-18-87 0 0,-9 2-129 0 0,-42 12-912 0 0,-97 16 0 0 0,119-27-792 0 0,-51-1-1 0 0,60-4-356 0 0,0-1 0 0 0,1 0 0 0 0,-31-8-1 0 0,27 1-4237 0 0,3-1 492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0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65 1160 0 0,'-6'-1'497'0'0,"-12"-3"14399"0"0,15 6-13615 0 0,-1 1-996 0 0,1 0-1 0 0,0 1 1 0 0,0-1 0 0 0,1 1-1 0 0,-1-1 1 0 0,1 1-1 0 0,-1 0 1 0 0,1 0 0 0 0,1 0-1 0 0,-1 0 1 0 0,0 0-1 0 0,1 0 1 0 0,0 0 0 0 0,0 1-1 0 0,0-1 1 0 0,0 1-1 0 0,1-1 1 0 0,0 0 0 0 0,0 1-1 0 0,0-1 1 0 0,0 1-1 0 0,1-1 1 0 0,0 1-1 0 0,0-1 1 0 0,0 0 0 0 0,0 0-1 0 0,1 1 1 0 0,3 7-1 0 0,-2-6-135 0 0,0 1 0 0 0,0 0 0 0 0,0-1 0 0 0,1 1 0 0 0,0-1 0 0 0,1 0 0 0 0,-1 0 0 0 0,1-1 0 0 0,0 1 0 0 0,0-1 0 0 0,1 0-1 0 0,0-1 1 0 0,0 1 0 0 0,0-1 0 0 0,0 0 0 0 0,1-1 0 0 0,12 6 0 0 0,-3-5-230 0 0,-1-2 1 0 0,0 0-1 0 0,1-1 1 0 0,-1 0-1 0 0,1-2 1 0 0,-1 1-1 0 0,0-2 1 0 0,1 0-1 0 0,-1-1 1 0 0,0 0-1 0 0,0-2 1 0 0,0 1-1 0 0,-1-2 1 0 0,0 0-1 0 0,0-1 1 0 0,0 0-1 0 0,-1-1 1 0 0,0 0-1 0 0,0-1 1 0 0,-1-1-1 0 0,0 0 1 0 0,-1 0-1 0 0,0-2 0 0 0,-1 1 1 0 0,12-18-1 0 0,-21 27 171 0 0,0 0-1 0 0,0-1 0 0 0,0 0 1 0 0,-1 1-1 0 0,1-1 0 0 0,-1 1 1 0 0,0-1-1 0 0,0 0 0 0 0,0 1 0 0 0,0-1 1 0 0,0 0-1 0 0,-1-4 0 0 0,1 6-18 0 0,0 0 1 0 0,-1 0-1 0 0,1 0 0 0 0,0 0 0 0 0,0 0 0 0 0,-1 0 0 0 0,1 1 0 0 0,0-1 1 0 0,-1 0-1 0 0,1 0 0 0 0,-1 0 0 0 0,1 0 0 0 0,-1 1 0 0 0,0-1 0 0 0,1 0 1 0 0,-1 1-1 0 0,0-1 0 0 0,1 0 0 0 0,-1 1 0 0 0,0-1 0 0 0,0 1 0 0 0,0-1 1 0 0,1 1-1 0 0,-1 0 0 0 0,0-1 0 0 0,0 1 0 0 0,0 0 0 0 0,0-1 0 0 0,0 1 1 0 0,0 0-1 0 0,0 0 0 0 0,0 0 0 0 0,1 0 0 0 0,-1 0 0 0 0,0 0 0 0 0,0 0 1 0 0,0 0-1 0 0,0 0 0 0 0,0 0 0 0 0,0 1 0 0 0,0-1 0 0 0,0 0 0 0 0,-1 1 0 0 0,-4 1-1 0 0,5-2-28 0 0,0 0 1 0 0,0 0 0 0 0,0 0-1 0 0,0 0 1 0 0,0 1 0 0 0,0-1 0 0 0,1 0-1 0 0,-1 1 1 0 0,0-1 0 0 0,0 1-1 0 0,0-1 1 0 0,0 1 0 0 0,0-1-1 0 0,1 1 1 0 0,-1 0 0 0 0,0-1-1 0 0,1 1 1 0 0,-2 1 0 0 0,1 0 14 0 0,1 1 0 0 0,-1-1 0 0 0,1 1 0 0 0,-1-1 0 0 0,1 0 0 0 0,0 1-1 0 0,0-1 1 0 0,0 1 0 0 0,0-1 0 0 0,1 0 0 0 0,-1 1 0 0 0,1-1 0 0 0,-1 1 0 0 0,1-1 0 0 0,2 4 0 0 0,-2 0-55 0 0,2-1 0 0 0,-1 1 0 0 0,1-1 0 0 0,-1 1 1 0 0,2-1-1 0 0,-1 0 0 0 0,0 0 0 0 0,1 0 0 0 0,0 0 0 0 0,0-1 0 0 0,1 0 0 0 0,-1 0 0 0 0,1 0 1 0 0,7 4-1 0 0,-4-2-89 0 0,1-2 0 0 0,1 1 0 0 0,-1-1 0 0 0,0-1 0 0 0,1 0 0 0 0,0 0 1 0 0,0-1-1 0 0,11 1 0 0 0,0-1-287 0 0,1-1-1 0 0,0-1 1 0 0,-1-1 0 0 0,1-1 0 0 0,0 0 0 0 0,-1-2 0 0 0,33-10-1 0 0,-32 7-153 0 0,-1-1 0 0 0,1-1-1 0 0,25-14 1 0 0,-41 19 503 0 0,1 0 0 0 0,-1 0 1 0 0,0-1-1 0 0,-1 1 0 0 0,1-1 0 0 0,-1 0 0 0 0,0-1 0 0 0,0 1 1 0 0,-1-1-1 0 0,1 0 0 0 0,-1-1 0 0 0,-1 1 0 0 0,1 0 1 0 0,3-12-1 0 0,-6 14 269 0 0,0 1 0 0 0,-1 0-1 0 0,0-1 1 0 0,0 1 0 0 0,0-1 0 0 0,0 1 0 0 0,-1 0 0 0 0,1-1 0 0 0,-1 1 0 0 0,0 0-1 0 0,0-1 1 0 0,0 1 0 0 0,0 0 0 0 0,-1 0 0 0 0,1 0 0 0 0,-1 0 0 0 0,0 0 0 0 0,0 0-1 0 0,0 1 1 0 0,0-1 0 0 0,0 1 0 0 0,-4-4 0 0 0,0 0 286 0 0,-5-1-430 0 0,-1 1-100 0 0,5 6 0 0 0,3 17 0 0 0,8 2-31 0 0,12-3-2616 0 0,9 0-14618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1.6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138 159 920 0 0,'0'0'4720'0'0,"-1"4"-2435"0"0,-13 65 6309 0 0,2 0-3949 0 0,8-30-3203 0 0,1 0-1 0 0,2 0 0 0 0,5 57 1 0 0,-4-92-1357 0 0,1 7 70 0 0,-1 0-1 0 0,1 0 0 0 0,1 0 0 0 0,0 0 0 0 0,1 0 1 0 0,0-1-1 0 0,0 1 0 0 0,1-1 0 0 0,1 0 0 0 0,-1 0 1 0 0,2 0-1 0 0,9 14 0 0 0,-14-23-457 0 0,1-1-126 0 0,-1 0 371 0 0,0-1-1 0 0,1 1 0 0 0,-1 0 0 0 0,1-1 0 0 0,-1 1 0 0 0,0-1 0 0 0,0 0 0 0 0,1 1 1 0 0,-1-1-1 0 0,0 0 0 0 0,0 0 0 0 0,0 0 0 0 0,1 0 0 0 0,-1 0 0 0 0,0 0 0 0 0,0 0 1 0 0,-1 0-1 0 0,1 0 0 0 0,0 0 0 0 0,0 0 0 0 0,-1-1 0 0 0,1 1 0 0 0,0 0 0 0 0,-1-1 1 0 0,1 1-1 0 0,-1 0 0 0 0,0-1 0 0 0,1 1 0 0 0,-1-1 0 0 0,0 1 0 0 0,0-2 0 0 0,2-56-1318 0 0,-2 45 1166 0 0,-3-15 88 0 0,-1 1 0 0 0,-2 0 1 0 0,0 0-1 0 0,-2 1 1 0 0,-1 0-1 0 0,-25-51 1 0 0,-21-23 842 0 0,1 4 1223 0 0,53 95-1874 0 0,-1-1 0 0 0,1 0 0 0 0,0 1 1 0 0,0-1-1 0 0,0 0 0 0 0,1 0 0 0 0,-1 1 0 0 0,0-1 0 0 0,1 0 0 0 0,0 0 0 0 0,0 0 1 0 0,0 0-1 0 0,0 0 0 0 0,0 0 0 0 0,1-3 0 0 0,0 4-60 0 0,1 0 1 0 0,-1 0-1 0 0,0 0 0 0 0,1 0 1 0 0,0 0-1 0 0,-1 0 0 0 0,1 0 0 0 0,0 0 1 0 0,0 1-1 0 0,0-1 0 0 0,0 1 1 0 0,0 0-1 0 0,0-1 0 0 0,1 1 1 0 0,-1 0-1 0 0,0 0 0 0 0,1 0 1 0 0,2 0-1 0 0,25-9-79 0 0,1 2 0 0 0,0 0 1 0 0,1 3-1 0 0,0 0 0 0 0,0 2 0 0 0,0 2 1 0 0,0 0-1 0 0,0 3 0 0 0,41 6 0 0 0,-71-8 100 0 0,0 0 0 0 0,0 0 0 0 0,0 0-1 0 0,0 1 1 0 0,0-1 0 0 0,0 1-1 0 0,0 0 1 0 0,0-1 0 0 0,-1 1-1 0 0,1 0 1 0 0,0 0 0 0 0,0 0-1 0 0,-1 0 1 0 0,1 1 0 0 0,-1-1-1 0 0,1 0 1 0 0,-1 1 0 0 0,1-1-1 0 0,-1 1 1 0 0,0-1 0 0 0,0 1-1 0 0,0 0 1 0 0,0-1 0 0 0,0 1-1 0 0,0 0 1 0 0,0 0 0 0 0,0 0-1 0 0,-1 0 1 0 0,1 0 0 0 0,0 3-1 0 0,-1 0 142 0 0,-1 1 0 0 0,1-1 1 0 0,-1 0-1 0 0,0 0 0 0 0,0 0 0 0 0,-1 0 0 0 0,0 0 0 0 0,1 0 0 0 0,-2 0 0 0 0,1-1 0 0 0,-4 6 0 0 0,-1 2 40 0 0,-1-2-1 0 0,-1 1 1 0 0,1-1-1 0 0,-2 0 1 0 0,1-1-1 0 0,-20 14 1 0 0,-69 42 903 0 0,71-52-1114 0 0,-21 13 0 0 0,41-24 0 0 0,-2-11 0 0 0,8-6 0 0 0,5-2 0 0 0,3 5 0 0 0,0 2 0 0 0,4 2 0 0 0,0 2 0 0 0,-1 0 0 0 0,-5 5 0 0 0,0 0 0 0 0,1 0 0 0 0,-1 0 0 0 0,1 1 0 0 0,-1 0 0 0 0,1 0 0 0 0,-1 1 0 0 0,1-1 0 0 0,-1 1 0 0 0,0 1 0 0 0,1-1 0 0 0,5 3 0 0 0,-8-3 0 0 0,23 7 0 0 0,0-1 0 0 0,1-2 0 0 0,0 0 0 0 0,0-2 0 0 0,0 0 0 0 0,1-2 0 0 0,-1-1 0 0 0,0-2 0 0 0,1 0 0 0 0,-1-2 0 0 0,42-11 0 0 0,-32 4-754 0 0,-1-1 1 0 0,39-19-1 0 0,-65 26 551 0 0,0 0 1 0 0,0-1-1 0 0,0 0 0 0 0,0-1 1 0 0,-1 0-1 0 0,-1 0 1 0 0,1-1-1 0 0,-1 0 0 0 0,0-1 1 0 0,-1 0-1 0 0,11-15 1 0 0,-17 22 185 0 0,1-1 0 0 0,-1 1 1 0 0,0 0-1 0 0,0-1 1 0 0,0 1-1 0 0,0-1 1 0 0,0 1-1 0 0,-1-1 1 0 0,1 0-1 0 0,-1 1 1 0 0,1-1-1 0 0,-1 0 0 0 0,0 1 1 0 0,0-1-1 0 0,-1 0 1 0 0,1 1-1 0 0,-1-5 1 0 0,0 5 69 0 0,0 0 0 0 0,0 0 0 0 0,0 0 1 0 0,0 1-1 0 0,0-1 0 0 0,-1 0 0 0 0,1 1 0 0 0,0-1 1 0 0,-1 1-1 0 0,0-1 0 0 0,1 1 0 0 0,-1 0 0 0 0,0 0 1 0 0,1 0-1 0 0,-1 0 0 0 0,0 0 0 0 0,-4-2 0 0 0,1 2 154 0 0,-1-1 0 0 0,0 1 0 0 0,-1 0 0 0 0,1 0 0 0 0,0 0 0 0 0,0 1 0 0 0,0 0 0 0 0,0 0 0 0 0,-1 1 0 0 0,1 0 0 0 0,0 0 0 0 0,0 0 0 0 0,-11 5 0 0 0,10-4-145 0 0,1 1-1 0 0,-1 0 1 0 0,1 1 0 0 0,0-1 0 0 0,0 1 0 0 0,1 0 0 0 0,-1 1 0 0 0,1-1 0 0 0,0 1 0 0 0,-5 6 0 0 0,8-8-42 0 0,0 0-1 0 0,0 0 1 0 0,1 0 0 0 0,-1 0 0 0 0,1 1-1 0 0,-1-1 1 0 0,1 0 0 0 0,0 1 0 0 0,1-1-1 0 0,-1 1 1 0 0,0-1 0 0 0,1 1 0 0 0,0-1-1 0 0,0 1 1 0 0,0-1 0 0 0,0 1 0 0 0,1-1-1 0 0,-1 0 1 0 0,1 1 0 0 0,0-1-1 0 0,0 1 1 0 0,2 5 0 0 0,0-5-20 0 0,0 1 0 0 0,0 0 0 0 0,0-1 0 0 0,1 0 0 0 0,-1 0 0 0 0,1 0 0 0 0,0 0 0 0 0,0-1 0 0 0,0 1 0 0 0,1-1 0 0 0,-1 0 0 0 0,1 0 0 0 0,0-1 0 0 0,0 1 1 0 0,0-1-1 0 0,0 0 0 0 0,6 1 0 0 0,5 2-55 0 0,1 0 0 0 0,0-2-1 0 0,0 0 1 0 0,20 1 0 0 0,-14-2-1063 0 0,1-2-1 0 0,0-1 1 0 0,-1 0-1 0 0,1-2 0 0 0,-1-1 1 0 0,31-9-1 0 0,-23-4-7082 0 0,-24 12 3104 0 0,1-1-1291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2.5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19 1152 0 0,'-1'6'18492'0'0,"-1"10"-9095"0"0,0 4-6311 0 0,1 45-5235 0 0,4-43 4879 0 0,0-13-2709 0 0,20 66 31 0 0,-21-70-53 0 0,0 0 0 0 0,1 0 0 0 0,0 0 0 0 0,-1 0 0 0 0,2-1 0 0 0,-1 1 0 0 0,0-1 0 0 0,1 0-1 0 0,0 0 1 0 0,0 0 0 0 0,0 0 0 0 0,5 2 0 0 0,-7-5 1 0 0,-1 0 0 0 0,1 0 0 0 0,0 0 0 0 0,0 0 0 0 0,0-1 0 0 0,0 1 0 0 0,0-1 0 0 0,0 0 0 0 0,0 1 0 0 0,0-1 0 0 0,0 0 0 0 0,0 0 0 0 0,0 0 0 0 0,0 0 0 0 0,0-1 0 0 0,0 1 0 0 0,0-1 0 0 0,0 1 0 0 0,0-1 0 0 0,0 1 0 0 0,0-1 0 0 0,0 0 0 0 0,0 0 0 0 0,3-2 0 0 0,28-29 0 0 0,-31 31 0 0 0,10-17-121 0 0,0 0 0 0 0,-1-1-1 0 0,0 0 1 0 0,-2-1 0 0 0,0 0 0 0 0,-2 0 0 0 0,0-1-1 0 0,5-27 1 0 0,-9 38 96 0 0,8-32-699 0 0,-11 40 2066 0 0,1 9-1038 0 0,1 10-270 0 0,0-1-8 0 0,0 1 1 0 0,1-1-1 0 0,0 0 1 0 0,11 29-1 0 0,-11-39-24 0 0,0 0-1 0 0,0 0 1 0 0,1-1 0 0 0,-1 1-1 0 0,1-1 1 0 0,1 0 0 0 0,-1 0-1 0 0,1 0 1 0 0,-1-1-1 0 0,2 0 1 0 0,-1 0 0 0 0,0 0-1 0 0,1 0 1 0 0,-1-1 0 0 0,1 0-1 0 0,11 4 1 0 0,15 4-4 0 0,-1-1-1 0 0,2-2 1 0 0,-1-1 0 0 0,1-2 0 0 0,0-1-1 0 0,0-1 1 0 0,0-2 0 0 0,0-2 0 0 0,0 0-1 0 0,0-3 1 0 0,0 0 0 0 0,55-16 0 0 0,-79 17-262 0 0,-1 0 0 0 0,0-1 0 0 0,1 0 0 0 0,-1 0 0 0 0,-1 0 0 0 0,1-1 0 0 0,-1-1 0 0 0,1 1 0 0 0,-2-1 0 0 0,1 0 0 0 0,10-13 0 0 0,-14 15 204 0 0,0 0 0 0 0,0 0 0 0 0,-1-1 0 0 0,0 1 0 0 0,0-1-1 0 0,0 1 1 0 0,0-1 0 0 0,-1 0 0 0 0,1 0 0 0 0,-1 0 0 0 0,-1 1-1 0 0,1-1 1 0 0,-1 0 0 0 0,0 0 0 0 0,0 0 0 0 0,0 0 0 0 0,0 0-1 0 0,-1 0 1 0 0,0 0 0 0 0,0 0 0 0 0,-1 0 0 0 0,-2-6 0 0 0,3 8 124 0 0,-1 0 0 0 0,0 0 1 0 0,0 1-1 0 0,0-1 0 0 0,0 0 1 0 0,-1 1-1 0 0,1-1 0 0 0,0 1 1 0 0,-1 0-1 0 0,0 0 0 0 0,0 0 1 0 0,1 0-1 0 0,-1 0 0 0 0,0 1 1 0 0,-1-1-1 0 0,1 1 0 0 0,0 0 1 0 0,0 0-1 0 0,0 0 0 0 0,-1 0 1 0 0,-6 0-1 0 0,8 1 12 0 0,0-1 0 0 0,-1 1 0 0 0,1 0 0 0 0,0 0 0 0 0,-1 0 0 0 0,1 1 0 0 0,0-1 0 0 0,-1 0 0 0 0,1 1 0 0 0,0 0 0 0 0,-1-1-1 0 0,1 1 1 0 0,0 0 0 0 0,0 0 0 0 0,0 0 0 0 0,0 1 0 0 0,0-1 0 0 0,0 0 0 0 0,0 1 0 0 0,0-1 0 0 0,1 1 0 0 0,-1 0 0 0 0,0-1 0 0 0,1 1 0 0 0,-1 0 0 0 0,1 0 0 0 0,0 0 0 0 0,0 0 0 0 0,0 0 0 0 0,0 0-1 0 0,0 1 1 0 0,0-1 0 0 0,0 2 0 0 0,-2 7-19 0 0,1-1-1 0 0,0 0 0 0 0,1 0 1 0 0,0 1-1 0 0,0-1 0 0 0,2 11 1 0 0,0-15-44 0 0,0-1 1 0 0,0 1-1 0 0,1-1 0 0 0,-1 0 1 0 0,1 0-1 0 0,0 0 1 0 0,1 0-1 0 0,0 0 1 0 0,-1 0-1 0 0,1-1 1 0 0,1 1-1 0 0,-1-1 1 0 0,8 7-1 0 0,-7-5-242 0 0,2-1-1 0 0,-1-1 1 0 0,1 1-1 0 0,-1-1 1 0 0,1 0 0 0 0,0 0-1 0 0,1 0 1 0 0,-1-1 0 0 0,1 0-1 0 0,-1-1 1 0 0,1 1-1 0 0,0-1 1 0 0,0 0 0 0 0,0-1-1 0 0,0 0 1 0 0,0 0-1 0 0,0 0 1 0 0,1-1 0 0 0,-1 0-1 0 0,0-1 1 0 0,0 1 0 0 0,0-1-1 0 0,0-1 1 0 0,0 1-1 0 0,0-1 1 0 0,0-1 0 0 0,0 1-1 0 0,-1-1 1 0 0,1 0-1 0 0,-1-1 1 0 0,0 1 0 0 0,0-1-1 0 0,0 0 1 0 0,0-1 0 0 0,-1 0-1 0 0,1 1 1 0 0,-1-2-1 0 0,-1 1 1 0 0,1-1 0 0 0,-1 1-1 0 0,0-1 1 0 0,0 0-1 0 0,3-7 1 0 0,-3 6-650 0 0,9-22-3849 0 0,-9 7-2075 0 0,0-2 1031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3.0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0 620 0 0,'-3'0'611'0'0,"0"0"1"0"0,1 1-1 0 0,-1-1 0 0 0,1 0 0 0 0,-1 1 1 0 0,1-1-1 0 0,-1 1 0 0 0,1 0 0 0 0,-1-1 0 0 0,1 1 1 0 0,0 0-1 0 0,-1 1 0 0 0,1-1 0 0 0,0 0 1 0 0,0 1-1 0 0,0-1 0 0 0,0 1 0 0 0,0 0 1 0 0,0 0-1 0 0,1-1 0 0 0,-3 4 0 0 0,1 0-63 0 0,1-1-1 0 0,0 1 1 0 0,0-1-1 0 0,0 1 0 0 0,1 0 1 0 0,-1 0-1 0 0,1 0 1 0 0,0 0-1 0 0,1 0 1 0 0,-1 6-1 0 0,1 13 549 0 0,2-1 1 0 0,0 0-1 0 0,10 38 1 0 0,-12-61-1084 0 0,18 72 2179 0 0,2-2 0 0 0,57 126 0 0 0,42 50-489 0 0,-110-224-1703 0 0,0-12 0 0 0,-4-4-24 0 0,-4-5-129 0 0,-2-85-2088 0 0,4 60 1913 0 0,-3 15 237 0 0,1 1 0 0 0,0-1-1 0 0,0 1 1 0 0,1-1 0 0 0,0 1 0 0 0,0-1 0 0 0,1 1 0 0 0,0 0 0 0 0,1 0 0 0 0,0 0 0 0 0,0 1 0 0 0,0-1 0 0 0,1 1 0 0 0,8-9 0 0 0,10-12-252 0 0,-18 21 236 0 0,1 0 0 0 0,0 0-1 0 0,0 1 1 0 0,1-1 0 0 0,7-4 0 0 0,11-11-213 0 0,-21 18 276 0 0,0 0 0 0 0,1 1 0 0 0,-1-1 0 0 0,1 1 0 0 0,-1 0 0 0 0,1 0 0 0 0,5-2 0 0 0,-8 4 87 0 0,-1 1-1 0 0,0-1 1 0 0,1 1-1 0 0,-1-1 1 0 0,1 1-1 0 0,-1 0 1 0 0,1-1-1 0 0,-1 1 1 0 0,1 0-1 0 0,-1 0 1 0 0,0 0-1 0 0,1 0 1 0 0,-1 0 0 0 0,1 0-1 0 0,-1 1 1 0 0,1-1-1 0 0,-1 0 1 0 0,1 1-1 0 0,-1-1 1 0 0,0 1-1 0 0,1 0 1 0 0,-1-1-1 0 0,0 1 1 0 0,1 0-1 0 0,-1 0 1 0 0,0 0-1 0 0,0 0 1 0 0,0 0 0 0 0,0 0-1 0 0,0 0 1 0 0,0 0-1 0 0,0 0 1 0 0,0 0-1 0 0,0 1 1 0 0,-1-1-1 0 0,1 0 1 0 0,0 1-1 0 0,-1-1 1 0 0,1 0-1 0 0,-1 1 1 0 0,0-1-1 0 0,1 1 1 0 0,-1 2-1 0 0,2 9 572 0 0,0 1-1 0 0,-1 0 0 0 0,-1 0 0 0 0,-2 16 0 0 0,2 12 220 0 0,1-37-840 0 0,-1 0 0 0 0,1 0 1 0 0,0 0-1 0 0,1 0 0 0 0,-1 0 0 0 0,1 0 1 0 0,0 0-1 0 0,0-1 0 0 0,0 1 0 0 0,1 0 1 0 0,-1-1-1 0 0,1 0 0 0 0,1 0 0 0 0,-1 0 1 0 0,0 0-1 0 0,1 0 0 0 0,0-1 0 0 0,0 1 0 0 0,0-1 1 0 0,0 0-1 0 0,0 0 0 0 0,1-1 0 0 0,-1 1 1 0 0,1-1-1 0 0,0 0 0 0 0,-1 0 0 0 0,1-1 1 0 0,0 1-1 0 0,0-1 0 0 0,0 0 0 0 0,1 0 1 0 0,-1-1-1 0 0,0 0 0 0 0,9 0 0 0 0,1 0-1257 0 0,0-1 0 0 0,0 0 0 0 0,0-2 0 0 0,15-3 0 0 0,13-13-4811 0 0,-40 18 5095 0 0,0-1-1 0 0,-1-1 1 0 0,1 1-1 0 0,-1 0 1 0 0,1-1-1 0 0,-1 1 1 0 0,0-1 0 0 0,0 1-1 0 0,0-1 1 0 0,2-5-1 0 0,3-4-4277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3.9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77 408 2004 0 0,'0'-5'779'0'0,"0"0"0"0"0,-1 0 0 0 0,1 0 0 0 0,-1-1 0 0 0,0 1 0 0 0,0 0 0 0 0,-1 1 0 0 0,-3-10 0 0 0,3 12 1302 0 0,-9 18 7838 0 0,2-3-8532 0 0,0-1 0 0 0,1 1 0 0 0,1 1 0 0 0,-9 20 0 0 0,15-32-1262 0 0,1 0 1 0 0,-1 1-1 0 0,1-1 0 0 0,-1 1 1 0 0,1-1-1 0 0,0 1 1 0 0,0 0-1 0 0,0-1 0 0 0,0 1 1 0 0,0-1-1 0 0,0 1 1 0 0,1-1-1 0 0,-1 1 0 0 0,1-1 1 0 0,0 0-1 0 0,0 1 0 0 0,0-1 1 0 0,0 0-1 0 0,0 1 1 0 0,0-1-1 0 0,1 0 0 0 0,-1 0 1 0 0,3 2-1 0 0,-2-2-121 0 0,1 0 0 0 0,0-1-1 0 0,0 1 1 0 0,0-1 0 0 0,0 1-1 0 0,0-1 1 0 0,0 0 0 0 0,0-1 0 0 0,0 1-1 0 0,1 0 1 0 0,-1-1 0 0 0,0 0-1 0 0,0 0 1 0 0,1 0 0 0 0,4 0 0 0 0,4-2-423 0 0,1 0 0 0 0,-1 0 0 0 0,0-1 0 0 0,0-1 0 0 0,0 0 1 0 0,0 0-1 0 0,21-13 0 0 0,-26 13 231 0 0,1-1-1 0 0,-1 0 1 0 0,-1 0 0 0 0,1-1 0 0 0,-1 0-1 0 0,0 0 1 0 0,0-1 0 0 0,0 0 0 0 0,-1 0-1 0 0,0 0 1 0 0,7-14 0 0 0,-11 19 473 0 0,-2 1 24 0 0,2 1-202 0 0,-1-1 1 0 0,0 0-1 0 0,0 0 0 0 0,0 0 0 0 0,0 1 1 0 0,-1-1-1 0 0,1 0 0 0 0,0 0 0 0 0,0 1 1 0 0,0-1-1 0 0,-1 0 0 0 0,1 0 0 0 0,0 1 1 0 0,-1-1-1 0 0,1 0 0 0 0,0 1 0 0 0,-1-1 1 0 0,1 0-1 0 0,-1 1 0 0 0,1-1 0 0 0,-1 1 1 0 0,0-1-1 0 0,1 1 0 0 0,-1-1 0 0 0,1 1 1 0 0,-1-1-1 0 0,0 1 0 0 0,1-1 0 0 0,-1 1 0 0 0,0 0 1 0 0,0 0-1 0 0,1-1 0 0 0,-1 1 0 0 0,-1 0 1 0 0,1 0-15 0 0,-1 0 0 0 0,1 0 0 0 0,0 1 0 0 0,0-1 0 0 0,-1 1 0 0 0,1-1 0 0 0,0 1 0 0 0,0-1 0 0 0,0 1 0 0 0,0-1 0 0 0,-1 1 0 0 0,1 0 0 0 0,0 0 0 0 0,0 0 0 0 0,0 0 1 0 0,1 0-1 0 0,-1 0 0 0 0,0 0 0 0 0,0 0 0 0 0,0 0 0 0 0,1 0 0 0 0,-1 0 0 0 0,1 0 0 0 0,-1 0 0 0 0,1 1 0 0 0,-1-1 0 0 0,1 0 0 0 0,-1 0 0 0 0,1 1 0 0 0,0-1 0 0 0,0 3 0 0 0,1 0-91 0 0,1 0-1 0 0,0 1 1 0 0,0-1-1 0 0,1 0 0 0 0,-1 0 1 0 0,1 0-1 0 0,0-1 1 0 0,0 1-1 0 0,0-1 1 0 0,0 1-1 0 0,1-1 0 0 0,-1 0 1 0 0,1-1-1 0 0,0 1 1 0 0,0 0-1 0 0,0-1 0 0 0,0 0 1 0 0,0 0-1 0 0,1 0 1 0 0,-1-1-1 0 0,1 1 1 0 0,-1-1-1 0 0,8 1 0 0 0,1 2-2 0 0,6 0-107 0 0,0 0 0 0 0,0-1 1 0 0,1-1-1 0 0,-1-1 0 0 0,1-1 0 0 0,0 0 0 0 0,-1-1 1 0 0,28-6-1 0 0,-18 1-172 0 0,-1-1 1 0 0,0-1-1 0 0,0-1 0 0 0,50-24 1 0 0,-70 28 80 0 0,0 0 0 0 0,0-1 1 0 0,-1 0-1 0 0,0 0 0 0 0,0 0 1 0 0,-1-1-1 0 0,1 0 0 0 0,-2-1 1 0 0,1 1-1 0 0,-1-1 0 0 0,0 0 1 0 0,0 0-1 0 0,-1-1 0 0 0,0 1 1 0 0,-1-1-1 0 0,0 0 0 0 0,0 0 1 0 0,-1 0-1 0 0,0 0 0 0 0,-1-1 1 0 0,0 1-1 0 0,0 0 0 0 0,-1-1 1 0 0,0 1-1 0 0,-1-1 0 0 0,0 1 1 0 0,0 0-1 0 0,-1 0 0 0 0,0-1 1 0 0,-1 1-1 0 0,0 0 0 0 0,-1 1 1 0 0,1-1-1 0 0,-2 1 0 0 0,1-1 1 0 0,-7-8-1 0 0,1 5 366 0 0,0 0 1 0 0,0 1-1 0 0,-1 0 0 0 0,-1 1 1 0 0,0 0-1 0 0,-25-16 0 0 0,32 23 22 0 0,-1 0 0 0 0,1 0 0 0 0,-1 0 0 0 0,0 1 0 0 0,0 0 0 0 0,0 0 0 0 0,0 1 0 0 0,0-1 0 0 0,0 1 0 0 0,0 1 0 0 0,0-1 0 0 0,0 1 0 0 0,-1 0 0 0 0,1 0 0 0 0,0 1 0 0 0,0 0 0 0 0,0 0 0 0 0,0 0 0 0 0,-12 5 0 0 0,14-4-95 0 0,1 0-1 0 0,-1 1 1 0 0,0-1 0 0 0,1 1-1 0 0,-1 0 1 0 0,1 0-1 0 0,0 0 1 0 0,0 1 0 0 0,0-1-1 0 0,1 1 1 0 0,-1-1 0 0 0,1 1-1 0 0,0 0 1 0 0,0 0-1 0 0,0 0 1 0 0,0 0 0 0 0,1 1-1 0 0,0-1 1 0 0,0 0-1 0 0,0 0 1 0 0,0 1 0 0 0,0-1-1 0 0,1 1 1 0 0,0-1-1 0 0,0 1 1 0 0,1 6 0 0 0,0 5 279 0 0,1 0 0 0 0,1 0 1 0 0,1 0-1 0 0,0 0 1 0 0,12 29-1 0 0,-5-18-373 0 0,2 0 0 0 0,1-1 0 0 0,1 0 0 0 0,1-1 0 0 0,1-1 0 0 0,31 34 0 0 0,-35-40 0 0 0,-3-3 0 0 0,36 28 0 0 0,-39-37 0 0 0,6-2 0 0 0,-8-3 0 0 0,-1-1 0 0 0,1 1 0 0 0,0-1 0 0 0,-1 0 0 0 0,1 0 0 0 0,0-1 0 0 0,-1 1 0 0 0,1-1 0 0 0,-1 0 0 0 0,9-3 0 0 0,7-1 0 0 0,172-22 0 0 0,-179 27 0 0 0,-3 5-87 0 0,-8-3-540 0 0,-1-4-159 0 0,1 0 0 0 0,-1 0 1 0 0,0 0-1 0 0,0 0 0 0 0,0 0 0 0 0,0 0 0 0 0,0-1 1 0 0,0 1-1 0 0,-1 0 0 0 0,1 0 0 0 0,-1-1 1 0 0,1 1-1 0 0,-1 0 0 0 0,0-1 0 0 0,0-3 0 0 0,0-7-6583 0 0,0-2 558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4.0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 35 244 0 0,'-7'-34'22015'0'0,"8"40"-27393"0"0,7 21 3572 0 0,1 1-5588 0 0,-7-15 3073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8:54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145 26 316 0 0,'0'-3'10502'0'0,"-1"-1"-5772"0"0,0 3-4688 0 0,0-1 0 0 0,0 1-1 0 0,0 0 1 0 0,-1-1-1 0 0,1 1 1 0 0,0 0 0 0 0,0 0-1 0 0,-1 0 1 0 0,1 0 0 0 0,-1 0-1 0 0,1 0 1 0 0,-1 1-1 0 0,-1-2 1 0 0,-11 0 5196 0 0,8 1-4690 0 0,1 1 1 0 0,-1 1 0 0 0,1-1-1 0 0,-1 1 1 0 0,1 0 0 0 0,-1 0-1 0 0,1 0 1 0 0,0 1 0 0 0,-1 0-1 0 0,1 0 1 0 0,0 0 0 0 0,0 1 0 0 0,0 0-1 0 0,1 0 1 0 0,-1 0 0 0 0,1 0-1 0 0,-1 1 1 0 0,1-1 0 0 0,-6 9-1 0 0,8-3-187 0 0,2-6-359 0 0,-1 0 0 0 0,1 0 0 0 0,1 0 1 0 0,-1-1-1 0 0,0 1 0 0 0,1 0 0 0 0,0 0 0 0 0,-1-1 0 0 0,1 1 0 0 0,0 0 0 0 0,0-1 1 0 0,1 1-1 0 0,-1-1 0 0 0,0 1 0 0 0,1-1 0 0 0,0 0 0 0 0,-1 0 0 0 0,1 1 1 0 0,0-1-1 0 0,0 0 0 0 0,0-1 0 0 0,0 1 0 0 0,1 0 0 0 0,-1-1 0 0 0,0 1 0 0 0,1-1 1 0 0,-1 0-1 0 0,1 1 0 0 0,3 0 0 0 0,9 0-40 0 0,1-1 1 0 0,0-1-1 0 0,0 0 0 0 0,-1-1 1 0 0,1 0-1 0 0,-1-1 0 0 0,1-1 0 0 0,-1-1 1 0 0,0 0-1 0 0,0-1 0 0 0,0-1 1 0 0,-1 0-1 0 0,1-1 0 0 0,12-8 1 0 0,20-9 602 0 0,-39 19-565 0 0,-1 3 0 0 0,3 14 0 0 0,-4-2 0 0 0,0-1 0 0 0,1 0 0 0 0,0 0 0 0 0,0-1 0 0 0,1 0 0 0 0,0 0 0 0 0,1-1 0 0 0,0 0 0 0 0,0 0 0 0 0,0-1 0 0 0,1 0 0 0 0,0-1 0 0 0,12 5 0 0 0,-2-4 0 0 0,1 0 0 0 0,-1-2 0 0 0,1 0 0 0 0,38 1 0 0 0,-9-1 0 0 0,-27-1-23 0 0,0-1-1 0 0,-1-1 1 0 0,1-1-1 0 0,0-1 1 0 0,0 0-1 0 0,24-6 1 0 0,-45 6 67 0 0,0 1 54 0 0,8-1-76 0 0,0-3-62 0 0,-8 3-383 0 0,2-21-7087 0 0,3 9-3988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19.85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 0 1052 0 0,'0'0'10926'0'0,"-9"15"-787"0"0,15-4-9315 0 0,-1-1-1 0 0,1 1 1 0 0,-2 0-1 0 0,0 1 1 0 0,0-1-1 0 0,-1 1 1 0 0,0 0-1 0 0,-1-1 1 0 0,1 20-1 0 0,0-8-69 0 0,12 43 0 0 0,-14-63-733 0 0,1 7-187 0 0,1 0 1 0 0,0-1-1 0 0,1 1 0 0 0,0-1 1 0 0,0 0-1 0 0,1 0 0 0 0,0-1 1 0 0,1 1-1 0 0,-1-1 0 0 0,15 14 1 0 0,-19-21-660 0 0,-6-42-10231 0 0,-3 22 3072 0 0,1 6 2254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20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24 1580 0 0,'0'0'3389'0'0,"3"-12"4926"0"0,5 9-7767 0 0,-1 1 1 0 0,1 0-1 0 0,-1 1 0 0 0,1-1 1 0 0,0 2-1 0 0,0-1 1 0 0,0 1-1 0 0,0 0 0 0 0,7 1 1 0 0,76 12 1940 0 0,-31-3-1303 0 0,75 19 1086 0 0,-121-25-1952 0 0,-1 0 0 0 0,-1 1-1 0 0,1 1 1 0 0,-1 0 0 0 0,0 1 0 0 0,0 0 0 0 0,19 16 0 0 0,-29-21-247 0 0,0-1 1 0 0,-1 0-1 0 0,1 1 0 0 0,-1 0 1 0 0,0-1-1 0 0,1 1 1 0 0,-1 0-1 0 0,0 0 1 0 0,0 0-1 0 0,0-1 0 0 0,0 1 1 0 0,0 0-1 0 0,-1 0 1 0 0,1 0-1 0 0,-1 1 0 0 0,1-1 1 0 0,-1 0-1 0 0,0 0 1 0 0,1 0-1 0 0,-1 0 1 0 0,0 0-1 0 0,-1 3 0 0 0,0-1 62 0 0,0 0 0 0 0,0 0 0 0 0,-1 0 0 0 0,0 0 0 0 0,1 0 0 0 0,-2 0-1 0 0,1-1 1 0 0,0 1 0 0 0,-1-1 0 0 0,-4 6 0 0 0,-5 4 311 0 0,-1-1 0 0 0,-1 0 1 0 0,0-1-1 0 0,-16 9 0 0 0,19-13-387 0 0,1 0-54 0 0,-1 0 0 0 0,1-1 0 0 0,-1-1 1 0 0,-1 0-1 0 0,-12 4 0 0 0,12-4-5 0 0,2-3-132 0 0,51-31-2987 0 0,40-14-2899 0 0,-47 23 1022 0 0,-7 4-2314 0 0,-2 2 1014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61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 28 432 0 0,'-9'3'3207'0'0,"4"-1"2859"0"0,2 1-5505 0 0,1-1 1 0 0,0 0-1 0 0,0 1 0 0 0,0 0 0 0 0,0-1 1 0 0,1 1-1 0 0,-1 0 0 0 0,1 0 1 0 0,-1 0-1 0 0,1 0 0 0 0,0 0 1 0 0,0 0-1 0 0,0 0 0 0 0,1 0 1 0 0,-1 1-1 0 0,1 5 0 0 0,6 56 3140 0 0,-2-40-1514 0 0,-2-16-1689 0 0,0 0 0 0 0,1 0 0 0 0,0 0 0 0 0,1-1 0 0 0,0 1 0 0 0,0-1 0 0 0,8 12 0 0 0,-11-19-145 0 0,-1-1-359 0 0,0 1 1 0 0,1-1-1 0 0,-1 0 1 0 0,0 0-1 0 0,0 0 0 0 0,0 1 1 0 0,0-1-1 0 0,0 0 0 0 0,0 0 1 0 0,0 0-1 0 0,0 0 1 0 0,1 1-1 0 0,-1-1 0 0 0,0 0 1 0 0,0 0-1 0 0,0 0 0 0 0,0 0 1 0 0,1 0-1 0 0,-1 1 0 0 0,0-1 1 0 0,0 0-1 0 0,0 0 1 0 0,0 0-1 0 0,1 0 0 0 0,-1 0 1 0 0,0 0-1 0 0,0 0 0 0 0,1 0 1 0 0,-1 0-1 0 0,0 0 1 0 0,0 0-1 0 0,0 0 0 0 0,1 0 1 0 0,-1 0-1 0 0,0 0 0 0 0,0 0 1 0 0,0 0-1 0 0,1 0 1 0 0,-1 0-1 0 0,0 0 0 0 0,0 0 1 0 0,0 0-1 0 0,1 0 0 0 0,-1-1 1 0 0,0 1-1 0 0,0 0 1 0 0,0 0-1 0 0,0 0 0 0 0,1 0 1 0 0,-1 0-1 0 0,0-1 0 0 0,0 1 1 0 0,0 0-1 0 0,0 0 1 0 0,0 0-1 0 0,0 0 0 0 0,1-1 1 0 0,-1 1-1 0 0,11-26-261 0 0,4-8-370 0 0,36-60 0 0 0,-45 84 628 0 0,1 0 1 0 0,1 1 0 0 0,-1 0 0 0 0,2 0 0 0 0,-1 1-1 0 0,1 0 1 0 0,0 0 0 0 0,1 1 0 0 0,0 0 0 0 0,13-6 0 0 0,-21 11 82 0 0,0 1 1 0 0,0 0 0 0 0,0 0 0 0 0,0 0-1 0 0,1 1 1 0 0,-1-1 0 0 0,0 1 0 0 0,0-1-1 0 0,1 1 1 0 0,-1 0 0 0 0,0-1 0 0 0,0 1 0 0 0,1 0-1 0 0,-1 1 1 0 0,0-1 0 0 0,0 0 0 0 0,5 2-1 0 0,-6-1-39 0 0,0 0-1 0 0,1 0 1 0 0,-1 0-1 0 0,0 0 1 0 0,0 0-1 0 0,1 1 1 0 0,-1-1-1 0 0,0 0 1 0 0,0 1-1 0 0,0-1 1 0 0,-1 1-1 0 0,1-1 1 0 0,0 1-1 0 0,0 0 1 0 0,-1-1-1 0 0,1 1 1 0 0,-1 0-1 0 0,0-1 1 0 0,1 1-1 0 0,-1 0 1 0 0,0 0-1 0 0,0-1 1 0 0,0 1-1 0 0,-1 3 1 0 0,1 38-1850 0 0,0-41 738 0 0,0 9-1090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0.98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149 1 1852 0 0,'-22'2'5656'0'0,"15"-1"-4936"0"0,1 0 0 0 0,0 1 0 0 0,-1 0 0 0 0,1 0 0 0 0,0 0 0 0 0,0 1 1 0 0,0 0-1 0 0,1 0 0 0 0,-1 0 0 0 0,1 1 0 0 0,-1 0 0 0 0,1 0 0 0 0,0 1 0 0 0,1-1 0 0 0,-1 1 0 0 0,1 0 0 0 0,0 0 0 0 0,-5 8 0 0 0,6-9-514 0 0,1 0 0 0 0,0 0-1 0 0,0 0 1 0 0,0 1 0 0 0,1-1-1 0 0,-1 0 1 0 0,1 1-1 0 0,0-1 1 0 0,0 0 0 0 0,1 1-1 0 0,-1 0 1 0 0,1-1 0 0 0,0 1-1 0 0,0-1 1 0 0,0 1 0 0 0,1-1-1 0 0,0 1 1 0 0,0-1-1 0 0,0 1 1 0 0,0-1 0 0 0,1 0-1 0 0,-1 1 1 0 0,1-1 0 0 0,0 0-1 0 0,1 0 1 0 0,-1 0-1 0 0,5 5 1 0 0,-2-4-136 0 0,1 1 0 0 0,0-1 0 0 0,0-1 0 0 0,0 1 0 0 0,0-1 0 0 0,1 0 0 0 0,0 0 0 0 0,0-1 0 0 0,0 0 0 0 0,0 0-1 0 0,0-1 1 0 0,1 0 0 0 0,-1 0 0 0 0,1-1 0 0 0,0 0 0 0 0,-1 0 0 0 0,1-1 0 0 0,0 0 0 0 0,11-1 0 0 0,-10 1-143 0 0,0-1 0 0 0,0-1 0 0 0,0 1 0 0 0,0-1 0 0 0,-1-1 0 0 0,1 0 0 0 0,-1 0 0 0 0,1 0 0 0 0,-1-1 0 0 0,0 0 0 0 0,-1-1 0 0 0,1 0 0 0 0,-1 0 0 0 0,0-1 0 0 0,0 0-1 0 0,9-9 1 0 0,-15 13 118 0 0,1 0-1 0 0,-1 0 1 0 0,1 0-1 0 0,-1 0 1 0 0,0 0-1 0 0,1 0 1 0 0,-1 0-1 0 0,0 0 1 0 0,-1 0-1 0 0,1-1 1 0 0,0 1-1 0 0,-1 0 1 0 0,1-1-1 0 0,-1 1 1 0 0,0 0-1 0 0,1-1 1 0 0,-1 1-1 0 0,0 0 1 0 0,-1-1-1 0 0,1 1 1 0 0,0-1-1 0 0,-1-2 1 0 0,-1 2 65 0 0,0 0 1 0 0,1 0-1 0 0,-1 0 0 0 0,0 0 1 0 0,-1 1-1 0 0,1-1 0 0 0,0 1 1 0 0,-1-1-1 0 0,1 1 0 0 0,-1 0 1 0 0,0 0-1 0 0,0 0 0 0 0,-5-2 0 0 0,-10-5 475 0 0,-1 2 0 0 0,1 0 0 0 0,-1 1-1 0 0,-24-3 1 0 0,36 7-414 0 0,-7 0-171 0 0,-2 0 0 0 0,10 1-29 0 0,5 0-239 0 0,5 6-3087 0 0,-2-3 3117 0 0,0 0-1 0 0,0-1 0 0 0,0 1 1 0 0,0 0-1 0 0,0-1 0 0 0,0 1 1 0 0,1-1-1 0 0,-1 0 0 0 0,0 1 1 0 0,1-1-1 0 0,-1 0 0 0 0,1-1 1 0 0,-1 1-1 0 0,6 1 0 0 0,6-1-4681 0 0,3 0-3985 0 0,14-1 2319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25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268 0 1172 0 0,'-5'2'2268'0'0,"-7"5"-244"0"0,0 0 1 0 0,1 0 0 0 0,-1 1 0 0 0,2 0 0 0 0,-1 1-1 0 0,-10 11 1 0 0,5-2-596 0 0,1 1 0 0 0,0 1-1 0 0,2 0 1 0 0,0 0-1 0 0,-12 29 1 0 0,8-17 53 0 0,-33 46 0 0 0,49-77-1777 0 0,-4 6-610 0 0,2-62-9144 0 0,4 21 1737 0 0,-1 9 2920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42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1552 0 0,'4'6'852'0'0,"-1"1"1"0"0,-1-1-1 0 0,1 1 0 0 0,-1 0 0 0 0,0 0 1 0 0,1 11-1 0 0,9 29 3474 0 0,-1-26-3003 0 0,1 0 0 0 0,1-1-1 0 0,0 0 1 0 0,2-1 0 0 0,0 0-1 0 0,1-1 1 0 0,1-1 0 0 0,20 15-1 0 0,-28-24-1168 0 0,1 0 0 0 0,0-1-1 0 0,1 0 1 0 0,12 6 0 0 0,-18-11-500 0 0,-1 0 0 0 0,1 0-1 0 0,-1-1 1 0 0,1 1 0 0 0,0-1 0 0 0,0 0 0 0 0,8 1-1 0 0,-8-3-522 0 0,0 1-1 0 0,0-1 1 0 0,0 0-1 0 0,0 0 1 0 0,-1 0-1 0 0,10-4 1 0 0,0-4-5623 0 0,-8 1 1335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700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 0 768 0 0,'0'0'10428'0'0,"-2"4"-8949"0"0,1 10-614 0 0,11 1 4846 0 0,-8-13-5194 0 0,-1 0-1 0 0,1 0 1 0 0,0 0-1 0 0,0 0 1 0 0,-1 1-1 0 0,1-1 1 0 0,-1 1 0 0 0,0-1-1 0 0,0 1 1 0 0,0-1-1 0 0,1 5 1 0 0,27 64 3505 0 0,-26-63-3989 0 0,-1 3 411 0 0,0-9-3130 0 0,3-30-7551 0 0,-3 6 3791 0 0,-2 3 494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1.856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45 70 1012 0 0,'-19'-36'3479'0'0,"-6"3"13099"0"0,26 35-16490 0 0,0 0 0 0 0,1 0 1 0 0,-1-1-1 0 0,1 1 1 0 0,-1 0-1 0 0,1-1 1 0 0,0 1-1 0 0,0-1 0 0 0,0 1 1 0 0,2 0-1 0 0,32 25-341 0 0,-20-20-3251 0 0,2 2-6416 0 0,-8-4 5216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2.47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 1 1712 0 0,'-4'15'2046'0'0,"4"-12"-15"0"0,-15 22 5349 0 0,15-16-6398 0 0,1 1 0 0 0,0-1 1 0 0,1 0-1 0 0,0 0 0 0 0,0 0 1 0 0,1 0-1 0 0,0 0 0 0 0,0 0 1 0 0,9 14-1 0 0,-7-14-316 0 0,1-1-1 0 0,0 1 1 0 0,0-1 0 0 0,1 0-1 0 0,0-1 1 0 0,0 0 0 0 0,1 0 0 0 0,16 11-1 0 0,-22-16-624 0 0,0-2-112 0 0,0 0 0 0 0,-1 0 0 0 0,1 0 1 0 0,0 0-1 0 0,0-1 0 0 0,-1 1 0 0 0,1 0 0 0 0,0-1 0 0 0,-1 1 1 0 0,1-1-1 0 0,-1 0 0 0 0,1 0 0 0 0,-1 1 0 0 0,1-1 0 0 0,-1 0 1 0 0,1 0-1 0 0,1-2 0 0 0,1 1-25 0 0,0-3-293 0 0,1-1-1 0 0,-1 0 0 0 0,0 0 0 0 0,-1 0 1 0 0,0 0-1 0 0,0 0 0 0 0,0-1 1 0 0,0 0-1 0 0,1-7 0 0 0,9-19-1537 0 0,4 11 745 0 0,-15 20 1184 0 0,0 0 0 0 0,-1 0-1 0 0,1 0 1 0 0,0 0 0 0 0,0 0-1 0 0,-1 0 1 0 0,1-1 0 0 0,-1 1 0 0 0,0-1-1 0 0,0 1 1 0 0,0-1 0 0 0,0 1-1 0 0,0-1 1 0 0,-1 0 0 0 0,1-2 0 0 0,0 4 211 0 0,-1 0 1 0 0,1 0 0 0 0,-1 0 0 0 0,1 1 0 0 0,-1-1-1 0 0,1 0 1 0 0,0 1 0 0 0,-1-1 0 0 0,1 1 0 0 0,0-1 0 0 0,0 1-1 0 0,-1-1 1 0 0,1 1 0 0 0,0-1 0 0 0,0 1 0 0 0,0 0-1 0 0,-1-1 1 0 0,1 1 0 0 0,2 0 0 0 0,2 39 1249 0 0,-5-28-1099 0 0,1 0-1 0 0,1 0 0 0 0,0 0 1 0 0,1 0-1 0 0,3 11 1 0 0,-4-19-328 0 0,0 1-1 0 0,-1-1 1 0 0,1 0 0 0 0,1 0 0 0 0,-1 0 0 0 0,0 0 0 0 0,1 0 0 0 0,-1 0-1 0 0,1 0 1 0 0,0-1 0 0 0,0 1 0 0 0,0-1 0 0 0,0 0 0 0 0,0 0 0 0 0,1 0 0 0 0,-1-1-1 0 0,1 1 1 0 0,-1-1 0 0 0,6 2 0 0 0,8 2-363 0 0,-1-2 0 0 0,1 0 0 0 0,0 0 0 0 0,0-2 0 0 0,0 0 0 0 0,32-3 0 0 0,-38 1-301 0 0,-1-1 1 0 0,1 0 0 0 0,0-1-1 0 0,-1 0 1 0 0,1-1 0 0 0,17-8-1 0 0,-8 1-506 0 0,-9 6 427 0 0,0-1 0 0 0,-1 0-1 0 0,0-1 1 0 0,10-8 0 0 0,-17 12 708 0 0,0 1 0 0 0,-1-1 0 0 0,0 0 0 0 0,1 0 0 0 0,-1 0 0 0 0,0 0 0 0 0,-1 0-1 0 0,1 0 1 0 0,-1 0 0 0 0,1-1 0 0 0,-1 1 0 0 0,0 0 0 0 0,0-1 0 0 0,0 1 0 0 0,-1-1 0 0 0,1 0 0 0 0,-1-6 0 0 0,-8-7 2082 0 0,0 11 4216 0 0,10 22-6047 0 0,2-1 0 0 0,0 0 0 0 0,0 0 0 0 0,1-1 0 0 0,1 1 0 0 0,0-1 0 0 0,2 0 0 0 0,-1-1 1 0 0,14 19-1 0 0,-21-31-357 0 0,1-1-1 0 0,-1 1 1 0 0,1 0 0 0 0,-1 0 0 0 0,1 0 0 0 0,0 0 0 0 0,-1-1 0 0 0,1 1-1 0 0,0 0 1 0 0,-1-1 0 0 0,1 1 0 0 0,0-1 0 0 0,0 1 0 0 0,0 0 0 0 0,-1-1-1 0 0,1 0 1 0 0,0 1 0 0 0,0-1 0 0 0,0 0 0 0 0,0 1 0 0 0,0-1 0 0 0,0 0-1 0 0,0 0 1 0 0,0 0 0 0 0,0 1 0 0 0,0-1 0 0 0,0 0 0 0 0,0-1 0 0 0,0 1-1 0 0,0 0 1 0 0,0 0 0 0 0,0 0 0 0 0,0-1 0 0 0,-1 1 0 0 0,1 0 0 0 0,0-1-1 0 0,0 1 1 0 0,0 0 0 0 0,0-1 0 0 0,0 0 0 0 0,-1 1 0 0 0,1-1 0 0 0,0 1-1 0 0,0-1 1 0 0,-1 0 0 0 0,1 1 0 0 0,0-1 0 0 0,-1 0 0 0 0,1 0 0 0 0,-1 0-1 0 0,1 0 1 0 0,-1 1 0 0 0,1-1 0 0 0,-1 0 0 0 0,1-2 0 0 0,14-32-5171 0 0,-10 16-2330 0 0,1 0 1923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2.71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1 1664 0 0,'3'4'2217'0'0,"2"4"-1799"0"0,13 33 10174 0 0,-14-24-8174 0 0,1 0 1 0 0,1 0-1 0 0,11 23 1 0 0,-1 0-46 0 0,-2 13-706 0 0,-5-16-2732 0 0,4-5-4350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3.33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6 1400 0 0,'0'0'3375'0'0,"2"33"6250"0"0,20 9-3371 0 0,-18-33-5357 0 0,1 0 0 0 0,-1 0 0 0 0,2 0 0 0 0,-1-1 0 0 0,8 10 0 0 0,67 69 4114 0 0,-79-86-5175 0 0,-1-1 139 0 0,0 0 0 0 0,1 1 0 0 0,-1-1-1 0 0,0 0 1 0 0,1 0 0 0 0,-1 0 0 0 0,0 1-1 0 0,1-1 1 0 0,-1 0 0 0 0,0 0 0 0 0,1 0-1 0 0,-1 0 1 0 0,0 0 0 0 0,1 0 0 0 0,-1 0-1 0 0,1 0 1 0 0,-1 0 0 0 0,0 0 0 0 0,1 0-1 0 0,-1 0 1 0 0,0 0 0 0 0,1 0 0 0 0,-1 0-1 0 0,0 0 1 0 0,1 0 0 0 0,-1-1 0 0 0,1 1-1 0 0,-1 0 1 0 0,0 0 0 0 0,0 0-1 0 0,1 0 1 0 0,-1-1 0 0 0,0 1 0 0 0,1 0-1 0 0,-1 0 1 0 0,0-1 0 0 0,0 1 0 0 0,1 0-1 0 0,-1-1 1 0 0,17-10-678 0 0,-17 11 659 0 0,27-24-3417 0 0,44-52 0 0 0,11-10-2788 0 0,-80 84 6106 0 0,1 0 0 0 0,-1-1-1 0 0,1 1 1 0 0,-1 0-1 0 0,0-1 1 0 0,0 0-1 0 0,0 1 1 0 0,0-1-1 0 0,-1 0 1 0 0,2-3 4753 0 0,-8 9-3682 0 0,1 1-545 0 0,1-1 1 0 0,-1 1-1 0 0,0-1 1 0 0,1 1 0 0 0,0 0-1 0 0,0 0 1 0 0,0 0 0 0 0,1 1-1 0 0,-1-1 1 0 0,1 1 0 0 0,0-1-1 0 0,0 1 1 0 0,0 0 0 0 0,1 0-1 0 0,0 0 1 0 0,0-1 0 0 0,0 1-1 0 0,1 1 1 0 0,-1-1 0 0 0,2 8-1 0 0,-1-8-219 0 0,0 0-1 0 0,0-1 0 0 0,1 1 1 0 0,0-1-1 0 0,0 1 0 0 0,1-1 1 0 0,-1 0-1 0 0,1 1 1 0 0,0-1-1 0 0,0 0 0 0 0,0 0 1 0 0,0 0-1 0 0,1 0 0 0 0,-1-1 1 0 0,1 1-1 0 0,0-1 1 0 0,1 1-1 0 0,-1-1 0 0 0,0 0 1 0 0,1 0-1 0 0,0-1 0 0 0,-1 1 1 0 0,1-1-1 0 0,0 1 1 0 0,8 2-1 0 0,-7-3-253 0 0,1 0-1 0 0,0-1 1 0 0,0 1-1 0 0,-1-1 1 0 0,1 0-1 0 0,0-1 1 0 0,0 1 0 0 0,0-1-1 0 0,0 0 1 0 0,0-1-1 0 0,0 1 1 0 0,0-1-1 0 0,7-2 1 0 0,3-3-803 0 0,0 0 0 0 0,-1-1 0 0 0,25-14 0 0 0,-11-11 1194 0 0,-28 31-113 0 0,3 23-79 0 0,2 4 131 0 0,2 0 1 0 0,1-1-1 0 0,0 0 1 0 0,2 0 0 0 0,1-1-1 0 0,29 43 1 0 0,-22-38 257 0 0,-2 2 1 0 0,27 63-1 0 0,-43-92-489 0 0,0 1 0 0 0,0-1-1 0 0,0 0 1 0 0,-1 0-1 0 0,1 1 1 0 0,-1-1 0 0 0,1 0-1 0 0,-1 1 1 0 0,0-1 0 0 0,0 0-1 0 0,0 1 1 0 0,0-1 0 0 0,0 0-1 0 0,-1 1 1 0 0,1-1 0 0 0,-1 0-1 0 0,1 1 1 0 0,-1-1-1 0 0,0 0 1 0 0,0 0 0 0 0,0 0-1 0 0,0 1 1 0 0,0-1 0 0 0,-1 0-1 0 0,1-1 1 0 0,-2 3 0 0 0,-1-1-10 0 0,1-1 0 0 0,-1 1 0 0 0,0-1 0 0 0,0 0 0 0 0,0 0 0 0 0,0-1 0 0 0,0 1 0 0 0,-1-1 0 0 0,1 0-1 0 0,0 0 1 0 0,-1 0 0 0 0,1-1 0 0 0,-5 1 0 0 0,-6-1-159 0 0,-1 0-1 0 0,1-1 1 0 0,0 0-1 0 0,0-1 1 0 0,0-1-1 0 0,0-1 0 0 0,-20-7 1 0 0,27 8-268 0 0,0-2 1 0 0,1 1 0 0 0,-1-1-1 0 0,1 0 1 0 0,0 0-1 0 0,0-1 1 0 0,0 0-1 0 0,1 0 1 0 0,0-1 0 0 0,0 0-1 0 0,-8-12 1 0 0,-5-16-4468 0 0,4-2-4500 0 0,10 22 3313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3.8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 1 1168 0 0,'0'0'11871'0'0,"0"9"-10172"0"0,25 361 9967 0 0,-14-283-9643 0 0,5-1-1 0 0,44 145 0 0 0,-54-212-1860 0 0,4 11-95 0 0,25 56 0 0 0,-25-65-414 0 0,-10-20-48 0 0,1-7-3545 0 0,0-8 2903 0 0,-1 0 1 0 0,0 0-1 0 0,-1 0 1 0 0,-1 0-1 0 0,0 0 1 0 0,-6-19 0 0 0,-4-27-9523 0 0,11 35 4780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11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21 27 876 0 0,'-9'3'2378'0'0,"3"-2"4058"0"0,6-1-6327 0 0,0 0 0 0 0,0 0 0 0 0,-1 0 0 0 0,1 0 0 0 0,0 0 0 0 0,0 0-1 0 0,0 0 1 0 0,0 0 0 0 0,-1 0 0 0 0,1 0 0 0 0,0 0 0 0 0,0 1 0 0 0,0-1 0 0 0,-1 0 0 0 0,1 0 0 0 0,0 0-1 0 0,0 0 1 0 0,0 0 0 0 0,0 0 0 0 0,-1 0 0 0 0,1 0 0 0 0,0 0 0 0 0,0 1 0 0 0,0-1 0 0 0,0 0 0 0 0,0 0-1 0 0,0 0 1 0 0,-1 0 0 0 0,1 1 0 0 0,0-1 0 0 0,0 0 0 0 0,0 0 0 0 0,0 0 0 0 0,0 0 0 0 0,0 1-1 0 0,0-1 1 0 0,0 0 0 0 0,0 0 0 0 0,0 0 0 0 0,0 1 0 0 0,0-1 0 0 0,0 0 0 0 0,0 0 0 0 0,0 0 0 0 0,0 0-1 0 0,0 1 1 0 0,0-1 0 0 0,0 0 0 0 0,0 0 0 0 0,0 0 0 0 0,0 1 0 0 0,0-1 0 0 0,0 0 0 0 0,0 0-1 0 0,1 0 1 0 0,-1 0 0 0 0,0 1 0 0 0,0-1 0 0 0,0 0 0 0 0,0 0 0 0 0,0 0 0 0 0,1 0 0 0 0,-1 0 0 0 0,0 0-1 0 0,0 0 1 0 0,0 1 0 0 0,0-1 0 0 0,1 0 0 0 0,21 12 1860 0 0,34 8-940 0 0,-26-14-1067 0 0,0-1-1 0 0,0-1 1 0 0,1-1 0 0 0,-1-2-1 0 0,35-3 1 0 0,-45 1-593 0 0,0-2 0 0 0,0 0 0 0 0,-1-1 0 0 0,1-1 1 0 0,25-10-1 0 0,-25 7-2485 0 0,-1-2 0 0 0,29-17 0 0 0,-29 15-731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47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166 102 5517 0 0,'3'-3'155'0'0,"-1"0"0"0"0,1 1 1 0 0,-1-1-1 0 0,0-1 1 0 0,1 1-1 0 0,-2 0 1 0 0,1 0-1 0 0,0-1 0 0 0,-1 1 1 0 0,1-1-1 0 0,-1 0 1 0 0,0 1-1 0 0,0-1 1 0 0,0-5-1 0 0,-1 8 716 0 0,-8-27 3305 0 0,7 26-3964 0 0,0 1 0 0 0,0 0 0 0 0,0 0 1 0 0,0 0-1 0 0,0-1 0 0 0,0 1 0 0 0,0 0 0 0 0,-1 0 0 0 0,1 1 0 0 0,0-1 0 0 0,-1 0 0 0 0,1 0 0 0 0,0 1 1 0 0,-1-1-1 0 0,1 0 0 0 0,-1 1 0 0 0,1 0 0 0 0,-1-1 0 0 0,1 1 0 0 0,-1 0 0 0 0,1 0 0 0 0,-1 0 0 0 0,0 0 1 0 0,1 0-1 0 0,-1 0 0 0 0,1 0 0 0 0,-1 0 0 0 0,1 1 0 0 0,-1-1 0 0 0,1 0 0 0 0,-1 1 0 0 0,1 0 0 0 0,-1-1 1 0 0,1 1-1 0 0,0 0 0 0 0,-1 0 0 0 0,1 0 0 0 0,0-1 0 0 0,0 1 0 0 0,-2 2 0 0 0,-3 1 288 0 0,1 0 0 0 0,-1 1 0 0 0,1-1-1 0 0,0 1 1 0 0,0 0 0 0 0,0 1 0 0 0,-7 10 0 0 0,-15 27 1540 0 0,21-35-1639 0 0,0 0 0 0 0,1 1-1 0 0,-1 0 1 0 0,2 0-1 0 0,-1 0 1 0 0,1 0-1 0 0,1 1 1 0 0,-1 0-1 0 0,2-1 1 0 0,-1 1-1 0 0,-1 18 1 0 0,5-27-402 0 0,-1 1 1 0 0,1 0-1 0 0,-1 0 1 0 0,1 0-1 0 0,0 0 1 0 0,0-1-1 0 0,-1 1 1 0 0,1 0-1 0 0,1-1 0 0 0,-1 1 1 0 0,0-1-1 0 0,0 1 1 0 0,1-1-1 0 0,-1 0 1 0 0,0 1-1 0 0,1-1 1 0 0,-1 0-1 0 0,1 0 0 0 0,0 0 1 0 0,-1 0-1 0 0,1 0 1 0 0,0 0-1 0 0,0-1 1 0 0,0 1-1 0 0,-1 0 1 0 0,1-1-1 0 0,0 0 1 0 0,0 1-1 0 0,0-1 0 0 0,0 0 1 0 0,0 0-1 0 0,2 0 1 0 0,5 1-239 0 0,-1-1 0 0 0,1 0 1 0 0,-1 0-1 0 0,1-1 0 0 0,-1 0 1 0 0,12-3-1 0 0,-7 0-263 0 0,-1 0 0 0 0,1-1-1 0 0,0-1 1 0 0,-1 0 0 0 0,0 0 0 0 0,-1-1-1 0 0,0-1 1 0 0,0 0 0 0 0,0-1-1 0 0,-1 0 1 0 0,14-15 0 0 0,-11-1 454 0 0,-13 25 100 0 0,1-1 0 0 0,-1 1 0 0 0,0-1 0 0 0,0 1 0 0 0,0-1 0 0 0,0 1 0 0 0,0-1 0 0 0,0 1 0 0 0,0-1 1 0 0,0 1-1 0 0,0-1 0 0 0,0 1 0 0 0,0-1 0 0 0,0 1 0 0 0,0-1 0 0 0,-1 1 0 0 0,1-1 0 0 0,0 1 0 0 0,0-1 0 0 0,0 1 0 0 0,-1-1 0 0 0,1 1 0 0 0,0 0 1 0 0,-1-1-1 0 0,1 1 0 0 0,0 0 0 0 0,-1-1 0 0 0,1 1 0 0 0,0 0 0 0 0,-1-1 0 0 0,1 1 0 0 0,-1 0 0 0 0,1-1 0 0 0,-1 1 0 0 0,1 0 0 0 0,-1 0 1 0 0,1 0-1 0 0,-1 0 0 0 0,1-1 0 0 0,-1 1 0 0 0,-1 0 380 0 0,-32 14 1465 0 0,32-12-1869 0 0,0 1 0 0 0,1-1-1 0 0,-1 1 1 0 0,1 0-1 0 0,-1-1 1 0 0,1 1 0 0 0,0 0-1 0 0,0 0 1 0 0,0 0-1 0 0,0 0 1 0 0,1 0 0 0 0,-1 0-1 0 0,1 0 1 0 0,0 0-1 0 0,0 0 1 0 0,0 0 0 0 0,0 0-1 0 0,1 0 1 0 0,-1 0-1 0 0,1 0 1 0 0,0 0 0 0 0,-1 0-1 0 0,1 0 1 0 0,1-1-1 0 0,-1 1 1 0 0,0 0 0 0 0,3 3-1 0 0,-1-2-262 0 0,-1-1 0 0 0,1 0 0 0 0,0 0 0 0 0,0-1 0 0 0,0 1 0 0 0,1-1-1 0 0,-1 0 1 0 0,0 1 0 0 0,1-1 0 0 0,0-1 0 0 0,-1 1 0 0 0,1 0 0 0 0,0-1 0 0 0,0 0 0 0 0,0 0 0 0 0,0 0-1 0 0,0 0 1 0 0,0-1 0 0 0,0 0 0 0 0,0 0 0 0 0,0 0 0 0 0,0 0 0 0 0,0 0 0 0 0,0-1 0 0 0,0 0 0 0 0,0 0-1 0 0,6-2 1 0 0,53-19-5146 0 0,-11-5-3638 0 0,-27 12 4000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70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129 3 256 0 0,'-1'-1'859'0'0,"-1"1"-1"0"0,0-1 1 0 0,1 1 0 0 0,-1 0-1 0 0,0 0 1 0 0,1 0 0 0 0,-1 0-1 0 0,0 0 1 0 0,0 0 0 0 0,1 1-1 0 0,-1-1 1 0 0,0 0 0 0 0,1 1-1 0 0,-1-1 1 0 0,1 1 0 0 0,-1 0-1 0 0,-2 1 1 0 0,-27 25 6441 0 0,-12 37-1778 0 0,40-58-5132 0 0,-1 0 0 0 0,2 1 0 0 0,-1 0 0 0 0,1-1 0 0 0,0 1 1 0 0,0 0-1 0 0,0 0 0 0 0,1 0 0 0 0,0 14 0 0 0,1-18-379 0 0,0 0 0 0 0,0 0 0 0 0,1-1 0 0 0,-1 1 0 0 0,1 0 0 0 0,-1-1 0 0 0,1 1 0 0 0,0 0 1 0 0,0-1-1 0 0,0 1 0 0 0,1-1 0 0 0,-1 1 0 0 0,1-1 0 0 0,-1 0 0 0 0,1 0 0 0 0,0 0 0 0 0,0 1 0 0 0,0-2 0 0 0,0 1 0 0 0,0 0 0 0 0,0 0 0 0 0,0-1 0 0 0,1 1 1 0 0,-1-1-1 0 0,1 0 0 0 0,-1 1 0 0 0,1-1 0 0 0,-1 0 0 0 0,4 0 0 0 0,8 2-183 0 0,2 0 0 0 0,-1-1 0 0 0,0 0 0 0 0,0-1 0 0 0,0-1 0 0 0,1-1 0 0 0,-1 0 0 0 0,0-1 0 0 0,0-1 0 0 0,0 0 0 0 0,0-1-1 0 0,0 0 1 0 0,-1-1 0 0 0,16-8 0 0 0,-10 3-1290 0 0,0-1 0 0 0,-1 0 0 0 0,30-24 0 0 0,-33 23-1131 0 0,-1-2 0 0 0,0 0 0 0 0,-2-1 0 0 0,13-16-1 0 0,-1-3-3802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4.93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105 1 96 0 0,'-6'1'551'0'0,"1"1"0"0"0,0 0 1 0 0,-1 1-1 0 0,1-1 0 0 0,0 1 0 0 0,0 0 1 0 0,1 0-1 0 0,-1 1 0 0 0,1-1 0 0 0,-1 1 1 0 0,1 0-1 0 0,0 0 0 0 0,1 1 0 0 0,-1-1 1 0 0,-4 8-1 0 0,4-4 108 0 0,0 0 0 0 0,0 1 0 0 0,1-1 1 0 0,0 1-1 0 0,1 0 0 0 0,0 0 0 0 0,0 0 0 0 0,-1 17 1 0 0,3-1 306 0 0,1-1 1 0 0,1 0-1 0 0,1 0 1 0 0,1 0 0 0 0,1 0-1 0 0,12 33 1 0 0,-3-15 235 0 0,3-2 1 0 0,2 0 0 0 0,1-1-1 0 0,49 71 1 0 0,-53-93-4129 0 0,-5-25-1406 0 0,-7 4 3852 0 0,-4 3 274 0 0,1 0 0 0 0,-1 0 0 0 0,0 0-1 0 0,1 0 1 0 0,-1 0 0 0 0,0 0-1 0 0,0 0 1 0 0,0 0 0 0 0,0 0-1 0 0,0-1 1 0 0,0 1 0 0 0,0 0 0 0 0,0 0-1 0 0,0 0 1 0 0,0 0 0 0 0,-1 0-1 0 0,1 0 1 0 0,0 0 0 0 0,-1 0-1 0 0,0-2 1 0 0,0 1-753 0 0,3-14-4565 0 0,-6 2 421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25.469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168 5 240 0 0,'13'2'14292'0'0,"-19"-3"-13248"0"0,-4 1-408 0 0,0 1 0 0 0,0 0 0 0 0,1 1 0 0 0,-1 0 0 0 0,1 0 0 0 0,0 1 1 0 0,-1 0-1 0 0,1 0 0 0 0,-16 10 0 0 0,21-11-476 0 0,-1 0 0 0 0,1 1 0 0 0,1-1 0 0 0,-1 1 0 0 0,0 0 0 0 0,1 0 0 0 0,-1 1 0 0 0,1-1 0 0 0,0 1 0 0 0,0-1 1 0 0,0 1-1 0 0,0 0 0 0 0,1 0 0 0 0,0 0 0 0 0,0 0 0 0 0,0 1 0 0 0,0-1 0 0 0,1 1 0 0 0,-1-1 0 0 0,1 1 0 0 0,0-1 0 0 0,0 8 0 0 0,0-10-108 0 0,1 2-20 0 0,0-1-1 0 0,-1 0 0 0 0,2 1 1 0 0,-1-1-1 0 0,0 1 1 0 0,1-1-1 0 0,-1 0 0 0 0,1 1 1 0 0,0-1-1 0 0,0 0 0 0 0,0 0 1 0 0,1 0-1 0 0,-1 0 1 0 0,1 0-1 0 0,0 0 0 0 0,-1 0 1 0 0,1 0-1 0 0,0-1 0 0 0,1 1 1 0 0,-1-1-1 0 0,0 1 1 0 0,1-1-1 0 0,0 0 0 0 0,-1 0 1 0 0,7 3-1 0 0,-2 0-87 0 0,1 0-1 0 0,0 0 1 0 0,0-1-1 0 0,0-1 1 0 0,0 1 0 0 0,0-1-1 0 0,1-1 1 0 0,16 3-1 0 0,-16-4-78 0 0,1-1-1 0 0,0 0 1 0 0,0-1-1 0 0,-1 0 1 0 0,1 0-1 0 0,0-1 0 0 0,-1 0 1 0 0,0-1-1 0 0,1 0 1 0 0,-1-1-1 0 0,0 0 1 0 0,-1 0-1 0 0,1-1 0 0 0,-1 0 1 0 0,1 0-1 0 0,-2-1 1 0 0,1 0-1 0 0,-1-1 1 0 0,0 0-1 0 0,0 0 0 0 0,0 0 1 0 0,-1-1-1 0 0,7-10 1 0 0,-11 13 252 0 0,-1 0 0 0 0,1 1 1 0 0,0-1-1 0 0,-1 0 0 0 0,0 0 1 0 0,0 0-1 0 0,-1 0 0 0 0,1 0 1 0 0,-1 0-1 0 0,0 0 0 0 0,-1 0 1 0 0,1 0-1 0 0,-1 0 0 0 0,0 0 0 0 0,0 0 1 0 0,0 1-1 0 0,-1-1 0 0 0,1 0 1 0 0,-1 1-1 0 0,-1-1 0 0 0,1 1 1 0 0,-1-1-1 0 0,1 1 0 0 0,-7-7 1 0 0,9 11-79 0 0,0-1 0 0 0,-1 0 0 0 0,1 0 0 0 0,-1 0 0 0 0,1 1 0 0 0,-1-1 0 0 0,1 0 0 0 0,-1 1 1 0 0,0-1-1 0 0,1 0 0 0 0,-1 1 0 0 0,0-1 0 0 0,0 1 0 0 0,0-1 0 0 0,1 1 0 0 0,-1 0 0 0 0,0-1 0 0 0,0 1 1 0 0,0 0-1 0 0,0-1 0 0 0,1 1 0 0 0,-1 0 0 0 0,0 0 0 0 0,0 0 0 0 0,0 0 0 0 0,0 0 0 0 0,0 0 0 0 0,0 0 1 0 0,0 0-1 0 0,0 0 0 0 0,0 0 0 0 0,1 0 0 0 0,-1 1 0 0 0,0-1 0 0 0,0 0 0 0 0,0 1 0 0 0,0-1 0 0 0,1 1 1 0 0,-1-1-1 0 0,0 1 0 0 0,0-1 0 0 0,1 1 0 0 0,-1-1 0 0 0,0 1 0 0 0,1 0 0 0 0,-1-1 0 0 0,0 2 1 0 0,0 0 49 0 0,1 2-18 0 0,0 1-87 0 0,1 1 0 0 0,0-1 0 0 0,0 0 0 0 0,0 1 1 0 0,1-1-1 0 0,0 0 0 0 0,0 0 0 0 0,0 0 0 0 0,1 0 0 0 0,0-1 0 0 0,0 1 0 0 0,0-1 0 0 0,0 1 0 0 0,1-1 0 0 0,-1 0 0 0 0,1 0 0 0 0,0-1 0 0 0,0 1 1 0 0,1-1-1 0 0,-1 0 0 0 0,10 5 0 0 0,-2-1-46 0 0,0-1 0 0 0,1 0-1 0 0,0-1 1 0 0,0 0 0 0 0,0-1 0 0 0,1-1 0 0 0,-1 0 0 0 0,16 1 0 0 0,-25-4 86 0 0,19-4 592 0 0,-6-1-507 0 0,-7 3-3152 0 0,-2 3-2564 0 0,7 16-9058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7.68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235 1 840 0 0,'12'0'27884'0'0,"-28"2"-27573"0"0,0 0 0 0 0,0 2 0 0 0,0 0 0 0 0,1 0 0 0 0,-1 2 0 0 0,1 0 0 0 0,0 1 0 0 0,1 0 0 0 0,0 1 0 0 0,0 0 0 0 0,0 2 0 0 0,-14 12 0 0 0,25-20-311 0 0,0 1 0 0 0,0 0 0 0 0,0 0 0 0 0,0 0 0 0 0,0 0 0 0 0,1 0 0 0 0,0 1 0 0 0,0-1 0 0 0,0 1 0 0 0,0-1 0 0 0,0 1 0 0 0,0 0 0 0 0,1 0 0 0 0,0 0 0 0 0,0 0 0 0 0,0 0 0 0 0,0 0 0 0 0,1 0 0 0 0,-1 0 0 0 0,1 0 0 0 0,0 0 0 0 0,1 0 0 0 0,-1 0 0 0 0,1 0 0 0 0,-1 0 0 0 0,3 5 0 0 0,-1-2 0 0 0,1-1 0 0 0,0 0 0 0 0,0 0 0 0 0,1 0 0 0 0,0-1 0 0 0,0 1 0 0 0,0-1 0 0 0,1 0 0 0 0,0 0 0 0 0,0 0 0 0 0,0-1 0 0 0,0 1 0 0 0,1-1 0 0 0,-1-1 0 0 0,9 5 0 0 0,1 0 0 0 0,1-1 0 0 0,1 0 0 0 0,-1-2 0 0 0,1 1 0 0 0,0-2 0 0 0,1 0 0 0 0,-1-2 0 0 0,32 2 0 0 0,-2-4 0 0 0,0-3 0 0 0,67-13 0 0 0,-98 13 0 0 0,-5-4 0 0 0,-12-3 0 0 0,-12-2 0 0 0,-1 6 0 0 0,4 3-1930 0 0,-3 2 5395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8.08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253 39 1448 0 0,'-4'-4'1209'0'0,"-1"0"1"0"0,1 0-1 0 0,-1 1 0 0 0,0 0 1 0 0,0 0-1 0 0,0 0 0 0 0,0 0 0 0 0,-1 1 1 0 0,1 0-1 0 0,-1 0 0 0 0,1 0 0 0 0,-1 1 1 0 0,-6-1-1 0 0,8 2-829 0 0,-1-1 0 0 0,1 2 0 0 0,0-1 0 0 0,-1 0 0 0 0,1 1-1 0 0,0 0 1 0 0,0 0 0 0 0,0 0 0 0 0,0 0 0 0 0,0 1 0 0 0,0 0 0 0 0,-5 2 0 0 0,-2 3 207 0 0,0 0 1 0 0,1 1-1 0 0,0 0 1 0 0,0 1 0 0 0,1 0-1 0 0,0 0 1 0 0,1 1-1 0 0,-9 11 1 0 0,15-18-491 0 0,0 1-1 0 0,0-1 1 0 0,0 0 0 0 0,0 0-1 0 0,0 1 1 0 0,0-1 0 0 0,1 1-1 0 0,0 0 1 0 0,0-1 0 0 0,0 1-1 0 0,0 0 1 0 0,1 0 0 0 0,-1 0-1 0 0,1-1 1 0 0,0 1 0 0 0,0 0-1 0 0,0 0 1 0 0,1 0 0 0 0,-1 0-1 0 0,1-1 1 0 0,0 1 0 0 0,0 0-1 0 0,0 0 1 0 0,1-1 0 0 0,-1 1-1 0 0,1-1 1 0 0,0 0 0 0 0,0 1-1 0 0,0-1 1 0 0,0 0 0 0 0,4 4-1 0 0,-1-3-99 0 0,0-1 0 0 0,0 1-1 0 0,1-1 1 0 0,-1 0 0 0 0,1-1 0 0 0,0 1-1 0 0,0-1 1 0 0,0 0 0 0 0,0-1 0 0 0,0 0-1 0 0,0 1 1 0 0,0-2 0 0 0,1 1-1 0 0,9-1 1 0 0,3 0-149 0 0,-1-1 0 0 0,0 0-1 0 0,34-8 1 0 0,-40 6 40 0 0,-1 0-1 0 0,1-1 0 0 0,-1 0 1 0 0,0-1-1 0 0,21-11 1 0 0,-29 14 157 0 0,0 0 1 0 0,0-1 0 0 0,0 1 0 0 0,0-1-1 0 0,0 0 1 0 0,0 0 0 0 0,-1 0 0 0 0,1 0-1 0 0,-1 0 1 0 0,0-1 0 0 0,0 1 0 0 0,0-1 0 0 0,0 1-1 0 0,-1-1 1 0 0,1 0 0 0 0,-1 0 0 0 0,0 0-1 0 0,0 0 1 0 0,-1 1 0 0 0,1-1 0 0 0,-1-7 0 0 0,0 8 21 0 0,0 0 0 0 0,-1 1 1 0 0,1-1-1 0 0,-1 1 1 0 0,0-1-1 0 0,0 0 1 0 0,0 1-1 0 0,0-1 1 0 0,0 1-1 0 0,-1 0 1 0 0,1-1-1 0 0,-1 1 1 0 0,1 0-1 0 0,-1 0 1 0 0,0 0-1 0 0,0 0 0 0 0,0 0 1 0 0,0 1-1 0 0,0-1 1 0 0,-4-2-1 0 0,-54-26-148 0 0,36 20 141 0 0,15 5-60 0 0,7 3 0 0 0,-1 0 0 0 0,0 1 0 0 0,0 0 0 0 0,0 0 0 0 0,0 0 0 0 0,0 0 0 0 0,-1 0 0 0 0,1 0 0 0 0,0 1 0 0 0,0 0 0 0 0,-4-1 0 0 0,5 4 0 0 0,7 3 0 0 0,6 5 0 0 0,23 2-1092 0 0,1-6-4989 0 0,-3-1-7812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8.69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39 6 1136 0 0,'-2'-2'4027'0'0,"-6"-2"-987"0"0,2 5 3152 0 0,4 1-5744 0 0,0 0 1 0 0,0 0 0 0 0,0 0-1 0 0,0 1 1 0 0,1-1-1 0 0,-1 1 1 0 0,1-1 0 0 0,-1 1-1 0 0,1 0 1 0 0,0 0-1 0 0,0-1 1 0 0,0 1 0 0 0,0 0-1 0 0,1 0 1 0 0,-1 0 0 0 0,1 0-1 0 0,0 0 1 0 0,0 5-1 0 0,1 71 4326 0 0,1-46-2745 0 0,8 0-295 0 0,-2-12-618 0 0,-8-20-1109 0 0,1 0 0 0 0,-1 0 0 0 0,0 1 0 0 0,0-1 0 0 0,1 0 0 0 0,-1 0 0 0 0,1 0 0 0 0,-1 0 0 0 0,1 0 0 0 0,-1 0-1 0 0,1 0 1 0 0,-1 0 0 0 0,1 0 0 0 0,0 0 0 0 0,0 0 0 0 0,-1 0 0 0 0,1 0 0 0 0,0-1 0 0 0,0 1 0 0 0,0 0 0 0 0,0-1 0 0 0,0 1 0 0 0,0 0 0 0 0,0-1 0 0 0,2 1 0 0 0,3 2 8 0 0,-5-2-15 0 0,-1-1 0 0 0,1 1 0 0 0,0 0 0 0 0,0-1 0 0 0,0 1 0 0 0,0-1 0 0 0,0 1 0 0 0,-1-1 0 0 0,1 1 0 0 0,0-1 0 0 0,0 0 0 0 0,0 0 0 0 0,0 1 0 0 0,0-1 0 0 0,0 0 0 0 0,0 0 0 0 0,1 0 0 0 0,-1 0 0 0 0,0 0 0 0 0,0 0 0 0 0,0 0 0 0 0,0 0 0 0 0,0-1 0 0 0,1 1 0 0 0,1-2 0 0 0,-2 2 0 0 0,0 1 0 0 0,1-2 0 0 0,-1 1 0 0 0,0 0 0 0 0,1 0 0 0 0,-1 0 0 0 0,0 0 0 0 0,0-1 0 0 0,1 1 0 0 0,-1-1 0 0 0,0 1 0 0 0,0-1 0 0 0,0 1 0 0 0,0-1 0 0 0,0 0 0 0 0,0 1 0 0 0,0-1 0 0 0,0 0 0 0 0,0 0 0 0 0,0 0 0 0 0,0 0 0 0 0,0 0 0 0 0,0 0 0 0 0,-1 0 0 0 0,1 0 0 0 0,0-1 0 0 0,1-2 0 0 0,14-13 0 0 0,0-2 0 0 0,-2 0 0 0 0,0 0 0 0 0,21-43 0 0 0,-23 40 0 0 0,26-41 0 0 0,-38 62 0 0 0,0 1 0 0 0,0 0 0 0 0,0 0 0 0 0,0-1 0 0 0,0 1 0 0 0,0 0 0 0 0,0 0 0 0 0,0 0 0 0 0,0 0 0 0 0,0-1 0 0 0,0 1 0 0 0,0 0 0 0 0,0 0 0 0 0,1 0 0 0 0,-1 0 0 0 0,0-1 0 0 0,0 1 0 0 0,0 0 0 0 0,0 0 0 0 0,0 0 0 0 0,0 0 0 0 0,1 0 0 0 0,-1-1 0 0 0,0 1 0 0 0,0 0 0 0 0,0 0 0 0 0,0 0 0 0 0,0 0 0 0 0,1 0 0 0 0,-1 0 0 0 0,0 0 0 0 0,0 0 0 0 0,0 0 0 0 0,1 0 0 0 0,-1 0 0 0 0,0 0 0 0 0,0 0 0 0 0,0-1 0 0 0,0 1 0 0 0,1 1 0 0 0,-1-1 0 0 0,0 0 0 0 0,0 0 0 0 0,0 0 0 0 0,1 0 0 0 0,-1 0 0 0 0,0 0 0 0 0,10 20 0 0 0,10 46 0 0 0,-17-53 0 0 0,0 0 0 0 0,1-1 0 0 0,0 1 0 0 0,10 18 0 0 0,-12-24 0 0 0,18 12 0 0 0,-18-17 0 0 0,1 0 0 0 0,0 0 0 0 0,0 0 0 0 0,0 0 0 0 0,0-1 0 0 0,1 1 0 0 0,-1-1 0 0 0,0 0 0 0 0,1 0 0 0 0,-1 0 0 0 0,1 0 0 0 0,-1-1 0 0 0,1 1 0 0 0,-1-1 0 0 0,1 0 0 0 0,-1 0 0 0 0,1-1 0 0 0,-1 1 0 0 0,1 0 0 0 0,-1-1 0 0 0,1 0 0 0 0,-1 0 0 0 0,0 0 0 0 0,1 0 0 0 0,5-4 0 0 0,2-2 0 0 0,0 0 0 0 0,-1-1 0 0 0,0 0 0 0 0,0-1 0 0 0,11-13 0 0 0,-2 3 0 0 0,44-36-721 0 0,-57 46 557 0 0,-6 8 202 0 0,0 0 0 0 0,0 1 0 0 0,0-1 0 0 0,1 0 0 0 0,-1 1 0 0 0,0-1 0 0 0,0 0 0 0 0,1 1 0 0 0,-1-1 0 0 0,1 0 0 0 0,-1 1 0 0 0,1-1 0 0 0,-1 1 0 0 0,1-1 0 0 0,-1 1 0 0 0,1-1 0 0 0,-1 1 0 0 0,1-1 0 0 0,0 1 0 0 0,-1 0 0 0 0,2-1 0 0 0,6 2 9 0 0,-5 21-45 0 0,-3-14-2 0 0,1 0 0 0 0,1 0 0 0 0,-1 0 0 0 0,1 0 0 0 0,0-1 0 0 0,1 1 0 0 0,0 0 0 0 0,0-1 0 0 0,1 0 0 0 0,5 9 0 0 0,16 32-190 0 0,-19-40-114 0 0,10 5-20103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39.16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124 237 1428 0 0,'0'0'1820'0'0,"-8"22"3737"0"0,4-4-2381 0 0,0 1-1 0 0,-2 33 1 0 0,6-19-1037 0 0,1 1 1 0 0,1-1-1 0 0,2 1 1 0 0,12 47-1 0 0,-15-76-1769 0 0,0 0-1 0 0,1 0 1 0 0,-1 0-1 0 0,1-1 1 0 0,0 1-1 0 0,0-1 0 0 0,5 7 1 0 0,-6-9 217 0 0,-2-8-547 0 0,-11-43-107 0 0,-2 2 0 0 0,-2 0 0 0 0,-2 1 0 0 0,-27-51-1 0 0,38 84 54 0 0,1 0 0 0 0,1-1-1 0 0,0 0 1 0 0,1 0 0 0 0,1 0-1 0 0,-3-25 1 0 0,5 32-9 0 0,0 1-1 0 0,1-1 1 0 0,0 0 0 0 0,1 0-1 0 0,-1 0 1 0 0,1 1 0 0 0,0-1-1 0 0,1 0 1 0 0,0 1 0 0 0,0-1-1 0 0,0 1 1 0 0,1-1 0 0 0,0 1 0 0 0,0 0-1 0 0,1 0 1 0 0,3-5 0 0 0,0 4-45 0 0,1 1 1 0 0,-1 0 0 0 0,1 0-1 0 0,0 0 1 0 0,0 1-1 0 0,0 0 1 0 0,1 1 0 0 0,0 0-1 0 0,0 0 1 0 0,0 1 0 0 0,0 0-1 0 0,14-2 1 0 0,9-1-223 0 0,0 2 1 0 0,41-1-1 0 0,-68 5 276 0 0,0-1 1 0 0,-1 2-1 0 0,1-1 0 0 0,0 0 0 0 0,-1 1 0 0 0,1 0 0 0 0,-1 0 0 0 0,1 0 0 0 0,-1 0 0 0 0,1 1 0 0 0,-1 0 0 0 0,8 4 0 0 0,-11-5 62 0 0,1 0-1 0 0,-1 1 1 0 0,0-1-1 0 0,1 1 1 0 0,-1-1-1 0 0,0 1 1 0 0,0 0-1 0 0,0-1 0 0 0,0 1 1 0 0,-1 0-1 0 0,1 0 1 0 0,0 0-1 0 0,-1 0 1 0 0,1 0-1 0 0,-1-1 1 0 0,0 1-1 0 0,1 0 1 0 0,-1 0-1 0 0,0 0 1 0 0,0 0-1 0 0,0 0 1 0 0,-1 0-1 0 0,1 0 1 0 0,0 0-1 0 0,-1 0 1 0 0,1 0-1 0 0,-1 0 1 0 0,0-1-1 0 0,1 1 1 0 0,-3 3-1 0 0,-7 17 133 0 0,-1-2 0 0 0,-1 1 1 0 0,-1-1-1 0 0,0-1 0 0 0,-2 0 0 0 0,0-1 0 0 0,-25 23 0 0 0,37-34-180 0 0,0-2 1 0 0,-29 19-17 0 0,30-23-277 0 0,9-4-2547 0 0,40-31-1878 0 0,-29 20-262 0 0,-2 0-3356 0 0,-3 2 1819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0.568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44 91 308 0 0,'0'0'5801'0'0,"-5"3"-3932"0"0,2-2-1469 0 0,0 1 0 0 0,0 0 0 0 0,1 0 1 0 0,-1 0-1 0 0,1 1 0 0 0,-1-1 0 0 0,1 0 0 0 0,0 1 0 0 0,0 0 0 0 0,0-1 0 0 0,1 1 0 0 0,-1 0 1 0 0,0 0-1 0 0,1 0 0 0 0,0 0 0 0 0,0 0 0 0 0,0 1 0 0 0,0-1 0 0 0,0 0 0 0 0,1 0 0 0 0,-1 1 1 0 0,1-1-1 0 0,0 0 0 0 0,0 1 0 0 0,0-1 0 0 0,1 5 0 0 0,1-2 27 0 0,0 13 551 0 0,2 0-1 0 0,1-1 0 0 0,0 1 1 0 0,1-1-1 0 0,1-1 0 0 0,0 1 1 0 0,1-1-1 0 0,20 28 1 0 0,-23-36-416 0 0,6 1 172 0 0,-10-10-745 0 0,-1-1 0 0 0,1 0 0 0 0,0 0 0 0 0,0 1 0 0 0,-1-1 0 0 0,1 0 0 0 0,0 0 1 0 0,-1 0-1 0 0,1 0 0 0 0,-1 0 0 0 0,1 1 0 0 0,-1-1 0 0 0,1 0 0 0 0,-1 0 0 0 0,0-1 0 0 0,0 1 1 0 0,1 0-1 0 0,-1 0 0 0 0,0 0 0 0 0,0-2 0 0 0,12-32-963 0 0,1 0 0 0 0,1 0-1 0 0,23-38 1 0 0,-21 43 291 0 0,51-89 141 0 0,-62 101 5812 0 0,-7 43-4708 0 0,1 0-1 0 0,1 0 1 0 0,1 0-1 0 0,1 0 1 0 0,5 26 0 0 0,-5-44-556 0 0,0-1 0 0 0,0 1 0 0 0,0-1 1 0 0,1 0-1 0 0,0 0 0 0 0,0 0 1 0 0,0 0-1 0 0,1-1 0 0 0,0 1 0 0 0,0-1 1 0 0,0 0-1 0 0,1 0 0 0 0,0 0 1 0 0,7 5-1 0 0,-2-3 20 0 0,0-1-1 0 0,0 0 1 0 0,0-1 0 0 0,1 0 0 0 0,-1 0 0 0 0,1-1 0 0 0,22 5-1 0 0,-16-5-175 0 0,1-1 0 0 0,-1-1 0 0 0,0-1 0 0 0,1 0 0 0 0,-1-1 0 0 0,1-1 0 0 0,-1-1 0 0 0,1 0 0 0 0,-1-1 0 0 0,0-1 0 0 0,20-8 0 0 0,-27 8-66 0 0,-1 0 0 0 0,0-1 0 0 0,0-1-1 0 0,0 1 1 0 0,-1-1 0 0 0,1-1 0 0 0,-1 0-1 0 0,-1 0 1 0 0,0 0 0 0 0,0-1 0 0 0,12-16 0 0 0,-17 19 200 0 0,1 1 0 0 0,0-1 0 0 0,-1 0 0 0 0,0 0 0 0 0,0 0 0 0 0,-1 0 0 0 0,1-1 0 0 0,-1 1 0 0 0,0 0 0 0 0,0-1 0 0 0,-1 1 0 0 0,0 0 0 0 0,0-1 0 0 0,0 1 0 0 0,0-1 0 0 0,-1 1 0 0 0,0 0 0 0 0,0-1 0 0 0,-1 1 0 0 0,1 0 0 0 0,-1 0 0 0 0,0 0 0 0 0,-1 0 0 0 0,-3-7 0 0 0,-2 2 238 0 0,0 0 0 0 0,0 0-1 0 0,-1 0 1 0 0,0 1 0 0 0,0 0 0 0 0,-13-8 0 0 0,10 6 235 0 0,12 10-416 0 0,-1 0-1 0 0,0 0 0 0 0,1 1 0 0 0,-1-1 0 0 0,0 0 0 0 0,0 0 0 0 0,0 1 1 0 0,0-1-1 0 0,0 1 0 0 0,0-1 0 0 0,0 0 0 0 0,0 1 0 0 0,0 0 0 0 0,0-1 1 0 0,0 1-1 0 0,0 0 0 0 0,0-1 0 0 0,0 1 0 0 0,0 0 0 0 0,-2 0 1 0 0,19 23 178 0 0,9 9 274 0 0,42 40 0 0 0,5 8 119 0 0,-70-76-612 0 0,-1 1 0 0 0,1-1 0 0 0,-1 1 0 0 0,0-1 0 0 0,0 1 0 0 0,0 0 0 0 0,-1 0 0 0 0,1-1 0 0 0,-1 1 0 0 0,-1 0 0 0 0,1 0 0 0 0,-1 5 0 0 0,-2-8 0 0 0,1 1 0 0 0,0-1 0 0 0,-1 0 0 0 0,1 0 0 0 0,-1 1 0 0 0,0-2 0 0 0,0 1 0 0 0,0 0 0 0 0,0 0 0 0 0,0-1 0 0 0,0 0 0 0 0,-6 2 0 0 0,-37 9 0 0 0,34-10 0 0 0,-2-1 0 0 0,-3-1 0 0 0,1-1 0 0 0,8 0-5 0 0,7 0-43 0 0,33-8-289 0 0,-15 4 310 0 0,0 1 0 0 0,0 0 0 0 0,19-1 0 0 0,-1 4-41 0 0,-1-2 0 0 0,1-2-1 0 0,-1-1 1 0 0,0-1 0 0 0,-1-2 0 0 0,0-2 0 0 0,44-19 0 0 0,-75 28 34 0 0,1 1 0 0 0,-1 0 0 0 0,0-1 0 0 0,1 1 1 0 0,-1-1-1 0 0,0 0 0 0 0,0 0 0 0 0,0 0 1 0 0,0 0-1 0 0,-1 0 0 0 0,1 0 0 0 0,0 0 0 0 0,-1-1 1 0 0,0 1-1 0 0,1 0 0 0 0,-1-1 0 0 0,0 0 0 0 0,0 1 1 0 0,0-1-1 0 0,-1 1 0 0 0,1-1 0 0 0,-1 0 0 0 0,1 0 1 0 0,-1 1-1 0 0,0-1 0 0 0,0 0 0 0 0,0 0 1 0 0,-1 1-1 0 0,1-1 0 0 0,-1 0 0 0 0,1 1 0 0 0,-1-1 1 0 0,0 0-1 0 0,0 1 0 0 0,-2-5 0 0 0,0 1 97 0 0,0 0 0 0 0,-1 0 0 0 0,0 0 0 0 0,0 0 0 0 0,0 1 0 0 0,0 0 0 0 0,-1 0 0 0 0,0 0 0 0 0,0 0 0 0 0,-1 1 0 0 0,1 0 1 0 0,-1 0-1 0 0,-9-4 0 0 0,-35-16 1307 0 0,43 23-1363 0 0,-7 6-7 0 0,6 6 0 0 0,7 3 0 0 0,1-9 0 0 0,1 0 0 0 0,0 0 0 0 0,-1 0 0 0 0,2 0 0 0 0,-1-1 0 0 0,1 1 0 0 0,0-1 0 0 0,0 1 0 0 0,0-1 0 0 0,0 1 0 0 0,1-1 0 0 0,-1 0 0 0 0,1 0 0 0 0,1 0 0 0 0,-1-1 0 0 0,0 1 0 0 0,1-1 0 0 0,3 4 0 0 0,6 5 0 0 0,-5-4 0 0 0,1-1 0 0 0,-1 0 0 0 0,2 0 0 0 0,11 6 0 0 0,-16-10 0 0 0,34 17 0 0 0,-33-13 0 0 0,-21 3 0 0 0,-7-9 0 0 0,8-2 0 0 0,1 0 0 0 0,12 1 0 0 0,1 0 0 0 0,0 0 0 0 0,-1 0 0 0 0,1 0 0 0 0,0 0 0 0 0,0 0 0 0 0,-1 0 0 0 0,1 0 0 0 0,0 0 0 0 0,-1 0 0 0 0,1-1 0 0 0,0 1 0 0 0,0 0 0 0 0,-1 0 0 0 0,1 0 0 0 0,0 0 0 0 0,0-1 0 0 0,-1 1 0 0 0,1 0 0 0 0,0 0 0 0 0,0-1 0 0 0,0 1 0 0 0,0 0 0 0 0,-1 0 0 0 0,1-1 0 0 0,0 1 0 0 0,0 0 0 0 0,0 0 0 0 0,0-1 0 0 0,0 1 0 0 0,0 0 0 0 0,0-1 0 0 0,0 1 0 0 0,-1 0 0 0 0,1-1 0 0 0,0 1 0 0 0,0 0 0 0 0,1 0 0 0 0,-1-1 0 0 0,0 1 0 0 0,0 0 0 0 0,0-1 0 0 0,0 1 0 0 0,0 0 0 0 0,0-1 0 0 0,0 1 0 0 0,0 0 0 0 0,0 0 0 0 0,1-1 0 0 0,-1 1 0 0 0,0 0 0 0 0,0 0 0 0 0,0-1 0 0 0,1 1 0 0 0,-1 0 0 0 0,2-2 0 0 0,0 0 0 0 0,0 1 0 0 0,-1 0 0 0 0,1-1 0 0 0,0 1 0 0 0,1 0 0 0 0,-1 0 0 0 0,0 0 0 0 0,0 0 0 0 0,0 0 0 0 0,1 0 0 0 0,-1 1 0 0 0,0-1 0 0 0,1 1 0 0 0,3-1 0 0 0,32-1 0 0 0,1 2 0 0 0,-1 1 0 0 0,64 11 0 0 0,-24-3 0 0 0,-47-6-1 0 0,6 2-1 0 0,0-2 0 0 0,0-1 1 0 0,1-2-1 0 0,-1-1 0 0 0,51-9 0 0 0,-84 9-50 0 0,0 0 1 0 0,0 0-1 0 0,0-1 0 0 0,0 1 0 0 0,0-1 0 0 0,0 0 1 0 0,0 0-1 0 0,0 0 0 0 0,-1 0 0 0 0,1-1 1 0 0,-1 1-1 0 0,0-1 0 0 0,0 0 0 0 0,0 0 1 0 0,0 0-1 0 0,4-7 0 0 0,-4 5 48 0 0,-1-1-1 0 0,1 1 0 0 0,-1-1 1 0 0,-1 0-1 0 0,1 0 0 0 0,-1 0 1 0 0,0 0-1 0 0,0 0 1 0 0,-1 0-1 0 0,0-9 0 0 0,0 12 54 0 0,0 1 0 0 0,0 0 1 0 0,0-1-1 0 0,-1 1 0 0 0,1-1 0 0 0,-1 1 0 0 0,1 0 0 0 0,-1-1 0 0 0,0 1 0 0 0,-2-3 0 0 0,-4-13 333 0 0,20 93-361 0 0,-6-48-21 0 0,17 44 0 0 0,-18-63 0 0 0,1 1 0 0 0,-2-3-264 0 0,-4-5-1163 0 0,1-7-4693 0 0,2-14 2414 0 0,-3 3-4335 0 0,-1 1 613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0.723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0 0 348 0 0,'1'2'18198'0'0,"10"14"-17544"0"0,35 32 1775 0 0,1-10-4379 0 0,-28-26-371 0 0,0 0-6546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1.237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161 43 1788 0 0,'-2'-2'848'0'0,"-1"0"-1"0"0,0 0 0 0 0,0 0 1 0 0,0 0-1 0 0,-1 0 0 0 0,1 1 1 0 0,0-1-1 0 0,-1 1 1 0 0,1 0-1 0 0,0 0 0 0 0,-1 0 1 0 0,0 0-1 0 0,-6 0 1 0 0,6 1-182 0 0,-1 1 0 0 0,1-1 1 0 0,0 1-1 0 0,-1-1 0 0 0,1 1 1 0 0,0 0-1 0 0,-1 1 0 0 0,1-1 1 0 0,0 1-1 0 0,-5 3 0 0 0,5-3-249 0 0,0 0 0 0 0,0 1 0 0 0,0-1-1 0 0,1 1 1 0 0,-1 0 0 0 0,1 0-1 0 0,0 1 1 0 0,0-1 0 0 0,0 1 0 0 0,0-1-1 0 0,1 1 1 0 0,-1 0 0 0 0,1 0 0 0 0,0 0-1 0 0,0 0 1 0 0,0 0 0 0 0,1 1 0 0 0,0-1-1 0 0,0 0 1 0 0,0 1 0 0 0,-1 6-1 0 0,3-9-356 0 0,-1 0 0 0 0,1-1 0 0 0,-1 1 0 0 0,1-1 0 0 0,0 1 0 0 0,0-1 0 0 0,-1 1-1 0 0,1-1 1 0 0,0 0 0 0 0,0 1 0 0 0,0-1 0 0 0,1 0 0 0 0,-1 0 0 0 0,0 0 0 0 0,0 0-1 0 0,1 0 1 0 0,-1 0 0 0 0,1 0 0 0 0,-1 0 0 0 0,1-1 0 0 0,-1 1 0 0 0,1 0 0 0 0,2 0-1 0 0,36 11 153 0 0,-32-11-432 0 0,1 0 0 0 0,0 0 0 0 0,0 0-1 0 0,0-1 1 0 0,1-1 0 0 0,-1 0 0 0 0,-1 0 0 0 0,14-3-1 0 0,-17 3 65 0 0,0-1-1 0 0,0 0 0 0 0,0 1 0 0 0,0-1 0 0 0,-1-1 0 0 0,1 1 0 0 0,-1-1 1 0 0,0 0-1 0 0,0 0 0 0 0,0 0 0 0 0,0 0 0 0 0,0-1 0 0 0,-1 1 0 0 0,1-1 1 0 0,-1 0-1 0 0,4-6 0 0 0,6-13 530 0 0,30-36 1 0 0,-42 57-302 0 0,0 0 0 0 0,0 1 0 0 0,1-1 0 0 0,-1 0 0 0 0,1 1 0 0 0,-1-1 0 0 0,1 1 0 0 0,0 0 0 0 0,-1 0 0 0 0,1-1 0 0 0,0 1 1 0 0,0 0-1 0 0,0 0 0 0 0,0 1 0 0 0,0-1 0 0 0,0 0 0 0 0,0 1 0 0 0,0-1 0 0 0,0 1 0 0 0,0-1 0 0 0,0 1 0 0 0,0 0 0 0 0,0 0 1 0 0,1 0-1 0 0,3 1 0 0 0,-1 1 103 0 0,1 1 0 0 0,-1-1 0 0 0,0 1 0 0 0,1 0 0 0 0,-1 1 0 0 0,-1-1 0 0 0,8 7 0 0 0,-1-1-63 0 0,9 7 299 0 0,-7-5-808 0 0,1 0 0 0 0,25 15 0 0 0,-36-24 107 0 0,1 0 0 0 0,0-1 1 0 0,0 1-1 0 0,-1-1 0 0 0,1 1 1 0 0,0-1-1 0 0,0 0 0 0 0,1-1 1 0 0,-1 1-1 0 0,0-1 0 0 0,0 1 1 0 0,0-1-1 0 0,0-1 0 0 0,0 1 1 0 0,0-1-1 0 0,6-1 0 0 0,-5 0-179 0 0,0-1 0 0 0,0 0 0 0 0,0 0-1 0 0,0 0 1 0 0,-1-1 0 0 0,1 1 0 0 0,-1-1 0 0 0,0-1-1 0 0,0 1 1 0 0,0 0 0 0 0,4-7 0 0 0,-8 9 495 0 0,15-8-1678 0 0,9 6-13310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1.814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71 44 788 0 0,'-28'-27'7620'0'0,"12"11"6490"0"0,14 19-13104 0 0,-2 3-582 0 0,1 1 0 0 0,0 0 0 0 0,0 0-1 0 0,0 1 1 0 0,1-1 0 0 0,0 1 0 0 0,1-1-1 0 0,-1 1 1 0 0,1 0 0 0 0,1 12 0 0 0,3 85 1616 0 0,-3-104-2019 0 0,1 8 124 0 0,1 38 330 0 0,2 0 0 0 0,3 0 0 0 0,1 0 0 0 0,25 77 0 0 0,-10-58-475 0 0,-14-41 0 0 0,0 1 0 0 0,25 46 0 0 0,7 8-465 0 0,-40-78-565 0 0,-1-16-1934 0 0,-1 1 1315 0 0,0 0 0 0 0,-1-1-1 0 0,-1 1 1 0 0,0 0 0 0 0,-8-20-1 0 0,-12-13-7112 0 0,-1 12 3336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2.361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15 178 608 0 0,'-15'-6'2924'0'0,"57"22"8378"0"0,-15-4-9584 0 0,0-1 1 0 0,0-1-1 0 0,55 11 0 0 0,-53-19-1551 0 0,0-1 0 0 0,-1-1 0 0 0,1-1-1 0 0,0-2 1 0 0,38-9 0 0 0,-49 8-462 0 0,-1 0 0 0 0,0-2 0 0 0,0 0 0 0 0,0-1 0 0 0,-1-1-1 0 0,0-1 1 0 0,-1 0 0 0 0,0-1 0 0 0,23-19 0 0 0,-34 26 320 0 0,-1-1 0 0 0,0 1 0 0 0,0-1 0 0 0,0 0 0 0 0,0 0 0 0 0,0 0 1 0 0,-1-1-1 0 0,0 1 0 0 0,0-1 0 0 0,0 1 0 0 0,0-1 0 0 0,-1 0 0 0 0,0 0 0 0 0,0 1 0 0 0,1-11 0 0 0,-2 13 128 0 0,0-1 0 0 0,0 1 0 0 0,0 0 0 0 0,0-1 0 0 0,-1 1 0 0 0,1 0 0 0 0,-1-1 0 0 0,0 1 0 0 0,1 0 0 0 0,-1 0 0 0 0,0 0 0 0 0,0-1 0 0 0,0 1 0 0 0,-1 0 0 0 0,1 0 0 0 0,0 1 0 0 0,-1-1 0 0 0,0 0 0 0 0,1 0 0 0 0,-1 1 0 0 0,0-1 0 0 0,0 1 0 0 0,0-1 0 0 0,0 1 0 0 0,0 0 0 0 0,0 0 0 0 0,0 0 0 0 0,0 0 0 0 0,0 0 0 0 0,0 0 0 0 0,-1 1 0 0 0,-3-2 0 0 0,1 2 54 0 0,1 0-1 0 0,0 0 1 0 0,-1 0 0 0 0,1 0 0 0 0,0 0-1 0 0,-1 1 1 0 0,1 0 0 0 0,0 0-1 0 0,0 0 1 0 0,0 1 0 0 0,-1-1 0 0 0,1 1-1 0 0,1 0 1 0 0,-1 0 0 0 0,0 0-1 0 0,0 1 1 0 0,1-1 0 0 0,-1 1 0 0 0,1 0-1 0 0,-4 4 1 0 0,-2 3 375 0 0,0 0 0 0 0,1 0-1 0 0,0 1 1 0 0,-13 23 0 0 0,20-32-568 0 0,1 1 0 0 0,-1-1 0 0 0,0 0 0 0 0,0 1 0 0 0,1-1 0 0 0,0 1 0 0 0,-1-1 0 0 0,1 1 0 0 0,0-1 0 0 0,0 1 1 0 0,1-1-1 0 0,-1 1 0 0 0,0-1 0 0 0,1 1 0 0 0,-1-1 0 0 0,1 1 0 0 0,0-1 0 0 0,0 0 0 0 0,0 1 0 0 0,0-1 0 0 0,0 0 0 0 0,1 0 0 0 0,1 2 0 0 0,-1 0-16 0 0,0-1 0 0 0,1 0-1 0 0,-1 0 1 0 0,1 0 0 0 0,0 0 0 0 0,0 0-1 0 0,0-1 1 0 0,0 1 0 0 0,0-1 0 0 0,1 0-1 0 0,5 3 1 0 0,1-2-336 0 0,0-1-1 0 0,0 0 1 0 0,1 0 0 0 0,-1-1 0 0 0,0 0-1 0 0,1-1 1 0 0,-1 0 0 0 0,1 0 0 0 0,-1-1-1 0 0,1-1 1 0 0,-1 0 0 0 0,0 0 0 0 0,0-1-1 0 0,0-1 1 0 0,0 1 0 0 0,-1-1 0 0 0,1-1-1 0 0,-1 0 1 0 0,16-12 0 0 0,-1-16-218 0 0,-11 12 1482 0 0,-12 19-437 0 0,-1 2-470 0 0,0 0-1 0 0,0 0 1 0 0,0 0 0 0 0,0 0-1 0 0,0-1 1 0 0,0 1 0 0 0,0 0-1 0 0,0 0 1 0 0,0 0 0 0 0,0 0-1 0 0,0-1 1 0 0,0 1 0 0 0,0 0-1 0 0,0 0 1 0 0,0 0 0 0 0,1 0 0 0 0,-1-1-1 0 0,0 1 1 0 0,0 0 0 0 0,0 0-1 0 0,0 0 1 0 0,0 0 0 0 0,0 0-1 0 0,0 0 1 0 0,1 0 0 0 0,-1-1-1 0 0,0 1 1 0 0,0 0 0 0 0,0 0-1 0 0,0 0 1 0 0,0 0 0 0 0,1 0-1 0 0,-1 0 1 0 0,0 0 0 0 0,0 0-1 0 0,0 0 1 0 0,0 0 0 0 0,1 0-1 0 0,-1 0 1 0 0,0 0 0 0 0,0 0-1 0 0,0 0 1 0 0,0 0 0 0 0,0 0-1 0 0,1 0 1 0 0,-1 0 0 0 0,0 0-1 0 0,0 0 1 0 0,0 0 0 0 0,0 0-1 0 0,1 0 1 0 0,-1 0 0 0 0,0 0-1 0 0,0 0 1 0 0,0 0 0 0 0,0 1-1 0 0,0-1 1 0 0,1 0 0 0 0,-1 0-1 0 0,0 0 1 0 0,0 0 0 0 0,0 0-1 0 0,0 0 1 0 0,0 1 0 0 0,0-1-1 0 0,0 0 1 0 0,0 0 0 0 0,16 30 343 0 0,-12-19-277 0 0,2 0 0 0 0,-1 0 0 0 0,2-1 0 0 0,-1 0 0 0 0,10 11 0 0 0,-7-9-507 0 0,-9-10 176 0 0,1 0 0 0 0,0 0 0 0 0,0-1 0 0 0,0 1-1 0 0,1 0 1 0 0,-1 0 0 0 0,0-1 0 0 0,1 1 0 0 0,-1-1 0 0 0,1 1 0 0 0,-1-1 0 0 0,1 0 0 0 0,0 0 0 0 0,-1 0 0 0 0,1 0 0 0 0,0 0 0 0 0,0 0 0 0 0,0 0 0 0 0,3 1 0 0 0,17-4-4181 0 0,2-6-4946 0 0,-12 2 3825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2.705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206 26 1404 0 0,'-21'-8'8578'0'0,"3"1"-4363"0"0,15 5-3752 0 0,1 1 1 0 0,0 0 0 0 0,-1 0 0 0 0,1 0 0 0 0,-1 0 0 0 0,1 0 0 0 0,-1 1 0 0 0,1-1 0 0 0,-1 1-1 0 0,0 0 1 0 0,1-1 0 0 0,-1 1 0 0 0,1 0 0 0 0,-1 1 0 0 0,0-1 0 0 0,1 0 0 0 0,-1 1 0 0 0,1-1-1 0 0,-1 1 1 0 0,-3 2 0 0 0,-5 2 276 0 0,0 0 0 0 0,0 1-1 0 0,1 0 1 0 0,0 1 0 0 0,0 1 0 0 0,1-1-1 0 0,-9 10 1 0 0,16-16-678 0 0,1 1 0 0 0,-1-1 0 0 0,1 1 0 0 0,-1 0 0 0 0,1-1 0 0 0,0 1 0 0 0,-1 0 0 0 0,1 0 0 0 0,0 0-1 0 0,0 0 1 0 0,0 0 0 0 0,0 0 0 0 0,1 0 0 0 0,-1 0 0 0 0,1 0 0 0 0,-1 0 0 0 0,1 1 0 0 0,0-1 0 0 0,0 0 0 0 0,-1 0 0 0 0,2 1 0 0 0,-1-1 0 0 0,0 0 0 0 0,0 0 0 0 0,1 0-1 0 0,-1 0 1 0 0,1 1 0 0 0,0-1 0 0 0,-1 0 0 0 0,1 0 0 0 0,0 0 0 0 0,0 0 0 0 0,1-1 0 0 0,-1 1 0 0 0,0 0 0 0 0,0 0 0 0 0,1-1 0 0 0,-1 1 0 0 0,1 0 0 0 0,0-1-1 0 0,-1 0 1 0 0,1 1 0 0 0,0-1 0 0 0,0 0 0 0 0,0 0 0 0 0,4 2 0 0 0,2 1-98 0 0,1-1 1 0 0,0 0-1 0 0,-1 0 0 0 0,1-1 0 0 0,1 0 1 0 0,-1-1-1 0 0,0 0 0 0 0,0 0 0 0 0,0-1 1 0 0,1 0-1 0 0,-1 0 0 0 0,0-1 1 0 0,0-1-1 0 0,0 1 0 0 0,0-2 0 0 0,16-5 1 0 0,-14 4-533 0 0,0 0 0 0 0,0-1 1 0 0,0 0-1 0 0,-1-1 0 0 0,18-13 0 0 0,-23 14-229 0 0,1 1-1 0 0,-1-1 0 0 0,0 0 0 0 0,0-1 0 0 0,-1 1 0 0 0,0-1 0 0 0,0 0 0 0 0,0 0 0 0 0,5-12 0 0 0,-1-16-9470 0 0,-4 16 4362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19:43.542"/>
    </inkml:context>
    <inkml:brush xml:id="br0">
      <inkml:brushProperty name="width" value="0.035" units="cm"/>
      <inkml:brushProperty name="height" value="0.035" units="cm"/>
      <inkml:brushProperty name="color" value="#5B2D90"/>
    </inkml:brush>
  </inkml:definitions>
  <inkml:trace contextRef="#ctx0" brushRef="#br0">73 0 1052 0 0,'-16'4'6247'0'0,"12"-2"-5700"0"0,0 0-1 0 0,0 1 0 0 0,1 0 1 0 0,-1 0-1 0 0,1 0 0 0 0,-1 0 1 0 0,1 1-1 0 0,0-1 0 0 0,0 1 1 0 0,0 0-1 0 0,1 0 0 0 0,-1 0 0 0 0,1 0 1 0 0,0 0-1 0 0,0 0 0 0 0,0 1 1 0 0,1-1-1 0 0,0 1 0 0 0,0-1 1 0 0,0 1-1 0 0,0 0 0 0 0,1-1 1 0 0,-1 10-1 0 0,1 11 700 0 0,2 0 0 0 0,0 0 0 0 0,7 33 0 0 0,-5-36-490 0 0,6 22 1140 0 0,28 79 0 0 0,-17-62-741 0 0,12 11-844 0 0,-29-64-780 0 0,-3-6-24 0 0,-15-94-11043 0 0,14 86 11029 0 0,1 0 0 0 0,0 1 0 0 0,0-1 0 0 0,1 1 0 0 0,-1 0 0 0 0,6-10 0 0 0,-6 11 641 0 0,1 1 1 0 0,0-1-1 0 0,-1 1 1 0 0,1 0-1 0 0,1 0 1 0 0,-1 0 0 0 0,0 0-1 0 0,1 0 1 0 0,0 0-1 0 0,4-3 1 0 0,-4 4 1214 0 0,30 18 2072 0 0,-22-7-3041 0 0,0 0 1 0 0,0-1-1 0 0,1 0 0 0 0,0-1 0 0 0,0-1 1 0 0,0 0-1 0 0,1 0 0 0 0,0-1 1 0 0,0-1-1 0 0,1 0 0 0 0,13 2 0 0 0,-12-4-510 0 0,-1 0 0 0 0,0-1 0 0 0,1 0-1 0 0,-1-1 1 0 0,1-1 0 0 0,-1-1-1 0 0,1 0 1 0 0,-1 0 0 0 0,0-1 0 0 0,0-1-1 0 0,0-1 1 0 0,-1 0 0 0 0,1 0-1 0 0,-1-2 1 0 0,0 1 0 0 0,-1-2-1 0 0,15-10 1 0 0,-25 17 213 0 0,1-1 1 0 0,-1 0-1 0 0,0 0 0 0 0,0 0 0 0 0,0 0 0 0 0,0 0 0 0 0,0-1 0 0 0,0 1 1 0 0,0-1-1 0 0,-1 1 0 0 0,0-1 0 0 0,1 1 0 0 0,-1-1 0 0 0,0 0 1 0 0,0 0-1 0 0,0 0 0 0 0,0 0 0 0 0,-1 1 0 0 0,1-1 0 0 0,-1 0 1 0 0,0 0-1 0 0,0 0 0 0 0,0 0 0 0 0,0 0 0 0 0,0 0 0 0 0,-1 0 0 0 0,1 0 1 0 0,-1 0-1 0 0,0 0 0 0 0,0 0 0 0 0,0 1 0 0 0,0-1 0 0 0,-1 0 1 0 0,1 1-1 0 0,-1-1 0 0 0,1 1 0 0 0,-4-4 0 0 0,3 3 63 0 0,0 1-1 0 0,-1-1 0 0 0,1 1 0 0 0,-1 0 1 0 0,0 0-1 0 0,1 0 0 0 0,-1 1 1 0 0,0-1-1 0 0,0 0 0 0 0,0 1 1 0 0,0 0-1 0 0,0 0 0 0 0,-1 0 0 0 0,1 0 1 0 0,0 0-1 0 0,0 1 0 0 0,-1-1 1 0 0,1 1-1 0 0,0 0 0 0 0,-1 0 0 0 0,1 0 1 0 0,0 1-1 0 0,-1-1 0 0 0,1 1 1 0 0,0 0-1 0 0,0 0 0 0 0,-1 0 1 0 0,1 0-1 0 0,0 0 0 0 0,0 1 0 0 0,0-1 1 0 0,1 1-1 0 0,-4 2 0 0 0,1 2-85 0 0,0 0 0 0 0,1 0 0 0 0,-1 1-1 0 0,1 0 1 0 0,1 0 0 0 0,-1 0 0 0 0,1 0-1 0 0,1 0 1 0 0,-1 1 0 0 0,1-1 0 0 0,0 1-1 0 0,1 0 1 0 0,-1 14 0 0 0,2-19-60 0 0,0 1 0 0 0,1-1-1 0 0,0 1 1 0 0,0-1 0 0 0,0 1 0 0 0,0-1 0 0 0,0 0 0 0 0,1 1-1 0 0,-1-1 1 0 0,1 0 0 0 0,0 0 0 0 0,0 0 0 0 0,0 0-1 0 0,0 0 1 0 0,1-1 0 0 0,-1 1 0 0 0,1-1 0 0 0,0 1-1 0 0,-1-1 1 0 0,1 0 0 0 0,0 0 0 0 0,0 0 0 0 0,0-1 0 0 0,1 1-1 0 0,-1-1 1 0 0,0 1 0 0 0,1-1 0 0 0,-1 0 0 0 0,1-1-1 0 0,-1 1 1 0 0,7 0 0 0 0,-4-1-112 0 0,1 0 1 0 0,0 0-1 0 0,-1 0 1 0 0,1-1-1 0 0,0 0 1 0 0,-1-1-1 0 0,1 0 1 0 0,-1 0-1 0 0,1 0 1 0 0,-1 0-1 0 0,0-1 1 0 0,8-5-1 0 0,4-4 141 0 0,-1-1-1 0 0,25-24 1 0 0,-29 25 146 0 0,1-1 0 0 0,1 2 0 0 0,0 0 0 0 0,23-13 0 0 0,-33 22-140 0 0,0 0 0 0 0,1 0 1 0 0,-1 0-1 0 0,1 1 1 0 0,0 0-1 0 0,0 0 0 0 0,-1 0 1 0 0,1 1-1 0 0,0 0 0 0 0,0 0 1 0 0,-1 0-1 0 0,1 1 1 0 0,11 2-1 0 0,-12-2-35 0 0,-3-1 0 0 0,0-1 0 0 0,0 1 0 0 0,1 0 0 0 0,-1 1 0 0 0,0-1 0 0 0,0 0 0 0 0,0 1 0 0 0,0-1 0 0 0,0 1 0 0 0,0-1 0 0 0,0 1 0 0 0,0 0 0 0 0,-1 0 0 0 0,1 0 0 0 0,0 0 0 0 0,0 0 0 0 0,-1 0 0 0 0,1 1 0 0 0,0-1 0 0 0,-1 1 0 0 0,0-1 0 0 0,1 1 0 0 0,-1-1 0 0 0,0 1 0 0 0,0 0 0 0 0,0 0 0 0 0,0-1 0 0 0,0 1 0 0 0,0 0 0 0 0,0 0 0 0 0,0 0 0 0 0,-1 0 0 0 0,1 0 0 0 0,-1 0 0 0 0,0 0 0 0 0,0 0 0 0 0,1 0 0 0 0,-1 3 0 0 0,-2 29 0 0 0,0-20 0 0 0,1 1 0 0 0,1-1 0 0 0,2 21 0 0 0,-1-30 0 0 0,0 0 0 0 0,0 0 0 0 0,0 0 0 0 0,1 0 0 0 0,0 0 0 0 0,0-1 0 0 0,0 1 0 0 0,0-1 0 0 0,1 1 0 0 0,0-1 0 0 0,0 0 0 0 0,0 0 0 0 0,0 0 0 0 0,6 5 0 0 0,1-5 0 0 0,-8-4 5 0 0,1 0 0 0 0,-1 0 0 0 0,0 0 1 0 0,1 0-1 0 0,-1-1 0 0 0,0 1 0 0 0,0-1 0 0 0,1 1 0 0 0,-1-1 0 0 0,0 0 0 0 0,0 0 1 0 0,0 0-1 0 0,0 0 0 0 0,0 0 0 0 0,0-1 0 0 0,0 1 0 0 0,0-1 0 0 0,-1 1 0 0 0,1-1 1 0 0,-1 1-1 0 0,1-1 0 0 0,1-3 0 0 0,15-33-2767 0 0,-16 12-1529 0 0,-3 18-160 0 0,1-2-4259 0 0,0-8 1584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2.9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333 11 908 0 0,'0'-10'22691'0'0,"-3"14"-21684"0"0,-7 12-240 0 0,1 2 1 0 0,0-1-1 0 0,1 1 0 0 0,0 0 1 0 0,2 1-1 0 0,-7 30 1 0 0,5-17 626 0 0,-23 52 1 0 0,23-65-1395 0 0,-2-2 0 0 0,0 1 0 0 0,-1-1 0 0 0,-1-1 0 0 0,0 0 0 0 0,-1-1 0 0 0,-1 0 0 0 0,-1-1 0 0 0,0 0 0 0 0,0-2 0 0 0,-22 15 0 0 0,27-23 0 0 0,9-4 0 0 0,-1 0 0 0 0,1 0 0 0 0,-1 0 0 0 0,1 0 0 0 0,-1 0 0 0 0,1 0 0 0 0,0 0 0 0 0,-1-1 0 0 0,1 1 0 0 0,-1 0 0 0 0,1-1 0 0 0,0 1 0 0 0,-1-1 0 0 0,1 0 0 0 0,0 1 0 0 0,0-1 0 0 0,-1 0 0 0 0,1 0 0 0 0,0 1 0 0 0,0-1 0 0 0,0 0 0 0 0,0 0 0 0 0,0-1 0 0 0,0 1 0 0 0,0 0 0 0 0,0 0 0 0 0,1 0 0 0 0,-1 0 0 0 0,0-1 0 0 0,1 1 0 0 0,-1 0 0 0 0,1-1 0 0 0,-1 1 0 0 0,1 0 0 0 0,0-1 0 0 0,0 1 0 0 0,-1-3 0 0 0,1 2 0 0 0,-2-5 0 0 0,0-1 0 0 0,1 0 0 0 0,0 1 0 0 0,1-1 0 0 0,0-13 0 0 0,0 9 0 0 0,0 10 0 0 0,0 1 0 0 0,0 0 0 0 0,-1 0 0 0 0,1 0 0 0 0,0-1 0 0 0,0 1 0 0 0,0 0 0 0 0,1 0 0 0 0,-1 0 0 0 0,0 0 0 0 0,0-1 0 0 0,1 1 0 0 0,-1 0 0 0 0,0 0 0 0 0,1 0 0 0 0,0 0 0 0 0,-1 0 0 0 0,1 0 0 0 0,-1 0 0 0 0,2-2 0 0 0,1-1 0 0 0,-3 2 0 0 0,1 0 0 0 0,-1 1 0 0 0,0-1 0 0 0,1 0 0 0 0,0 0 0 0 0,-1 0 0 0 0,1 1 0 0 0,0-1 0 0 0,0 0 0 0 0,0 1 0 0 0,0-1 0 0 0,0 1 0 0 0,0-1 0 0 0,0 1 0 0 0,0-1 0 0 0,1 1 0 0 0,-1 0 0 0 0,1 0 0 0 0,-1 0 0 0 0,1 0 0 0 0,-1 0 0 0 0,4-2 0 0 0,0 0 0 0 0,2-1 0 0 0,-1 0 0 0 0,1 1 0 0 0,0-1 0 0 0,0 1 0 0 0,0 1 0 0 0,0 0 0 0 0,0 0 0 0 0,1 0 0 0 0,-1 1 0 0 0,1 0 0 0 0,-1 0 0 0 0,1 1 0 0 0,-1 0 0 0 0,15 1 0 0 0,9 3 0 0 0,62 14 0 0 0,-86-15 0 0 0,0-1 0 0 0,-1 1 0 0 0,1 0 0 0 0,-1 1 0 0 0,0 0 0 0 0,0 0 0 0 0,0 0 0 0 0,0 1 0 0 0,-1-1 0 0 0,0 1 0 0 0,0 1 0 0 0,0-1 0 0 0,-1 1 0 0 0,1 0 0 0 0,-1 0 0 0 0,-1 0 0 0 0,1 0 0 0 0,-1 1 0 0 0,0-1 0 0 0,-1 1 0 0 0,4 11 0 0 0,-6-15 0 0 0,3 6 0 0 0,-1 0 0 0 0,1 0 0 0 0,1 0 0 0 0,0 0 0 0 0,8 14 0 0 0,-5-13 0 0 0,1-5 0 0 0,8-9 0 0 0,-3-1 0 0 0,-1-1 0 0 0,0 1 0 0 0,12-8-2848 0 0,-9-1-7338 0 0,-11 9 5873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3.4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57 284 0 0,'-5'-11'23645'0'0,"25"15"-22861"0"0,0-1 0 0 0,0-1 0 0 0,0-1 1 0 0,0 0-1 0 0,40-6 0 0 0,-5-3 1282 0 0,58-17 1 0 0,-65 8-2218 0 0,-46 16-645 0 0,-9 3-4544 0 0,-3 1 4099 0 0,1 1-1 0 0,-1 0 1 0 0,1 0 0 0 0,-10 8 0 0 0,-23 15-10690 0 0,31-22 7240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3.6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 7589 0 0,'-42'40'1240'0'0,"40"-38"-647"0"0,-5 10 2473 0 0,7-10-2871 0 0,0-1 0 0 0,1 0 0 0 0,-1 0 0 0 0,0 0-1 0 0,0 0 1 0 0,1 1 0 0 0,-1-1 0 0 0,1 0-1 0 0,-1 0 1 0 0,1 0 0 0 0,0 0 0 0 0,-1 0 0 0 0,1 0-1 0 0,0 0 1 0 0,0 0 0 0 0,0 0 0 0 0,0 0-1 0 0,-1-1 1 0 0,1 1 0 0 0,0 0 0 0 0,0-1 0 0 0,2 2-1 0 0,35 11 3255 0 0,-22-10-2017 0 0,-1-1-1 0 0,33-1 1 0 0,-19-2 0 0 0,-5 1 20 0 0,0-1 0 0 0,0-1 0 0 0,34-8 0 0 0,-57 9-820 0 0,2 2-476 0 0,8 2-181 0 0,-8-3-310 0 0,-3 12-16323 0 0,0-7 13528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19.85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328 235 112 0 0,'0'0'14731'0'0,"1"-3"-12217"0"0,8-17 12666 0 0,-7 14-13357 0 0,0 2-3689 0 0,1-2 1897 0 0,-1 0-1 0 0,1 0 0 0 0,-1 0 1 0 0,0 0-1 0 0,0 0 0 0 0,-1-1 0 0 0,0 1 1 0 0,1-13-1 0 0,-1-8-30 0 0,0 21 0 0 0,-1 0 0 0 0,0 0 0 0 0,0 0 0 0 0,0 1 0 0 0,-1-1 0 0 0,0 0 0 0 0,0 0 0 0 0,0 1 0 0 0,-1-1 0 0 0,0 1 0 0 0,0-1 0 0 0,0 1 0 0 0,-1 0 0 0 0,-3-6 0 0 0,5 9 0 0 0,-1 1 0 0 0,1 0 0 0 0,-1-1 0 0 0,1 1 0 0 0,-1 0 0 0 0,1 0 0 0 0,-1 0 0 0 0,0 0 0 0 0,0 0 0 0 0,1 0 0 0 0,-1 0 0 0 0,0 1 0 0 0,0-1 0 0 0,0 1 0 0 0,0-1 0 0 0,0 1 0 0 0,0 0 0 0 0,1 0 0 0 0,-1 0 0 0 0,0 0 0 0 0,-4 0 0 0 0,-40 8 0 0 0,30-3 0 0 0,1 1 0 0 0,0 1 0 0 0,0 0 0 0 0,1 1 0 0 0,0 0 0 0 0,0 2 0 0 0,1-1 0 0 0,0 2 0 0 0,-22 23 0 0 0,26-25 0 0 0,0 1 0 0 0,1 0 0 0 0,0 1 0 0 0,0 0 0 0 0,1 1 0 0 0,1-1 0 0 0,0 1 0 0 0,1 0 0 0 0,0 1 0 0 0,0-1 0 0 0,2 1 0 0 0,-5 25 0 0 0,7-34 0 0 0,1 1 0 0 0,-1-1 0 0 0,1 1 0 0 0,0-1 0 0 0,1 1 0 0 0,-1-1 0 0 0,1 1 0 0 0,0-1 0 0 0,0 0 0 0 0,0 1 0 0 0,1-1 0 0 0,-1 0 0 0 0,1 0 0 0 0,0 0 0 0 0,0 0 0 0 0,1 0 0 0 0,-1 0 0 0 0,1 0 0 0 0,6 6 0 0 0,-5-7 0 0 0,1 1 0 0 0,1-1 0 0 0,-1 0 0 0 0,0 0 0 0 0,1 0 0 0 0,0-1 0 0 0,0 1 0 0 0,-1-2 0 0 0,1 1 0 0 0,0-1 0 0 0,1 0 0 0 0,10 1 0 0 0,4-1 0 0 0,1-2 0 0 0,-2 0 0 0 0,1-2 0 0 0,0 0 0 0 0,0-1 0 0 0,-1-1 0 0 0,28-11 0 0 0,-25 7 0 0 0,-1-2 0 0 0,0 0 0 0 0,32-22 0 0 0,-48 30 0 0 0,-1-1 0 0 0,0 0 0 0 0,0 0 0 0 0,0 0 0 0 0,-1 0 0 0 0,1-1 0 0 0,-1 1 0 0 0,0-1 0 0 0,-1 0 0 0 0,1-1 0 0 0,-1 1 0 0 0,0 0 0 0 0,0-1 0 0 0,0 0 0 0 0,-1 0 0 0 0,0 0 0 0 0,0 0 0 0 0,-1 0 0 0 0,2-7 0 0 0,-3 8 0 0 0,0 0 0 0 0,0 1 0 0 0,0-1 0 0 0,-1 0 0 0 0,0 0 0 0 0,0 0 0 0 0,-2-8 0 0 0,1 10 0 0 0,0 0 0 0 0,0 1 0 0 0,0-1 0 0 0,0 1 0 0 0,0 0 0 0 0,-1 0 0 0 0,1 0 0 0 0,-1 0 0 0 0,1 0 0 0 0,-1 0 0 0 0,0 0 0 0 0,-4-1 0 0 0,-2 0 0 0 0,-4 2 0 0 0,-4 7 0 0 0,6 5 0 0 0,11 6 0 0 0,2-8 0 0 0,1 0 0 0 0,0 0 0 0 0,1-1 0 0 0,0 1 0 0 0,0-1 0 0 0,1 0 0 0 0,0 0 0 0 0,0-1 0 0 0,0 1 0 0 0,9 7 0 0 0,6 2 0 0 0,0-1 0 0 0,2-1 0 0 0,-1-1 0 0 0,33 16 0 0 0,-42-25 0 0 0,-1 0 0 0 0,-4 2-376 0 0,-6-5-1976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20.78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242 1064 1300 0 0,'0'19'5376'0'0,"-1"-15"-4872"0"0,0 0 0 0 0,1 0 0 0 0,0 0 1 0 0,0 0-1 0 0,0-1 0 0 0,0 1 0 0 0,0 0 1 0 0,1 0-1 0 0,0 0 0 0 0,0-1 0 0 0,0 1 0 0 0,0 0 1 0 0,0-1-1 0 0,1 1 0 0 0,0-1 0 0 0,0 0 1 0 0,0 1-1 0 0,0-1 0 0 0,3 3 0 0 0,16 14 2233 0 0,-28-30 2736 0 0,-30-40 2324 0 0,-1-60-7797 0 0,26 79 0 0 0,2-2 0 0 0,-11-60 0 0 0,1 6 0 0 0,-79-342 0 0 0,89 384 0 0 0,2 8 0 0 0,1 1 0 0 0,1-1 0 0 0,0-57 0 0 0,5 91 0 0 0,1-1 0 0 0,0 1 0 0 0,1 0 0 0 0,-1 0 0 0 0,0-1 0 0 0,1 1 0 0 0,0 0 0 0 0,0 0 0 0 0,0 0 0 0 0,0 0 0 0 0,0 0 0 0 0,0 0 0 0 0,1 0 0 0 0,0 0 0 0 0,-1 0 0 0 0,1 1 0 0 0,0-1 0 0 0,0 1 0 0 0,1-1 0 0 0,-1 1 0 0 0,0 0 0 0 0,1 0 0 0 0,0 0 0 0 0,-1 0 0 0 0,1 0 0 0 0,0 1 0 0 0,0-1 0 0 0,0 1 0 0 0,0 0 0 0 0,6-2 0 0 0,2 1 0 0 0,1 0 0 0 0,0 0 0 0 0,0 2 0 0 0,0-1 0 0 0,-1 2 0 0 0,15 1 0 0 0,-18-1 0 0 0,20 2 0 0 0,1 1 0 0 0,-1 1 0 0 0,0 2 0 0 0,0 0 0 0 0,0 2 0 0 0,-1 2 0 0 0,-1 0 0 0 0,37 21 0 0 0,-61-30 0 0 0,1-1 0 0 0,-1 1 0 0 0,1-1 0 0 0,-1 1 0 0 0,0 0 0 0 0,0 0 0 0 0,0 0 0 0 0,0 0 0 0 0,0 0 0 0 0,0 0 0 0 0,0 1 0 0 0,0-1 0 0 0,-1 0 0 0 0,0 1 0 0 0,1 0 0 0 0,-1-1 0 0 0,0 1 0 0 0,0 0 0 0 0,0 0 0 0 0,0 3 0 0 0,-1-2 0 0 0,0 0 0 0 0,0 0 0 0 0,-1 0 0 0 0,1 0 0 0 0,-1 0 0 0 0,0 0 0 0 0,0 0 0 0 0,0 0 0 0 0,-1 0 0 0 0,1-1 0 0 0,-1 1 0 0 0,-4 6 0 0 0,-1 1 0 0 0,-1-1 0 0 0,0-1 0 0 0,0 0 0 0 0,-1 0 0 0 0,0 0 0 0 0,-1-1 0 0 0,0 0 0 0 0,-15 9 0 0 0,16-12 0 0 0,-30 17 0 0 0,-1-2 0 0 0,-72 27 0 0 0,100-42 0 0 0,1 0 0 0 0,78 19 0 0 0,-9-4 0 0 0,0 3 0 0 0,-2 2 0 0 0,56 34 0 0 0,-107-55 0 0 0,1-1 0 0 0,-1 1 0 0 0,0 1 0 0 0,0-1 0 0 0,-1 0 0 0 0,1 1 0 0 0,-1 0 0 0 0,0 0 0 0 0,0 1 0 0 0,0-1 0 0 0,-1 1 0 0 0,4 8 0 0 0,-6-11 0 0 0,1 0 0 0 0,-1 0 0 0 0,0 1 0 0 0,0-1 0 0 0,-1 0 0 0 0,1 1 0 0 0,-1-1 0 0 0,0 1 0 0 0,0-1 0 0 0,0 0 0 0 0,0 1 0 0 0,0-1 0 0 0,-1 1 0 0 0,0-1 0 0 0,1 0 0 0 0,-1 1 0 0 0,-1-1 0 0 0,1 0 0 0 0,0 0 0 0 0,-1 0 0 0 0,1 0 0 0 0,-1 0 0 0 0,-4 6 0 0 0,-2 0 0 0 0,1 0 0 0 0,-1 0 0 0 0,-1 0 0 0 0,1-1 0 0 0,-1 0 0 0 0,-1-1 0 0 0,1 0 0 0 0,-1-1 0 0 0,-1 0 0 0 0,1 0 0 0 0,-1-1 0 0 0,0 0 0 0 0,0-1 0 0 0,-1 0 0 0 0,-19 3 0 0 0,14-6 0 0 0,-1-2 0 0 0,-1-1 0 0 0,3-1 0 0 0,8-2 0 0 0,2-2 0 0 0,3-4 0 0 0,11-2 0 0 0,4 6 0 0 0,-2 4 0 0 0,6 2 0 0 0,1 4 0 0 0,-15-3-166 0 0,0 0 1 0 0,-1 1-1 0 0,1-1 1 0 0,-1 0-1 0 0,1 1 0 0 0,-1-1 1 0 0,1 1-1 0 0,-1 0 1 0 0,0-1-1 0 0,1 1 1 0 0,-1 0-1 0 0,0 0 0 0 0,1 0 1 0 0,-1 0-1 0 0,0 0 1 0 0,0 0-1 0 0,2 3 0 0 0,1-1-2399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5.2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150 32 144 0 0,'-2'-8'1155'0'0,"7"-10"19262"0"0,0 12-12274 0 0,-11 10-7636 0 0,-9 7-359 0 0,0 1-1 0 0,1 0 0 0 0,0 1 1 0 0,1 0-1 0 0,0 1 1 0 0,1 1-1 0 0,1 0 1 0 0,-14 24-1 0 0,22-34-118 0 0,1-1 0 0 0,-1 1 0 0 0,1 0 0 0 0,0 0 0 0 0,0-1 0 0 0,1 1 0 0 0,0 0 0 0 0,0 0 0 0 0,0 1 0 0 0,0-1 0 0 0,1 0 0 0 0,0 0 0 0 0,0 0 0 0 0,0 1 0 0 0,0-1 0 0 0,1 0 0 0 0,0 0 1 0 0,0 0-1 0 0,1 0 0 0 0,-1 0 0 0 0,1 0 0 0 0,0 0 0 0 0,0-1 0 0 0,1 1 0 0 0,-1-1 0 0 0,1 1 0 0 0,0-1 0 0 0,1 0 0 0 0,-1 0 0 0 0,0 0 0 0 0,1-1 0 0 0,0 1 0 0 0,0-1 0 0 0,0 0 0 0 0,0 0 0 0 0,7 3 0 0 0,1 0-29 0 0,1-1 0 0 0,0 0 0 0 0,0 0 0 0 0,1-2 0 0 0,-1 0 0 0 0,1 0 0 0 0,0-1 0 0 0,0-1 0 0 0,0 0 0 0 0,0-1 0 0 0,-1 0 0 0 0,1-2 0 0 0,0 1 0 0 0,0-2 0 0 0,17-4 0 0 0,-27 6 0 0 0,-1 0 0 0 0,1 0 0 0 0,-1-1 0 0 0,1 1 0 0 0,-1-1 0 0 0,0 0 0 0 0,0 0 0 0 0,0 0 0 0 0,0 0 0 0 0,0 0 0 0 0,0-1 0 0 0,-1 1 0 0 0,1-1 0 0 0,-1 0 0 0 0,2-3 0 0 0,-3 5-3 0 0,-1 0 1 0 0,1 0-1 0 0,-1 0 0 0 0,0 0 0 0 0,0 0 1 0 0,0 0-1 0 0,1 0 0 0 0,-1 0 1 0 0,0 0-1 0 0,0 0 0 0 0,0 0 1 0 0,-1-1-1 0 0,1 1 0 0 0,0 0 0 0 0,0 0 1 0 0,0 0-1 0 0,-2-2 0 0 0,-3-1-265 0 0,-19-40-9033 0 0,23 43 7808 0 0,1-2 745 0 0,0 1-1 0 0,0 0 1 0 0,1-1-1 0 0,-1 1 1 0 0,1 0 0 0 0,-1 0-1 0 0,1-1 1 0 0,0 1 0 0 0,0 0-1 0 0,2-4 1 0 0,15-16-2839 0 0,4-7 5080 0 0,-21 28-861 0 0,6-9 1822 0 0,-6 9-2023 0 0,0 0 1 0 0,0 1-1 0 0,-1-1 1 0 0,1 0-1 0 0,-1 0 0 0 0,1 0 1 0 0,0 1-1 0 0,-1-1 1 0 0,1 0-1 0 0,-1 0 1 0 0,0 0-1 0 0,1 0 0 0 0,-1 0 1 0 0,0 0-1 0 0,1 0 1 0 0,-1 0-1 0 0,0 0 0 0 0,0 0 1 0 0,0-2-1 0 0,-4 3-154 0 0,-1 0-1 0 0,1 0 0 0 0,0 0 1 0 0,-1 1-1 0 0,1 0 1 0 0,0 0-1 0 0,0 0 1 0 0,0 0-1 0 0,-1 0 0 0 0,1 1 1 0 0,1 0-1 0 0,-1 0 1 0 0,0 0-1 0 0,0 0 1 0 0,1 1-1 0 0,-1-1 0 0 0,1 1 1 0 0,0 0-1 0 0,0 0 1 0 0,0 0-1 0 0,0 0 1 0 0,0 1-1 0 0,-2 4 0 0 0,-2 2 73 0 0,0 0-1 0 0,1 0 0 0 0,1 0 0 0 0,-1 1 0 0 0,2 0 0 0 0,0 0 0 0 0,-5 18 1 0 0,9-26-336 0 0,-1 1 1 0 0,1-1 0 0 0,0 1 0 0 0,0-1-1 0 0,1 1 1 0 0,-1 0 0 0 0,0-1 0 0 0,1 0-1 0 0,0 1 1 0 0,0-1 0 0 0,0 1 0 0 0,0-1-1 0 0,1 0 1 0 0,0 0 0 0 0,-1 0-1 0 0,1 1 1 0 0,0-2 0 0 0,0 1 0 0 0,0 0-1 0 0,1 0 1 0 0,-1-1 0 0 0,1 1 0 0 0,-1-1-1 0 0,1 0 1 0 0,4 3 0 0 0,-2-2-36 0 0,-1 0 1 0 0,1-1-1 0 0,-1 1 0 0 0,1-1 0 0 0,0 0 1 0 0,0 0-1 0 0,0-1 0 0 0,0 0 1 0 0,0 1-1 0 0,0-2 0 0 0,0 1 1 0 0,0-1-1 0 0,0 1 0 0 0,0-1 1 0 0,1-1-1 0 0,9-1 0 0 0,-5-1-120 0 0,1 0 1 0 0,-1-1-1 0 0,0 0 0 0 0,0-1 0 0 0,0 0 0 0 0,-1-1 1 0 0,1 0-1 0 0,11-10 0 0 0,-18 13 192 0 0,1 0-1 0 0,-1 0 0 0 0,0 0 1 0 0,0-1-1 0 0,0 1 1 0 0,0-1-1 0 0,-1 0 1 0 0,1 0-1 0 0,-1 0 1 0 0,0 0-1 0 0,0 0 1 0 0,-1 0-1 0 0,1-1 1 0 0,-1 1-1 0 0,0-1 1 0 0,0 1-1 0 0,0-1 1 0 0,-1 1-1 0 0,0-1 1 0 0,0 1-1 0 0,0-1 1 0 0,0 1-1 0 0,-1-6 1 0 0,0 6-32 0 0,-1 0 0 0 0,1 0 1 0 0,-1 0-1 0 0,0 1 0 0 0,0-1 1 0 0,0 0-1 0 0,-1 1 0 0 0,1-1 1 0 0,-1 1-1 0 0,0 0 0 0 0,1 0 1 0 0,-2 0-1 0 0,1 0 0 0 0,0 1 1 0 0,0-1-1 0 0,-1 1 0 0 0,0 0 1 0 0,1 0-1 0 0,-1 0 0 0 0,0 0 1 0 0,-7-2-1 0 0,-1 0-18 0 0,1 4 0 0 0,11 0 0 0 0,0 0 0 0 0,-1 0 0 0 0,1 0 0 0 0,0 0 0 0 0,0 1 0 0 0,-1-1 0 0 0,1 0 0 0 0,0 0 0 0 0,0 1 0 0 0,0-1 0 0 0,-1 0 0 0 0,1 0 0 0 0,0 1 0 0 0,0-1 0 0 0,0 0 0 0 0,0 1 0 0 0,0-1 0 0 0,0 0 0 0 0,0 0 0 0 0,0 1 0 0 0,0-1 0 0 0,0 0 0 0 0,0 1 0 0 0,0-1 0 0 0,0 0 0 0 0,0 1 0 0 0,0-1 0 0 0,0 0 0 0 0,0 1 0 0 0,0-1 0 0 0,0 0 0 0 0,0 0 0 0 0,0 1 0 0 0,1-1 0 0 0,12 18-2208 0 0,-11-17 1586 0 0,0 0 0 0 0,-1 0 0 0 0,1 0 0 0 0,0-1 1 0 0,0 1-1 0 0,0 0 0 0 0,0-1 0 0 0,0 1 0 0 0,0-1 0 0 0,0 0 1 0 0,0 0-1 0 0,0 0 0 0 0,4 0 0 0 0,-1-1-604 0 0,-1 1 0 0 0,1-1-1 0 0,0-1 1 0 0,0 1 0 0 0,-1-1-1 0 0,1 0 1 0 0,-1 0 0 0 0,1 0 0 0 0,-1 0-1 0 0,5-4 1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5.7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0 134 6913 0 0,'0'0'244'0'0,"6"-9"496"0"0,-6 4 3324 0 0,0 4-3887 0 0,-1 1 0 0 0,1-1 0 0 0,0 1 0 0 0,-1 0 0 0 0,1-1 0 0 0,0 1 1 0 0,-1-1-1 0 0,1 1 0 0 0,0-1 0 0 0,0 1 0 0 0,0-1 0 0 0,-1 1 0 0 0,1-1 0 0 0,0 1 0 0 0,0-1 0 0 0,0 1 0 0 0,0-1 0 0 0,0 1 0 0 0,0-1 0 0 0,0 0 0 0 0,0 1 0 0 0,0-1 0 0 0,0 1 1 0 0,0-1-1 0 0,0 1 0 0 0,1-1 0 0 0,-1 1 0 0 0,0-1 0 0 0,1 0 0 0 0,13 6 3414 0 0,-10-2-3297 0 0,-1-1 0 0 0,0 1 0 0 0,0-1 0 0 0,0 1 0 0 0,0 0 0 0 0,-1 0 0 0 0,1 0 0 0 0,-1 1 0 0 0,4 5 0 0 0,-2 5 429 0 0,0 0 1 0 0,2-1-1 0 0,-1 0 0 0 0,2 0 0 0 0,-1 0 1 0 0,2-1-1 0 0,12 18 0 0 0,-19-30-693 0 0,-1 0 0 0 0,0 0 0 0 0,0 0 0 0 0,1 1 1 0 0,-1-1-1 0 0,0 0 0 0 0,0 0 0 0 0,1 0 0 0 0,-1 1 0 0 0,0-1 0 0 0,1 0 0 0 0,-1 0 0 0 0,0 0 1 0 0,1 0-1 0 0,-1 0 0 0 0,0 0 0 0 0,1 0 0 0 0,-1 0 0 0 0,0 0 0 0 0,1 0 0 0 0,-1 0 0 0 0,0 0 1 0 0,1 0-1 0 0,-1 0 0 0 0,0 0 0 0 0,1 0 0 0 0,-1 0 0 0 0,0 0 0 0 0,1 0 0 0 0,-1-1 0 0 0,0 1 1 0 0,1 0-1 0 0,-1 0 0 0 0,0 0 0 0 0,0 0 0 0 0,1-1 0 0 0,-1 1 0 0 0,0 0 0 0 0,1-1 0 0 0,11-18 419 0 0,10-36-416 0 0,-17 40 167 0 0,1-7-14 0 0,-6 19-163 0 0,0 0-1 0 0,1 0 1 0 0,-1 0-1 0 0,1 1 1 0 0,0-1-1 0 0,0 0 1 0 0,0 0-1 0 0,0 1 1 0 0,1-1-1 0 0,1-3 1 0 0,-1 5 21 0 0,-2 1-40 0 0,0 0 1 0 0,0 1-1 0 0,0-1 0 0 0,1 0 0 0 0,-1 1 0 0 0,0-1 1 0 0,0 0-1 0 0,1 1 0 0 0,-1-1 0 0 0,0 0 0 0 0,0 1 1 0 0,1-1-1 0 0,-1 0 0 0 0,0 0 0 0 0,1 0 1 0 0,-1 1-1 0 0,1-1 0 0 0,-1 0 0 0 0,0 0 0 0 0,1 0 1 0 0,-1 0-1 0 0,0 0 0 0 0,1 0 0 0 0,-1 1 0 0 0,1-1 1 0 0,-1 0-1 0 0,0 0 0 0 0,1 0 0 0 0,-1 0 0 0 0,1-1 1 0 0,-1 1-1 0 0,0 0 0 0 0,1 0 0 0 0,-1 0 0 0 0,1 0 1 0 0,-1 0-1 0 0,0 0 0 0 0,1-1 0 0 0,-1 1 0 0 0,0 0 1 0 0,1 0-1 0 0,-1 0 0 0 0,0-1 0 0 0,1 1 0 0 0,-1 0 1 0 0,0-1-1 0 0,0 1 0 0 0,1 0 0 0 0,-1 0 0 0 0,0-1 1 0 0,0 1-1 0 0,0 0 0 0 0,1-1 0 0 0,-1 1 0 0 0,0-1 1 0 0,0 1-1 0 0,0 0 0 0 0,0-1 0 0 0,0 1 0 0 0,0-1 1 0 0,0 1-1 0 0,0 0 0 0 0,0-1 0 0 0,0 1 0 0 0,0-1 1 0 0,0 1-1 0 0,0 0 0 0 0,0-1 0 0 0,35 37 427 0 0,-18-17-339 0 0,-15-14-92 0 0,27 16 0 0 0,-17-15 0 0 0,-11-6 0 0 0,0 0 0 0 0,0 1 0 0 0,-1-1 0 0 0,1 0 0 0 0,0 0 0 0 0,0 0 0 0 0,0 1 0 0 0,0-1 0 0 0,0 0 0 0 0,0 0 0 0 0,0 0 0 0 0,0 0 0 0 0,-1-1 0 0 0,1 1 0 0 0,0 0 0 0 0,0 0 0 0 0,0 0 0 0 0,0-1 0 0 0,0 1 0 0 0,0 0 0 0 0,-1-1 0 0 0,1 1 0 0 0,0-1 0 0 0,0 1 0 0 0,-1-1 0 0 0,1 0 0 0 0,0 1 0 0 0,-1-1 0 0 0,1 1 0 0 0,0-1 0 0 0,-1 0 0 0 0,1 0 0 0 0,0 0 0 0 0,14-13-322 0 0,-1 0 0 0 0,0 0-1 0 0,-1-1 1 0 0,0-1 0 0 0,-1-1 0 0 0,14-24 0 0 0,-19 29 259 0 0,-7 12 51 0 0,5-7 23 0 0,-1 1 0 0 0,-1-1 0 0 0,1 0 0 0 0,4-13 0 0 0,3 151 436 0 0,-9-120-500 0 0,0-1-1 0 0,1 0 0 0 0,0-1 1 0 0,0 1-1 0 0,1 0 0 0 0,0-1 0 0 0,1 0 1 0 0,0 0-1 0 0,7 9 0 0 0,20 15-3916 0 0,-32-33 3730 0 0,1 1 0 0 0,-1-1 0 0 0,1 0 0 0 0,-1 1 0 0 0,1-1 0 0 0,-1 0 0 0 0,1 0 0 0 0,-1 0 0 0 0,1 1 0 0 0,0-1 0 0 0,-1 0 0 0 0,1 0 0 0 0,-1 0 0 0 0,1 0 0 0 0,0 0 0 0 0,-1 0 0 0 0,1 0 0 0 0,-1 0 0 0 0,1 0 0 0 0,-1 0 0 0 0,1 0 0 0 0,0-1 0 0 0,-1 1 0 0 0,1 0 0 0 0,-1 0 0 0 0,1 0 0 0 0,-1-1 0 0 0,1 1 0 0 0,-1 0 0 0 0,1-1 0 0 0,-1 1 0 0 0,1 0 0 0 0,-1-1 0 0 0,1 0 0 0 0,8-10-8601 0 0,-3 2 3674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6.2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98 297 1236 0 0,'0'0'8154'0'0,"3"4"-6782"0"0,38 39 4150 0 0,-32-36-4190 0 0,-1 0-1 0 0,0 1 0 0 0,0 1 0 0 0,12 16 0 0 0,5 5 2061 0 0,-19-24-2510 0 0,-5-5 760 0 0,-5-3-1417 0 0,-23-19 185 0 0,1-1 0 0 0,-42-44 1 0 0,55 51-353 0 0,0 0 0 0 0,1-1 0 0 0,0 0 0 0 0,2-1 0 0 0,0-1 1 0 0,-10-23-1 0 0,18 36-76 0 0,0 1 1 0 0,0-1-1 0 0,1 0 1 0 0,-1 0 0 0 0,1 0-1 0 0,1 0 1 0 0,-1 0-1 0 0,0 0 1 0 0,1 0-1 0 0,0 0 1 0 0,1 0-1 0 0,-1 0 1 0 0,1 0-1 0 0,0 0 1 0 0,0 0 0 0 0,0 0-1 0 0,1 0 1 0 0,1-4-1 0 0,1 3-46 0 0,0 1 0 0 0,0 0 0 0 0,0 1 1 0 0,0-1-1 0 0,1 1 0 0 0,0 0 0 0 0,-1 0 0 0 0,2 0 0 0 0,-1 1 0 0 0,0-1 0 0 0,1 1 0 0 0,-1 1 0 0 0,1-1 1 0 0,8-2-1 0 0,3-1-21 0 0,0 1 0 0 0,0 0 1 0 0,1 1-1 0 0,0 1 0 0 0,0 0 1 0 0,0 1-1 0 0,0 2 0 0 0,0 0 1 0 0,26 3-1 0 0,-43-3 129 0 0,0 0-1 0 0,0 0 1 0 0,0 1-1 0 0,1-1 1 0 0,-1 1-1 0 0,0-1 1 0 0,0 1 0 0 0,0-1-1 0 0,0 1 1 0 0,0 0-1 0 0,0-1 1 0 0,0 1-1 0 0,0 0 1 0 0,0 0 0 0 0,0 0-1 0 0,-1 0 1 0 0,1 0-1 0 0,0 0 1 0 0,0 0 0 0 0,-1 0-1 0 0,1 0 1 0 0,-1 0-1 0 0,1 0 1 0 0,-1 1-1 0 0,0-1 1 0 0,1 0 0 0 0,-1 0-1 0 0,0 0 1 0 0,0 1-1 0 0,1-1 1 0 0,-1 0-1 0 0,0 0 1 0 0,0 1 0 0 0,-1-1-1 0 0,1 0 1 0 0,0 0-1 0 0,0 0 1 0 0,-1 1 0 0 0,1-1-1 0 0,0 0 1 0 0,-1 0-1 0 0,1 0 1 0 0,-2 2-1 0 0,0 5 243 0 0,-1-1 0 0 0,-1 1-1 0 0,0-1 1 0 0,0 1-1 0 0,-5 6 1 0 0,-58 57 268 0 0,60-64-554 0 0,-5 2-2286 0 0,16-11-3204 0 0,18-11-6901 0 0,-18 10 10551 0 0,4-2-4212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0:57.68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47 279 956 0 0,'0'0'2969'0'0,"-7"2"-1566"0"0,-19 7-45 0 0,25-9-1185 0 0,0 1 0 0 0,0 0 1 0 0,0-1-1 0 0,1 1 0 0 0,-1 0 0 0 0,0 0 0 0 0,0 0 1 0 0,0-1-1 0 0,1 1 0 0 0,-1 0 0 0 0,0 0 1 0 0,1 0-1 0 0,-1 0 0 0 0,1 1 0 0 0,-1-1 0 0 0,1 0 1 0 0,-1 0-1 0 0,1 0 0 0 0,0 0 0 0 0,0 0 1 0 0,0 1-1 0 0,-1-1 0 0 0,1 0 0 0 0,0 0 0 0 0,0 0 1 0 0,1 0-1 0 0,-1 1 0 0 0,0-1 0 0 0,0 0 1 0 0,1 0-1 0 0,-1 1 0 0 0,1 8 1495 0 0,1 6-711 0 0,1 1 0 0 0,1-1 1 0 0,1-1-1 0 0,0 1 1 0 0,1-1-1 0 0,0 0 1 0 0,1 0-1 0 0,11 16 0 0 0,-5-14 65 0 0,-11-15-892 0 0,-1-1 1 0 0,1 1-1 0 0,-1 0 1 0 0,1-1-1 0 0,-1 1 0 0 0,0 0 1 0 0,0 0-1 0 0,0 0 0 0 0,0 0 1 0 0,0 0-1 0 0,0 0 0 0 0,0 3 1 0 0,-1-4 891 0 0,2-5-929 0 0,-1-10-141 0 0,0 1 0 0 0,0-1 0 0 0,-1 0 0 0 0,-1 1-1 0 0,-1-1 1 0 0,-3-18 0 0 0,-4-48-551 0 0,9 75 572 0 0,-1-9-57 0 0,1-1 0 0 0,1 1 0 0 0,0 0 0 0 0,1 0 0 0 0,0 0 0 0 0,1 0 0 0 0,0 0 0 0 0,1 0 0 0 0,12-24 0 0 0,-16 37 114 0 0,0 0-1 0 0,0 0 1 0 0,0 0 0 0 0,1 1 0 0 0,-1-1 0 0 0,0 0 0 0 0,1 0 0 0 0,-1 0 0 0 0,1 1 0 0 0,-1-1 0 0 0,1 0 0 0 0,-1 0 0 0 0,1 1 0 0 0,-1-1 0 0 0,1 1 0 0 0,0-1 0 0 0,-1 0 0 0 0,1 1 0 0 0,0-1 0 0 0,0 1 0 0 0,-1-1 0 0 0,1 1 0 0 0,0 0 0 0 0,0-1 0 0 0,0 1 0 0 0,-1 0-1 0 0,1 0 1 0 0,0-1 0 0 0,0 1 0 0 0,0 0 0 0 0,0 0 0 0 0,0 0 0 0 0,0 0 0 0 0,-1 0 0 0 0,1 0 0 0 0,0 0 0 0 0,0 0 0 0 0,0 1 0 0 0,0-1 0 0 0,0 0 0 0 0,-1 0 0 0 0,1 1 0 0 0,0-1 0 0 0,0 1 0 0 0,0-1 0 0 0,-1 1 0 0 0,1-1 0 0 0,0 1 0 0 0,-1-1 0 0 0,1 1 0 0 0,0-1-1 0 0,-1 1 1 0 0,1 0 0 0 0,-1-1 0 0 0,1 1 0 0 0,-1 0 0 0 0,1 0 0 0 0,-1 0 0 0 0,1-1 0 0 0,-1 1 0 0 0,1 1 0 0 0,26 55 1994 0 0,-25-51-1764 0 0,6 36 900 0 0,-7-36-1010 0 0,-1-1 0 0 0,1 1 1 0 0,0-1-1 0 0,1 1 0 0 0,-1-1 0 0 0,4 9 0 0 0,-1-6-10 0 0,0-1-1 0 0,0 0 1 0 0,1 1-1 0 0,0-1 1 0 0,0-1-1 0 0,0 1 1 0 0,9 7-1 0 0,-9-11-134 0 0,-1 0 0 0 0,1 0 0 0 0,0 0 0 0 0,0-1 0 0 0,0 1 0 0 0,0-2 0 0 0,1 1 0 0 0,-1 0-1 0 0,0-1 1 0 0,1 0 0 0 0,-1 0 0 0 0,1 0 0 0 0,7-1 0 0 0,2 0-243 0 0,0-1 0 0 0,0 0 0 0 0,0-1 0 0 0,0 0 0 0 0,-1-1 0 0 0,1-1 0 0 0,-1-1 0 0 0,0 0 0 0 0,0 0 0 0 0,0-2 0 0 0,-1 0 0 0 0,0 0 0 0 0,17-13 0 0 0,-23 15 187 0 0,-1 0 1 0 0,0-1-1 0 0,0 1 0 0 0,0-1 1 0 0,-1 0-1 0 0,0-1 0 0 0,0 1 1 0 0,0-1-1 0 0,-1 0 0 0 0,0 0 0 0 0,-1-1 1 0 0,1 1-1 0 0,-1-1 0 0 0,-1 0 1 0 0,1 1-1 0 0,-2-1 0 0 0,1 0 1 0 0,-1 0-1 0 0,0-1 0 0 0,0 1 1 0 0,-1 0-1 0 0,0 0 0 0 0,-1 0 1 0 0,0 0-1 0 0,0-1 0 0 0,-3-9 0 0 0,3 14 131 0 0,0 1 0 0 0,0 0-1 0 0,0 0 1 0 0,0-1-1 0 0,0 1 1 0 0,-1 0-1 0 0,1 0 1 0 0,-1 0-1 0 0,0 0 1 0 0,0 1-1 0 0,0-1 1 0 0,0 0-1 0 0,-1 1 1 0 0,1-1-1 0 0,0 1 1 0 0,-1 0-1 0 0,0 0 1 0 0,0 0-1 0 0,0 0 1 0 0,0 1-1 0 0,-4-3 1 0 0,5 3 105 0 0,-35 25 532 0 0,36-23-701 0 0,0 1-1 0 0,-1 0 1 0 0,1 0-1 0 0,0-1 1 0 0,0 1 0 0 0,0 0-1 0 0,0 0 1 0 0,1 0-1 0 0,-1 0 1 0 0,0 0-1 0 0,1 1 1 0 0,-1-1 0 0 0,1 0-1 0 0,0 0 1 0 0,0 0-1 0 0,0 0 1 0 0,0 0 0 0 0,0 1-1 0 0,0-1 1 0 0,1 0-1 0 0,-1 0 1 0 0,1 0-1 0 0,-1 0 1 0 0,1 0 0 0 0,0 0-1 0 0,0 0 1 0 0,0 0-1 0 0,0 0 1 0 0,0 0 0 0 0,0 0-1 0 0,0-1 1 0 0,1 1-1 0 0,-1 0 1 0 0,1-1-1 0 0,-1 1 1 0 0,1-1 0 0 0,2 2-1 0 0,9 7 85 0 0,-1-1 1 0 0,1 0-1 0 0,0-1 0 0 0,17 7 0 0 0,-16-8 128 0 0,110 52 1188 0 0,-120-59-1416 0 0,-3 1 0 0 0,-1-1 0 0 0,1 0 0 0 0,0 0 0 0 0,0 1 0 0 0,0-1 0 0 0,0 1 0 0 0,0-1 0 0 0,0 1 0 0 0,-1-1 0 0 0,1 1 0 0 0,0-1 0 0 0,0 1 0 0 0,-1 0 0 0 0,1-1 0 0 0,0 1 0 0 0,-1 0 0 0 0,1 0 0 0 0,-1 0 0 0 0,2 1 0 0 0,-1 8 0 0 0,-3-6 0 0 0,-1-1 0 0 0,0 0 0 0 0,-1 0 0 0 0,1 0 0 0 0,0 0 0 0 0,-1 0 0 0 0,1-1 0 0 0,-1 0 0 0 0,0 1 0 0 0,0-2 0 0 0,0 1 0 0 0,0 0 0 0 0,0-1 0 0 0,0 1 0 0 0,-1-1 0 0 0,-6 1 0 0 0,-2 0 0 0 0,1 0 0 0 0,-1 0 0 0 0,0-1 0 0 0,1-1 0 0 0,-14-1 0 0 0,18 1 0 0 0,5 0 0 0 0,0 0 0 0 0,0-1 0 0 0,0 1 0 0 0,-1-1 0 0 0,1 1 0 0 0,0-1 0 0 0,0 0 0 0 0,0 0 0 0 0,0 0 0 0 0,0-1 0 0 0,0 1 0 0 0,1-1 0 0 0,-1 1 0 0 0,0-1 0 0 0,1 0 0 0 0,-1 0 0 0 0,1 0 0 0 0,-4-4 0 0 0,4-1 0 0 0,4-6 0 0 0,6 3 0 0 0,0 7 0 0 0,0 0 0 0 0,0 1 0 0 0,0 0 0 0 0,0 1 0 0 0,0 0 0 0 0,0 0 0 0 0,1 1 0 0 0,-1-1 0 0 0,0 2 0 0 0,1-1 0 0 0,-1 1 0 0 0,0 1 0 0 0,14 4 0 0 0,-15-5 0 0 0,33 9-2 0 0,1-3-1 0 0,58 5 0 0 0,-88-12-6 0 0,0 1 0 0 0,1-2-1 0 0,-1 1 1 0 0,0-2-1 0 0,0 1 1 0 0,0-2-1 0 0,0 1 1 0 0,0-2-1 0 0,0 1 1 0 0,-1-1-1 0 0,1-1 1 0 0,-1 0 0 0 0,0 0-1 0 0,10-9 1 0 0,-14 9-103 0 0,0-1 0 0 0,-1 0 0 0 0,0 0 1 0 0,0 0-1 0 0,-1-1 0 0 0,0 0 0 0 0,0 0 0 0 0,0 0 1 0 0,-1 0-1 0 0,0 0 0 0 0,-1-1 0 0 0,1 1 1 0 0,-1-1-1 0 0,-1 0 0 0 0,0 0 0 0 0,0 0 1 0 0,0 0-1 0 0,-1 0 0 0 0,0 0 0 0 0,0 1 0 0 0,-1-1 1 0 0,0 0-1 0 0,-1 0 0 0 0,0 0 0 0 0,0 1 1 0 0,0-1-1 0 0,-5-7 0 0 0,6 11 142 0 0,-1 0-1 0 0,0 0 1 0 0,-1 0-1 0 0,1 0 1 0 0,-1 1-1 0 0,1-1 1 0 0,-1 1-1 0 0,0 0 1 0 0,-5-4-1 0 0,1 0 17 0 0,6 5-24 0 0,0 1 0 0 0,-1-1 0 0 0,1 1 0 0 0,0 0 0 0 0,0 0 0 0 0,-1 0-1 0 0,1 0 1 0 0,-1 0 0 0 0,1 0 0 0 0,-1 0 0 0 0,1 0 0 0 0,-1 0 0 0 0,0 1 0 0 0,1-1 0 0 0,-1 1 0 0 0,0-1 0 0 0,1 1 0 0 0,-1-1 0 0 0,0 1 0 0 0,0 0 0 0 0,1 0 0 0 0,-1 0 0 0 0,0 0 0 0 0,0 0 0 0 0,0 1 0 0 0,1-1 0 0 0,-1 0 0 0 0,0 1 0 0 0,1-1 0 0 0,-1 1 0 0 0,0 0 0 0 0,1 0-1 0 0,-4 1 1 0 0,5 0-16 0 0,0-1 0 0 0,-1 1 0 0 0,1-1 0 0 0,0 1 0 0 0,0-1 0 0 0,0 0-1 0 0,0 1 1 0 0,0-1 0 0 0,1 1 0 0 0,-1-1 0 0 0,0 1 0 0 0,1-1 0 0 0,-1 0-1 0 0,1 1 1 0 0,-1-1 0 0 0,1 0 0 0 0,0 1 0 0 0,-1-1 0 0 0,1 0 0 0 0,1 2-1 0 0,18 28 114 0 0,108 67 720 0 0,-127-97-831 0 0,0-1-1 0 0,0 1 1 0 0,0 0 0 0 0,0 0-1 0 0,-1 0 1 0 0,1 0-1 0 0,0 0 1 0 0,-1 0 0 0 0,1 0-1 0 0,-1 0 1 0 0,1 0-1 0 0,-1 0 1 0 0,1 0 0 0 0,-1 0-1 0 0,0 0 1 0 0,1 0 0 0 0,-1 1-1 0 0,0-1 1 0 0,0 0-1 0 0,0 0 1 0 0,0 0 0 0 0,0 0-1 0 0,0 1 1 0 0,0-1-1 0 0,0 0 1 0 0,-1 0 0 0 0,1 2-1 0 0,-2-1 25 0 0,1 1-1 0 0,-1-1 1 0 0,1 0-1 0 0,-1 1 0 0 0,0-1 1 0 0,0 0-1 0 0,0 0 1 0 0,0 0-1 0 0,0-1 1 0 0,0 1-1 0 0,-4 1 1 0 0,-6 5 98 0 0,-1-1 0 0 0,0-1 0 0 0,-19 6 0 0 0,18-6-130 0 0,-46 9 0 0 0,60-15 0 0 0,0-1 0 0 0,1 1 0 0 0,-1 0 0 0 0,0 0 0 0 0,0 0 0 0 0,0 0 0 0 0,0 0 0 0 0,0-1-1 0 0,0 1 1 0 0,0 0 0 0 0,0 0 0 0 0,0 0 0 0 0,0 0 0 0 0,0 0 0 0 0,0 0 0 0 0,0-1 0 0 0,0 1 0 0 0,0 0 0 0 0,0 0 0 0 0,0 0 0 0 0,0 0 0 0 0,0 0 0 0 0,-1-1 0 0 0,1 1 0 0 0,0 0-1 0 0,0 0 1 0 0,0 0 0 0 0,0 0 0 0 0,0 0 0 0 0,0 0 0 0 0,0 0 0 0 0,0-1 0 0 0,0 1 0 0 0,-1 0 0 0 0,1 0 0 0 0,0 0 0 0 0,0 0 0 0 0,0 0 0 0 0,0 0 0 0 0,0 0 0 0 0,0 0 0 0 0,-1 0-1 0 0,1 0 1 0 0,0 0 0 0 0,0 0 0 0 0,0 0 0 0 0,0 0 0 0 0,0 0 0 0 0,0 0 0 0 0,-1 0 0 0 0,1 0 0 0 0,0 0 0 0 0,0 0 0 0 0,0 0 0 0 0,0 0 0 0 0,0 0 0 0 0,-1 0 0 0 0,1 0 0 0 0,0 0-1 0 0,0 0 1 0 0,0 0 0 0 0,0 0 0 0 0,0 0 0 0 0,0 0 0 0 0,-1 1 0 0 0,1-1 0 0 0,0 0 0 0 0,0 0 0 0 0,6-6-26 0 0,0 0 0 0 0,0 0 0 0 0,1 1 0 0 0,0 0 1 0 0,0 0-1 0 0,0 1 0 0 0,0-1 0 0 0,1 2 0 0 0,0-1 0 0 0,-1 1 0 0 0,12-3 0 0 0,17-5 37 0 0,50-10-1 0 0,-1 12 142 0 0,-43 6-81 0 0,52-11 0 0 0,-73 12-71 0 0,-18 1 0 0 0,28-26 0 0 0,-24 20 0 0 0,-5-1 0 0 0,-1 5 0 0 0,-9 21 0 0 0,-4 5 0 0 0,12-23 0 0 0,-1 1 0 0 0,1 0 0 0 0,-1 0 0 0 0,1 0 0 0 0,0-1 0 0 0,-1 1 0 0 0,1 0 0 0 0,0 0 0 0 0,0 0 0 0 0,0 0 0 0 0,0-1 0 0 0,0 1 0 0 0,0 0 0 0 0,0 0 0 0 0,0 0 0 0 0,0 0 0 0 0,0 0 0 0 0,0-1 0 0 0,0 1 0 0 0,0 0 0 0 0,1 0 0 0 0,-1 0 0 0 0,0-1 0 0 0,2 3 0 0 0,3 15 0 0 0,-5-17-51 0 0,0-1 0 0 0,0 1 1 0 0,0 0-1 0 0,0-1 0 0 0,0 1 0 0 0,1 0 0 0 0,-1-1 0 0 0,0 1 1 0 0,0-1-1 0 0,0 1 0 0 0,1 0 0 0 0,-1-1 0 0 0,0 1 0 0 0,1 0 1 0 0,-1-1-1 0 0,0 1 0 0 0,1-1 0 0 0,-1 1 0 0 0,1-1 1 0 0,-1 1-1 0 0,1-1 0 0 0,-1 1 0 0 0,1-1 0 0 0,-1 0 0 0 0,1 1 1 0 0,-1-1-1 0 0,1 0 0 0 0,0 1 0 0 0,-1-1 0 0 0,1 0 0 0 0,-1 0 1 0 0,1 0-1 0 0,0 1 0 0 0,-1-1 0 0 0,1 0 0 0 0,0 0 0 0 0,-1 0 1 0 0,2 0-1 0 0,10-13-3074 0 0,-11 11 2645 0 0,5-5-359 0 0,0 0 1 0 0,-1-1-1 0 0,1 1 1 0 0,-1-1 0 0 0,-1-1-1 0 0,0 1 1 0 0,0 0-1 0 0,0-1 1 0 0,-1 0-1 0 0,2-12 1 0 0,6-27-7655 0 0,-6 13 3169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2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97 388 0 0,'-7'-37'7639'0'0,"0"21"-5201"0"0,-23-27 14914 0 0,22 58-15860 0 0,7-14-1437 0 0,0-1 0 0 0,0 1 0 0 0,1 0 1 0 0,-1 0-1 0 0,0 0 0 0 0,0 0 0 0 0,1 1 1 0 0,-1-1-1 0 0,1 0 0 0 0,-1 0 1 0 0,1 0-1 0 0,0 0 0 0 0,-1 1 0 0 0,1-1 1 0 0,0 0-1 0 0,0 2 0 0 0,2 32 155 0 0,1-1 0 0 0,2 0 0 0 0,2-1 0 0 0,1 1 0 0 0,2-1 0 0 0,0-1-1 0 0,3 0 1 0 0,1 0 0 0 0,1-1 0 0 0,1-1 0 0 0,29 40 0 0 0,-38-61-210 0 0,1 2 0 0 0,-8-8 0 0 0,-19-40 0 0 0,17 30 0 0 0,1 5 0 0 0,1 0 0 0 0,-1 0 0 0 0,0 0 0 0 0,1-1 0 0 0,-1 1 0 0 0,1 0 0 0 0,0-1 0 0 0,0 1 0 0 0,0 0 0 0 0,0-1 0 0 0,0 1 0 0 0,0 0 0 0 0,1-1 0 0 0,-1 1 0 0 0,1 0 0 0 0,-1 0 0 0 0,1-1 0 0 0,0 1 0 0 0,0 0 0 0 0,0 0 0 0 0,0 0 0 0 0,0 0 0 0 0,1 0 0 0 0,2-3 0 0 0,1-1 0 0 0,1 1 0 0 0,0 0 0 0 0,-1 0 0 0 0,2 0 0 0 0,6-4 0 0 0,-11 8 0 0 0,10-7 0 0 0,0 1 0 0 0,0 0 0 0 0,0 1 0 0 0,1 0 0 0 0,-1 1 0 0 0,1 1 0 0 0,1 0 0 0 0,-1 0 0 0 0,0 2 0 0 0,1 0 0 0 0,0 0 0 0 0,-1 1 0 0 0,1 1 0 0 0,0 0 0 0 0,0 1 0 0 0,14 2 0 0 0,-26-2 0 0 0,1-1 0 0 0,-1 1 0 0 0,1 0 0 0 0,-1 0 0 0 0,0 0 0 0 0,1 0 0 0 0,-1 0 0 0 0,0 1 0 0 0,0-1 0 0 0,0 1 0 0 0,0-1 0 0 0,0 1 0 0 0,0 0 0 0 0,0 0 0 0 0,-1-1 0 0 0,1 1 0 0 0,-1 0 0 0 0,1 1 0 0 0,-1-1 0 0 0,2 4 0 0 0,-2-3 0 0 0,0 1 0 0 0,0 0 0 0 0,-1 0 0 0 0,1-1 0 0 0,-1 1 0 0 0,0 0 0 0 0,0 0 0 0 0,-1-1 0 0 0,1 1 0 0 0,-1 0 0 0 0,1 0 0 0 0,-3 5 0 0 0,-2 4 0 0 0,0 0 0 0 0,-1-1 0 0 0,0 1 0 0 0,-1-1 0 0 0,0 0 0 0 0,-13 14 0 0 0,11-14 0 0 0,-1 0 0 0 0,0-1 0 0 0,0-1 0 0 0,-1 0 0 0 0,0 0 0 0 0,-21 13 0 0 0,20-18 0 0 0,0 0 0 0 0,12-5 0 0 0,-1 1 0 0 0,0-1 0 0 0,1 0 0 0 0,-1 0 0 0 0,0 1 0 0 0,1-1 0 0 0,-1 0 0 0 0,0 0 0 0 0,1 0 0 0 0,-1 0 0 0 0,0 1 0 0 0,1-1 0 0 0,-1 0 0 0 0,0 0 0 0 0,0 0 0 0 0,1-1 0 0 0,-1 1 0 0 0,0 0 0 0 0,1 0 0 0 0,-1 0 0 0 0,0 0 0 0 0,1-1 0 0 0,-1 1 0 0 0,0 0 0 0 0,1-1 0 0 0,-1 1 0 0 0,1 0 0 0 0,-1-1 0 0 0,0 1 0 0 0,1-1 0 0 0,-1 1 0 0 0,1-1 0 0 0,0 1 0 0 0,-1-1 0 0 0,1 0 0 0 0,-1 0 0 0 0,1 1 0 0 0,-5-10 0 0 0,12-2-389 0 0,0 0 1 0 0,1 1-1 0 0,0 0 1 0 0,1 0-1 0 0,0 1 1 0 0,0 0-1 0 0,1 1 1 0 0,14-11-1 0 0,38-31-1394 0 0,-43 34 1325 0 0,1 1 0 0 0,21-14 0 0 0,-29 24 751 0 0,-10 5-145 0 0,1 0 0 0 0,-1 0 0 0 0,0-1 0 0 0,0 1 1 0 0,0-1-1 0 0,0 1 0 0 0,0-1 0 0 0,0 1 0 0 0,0-1 1 0 0,1-2-1 0 0,-2 3 1242 0 0,2 3-1174 0 0,37 34 577 0 0,-33-28-720 0 0,0-1 1 0 0,0 0-1 0 0,0-1 1 0 0,1 0-1 0 0,0 0 1 0 0,9 5 0 0 0,-6-4-128 0 0,1-2 1 0 0,-1 1-1 0 0,1-2 1 0 0,0 1-1 0 0,0-2 1 0 0,0 1-1 0 0,1-2 1 0 0,-1 0-1 0 0,23 1 1 0 0,-33-3 45 0 0,1-1 1 0 0,0 0-1 0 0,-1 0 1 0 0,1 0-1 0 0,-1 0 1 0 0,1 0-1 0 0,-1-1 1 0 0,0 1-1 0 0,0-1 1 0 0,1 1 0 0 0,-1-1-1 0 0,0 0 1 0 0,0 0-1 0 0,-1 0 1 0 0,1 0-1 0 0,0 0 1 0 0,-1-1-1 0 0,1 1 1 0 0,-1 0-1 0 0,0-1 1 0 0,0 1-1 0 0,0-1 1 0 0,0 1-1 0 0,0-1 1 0 0,0 0-1 0 0,-1 1 1 0 0,1-1-1 0 0,-1 0 1 0 0,0 0-1 0 0,0-3 1 0 0,1-2 22 0 0,-1 1-1 0 0,0-1 1 0 0,-1 0-1 0 0,0 1 1 0 0,0-1 0 0 0,0 1-1 0 0,-1 0 1 0 0,0-1-1 0 0,-1 1 1 0 0,-2-7-1 0 0,-2 2 654 0 0,-3-2-2564 0 0,5 11-4272 0 0,0 7 5064 0 0,-3 3 546 0 0,5-3-3479 0 0,-1 1-3680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6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7 572 0 0,'11'-7'27735'0'0,"21"51"-26356"0"0,36 65-1 0 0,20 29 325 0 0,-63-104-1703 0 0,2-1 0 0 0,1-1 0 0 0,43 37 0 0 0,-67-67 0 0 0,15 21 0 0 0,-14-15-171 0 0,-10-15-2169 0 0,-3-2 3094 0 0,-2-3-5333 0 0,3 1-8350 0 0,1 0 5340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0.87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0 1452 0 0,'0'0'8239'0'0,"-3"3"-6278"0"0,2 0-1531 0 0,-1-1 1 0 0,0 0-1 0 0,1 0 1 0 0,0 0-1 0 0,-1 1 1 0 0,1-1-1 0 0,0 1 0 0 0,0-1 1 0 0,0 1-1 0 0,1-1 1 0 0,-1 1-1 0 0,1-1 1 0 0,-1 1-1 0 0,1 0 1 0 0,0-1-1 0 0,0 1 1 0 0,0 0-1 0 0,0-1 1 0 0,1 1-1 0 0,-1 0 0 0 0,1-1 1 0 0,-1 1-1 0 0,1-1 1 0 0,0 1-1 0 0,0-1 1 0 0,2 4-1 0 0,0 1 96 0 0,1-1 0 0 0,1 1 0 0 0,-1-1 0 0 0,1 0 0 0 0,0 0 0 0 0,1-1 0 0 0,-1 0 0 0 0,11 8 0 0 0,-14-11-697 0 0,0-1 0 0 0,-1 1 0 0 0,1-1 0 0 0,0 1 0 0 0,0-1-1 0 0,0 0 1 0 0,0 0 0 0 0,0 0 0 0 0,0 0 0 0 0,0 0 0 0 0,0-1 0 0 0,0 1 0 0 0,1-1 0 0 0,-1 1 0 0 0,0-1 0 0 0,0 0 0 0 0,0 0 0 0 0,4 0 0 0 0,-5-1-70 0 0,0 0 1 0 0,1 0 0 0 0,-1-1-1 0 0,0 1 1 0 0,0 0 0 0 0,1-1 0 0 0,-1 1-1 0 0,0-1 1 0 0,0 0 0 0 0,-1 1-1 0 0,1-1 1 0 0,0 0 0 0 0,-1 1 0 0 0,1-1-1 0 0,-1 0 1 0 0,1 0 0 0 0,-1 1 0 0 0,0-1-1 0 0,1 0 1 0 0,-1 0 0 0 0,0 0-1 0 0,0 0 1 0 0,-1 1 0 0 0,1-1 0 0 0,-1-2-1 0 0,-5-36-8935 0 0,5 20 3926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1.0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86 1380 0 0,'-11'-26'1609'0'0,"-4"-6"4151"0"0,9 20-1407 0 0,-6-3 7235 0 0,12 21-10794 0 0,4 26 445 0 0,6 34 283 0 0,6-25-5793 0 0,-16-40 4017 0 0,1-1 1 0 0,-1 1 0 0 0,1-1 0 0 0,-1 1 0 0 0,1-1 0 0 0,-1 0 0 0 0,1 1 0 0 0,-1-1-1 0 0,1 0 1 0 0,-1 0 0 0 0,1 1 0 0 0,-1-1 0 0 0,1 0 0 0 0,0 0 0 0 0,-1 0 0 0 0,1 1-1 0 0,-1-1 1 0 0,1 0 0 0 0,0 0 0 0 0,-1 0 0 0 0,1 0 0 0 0,-1 0 0 0 0,1 0 0 0 0,0-1-1 0 0,-1 1 1 0 0,1 0 0 0 0,-1 0 0 0 0,1 0 0 0 0,-1 0 0 0 0,2-1 0 0 0,15-8-6411 0 0,-16 9 6665 0 0,13-7-5325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1.4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39 2500 0 0,'9'-13'1595'0'0,"-8"12"-1246"0"0,0-1-1 0 0,0 1 1 0 0,0 0-1 0 0,0 0 1 0 0,0-1-1 0 0,0 1 1 0 0,-1-1-1 0 0,1 1 0 0 0,-1 0 1 0 0,1-1-1 0 0,-1 1 1 0 0,1-1-1 0 0,-1-6 11610 0 0,-5 13-10796 0 0,3-2-991 0 0,-1-1 0 0 0,1 1 0 0 0,0 0 0 0 0,0 0 0 0 0,0 0 0 0 0,1 0 0 0 0,-1 0 0 0 0,1 1 0 0 0,-1-1 1 0 0,1 0-1 0 0,0 1 0 0 0,-1 5 0 0 0,-1 54 2160 0 0,4-47-2011 0 0,0 1-1 0 0,2 0 1 0 0,0-1-1 0 0,1 0 1 0 0,1 0-1 0 0,0 0 1 0 0,1 0-1 0 0,0-1 0 0 0,13 21 1 0 0,11 13 618 0 0,48 61 0 0 0,-65-93-739 0 0,0-1-1 0 0,1 0 1 0 0,1-1 0 0 0,1-1-1 0 0,0 0 1 0 0,22 14 0 0 0,-62-40-199 0 0,-1 1 1 0 0,0 1 0 0 0,-1 1 0 0 0,-32-7-1 0 0,1 0-14 0 0,57 16 5 0 0,0 0 1 0 0,0 0-1 0 0,0 0 1 0 0,0 0-1 0 0,0 0 0 0 0,1 0 1 0 0,-1-1-1 0 0,0 1 1 0 0,0 0-1 0 0,0 0 0 0 0,0 0 1 0 0,0 0-1 0 0,0 0 1 0 0,0 0-1 0 0,0 0 0 0 0,0 0 1 0 0,0 0-1 0 0,0 0 1 0 0,0 0-1 0 0,1-1 0 0 0,-1 1 1 0 0,0 0-1 0 0,0 0 1 0 0,0 0-1 0 0,0 0 0 0 0,0 0 1 0 0,0 0-1 0 0,0 0 1 0 0,0 0-1 0 0,0-1 0 0 0,0 1 1 0 0,0 0-1 0 0,0 0 1 0 0,0 0-1 0 0,0 0 0 0 0,0 0 1 0 0,0 0-1 0 0,0 0 1 0 0,0 0-1 0 0,-1 0 0 0 0,1-1 1 0 0,0 1-1 0 0,0 0 1 0 0,0 0-1 0 0,0 0 0 0 0,0 0 1 0 0,0 0-1 0 0,0 0 1 0 0,0 0-1 0 0,0 0 0 0 0,0 0 1 0 0,0 0-1 0 0,0 0 1 0 0,0-1-1 0 0,-1 1 0 0 0,1 0 1 0 0,0 0-1 0 0,0 0 1 0 0,0 0-1 0 0,0 0 0 0 0,0 0 1 0 0,0 0-1 0 0,0 0 1 0 0,-1 0-1 0 0,17-6-121 0 0,24-3 24 0 0,229-23-1727 0 0,-241 25 286 0 0,-22 5-7861 0 0,-7 1 9295 0 0,-22-8-3366 0 0,1 6-2413 0 0,5 3 448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05.5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354 244 976 0 0,'1'-2'9403'0'0,"2"-11"12313"0"0,-2 9-19835 0 0,-1 1-5602 0 0,-1-13 3970 0 0,-2 1 0 0 0,0-1 1 0 0,0 1-1 0 0,-2 0 1 0 0,0 0-1 0 0,0 0 0 0 0,-1 0 1 0 0,-1 1-1 0 0,-17-26 0 0 0,22 37-248 0 0,-1-1 0 0 0,0 1 0 0 0,0 0 0 0 0,0-1 0 0 0,0 1 0 0 0,0 0 0 0 0,-1 1 0 0 0,1-1 0 0 0,-1 1 0 0 0,0-1 0 0 0,0 1 0 0 0,0 0-1 0 0,0 1 1 0 0,0-1 0 0 0,0 1 0 0 0,0-1 0 0 0,0 1 0 0 0,-1 1 0 0 0,-6-2 0 0 0,4 2-1 0 0,0 1 1 0 0,0 0-1 0 0,0 0 1 0 0,0 0-1 0 0,1 1 0 0 0,-1 0 1 0 0,0 0-1 0 0,1 1 0 0 0,0 0 1 0 0,-1 0-1 0 0,-8 6 1 0 0,4-2-2 0 0,0 1 1 0 0,1 0 0 0 0,0 1-1 0 0,0 0 1 0 0,1 1 0 0 0,0-1-1 0 0,1 2 1 0 0,0-1-1 0 0,1 1 1 0 0,0 0 0 0 0,1 1-1 0 0,-10 22 1 0 0,15-29 0 0 0,-1 1 0 0 0,1-1 0 0 0,0 1 0 0 0,0-1 0 0 0,1 1 0 0 0,-1 0 0 0 0,1-1 0 0 0,0 1 0 0 0,1-1 0 0 0,0 1 0 0 0,0 0 0 0 0,0-1 0 0 0,0 1 0 0 0,1-1 0 0 0,0 0 0 0 0,0 0 0 0 0,0 1 0 0 0,1-1 0 0 0,3 5 0 0 0,-3-6 0 0 0,1 0 0 0 0,-1-1 0 0 0,1 1 0 0 0,0-1 0 0 0,0 0 0 0 0,0 1 0 0 0,1-2 0 0 0,-1 1 0 0 0,1 0 0 0 0,0-1 0 0 0,-1 0 0 0 0,1 0 0 0 0,0-1 0 0 0,0 1 0 0 0,0-1 0 0 0,0 0 0 0 0,0 0 0 0 0,1-1 0 0 0,-1 1 0 0 0,10-2 0 0 0,-7 1 0 0 0,1-1 0 0 0,-1 0 0 0 0,1-1 0 0 0,-1 0 0 0 0,0 0 0 0 0,1 0 0 0 0,-1-1 0 0 0,-1-1 0 0 0,1 1 0 0 0,0-1 0 0 0,-1-1 0 0 0,0 1 0 0 0,0-1 0 0 0,0 0 0 0 0,7-8 0 0 0,-4 3 0 0 0,-1-1 0 0 0,0 0 0 0 0,-1 0 0 0 0,0-1 0 0 0,-1 0 0 0 0,0-1 0 0 0,0 0 0 0 0,5-18 0 0 0,-8 14 0 0 0,7-1 0 0 0,-8 14 0 0 0,4-4 0 0 0,5 10 0 0 0,-8 1 0 0 0,1 0 0 0 0,-1 1 0 0 0,0-1 0 0 0,0 1 0 0 0,0 0 0 0 0,0 1 0 0 0,0-1 0 0 0,-1 0 0 0 0,0 1 0 0 0,5 9 0 0 0,24 62 0 0 0,-6-14 0 0 0,17 20 0 0 0,-34-77 0 0 0,6-15-370 0 0,-8-7-3024 0 0,-7 10-1914 0 0,0-1-4614 0 0,0 1 2178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1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60 1828 0 0,'-2'0'16357'0'0,"-8"4"-4023"0"0,4 65-11413 0 0,3-54-732 0 0,1 0 1 0 0,1 1-1 0 0,1-1 1 0 0,0 0 0 0 0,1 1-1 0 0,3 20 1 0 0,-2-30-190 0 0,-2-3 0 0 0,1 0 0 0 0,0 0 0 0 0,0 0 0 0 0,0 0 0 0 0,0 0 0 0 0,0 0 0 0 0,1 0 0 0 0,0 0 0 0 0,-1 0 0 0 0,1-1 0 0 0,2 4 0 0 0,-2-5 0 0 0,0 0 0 0 0,0 0 0 0 0,0 0 0 0 0,0 0 0 0 0,0 0 0 0 0,0 0 0 0 0,0 0 0 0 0,0-1 0 0 0,0 1 0 0 0,1-1 0 0 0,-1 0 0 0 0,0 1 0 0 0,0-1 0 0 0,0 0 0 0 0,1 0 0 0 0,-1 0 0 0 0,0-1 0 0 0,0 1 0 0 0,0-1 0 0 0,1 1 0 0 0,-1-1 0 0 0,0 1 0 0 0,0-1 0 0 0,0 0 0 0 0,0 0 0 0 0,3-2 0 0 0,-1 1 0 0 0,8-3 0 0 0,-1 0 0 0 0,1-1 0 0 0,-1 0 0 0 0,-1 0 0 0 0,1-2 0 0 0,-1 1 0 0 0,0-1 0 0 0,-1-1 0 0 0,0 1 0 0 0,0-2 0 0 0,-1 1 0 0 0,0-1 0 0 0,-1 0 0 0 0,0-1 0 0 0,0 0 0 0 0,-1 0 0 0 0,8-23 0 0 0,-12 22 0 0 0,-1-10 0 0 0,0 21 0 0 0,-1 1 0 0 0,0-1 0 0 0,0 1 0 0 0,0-1 0 0 0,0 1 0 0 0,0 0 0 0 0,0-1 0 0 0,0 1 0 0 0,0-1 0 0 0,0 1 0 0 0,0-1 0 0 0,-1 1 0 0 0,1 0 0 0 0,0-1 0 0 0,0 1 0 0 0,0-1 0 0 0,0 1 0 0 0,-1 0 0 0 0,1-1 0 0 0,0 1 0 0 0,0-1 0 0 0,-1 1 0 0 0,1 0 0 0 0,0-1 0 0 0,-1 1 0 0 0,1 0 0 0 0,0 0 0 0 0,-1-1 0 0 0,0 1 0 0 0,-2-4 0 0 0,-5-2 0 0 0,-9 6 0 0 0,13 1 0 0 0,1 0 0 0 0,-1 0 0 0 0,1 0 0 0 0,-1 1 0 0 0,1-1 0 0 0,0 1 0 0 0,0 0 0 0 0,0 0 0 0 0,0 0 0 0 0,0 0 0 0 0,0 1 0 0 0,0-1 0 0 0,1 1 0 0 0,-1 0 0 0 0,1 0 0 0 0,0-1 0 0 0,0 2 0 0 0,0-1 0 0 0,0 0 0 0 0,1 0 0 0 0,-1 0 0 0 0,1 1 0 0 0,-2 5 0 0 0,2-5 0 0 0,0 0 0 0 0,0 0 0 0 0,0 0 0 0 0,1 1 0 0 0,-1-1 0 0 0,1 0 0 0 0,0 0 0 0 0,0 1 0 0 0,1-1 0 0 0,-1 0 0 0 0,1 0 0 0 0,0 0 0 0 0,0 0 0 0 0,0 0 0 0 0,1 0 0 0 0,0 0 0 0 0,-1 0 0 0 0,1 0 0 0 0,0-1 0 0 0,4 5 0 0 0,1-1 0 0 0,1-1 0 0 0,-1 0 0 0 0,1 0 0 0 0,1-1 0 0 0,-1 0 0 0 0,1 0 0 0 0,-1-1 0 0 0,1-1 0 0 0,1 1 0 0 0,-1-1 0 0 0,0-1 0 0 0,1 1 0 0 0,-1-2 0 0 0,1 1 0 0 0,17-1 0 0 0,12 0 0 0 0,-1-2 0 0 0,62-8 0 0 0,-82 7 0 0 0,0-1 0 0 0,0-1 0 0 0,0-1 0 0 0,-1 0 0 0 0,0-1 0 0 0,19-10 0 0 0,-30 13 0 0 0,0 0 0 0 0,0-1 0 0 0,0 0 0 0 0,0 0 0 0 0,-1-1 0 0 0,0 0 0 0 0,0 0 0 0 0,0 0 0 0 0,0 0 0 0 0,-1-1 0 0 0,0 0 0 0 0,0 1 0 0 0,-1-2 0 0 0,1 1 0 0 0,-1 0 0 0 0,-1-1 0 0 0,1 1 0 0 0,2-12 0 0 0,-5 15 0 0 0,1 0 0 0 0,-1 0 0 0 0,0 0 0 0 0,0 0 0 0 0,0 0 0 0 0,0 0 0 0 0,-1 0 0 0 0,1 0 0 0 0,-1 0 0 0 0,0 0 0 0 0,1 0 0 0 0,-2 0 0 0 0,1 1 0 0 0,0-1 0 0 0,0 0 0 0 0,-1 0 0 0 0,1 1 0 0 0,-1-1 0 0 0,0 1 0 0 0,0 0 0 0 0,-3-3 0 0 0,-10-10 0 0 0,-1 1 0 0 0,-30-19 0 0 0,43 31 0 0 0,5 3 0 0 0,15 14 0 0 0,-1-6 0 0 0,8 4-2662 0 0,-13 8-7148 0 0,-11-21 9544 0 0,0 1 1 0 0,0-1 0 0 0,0 1 0 0 0,0-1-1 0 0,0 0 1 0 0,0 1 0 0 0,0-1 0 0 0,0 1-1 0 0,0-1 1 0 0,0 0 0 0 0,0 1 0 0 0,1-1-1 0 0,-1 0 1 0 0,0 1 0 0 0,0-1-1 0 0,0 0 1 0 0,1 1 0 0 0,-1-1 0 0 0,0 0-1 0 0,1 1 1 0 0,-1-1 0 0 0,0 0 0 0 0,1 0-1 0 0,-1 1 1 0 0,0-1 0 0 0,1 0 0 0 0,-1 0-1 0 0,0 0 1 0 0,1 1 0 0 0,-1-1 0 0 0,0 0-1 0 0,2 0 1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26 171 844 0 0,'-10'4'16977'0'0,"2"1"-8099"0"0,3 2-5751 0 0,4-6-3186 0 0,1 0-1 0 0,-1 0 1 0 0,1 0-1 0 0,0 0 1 0 0,0 0-1 0 0,-1 0 1 0 0,1 0-1 0 0,0 0 1 0 0,0 0-1 0 0,0 0 1 0 0,0 0-1 0 0,0 0 1 0 0,1 0-1 0 0,-1 0 1 0 0,0 0-1 0 0,0 0 1 0 0,1 0-1 0 0,-1 0 1 0 0,0 0-1 0 0,1 0 0 0 0,-1 0 1 0 0,2 1-1 0 0,7 9 2486 0 0,-4-8-2377 0 0,0 1 1 0 0,0-1-1 0 0,0-1 1 0 0,1 1-1 0 0,-1-1 1 0 0,0 0-1 0 0,1 0 1 0 0,0 0-1 0 0,-1-1 1 0 0,1 0-1 0 0,0 0 1 0 0,0 0-1 0 0,0-1 1 0 0,0 0-1 0 0,-1 0 1 0 0,1-1-1 0 0,0 1 0 0 0,0-1 1 0 0,0-1-1 0 0,6-1 1 0 0,1-1 56 0 0,1 0-1 0 0,-1-1 1 0 0,1 0-1 0 0,-1-1 1 0 0,-1-1 0 0 0,1 0-1 0 0,11-10 1 0 0,-14 8-106 0 0,-1-1 0 0 0,0 0 0 0 0,0-1 0 0 0,-1 0 0 0 0,-1 0 0 0 0,0-1 0 0 0,0 0 0 0 0,5-16 0 0 0,-10 25 0 0 0,-1-10 0 0 0,-3-14 0 0 0,-6 7 0 0 0,5 18 0 0 0,-4-4 0 0 0,3 6 0 0 0,1-1 0 0 0,0 1 0 0 0,-1 0 0 0 0,1 0 0 0 0,0 0 0 0 0,-1 0 0 0 0,1 0 0 0 0,0 1 0 0 0,-1-1 0 0 0,1 1 0 0 0,0 0 0 0 0,0 0 0 0 0,-1 0 0 0 0,1 0 0 0 0,0 1 0 0 0,0-1 0 0 0,0 1 0 0 0,1 0 0 0 0,-1 0 0 0 0,0 0 0 0 0,1 0 0 0 0,-1 1 0 0 0,1-1 0 0 0,-3 4 0 0 0,0-1 0 0 0,2-2 0 0 0,0 0 0 0 0,0 0 0 0 0,0 0 0 0 0,1 0 0 0 0,-1 1 0 0 0,1-1 0 0 0,0 1 0 0 0,0 0 0 0 0,0-1 0 0 0,1 1 0 0 0,-1 0 0 0 0,1 0 0 0 0,0 0 0 0 0,0 0 0 0 0,0 0 0 0 0,0 0 0 0 0,1 1 0 0 0,0-1 0 0 0,0 0 0 0 0,0 0 0 0 0,0 0 0 0 0,1 0 0 0 0,0 0 0 0 0,-1 1 0 0 0,1-1 0 0 0,1 0 0 0 0,-1-1 0 0 0,4 8 0 0 0,-2-5 0 0 0,0-1 0 0 0,1 0 0 0 0,0 0 0 0 0,0 0 0 0 0,0 0 0 0 0,1-1 0 0 0,-1 1 0 0 0,1-1 0 0 0,0 0 0 0 0,0-1 0 0 0,1 1 0 0 0,-1-1 0 0 0,1 0 0 0 0,-1-1 0 0 0,1 1 0 0 0,0-1 0 0 0,0 0 0 0 0,12 2 0 0 0,-3-2-71 0 0,1 0 0 0 0,-1-1-1 0 0,1-1 1 0 0,-1 0 0 0 0,1-1 0 0 0,-1-1 0 0 0,1 0-1 0 0,-1-1 1 0 0,0-1 0 0 0,0 0 0 0 0,0-1 0 0 0,0-1-1 0 0,-1 0 1 0 0,0-1 0 0 0,-1 0 0 0 0,1-2-1 0 0,-1 1 1 0 0,-1-1 0 0 0,21-20 0 0 0,-30 26 75 0 0,0 0 0 0 0,-1 0 0 0 0,1 0 0 0 0,-1-1 0 0 0,1 1-1 0 0,-1-1 1 0 0,0 0 0 0 0,-1 0 0 0 0,1 0 0 0 0,-1 0 0 0 0,1 0 0 0 0,-1 0 0 0 0,0 0 0 0 0,-1 0 0 0 0,1 0 0 0 0,-1 0 0 0 0,1-1 0 0 0,-1 1 0 0 0,-1 0-1 0 0,0-5 1 0 0,1-5 728 0 0,0 12-227 0 0,0 0-413 0 0,0 2-91 0 0,0 0-1 0 0,0 0 0 0 0,1 0 0 0 0,-1 0 0 0 0,0 0 1 0 0,0 0-1 0 0,0 0 0 0 0,0 1 0 0 0,0-1 0 0 0,0 0 1 0 0,0 0-1 0 0,0 0 0 0 0,0 0 0 0 0,0 0 0 0 0,1 0 1 0 0,-1 0-1 0 0,0 0 0 0 0,0 0 0 0 0,0 0 0 0 0,0 0 1 0 0,0-1-1 0 0,0 1 0 0 0,0 0 0 0 0,0 0 0 0 0,0 0 1 0 0,0 0-1 0 0,0 0 0 0 0,1 0 0 0 0,-1 0 0 0 0,0 0 1 0 0,0 0-1 0 0,0 0 0 0 0,0 0 0 0 0,0 0 0 0 0,0 0 1 0 0,0 0-1 0 0,0 0 0 0 0,0 0 0 0 0,0 0 0 0 0,0-1 1 0 0,0 1-1 0 0,0 0 0 0 0,0 0 0 0 0,0 0 0 0 0,0 0 1 0 0,0 0-1 0 0,0 0 0 0 0,0 0 0 0 0,0 0 0 0 0,0 0 1 0 0,0 0-1 0 0,0-1 0 0 0,0 1 0 0 0,0 0 0 0 0,0 0 1 0 0,0 0-1 0 0,0 0 0 0 0,0 0 0 0 0,0 0 0 0 0,0 0 1 0 0,0 0-1 0 0,0 0 0 0 0,13 22 0 0 0,13 40 0 0 0,-19-48 0 0 0,-2-3 0 0 0,6 4-289 0 0,-10-14-459 0 0,2-4-1611 0 0,-1 0 1779 0 0,0 0-1 0 0,0 0 0 0 0,0 0 0 0 0,0 0 0 0 0,-1-1 0 0 0,0 1 1 0 0,1-1-1 0 0,-1 1 0 0 0,0-1 0 0 0,0 1 0 0 0,-1-1 0 0 0,1 0 1 0 0,-1 1-1 0 0,0-1 0 0 0,0-4 0 0 0,-7-20-9365 0 0,0 12 4250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7.95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69 24 4888 0 0,'-26'-24'6520'0'0,"-4"25"1858"0"0,29-1-8155 0 0,0 1-1 0 0,1-1 1 0 0,-1 1-1 0 0,0 0 1 0 0,0-1-1 0 0,0 1 1 0 0,1 0 0 0 0,-1 0-1 0 0,0-1 1 0 0,1 1-1 0 0,-1 0 1 0 0,1 0 0 0 0,-1 0-1 0 0,1 0 1 0 0,-1 0-1 0 0,1-1 1 0 0,0 1-1 0 0,-1 0 1 0 0,1 0 0 0 0,0 0-1 0 0,0 0 1 0 0,0 0-1 0 0,-1 0 1 0 0,1 0 0 0 0,0 0-1 0 0,1 2 1 0 0,-1-1 500 0 0,14 29-464 0 0,2-21-2654 0 0,8 6-11310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8.4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220 18 2156 0 0,'-6'-3'723'0'0,"-1"0"1"0"0,1 1-1 0 0,-1-1 0 0 0,0 2 0 0 0,1-1 0 0 0,-14-1 1 0 0,12 3 682 0 0,1 0 1 0 0,0 0 0 0 0,-1 1-1 0 0,1 0 1 0 0,-1 0 0 0 0,1 1-1 0 0,0-1 1 0 0,0 2 0 0 0,0-1-1 0 0,0 1 1 0 0,0 0 0 0 0,0 1-1 0 0,1-1 1 0 0,-1 1 0 0 0,-10 9-1 0 0,-15 22 1636 0 0,31-24-3042 0 0,1-7 0 0 0,1 0 0 0 0,0 0 0 0 0,1 0 0 0 0,-1 0 0 0 0,1 0 0 0 0,-1 0 0 0 0,1-1 0 0 0,0 1 0 0 0,1 0 0 0 0,-1-1 0 0 0,1 0 0 0 0,-1 0 0 0 0,1 1 0 0 0,0-1 0 0 0,0-1 0 0 0,0 1 0 0 0,1 0 0 0 0,-1-1 0 0 0,0 0 0 0 0,1 0 0 0 0,0 0 0 0 0,-1 0 0 0 0,1 0 0 0 0,0-1 0 0 0,7 2 0 0 0,16 4 0 0 0,-1-1 0 0 0,1-1 0 0 0,1-1 0 0 0,34 0 0 0 0,29 3 0 0 0,-60-1 0 0 0,-27-4 0 0 0,-3-1 0 0 0,0 0 0 0 0,1 0 0 0 0,-1 0 0 0 0,0 0 0 0 0,0 0 0 0 0,0 1 0 0 0,1-1 0 0 0,-1 0 0 0 0,-1 0 0 0 0,1 1 0 0 0,0-1 0 0 0,0 1 0 0 0,0-1 0 0 0,-1 1 0 0 0,1-1 0 0 0,-1 1 0 0 0,1-1 0 0 0,-1 1 0 0 0,1-1 0 0 0,-1 1 0 0 0,0 0 0 0 0,0 1 0 0 0,0 0 0 0 0,2 9 0 0 0,-1 0 0 0 0,-1 1 0 0 0,0-1 0 0 0,-1 0 0 0 0,0 1 0 0 0,-1-1 0 0 0,-3 14 0 0 0,-30 83 0 0 0,22-74 0 0 0,9-25 0 0 0,-1 0 0 0 0,0-1 0 0 0,-1 0 0 0 0,0 0 0 0 0,0 0 0 0 0,-1-1 0 0 0,0 0 0 0 0,-1 0 0 0 0,0-1 0 0 0,0 1 0 0 0,-1-2 0 0 0,1 1 0 0 0,-1-1 0 0 0,-15 7 0 0 0,17-9 0 0 0,0 0 0 0 0,-1-1 0 0 0,0 0 0 0 0,1 0 0 0 0,-1-1 0 0 0,0 0 0 0 0,-1 0 0 0 0,1 0 0 0 0,0-1 0 0 0,0-1 0 0 0,-1 1 0 0 0,1-1 0 0 0,0-1 0 0 0,0 0 0 0 0,-1 0 0 0 0,1 0 0 0 0,0-1 0 0 0,0 0 0 0 0,-12-5 0 0 0,18 6 1 0 0,-1 0 0 0 0,1 0-1 0 0,-1 0 1 0 0,1-1 0 0 0,-1 1 0 0 0,1 0 0 0 0,0-1-1 0 0,-1 0 1 0 0,1 0 0 0 0,0 1 0 0 0,0-1 0 0 0,0 0-1 0 0,1-1 1 0 0,-1 1 0 0 0,0 0 0 0 0,1 0 0 0 0,-1-1-1 0 0,1 1 1 0 0,0-1 0 0 0,0 1 0 0 0,0-1 0 0 0,0 0-1 0 0,0 1 1 0 0,1-1 0 0 0,-1 0 0 0 0,1 1 0 0 0,-1-1-1 0 0,1 0 1 0 0,0 0 0 0 0,0 0 0 0 0,1 1 0 0 0,-1-1-1 0 0,1 0 1 0 0,-1 0 0 0 0,1 1 0 0 0,0-1-1 0 0,0 0 1 0 0,0 1 0 0 0,0-1 0 0 0,0 1 0 0 0,1-1-1 0 0,-1 1 1 0 0,1 0 0 0 0,-1 0 0 0 0,5-4 0 0 0,3-6-24 0 0,1 1 0 0 0,1 1 0 0 0,0 0 0 0 0,0 1 0 0 0,1 0 0 0 0,0 0 0 0 0,19-9 0 0 0,39-16-4563 0 0,-47 24-468 0 0,2 0-4319 0 0,-6 3 1723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19.3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7 114 1488 0 0,'0'0'8128'0'0,"-2"4"-6080"0"0,1 0-1524 0 0,0 0 0 0 0,0 0 1 0 0,0-1-1 0 0,1 1 1 0 0,-1 0-1 0 0,1 0 0 0 0,0 0 1 0 0,0 0-1 0 0,1 0 0 0 0,-1 0 1 0 0,1 0-1 0 0,0 0 0 0 0,0 0 1 0 0,2 6-1 0 0,29 68 4785 0 0,-1-4-1669 0 0,-19-24-2210 0 0,3-2-1 0 0,39 88 1 0 0,-36-105-1430 0 0,-18-30 0 0 0,0-1 0 0 0,0 0 0 0 0,1 1 0 0 0,-1-1 0 0 0,0 0 0 0 0,0 1 0 0 0,0-1 0 0 0,1 0 0 0 0,-1 1 0 0 0,0-1 0 0 0,0 0 0 0 0,1 1 0 0 0,-1-1 0 0 0,0 0 0 0 0,1 0 0 0 0,-1 0 0 0 0,0 1 0 0 0,1-1 0 0 0,-1 0 0 0 0,0 0 0 0 0,1 0 0 0 0,-1 0 0 0 0,0 0 0 0 0,1 1 0 0 0,-1-1 0 0 0,1 0 0 0 0,-1 0 0 0 0,0 0 0 0 0,1 0 0 0 0,0 0 0 0 0,2-1-70 0 0,1-1 1 0 0,0 1-1 0 0,-1-1 0 0 0,1 1 0 0 0,-1-1 1 0 0,1 0-1 0 0,-1 0 0 0 0,0-1 0 0 0,0 1 1 0 0,0-1-1 0 0,0 1 0 0 0,-1-1 1 0 0,4-4-1 0 0,37-53-1626 0 0,-11 14 1064 0 0,-20 32 1249 0 0,-12 13-548 0 0,0 1 0 0 0,0-1-1 0 0,0 1 1 0 0,0 0 0 0 0,0-1-1 0 0,0 1 1 0 0,0 0 0 0 0,1-1-1 0 0,-1 1 1 0 0,0 0 0 0 0,0-1-1 0 0,1 1 1 0 0,-1 0 0 0 0,0-1-1 0 0,0 1 1 0 0,1 0 0 0 0,-1 0-1 0 0,0-1 1 0 0,0 1 0 0 0,1 0-1 0 0,-1 0 1 0 0,1 0 0 0 0,-1-1-1 0 0,0 1 1 0 0,1 0 0 0 0,-1 0-1 0 0,0 0 1 0 0,1 0 0 0 0,-1 0-1 0 0,0 0 1 0 0,1 0 0 0 0,-1 0-1 0 0,1 0 1 0 0,-1 0 0 0 0,0 0-1 0 0,1 0 1 0 0,0 0 0 0 0,-1 6-66 0 0,0-1 1 0 0,1 1-1 0 0,0-1 1 0 0,0 1 0 0 0,0-1-1 0 0,0 0 1 0 0,1 1-1 0 0,0-1 1 0 0,0 0-1 0 0,1 0 1 0 0,-1 0 0 0 0,1-1-1 0 0,0 1 1 0 0,0 0-1 0 0,1-1 1 0 0,0 0 0 0 0,-1 0-1 0 0,1 0 1 0 0,0 0-1 0 0,1-1 1 0 0,-1 1-1 0 0,1-1 1 0 0,-1 0 0 0 0,1-1-1 0 0,0 1 1 0 0,7 2-1 0 0,-3-2-4 0 0,1 0 0 0 0,-1-1 0 0 0,0 0 0 0 0,1 0-1 0 0,-1-1 1 0 0,1 0 0 0 0,-1-1 0 0 0,1 0-1 0 0,-1 0 1 0 0,1-1 0 0 0,0 0 0 0 0,-1-1 0 0 0,0 0-1 0 0,1-1 1 0 0,14-6 0 0 0,-14 4-94 0 0,-1 0 1 0 0,0 0-1 0 0,0-1 0 0 0,0-1 1 0 0,-1 1-1 0 0,0-1 1 0 0,0-1-1 0 0,-1 1 0 0 0,0-2 1 0 0,0 1-1 0 0,-1 0 0 0 0,0-1 1 0 0,-1 0-1 0 0,0-1 1 0 0,0 1-1 0 0,-1-1 0 0 0,0 0 1 0 0,4-15-1 0 0,-5 11-29 0 0,0 0 0 0 0,0 0-1 0 0,-1 0 1 0 0,-1 0 0 0 0,-1-1 0 0 0,0 1-1 0 0,0 0 1 0 0,-2-1 0 0 0,0 1 0 0 0,0 0 0 0 0,-1 0-1 0 0,-1 0 1 0 0,-8-20 0 0 0,1 9 275 0 0,2 5 224 0 0,0 0-1 0 0,-19-30 1 0 0,-20-14 1878 0 0,48 63-2253 0 0,0 1 0 0 0,0 0 0 0 0,0 0 1 0 0,0 0-1 0 0,-1 0 0 0 0,1 0 0 0 0,0-1 0 0 0,0 1 1 0 0,0 0-1 0 0,-1 0 0 0 0,1 0 0 0 0,0 0 0 0 0,0 0 1 0 0,0 0-1 0 0,-1 0 0 0 0,1 0 0 0 0,0 0 0 0 0,0 0 1 0 0,0 0-1 0 0,-1 0 0 0 0,1 0 0 0 0,0 0 0 0 0,0 0 1 0 0,0 0-1 0 0,-1 0 0 0 0,1 0 0 0 0,0 0 1 0 0,0 0-1 0 0,0 0 0 0 0,-1 0 0 0 0,1 0 0 0 0,0 0 1 0 0,0 1-1 0 0,0-1 0 0 0,-1 0 0 0 0,1 0 0 0 0,0 0 1 0 0,0 0-1 0 0,0 0 0 0 0,0 1 0 0 0,0-1 0 0 0,-1 0 1 0 0,1 0-1 0 0,0 0 0 0 0,0 1 0 0 0,0-1 0 0 0,0 0 1 0 0,0 0-1 0 0,0 0 0 0 0,0 1 0 0 0,0-1 1 0 0,0 0-1 0 0,0 0 0 0 0,0 1 0 0 0,-6 12-1 0 0,6-12 0 0 0,0 8 1 0 0,0 1 0 0 0,1-1 0 0 0,0 1 0 0 0,1-1 0 0 0,0 1 0 0 0,0-1 0 0 0,1 0 0 0 0,0 0 0 0 0,8 16 0 0 0,-3-5 0 0 0,53 139 0 0 0,1-24 0 0 0,-24-49 0 0 0,-33-73 0 0 0,-8-18-496 0 0,0-1 0 0 0,0 0-1 0 0,-1 1 1 0 0,1 0 0 0 0,-1 0 0 0 0,0 0-1 0 0,-1 0 1 0 0,1 0 0 0 0,-1 1 0 0 0,-6-5 0 0 0,-62-44-5579 0 0,49 41 5240 0 0,0 1 0 0 0,0 1 0 0 0,-1 1 0 0 0,-39-8 0 0 0,22 6 2006 0 0,40 11-767 0 0,-1 0 276 0 0,-3 1-556 0 0,7 1 2921 0 0,10 4-2643 0 0,-1 0 1 0 0,1-1 0 0 0,0 0 0 0 0,1 0 0 0 0,-1-1-1 0 0,1-1 1 0 0,0 0 0 0 0,0 0 0 0 0,0-2-1 0 0,0 1 1 0 0,0-1 0 0 0,14-2 0 0 0,14 1 566 0 0,0-3 0 0 0,58-10-1 0 0,-73 9-548 0 0,0-2 0 0 0,0 0 0 0 0,-1-2 0 0 0,25-11-1 0 0,-49 19-456 0 0,0 0 0 0 0,0 0 0 0 0,1 0 0 0 0,-1 0 0 0 0,0 0 0 0 0,0 0 0 0 0,1 0 0 0 0,-1 0 0 0 0,0-1 0 0 0,0 1 0 0 0,0 0 0 0 0,0 0 0 0 0,1 0 0 0 0,-1 0-1 0 0,0-1 1 0 0,0 1 0 0 0,0 0 0 0 0,0 0 0 0 0,0-1 0 0 0,1 1 0 0 0,-1 0 0 0 0,0 0 0 0 0,0 0 0 0 0,0-1 0 0 0,0 1 0 0 0,0 0 0 0 0,0 0 0 0 0,0-1 0 0 0,0 1 0 0 0,0 0 0 0 0,0 0-1 0 0,0-1 1 0 0,0 1 0 0 0,0 0 0 0 0,0 0 0 0 0,0-1 0 0 0,0 1 0 0 0,0 0 0 0 0,0 0 0 0 0,-1-1 0 0 0,1 1 0 0 0,0 0 0 0 0,0 0 0 0 0,0 0 0 0 0,0-1 0 0 0,0 1 0 0 0,-1 0 0 0 0,1 0 0 0 0,0 0-1 0 0,0 0 1 0 0,0-1 0 0 0,-1 1 0 0 0,1 0 0 0 0,0 0 0 0 0,0 0 0 0 0,0 0 0 0 0,-1 0 0 0 0,1 0 0 0 0,0 0 0 0 0,0 0 0 0 0,-1-1 0 0 0,1 1 0 0 0,0 0 0 0 0,0 0 0 0 0,-1 0 0 0 0,1 0-1 0 0,-18-7-2398 0 0,17 6 2669 0 0,-5 0-1469 0 0,0 1 1 0 0,0-1-1 0 0,0 1 0 0 0,0 0 1 0 0,0 1-1 0 0,0-1 0 0 0,0 1 1 0 0,0 0-1 0 0,-6 2 0 0 0,2 0-3241 0 0,-4 0-1823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2.6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198 95 476 0 0,'10'-23'4691'0'0,"-3"5"2513"0"0,4-11 8943 0 0,-14 13-13134 0 0,2 14-2390 0 0,0 1-112 0 0,-6-4-409 0 0,-5 4-102 0 0,3 3 0 0 0,0-1 0 0 0,0 1 0 0 0,1 0 0 0 0,-1 0 0 0 0,1 1 0 0 0,-1 1 0 0 0,1-1 0 0 0,0 1 0 0 0,0 1 0 0 0,1-1 0 0 0,-1 1 0 0 0,-10 10 0 0 0,-3 1 0 0 0,16-13 0 0 0,0 1 0 0 0,0 0 0 0 0,0 0 0 0 0,1 0 0 0 0,-1 1 0 0 0,1 0 0 0 0,0 0 0 0 0,0 0 0 0 0,1 0 0 0 0,-1 1 0 0 0,1-1 0 0 0,0 1 0 0 0,1 0 0 0 0,-3 9 0 0 0,4-12 0 0 0,1-1 0 0 0,-1 1 0 0 0,1 0 0 0 0,0 0 0 0 0,0 0 0 0 0,0-1 0 0 0,1 1 0 0 0,-1 0 0 0 0,1 0 0 0 0,-1 0 0 0 0,1-1 0 0 0,0 1 0 0 0,0 0 0 0 0,0-1 0 0 0,1 1 0 0 0,-1-1 0 0 0,0 0 0 0 0,1 1 0 0 0,0-1 0 0 0,-1 0 0 0 0,1 0 0 0 0,0 0 0 0 0,0 0 0 0 0,0 0 0 0 0,1 0 0 0 0,-1 0 0 0 0,0-1 0 0 0,1 1 0 0 0,-1-1 0 0 0,1 0 0 0 0,-1 0 0 0 0,1 0 0 0 0,4 2 0 0 0,8 2 0 0 0,1 0 0 0 0,0-1 0 0 0,0 0 0 0 0,0-2 0 0 0,1 0 0 0 0,-1 0 0 0 0,1-2 0 0 0,-1 0 0 0 0,1-1 0 0 0,-1 0 0 0 0,0-2 0 0 0,0 0 0 0 0,0 0 0 0 0,0-2 0 0 0,0 0 0 0 0,20-10 0 0 0,-29 13 0 0 0,-6 2 0 0 0,0-1 0 0 0,1 1 0 0 0,-1-1 0 0 0,1 0 0 0 0,-1 0 0 0 0,0 1 0 0 0,0-1 0 0 0,1 0 0 0 0,-1 0 0 0 0,0 0 0 0 0,0 0 0 0 0,0 0 0 0 0,0 0 0 0 0,0-1 0 0 0,1-1 0 0 0,0 0-437 0 0,0 1 1 0 0,-1-1-1 0 0,1 1 1 0 0,-1-1-1 0 0,1 0 1 0 0,-1 0-1 0 0,0 0 1 0 0,0 0-1 0 0,0 0 1 0 0,-1 0-1 0 0,1 0 1 0 0,0-6-1 0 0,-1 7 119 0 0,0 1-1 0 0,0-1 1 0 0,0 0-1 0 0,0 1 0 0 0,1-1 1 0 0,-1 1-1 0 0,0-1 1 0 0,1 0-1 0 0,0 1 0 0 0,-1-1 1 0 0,1 1-1 0 0,0-1 1 0 0,0 1-1 0 0,0 0 0 0 0,-1-1 1 0 0,2 1-1 0 0,-1 0 1 0 0,0 0-1 0 0,0-1 0 0 0,2 0 1 0 0,8-7-2446 0 0,8-5-5655 0 0,-6 5 3232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2.9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212 45 736 0 0,'1'-1'691'0'0,"-1"0"0"0"0,1-1 1 0 0,0 1-1 0 0,-1 0 0 0 0,1-1 0 0 0,-1 1 0 0 0,1 0 0 0 0,-1-1 0 0 0,0 1 1 0 0,0-1-1 0 0,0 1 0 0 0,0-1 0 0 0,0-1 0 0 0,-2 1-120 0 0,0 0-1 0 0,0 0 1 0 0,0 0-1 0 0,0 0 0 0 0,0 0 1 0 0,-1 1-1 0 0,1-1 1 0 0,-1 1-1 0 0,1 0 1 0 0,-1 0-1 0 0,1 0 0 0 0,-1 0 1 0 0,0 0-1 0 0,0 0 1 0 0,1 1-1 0 0,-1-1 1 0 0,0 1-1 0 0,-4 0 0 0 0,0 1 45 0 0,1 0 0 0 0,0 0 0 0 0,0 1 0 0 0,0-1 0 0 0,0 2 0 0 0,0-1 0 0 0,1 0 0 0 0,-10 7 0 0 0,4-4-75 0 0,1 2 1 0 0,0 0-1 0 0,1 0 0 0 0,-1 0 1 0 0,-14 17-1 0 0,21-21-396 0 0,0 1 0 0 0,0-1 1 0 0,1 1-1 0 0,-1 0 0 0 0,1 0 0 0 0,0 0 1 0 0,0 0-1 0 0,0 0 0 0 0,1 0 0 0 0,0 0 0 0 0,-1 1 1 0 0,1-1-1 0 0,1 1 0 0 0,-1-1 0 0 0,1 1 0 0 0,0-1 1 0 0,0 0-1 0 0,0 6 0 0 0,1-6-144 0 0,-1 0 0 0 0,1-1 0 0 0,0 1 0 0 0,1 0 0 0 0,-1 0 0 0 0,1 0 0 0 0,-1-1 0 0 0,1 1 0 0 0,0-1 0 0 0,0 1 0 0 0,1-1 0 0 0,-1 0 0 0 0,1 1 0 0 0,0-2 0 0 0,-1 1 0 0 0,1 0 0 0 0,0 0 0 0 0,1-1 0 0 0,-1 0 0 0 0,0 1 0 0 0,1-1 0 0 0,0-1 0 0 0,6 4 0 0 0,-1-2 0 0 0,0-1 0 0 0,1 0 0 0 0,0 0 0 0 0,-1-1 0 0 0,1 0 0 0 0,0-1 0 0 0,0 0 0 0 0,-1 0 0 0 0,11-2 0 0 0,-8 0-18 0 0,-1 0 0 0 0,0-1 0 0 0,0 0 0 0 0,21-9 0 0 0,-28 10 18 0 0,-1 1-1 0 0,1-1 0 0 0,-1 0 1 0 0,0 0-1 0 0,1 0 1 0 0,-1 0-1 0 0,0-1 1 0 0,0 1-1 0 0,-1-1 0 0 0,1 0 1 0 0,0 0-1 0 0,-1 0 1 0 0,0 0-1 0 0,0 0 1 0 0,0 0-1 0 0,0-1 0 0 0,0 1 1 0 0,1-5-1 0 0,-2 5 4 0 0,-1 1 0 0 0,1-1 0 0 0,-1 0 0 0 0,0 0 0 0 0,0 0 0 0 0,0 0 0 0 0,0 0 0 0 0,0 0-1 0 0,-1 0 1 0 0,1 0 0 0 0,-1 0 0 0 0,0 0 0 0 0,0 1 0 0 0,0-1 0 0 0,0 0 0 0 0,-1 1 0 0 0,1-1-1 0 0,-1 1 1 0 0,1-1 0 0 0,-1 1 0 0 0,0-1 0 0 0,0 1 0 0 0,0 0 0 0 0,0 0 0 0 0,0 0 0 0 0,-1 0 0 0 0,1 1-1 0 0,0-1 1 0 0,-1 0 0 0 0,-4-1 0 0 0,-4-2-1 0 0,1 1 0 0 0,-1 0 0 0 0,-1 0-1 0 0,1 1 1 0 0,-19-2 0 0 0,17 3-2 0 0,-1 0 0 0 0,22 5-930 0 0,-3-1 331 0 0,-1 0 0 0 0,1-1 1 0 0,0 1-1 0 0,0-1 0 0 0,0 0 1 0 0,0 0-1 0 0,0-1 0 0 0,0 0 0 0 0,6 0 1 0 0,-3-2-436 0 0,2-1-1049 0 0,3 2-8900 0 0,1 1 4373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3.67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 65 1284 0 0,'0'0'12537'0'0,"-5"20"-4285"0"0,6 19-4386 0 0,11 69 0 0 0,-4-80-2547 0 0,0 8 247 0 0,-2-39-1499 0 0,0-1-66 0 0,-1-1 0 0 0,1 1 0 0 0,-1-1 1 0 0,1 0-1 0 0,-2-1 0 0 0,1 1 0 0 0,-1-1 0 0 0,1 0 0 0 0,3-8 0 0 0,30-68 0 0 0,-27 54-2 0 0,22-38 0 0 0,-30 58 1 0 0,3-1 0 0 0,-6 8 0 0 0,1 1 0 0 0,-1 0 0 0 0,0 0 0 0 0,1-1 0 0 0,-1 1 0 0 0,1 0 0 0 0,-1 0 0 0 0,0 0 0 0 0,1 0 0 0 0,-1-1 0 0 0,1 1 0 0 0,-1 0 0 0 0,0 0 0 0 0,1 0 0 0 0,-1 0 0 0 0,1 0 0 0 0,-1 0 0 0 0,1 0 0 0 0,-1 0 0 0 0,0 0 0 0 0,1 1 0 0 0,-1-1 0 0 0,1 0 0 0 0,-1 0 0 0 0,0 0 0 0 0,1 0 0 0 0,-1 1 0 0 0,1-1 0 0 0,-1 0 0 0 0,1 1 0 0 0,4 10 0 0 0,0 1 0 0 0,-1 0 0 0 0,0 0 0 0 0,-1 1 0 0 0,3 21 0 0 0,-4-27 0 0 0,-2-4 0 0 0,1 1 0 0 0,-1-1 0 0 0,1 1 0 0 0,0-1 0 0 0,1 1 0 0 0,-1-1 0 0 0,0 0 0 0 0,1 0 0 0 0,0 0 0 0 0,0 0 0 0 0,0 0 0 0 0,0 0 0 0 0,0 0 0 0 0,1 0 0 0 0,-1-1 0 0 0,1 1 0 0 0,3 2 0 0 0,5 0 0 0 0,1 2 0 0 0,-10-7 0 0 0,0 1 0 0 0,-1-1 0 0 0,1 1 0 0 0,0-1 0 0 0,0 0 0 0 0,-1 0 0 0 0,1 0 0 0 0,0 0 0 0 0,0 0 0 0 0,-1 0 0 0 0,1 0 0 0 0,0 0 0 0 0,-1-1 0 0 0,1 1 0 0 0,0-1 0 0 0,-1 1 0 0 0,1-1 0 0 0,-1 0 0 0 0,1 0 0 0 0,-1 1 0 0 0,1-1 0 0 0,-1 0 0 0 0,2-2 0 0 0,21-24 0 0 0,-21 23 0 0 0,78-115-2264 0 0,-78 114 2170 0 0,0 1 0 0 0,0-1-1 0 0,0 0 1 0 0,0 0 0 0 0,-1 0-1 0 0,1 0 1 0 0,2-11 0 0 0,-5 16 104 0 0,0 0 1 0 0,0 0-1 0 0,0 0 1 0 0,0 1-1 0 0,0-1 0 0 0,0 0 1 0 0,1 0-1 0 0,-1 0 1 0 0,0 1-1 0 0,0-1 1 0 0,0 0-1 0 0,0 0 1 0 0,0 0-1 0 0,1 0 1 0 0,-1 0-1 0 0,0 1 1 0 0,0-1-1 0 0,0 0 0 0 0,0 0 1 0 0,1 0-1 0 0,-1 0 1 0 0,0 0-1 0 0,0 0 1 0 0,1 0-1 0 0,-1 0 1 0 0,0 0-1 0 0,0 0 1 0 0,0 0-1 0 0,1 0 1 0 0,-1 0-1 0 0,0 0 0 0 0,0 0 1 0 0,0 0-1 0 0,1 0 1 0 0,-1 0-1 0 0,0 0 1 0 0,0 0-1 0 0,0 0 1 0 0,1 0-1 0 0,-1 0 1 0 0,0 0-1 0 0,0 0 1 0 0,0 0-1 0 0,1-1 0 0 0,-1 1 1 0 0,0 0-1 0 0,0 0 1 0 0,0 0-1 0 0,0 0 1 0 0,1-1-1 0 0,-1 1 1 0 0,0 0-1 0 0,0 0 1 0 0,0 0-1 0 0,0 0 1 0 0,0-1-1 0 0,0 1 0 0 0,0 0 1 0 0,0 0-1 0 0,0 0 1 0 0,1-1-1 0 0,-1 1 1 0 0,0 0-1 0 0,0 0 1 0 0,0-1-1 0 0,0 1 1 0 0,1 1 31 0 0,0 0 0 0 0,0 1 1 0 0,0-1-1 0 0,-1 0 0 0 0,1 1 1 0 0,0-1-1 0 0,0 1 0 0 0,-1-1 1 0 0,1 1-1 0 0,-1-1 0 0 0,1 1 1 0 0,-1 0-1 0 0,0 1 0 0 0,-1 24 196 0 0,-1-14-137 0 0,2 1 0 0 0,0 0 0 0 0,0-1 0 0 0,4 23 0 0 0,-4-34-330 0 0,0 0 0 0 0,1 0 1 0 0,-1 0-1 0 0,1 0 0 0 0,-1 1 0 0 0,1-1 0 0 0,0 0 1 0 0,-1 0-1 0 0,1 0 0 0 0,0 0 0 0 0,0-1 0 0 0,1 1 1 0 0,-1 0-1 0 0,0 0 0 0 0,1-1 0 0 0,-1 1 0 0 0,1 0 1 0 0,-1-1-1 0 0,1 0 0 0 0,0 1 0 0 0,-1-1 1 0 0,1 0-1 0 0,0 0 0 0 0,0 0 0 0 0,4 2 0 0 0,-4-2-1644 0 0,0-2-1355 0 0,11 0 1681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4.16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17 188 248 0 0,'0'0'3646'0'0,"-1"5"-1863"0"0,-4 11-138 0 0,3-9-142 0 0,-1 0-1 0 0,2 0 1 0 0,-1 1 0 0 0,1-1 0 0 0,-1 11 0 0 0,7 6-56 0 0,8 8 1811 0 0,35 60-1 0 0,-39-78-2639 0 0,0-1 1 0 0,0-1 0 0 0,1 1-1 0 0,1-2 1 0 0,0 1-1 0 0,21 15 1 0 0,-30-25 133 0 0,-4-11-684 0 0,1 1 1 0 0,-1-1-1 0 0,-1 1 0 0 0,0-1 1 0 0,0 1-1 0 0,-1 0 1 0 0,0 1-1 0 0,0-1 1 0 0,0 0-1 0 0,-9-8 1 0 0,-5-14 45 0 0,-5-9 65 0 0,-29-56 343 0 0,49 88-482 0 0,0-1 0 0 0,0 1 0 0 0,0-1 0 0 0,1 0 0 0 0,0 0 0 0 0,1 0 0 0 0,-1-14-1 0 0,2 18-29 0 0,0-1-1 0 0,1 1 1 0 0,0-1-1 0 0,0 1 1 0 0,0 0-1 0 0,0-1 1 0 0,1 1-1 0 0,-1 0 0 0 0,1 0 1 0 0,0 0-1 0 0,1 0 1 0 0,-1 0-1 0 0,1 1 1 0 0,-1-1-1 0 0,6-4 1 0 0,1-2-21 0 0,2 0 0 0 0,-1 0 1 0 0,1 1-1 0 0,1 1 1 0 0,0 0-1 0 0,0 1 1 0 0,0 0-1 0 0,1 0 1 0 0,0 2-1 0 0,0-1 1 0 0,1 2-1 0 0,-1 0 1 0 0,1 0-1 0 0,0 1 1 0 0,0 1-1 0 0,0 1 1 0 0,24-1-1 0 0,-35 2 30 0 0,-1 0 1 0 0,1 1-1 0 0,-1-1 0 0 0,1 0 0 0 0,-1 1 1 0 0,1-1-1 0 0,-1 1 0 0 0,1 0 0 0 0,-1 0 1 0 0,0 0-1 0 0,1 0 0 0 0,-1 0 0 0 0,0 0 0 0 0,0 1 1 0 0,0-1-1 0 0,0 1 0 0 0,0 0 0 0 0,0-1 1 0 0,0 1-1 0 0,-1 0 0 0 0,1 0 0 0 0,-1 0 1 0 0,1 0-1 0 0,-1 0 0 0 0,0 0 0 0 0,0 1 1 0 0,0-1-1 0 0,0 0 0 0 0,0 1 0 0 0,0-1 1 0 0,-1 1-1 0 0,1-1 0 0 0,-1 1 0 0 0,1-1 0 0 0,-1 1 1 0 0,0-1-1 0 0,0 1 0 0 0,0-1 0 0 0,-1 5 1 0 0,-1 3 65 0 0,1 0 0 0 0,-1-1 0 0 0,0 1 0 0 0,-1-1 0 0 0,0 1 0 0 0,-1-1 0 0 0,0 0 0 0 0,-10 17 0 0 0,-48 60-85 0 0,56-75 0 0 0,1-2-94 0 0,5-8-457 0 0,2-6-3024 0 0,33-43-1168 0 0,-19 27-97 0 0,-2 2-3429 0 0,-8 7 2254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5.5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13 108 1208 0 0,'0'0'8498'0'0,"-12"20"-4274"0"0,13-7-3309 0 0,0 0 1 0 0,1 0-1 0 0,1-1 0 0 0,0 1 1 0 0,1-1-1 0 0,0 0 0 0 0,1 0 1 0 0,0 0-1 0 0,13 19 0 0 0,-7-15 260 0 0,-1 1 0 0 0,0 1-1 0 0,9 24 1 0 0,-19-41-1104 0 0,0-1 0 0 0,0 1 0 0 0,1 0 0 0 0,-1 0 0 0 0,0 0 0 0 0,0 0 0 0 0,0-1 0 0 0,1 1 0 0 0,-1 0 0 0 0,0 0 0 0 0,1-1 0 0 0,-1 1 0 0 0,1 0 0 0 0,-1-1 0 0 0,1 1 0 0 0,-1 0 0 0 0,1-1 0 0 0,-1 1 0 0 0,1-1 0 0 0,0 1 0 0 0,-1 0 0 0 0,1-1 0 0 0,0 0 0 0 0,-1 1 0 0 0,1-1 0 0 0,0 1 1 0 0,0-1-1 0 0,-1 0 0 0 0,1 0 0 0 0,0 1 0 0 0,0-1 0 0 0,0 0 0 0 0,0 0 0 0 0,-1 0 0 0 0,2 0 0 0 0,0-1-51 0 0,-1 0 1 0 0,0 0-1 0 0,0 1 1 0 0,0-1-1 0 0,-1-1 1 0 0,1 1 0 0 0,0 0-1 0 0,0 0 1 0 0,-1 0-1 0 0,1 0 1 0 0,0 0-1 0 0,-1-1 1 0 0,1 1 0 0 0,-1 0-1 0 0,0-1 1 0 0,1 1-1 0 0,-1 0 1 0 0,0-1-1 0 0,0 1 1 0 0,0 0-1 0 0,0-1 1 0 0,0 1 0 0 0,0-2-1 0 0,12-55-159 0 0,-11 40 10 0 0,0 1 1 0 0,2-1 0 0 0,7-30 0 0 0,-8 40 82 0 0,0-1 0 0 0,1 1 0 0 0,0 0 0 0 0,1 0 0 0 0,-1 0 0 0 0,2 1 0 0 0,-1-1 0 0 0,1 1 1 0 0,9-11-1 0 0,-11 15 66 0 0,1 0 1 0 0,-1 0 0 0 0,1 1-1 0 0,-1 0 1 0 0,1 0 0 0 0,0 0-1 0 0,0 0 1 0 0,0 0-1 0 0,0 1 1 0 0,0-1 0 0 0,0 1-1 0 0,0 0 1 0 0,0 0 0 0 0,0 1-1 0 0,1 0 1 0 0,-1-1 0 0 0,7 2-1 0 0,-9-1 35 0 0,0 0 0 0 0,0 1 0 0 0,0 0 0 0 0,1-1-1 0 0,-1 1 1 0 0,0 0 0 0 0,0 0 0 0 0,0 0 0 0 0,-1 0 0 0 0,1 0-1 0 0,0 1 1 0 0,0-1 0 0 0,0 0 0 0 0,-1 1 0 0 0,1 0 0 0 0,-1-1 0 0 0,1 1-1 0 0,-1 0 1 0 0,0 0 0 0 0,0 0 0 0 0,0-1 0 0 0,0 1 0 0 0,0 1-1 0 0,0-1 1 0 0,0 0 0 0 0,-1 0 0 0 0,1 0 0 0 0,-1 0 0 0 0,1 0-1 0 0,-1 1 1 0 0,0-1 0 0 0,0 0 0 0 0,0 0 0 0 0,0 3 0 0 0,-1 21 196 0 0,-1 0 1 0 0,-7 28 0 0 0,7 5-252 0 0,3-56-5 0 0,0 0 1 0 0,0 0-1 0 0,0 0 0 0 0,0 0 1 0 0,0 1-1 0 0,1-2 0 0 0,0 1 1 0 0,-1 0-1 0 0,1 0 0 0 0,0 0 1 0 0,0-1-1 0 0,1 1 0 0 0,-1-1 1 0 0,0 0-1 0 0,1 0 0 0 0,-1 0 1 0 0,1 0-1 0 0,0 0 0 0 0,3 2 1 0 0,0-2-20 0 0,0 1 1 0 0,1-1-1 0 0,-1 0 1 0 0,1-1 0 0 0,-1 0-1 0 0,1 0 1 0 0,-1 0-1 0 0,1-1 1 0 0,7 0-1 0 0,4-1-63 0 0,0-1-1 0 0,0-1 0 0 0,0 0 0 0 0,0-2 0 0 0,-1 0 1 0 0,22-9-1 0 0,-29 9-127 0 0,-1 1 0 0 0,1-2-1 0 0,-1 1 1 0 0,0-1 0 0 0,-1-1 0 0 0,1 0 0 0 0,-1 0 0 0 0,0 0 0 0 0,-1-1-1 0 0,0 0 1 0 0,0-1 0 0 0,-1 0 0 0 0,7-11 0 0 0,-10 13 226 0 0,0 0-1 0 0,0 0 1 0 0,0 0 0 0 0,-1-1 0 0 0,0 1-1 0 0,0-1 1 0 0,-1 1 0 0 0,0-1 0 0 0,0 1-1 0 0,-1-1 1 0 0,0 0 0 0 0,-1 1 0 0 0,1-1 0 0 0,-1 0-1 0 0,-1 1 1 0 0,1-1 0 0 0,-1 1 0 0 0,-6-13-1 0 0,6 14 100 0 0,-1 1 0 0 0,0-1 0 0 0,0 1 0 0 0,-1 0 0 0 0,0 0 0 0 0,1 0 0 0 0,-2 1 0 0 0,1-1 0 0 0,0 1 0 0 0,-1 0 0 0 0,0 0 0 0 0,-10-6 0 0 0,14 9-16 0 0,0 1-83 0 0,1 0 1 0 0,-1-1-1 0 0,0 1 0 0 0,1 0 1 0 0,-1 0-1 0 0,0-1 1 0 0,1 1-1 0 0,-1 0 0 0 0,0 0 1 0 0,1 0-1 0 0,-1 0 0 0 0,0 0 1 0 0,0 0-1 0 0,1 0 1 0 0,-1 0-1 0 0,0 0 0 0 0,1 0 1 0 0,-1 1-1 0 0,0-1 1 0 0,1 0-1 0 0,-1 0 0 0 0,0 1 1 0 0,1-1-1 0 0,-1 0 0 0 0,1 1 1 0 0,-1-1-1 0 0,0 0 1 0 0,1 1-1 0 0,-1-1 0 0 0,1 1 1 0 0,-1-1-1 0 0,1 1 1 0 0,0-1-1 0 0,-1 1 0 0 0,1 0 1 0 0,-1-1-1 0 0,1 1 0 0 0,0-1 1 0 0,0 1-1 0 0,-1 0 1 0 0,1-1-1 0 0,0 1 0 0 0,0 0 1 0 0,0-1-1 0 0,-1 1 1 0 0,1 0-1 0 0,0 0 0 0 0,0-1 1 0 0,0 1-1 0 0,0 0 1 0 0,1-1-1 0 0,-1 1 0 0 0,0 0 1 0 0,0-1-1 0 0,0 1 0 0 0,0 0 1 0 0,1-1-1 0 0,-1 1 1 0 0,0 0-1 0 0,1-1 0 0 0,-1 1 1 0 0,0-1-1 0 0,1 1 1 0 0,-1 0-1 0 0,1-1 0 0 0,-1 1 1 0 0,2 0-1 0 0,1 5 5 0 0,1-1-1 0 0,0 1 1 0 0,1-1-1 0 0,-1 0 1 0 0,1 0-1 0 0,6 5 1 0 0,68 44 335 0 0,-47-34-23 0 0,-1 2-1 0 0,30 27 0 0 0,-54-39-317 0 0,-7 6-10 0 0,-1-13 0 0 0,0 1 0 0 0,0-1 0 0 0,0 0 0 0 0,-1 0 0 0 0,0 0 0 0 0,1 0 0 0 0,-1 0 0 0 0,0 0 0 0 0,0-1 0 0 0,-1 1 0 0 0,1-1 0 0 0,0 1 0 0 0,-1-1 0 0 0,0 0 0 0 0,1 0 0 0 0,-1 0 0 0 0,0 0 0 0 0,0 0 0 0 0,0-1 0 0 0,-5 2 0 0 0,1 0 0 0 0,0-1 0 0 0,0 0 0 0 0,0 0 0 0 0,0-1 0 0 0,0 0 0 0 0,-1 0 0 0 0,1 0 0 0 0,0-1 0 0 0,-1-1 0 0 0,-11-1 0 0 0,6-1 0 0 0,6-3 0 0 0,-2-2 0 0 0,9-4 0 0 0,14-8 0 0 0,-6 19 0 0 0,-8 2 0 0 0,13-4 0 0 0,5 0 0 0 0,-1 2 0 0 0,1 0 0 0 0,-1 0 0 0 0,0 2 0 0 0,35 5 0 0 0,20 0 0 0 0,-57-6-145 0 0,0 0 1 0 0,0-1-1 0 0,0-1 1 0 0,0 0-1 0 0,21-6 0 0 0,-32 7 113 0 0,-1 0-1 0 0,0-1 0 0 0,1 1 1 0 0,-1-1-1 0 0,0 1 1 0 0,0-1-1 0 0,0 0 0 0 0,0 0 1 0 0,-1 0-1 0 0,1 0 1 0 0,0-1-1 0 0,-1 1 0 0 0,0-1 1 0 0,1 0-1 0 0,-1 1 0 0 0,0-1 1 0 0,0 0-1 0 0,-1 0 1 0 0,1 0-1 0 0,-1-1 0 0 0,1 1 1 0 0,-1 0-1 0 0,0-1 1 0 0,0 1-1 0 0,0 0 0 0 0,-1-1 1 0 0,1 1-1 0 0,-1-7 1 0 0,0 1 39 0 0,0 1 0 0 0,0 0 0 0 0,-1 0 0 0 0,0 0 0 0 0,-1 0 1 0 0,0 0-1 0 0,0 0 0 0 0,-1 0 0 0 0,1 0 0 0 0,-2 1 0 0 0,1-1 1 0 0,-1 1-1 0 0,0 0 0 0 0,-1 0 0 0 0,-5-6 0 0 0,11 28 712 0 0,10 12-478 0 0,-3-18-124 0 0,-3-4-48 0 0,0 1 0 0 0,0 0 1 0 0,0 0-1 0 0,-1 0 0 0 0,0 0 0 0 0,0 1 0 0 0,-1-1 0 0 0,5 14 0 0 0,2 1-69 0 0,-8-6 0 0 0,-4-2 0 0 0,2-10 0 0 0,-1 1 0 0 0,0-1 0 0 0,-1 1 0 0 0,1-1 0 0 0,-1 0 0 0 0,1 0 0 0 0,-1 0 0 0 0,0 0 0 0 0,0 0 0 0 0,0 0 0 0 0,-5 4 0 0 0,-41 24 0 0 0,44-29 0 0 0,-5 1-44 0 0,7-2-175 0 0,13-2 89 0 0,1 0 1 0 0,0-1 0 0 0,-1 0 0 0 0,1-1-1 0 0,-1 0 1 0 0,18-8 0 0 0,5 0-82 0 0,210-63-538 0 0,-208 61 2842 0 0,-26 12-2058 0 0,2 14-35 0 0,-10-10 0 0 0,-1 0 0 0 0,1 0 0 0 0,0 0 0 0 0,-1 0 0 0 0,1 0 0 0 0,-1 0 0 0 0,0 0 0 0 0,0 1 0 0 0,0-1 0 0 0,0 0 0 0 0,0 4 0 0 0,2 8 0 0 0,27 38 0 0 0,-27-44-5 0 0,-3-7-206 0 0,2-7-7618 0 0,0 2 6568 0 0,6-17 263 0 0,-8 11-2730 0 0,-1-2-3787 0 0,-5-12 1207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5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22 596 0 0,'-20'-16'6949'0'0,"6"10"4642"0"0,13 9-11273 0 0,-1 0 0 0 0,1-1 0 0 0,-1 1 0 0 0,1 0 0 0 0,0 0 0 0 0,0 0 0 0 0,1 0 0 0 0,-1 0 0 0 0,0 0 0 0 0,1 1-1 0 0,0-1 1 0 0,0 0 0 0 0,0 0 0 0 0,0 0 0 0 0,0 0 0 0 0,1 0 0 0 0,-1 0 0 0 0,1 0 0 0 0,0 0 0 0 0,2 5 0 0 0,10 36-462 0 0,2-7-3842 0 0,-8-25 2327 0 0,9 6-9108 0 0,-8-12 5562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3T20:21:26.1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104 11 304 0 0,'-3'-2'1980'0'0,"1"1"-1365"0"0,-1 0 0 0 0,1-1 0 0 0,-1 1 0 0 0,1 1 1 0 0,-1-1-1 0 0,1 0 0 0 0,-1 0 0 0 0,1 1 1 0 0,-1 0-1 0 0,0 0 0 0 0,1-1 0 0 0,-1 1 0 0 0,0 1 1 0 0,1-1-1 0 0,-1 0 0 0 0,0 1 0 0 0,1-1 1 0 0,-5 2-1 0 0,2 1 265 0 0,1-1 1 0 0,0 0-1 0 0,0 1 1 0 0,0 0-1 0 0,0 0 1 0 0,0 0-1 0 0,0 1 1 0 0,1-1 0 0 0,-4 5-1 0 0,6-6-747 0 0,1 0 0 0 0,-1-1 0 0 0,0 1 0 0 0,1 0 0 0 0,-1 0 0 0 0,1 0 0 0 0,0 0 0 0 0,-1 0 0 0 0,1 0 0 0 0,0-1 0 0 0,0 1 0 0 0,0 0 0 0 0,0 0 0 0 0,1 0 0 0 0,-1 0 0 0 0,0 0 0 0 0,1 0 0 0 0,-1 0 0 0 0,1-1 0 0 0,0 1 0 0 0,1 2 0 0 0,20 34 1576 0 0,-18-33-1596 0 0,1-1-1 0 0,0 1 1 0 0,0-1 0 0 0,0 0-1 0 0,0 0 1 0 0,1 0-1 0 0,-1-1 1 0 0,1 0 0 0 0,0 0-1 0 0,0 0 1 0 0,0-1-1 0 0,1 0 1 0 0,-1 0 0 0 0,0-1-1 0 0,1 0 1 0 0,-1 0-1 0 0,1 0 1 0 0,0-1 0 0 0,-1 0-1 0 0,1 0 1 0 0,-1 0-1 0 0,1-1 1 0 0,8-2 0 0 0,-8 1-129 0 0,0 0 0 0 0,1 0 1 0 0,-1-1-1 0 0,0 0 0 0 0,0 0 1 0 0,-1-1-1 0 0,1 0 0 0 0,-1 0 1 0 0,0 0-1 0 0,0-1 0 0 0,0 0 0 0 0,0 0 1 0 0,-1-1-1 0 0,0 1 0 0 0,0-1 1 0 0,-1-1-1 0 0,1 1 0 0 0,-1 0 1 0 0,4-10-1 0 0,-2 2 209 0 0,6-8 1441 0 0,-11 22-1592 0 0,-1 1 0 0 0,1-1 0 0 0,0 0 0 0 0,0 1 1 0 0,-1-1-1 0 0,1 1 0 0 0,0-1 0 0 0,-1 0 0 0 0,1 1 0 0 0,0 0 1 0 0,-1-1-1 0 0,1 1 0 0 0,-1-1 0 0 0,1 1 0 0 0,-1 0 0 0 0,1-1 0 0 0,-1 1 1 0 0,1 0-1 0 0,-1 0 0 0 0,0-1 0 0 0,0 1 0 0 0,1 0 0 0 0,-1 0 1 0 0,0 0-1 0 0,0-1 0 0 0,1 3 0 0 0,2 2-68 0 0,0 0-1 0 0,1 1 1 0 0,0-2 0 0 0,0 1 0 0 0,0 0-1 0 0,1-1 1 0 0,0 0 0 0 0,0 0 0 0 0,0 0-1 0 0,0 0 1 0 0,0-1 0 0 0,1 0 0 0 0,0 0-1 0 0,-1-1 1 0 0,1 1 0 0 0,0-1 0 0 0,0-1-1 0 0,0 1 1 0 0,1-1 0 0 0,-1 0 0 0 0,0 0-1 0 0,0-1 1 0 0,1 0 0 0 0,-1 0 0 0 0,0 0-1 0 0,1-1 1 0 0,-1 0 0 0 0,0 0 0 0 0,0 0-1 0 0,0-1 1 0 0,11-5 0 0 0,0 0-280 0 0,-16 6 368 0 0,1 1 0 0 0,-1-1 0 0 0,1 1 0 0 0,-1-1 0 0 0,1 0 0 0 0,-1 1 0 0 0,0-1 0 0 0,1 0-1 0 0,-1 0 1 0 0,0 0 0 0 0,0 0 0 0 0,0 0 0 0 0,2-2 0 0 0,-2 1 188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1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562 5 456 0 0,'-6'-4'25034'0'0,"4"9"-24843"0"0,-1 0 1 0 0,0-1-1 0 0,-1 1 1 0 0,1-1-1 0 0,-1 1 1 0 0,0-1-1 0 0,0 0 1 0 0,0-1-1 0 0,0 1 1 0 0,-1-1 0 0 0,1 1-1 0 0,-1-1 1 0 0,-8 3-1 0 0,-77 36 1047 0 0,81-38-1103 0 0,-258 89 2110 0 0,200-71-1615 0 0,50-19-487 0 0,-8 6-127 0 0,24-9-36 0 0,0 1-32 0 0,0-1 47 0 0,0 1-1 0 0,0-1 1 0 0,0 1-1 0 0,0-1 1 0 0,0 1-1 0 0,0-1 1 0 0,0 1 0 0 0,0 0-1 0 0,0 0 1 0 0,0-1-1 0 0,1 1 1 0 0,-1 0-1 0 0,0 0 1 0 0,1 0-1 0 0,-1 0 1 0 0,0 0-1 0 0,1 0 1 0 0,-1 0 0 0 0,1 0-1 0 0,-1 1 1 0 0,10 14 9 0 0,1 0 1 0 0,0-1 0 0 0,1 0-1 0 0,0-1 1 0 0,1 0 0 0 0,1-1-1 0 0,0 0 1 0 0,1-1 0 0 0,1 0-1 0 0,-1-1 1 0 0,21 11 0 0 0,-6-7-82 0 0,1-1 0 0 0,1-1-1 0 0,0-2 1 0 0,0-1 0 0 0,50 9 0 0 0,74 1-182 0 0,-153-20 371 0 0,18 4 731 0 0,-10-4-768 0 0,0 1-84 0 0,-8-1-172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2.8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194 1 896 0 0,'0'0'21727'0'0,"-6"3"-21299"0"0,-8 3 0 0 0,1 1 0 0 0,1 0 1 0 0,0 1-1 0 0,0 0 0 0 0,0 1 1 0 0,1 0-1 0 0,0 1 0 0 0,1 1 1 0 0,0-1-1 0 0,1 2 0 0 0,0-1 1 0 0,0 1-1 0 0,2 0 0 0 0,-1 1 1 0 0,2 0-1 0 0,0 0 0 0 0,-9 27 1 0 0,15-38-408 0 0,-1 0 1 0 0,1 0 0 0 0,0 1-1 0 0,0-1 1 0 0,0 0-1 0 0,0 0 1 0 0,0 0 0 0 0,0 0-1 0 0,1 0 1 0 0,-1 0 0 0 0,1 0-1 0 0,0 0 1 0 0,-1 0-1 0 0,1 0 1 0 0,0 0 0 0 0,0 0-1 0 0,0 0 1 0 0,0 0-1 0 0,1-1 1 0 0,-1 1 0 0 0,0 0-1 0 0,1-1 1 0 0,-1 1-1 0 0,1-1 1 0 0,-1 1 0 0 0,1-1-1 0 0,0 0 1 0 0,0 0 0 0 0,0 0-1 0 0,-1 0 1 0 0,1 0-1 0 0,0 0 1 0 0,0 0 0 0 0,0-1-1 0 0,1 1 1 0 0,-1-1-1 0 0,0 0 1 0 0,4 1 0 0 0,4 1-69 0 0,0-1 1 0 0,1 0-1 0 0,-1-1 1 0 0,1 0-1 0 0,-1-1 1 0 0,17-3-1 0 0,-8 0-112 0 0,0-1 0 0 0,0-1 0 0 0,0-1 0 0 0,-1 0 0 0 0,0-1 0 0 0,0-1 0 0 0,-1-1 0 0 0,0-1-1 0 0,28-23 1 0 0,-43 32 157 0 0,1-1 0 0 0,0 1 0 0 0,-1-1 0 0 0,0 1 0 0 0,0-1 0 0 0,0 0 0 0 0,0 0 0 0 0,0 0 0 0 0,0-1 0 0 0,-1 1-1 0 0,1 0 1 0 0,-1 0 0 0 0,0-1 0 0 0,0 1 0 0 0,0-1 0 0 0,-1 1 0 0 0,1-1 0 0 0,-1 1 0 0 0,0-1 0 0 0,0 0 0 0 0,0 1-1 0 0,0-1 1 0 0,-1 1 0 0 0,0-5 0 0 0,-1 4 67 0 0,1 1 0 0 0,-1-1 0 0 0,0 0-1 0 0,0 1 1 0 0,0-1 0 0 0,-1 1 0 0 0,1-1 0 0 0,-1 1-1 0 0,1 0 1 0 0,-1 0 0 0 0,0 0 0 0 0,-1 1 0 0 0,1-1-1 0 0,0 1 1 0 0,-1 0 0 0 0,1-1 0 0 0,-1 2 0 0 0,0-1 0 0 0,0 0-1 0 0,-5-1 1 0 0,-2 0 94 0 0,-4-2 40 0 0,0 1-1 0 0,0 0 1 0 0,0 1-1 0 0,-1 1 1 0 0,1 1-1 0 0,-1 0 1 0 0,-24 2-1 0 0,38-1-355 0 0,10 0-7377 0 0,30 0 5274 0 0,-21 0-1323 0 0,-2 0-4106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3.25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1000 0 0,'30'18'9492'0'0,"-25"-13"-8665"0"0,-1 0 0 0 0,1 0 0 0 0,-1 0-1 0 0,0 1 1 0 0,0-1 0 0 0,0 1 0 0 0,4 10 0 0 0,-5-9-367 0 0,-1 0 1 0 0,1 1-1 0 0,-1-1 1 0 0,-1 0-1 0 0,1 1 1 0 0,-1-1-1 0 0,-1 1 1 0 0,1-1 0 0 0,-1 1-1 0 0,-2 13 1 0 0,-1 6 490 0 0,2-19-669 0 0,1 0-1 0 0,-1-1 1 0 0,0 1-1 0 0,-1-1 1 0 0,0 1-1 0 0,0-1 1 0 0,0 0-1 0 0,-1 0 1 0 0,0 0 0 0 0,-8 13-1 0 0,5-8-25 0 0,5-11-299 0 0,1 0 0 0 0,0 0 0 0 0,-1 0 0 0 0,1 0 0 0 0,0-1 0 0 0,-1 1 0 0 0,1 0 0 0 0,-1 0 0 0 0,1-1 0 0 0,-1 1 0 0 0,1 0 0 0 0,-1-1 0 0 0,0 1 0 0 0,1 0 0 0 0,-1-1 0 0 0,0 1 0 0 0,1-1 0 0 0,-1 1 0 0 0,-1 0 0 0 0,1-1-350 0 0,-2-2-1268 0 0,2 1 1456 0 0,0 0-1 0 0,-1 0 0 0 0,1 0 0 0 0,0-1 0 0 0,0 1 0 0 0,0-1 0 0 0,0 1 0 0 0,1-1 0 0 0,-1 1 0 0 0,0-1 1 0 0,1 1-1 0 0,-1-1 0 0 0,1 0 0 0 0,-1 1 0 0 0,1-1 0 0 0,0 0 0 0 0,0 1 0 0 0,0-1 0 0 0,0 0 0 0 0,0 1 1 0 0,0-1-1 0 0,0 0 0 0 0,0 1 0 0 0,1-1 0 0 0,-1 0 0 0 0,1 1 0 0 0,-1-1 0 0 0,1 0 0 0 0,-1 1 0 0 0,1-1 1 0 0,0 1-1 0 0,0 0 0 0 0,2-3 0 0 0,21-36-8790 0 0,-16 26 4741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3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80 12 696 0 0,'0'0'1875'0'0,"-9"-12"8380"0"0,8 12-9900 0 0,0 0-1 0 0,0 0 1 0 0,1 0 0 0 0,-1 0 0 0 0,0 0 0 0 0,1 0-1 0 0,-1 0 1 0 0,0 0 0 0 0,0 0 0 0 0,1 1 0 0 0,-1-1-1 0 0,0 0 1 0 0,1 0 0 0 0,-1 1 0 0 0,0-1 0 0 0,1 0 0 0 0,-1 1-1 0 0,0-1 1 0 0,1 0 0 0 0,-1 1 0 0 0,1-1 0 0 0,-1 1-1 0 0,1-1 1 0 0,-1 1 0 0 0,1-1 0 0 0,-1 1 0 0 0,0 1-1 0 0,-19 28 2917 0 0,-7 35-1420 0 0,26-61-1791 0 0,0 0 0 0 0,0 0 0 0 0,1 0 0 0 0,-1 0 0 0 0,1 0 0 0 0,0 0 0 0 0,0 0 0 0 0,0 0 0 0 0,0 0 0 0 0,1 0 0 0 0,-1 0 0 0 0,1 0 0 0 0,0 0 1 0 0,0 0-1 0 0,1 0 0 0 0,-1 0 0 0 0,1-1 0 0 0,0 1 0 0 0,0 0 0 0 0,0-1 0 0 0,1 0 0 0 0,-1 1 0 0 0,1-1 0 0 0,-1 0 0 0 0,1 0 0 0 0,6 4 0 0 0,-1-2-131 0 0,-1-1 1 0 0,0 0-1 0 0,1-1 0 0 0,0 1 0 0 0,0-2 1 0 0,0 1-1 0 0,0-1 0 0 0,0 0 0 0 0,0-1 1 0 0,1 1-1 0 0,-1-2 0 0 0,11 1 0 0 0,3-1-303 0 0,0-1 0 0 0,-1-1-1 0 0,30-7 1 0 0,-44 8 219 0 0,0-1 0 0 0,-1 0 1 0 0,1 0-1 0 0,-1-1 0 0 0,0 1 1 0 0,0-1-1 0 0,0-1 0 0 0,0 1 0 0 0,0-1 1 0 0,-1 0-1 0 0,0 0 0 0 0,1-1 0 0 0,-2 0 1 0 0,9-9-1 0 0,-11 11 203 0 0,-1 1 0 0 0,0-1-1 0 0,0 1 1 0 0,0-1 0 0 0,0 1 0 0 0,0-1 0 0 0,-1 1 0 0 0,1-1-1 0 0,-1 0 1 0 0,0 1 0 0 0,0-1 0 0 0,0 0 0 0 0,0 0-1 0 0,0 1 1 0 0,0-1 0 0 0,-1 0 0 0 0,1 1 0 0 0,-1-1 0 0 0,0 0-1 0 0,0 1 1 0 0,0-1 0 0 0,0 1 0 0 0,0 0 0 0 0,-1-1-1 0 0,1 1 1 0 0,-1 0 0 0 0,1 0 0 0 0,-1-1 0 0 0,0 1 0 0 0,0 1-1 0 0,0-1 1 0 0,0 0 0 0 0,0 0 0 0 0,-4-1 0 0 0,-3-4 320 0 0,0 0 1 0 0,0 1-1 0 0,0 1 1 0 0,-1 0-1 0 0,0 0 1 0 0,0 1-1 0 0,-13-4 1 0 0,-1 1 342 0 0,13 3-295 0 0,0 1 0 0 0,0 1 0 0 0,-1 0 0 0 0,-18-2 0 0 0,29 4-582 0 0,-6-1 159 0 0,4-1-1482 0 0,6 1-3211 0 0,18-3 3635 0 0,-15 3-38 0 0,17 3-3708 0 0,-10-2-5756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4.3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1216 0 0,'0'0'16994'0'0,"1"4"-16080"0"0,1-1-720 0 0,-1 0 0 0 0,1 0 0 0 0,0 0 0 0 0,0 0 0 0 0,0-1 0 0 0,0 1 0 0 0,0 0 0 0 0,1-1 1 0 0,-1 0-1 0 0,1 1 0 0 0,-1-1 0 0 0,1 0 0 0 0,0 0 0 0 0,0-1 0 0 0,0 1 0 0 0,0 0 0 0 0,5 1 0 0 0,71 25 1390 0 0,-54-20-1151 0 0,80 26 803 0 0,-46-16-634 0 0,0 3 1 0 0,80 39-1 0 0,-125-52-544 0 0,-6-5-60 0 0,0 1-1 0 0,0 0 1 0 0,-1 1 0 0 0,1 0-1 0 0,-1 0 1 0 0,11 11-1 0 0,-17-15 8 0 0,0 0-1 0 0,0 1 1 0 0,-1-1 0 0 0,1 0-1 0 0,0 1 1 0 0,0-1-1 0 0,-1 1 1 0 0,1-1 0 0 0,-1 1-1 0 0,1-1 1 0 0,-1 1-1 0 0,0-1 1 0 0,1 1 0 0 0,-1-1-1 0 0,0 1 1 0 0,0-1-1 0 0,0 1 1 0 0,0 1-1 0 0,-1 0 19 0 0,0 0 0 0 0,0-1 0 0 0,0 1 0 0 0,0-1 0 0 0,-1 1-1 0 0,1-1 1 0 0,-1 0 0 0 0,1 1 0 0 0,-1-1 0 0 0,0 0 0 0 0,0 0-1 0 0,0 0 1 0 0,0 0 0 0 0,-2 1 0 0 0,-12 9 199 0 0,-1-1 0 0 0,0 0 1 0 0,-19 8-1 0 0,-27 17 321 0 0,40-24-321 0 0,0-1 1 0 0,-1 0-1 0 0,0-2 1 0 0,-41 11-1 0 0,62-20-214 0 0,-9 5-1876 0 0,20-5-4388 0 0,6-1 5784 0 0,20-1-3355 0 0,-11 2-4742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5.1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71 9 152 0 0,'-17'-8'18186'0'0,"24"9"-17889"0"0,1 1 0 0 0,0 0 0 0 0,-1 0 0 0 0,0 1 0 0 0,0 0 0 0 0,0 0 1 0 0,0 1-1 0 0,0 0 0 0 0,-1 0 0 0 0,1 0 0 0 0,-1 1 0 0 0,0 0 0 0 0,8 9 0 0 0,-6-3 111 0 0,0 0-1 0 0,-1 0 0 0 0,0 0 1 0 0,-1 1-1 0 0,-1 0 1 0 0,6 15-1 0 0,-10-23-311 0 0,0-1 1 0 0,-1 1 0 0 0,1 0-1 0 0,0 0 1 0 0,-1 0 0 0 0,0 0-1 0 0,0 0 1 0 0,0 0 0 0 0,-1 0-1 0 0,1 0 1 0 0,-1 0-1 0 0,0 0 1 0 0,0-1 0 0 0,0 1-1 0 0,-1 0 1 0 0,1 0 0 0 0,-1-1-1 0 0,0 1 1 0 0,0-1-1 0 0,0 0 1 0 0,0 1 0 0 0,-1-1-1 0 0,1 0 1 0 0,-1 0 0 0 0,-4 3-1 0 0,-1 0 88 0 0,0-1 1 0 0,0 1-1 0 0,-1-2 0 0 0,1 1 0 0 0,-1-1 1 0 0,0 0-1 0 0,-1-1 0 0 0,1 0 0 0 0,-1-1 1 0 0,1 1-1 0 0,-1-2 0 0 0,0 0 0 0 0,1 0 1 0 0,-17-1-1 0 0,24 0-105 0 0,2 0-69 0 0,-1 0-1 0 0,1-1 1 0 0,-1 1 0 0 0,1 0-1 0 0,-1-1 1 0 0,0 1 0 0 0,1 0-1 0 0,-1 0 1 0 0,0-1 0 0 0,1 1-1 0 0,-1 0 1 0 0,0 0 0 0 0,1 0-1 0 0,-1 0 1 0 0,0 0 0 0 0,1 0-1 0 0,-1 0 1 0 0,0 0 0 0 0,1 0-1 0 0,-1 0 1 0 0,0 1 0 0 0,1-1-1 0 0,-2 1 1 0 0,-8 2-810 0 0,10-2-1419 0 0,21 5 1416 0 0,-16-4-168 0 0,14 7-2907 0 0,-10-7-3384 0 0,6-4 1585 0 0,-1-3 431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5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392 3 972 0 0,'0'0'4491'0'0,"-9"-2"5501"0"0,3 11-9132 0 0,1-1-320 0 0,1 0 1 0 0,-1 0-1 0 0,-1-1 0 0 0,1 0 0 0 0,-1 0 1 0 0,-1 0-1 0 0,1-1 0 0 0,-1 0 0 0 0,0 0 1 0 0,-8 5-1 0 0,-224 124 3174 0 0,234-132-3705 0 0,0 0-1 0 0,1 0 0 0 0,0 0 0 0 0,0 1 1 0 0,0-1-1 0 0,0 1 0 0 0,0 0 1 0 0,1 0-1 0 0,-1 1 0 0 0,1-1 0 0 0,1 1 1 0 0,-1-1-1 0 0,0 1 0 0 0,1 0 0 0 0,0 0 1 0 0,0 0-1 0 0,1 1 0 0 0,-1-1 0 0 0,1 0 1 0 0,0 1-1 0 0,1-1 0 0 0,-1 0 1 0 0,1 1-1 0 0,0-1 0 0 0,0 1 0 0 0,1-1 1 0 0,0 0-1 0 0,0 1 0 0 0,0-1 0 0 0,4 10 1 0 0,-1-4-5 0 0,0 0 0 0 0,1-1 1 0 0,0 0-1 0 0,0 0 0 0 0,1 0 1 0 0,1-1-1 0 0,0 0 0 0 0,0 0 0 0 0,1-1 1 0 0,0 0-1 0 0,0 0 0 0 0,1-1 1 0 0,16 12-1 0 0,8-3 6 0 0,1-1 0 0 0,0-1 0 0 0,1-2 0 0 0,56 11 0 0 0,-22-4-133 0 0,-68-20 165 0 0,-1 1 0 0 0,0 0-1 0 0,1 1 1 0 0,-1-1 0 0 0,0 0 0 0 0,1 0 0 0 0,-1 0 0 0 0,0 0 0 0 0,1 0 0 0 0,-1 0 0 0 0,0 0 0 0 0,1 0 0 0 0,-1 1-1 0 0,0-1 1 0 0,1 0 0 0 0,-1 0 0 0 0,0 0 0 0 0,0 1 0 0 0,1-1 0 0 0,-1 0 0 0 0,0 0 0 0 0,0 1 0 0 0,1-1-1 0 0,-1 0 1 0 0,0 0 0 0 0,0 1 0 0 0,0-1 0 0 0,1 0 0 0 0,-1 1 0 0 0,0-1 0 0 0,0 0 0 0 0,0 1 0 0 0,0-1 0 0 0,0 1-1 0 0,-10 8 428 0 0,-21 2 672 0 0,29-11-764 0 0,-6 2-213 0 0,5-2-587 0 0,8-2-2198 0 0,19-6 1978 0 0,-18 6-164 0 0,16-14-6143 0 0,-1 6-2147 0 0,-15 4 3873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6.0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1 844 0 0,'-6'1'16977'0'0,"48"203"-9328"0"0,-35-173-6815 0 0,11 48 1698 0 0,-7-63-2199 0 0,-11-15-409 0 0,1-1 1 0 0,-1 1-1 0 0,0-1 1 0 0,1 1-1 0 0,-1-1 1 0 0,0 1-1 0 0,1-1 1 0 0,-1 0-1 0 0,0 1 1 0 0,1-1 0 0 0,-1 1-1 0 0,1-1 1 0 0,-1 0-1 0 0,1 1 1 0 0,-1-1-1 0 0,1 0 1 0 0,-1 0-1 0 0,1 1 1 0 0,-1-1-1 0 0,1 0 1 0 0,-1 0-1 0 0,1 0 1 0 0,0 0 0 0 0,-1 0-1 0 0,1 0 1 0 0,-1 1-1 0 0,1-1 1 0 0,-1-1-1 0 0,1 1 1 0 0,0 0-1 0 0,0 0 1 0 0,1-2-146 0 0,-1 0 0 0 0,0 0 0 0 0,0 0 0 0 0,0 0 1 0 0,0 0-1 0 0,0 0 0 0 0,0 0 0 0 0,0 0 0 0 0,0 0 0 0 0,-1-1 1 0 0,0 1-1 0 0,1-4 0 0 0,0-20-7447 0 0,-2 12 408 0 0,1 2 2221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6.3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0 1224 0 0,'0'0'1780'0'0,"19"16"6891"0"0,41 24-3087 0 0,-37-26-4006 0 0,-1 1 1 0 0,31 26-1 0 0,-37-26-704 0 0,0 1-1 0 0,-1 1 1 0 0,25 34-1 0 0,-37-46-713 0 0,0 0-1 0 0,0 0 1 0 0,0 1-1 0 0,0-1 1 0 0,-1 0-1 0 0,0 1 1 0 0,0-1-1 0 0,0 1 1 0 0,-1 0-1 0 0,0 0 1 0 0,0 0-1 0 0,-1 0 1 0 0,1-1-1 0 0,-1 1 1 0 0,0 0-1 0 0,-1 0 0 0 0,0 0 1 0 0,0 0-1 0 0,-3 11 1 0 0,2-13-132 0 0,0 0 1 0 0,0 0-1 0 0,0-1 1 0 0,-1 1-1 0 0,1-1 0 0 0,-1 1 1 0 0,-5 4-1 0 0,6-7-232 0 0,1-5-3595 0 0,1 1 3508 0 0,0 0 0 0 0,0 1 0 0 0,0-1 0 0 0,0 0 0 0 0,0 1 0 0 0,1-1 0 0 0,-1 1-1 0 0,1-1 1 0 0,0 0 0 0 0,-1 1 0 0 0,1-1 0 0 0,0 1 0 0 0,1 0 0 0 0,-1-1 0 0 0,3-3 0 0 0,27-31-8340 0 0,-23 28 4296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8.3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0 208 0 0,'0'0'15816'0'0,"1"4"-14375"0"0,11 62 4749 0 0,-8-34-4345 0 0,2 0-1 0 0,16 47 0 0 0,-16-60-1364 0 0,-2-1 0 0 0,0 1 1 0 0,2 20-1 0 0,3 19 457 0 0,16 92-216 0 0,-20-117-4291 0 0,1-12 907 0 0,-6-21 2639 0 0,0 0-1 0 0,0 0 1 0 0,0 0 0 0 0,0 0 0 0 0,0 0-1 0 0,0 0 1 0 0,0 0 0 0 0,1-1 0 0 0,-1 1-1 0 0,0 0 1 0 0,0 0 0 0 0,0 0 0 0 0,0 0-1 0 0,0 0 1 0 0,0 0 0 0 0,1 0 0 0 0,-1 0-1 0 0,0 0 1 0 0,0 0 0 0 0,0 0-1 0 0,0 0 1 0 0,0 0 0 0 0,0 0 0 0 0,1 0-1 0 0,-1 0 1 0 0,0 0 0 0 0,0 0 0 0 0,0 0-1 0 0,0 0 1 0 0,0 0 0 0 0,1 0 0 0 0,-1 0-1 0 0,0 1 1 0 0,0-1 0 0 0,0 0 0 0 0,0 0-1 0 0,0 0 1 0 0,0 0 0 0 0,0 0 0 0 0,0 0-1 0 0,1 0 1 0 0,-1 0 0 0 0,0 0 0 0 0,0 1-1 0 0,0-1 1 0 0,0 0 0 0 0,0 0-1 0 0,0 0 1 0 0,0 0 0 0 0,0 0 0 0 0,0 0-1 0 0,0 1 1 0 0,0-1 0 0 0,0 0 0 0 0,0 0-1 0 0,0 0 1 0 0,0 0 0 0 0,0 0 0 0 0,0 1-1 0 0,0-1 1 0 0,0 0 0 0 0,0 0 0 0 0,0 0-1 0 0,0 0 1 0 0,0 0 0 0 0,0 0 0 0 0,0 1-1 0 0,10-34-3143 0 0,-5-8-8754 0 0,-5 30 6412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38.8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4 764 0 0,'6'-4'11493'0'0,"11"8"-7237"0"0,26 15-5129 0 0,-24-11 2391 0 0,92 29 476 0 0,119 24 0 0 0,-128-38-1586 0 0,161 61 1 0 0,-257-82-433 0 0,0 1-1 0 0,-1 0 0 0 0,1 0 0 0 0,-1 0 0 0 0,1 1 0 0 0,-1 0 0 0 0,0 0 1 0 0,5 5-1 0 0,-9-8 39 0 0,0 0 0 0 0,0 1 0 0 0,0-1 0 0 0,0 0 0 0 0,-1 0 0 0 0,1 1 0 0 0,0-1 0 0 0,-1 1 0 0 0,1-1 0 0 0,-1 1 0 0 0,1-1 0 0 0,-1 1 0 0 0,0-1 0 0 0,1 1 0 0 0,-1-1 0 0 0,0 1 0 0 0,0-1 0 0 0,0 1 0 0 0,0-1 0 0 0,0 1 0 0 0,-1 0 0 0 0,1-1 0 0 0,0 1 0 0 0,-1-1 0 0 0,1 0-1 0 0,-1 1 1 0 0,0-1 0 0 0,1 1 0 0 0,-1-1 0 0 0,0 0 0 0 0,0 1 0 0 0,0-1 0 0 0,0 0 0 0 0,0 0 0 0 0,-2 2 0 0 0,-20 19 539 0 0,-1-2 1 0 0,-1 0-1 0 0,-1-1 0 0 0,-1-2 0 0 0,-36 19 0 0 0,-60 39 1366 0 0,110-66-1756 0 0,-40 35 933 0 0,50-41-1101 0 0,1 0 1 0 0,-1 0-1 0 0,1 0 1 0 0,0 0-1 0 0,0 0 1 0 0,0 1-1 0 0,0-1 0 0 0,1 0 1 0 0,0 1-1 0 0,-1-1 1 0 0,1 1-1 0 0,0 0 0 0 0,1-1 1 0 0,-1 1-1 0 0,0 5 1 0 0,1-8-59 0 0,1 0 1 0 0,-1 0 0 0 0,0 0 0 0 0,0 0 0 0 0,1 0 0 0 0,-1 0-1 0 0,1 0 1 0 0,-1 0 0 0 0,1-1 0 0 0,-1 1 0 0 0,1 0 0 0 0,-1 0-1 0 0,1-1 1 0 0,0 1 0 0 0,-1 0 0 0 0,1 0 0 0 0,0-1 0 0 0,0 1-1 0 0,-1-1 1 0 0,1 1 0 0 0,0-1 0 0 0,0 1 0 0 0,0-1 0 0 0,0 1-1 0 0,0-1 1 0 0,1 0 0 0 0,28 8-2188 0 0,-19-6 716 0 0,4-1-457 0 0,-10-1-2010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3.8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111 150 912 0 0,'0'0'6504'0'0,"-32"7"5315"0"0,39-14-2747 0 0,32-40-8824 0 0,-28 36-188 0 0,0 0 0 0 0,1 0 1 0 0,0 1-1 0 0,1 1 0 0 0,0 0 1 0 0,0 0-1 0 0,1 2 1 0 0,28-12-1 0 0,-39 17-22 0 0,0 1 1 0 0,0 0-1 0 0,0 1 0 0 0,0-1 1 0 0,0 1-1 0 0,0-1 0 0 0,1 1 1 0 0,-1 0-1 0 0,0 0 0 0 0,0 0 1 0 0,0 0-1 0 0,1 1 0 0 0,-1-1 1 0 0,0 1-1 0 0,0 0 0 0 0,0 0 1 0 0,0 0-1 0 0,5 3 0 0 0,-4 0 85 0 0,0-1 0 0 0,-1 1 0 0 0,1 0 0 0 0,-1 0 0 0 0,0 1 0 0 0,0-1 0 0 0,-1 1 1 0 0,1-1-1 0 0,-1 1 0 0 0,4 10 0 0 0,-4-9-25 0 0,0 1 0 0 0,0-1 0 0 0,-1 1 0 0 0,1-1 1 0 0,0 11-1 0 0,-2-15 45 0 0,4 5 10 0 0,-2-3-306 0 0,-4-7-837 0 0,-3-4 1000 0 0,1 0-1 0 0,-1 1 0 0 0,0 0 1 0 0,0 0-1 0 0,-1 1 1 0 0,1-1-1 0 0,-1 1 1 0 0,0 0-1 0 0,-1 1 1 0 0,1 0-1 0 0,-1 0 0 0 0,0 0 1 0 0,0 0-1 0 0,-1 1 1 0 0,1 1-1 0 0,0-1 1 0 0,-1 1-1 0 0,0 0 0 0 0,-12-1 1 0 0,9 3 56 0 0,0 0 0 0 0,0 0 1 0 0,0 1-1 0 0,0 1 0 0 0,1 0 1 0 0,-1 0-1 0 0,0 1 0 0 0,1 0 1 0 0,0 1-1 0 0,0 0 0 0 0,0 1 1 0 0,-11 7-1 0 0,13-8-16 0 0,1 1-1 0 0,0 0 1 0 0,0 1-1 0 0,0-1 1 0 0,1 1 0 0 0,0 0-1 0 0,0 1 1 0 0,0 0 0 0 0,1-1-1 0 0,0 2 1 0 0,1-1-1 0 0,-1 1 1 0 0,1-1 0 0 0,1 1-1 0 0,-6 16 1 0 0,9-20-50 0 0,0 1 0 0 0,0-1 0 0 0,1 0 0 0 0,-1 1 0 0 0,1-1 0 0 0,0 0 0 0 0,0 1 0 0 0,1-1 0 0 0,-1 0 0 0 0,1 0 0 0 0,0 0 0 0 0,0 0 0 0 0,0 0 0 0 0,3 3 0 0 0,-1-3 0 0 0,0-1 0 0 0,1 1 0 0 0,0-1 0 0 0,-1 0 0 0 0,1-1 0 0 0,0 1 0 0 0,0-1 0 0 0,0 0 0 0 0,1-1 0 0 0,-1 1 0 0 0,0-1 0 0 0,1 0 0 0 0,-1 0 0 0 0,1 0 0 0 0,-1-1 0 0 0,1 0 0 0 0,0 0 0 0 0,-1-1 0 0 0,1 1 0 0 0,-1-1 0 0 0,10-3 0 0 0,0 1 0 0 0,0-1 0 0 0,0 0 0 0 0,0-2 0 0 0,-1 0 0 0 0,0 0 0 0 0,23-15 0 0 0,-30 17 0 0 0,10-15 0 0 0,7-15 0 0 0,-11 17 0 0 0,-7 8 0 0 0,11 98 0 0 0,-16-86 0 0 0,0 0 0 0 0,0 1 0 0 0,1-1 0 0 0,-1 0 0 0 0,1 1 0 0 0,-1-1 0 0 0,1 0 0 0 0,0 0 0 0 0,0 0 0 0 0,1-1 0 0 0,-1 1 0 0 0,1 0 0 0 0,-1-1 0 0 0,1 0 0 0 0,3 3 0 0 0,5 2 0 0 0,3-7 0 0 0,-8-2-29 0 0,0 0 0 0 0,0-1 0 0 0,0 0 0 0 0,-1 0-1 0 0,1 0 1 0 0,-1-1 0 0 0,0 0 0 0 0,0 0 0 0 0,0 0 0 0 0,-1-1 0 0 0,1 1 0 0 0,-1-1 0 0 0,0 0 0 0 0,6-11-1 0 0,1-2-82 0 0,-1-1 0 0 0,-1-1-1 0 0,8-23 1 0 0,-11 31 80 0 0,1-7 113 0 0,-7 17-11 0 0,1 0 84 0 0,-1 2-145 0 0,0 0-1 0 0,0 0 1 0 0,0 0 0 0 0,0 0 0 0 0,0-1 0 0 0,0 1 0 0 0,0 0 0 0 0,0 0-1 0 0,0 0 1 0 0,0 0 0 0 0,0 0 0 0 0,0-1 0 0 0,0 1 0 0 0,0 0 0 0 0,0 0-1 0 0,0 0 1 0 0,0 0 0 0 0,0 0 0 0 0,0-1 0 0 0,0 1 0 0 0,0 0 0 0 0,1 0-1 0 0,-1 0 1 0 0,0 0 0 0 0,0 0 0 0 0,0 0 0 0 0,0 0 0 0 0,0-1 0 0 0,0 1-1 0 0,0 0 1 0 0,0 0 0 0 0,1 0 0 0 0,-1 0 0 0 0,0 0 0 0 0,0 0 0 0 0,0 0 0 0 0,0 0-1 0 0,0 0 1 0 0,0 0 0 0 0,1 0 0 0 0,-1 0 0 0 0,0 0 0 0 0,0 0 0 0 0,0 0-1 0 0,0 0 1 0 0,0 0 0 0 0,1 0 0 0 0,-1 0 0 0 0,0 0 0 0 0,0 0 0 0 0,0 0-1 0 0,0 0 1 0 0,0 0 0 0 0,1 0 0 0 0,-1 0 0 0 0,0 0 0 0 0,0 0 0 0 0,0 0-1 0 0,0 0 1 0 0,0 0 0 0 0,0 0 0 0 0,1 0 0 0 0,-1 1 0 0 0,0-1 0 0 0,0 0-1 0 0,0 0 1 0 0,0 0 0 0 0,0 0 0 0 0,6 15-7 0 0,30 69-2 0 0,-33-80 0 0 0,1 0 0 0 0,0-1 0 0 0,0 1 0 0 0,0-1 0 0 0,1 1 0 0 0,-1-1 0 0 0,6 2 0 0 0,-9-4 0 0 0,0 0 0 0 0,0-1 0 0 0,0 1 0 0 0,0-1 0 0 0,0 1 0 0 0,0-1 0 0 0,0 1 0 0 0,0-1 0 0 0,0 1 0 0 0,0-1 0 0 0,0 0 0 0 0,1 0 0 0 0,-1 0 0 0 0,0 1 0 0 0,0-1 0 0 0,0 0 0 0 0,0-1 0 0 0,0 1 0 0 0,1 0 0 0 0,-1 0 0 0 0,0 0 0 0 0,0-1 0 0 0,0 1 0 0 0,0 0 0 0 0,0-1 0 0 0,0 1 0 0 0,2-2 0 0 0,-2 1 0 0 0,6 0-115 0 0,0-2 0 0 0,0 1 0 0 0,0-1 1 0 0,0 0-1 0 0,-1-1 0 0 0,1 0 0 0 0,-1 0 0 0 0,0 0 0 0 0,10-10 0 0 0,11-7-252 0 0,-25 20 319 0 0,0-1 1 0 0,0 1-1 0 0,-1-1 0 0 0,1 1 1 0 0,-1-1-1 0 0,1 0 1 0 0,-1 1-1 0 0,0-1 0 0 0,1 0 1 0 0,-1 0-1 0 0,0 0 1 0 0,0 0-1 0 0,1-4 0 0 0,7-12 114 0 0,-8 16 268 0 0,-3-1-141 0 0,2 2-184 0 0,0 1 0 0 0,0 0 1 0 0,0 0-1 0 0,0-1 0 0 0,0 1 1 0 0,0 0-1 0 0,0 0 0 0 0,0-1 0 0 0,0 1 1 0 0,0 0-1 0 0,-1 0 0 0 0,1-1 1 0 0,0 1-1 0 0,0 0 0 0 0,0 0 0 0 0,0-1 1 0 0,0 1-1 0 0,-1 0 0 0 0,1 0 0 0 0,0 0 1 0 0,0 0-1 0 0,0-1 0 0 0,0 1 1 0 0,-1 0-1 0 0,1 0 0 0 0,0 0 0 0 0,0 0 1 0 0,-1 0-1 0 0,1-1 0 0 0,0 1 1 0 0,0 0-1 0 0,-1 0 0 0 0,1 0 0 0 0,0 0 1 0 0,0 0-1 0 0,-1 0 0 0 0,1 0 1 0 0,0 0-1 0 0,0 0 0 0 0,-1 0 0 0 0,1 0 1 0 0,0 0-1 0 0,0 0 0 0 0,-1 0 1 0 0,1 0-1 0 0,0 1 0 0 0,0-1 0 0 0,-1 0 1 0 0,1 0-1 0 0,-3 2 8 0 0,1 0 1 0 0,0 1-1 0 0,0-1 1 0 0,0 0-1 0 0,0 1 1 0 0,0 0-1 0 0,0-1 0 0 0,1 1 1 0 0,-1 0-1 0 0,1 0 1 0 0,0 0-1 0 0,0 0 1 0 0,0 0-1 0 0,0 0 0 0 0,0 0 1 0 0,1 0-1 0 0,0 0 1 0 0,-1 0-1 0 0,1 6 1 0 0,1-2 39 0 0,0-1 1 0 0,0 1 0 0 0,0-1-1 0 0,1 1 1 0 0,-1-1 0 0 0,2 0-1 0 0,-1 0 1 0 0,1 0-1 0 0,6 11 1 0 0,-6-12-93 0 0,-1 0-1 0 0,2 0 1 0 0,-1 0 0 0 0,0-1-1 0 0,1 1 1 0 0,0-1 0 0 0,0 0-1 0 0,0 0 1 0 0,1-1 0 0 0,-1 1-1 0 0,1-1 1 0 0,0 0 0 0 0,0 0-1 0 0,0 0 1 0 0,0-1-1 0 0,0 0 1 0 0,1 0 0 0 0,-1 0-1 0 0,1-1 1 0 0,-1 1 0 0 0,1-1-1 0 0,0-1 1 0 0,0 1 0 0 0,-1-1-1 0 0,1 0 1 0 0,6-1 0 0 0,-9 1-117 0 0,0-1 1 0 0,-1 0-1 0 0,1 0 1 0 0,0 0-1 0 0,0 0 0 0 0,0 0 1 0 0,-1-1-1 0 0,1 1 1 0 0,-1-1-1 0 0,1 0 1 0 0,-1 1-1 0 0,1-1 1 0 0,-1-1-1 0 0,0 1 1 0 0,0 0-1 0 0,0 0 1 0 0,0-1-1 0 0,-1 1 1 0 0,1-1-1 0 0,-1 1 1 0 0,1-1-1 0 0,-1 0 1 0 0,0 0-1 0 0,0 1 1 0 0,1-7-1 0 0,-1 5-410 0 0,-1 1 0 0 0,0-1 0 0 0,1 1 0 0 0,-2-1 0 0 0,1 0 0 0 0,0 1 0 0 0,-1-1 0 0 0,0 1 0 0 0,-1-6 0 0 0,1 5-1029 0 0,-1 0 1 0 0,0 0 0 0 0,0 0 0 0 0,0 0 0 0 0,-1 0 0 0 0,1 0-1 0 0,-7-7 1 0 0,2 6-3656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4.5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238 22 476 0 0,'-9'-4'3081'0'0,"6"1"-1244"0"0,-1 1 1 0 0,-1-1-1 0 0,1 1 1 0 0,0 1-1 0 0,0-1 1 0 0,-1 1-1 0 0,-8-2 0 0 0,10 3-1554 0 0,0 0-1 0 0,0 1 0 0 0,-1-1 0 0 0,1 1 0 0 0,0 0 0 0 0,0 0 1 0 0,0 0-1 0 0,0 1 0 0 0,0-1 0 0 0,0 1 0 0 0,0 0 0 0 0,1-1 1 0 0,-4 4-1 0 0,-8 5 486 0 0,1 1 0 0 0,-1 0 1 0 0,2 1-1 0 0,-1 1 1 0 0,2 0-1 0 0,-17 23 0 0 0,24-30-562 0 0,-1 1 0 0 0,1 0-1 0 0,0 0 1 0 0,1 1 0 0 0,0-1-1 0 0,0 1 1 0 0,0 0 0 0 0,1-1 0 0 0,0 1-1 0 0,1 0 1 0 0,-1 0 0 0 0,2 0-1 0 0,-1 0 1 0 0,1 1 0 0 0,0-1-1 0 0,2 11 1 0 0,-1-16-194 0 0,1 1 0 0 0,-1-1 0 0 0,0 1 0 0 0,1-1 0 0 0,0 0-1 0 0,0 0 1 0 0,0 1 0 0 0,0-1 0 0 0,0-1 0 0 0,1 1 0 0 0,-1 0 0 0 0,1-1-1 0 0,0 1 1 0 0,0-1 0 0 0,0 0 0 0 0,0 0 0 0 0,0 0 0 0 0,0 0 0 0 0,0 0 0 0 0,1-1-1 0 0,-1 1 1 0 0,1-1 0 0 0,-1 0 0 0 0,1 0 0 0 0,0-1 0 0 0,-1 1 0 0 0,1-1 0 0 0,0 1-1 0 0,-1-1 1 0 0,1 0 0 0 0,0-1 0 0 0,3 0 0 0 0,3 1-212 0 0,1-1 0 0 0,-1-1 0 0 0,0 0 0 0 0,0 0 1 0 0,-1-1-1 0 0,1 0 0 0 0,0-1 0 0 0,-1 0 0 0 0,0 0 0 0 0,13-9 0 0 0,-20 11 140 0 0,50-42-1146 0 0,-49 41 1157 0 0,0 0 0 0 0,-1 0 0 0 0,0 0 0 0 0,0 0 1 0 0,0-1-1 0 0,0 1 0 0 0,0 0 0 0 0,0-1 0 0 0,-1 0 0 0 0,0 1 0 0 0,0-1 0 0 0,0 0 0 0 0,0 0 0 0 0,-1 1 0 0 0,1-6 0 0 0,-1 7 88 0 0,0-1 0 0 0,0 0 0 0 0,-1 0 0 0 0,1 1-1 0 0,-1-1 1 0 0,1 0 0 0 0,-1 0 0 0 0,0 1-1 0 0,0-1 1 0 0,0 1 0 0 0,-1-1 0 0 0,1 1-1 0 0,-1-1 1 0 0,1 1 0 0 0,-1 0 0 0 0,0 0-1 0 0,0 0 1 0 0,0 0 0 0 0,0 0 0 0 0,0 0-1 0 0,0 0 1 0 0,0 0 0 0 0,-5-1 0 0 0,5 2 173 0 0,-2 4-124 0 0,2-2-79 0 0,0 0-1 0 0,0 1 0 0 0,0 0 0 0 0,1-1 1 0 0,-1 1-1 0 0,0 0 0 0 0,1 0 0 0 0,-1 0 0 0 0,1 0 1 0 0,-1 0-1 0 0,1 0 0 0 0,0 1 0 0 0,0-1 1 0 0,0 0-1 0 0,0 1 0 0 0,0-1 0 0 0,1 0 1 0 0,-1 1-1 0 0,1-1 0 0 0,0 1 0 0 0,-1-1 1 0 0,1 1-1 0 0,0-1 0 0 0,0 1 0 0 0,1-1 1 0 0,-1 1-1 0 0,1-1 0 0 0,-1 1 0 0 0,1-1 1 0 0,0 1-1 0 0,-1-1 0 0 0,1 0 0 0 0,1 0 1 0 0,-1 1-1 0 0,0-1 0 0 0,0 0 0 0 0,3 3 1 0 0,21 29 3 0 0,1-2 0 0 0,1 0 0 0 0,1-2 0 0 0,33 26-1 0 0,-32-31 1 0 0,-2 0-1 0 0,-2 2 1 0 0,0 0-1 0 0,-1 2 1 0 0,31 52-1 0 0,-53-77-9 0 0,1 1-1 0 0,-1-1 1 0 0,0 1-1 0 0,0 0 1 0 0,-1 0-1 0 0,1 0 1 0 0,-1 0-1 0 0,0 0 1 0 0,-1 0-1 0 0,1 0 1 0 0,-1 0-1 0 0,0 1 1 0 0,-1 5-1 0 0,0-7 9 0 0,0-1 0 0 0,0 0 0 0 0,0 0-1 0 0,0 0 1 0 0,-1 0 0 0 0,0-1 0 0 0,1 1-1 0 0,-1 0 1 0 0,0-1 0 0 0,0 1-1 0 0,0-1 1 0 0,0 1 0 0 0,-1-1 0 0 0,1 0-1 0 0,-1 0 1 0 0,1 0 0 0 0,-1-1 0 0 0,0 1-1 0 0,0 0 1 0 0,0-1 0 0 0,0 0 0 0 0,0 0-1 0 0,-3 1 1 0 0,-13 4 81 0 0,-1-1-1 0 0,0-1 1 0 0,0-1-1 0 0,0 0 1 0 0,0-2 0 0 0,-1 0-1 0 0,1-2 1 0 0,0 0-1 0 0,0-1 1 0 0,-40-10 0 0 0,28 4 8 0 0,-1-2 0 0 0,2-2 0 0 0,-1-1 0 0 0,2-1 0 0 0,-52-32 0 0 0,80 45-144 0 0,0 0 0 0 0,0-1 0 0 0,1 1-1 0 0,-1 0 1 0 0,0-1 0 0 0,1 1-1 0 0,-1-1 1 0 0,1 0 0 0 0,0 0-1 0 0,-1 1 1 0 0,1-1 0 0 0,0 0-1 0 0,0 0 1 0 0,0 0 0 0 0,0 0 0 0 0,1 0-1 0 0,-1 0 1 0 0,0-1 0 0 0,1 1-1 0 0,-1 0 1 0 0,1-4 0 0 0,0 3-233 0 0,6-14-431 0 0,-4 16 584 0 0,-1-1-1 0 0,1 0 1 0 0,0 1 0 0 0,0-1-1 0 0,0 1 1 0 0,0-1 0 0 0,0 1-1 0 0,0 0 1 0 0,1 0 0 0 0,-1 0-1 0 0,0 0 1 0 0,0 1 0 0 0,1-1 0 0 0,-1 0-1 0 0,1 1 1 0 0,3-1 0 0 0,48 0-2771 0 0,-28 1 105 0 0,-13 1-334 0 0,-8 0 832 0 0,4-2-3661 0 0,11 0 569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4.9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 2 632 0 0,'0'1'7362'0'0,"-2"9"3965"0"0,4-8-11083 0 0,1 0 1 0 0,0 0-1 0 0,0-1 1 0 0,0 1-1 0 0,0-1 0 0 0,0 0 1 0 0,1 0-1 0 0,-1 0 1 0 0,0 0-1 0 0,1 0 0 0 0,-1-1 1 0 0,0 0-1 0 0,1 0 1 0 0,3 0-1 0 0,59-3 875 0 0,-39 0-610 0 0,102-12-2014 0 0,-104 12-1160 0 0,-22 2 701 0 0,1-1 3220 0 0,-45 17-17853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5.1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0 2164 0 0,'-59'48'7266'0'0,"52"-40"-4972"0"0,6-7-1753 0 0,0 0-1 0 0,-1 1 1 0 0,1-1 0 0 0,0 1-1 0 0,0-1 1 0 0,0 1 0 0 0,0-1 0 0 0,0 1-1 0 0,0 0 1 0 0,0 0 0 0 0,1-1-1 0 0,-1 1 1 0 0,0 0 0 0 0,1 2-1 0 0,0-1 497 0 0,3-1-68 0 0,3 2-586 0 0,1 0 1 0 0,-1-1-1 0 0,1 0 0 0 0,0 0 1 0 0,0 0-1 0 0,1-1 0 0 0,-1 0 1 0 0,0-1-1 0 0,13 2 0 0 0,72-1 591 0 0,-59-2-1757 0 0,-17 0-2096 0 0,5-2-10130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6.1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0 281 1492 0 0,'0'0'7876'0'0,"19"5"2145"0"0,-10-6-9447 0 0,5-6-441 0 0,0-1 0 0 0,0-1 0 0 0,0 0 0 0 0,-1-1 0 0 0,-1 0 0 0 0,0-1 0 0 0,0-1 0 0 0,-1 1 0 0 0,17-26 0 0 0,-9 14-198 0 0,1 1 0 0 0,23-20 1 0 0,-34 35 277 0 0,1 1 0 0 0,0 0 1 0 0,0 0-1 0 0,1 1 1 0 0,-1 0-1 0 0,1 1 1 0 0,0 0-1 0 0,17-3 0 0 0,-26 6 52 0 0,23 36 1293 0 0,-25-32-1609 0 0,0-1-1 0 0,1 1 0 0 0,0-1 1 0 0,-1 1-1 0 0,1-1 0 0 0,0 1 0 0 0,0-1 1 0 0,0 0-1 0 0,0 1 0 0 0,1-1 1 0 0,-1 0-1 0 0,1 0 0 0 0,-1 0 1 0 0,4 3-1 0 0,-4-4-375 0 0,-5-5-4135 0 0,-1-1 4680 0 0,-1 1 1 0 0,1 0-1 0 0,-1 0 1 0 0,0 0-1 0 0,-1 1 1 0 0,1 0-1 0 0,0 0 0 0 0,-1 1 1 0 0,0 0-1 0 0,1 0 1 0 0,-1 0-1 0 0,0 1 1 0 0,0 0-1 0 0,0 0 1 0 0,0 1-1 0 0,0 0 1 0 0,0 0-1 0 0,0 1 1 0 0,-8 1-1 0 0,6-1 150 0 0,0 0 0 0 0,1 1 1 0 0,0 0-1 0 0,-1 0 0 0 0,1 1 0 0 0,0 0 0 0 0,0 0 1 0 0,0 1-1 0 0,1 0 0 0 0,-1 1 0 0 0,1 0 0 0 0,0 0 1 0 0,0 0-1 0 0,1 1 0 0 0,0 0 0 0 0,-7 8 0 0 0,11-12-214 0 0,1-1-1 0 0,0 1 1 0 0,0-1-1 0 0,0 1 0 0 0,0-1 1 0 0,0 1-1 0 0,0 0 0 0 0,0 0 1 0 0,1-1-1 0 0,-1 1 1 0 0,0 0-1 0 0,1 0 0 0 0,0 0 1 0 0,-1 0-1 0 0,1 0 0 0 0,0 0 1 0 0,0 0-1 0 0,0 0 1 0 0,0-1-1 0 0,1 1 0 0 0,-1 0 1 0 0,0 0-1 0 0,1 0 0 0 0,-1 0 1 0 0,1 0-1 0 0,1 1 1 0 0,0 0-20 0 0,0 0 1 0 0,0-1 0 0 0,1 1 0 0 0,-1-1-1 0 0,1 0 1 0 0,0 0 0 0 0,0 0-1 0 0,0 0 1 0 0,0 0 0 0 0,0-1 0 0 0,0 1-1 0 0,0-1 1 0 0,5 2 0 0 0,5 0-66 0 0,0 0 0 0 0,-1 0 0 0 0,1-1 0 0 0,0-1 0 0 0,0 0 0 0 0,0-1 0 0 0,16-1 1 0 0,10-4-134 0 0,53-9-1017 0 0,-86 12 1072 0 0,-1 1-1 0 0,1-1 1 0 0,-1 0-1 0 0,1-1 1 0 0,-1 1 0 0 0,0-1-1 0 0,0 0 1 0 0,0-1-1 0 0,0 1 1 0 0,0-1-1 0 0,-1 0 1 0 0,7-7 0 0 0,-9 8 196 0 0,0 1 0 0 0,0-1 1 0 0,0 1-1 0 0,-1-1 1 0 0,0 0-1 0 0,1 1 0 0 0,-1-1 1 0 0,0 0-1 0 0,0 0 0 0 0,0 0 1 0 0,-1 0-1 0 0,1 0 1 0 0,-1 0-1 0 0,0-6 0 0 0,0 7 58 0 0,0 0-1 0 0,0-1 1 0 0,1 1-1 0 0,-1 0 1 0 0,0 0-1 0 0,1 0 1 0 0,-1 0-1 0 0,1 0 1 0 0,-1 1-1 0 0,1-1 0 0 0,2-4 1 0 0,-2 4 364 0 0,-1 7-539 0 0,1-1-1 0 0,-1 1 1 0 0,1-1 0 0 0,0 0 0 0 0,0 1 0 0 0,0-1 0 0 0,0 0 0 0 0,1 0 0 0 0,0 0 0 0 0,-1 0 0 0 0,2 0-1 0 0,-1 0 1 0 0,0-1 0 0 0,1 1 0 0 0,0-1 0 0 0,-1 1 0 0 0,2-1 0 0 0,-1 0 0 0 0,0 0 0 0 0,0 0-1 0 0,1-1 1 0 0,0 1 0 0 0,-1-1 0 0 0,1 0 0 0 0,0 0 0 0 0,0 0 0 0 0,0 0 0 0 0,0-1 0 0 0,7 2 0 0 0,-5-2-271 0 0,0 0 0 0 0,-1 0 1 0 0,1 0-1 0 0,0-1 1 0 0,-1 1-1 0 0,1-1 1 0 0,0-1-1 0 0,-1 1 0 0 0,1-1 1 0 0,0 0-1 0 0,-1-1 1 0 0,1 1-1 0 0,-1-1 1 0 0,1 0-1 0 0,-1 0 1 0 0,0-1-1 0 0,0 1 0 0 0,0-1 1 0 0,0 0-1 0 0,-1-1 1 0 0,1 1-1 0 0,5-7 1 0 0,-3 3-641 0 0,-1-1 1 0 0,0 0 0 0 0,0 0-1 0 0,-1-1 1 0 0,8-16-1 0 0,0-26-6638 0 0,-13 26 3396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7.2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43 101 508 0 0,'-6'-19'3153'0'0,"0"1"1"0"0,-18-33-1 0 0,24 49-2147 0 0,-4-6 116 0 0,1 6 54 0 0,3 6 2554 0 0,2 7-3386 0 0,64 277 4915 0 0,-40-198-4270 0 0,53 148 897 0 0,-61-195-4478 0 0,-17-42 1889 0 0,-3-9-1501 0 0,-51-128-2468 0 0,40 94 8110 0 0,14 48-2896 0 0,0-1-416 0 0,1 0 0 0 0,-1 1 0 0 0,1-1 0 0 0,1 0-1 0 0,-1 0 1 0 0,1-1 0 0 0,0 1 0 0 0,0 0 0 0 0,0-1 0 0 0,0 0 0 0 0,1 1-1 0 0,0-1 1 0 0,0-1 0 0 0,0 1 0 0 0,0-1 0 0 0,0 1 0 0 0,1-1-1 0 0,0 0 1 0 0,-1-1 0 0 0,1 1 0 0 0,0-1 0 0 0,0 0 0 0 0,1 0 0 0 0,-1-1-1 0 0,6 2 1 0 0,13 1 39 0 0,0 0-1 0 0,0-2 0 0 0,0-1 1 0 0,41-3-1 0 0,-47 1-311 0 0,-1-1 1 0 0,1-1-1 0 0,-1-1 1 0 0,0-1-1 0 0,0 0 0 0 0,24-11 1 0 0,-31 12-61 0 0,-1-1-1 0 0,0 0 1 0 0,0 0 0 0 0,0-1 0 0 0,-1 0 0 0 0,1 0-1 0 0,-2-1 1 0 0,1-1 0 0 0,-1 1 0 0 0,0-1 0 0 0,0 0-1 0 0,7-12 1 0 0,-12 15 90 0 0,1 0 0 0 0,-1-1 0 0 0,1 1 0 0 0,-1-1 0 0 0,-1 1 0 0 0,1-1 0 0 0,-1 0-1 0 0,0 0 1 0 0,-1 0 0 0 0,1 0 0 0 0,-1 0 0 0 0,0 0 0 0 0,-1 0 0 0 0,-1-8 0 0 0,2 11 166 0 0,-1 0 0 0 0,0 0 0 0 0,0 1 0 0 0,0-1 0 0 0,-1 0 0 0 0,1 1 0 0 0,0-1 0 0 0,-1 1 0 0 0,0-1 0 0 0,1 1 0 0 0,-1 0 0 0 0,0-1 0 0 0,0 1 0 0 0,-1 0 0 0 0,1 0 0 0 0,0 1 0 0 0,-1-1 0 0 0,1 0 0 0 0,-1 1 0 0 0,1 0 0 0 0,-1-1 0 0 0,0 1 0 0 0,0 0-1 0 0,1 0 1 0 0,-1 1 0 0 0,0-1 0 0 0,-6 0 0 0 0,6 1 81 0 0,-1 0 0 0 0,1 0 0 0 0,-1 0 0 0 0,1 1 0 0 0,0-1 0 0 0,-1 1 0 0 0,1 0 0 0 0,0 0 0 0 0,-1 0 0 0 0,1 0 0 0 0,0 1 0 0 0,0 0 0 0 0,0-1 0 0 0,0 1 0 0 0,0 0 0 0 0,1 0 0 0 0,-1 0 0 0 0,1 1 0 0 0,-1-1 0 0 0,1 1 0 0 0,0-1 0 0 0,0 1-1 0 0,0 0 1 0 0,0 0 0 0 0,0 0 0 0 0,1 0 0 0 0,-3 6 0 0 0,0 1 252 0 0,0 0 0 0 0,1 0 0 0 0,0 0 0 0 0,0 1 0 0 0,1-1 0 0 0,1 1 0 0 0,-1 15 0 0 0,2-17-180 0 0,1 0 1 0 0,-1 0-1 0 0,1 0 1 0 0,1 0-1 0 0,0 0 0 0 0,0 0 1 0 0,1 0-1 0 0,0-1 0 0 0,5 11 1 0 0,-7-16-231 0 0,1-1 1 0 0,-1 0 0 0 0,1 1-1 0 0,0-1 1 0 0,0 0 0 0 0,0 0-1 0 0,0 0 1 0 0,0 0 0 0 0,0 0-1 0 0,0-1 1 0 0,1 1-1 0 0,-1-1 1 0 0,1 1 0 0 0,-1-1-1 0 0,1 0 1 0 0,-1 0 0 0 0,1 0-1 0 0,0 0 1 0 0,0 0 0 0 0,-1-1-1 0 0,1 1 1 0 0,0-1 0 0 0,0 0-1 0 0,0 0 1 0 0,0 0-1 0 0,-1 0 1 0 0,1 0 0 0 0,0-1-1 0 0,0 1 1 0 0,0-1 0 0 0,-1 0-1 0 0,1 0 1 0 0,0 0 0 0 0,3-1-1 0 0,4-3-361 0 0,-1 1-1 0 0,1-1 0 0 0,-1-1 1 0 0,0 0-1 0 0,0 0 1 0 0,0-1-1 0 0,-1 0 0 0 0,0 0 1 0 0,-1-1-1 0 0,1 0 1 0 0,-1 0-1 0 0,-1-1 0 0 0,0 0 1 0 0,0 0-1 0 0,-1 0 1 0 0,0-1-1 0 0,0 0 0 0 0,-1 0 1 0 0,-1 0-1 0 0,1 0 1 0 0,-2-1-1 0 0,1 1 1 0 0,0-20-1 0 0,-3 28 363 0 0,0 0 0 0 0,-1 0 1 0 0,1 0-1 0 0,-1 0 0 0 0,0 0 0 0 0,1 0 1 0 0,-1 0-1 0 0,0 1 0 0 0,0-1 0 0 0,0 0 1 0 0,-1 0-1 0 0,1 1 0 0 0,0-1 0 0 0,-1 1 0 0 0,1-1 1 0 0,-1 1-1 0 0,1-1 0 0 0,-3 0 0 0 0,3 1 84 0 0,0 0-1 0 0,0 0 0 0 0,0 1 1 0 0,0-1-1 0 0,0 0 0 0 0,-1 1 0 0 0,1-1 1 0 0,0 1-1 0 0,0-1 0 0 0,0 1 0 0 0,-1-1 1 0 0,1 1-1 0 0,0 0 0 0 0,0 0 1 0 0,-1 0-1 0 0,1 0 0 0 0,0 0 0 0 0,-1 0 1 0 0,1 0-1 0 0,0 0 0 0 0,0 0 0 0 0,-1 1 1 0 0,1-1-1 0 0,0 0 0 0 0,0 1 1 0 0,0-1-1 0 0,-1 1 0 0 0,-1 1 0 0 0,2-1 16 0 0,0 0 0 0 0,0 0 0 0 0,0 1 0 0 0,-1-1 0 0 0,2 1 0 0 0,-1-1 0 0 0,0 0 0 0 0,0 1 0 0 0,0 0 0 0 0,1-1 0 0 0,-1 1 0 0 0,1-1 0 0 0,-1 1 0 0 0,1 0 1 0 0,0-1-1 0 0,-1 1 0 0 0,1 0 0 0 0,0 0 0 0 0,0-1 0 0 0,0 1 0 0 0,0 0 0 0 0,1 3 0 0 0,16 40 1130 0 0,-14-39-1087 0 0,2 5 118 0 0,1-1 1 0 0,0 0-1 0 0,1 0 1 0 0,1 0-1 0 0,-1-1 1 0 0,1 0-1 0 0,1 0 0 0 0,17 13 1 0 0,-19-17-272 0 0,-1 0 0 0 0,0-1 0 0 0,1 0 1 0 0,0 0-1 0 0,0-1 0 0 0,0 0 0 0 0,0 0 1 0 0,1 0-1 0 0,-1-1 0 0 0,1 0 0 0 0,-1 0 0 0 0,1-1 1 0 0,0 0-1 0 0,12-1 0 0 0,-16-1-167 0 0,0 0 0 0 0,0 0 0 0 0,-1 0 1 0 0,1-1-1 0 0,0 0 0 0 0,-1 0 0 0 0,0 0 0 0 0,1 0 0 0 0,-1 0 0 0 0,0-1 0 0 0,0 1 1 0 0,0-1-1 0 0,0 0 0 0 0,-1 0 0 0 0,1 0 0 0 0,3-7 0 0 0,30-55-2939 0 0,-10 4 939 0 0,-25 53 2411 0 0,2-2-364 0 0,-3 10 240 0 0,0 0 1 0 0,0-1-1 0 0,0 1 1 0 0,0 0-1 0 0,0 0 1 0 0,0 0-1 0 0,0 0 1 0 0,0 0-1 0 0,0 0 1 0 0,0 0-1 0 0,1-1 1 0 0,-1 1-1 0 0,0 0 1 0 0,0 0-1 0 0,0 0 1 0 0,0 0-1 0 0,0 0 1 0 0,0 0-1 0 0,1 0 0 0 0,-1 0 1 0 0,0 0-1 0 0,0 0 1 0 0,0 0-1 0 0,0 0 1 0 0,0 0-1 0 0,1 0 1 0 0,-1 0-1 0 0,0 0 1 0 0,0 0-1 0 0,0 0 1 0 0,0 0-1 0 0,0 0 1 0 0,1 0-1 0 0,-1 0 1 0 0,0 0-1 0 0,0 0 1 0 0,0 0-1 0 0,0 0 1 0 0,0 0-1 0 0,0 0 1 0 0,1 0-1 0 0,-1 0 0 0 0,0 1 1 0 0,0-1-1 0 0,0 0 1 0 0,0 0-1 0 0,0 0 1 0 0,0 0-1 0 0,0 0 1 0 0,0 0-1 0 0,1 1 1 0 0,-1-1-1 0 0,0 0 1 0 0,8 11 230 0 0,0 0 0 0 0,0 0 1 0 0,-1 1-1 0 0,-1 0 0 0 0,0 0 0 0 0,8 23 1 0 0,19 38 988 0 0,-29-65-1410 0 0,0-1 0 0 0,1 0 0 0 0,0 0-1 0 0,0-1 1 0 0,1 1 0 0 0,0-1 0 0 0,0-1 0 0 0,1 1 0 0 0,-1-1 0 0 0,1 0 0 0 0,0 0 0 0 0,11 5 0 0 0,-17-10 39 0 0,0 0-1 0 0,0 0 1 0 0,0-1 0 0 0,-1 1-1 0 0,1 0 1 0 0,0 0 0 0 0,0-1-1 0 0,-1 1 1 0 0,1 0 0 0 0,0-1-1 0 0,-1 1 1 0 0,1-1 0 0 0,0 1 0 0 0,-1-1-1 0 0,1 1 1 0 0,-1-1 0 0 0,1 1-1 0 0,-1-1 1 0 0,1 1 0 0 0,-1-1-1 0 0,1 0 1 0 0,-1 1 0 0 0,1-1-1 0 0,-1 0 1 0 0,0 0 0 0 0,0 1-1 0 0,1-1 1 0 0,-1 0 0 0 0,0 0-1 0 0,0 1 1 0 0,0-2 0 0 0,8-25-2331 0 0,-8 19 1336 0 0,1-5-581 0 0,-3 2-4619 0 0,-5-9 2051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47.9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243 25 1528 0 0,'0'0'1799'0'0,"-7"-21"3605"0"0,-21 18 2453 0 0,7 10-4345 0 0,15-3-3168 0 0,1 1 1 0 0,0-1-1 0 0,0 1 1 0 0,1 0 0 0 0,0 1-1 0 0,-6 6 1 0 0,-10 21 370 0 0,0 1 1 0 0,3 0-1 0 0,0 1 0 0 0,2 1 1 0 0,2 0-1 0 0,2 1 0 0 0,1 1 1 0 0,1 0-1 0 0,-4 59 0 0 0,11-82-499 0 0,2 0 0 0 0,0 0 1 0 0,0 0-1 0 0,2 0 0 0 0,5 26 0 0 0,-6-33-178 0 0,1-1 0 0 0,1 1 0 0 0,0-1 0 0 0,0 0 0 0 0,0 1 0 0 0,1-1 0 0 0,0-1 0 0 0,0 1 1 0 0,0-1-1 0 0,1 1 0 0 0,0-1 0 0 0,8 6 0 0 0,-1-1-180 0 0,-9-8 33 0 0,0 0 0 0 0,0 0 1 0 0,0 0-1 0 0,1 0 0 0 0,-1-1 0 0 0,1 0 0 0 0,-1 0 0 0 0,1 0 0 0 0,0 0 1 0 0,0 0-1 0 0,-1-1 0 0 0,1 1 0 0 0,1-1 0 0 0,-1 0 0 0 0,0-1 0 0 0,0 1 0 0 0,0-1 1 0 0,5 1-1 0 0,-5-1-265 0 0,0 0 0 0 0,0 0 0 0 0,0 0 0 0 0,1 0 0 0 0,-1-1 0 0 0,0 0 0 0 0,0 0 0 0 0,0 0 0 0 0,0 0 0 0 0,0 0 0 0 0,-1-1 0 0 0,1 0 0 0 0,0 0 0 0 0,-1 0 0 0 0,1 0 0 0 0,-1 0 0 0 0,1-1 0 0 0,-1 1 0 0 0,0-1 0 0 0,0 0 0 0 0,-1 0 0 0 0,1 0 0 0 0,0-1 0 0 0,-1 1 0 0 0,0-1 0 0 0,0 1 0 0 0,0-1 0 0 0,0 0 0 0 0,1-5 0 0 0,8-10-8540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59.4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1 852 0 0,'0'0'31887'0'0,"0"6"-31864"0"0,-5 17-18 0 0,-6 46-4 0 0,10-65-1 0 0,1 0 0 0 0,0 0 0 0 0,0 0 0 0 0,1 0 0 0 0,-1 0 0 0 0,1-1 0 0 0,0 1 0 0 0,0 0 0 0 0,0 0-1 0 0,0-1 1 0 0,0 1 0 0 0,1-1 0 0 0,0 1 0 0 0,0-1 0 0 0,0 0 0 0 0,4 5 0 0 0,-1-3 0 0 0,1-1 0 0 0,0-1 0 0 0,0 1 0 0 0,0-1 0 0 0,0 0 0 0 0,0 0 0 0 0,1 0 0 0 0,0-1 0 0 0,-1 0 0 0 0,1-1 0 0 0,0 0 0 0 0,0 0 0 0 0,0 0 0 0 0,0 0 0 0 0,0-1 0 0 0,0-1 0 0 0,0 1 0 0 0,-1-1 0 0 0,1 0 0 0 0,12-4 0 0 0,-9 3 0 0 0,0 0 0 0 0,0-1 0 0 0,-1-1 0 0 0,1 0 0 0 0,-1 0 0 0 0,1-1 0 0 0,-1 0 0 0 0,-1 0 0 0 0,1-1 0 0 0,-1 0 0 0 0,0-1 0 0 0,0 0 0 0 0,10-12 0 0 0,-11 10 0 0 0,-4 5 0 0 0,1 0 0 0 0,-1 0 0 0 0,-1-1 0 0 0,1 1 0 0 0,-1-1 0 0 0,1 0 0 0 0,2-8 0 0 0,-3 1 0 0 0,-1 1 0 0 0,-13 5 0 0 0,-7 9 0 0 0,-7 27 0 0 0,23-26 0 0 0,1 0 0 0 0,1 0 0 0 0,-1 1 0 0 0,1-1 0 0 0,-1 1 0 0 0,1-1 0 0 0,1 1 0 0 0,-1 0 0 0 0,1-1 0 0 0,-1 1 0 0 0,1 0 0 0 0,1 0 0 0 0,-1-1 0 0 0,1 1 0 0 0,0-1 0 0 0,0 1 0 0 0,2 7 0 0 0,1 1 0 0 0,0-1 0 0 0,1 1 0 0 0,0-1 0 0 0,0 0 0 0 0,10 14 0 0 0,20 23 0 0 0,53 84 0 0 0,-76-112 0 0 0,-1-1 0 0 0,-1 2 0 0 0,-1-1 0 0 0,11 38 0 0 0,-18-49 0 0 0,0 1 0 0 0,-1 0 0 0 0,0-1 0 0 0,0 1 0 0 0,-1 0 0 0 0,0 0 0 0 0,-1 0 0 0 0,-1-1 0 0 0,1 1 0 0 0,-2-1 0 0 0,1 1 0 0 0,-2-1 0 0 0,1 0 0 0 0,-6 12 0 0 0,6-17 0 0 0,0 0 0 0 0,-1 0 0 0 0,1 0 0 0 0,-1 0 0 0 0,0-1 0 0 0,0 1 0 0 0,0-1 0 0 0,0 0 0 0 0,-1 0 0 0 0,0-1 0 0 0,0 1 0 0 0,0-1 0 0 0,0 0 0 0 0,0-1 0 0 0,-1 1 0 0 0,1-1 0 0 0,-1 0 0 0 0,0 0 0 0 0,1-1 0 0 0,-1 1 0 0 0,0-2 0 0 0,0 1 0 0 0,0 0 0 0 0,0-1 0 0 0,0 0 0 0 0,-11-2 0 0 0,7 1 0 0 0,0-1 0 0 0,0-1 0 0 0,0 0 0 0 0,1 0 0 0 0,-1-1 0 0 0,1 0 0 0 0,0-1 0 0 0,0 0 0 0 0,1 0 0 0 0,-1-1 0 0 0,1 0 0 0 0,0 0 0 0 0,-8-10 0 0 0,13 13 0 0 0,0 0 0 0 0,0 0 0 0 0,0 0 0 0 0,0-1 0 0 0,1 0 0 0 0,-1 1 0 0 0,1-1 0 0 0,0 0 0 0 0,0 0 0 0 0,1 0 0 0 0,-1 0 0 0 0,1-1 0 0 0,0 1 0 0 0,0 0 0 0 0,0-1 0 0 0,1 1 0 0 0,-1 0 0 0 0,1-1 0 0 0,0 1 0 0 0,0-1 0 0 0,1 1 0 0 0,0 0 0 0 0,-1-1 0 0 0,1 1 0 0 0,1 0 0 0 0,-1 0 0 0 0,0-1 0 0 0,1 1 0 0 0,0 0 0 0 0,0 0 0 0 0,0 1 0 0 0,5-6 0 0 0,-2 3 0 0 0,0 0 0 0 0,0 0 0 0 0,1 1 0 0 0,-1 0 0 0 0,1 0 0 0 0,1 1 0 0 0,-1-1 0 0 0,1 1 0 0 0,-1 1 0 0 0,1-1 0 0 0,0 1 0 0 0,0 1 0 0 0,1-1 0 0 0,12-2 0 0 0,9 0 0 0 0,0 1 0 0 0,1 2 0 0 0,35 1 0 0 0,-47 1 0 0 0,0 2 0 0 0,-5 0 0 0 0,0 0 0 0 0,4 0 0 0 0,-5-1-50 0 0,-10-1-379 0 0,-5-5-6495 0 0,-1 1 5831 0 0,-4-5 260 0 0,6 3-3356 0 0,-2-2-3639 0 0,-2-7 1403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8:59.9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1 236 0 0,'3'2'-96'0'0,"21"12"20884"0"0,-18-10-18767 0 0,-2 6-1454 0 0,0-1 0 0 0,-1 1 0 0 0,0 0 0 0 0,-1 0-1 0 0,0 0 1 0 0,0 0 0 0 0,-1 0 0 0 0,-1 0-1 0 0,0 0 1 0 0,0 1 0 0 0,-2 9 0 0 0,2 9 500 0 0,0-18-729 0 0,0-8-212 0 0,0 1 0 0 0,0 0 0 0 0,0-1-1 0 0,0 1 1 0 0,0 0 0 0 0,-1-1 0 0 0,0 1-1 0 0,1 0 1 0 0,-1-1 0 0 0,-3 6 0 0 0,1 0 40 0 0,4-7-163 0 0,-1-1 0 0 0,1 1 0 0 0,-1-1 0 0 0,0 1-1 0 0,0-1 1 0 0,1 1 0 0 0,-1 0 0 0 0,0-1 0 0 0,0 1 0 0 0,0-1 0 0 0,-1 1 0 0 0,1-1 0 0 0,0 1 0 0 0,-1 0 0 0 0,1-1-1 0 0,-1 1 1 0 0,1-1 0 0 0,-1 1 0 0 0,0-1 0 0 0,-1 2 0 0 0,-4 8-3 0 0,-2-4 0 0 0,-4-5 0 0 0,8-3-818 0 0,0 0-1 0 0,0 0 1 0 0,0 0-1 0 0,0 0 1 0 0,0-1-1 0 0,0 1 1 0 0,-6-5-1 0 0,9 6 378 0 0,0-1 0 0 0,0 0 0 0 0,1 1 0 0 0,-1-1 0 0 0,0 1 0 0 0,1-1 0 0 0,-1 0 0 0 0,1 1 0 0 0,-1-1 0 0 0,1 0 0 0 0,-1 0 0 0 0,1 0 0 0 0,-1 1 0 0 0,1-1 0 0 0,0 0 0 0 0,-1 0 0 0 0,1 0 0 0 0,0 0 0 0 0,0 0 0 0 0,0-1 0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0.9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194 42 560 0 0,'0'0'24181'0'0,"1"6"-23696"0"0,0 2-288 0 0,8 22 812 0 0,-7-29-930 0 0,-1 1-1 0 0,0-1 0 0 0,1 1 0 0 0,-1-1 0 0 0,1 0 0 0 0,0 0 0 0 0,-1 0 0 0 0,1 1 0 0 0,0-1 1 0 0,0-1-1 0 0,0 1 0 0 0,0 0 0 0 0,0 0 0 0 0,0-1 0 0 0,0 1 0 0 0,0-1 0 0 0,0 0 0 0 0,0 1 1 0 0,0-1-1 0 0,0 0 0 0 0,0 0 0 0 0,0-1 0 0 0,4 1 0 0 0,0-1 14 0 0,0 0 0 0 0,-1 1 0 0 0,1-2 1 0 0,0 1-1 0 0,0-1 0 0 0,-1 0 0 0 0,11-5 0 0 0,-12 5-42 0 0,0-1 1 0 0,-1 0-1 0 0,1-1 0 0 0,-1 1 0 0 0,1-1 1 0 0,-1 1-1 0 0,0-1 0 0 0,-1 0 0 0 0,1 0 1 0 0,-1 0-1 0 0,1 0 0 0 0,-1-1 1 0 0,-1 1-1 0 0,3-7 0 0 0,-3 9 87 0 0,-2-12-76 0 0,1 14-42 0 0,0 0-1 0 0,0 0 1 0 0,0-1-1 0 0,0 1 1 0 0,0 0-1 0 0,0-1 1 0 0,0 1 0 0 0,0 0-1 0 0,0 0 1 0 0,0-1-1 0 0,0 1 1 0 0,0 0-1 0 0,0-1 1 0 0,0 1-1 0 0,0 0 1 0 0,0 0 0 0 0,-1-1-1 0 0,1 1 1 0 0,0 0-1 0 0,0 0 1 0 0,0-1-1 0 0,0 1 1 0 0,-1 0-1 0 0,1 0 1 0 0,0-1 0 0 0,0 1-1 0 0,0 0 1 0 0,-1 0-1 0 0,1 0 1 0 0,0 0-1 0 0,0-1 1 0 0,-1 1 0 0 0,1 0-1 0 0,0 0 1 0 0,0 0-1 0 0,-1 0 1 0 0,1 0-1 0 0,0 0 1 0 0,0 0-1 0 0,-1 0 1 0 0,1 0 0 0 0,0 0-1 0 0,-1 0 1 0 0,1 0-1 0 0,0 0 1 0 0,0 0-1 0 0,-1 0 1 0 0,1 0 0 0 0,-17 15 229 0 0,0 0 1 0 0,1 2-1 0 0,1 0 1 0 0,-15 22 0 0 0,-32 36 369 0 0,-100 83-618 0 0,155-152 0 0 0,-4 1 0 0 0,4 1-66 0 0,6-6-277 0 0,17-20-12105 0 0,-12 12 8077 0 0,3-12-6940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1.2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22 3 36 0 0,'-13'-3'5654'0'0,"5"7"9442"0"0,23 19-14391 0 0,2-2-1 0 0,1 1 1 0 0,1-2 0 0 0,0-1 0 0 0,1 0 0 0 0,1-1-1 0 0,1-1 1 0 0,1-1 0 0 0,0-2 0 0 0,1 0-1 0 0,0-1 1 0 0,1-1 0 0 0,1-2 0 0 0,0 0-1 0 0,0-2 1 0 0,54 10 0 0 0,-15-3-705 0 0,-65-15 0 0 0,0-1 0 0 0,0 1 0 0 0,0 0 0 0 0,-1 0 0 0 0,1 0 0 0 0,0 0 0 0 0,0-1 0 0 0,0 1 0 0 0,0 0 0 0 0,0 0 0 0 0,0 0 0 0 0,-1-1 0 0 0,1 1 0 0 0,0 0 0 0 0,0 0 0 0 0,0 0 0 0 0,0-1 0 0 0,0 1 0 0 0,0 0 0 0 0,0 0 0 0 0,0-1 0 0 0,0 1 0 0 0,0 0 0 0 0,0 0 0 0 0,0-1 0 0 0,0 1 0 0 0,0 0 0 0 0,0 0 0 0 0,0 0 0 0 0,1-1 0 0 0,-1 1 0 0 0,0 0 0 0 0,0 0 0 0 0,0 0 0 0 0,0-1 0 0 0,0 1 0 0 0,0 0 0 0 0,1 0 0 0 0,-1 0 0 0 0,0 0 0 0 0,0-1 0 0 0,0 1 0 0 0,0 0 0 0 0,1 0 0 0 0,-1 0 0 0 0,0 0 0 0 0,0 0 0 0 0,0 0 0 0 0,1 0 0 0 0,-1-1 0 0 0,0 1 0 0 0,0 0 0 0 0,1 0 0 0 0,-1 0 0 0 0,0 0 0 0 0,0 0 0 0 0,0 0 0 0 0,1 0 0 0 0,-1 0 0 0 0,1 0 0 0 0,-19-15 0 0 0,-11 4-1610 0 0,23 10 993 0 0,1-1 0 0 0,-1 0-1 0 0,0 0 1 0 0,1-1-1 0 0,0 1 1 0 0,-7-6 0 0 0,11 7-1127 0 0,-2-2-1056 0 0,1-2 1610 0 0,14-15-15328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01.7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12 200 0 0,'0'0'1357'0'0,"-1"-9"705"0"0,6 7 4510 0 0,17 6-4738 0 0,-1 1 1 0 0,1 1-1 0 0,-1 1 1 0 0,32 16-1 0 0,-4-3-464 0 0,-21-9-556 0 0,-1 1 0 0 0,0 1 0 0 0,-1 1 0 0 0,0 2 1 0 0,-1 1-1 0 0,-1 0 0 0 0,28 28 0 0 0,-41-34-530 0 0,-1-1 0 0 0,0 1 0 0 0,0 1 0 0 0,-2 0 0 0 0,1 0 1 0 0,-1 0-1 0 0,-1 1 0 0 0,-1 1 0 0 0,0-1 0 0 0,0 1 0 0 0,-1 0 1 0 0,-1 0-1 0 0,0 0 0 0 0,-1 1 0 0 0,-1 0 0 0 0,1 21 0 0 0,-3-21-245 0 0,0-1-1 0 0,-1 1 0 0 0,0 0 1 0 0,-2-1-1 0 0,1 1 1 0 0,-2-1-1 0 0,0 0 0 0 0,-1 0 1 0 0,0 0-1 0 0,-1-1 0 0 0,0 0 1 0 0,-2 0-1 0 0,1 0 0 0 0,-1-1 1 0 0,-1 0-1 0 0,0-1 1 0 0,-16 16-1 0 0,3-1-38 0 0,10-17 0 0 0,-1-6 0 0 0,-3-10 0 0 0,10-4 0 0 0,4 1 0 0 0,-3 2-10 0 0,3 7-206 0 0,21 1-10551 0 0,4-8-1389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7:49:24.9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1 110 404 0 0,'93'-20'6501'0'0,"-59"14"-5123"0"0,1 2 1 0 0,39 0-1 0 0,354-12 1883 0 0,403-2-1370 0 0,-619 7-739 0 0,-141 1-176 0 0,-69 10-977 0 0,21 1-36 0 0,0-2 0 0 0,0-1 0 0 0,0 0 0 0 0,0-2 0 0 0,28-8 0 0 0,-49 12 39 0 0,-48 8-559 0 0,-66 3 0 0 0,-111 6-94 0 0,115-7 380 0 0,-290 31-239 0 0,-184 12 1669 0 0,485-51 174 0 0,52-10 314 0 0,264-8-454 0 0,83-2-27 0 0,478 18 218 0 0,-761 0-1358 0 0,159-6 247 0 0,-141 2 969 0 0,-63 5-579 0 0,-66 6-628 0 0,-516 51-2417 0 0,35-40 1777 0 0,517-13 940 0 0,54-5-270 0 0,-24-2 40 0 0,126-10 99 0 0,837 7 1258 0 0,-822 6-1351 0 0,54 3 322 0 0,-135 1 1115 0 0,-76-4-879 0 0,-6 0-892 0 0,-477 6-2092 0 0,183-7 1408 0 0,84 4 987 0 0,228 0 128 0 0,39-2-135 0 0,52-3-34 0 0,165-7 168 0 0,-95 6-88 0 0,266-1 193 0 0,-236 4-193 0 0,45 8 538 0 0,-204-9-466 0 0,-39-7 1179 0 0,-36 3-1876 0 0,-79 5 0 0 0,22 1 69 0 0,-555-10-548 0 0,611 8 518 0 0,699-3 651 0 0,-237 3 17 0 0,-310 0-169 0 0,-58-1 90 0 0,1 0 1 0 0,0 2-1 0 0,38 6 0 0 0,-57-7 386 0 0,-444 16-992 0 0,-59-1-238 0 0,349-12 354 0 0,149-3 240 0 0,13-1-545 0 0,481-38-262 0 0,-384 34 580 0 0,-58 2 75 0 0,119-1-2483 0 0,-183 1 1505 0 0,-1 0-1 0 0,1-1 1 0 0,0 0 0 0 0,0-1 0 0 0,-18-10 0 0 0,-2 1-3154 0 0,-7 1 251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05.4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99 175 1428 0 0,'0'0'1698'0'0,"-4"-2"-40"0"0,-1 1-3790 0 0,1-1 3605 0 0,-7-7 11973 0 0,10 1-11952 0 0,1 5-1175 0 0,27-27 693 0 0,-17 17-744 0 0,1 1-12 0 0,1 0 1 0 0,0 1-1 0 0,1 1 1 0 0,0 0-1 0 0,1 1 0 0 0,0 0 1 0 0,1 1-1 0 0,-1 1 1 0 0,22-8-1 0 0,-34 15-174 0 0,0 0-1 0 0,0 1 1 0 0,0-1-1 0 0,0 1 1 0 0,1-1-1 0 0,-1 1 1 0 0,0-1-1 0 0,0 1 1 0 0,-1 0-1 0 0,1 0 1 0 0,0 0 0 0 0,0 0-1 0 0,0 1 1 0 0,-1-1-1 0 0,1 0 1 0 0,0 1-1 0 0,-1-1 1 0 0,0 1-1 0 0,1-1 1 0 0,-1 1-1 0 0,2 3 1 0 0,1-1 116 0 0,-3-2-132 0 0,0 0 0 0 0,0-1 0 0 0,0 1 0 0 0,0 0 0 0 0,0 0 0 0 0,-1 0 0 0 0,1 1 0 0 0,0-1 0 0 0,-1 0 0 0 0,0 0 0 0 0,1 0 0 0 0,-1 0 0 0 0,0 0 0 0 0,-1 5 0 0 0,5 15 275 0 0,-2-13-114 0 0,0 0-1 0 0,-1 0 0 0 0,0 0 1 0 0,-1 11-1 0 0,0-19-199 0 0,0-7-51 0 0,0 0 32 0 0,-1 0 0 0 0,1 1 0 0 0,-1-1 0 0 0,-1 0 1 0 0,1 1-1 0 0,-1-1 0 0 0,0 1 0 0 0,0 0 0 0 0,0 0 0 0 0,-1 0 1 0 0,0 0-1 0 0,0 0 0 0 0,0 0 0 0 0,-1 1 0 0 0,1-1 0 0 0,-1 1 0 0 0,-8-7 1 0 0,7 8 69 0 0,1 0 0 0 0,-1 0 0 0 0,0 0 0 0 0,0 0 1 0 0,-1 1-1 0 0,1-1 0 0 0,0 2 0 0 0,-1-1 1 0 0,1 0-1 0 0,-1 1 0 0 0,0 0 0 0 0,1 1 0 0 0,-1-1 1 0 0,0 1-1 0 0,0 0 0 0 0,0 0 0 0 0,1 1 1 0 0,-1 0-1 0 0,0 0 0 0 0,1 0 0 0 0,-1 0 0 0 0,1 1 1 0 0,-1 0-1 0 0,1 0 0 0 0,0 1 0 0 0,0 0 1 0 0,-7 4-1 0 0,-5 4 284 0 0,1 1 1 0 0,1 1-1 0 0,-22 22 1 0 0,34-32-298 0 0,-1 1-1 0 0,1 0 1 0 0,0 0 0 0 0,0 1-1 0 0,0-1 1 0 0,0 1 0 0 0,1-1 0 0 0,0 1-1 0 0,0 0 1 0 0,0 0 0 0 0,1-1-1 0 0,-1 2 1 0 0,1-1 0 0 0,0 0-1 0 0,1 0 1 0 0,-1 0 0 0 0,1 0 0 0 0,0 0-1 0 0,1 7 1 0 0,-1-9-66 0 0,1 0 0 0 0,-1-1 1 0 0,1 1-1 0 0,0 0 0 0 0,0-1 0 0 0,0 1 0 0 0,1-1 1 0 0,-1 1-1 0 0,1-1 0 0 0,-1 1 0 0 0,1-1 0 0 0,0 0 1 0 0,0 0-1 0 0,-1 0 0 0 0,2 0 0 0 0,-1 0 0 0 0,0 0 1 0 0,0-1-1 0 0,4 3 0 0 0,-2-2-3 0 0,1 0-1 0 0,-1-1 1 0 0,1 1 0 0 0,0-1-1 0 0,0 0 1 0 0,0 0 0 0 0,0-1 0 0 0,0 1-1 0 0,0-1 1 0 0,6-1 0 0 0,6-1-27 0 0,0 0 1 0 0,1-2-1 0 0,-1 0 0 0 0,-1-1 1 0 0,22-9-1 0 0,-35 12-2 0 0,66-31-654 0 0,-65 31 638 0 0,0 0 0 0 0,0-1 0 0 0,0 0 0 0 0,-1 1 0 0 0,1-1 0 0 0,-1-1 0 0 0,0 1 0 0 0,0 0 0 0 0,0-1 0 0 0,0 1 0 0 0,0-1 0 0 0,-1 0 0 0 0,0 0 0 0 0,3-7 0 0 0,-4 8 39 0 0,0 1 72 0 0,0 0 0 0 0,0-1 0 0 0,0 1 1 0 0,-1 0-1 0 0,1-1 0 0 0,-1 1 0 0 0,0 0 0 0 0,0-1 0 0 0,0 1 1 0 0,0 0-1 0 0,0-1 0 0 0,0 1 0 0 0,0 0 0 0 0,-1-1 0 0 0,1 1 0 0 0,-1 0 1 0 0,0-1-1 0 0,0 1 0 0 0,0 0 0 0 0,0 0 0 0 0,-2-4 0 0 0,2 5 222 0 0,-2 2-230 0 0,2-2-54 0 0,1 1 0 0 0,-1 0 0 0 0,0 0 0 0 0,0 0 1 0 0,1 0-1 0 0,-1 0 0 0 0,0 0 0 0 0,0 0 0 0 0,1 0 1 0 0,-1 1-1 0 0,0-1 0 0 0,0 0 0 0 0,1 0 0 0 0,-1 0 1 0 0,0 1-1 0 0,1-1 0 0 0,-1 1 0 0 0,0-1 0 0 0,1 0 1 0 0,-1 1-1 0 0,1-1 0 0 0,-1 1 0 0 0,0-1 0 0 0,1 1 1 0 0,-1-1-1 0 0,1 1 0 0 0,0 0 0 0 0,-1-1 0 0 0,1 1 0 0 0,-1 0 1 0 0,1-1-1 0 0,0 1 0 0 0,0 0 0 0 0,-1-1 0 0 0,1 1 1 0 0,0 0-1 0 0,0 0 0 0 0,0-1 0 0 0,0 3 0 0 0,0-2 0 0 0,-10 30 0 0 0,9-21 0 0 0,0-8 0 0 0,1 0 0 0 0,-1 0 0 0 0,1 0 0 0 0,0-1 0 0 0,-1 1 0 0 0,1 0 0 0 0,0 0 0 0 0,0 0 0 0 0,1 0 0 0 0,-1 0 0 0 0,0 0 0 0 0,1 0 0 0 0,-1-1 0 0 0,1 1 0 0 0,-1 0 0 0 0,1 0 0 0 0,0 0 0 0 0,0-1 0 0 0,0 1 0 0 0,0 0 0 0 0,2 2 0 0 0,4 8 0 0 0,-6-7 0 0 0,-1-4 0 0 0,1 1 0 0 0,-1-1 0 0 0,0 0 0 0 0,0 1 0 0 0,1-1 0 0 0,-1 0 0 0 0,1 1 0 0 0,0-1 0 0 0,-1 0 0 0 0,1 0 0 0 0,0 1 0 0 0,0-1 0 0 0,-1 0 0 0 0,1 0 0 0 0,0 0 0 0 0,0 0 0 0 0,0 0 0 0 0,0 0 0 0 0,1 0 0 0 0,-1-1 0 0 0,0 1 0 0 0,0 0 0 0 0,0-1 0 0 0,1 1 0 0 0,-1 0 0 0 0,0-1 0 0 0,1 0 0 0 0,-1 1 0 0 0,0-1 0 0 0,1 0 0 0 0,2 1 0 0 0,9 2 0 0 0,-10-3-11 0 0,-1 1 0 0 0,1-1-1 0 0,0 0 1 0 0,0 0 0 0 0,-1 0 0 0 0,1 0-1 0 0,0-1 1 0 0,0 1 0 0 0,-1-1 0 0 0,1 1-1 0 0,0-1 1 0 0,-1 0 0 0 0,1 0 0 0 0,-1 0-1 0 0,1-1 1 0 0,-1 1 0 0 0,1 0 0 0 0,1-3 0 0 0,3-1-72 0 0,4-4-69 0 0,1 0 0 0 0,-2-1 0 0 0,0 0 1 0 0,0-1-1 0 0,-1 0 0 0 0,0 0 0 0 0,-1-1 0 0 0,0-1 1 0 0,11-22-1 0 0,7-11-156 0 0,-21 33 255 0 0,-4 11 76 0 0,-1 0 1 0 0,0 0-1 0 0,1 0 1 0 0,-1 0 0 0 0,1 1-1 0 0,0-1 1 0 0,0 0-1 0 0,-1 0 1 0 0,1 0-1 0 0,1 1 1 0 0,-1-1 0 0 0,0 1-1 0 0,0-1 1 0 0,0 1-1 0 0,1-1 1 0 0,-1 1-1 0 0,1 0 1 0 0,1-2 0 0 0,-2 9 100 0 0,3 22 219 0 0,14 48 1 0 0,-17-73-352 0 0,0 0 1 0 0,0 0-1 0 0,0-1 0 0 0,0 1 0 0 0,0 0 1 0 0,1-1-1 0 0,-1 1 0 0 0,1-1 1 0 0,0 0-1 0 0,-1 1 0 0 0,1-1 0 0 0,0 0 1 0 0,0 0-1 0 0,1 0 0 0 0,-1 0 1 0 0,0-1-1 0 0,1 1 0 0 0,-1 0 1 0 0,1-1-1 0 0,-1 0 0 0 0,1 0 0 0 0,0 0 1 0 0,-1 0-1 0 0,1 0 0 0 0,0 0 1 0 0,0-1-1 0 0,0 1 0 0 0,0-1 0 0 0,-1 0 1 0 0,1 0-1 0 0,0 0 0 0 0,0 0 1 0 0,0 0-1 0 0,0-1 0 0 0,0 1 1 0 0,0-1-1 0 0,-1 0 0 0 0,1 0 0 0 0,0 0 1 0 0,2-1-1 0 0,4-2-67 0 0,1-1 1 0 0,-2 0-1 0 0,1 0 1 0 0,0-1-1 0 0,-1 0 0 0 0,0-1 1 0 0,-1 0-1 0 0,1 0 0 0 0,-1 0 1 0 0,7-11-1 0 0,-4 6 1112 0 0,-18 27-473 0 0,-4 8-500 0 0,11-22-94 0 0,0 0 0 0 0,1 1 0 0 0,-1-1 0 0 0,0 0 0 0 0,1 0-1 0 0,-1 0 1 0 0,1 1 0 0 0,0-1 0 0 0,-1 0 0 0 0,1 1 0 0 0,0-1 0 0 0,0 0 0 0 0,-1 1 0 0 0,1-1 0 0 0,0 0 0 0 0,0 1-1 0 0,1-1 1 0 0,-1 0 0 0 0,0 1 0 0 0,0-1 0 0 0,1 0 0 0 0,-1 0 0 0 0,1 1 0 0 0,-1-1 0 0 0,1 0 0 0 0,-1 0 0 0 0,1 0 0 0 0,0 1-1 0 0,0-1 1 0 0,-1 0 0 0 0,1 0 0 0 0,0 0 0 0 0,0 0 0 0 0,0 0 0 0 0,0-1 0 0 0,0 1 0 0 0,0 0 0 0 0,0 0 0 0 0,1-1-1 0 0,-1 1 1 0 0,0 0 0 0 0,0-1 0 0 0,1 1 0 0 0,-1-1 0 0 0,0 0 0 0 0,0 1 0 0 0,1-1 0 0 0,-1 0 0 0 0,0 0 0 0 0,1 0 0 0 0,1 0-1 0 0,10 0-1347 0 0,0 0-1 0 0,0-1 1 0 0,0-1-1 0 0,17-3 0 0 0,-12 2-2017 0 0,4-10-7815 0 0,-11 9 5973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06.1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186 54 864 0 0,'12'-30'5517'0'0,"-12"28"-4496"0"0,4-14 2727 0 0,-5 11 1808 0 0,-5 4-5147 0 0,1 1-1 0 0,0 0 1 0 0,0 1-1 0 0,0-1 1 0 0,-1 1-1 0 0,1 0 1 0 0,0 0-1 0 0,0 0 1 0 0,0 1 0 0 0,0 0-1 0 0,1 0 1 0 0,-1 0-1 0 0,0 0 1 0 0,1 1-1 0 0,-1 0 1 0 0,-5 5-1 0 0,-3 1 317 0 0,0 1 1 0 0,1 0-1 0 0,0 1 0 0 0,-12 16 0 0 0,-3 18 831 0 0,22-33-1225 0 0,4-11-300 0 0,0 1-1 0 0,0-1 1 0 0,1 1-1 0 0,-1-1 1 0 0,1 1-1 0 0,0 0 1 0 0,-1-1-1 0 0,1 1 1 0 0,0 0-1 0 0,0 0 1 0 0,0-1-1 0 0,0 1 1 0 0,0 0-1 0 0,1-1 1 0 0,-1 1 0 0 0,0 0-1 0 0,1-1 1 0 0,-1 1-1 0 0,1 0 1 0 0,0-1-1 0 0,-1 1 1 0 0,1-1-1 0 0,0 1 1 0 0,0-1-1 0 0,0 0 1 0 0,0 1-1 0 0,0-1 1 0 0,1 0-1 0 0,-1 0 1 0 0,0 1 0 0 0,0-1-1 0 0,1 0 1 0 0,-1 0-1 0 0,1-1 1 0 0,-1 1-1 0 0,1 0 1 0 0,-1 0-1 0 0,1-1 1 0 0,-1 1-1 0 0,3 0 1 0 0,3 2-59 0 0,1-1 1 0 0,0 0-1 0 0,0 0 1 0 0,0 0 0 0 0,0-1-1 0 0,0 0 1 0 0,11-1-1 0 0,1-1-207 0 0,-1-1-1 0 0,0-1 1 0 0,0 0 0 0 0,-1-2-1 0 0,1 0 1 0 0,20-9 0 0 0,-38 14 275 0 0,1-1 0 0 0,-1 0 0 0 0,0 1 0 0 0,0-1 0 0 0,0 1 0 0 0,0-1 0 0 0,0 0 0 0 0,1 0 0 0 0,-1 0 0 0 0,0 0 0 0 0,-1 0 0 0 0,1 0 0 0 0,0 0 0 0 0,0 0 0 0 0,0 0 0 0 0,-1 0 0 0 0,1 0 0 0 0,0 0 0 0 0,-1-1 0 0 0,1 1 0 0 0,-1 0 0 0 0,0 0 0 0 0,1-1 0 0 0,-1 1 0 0 0,0 0 0 0 0,0-1 0 0 0,0 1 0 0 0,0 0 0 0 0,0-1 0 0 0,0 1 0 0 0,0 0 0 0 0,0-1 0 0 0,0 1 0 0 0,-1 0 0 0 0,1-1 0 0 0,-1-1 0 0 0,0 1 246 0 0,0 8-272 0 0,-1 1 0 0 0,1 0 0 0 0,0-1 0 0 0,0 1 0 0 0,1 0 0 0 0,0-1 0 0 0,0 1 0 0 0,0 0 0 0 0,1 0 0 0 0,0-1 0 0 0,0 1 0 0 0,1-1 1 0 0,0 1-1 0 0,0-1 0 0 0,4 8 0 0 0,8 18 24 0 0,31 50 1 0 0,-36-67-23 0 0,9 17 0 0 0,2-1 2 0 0,-3 0 1 0 0,0 2-1 0 0,16 47 1 0 0,-11-29-8 0 0,-18-44-9 0 0,0 0-1 0 0,0 1 1 0 0,-1-1 0 0 0,0 1 0 0 0,-1 0 0 0 0,1 0-1 0 0,-2 0 1 0 0,3 16 0 0 0,-4-22 3 0 0,-1-1-1 0 0,1 1 1 0 0,0-1-1 0 0,-1 0 1 0 0,1 1 0 0 0,-1-1-1 0 0,1 1 1 0 0,-1-1-1 0 0,0 0 1 0 0,1 0-1 0 0,-1 1 1 0 0,0-1 0 0 0,0 0-1 0 0,0 0 1 0 0,0 0-1 0 0,0 0 1 0 0,0 0-1 0 0,0 0 1 0 0,0 0-1 0 0,-1-1 1 0 0,1 1 0 0 0,0 0-1 0 0,0 0 1 0 0,-1-1-1 0 0,1 1 1 0 0,-1-1-1 0 0,1 0 1 0 0,0 1 0 0 0,-1-1-1 0 0,1 0 1 0 0,-1 0-1 0 0,1 0 1 0 0,-1 1-1 0 0,1-2 1 0 0,0 1 0 0 0,-1 0-1 0 0,1 0 1 0 0,-1 0-1 0 0,-1-1 1 0 0,-61-12 364 0 0,61 11-342 0 0,-30-8 213 0 0,0-2-1 0 0,1-2 1 0 0,1-1 0 0 0,0-1-1 0 0,-56-41 1 0 0,34 12-240 0 0,53 45 0 0 0,0 0 0 0 0,0 0 0 0 0,0-1 1 0 0,-1 1-1 0 0,1 0 0 0 0,0 0 0 0 0,0 0 0 0 0,0 0 0 0 0,0-1 0 0 0,0 1 1 0 0,0 0-1 0 0,0 0 0 0 0,0 0 0 0 0,0-1 0 0 0,0 1 0 0 0,0 0 1 0 0,0 0-1 0 0,0 0 0 0 0,0-1 0 0 0,0 1 0 0 0,0 0 0 0 0,0 0 0 0 0,1 0 1 0 0,-1 0-1 0 0,0-1 0 0 0,0 1 0 0 0,0 0 0 0 0,0 0 0 0 0,0 0 0 0 0,0 0 1 0 0,0 0-1 0 0,1-1 0 0 0,-1 1 0 0 0,0 0 0 0 0,0 0 0 0 0,0 0 0 0 0,0 0 1 0 0,0 0-1 0 0,1 0 0 0 0,-1 0 0 0 0,0-1 0 0 0,0 1 0 0 0,0 0 1 0 0,1 0-1 0 0,-1 0 0 0 0,0 0 0 0 0,0 0 0 0 0,0 0 0 0 0,1 0 0 0 0,-1 0 1 0 0,0 0-1 0 0,0 0 0 0 0,0 0 0 0 0,0 0 0 0 0,1 0 0 0 0,-1 0 0 0 0,0 0 1 0 0,0 1-1 0 0,0-1 0 0 0,1 0 0 0 0,-1 0 0 0 0,0 0 0 0 0,0 0 0 0 0,13-1-95 0 0,-7 1-248 0 0,-2 1-111 0 0,36 15-2668 0 0,-33-12 850 0 0,1-1-1 0 0,0 1 1 0 0,0-2-1 0 0,15 5 1 0 0,-21-7-1008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2.8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155 26 280 0 0,'0'0'3984'0'0,"-4"1"-4470"0"0,-10 1 16804 0 0,10-2-14397 0 0,2-1 977 0 0,-6 3-2614 0 0,0 0-1 0 0,0 1 1 0 0,1 0 0 0 0,-1 0 0 0 0,1 1-1 0 0,0 0 1 0 0,0 0 0 0 0,0 1 0 0 0,0-1 0 0 0,-8 9-1 0 0,-1 0 128 0 0,-3 16 271 0 0,18-28-662 0 0,0 0 0 0 0,1 0 0 0 0,-1 0 0 0 0,0 0 0 0 0,1 1 0 0 0,-1-1 0 0 0,1 0 0 0 0,-1 0 0 0 0,1 0 0 0 0,0 1 0 0 0,0-1 0 0 0,-1 0 0 0 0,1 0 0 0 0,0 0 0 0 0,0 1 0 0 0,0-1 0 0 0,0 0 0 0 0,0 0 1 0 0,1 1-1 0 0,-1-1 0 0 0,0 0 0 0 0,0 0 0 0 0,1 1 0 0 0,-1-1 0 0 0,1 0 0 0 0,-1 0 0 0 0,1 0 0 0 0,1 2 0 0 0,8 2 5 0 0,1 0-1 0 0,0-1 1 0 0,0 0-1 0 0,0-1 1 0 0,1 0-1 0 0,0 0 1 0 0,-1-2-1 0 0,1 1 1 0 0,0-1-1 0 0,0-1 1 0 0,-1 0-1 0 0,20-3 1 0 0,-12 1-84 0 0,0-2 0 0 0,0 0 0 0 0,0 0 0 0 0,0-2 1 0 0,-1-1-1 0 0,0 0 0 0 0,20-11 0 0 0,-36 17 69 0 0,0 0 0 0 0,0 0 0 0 0,0 0 0 0 0,-1 0 0 0 0,1 0 0 0 0,0 0 0 0 0,-1-1 0 0 0,1 1 0 0 0,-1-1 0 0 0,1 1 0 0 0,-1-1 0 0 0,0 1 0 0 0,1-1 0 0 0,-1 0 0 0 0,0 0 0 0 0,0 1 0 0 0,0-1 0 0 0,0 0 0 0 0,-1 0 0 0 0,1 0 0 0 0,0 0 0 0 0,-1 0 0 0 0,0 0 0 0 0,1 0 0 0 0,-1 0 0 0 0,0 0 0 0 0,0-1 0 0 0,0 1 0 0 0,0 0 0 0 0,0 0 0 0 0,-1 0 0 0 0,1 0 0 0 0,-2-3 0 0 0,0 1 35 0 0,1 1 0 0 0,-1 0 1 0 0,0 0-1 0 0,0 0 0 0 0,-1 0 0 0 0,1 0 1 0 0,-1 0-1 0 0,1 1 0 0 0,-1-1 0 0 0,0 1 0 0 0,0 0 1 0 0,0 0-1 0 0,0 0 0 0 0,0 0 0 0 0,-1 0 1 0 0,1 1-1 0 0,-6-2 0 0 0,-9-3 211 0 0,0 2-1 0 0,0 0 0 0 0,-1 1 1 0 0,1 1-1 0 0,-1 0 0 0 0,0 2 1 0 0,-27 2-1 0 0,18 4-408 0 0,22 2-289 0 0,6-6 316 0 0,-1 0-492 0 0,1 0-354 0 0,0-1 817 0 0,0 1 0 0 0,1-1 0 0 0,-1 1 0 0 0,0-1 1 0 0,1 1-1 0 0,0-1 0 0 0,-1 0 0 0 0,1 1 0 0 0,0-1 0 0 0,0 0 0 0 0,0 0 0 0 0,-1 1 1 0 0,1-1-1 0 0,0 0 0 0 0,1 0 0 0 0,-1 0 0 0 0,0 0 0 0 0,0 0 0 0 0,0 0 1 0 0,1-1-1 0 0,-1 1 0 0 0,0 0 0 0 0,1-1 0 0 0,-1 1 0 0 0,3 0 0 0 0,20 6-3257 0 0,-1-3-3500 0 0,-15-3 2278 0 0,11 2-1809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3.77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 1 1428 0 0,'0'0'1394'0'0,"-4"1"-895"0"0,-5 2 3832 0 0,9-3-4116 0 0,0-1 0 0 0,-1 1 0 0 0,1 0 0 0 0,0 0 0 0 0,0 0 0 0 0,0 0 0 0 0,-1 0 0 0 0,1 0 0 0 0,0 0 0 0 0,0 0 0 0 0,-1 0 0 0 0,1 0-1 0 0,0 0 1 0 0,0 0 0 0 0,-1 0 0 0 0,1 0 0 0 0,0 0 0 0 0,0 1 0 0 0,0-1 0 0 0,-1 0 0 0 0,1 0 0 0 0,0 0 0 0 0,0 0 0 0 0,0 0 0 0 0,-1 0 0 0 0,1 1 0 0 0,0-1 0 0 0,0 0 0 0 0,0 0-1 0 0,0 0 1 0 0,-1 0 0 0 0,1 1 0 0 0,0-1 0 0 0,0 0 0 0 0,0 0 0 0 0,0 1 0 0 0,0-1 0 0 0,0 0 0 0 0,0 0 0 0 0,0 0 0 0 0,0 1 0 0 0,0-1 0 0 0,0 0 0 0 0,0 0 0 0 0,0 1 0 0 0,0-1-1 0 0,0 0 1 0 0,0 0 0 0 0,0 1 0 0 0,0-1 0 0 0,0 0 0 0 0,0 0 0 0 0,0 1 0 0 0,11 3 489 0 0,1 0 0 0 0,-1-1 1 0 0,1 0-1 0 0,0 0 0 0 0,-1-1 0 0 0,25 0 0 0 0,79-2 1449 0 0,-87-2-1802 0 0,-14 1-206 0 0,0 0-1 0 0,0 1 0 0 0,-1 0 0 0 0,1 1 1 0 0,17 3-1 0 0,18-3-1042 0 0,-47-1 476 0 0,-7-2-4997 0 0,3 1 5097 0 0,-24-6-1879 0 0,0 9-7160 0 0,11 0 4334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4.05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1388 0 0,'0'0'8384'0'0,"18"14"-4676"0"0,66-5 1399 0 0,44-12-1971 0 0,-30 0-1390 0 0,-94 3-1668 0 0,4-2-34 0 0,-6 2-70 0 0,-26 17-19995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5.3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316 162 196 0 0,'0'0'15035'0'0,"12"-33"-12392"0"0,-12 29-2503 0 0,-3-51 1277 0 0,3 51-1303 0 0,-1 1 1 0 0,1-1 0 0 0,-1 0 0 0 0,0 0 0 0 0,0 1 0 0 0,-1-1-1 0 0,1 1 1 0 0,-1-1 0 0 0,1 1 0 0 0,-1 0 0 0 0,0 0-1 0 0,-4-5 1 0 0,2 5 32 0 0,1 1 1 0 0,-1 0-1 0 0,0 0 0 0 0,0 0 0 0 0,0 0 1 0 0,0 1-1 0 0,0-1 0 0 0,0 1 0 0 0,0 0 1 0 0,0 1-1 0 0,-1-1 0 0 0,1 1 0 0 0,0-1 1 0 0,-1 1-1 0 0,1 0 0 0 0,0 1 0 0 0,-1-1 1 0 0,1 1-1 0 0,0 0 0 0 0,0 0 0 0 0,0 0 1 0 0,0 1-1 0 0,-6 2 0 0 0,-5 2 267 0 0,1 1 0 0 0,0 0-1 0 0,0 1 1 0 0,-23 17 0 0 0,23-15-74 0 0,1 1 1 0 0,1 1-1 0 0,0 0 1 0 0,0 0-1 0 0,-13 19 1 0 0,23-28-296 0 0,0 0 0 0 0,0 0-1 0 0,0-1 1 0 0,1 1 0 0 0,-1 0 0 0 0,1 1 0 0 0,-1-1 0 0 0,1 0-1 0 0,0 0 1 0 0,0 1 0 0 0,1-1 0 0 0,-1 0 0 0 0,1 1 0 0 0,-1-1-1 0 0,1 0 1 0 0,0 1 0 0 0,0-1 0 0 0,1 1 0 0 0,-1-1 0 0 0,1 0 0 0 0,0 1-1 0 0,-1-1 1 0 0,2 0 0 0 0,-1 1 0 0 0,0-1 0 0 0,0 0 0 0 0,1 0-1 0 0,0 0 1 0 0,0 0 0 0 0,0-1 0 0 0,0 1 0 0 0,0 0 0 0 0,4 3-1 0 0,0-2-59 0 0,0 0 0 0 0,0 0 0 0 0,1-1-1 0 0,-1 0 1 0 0,1 0 0 0 0,0 0 0 0 0,-1-1-1 0 0,1 0 1 0 0,0 0 0 0 0,1-1-1 0 0,-1 0 1 0 0,0 0 0 0 0,0-1 0 0 0,0 0-1 0 0,9-1 1 0 0,5 0-185 0 0,-1-1 0 0 0,1-1 1 0 0,-1-1-1 0 0,21-7 0 0 0,-16 3-288 0 0,-1 0 0 0 0,40-21-1 0 0,-55 24 378 0 0,0-1-1 0 0,0 0 0 0 0,-1 0 0 0 0,0-1 0 0 0,0 0 0 0 0,-1 0 1 0 0,0-1-1 0 0,0 0 0 0 0,7-12 0 0 0,-13 19 145 0 0,0 0 0 0 0,0 0 0 0 0,-1 0-1 0 0,1 0 1 0 0,0-1 0 0 0,-1 1 0 0 0,1 0 0 0 0,-1 0 0 0 0,0-1 0 0 0,1 1-1 0 0,-1 0 1 0 0,0-1 0 0 0,0 1 0 0 0,1 0 0 0 0,-1-1 0 0 0,0 1 0 0 0,0 0-1 0 0,-1-1 1 0 0,1 1 0 0 0,0 0 0 0 0,0-1 0 0 0,-1 1 0 0 0,1 0 0 0 0,-1-1-1 0 0,1 1 1 0 0,-1 0 0 0 0,1 0 0 0 0,-1 0 0 0 0,0 0 0 0 0,0-1-1 0 0,1 1 1 0 0,-1 0 0 0 0,0 0 0 0 0,0 0 0 0 0,0 0 0 0 0,0 1 0 0 0,0-1-1 0 0,0 0 1 0 0,-1 0 0 0 0,1 1 0 0 0,0-1 0 0 0,0 0 0 0 0,0 1 0 0 0,-1 0-1 0 0,-1-1 1 0 0,1 0 16 0 0,0 0 0 0 0,0 1-1 0 0,0 0 1 0 0,0-1 0 0 0,0 1 0 0 0,0 0-1 0 0,0 0 1 0 0,0 0 0 0 0,0 0-1 0 0,0 1 1 0 0,0-1 0 0 0,0 1 0 0 0,0-1-1 0 0,0 1 1 0 0,1-1 0 0 0,-1 1-1 0 0,0 0 1 0 0,0 0 0 0 0,0 0 0 0 0,1 0-1 0 0,-1 0 1 0 0,1 0 0 0 0,-1 1 0 0 0,1-1-1 0 0,-1 0 1 0 0,1 1 0 0 0,0-1-1 0 0,-1 1 1 0 0,1 0 0 0 0,0-1 0 0 0,0 1-1 0 0,0 0 1 0 0,-1 2 0 0 0,1 3-14 0 0,-1 1 0 0 0,1-1 1 0 0,1 0-1 0 0,-1 0 1 0 0,1 1-1 0 0,1-1 0 0 0,-1 0 1 0 0,1 0-1 0 0,0 1 1 0 0,1-1-1 0 0,0 0 0 0 0,0 0 1 0 0,0 0-1 0 0,1-1 1 0 0,0 1-1 0 0,0-1 0 0 0,1 1 1 0 0,0-1-1 0 0,0 0 1 0 0,9 10-1 0 0,1 11-464 0 0,-13-26 201 0 0,11 4-720 0 0,-8-7-1867 0 0,-2-7 1932 0 0,9-36-4480 0 0,-1 15-4174 0 0,-5 12 3926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5.7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0 672 0 0,'0'0'4881'0'0,"1"4"-3310"0"0,1 5-287 0 0,0-1 1 0 0,-1 1-1 0 0,-1 0 0 0 0,1 0 0 0 0,-1 0 1 0 0,-3 14-1 0 0,2-11-378 0 0,1 0 1 0 0,-1-1-1 0 0,2 1 0 0 0,2 20 1 0 0,1-13 29 0 0,-2-8-430 0 0,0 0-1 0 0,1 0 1 0 0,0 0 0 0 0,1-1-1 0 0,6 14 1 0 0,-9-22-461 0 0,1 0-1 0 0,-1 0 1 0 0,0 0-1 0 0,1 0 1 0 0,0 0-1 0 0,-1 0 1 0 0,1 0-1 0 0,0 0 1 0 0,0-1-1 0 0,0 1 1 0 0,0-1 0 0 0,0 1-1 0 0,0-1 1 0 0,1 0-1 0 0,-1 0 1 0 0,0 0-1 0 0,1 0 1 0 0,-1 0-1 0 0,1-1 1 0 0,-1 1-1 0 0,1-1 1 0 0,-1 1 0 0 0,1-1-1 0 0,-1 0 1 0 0,1 0-1 0 0,0 0 1 0 0,-1 0-1 0 0,1-1 1 0 0,2 0-1 0 0,4-1-157 0 0,-1 0 0 0 0,0 0 0 0 0,0-1 0 0 0,-1 0-1 0 0,1-1 1 0 0,-1 0 0 0 0,1 0 0 0 0,-1-1 0 0 0,0 1-1 0 0,-1-2 1 0 0,1 1 0 0 0,-1-1 0 0 0,10-11 0 0 0,25-22-614 0 0,-35 35 630 0 0,0-1 1 0 0,0 0 0 0 0,0-1-1 0 0,-1 1 1 0 0,0-1-1 0 0,0 0 1 0 0,6-10-1 0 0,3-6-84 0 0,-12 20 264 0 0,0 0 0 0 0,0-1 0 0 0,0 1 0 0 0,-1-1 1 0 0,1 1-1 0 0,-1-1 0 0 0,0 0 0 0 0,1 0 0 0 0,-1 0 1 0 0,-1 0-1 0 0,1 0 0 0 0,0 0 0 0 0,-1 0 0 0 0,1-4 1 0 0,-1 17 3986 0 0,0-5-3972 0 0,0 1 0 0 0,0 0 0 0 0,1 0-1 0 0,0 0 1 0 0,0 0 0 0 0,0 0-1 0 0,1 0 1 0 0,0-1 0 0 0,3 9-1 0 0,3-4 38 0 0,1 1-1 0 0,0-1 1 0 0,0 0-1 0 0,1-1 1 0 0,0 0-1 0 0,1-1 0 0 0,21 13 1 0 0,-23-16-438 0 0,0-1 0 0 0,1 0 0 0 0,0-1 0 0 0,0 0 1 0 0,0 0-1 0 0,0-1 0 0 0,12 1 0 0 0,-8-3-639 0 0,6-1-4761 0 0,-13 1-6685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6.76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299 63 188 0 0,'0'0'941'0'0,"4"-8"572"0"0,-4 2 2646 0 0,0 4-3895 0 0,-1 0 0 0 0,1-1 0 0 0,-1 1 0 0 0,1 0 0 0 0,-1 0 1 0 0,0 0-1 0 0,0 0 0 0 0,0-1 0 0 0,0 1 0 0 0,0 1 0 0 0,0-1 0 0 0,0 0 1 0 0,-1 0-1 0 0,1 0 0 0 0,-1 1 0 0 0,1-1 0 0 0,-1 0 0 0 0,0 1 0 0 0,0 0 1 0 0,1-1-1 0 0,-1 1 0 0 0,0 0 0 0 0,0 0 0 0 0,0 0 0 0 0,-1 0 0 0 0,1 0 1 0 0,0 1-1 0 0,0-1 0 0 0,0 1 0 0 0,-1-1 0 0 0,1 1 0 0 0,0 0 1 0 0,0 0-1 0 0,-1 0 0 0 0,1 0 0 0 0,0 0 0 0 0,0 1 0 0 0,-1-1 0 0 0,1 0 1 0 0,0 1-1 0 0,0 0 0 0 0,-3 1 0 0 0,-13 3 518 0 0,-1 2-1 0 0,1 0 1 0 0,0 1-1 0 0,1 1 1 0 0,-22 14-1 0 0,30-17-457 0 0,1 0-1 0 0,0 0 1 0 0,0 1-1 0 0,1-1 1 0 0,-1 2-1 0 0,2-1 1 0 0,-1 1-1 0 0,1 0 1 0 0,0 1-1 0 0,1-1 1 0 0,-9 19-1 0 0,13-25-274 0 0,0 1-1 0 0,0-1 0 0 0,0 0 0 0 0,0 1 1 0 0,0-1-1 0 0,1 1 0 0 0,-1-1 0 0 0,1 1 0 0 0,0-1 1 0 0,-1 1-1 0 0,1 0 0 0 0,1-1 0 0 0,-1 1 1 0 0,0-1-1 0 0,1 1 0 0 0,-1-1 0 0 0,1 1 1 0 0,-1-1-1 0 0,1 1 0 0 0,0-1 0 0 0,0 0 0 0 0,1 1 1 0 0,-1-1-1 0 0,0 0 0 0 0,1 0 0 0 0,-1 0 1 0 0,1 0-1 0 0,0 0 0 0 0,-1 0 0 0 0,1-1 0 0 0,0 1 1 0 0,0 0-1 0 0,0-1 0 0 0,3 2 0 0 0,0-1-83 0 0,0 1 0 0 0,1-2-1 0 0,-1 1 1 0 0,0 0 0 0 0,1-1-1 0 0,-1 0 1 0 0,1-1 0 0 0,0 1-1 0 0,-1-1 1 0 0,1 0 0 0 0,-1 0 0 0 0,1-1-1 0 0,6-1 1 0 0,-3 0-42 0 0,0 0 1 0 0,-1 0 0 0 0,1-1-1 0 0,0-1 1 0 0,-1 0-1 0 0,0 0 1 0 0,0 0 0 0 0,0-1-1 0 0,-1 0 1 0 0,0-1-1 0 0,0 1 1 0 0,11-13-1 0 0,-16 14 151 0 0,-1 0 0 0 0,0 0 0 0 0,1 0 1 0 0,-2-1-1 0 0,1 1 0 0 0,0 0 0 0 0,-1-1 0 0 0,0 1 0 0 0,0-1 0 0 0,-1-7 0 0 0,0 4 501 0 0,1 6 84 0 0,3 12-650 0 0,0-1 0 0 0,1 1 0 0 0,0 0 0 0 0,0-1 0 0 0,1 0 0 0 0,0 0 0 0 0,1-1 0 0 0,0 1 0 0 0,11 11 0 0 0,3 7-7 0 0,85 107-13 0 0,-71-94-4 0 0,56 85-1 0 0,-79-106-15 0 0,0 0 0 0 0,-1 0 0 0 0,-1 1 0 0 0,-1 1 0 0 0,7 28 1 0 0,-14-45 25 0 0,0 0 1 0 0,0 0 0 0 0,0 1 0 0 0,-1-1 0 0 0,1 0 0 0 0,-1 1 0 0 0,0-1 0 0 0,-1 0 0 0 0,1 1 0 0 0,-1-1 0 0 0,0 0 0 0 0,0 0-1 0 0,0 1 1 0 0,0-1 0 0 0,-1 0 0 0 0,0 0 0 0 0,0 0 0 0 0,0-1 0 0 0,0 1 0 0 0,0 0 0 0 0,-1-1 0 0 0,0 1 0 0 0,1-1 0 0 0,-1 0-1 0 0,-1 0 1 0 0,1 0 0 0 0,0 0 0 0 0,-1-1 0 0 0,1 0 0 0 0,-1 1 0 0 0,0-1 0 0 0,0 0 0 0 0,0-1 0 0 0,-6 3 0 0 0,-4 0 66 0 0,0-1 0 0 0,0 0 1 0 0,0-1-1 0 0,0 0 0 0 0,-1-1 1 0 0,1-1-1 0 0,-1 0 0 0 0,1-1 1 0 0,0-1-1 0 0,-1 0 0 0 0,-15-5 0 0 0,12 2 62 0 0,0 0-1 0 0,0-1 1 0 0,1-1-1 0 0,0-1 0 0 0,0 0 1 0 0,1-1-1 0 0,0-1 0 0 0,-20-16 1 0 0,30 21-79 0 0,-9-7 64 0 0,2-1 0 0 0,-1 0 0 0 0,-16-21 0 0 0,28 31-118 0 0,0 1-1 0 0,-1-1 1 0 0,1 0-1 0 0,1 0 0 0 0,-1 0 1 0 0,0 0-1 0 0,1 0 1 0 0,-1-1-1 0 0,1 1 1 0 0,0 0-1 0 0,0-1 1 0 0,1 1-1 0 0,-1 0 0 0 0,1-1 1 0 0,-1 1-1 0 0,1-1 1 0 0,0 1-1 0 0,0-1 1 0 0,1 1-1 0 0,-1-1 0 0 0,1 1 1 0 0,0 0-1 0 0,-1-1 1 0 0,1 1-1 0 0,1 0 1 0 0,1-4-1 0 0,0 2-29 0 0,1 0 0 0 0,0 0 0 0 0,0 0 0 0 0,1 1 0 0 0,-1 0 0 0 0,1 0-1 0 0,0 0 1 0 0,0 1 0 0 0,0-1 0 0 0,1 1 0 0 0,-1 0 0 0 0,7-2 0 0 0,75-22-644 0 0,-37 13-58 0 0,-28 8-433 0 0,0 0-1 0 0,28-3 1 0 0,-18 6-3888 0 0,-3 2-5479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7.5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282 16 668 0 0,'-4'0'2001'0'0,"-27"2"3787"0"0,29-2-4024 0 0,-52-1 10801 0 0,15-7-10757 0 0,32 6-1683 0 0,-1 0 1 0 0,1 1-1 0 0,-1-1 0 0 0,0 1 0 0 0,1 1 1 0 0,-1-1-1 0 0,0 1 0 0 0,1 1 0 0 0,-1 0 1 0 0,0 0-1 0 0,1 0 0 0 0,-13 5 0 0 0,17-4-102 0 0,0 0 0 0 0,0 0-1 0 0,0 0 1 0 0,1 1 0 0 0,-1-1-1 0 0,1 1 1 0 0,-1 0-1 0 0,1 0 1 0 0,0 0 0 0 0,0 0-1 0 0,1 0 1 0 0,-1 0 0 0 0,1 0-1 0 0,-1 1 1 0 0,1-1 0 0 0,0 0-1 0 0,0 1 1 0 0,0-1-1 0 0,1 1 1 0 0,-1 0 0 0 0,1 6-1 0 0,-1 8 64 0 0,1 0-1 0 0,0-1 1 0 0,4 21-1 0 0,4 88 423 0 0,-8-87-197 0 0,2 0-1 0 0,11 57 1 0 0,-8-67-15 0 0,-3 0 1 0 0,0 0-1 0 0,-3 34 0 0 0,0-21 227 0 0,0-36-365 0 0,-5 15 375 0 0,6-21-503 0 0,0 1 0 0 0,0-1 0 0 0,0 0 0 0 0,0 0 0 0 0,-1 0 0 0 0,1 1 0 0 0,0-1 0 0 0,0 0 0 0 0,0 0 0 0 0,0 0 0 0 0,0 1 0 0 0,0-1 0 0 0,0 0 0 0 0,0 0 0 0 0,0 1 0 0 0,0-1 0 0 0,0 0 0 0 0,0 0-1 0 0,0 0 1 0 0,0 1 0 0 0,0-1 0 0 0,0 0 0 0 0,0 0 0 0 0,0 1 0 0 0,0-1 0 0 0,0 0 0 0 0,0 0 0 0 0,0 0 0 0 0,0 1 0 0 0,0-1 0 0 0,1 0 0 0 0,-1 0 0 0 0,0 0 0 0 0,0 1 0 0 0,0-1 0 0 0,0 0 0 0 0,0 0 0 0 0,1 0 0 0 0,-1 0 0 0 0,0 0 0 0 0,0 1 0 0 0,0-1 0 0 0,1 0 0 0 0,-1 0 0 0 0,0 0 0 0 0,0 0 0 0 0,0 0 0 0 0,1 0 0 0 0,-1 0 0 0 0,0 0 0 0 0,0 0 0 0 0,1 0 0 0 0,-1 0 0 0 0,0 0 0 0 0,0 0 0 0 0,1 0 0 0 0,-1 0 0 0 0,0 0 0 0 0,27-11-203 0 0,-1 1-1 0 0,2 1 1 0 0,-1 2 0 0 0,1 0 0 0 0,0 2 0 0 0,0 1 0 0 0,46 0 0 0 0,-71 4 98 0 0,0 3-50 0 0,-2-3 65 0 0,-1 1-1 0 0,1-1 1 0 0,-1 0 0 0 0,1 0 0 0 0,-1 1-1 0 0,1-1 1 0 0,-1 0 0 0 0,1 1 0 0 0,-1-1-1 0 0,1 0 1 0 0,-1 1 0 0 0,0-1 0 0 0,1 0-1 0 0,-1 1 1 0 0,0-1 0 0 0,1 1 0 0 0,-1-1-1 0 0,0 1 1 0 0,0-1 0 0 0,1 1-1 0 0,-1-1 1 0 0,0 1 0 0 0,0-1 0 0 0,0 1-1 0 0,0-1 1 0 0,1 1 0 0 0,-1-1 0 0 0,0 1-1 0 0,0 0 1 0 0,0-1 0 0 0,0 1 0 0 0,-1-1-1 0 0,1 1 1 0 0,0-1 0 0 0,0 1 0 0 0,0-1-1 0 0,0 1 1 0 0,0-1 0 0 0,-1 2 0 0 0,-1 5-589 0 0,15-25-17928 0 0,-4 5 13260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1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46 181 1128 0 0,'0'0'6967'0'0,"4"5"-5873"0"0,1 1-577 0 0,-1 0-1 0 0,0 1 1 0 0,-1-1 0 0 0,1 1 0 0 0,-1 0-1 0 0,-1 0 1 0 0,1 0 0 0 0,-1 1 0 0 0,0-1-1 0 0,-1 1 1 0 0,0-1 0 0 0,0 1 0 0 0,-1-1-1 0 0,0 9 1 0 0,0-4 91 0 0,-1-6-312 0 0,1-1 0 0 0,0 1 0 0 0,1 0 0 0 0,-1-1 0 0 0,1 1-1 0 0,2 7 1 0 0,-3-9 64 0 0,0 0 1 0 0,0 0-1 0 0,0 0 0 0 0,0 0 1 0 0,-1 0-1 0 0,0 0 0 0 0,0 0 1 0 0,-1 4-1 0 0,-71-317 788 0 0,69 296-838 0 0,3 11-243 0 0,0-1 1 0 0,0 1-1 0 0,0-1 0 0 0,0 0 1 0 0,1 1-1 0 0,-1-1 1 0 0,1 0-1 0 0,0 1 0 0 0,-1-1 1 0 0,1 0-1 0 0,1 0 1 0 0,-1 1-1 0 0,0-1 1 0 0,1 0-1 0 0,0-3 0 0 0,1 4-38 0 0,0-1 0 0 0,1 1-1 0 0,-1-1 1 0 0,0 1 0 0 0,1 0-1 0 0,0 0 1 0 0,-1 0 0 0 0,1 0-1 0 0,0 1 1 0 0,0-1 0 0 0,0 1-1 0 0,0-1 1 0 0,0 1 0 0 0,0 0-1 0 0,1 0 1 0 0,-1 1 0 0 0,0-1-1 0 0,0 1 1 0 0,1-1 0 0 0,-1 1-1 0 0,0 0 1 0 0,4 1 0 0 0,14-1 3 0 0,0 2 0 0 0,29 6 0 0 0,-25-3 24 0 0,-11-4-41 0 0,0 2-1 0 0,0 0 1 0 0,-1 0-1 0 0,1 1 0 0 0,-1 1 1 0 0,0 0-1 0 0,21 12 1 0 0,-33-16 0 0 0,0 0 1 0 0,0 0 0 0 0,0 0-1 0 0,0 0 1 0 0,0 0-1 0 0,0 0 1 0 0,-1 0-1 0 0,1 0 1 0 0,0 0 0 0 0,0 0-1 0 0,-1 0 1 0 0,1 1-1 0 0,-1-1 1 0 0,1 0 0 0 0,-1 1-1 0 0,1-1 1 0 0,-1 0-1 0 0,0 1 1 0 0,0-1 0 0 0,0 0-1 0 0,0 1 1 0 0,0-1-1 0 0,0 2 1 0 0,0 0 39 0 0,-1 0 0 0 0,0 1 0 0 0,0-1 0 0 0,0 0 0 0 0,-1 0 0 0 0,1 0 0 0 0,-1 0 0 0 0,1-1 0 0 0,-4 5 0 0 0,-4 4 192 0 0,0-1-1 0 0,-1 0 1 0 0,-15 13 0 0 0,-123 100 1921 0 0,145-120-2117 0 0,0 0 0 0 0,0 0 0 0 0,1 1 0 0 0,0-1 0 0 0,-1 1 0 0 0,1 0 0 0 0,1 0 0 0 0,-1-1 0 0 0,0 1 0 0 0,1 0 0 0 0,-1 5 1 0 0,2-6-9 0 0,2 0-4 0 0,0 0-40 0 0,-1 0 0 0 0,1-1 1 0 0,0 1-1 0 0,0-1 0 0 0,0 0 1 0 0,1 1-1 0 0,-1-1 0 0 0,1 0 1 0 0,-1 0-1 0 0,1-1 1 0 0,0 1-1 0 0,-1 0 0 0 0,1-1 1 0 0,0 0-1 0 0,4 2 0 0 0,49 7-485 0 0,-34-7 92 0 0,-20-3 158 0 0,1 0-1466 0 0,16-1 4190 0 0,-12 1-4358 0 0,-1-1-4562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7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24 154 1584 0 0,'0'0'9428'0'0,"-3"2"-8073"0"0,2-1-1125 0 0,-1 0 0 0 0,1 1-1 0 0,-1-1 1 0 0,1 0 0 0 0,0 1 0 0 0,-1-1 0 0 0,1 1-1 0 0,0 0 1 0 0,0-1 0 0 0,0 1 0 0 0,0 0 0 0 0,0-1-1 0 0,1 1 1 0 0,-1 0 0 0 0,0 0 0 0 0,1 0-1 0 0,0 0 1 0 0,-1 0 0 0 0,1 0 0 0 0,0-1 0 0 0,0 1-1 0 0,0 0 1 0 0,0 0 0 0 0,0 3 0 0 0,0 21 1551 0 0,-1-20-1450 0 0,0 0 0 0 0,1 0 0 0 0,0 1 0 0 0,1-1 0 0 0,-1 0 0 0 0,1 1 0 0 0,1-1 0 0 0,-1 0 0 0 0,3 7 0 0 0,-1 7 686 0 0,3 5 152 0 0,-6-25-1143 0 0,0 1 1 0 0,0-1-1 0 0,0 1 0 0 0,1-1 1 0 0,-1 1-1 0 0,0-1 1 0 0,0 1-1 0 0,0-1 0 0 0,0 0 1 0 0,1 1-1 0 0,-1-1 1 0 0,0 1-1 0 0,0-1 0 0 0,0 0 1 0 0,1 1-1 0 0,-1-1 0 0 0,0 0 1 0 0,1 1-1 0 0,-1-1 1 0 0,0 0-1 0 0,1 1 0 0 0,-1-1 1 0 0,1 0-1 0 0,-1 0 0 0 0,0 0 1 0 0,1 1-1 0 0,-1-1 1 0 0,1 0-1 0 0,-1 0 0 0 0,1 0 1 0 0,-1 0-1 0 0,0 0 0 0 0,1 0 1 0 0,-1 0-1 0 0,1 0 1 0 0,-1 0-1 0 0,1 0 0 0 0,-1 0 1 0 0,1 0-1 0 0,-1 0 0 0 0,1 0 1 0 0,12-24 164 0 0,-10 15-231 0 0,26-82 15 0 0,-24 69 28 0 0,1 1 0 0 0,15-35 0 0 0,-5 13 18 0 0,-14 36-22 0 0,1 0 1 0 0,-1 0 0 0 0,1 1-1 0 0,0-1 1 0 0,1 0-1 0 0,7-10 1 0 0,-3 7-11 0 0,-8 9 13 0 0,1-1-1 0 0,0 1 0 0 0,-1 0 0 0 0,1 0 0 0 0,0 0 0 0 0,0 0 1 0 0,0 0-1 0 0,0 1 0 0 0,0-1 0 0 0,0 0 0 0 0,0 0 1 0 0,0 1-1 0 0,0-1 0 0 0,1 0 0 0 0,-1 1 0 0 0,0-1 1 0 0,0 1-1 0 0,1 0 0 0 0,0-1 0 0 0,2 0 44 0 0,9 18 223 0 0,-12-14-232 0 0,12 50 686 0 0,9 71 1 0 0,-18-99-463 0 0,2 0-1 0 0,10 30 1 0 0,-7-23-149 0 0,2-11-130 0 0,-4-14-1296 0 0,-4-8-4528 0 0,-2-2 5698 0 0,1-28-3582 0 0,-3 29 3081 0 0,1 1 0 0 0,0-1-1 0 0,-1 1 1 0 0,1-1 0 0 0,-1 1 0 0 0,1-1 0 0 0,-1 1 0 0 0,0-1-1 0 0,0 1 1 0 0,1 0 0 0 0,-1-1 0 0 0,0 1 0 0 0,-3-2 0 0 0,-7-6-4558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8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14 56 0 0,'0'0'6112'0'0,"6"2"-4601"0"0,17 7 270 0 0,0-1 0 0 0,1-1 0 0 0,0-2 0 0 0,1 0 0 0 0,42 2-1 0 0,-51-6-2008 0 0,0-2 0 0 0,1 0 0 0 0,-1 0 0 0 0,0-2-1 0 0,0 0 1 0 0,16-5 0 0 0,-29 7-258 0 0,0-1-1 0 0,0 0 1 0 0,0 1-1 0 0,-1-1 1 0 0,1 0 0 0 0,0 0-1 0 0,-1 0 1 0 0,4-5 0 0 0,9-6-4720 0 0,-3 6 1166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19.4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40 50 892 0 0,'4'7'993'0'0,"-1"-1"1"0"0,1 1-1 0 0,-1 0 0 0 0,0 0 0 0 0,-1 0 1 0 0,0 0-1 0 0,0 0 0 0 0,0 0 1 0 0,-1 1-1 0 0,0 10 0 0 0,-2 87 4434 0 0,-1-44-2489 0 0,7-18-1948 0 0,-5-41-1061 0 0,1-10-2347 0 0,2-6 2028 0 0,-2 0 0 0 0,0-1 0 0 0,0 1-1 0 0,-1 0 1 0 0,-1-1 0 0 0,-4-23 0 0 0,-10-24-752 0 0,13 46 998 0 0,-2 0 1 0 0,0 1-1 0 0,-1-1 1 0 0,0 1-1 0 0,-9-18 1 0 0,9 25 401 0 0,3 5 25 0 0,0 0 0 0 0,0 0 1 0 0,0-1-1 0 0,1 1 0 0 0,-1 0 0 0 0,1-1 0 0 0,0 1 1 0 0,-1-6-1 0 0,7 10 154 0 0,38 8 1115 0 0,-1 2 0 0 0,71 30 1 0 0,-95-34-1238 0 0,-1 2 0 0 0,-1 0 1 0 0,0 1-1 0 0,0 0 0 0 0,-1 1 0 0 0,0 1 0 0 0,-1 1 1 0 0,-1 0-1 0 0,16 19 0 0 0,-26-29-258 0 0,-1 0 0 0 0,0 0-1 0 0,0 1 1 0 0,0-1 0 0 0,0 1 0 0 0,0-1 0 0 0,-1 1-1 0 0,1 0 1 0 0,-1 0 0 0 0,0 0 0 0 0,-1-1 0 0 0,1 1-1 0 0,0 0 1 0 0,-1 0 0 0 0,0 0 0 0 0,0 0 0 0 0,0 0 0 0 0,-1 0-1 0 0,1 0 1 0 0,-1 0 0 0 0,0 0 0 0 0,0 0 0 0 0,0 0-1 0 0,-1-1 1 0 0,1 1 0 0 0,-3 4 0 0 0,1-3 18 0 0,-1 0 0 0 0,0 0 0 0 0,1 0 0 0 0,-2 0 0 0 0,1-1 0 0 0,-1 1 0 0 0,1-1 0 0 0,-1 0 0 0 0,0 0 0 0 0,-1-1 0 0 0,1 0 0 0 0,0 0 0 0 0,-1 0 0 0 0,0 0 0 0 0,-7 2 0 0 0,5-3-2 0 0,0 0 0 0 0,0-1 0 0 0,0 0 0 0 0,0 0 0 0 0,0 0 0 0 0,0-1 0 0 0,0 0 0 0 0,-14-2 0 0 0,18 1-97 0 0,0 0 1 0 0,0 0 0 0 0,0 0 0 0 0,0 0-1 0 0,0-1 1 0 0,0 0 0 0 0,0 0-1 0 0,1 0 1 0 0,-1 0 0 0 0,1 0 0 0 0,-1-1-1 0 0,1 1 1 0 0,0-1 0 0 0,0 0-1 0 0,0 0 1 0 0,0 0 0 0 0,-3-6 0 0 0,4 7-145 0 0,1-1 1 0 0,-1 1 0 0 0,1 0 0 0 0,0-1-1 0 0,0 1 1 0 0,0-1 0 0 0,0 1 0 0 0,0-1 0 0 0,1 1-1 0 0,-1-1 1 0 0,1 0 0 0 0,0 1 0 0 0,-1-1-1 0 0,1 0 1 0 0,0 1 0 0 0,1-1 0 0 0,-1 1 0 0 0,0-1-1 0 0,1 0 1 0 0,-1 1 0 0 0,1-1 0 0 0,0 1-1 0 0,0-1 1 0 0,0 1 0 0 0,0-1 0 0 0,1 1-1 0 0,1-3 1 0 0,17-10-4919 0 0,8 7-4432 0 0,-9 6 4630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0.1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 1 932 0 0,'-6'4'16539'0'0,"35"4"-15679"0"0,0 0 1 0 0,1-3-1 0 0,0 0 0 0 0,0-1 1 0 0,51-2-1 0 0,36 5 369 0 0,-51 0-326 0 0,-66-7-877 0 0,1 0-1 0 0,0 1 1 0 0,-1-1 0 0 0,1 1-1 0 0,0-1 1 0 0,-1 1 0 0 0,1-1 0 0 0,-1 1-1 0 0,1-1 1 0 0,-1 1 0 0 0,1 0-1 0 0,-1-1 1 0 0,1 1 0 0 0,-1-1 0 0 0,0 1-1 0 0,1 0 1 0 0,-1 0 0 0 0,0-1-1 0 0,0 1 1 0 0,1 0 0 0 0,-1 0-1 0 0,0-1 1 0 0,0 1 0 0 0,0 0 0 0 0,0 0-1 0 0,0-1 1 0 0,0 1 0 0 0,0 0-1 0 0,0 0 1 0 0,0-1 0 0 0,-1 2 0 0 0,-6 23 474 0 0,7-25-496 0 0,-20 52 879 0 0,7-21-442 0 0,1 1 1 0 0,2 0 0 0 0,-10 48 0 0 0,19-70-415 0 0,1-1-1 0 0,0 0 1 0 0,1 0 0 0 0,-1 0 0 0 0,2 0 0 0 0,-1 0-1 0 0,1 0 1 0 0,0 0 0 0 0,1 0 0 0 0,0-1-1 0 0,1 1 1 0 0,0-1 0 0 0,0 0 0 0 0,0 0-1 0 0,10 12 1 0 0,-13-19-56 0 0,0 0 16 0 0,0-1-1 0 0,-1 1 1 0 0,1 0-1 0 0,-1-1 0 0 0,1 1 1 0 0,-1 0-1 0 0,1-1 1 0 0,-1 1-1 0 0,1 0 1 0 0,-1-1-1 0 0,0 1 0 0 0,1 0 1 0 0,-1 0-1 0 0,0 0 1 0 0,0-1-1 0 0,0 1 0 0 0,1 0 1 0 0,-1 0-1 0 0,0 0 1 0 0,0-1-1 0 0,0 1 1 0 0,0 0-1 0 0,0 0 0 0 0,-1 0 1 0 0,1 0-1 0 0,0-1 1 0 0,0 1-1 0 0,0 0 0 0 0,-1 0 1 0 0,1 0-1 0 0,0-1 1 0 0,-1 1-1 0 0,1 0 1 0 0,-1-1-1 0 0,1 1 0 0 0,-1 0 1 0 0,1-1-1 0 0,-1 1 1 0 0,0 0-1 0 0,-32 3 496 0 0,18-3-477 0 0,-23 2 240 0 0,1 2 0 0 0,-55 15 1 0 0,90-19-579 0 0,-5 1 1301 0 0,6-2-2571 0 0,34-8-23038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3.4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1 224 932 0 0,'0'0'14745'0'0,"7"1"-14305"0"0,17 3 578 0 0,0-1 0 0 0,0-2 0 0 0,0 0 0 0 0,33-4 0 0 0,108-18 127 0 0,-49 4-624 0 0,1538-124 1305 0 0,-1381 122-1456 0 0,350-10 2218 0 0,-567 25-137 0 0,-54 5-2620 0 0,6 2 993 0 0,-5-2-3671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4.1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0 88 0 0,'0'0'15901'0'0,"-3"4"-14760"0"0,-10 20 394 0 0,2 0 1 0 0,0 1-1 0 0,2 0 0 0 0,-11 44 1 0 0,17-53-1049 0 0,1-1 0 0 0,1 31 0 0 0,1-44-768 0 0,2 11-1177 0 0,4-6-2373 0 0,-5-7 3212 0 0,1 0 1 0 0,0 0 0 0 0,0 0-1 0 0,-1-1 1 0 0,1 1-1 0 0,0 0 1 0 0,-1-1-1 0 0,1 1 1 0 0,0-1-1 0 0,-1 0 1 0 0,1 1 0 0 0,-1-1-1 0 0,1 0 1 0 0,-1 0-1 0 0,1 0 1 0 0,-1 0-1 0 0,0 0 1 0 0,2-3-1 0 0,6-4-4412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5.16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154 20 140 0 0,'0'0'8346'0'0,"-4"-2"-6673"0"0,0-1-920 0 0,-1 1 1 0 0,0-1 0 0 0,1 1-1 0 0,-1 1 1 0 0,0-1-1 0 0,0 1 1 0 0,-1 0-1 0 0,1 0 1 0 0,0 0-1 0 0,0 1 1 0 0,0 0-1 0 0,-1 0 1 0 0,1 0-1 0 0,-8 2 1 0 0,6-1-181 0 0,0 0 0 0 0,0 1 0 0 0,1 0 0 0 0,-1 0 0 0 0,1 0 1 0 0,-9 5-1 0 0,14-6-518 0 0,0-1 1 0 0,0 1-1 0 0,0 0 1 0 0,1-1 0 0 0,-1 1-1 0 0,0 0 1 0 0,1-1-1 0 0,-1 1 1 0 0,1 0-1 0 0,-1 0 1 0 0,1-1 0 0 0,-1 1-1 0 0,1 0 1 0 0,-1 0-1 0 0,1 0 1 0 0,0 0 0 0 0,-1 0-1 0 0,1 0 1 0 0,0 0-1 0 0,0 0 1 0 0,0 0-1 0 0,0-1 1 0 0,0 1 0 0 0,0 0-1 0 0,0 0 1 0 0,0 0-1 0 0,0 0 1 0 0,0 0-1 0 0,0 0 1 0 0,1 0 0 0 0,-1 0-1 0 0,0 0 1 0 0,1 0-1 0 0,-1 0 1 0 0,1-1 0 0 0,-1 1-1 0 0,1 0 1 0 0,-1 0-1 0 0,1 0 1 0 0,-1-1-1 0 0,1 1 1 0 0,0 0 0 0 0,-1-1-1 0 0,3 2 1 0 0,26 23 486 0 0,62 19 200 0 0,7 3-346 0 0,-89-42-348 0 0,0 1 0 0 0,0 0 0 0 0,0 0 0 0 0,-1 1 0 0 0,0 0 0 0 0,-1 1 0 0 0,12 13 0 0 0,-17-18-15 0 0,0-1 0 0 0,-1 1 0 0 0,1 0 1 0 0,0 0-1 0 0,-1 0 0 0 0,0 0 0 0 0,0 0 1 0 0,0 1-1 0 0,0-1 0 0 0,0 0 0 0 0,-1 1 1 0 0,1-1-1 0 0,-1 0 0 0 0,0 1 0 0 0,0-1 1 0 0,0 0-1 0 0,0 1 0 0 0,-1-1 0 0 0,0 5 1 0 0,-1-3 19 0 0,0 1-1 0 0,-1-1 1 0 0,0 0 0 0 0,1 0 0 0 0,-2 0 0 0 0,1 0 0 0 0,0 0 0 0 0,-1 0 0 0 0,0-1 0 0 0,-6 6 0 0 0,-3 0 78 0 0,0 1-1 0 0,-1-2 1 0 0,0 0-1 0 0,0 0 1 0 0,-1-1-1 0 0,-31 11 1 0 0,5-11 77 0 0,39-8-225 0 0,0 0 1 0 0,1 0-1 0 0,-1 0 0 0 0,0 0 0 0 0,0-1 0 0 0,0 1 0 0 0,1 0 0 0 0,-1-1 0 0 0,0 1 0 0 0,0-1 0 0 0,1 0 0 0 0,-1 1 0 0 0,0-1 1 0 0,1 0-1 0 0,-1 0 0 0 0,1 0 0 0 0,-1 0 0 0 0,1 0 0 0 0,0-1 0 0 0,-1 1 0 0 0,0-2 0 0 0,1 1-21 0 0,0 0-1 0 0,1 0 0 0 0,-1-1 1 0 0,1 1-1 0 0,0 0 0 0 0,-1-1 1 0 0,1 1-1 0 0,0 0 0 0 0,0-1 1 0 0,0 1-1 0 0,1 0 1 0 0,-1-1-1 0 0,1 1 0 0 0,-1 0 1 0 0,1 0-1 0 0,0 0 0 0 0,0-1 1 0 0,0 1-1 0 0,1-3 0 0 0,24-36-493 0 0,-10 23 288 0 0,0 2 0 0 0,1 0 0 0 0,0 1-1 0 0,35-23 1 0 0,-11 7-463 0 0,-38 30 494 0 0,6-4-72 0 0,-2 23-10612 0 0,-6-15 7644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5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213 14 760 0 0,'0'0'1375'0'0,"-8"-14"9923"0"0,2 16-10808 0 0,1 0 0 0 0,0-1 0 0 0,-1 2 1 0 0,1-1-1 0 0,0 0 0 0 0,1 1 0 0 0,-1 0 1 0 0,0 0-1 0 0,1 1 0 0 0,-1-1 1 0 0,1 1-1 0 0,-6 7 0 0 0,-52 61 3231 0 0,46-52-2734 0 0,8-9-411 0 0,0 0 1 0 0,0 0 0 0 0,1 1-1 0 0,-10 24 1 0 0,15-33-460 0 0,1 0 0 0 0,-1 1 1 0 0,1-1-1 0 0,0 1 0 0 0,0-1 0 0 0,1 1 0 0 0,-1-1 1 0 0,1 1-1 0 0,-1 0 0 0 0,1-1 0 0 0,0 1 0 0 0,0 0 0 0 0,1-1 1 0 0,-1 1-1 0 0,1-1 0 0 0,0 1 0 0 0,0 0 0 0 0,0-1 1 0 0,0 0-1 0 0,1 1 0 0 0,-1-1 0 0 0,1 0 0 0 0,3 5 0 0 0,-2-5-47 0 0,1 0 0 0 0,0-1-1 0 0,0 1 1 0 0,0-1 0 0 0,0 1-1 0 0,1-1 1 0 0,-1 0-1 0 0,1-1 1 0 0,-1 1 0 0 0,1-1-1 0 0,-1 0 1 0 0,1 0 0 0 0,0-1-1 0 0,8 1 1 0 0,67-4 388 0 0,-47 0-347 0 0,-1-3 0 0 0,1 0 0 0 0,50-18 0 0 0,-66 17-119 0 0,0 0-1 0 0,0-1 1 0 0,-1-1-1 0 0,0-1 1 0 0,-1 0-1 0 0,0-1 1 0 0,-1-1-1 0 0,14-13 1 0 0,-26 23 6 0 0,0 1 0 0 0,-1-1 0 0 0,1 1 0 0 0,-1-1 1 0 0,0 0-1 0 0,1 0 0 0 0,-1 1 0 0 0,0-1 1 0 0,0 0-1 0 0,0 0 0 0 0,0 0 0 0 0,0 0 0 0 0,-1 0 1 0 0,1-1-1 0 0,-1 1 0 0 0,1 0 0 0 0,-1 0 1 0 0,0 0-1 0 0,0 0 0 0 0,0-1 0 0 0,0 1 0 0 0,0 0 1 0 0,0 0-1 0 0,0 0 0 0 0,-1-1 0 0 0,1 1 0 0 0,-1 0 1 0 0,0 0-1 0 0,0 0 0 0 0,0 0 0 0 0,0 0 1 0 0,0 0-1 0 0,0 0 0 0 0,0 1 0 0 0,0-1 0 0 0,-1 0 1 0 0,1 1-1 0 0,-4-4 0 0 0,0 1 16 0 0,0-1-1 0 0,0 1 0 0 0,-1 1 1 0 0,0-1-1 0 0,0 1 1 0 0,0 0-1 0 0,0 0 1 0 0,0 0-1 0 0,0 1 1 0 0,-1 0-1 0 0,-12-2 1 0 0,-1 1-72 0 0,0 2 0 0 0,0 0 0 0 0,0 1 0 0 0,-1 1 0 0 0,1 1 1 0 0,0 0-1 0 0,0 2 0 0 0,0 0 0 0 0,1 2 0 0 0,-27 10 1 0 0,44-15-81 0 0,0 0 0 0 0,-1 0 0 0 0,1 0 0 0 0,0 0 0 0 0,0 1 0 0 0,0-1 0 0 0,0 1 0 0 0,0-1 0 0 0,1 1 0 0 0,-1 0 0 0 0,-2 2 0 0 0,4-3-29 0 0,0-1 1 0 0,-1 1 0 0 0,1 0-1 0 0,0-1 1 0 0,0 1 0 0 0,-1 0-1 0 0,1-1 1 0 0,0 1 0 0 0,0 0-1 0 0,0 0 1 0 0,0-1 0 0 0,0 1-1 0 0,0 0 1 0 0,0 0 0 0 0,0-1-1 0 0,0 1 1 0 0,0 0 0 0 0,0-1-1 0 0,1 1 1 0 0,-1 0-1 0 0,0 0 1 0 0,0-1 0 0 0,1 1-1 0 0,-1 0 1 0 0,2 2-812 0 0,1-1 0 0 0,-1 0-1 0 0,0 0 1 0 0,0 0 0 0 0,1 0-1 0 0,-1 0 1 0 0,1-1 0 0 0,0 1 0 0 0,-1-1-1 0 0,1 0 1 0 0,0 0 0 0 0,0 0 0 0 0,0 0-1 0 0,4 1 1 0 0,7 3-5233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6.1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55 1 1340 0 0,'-2'0'482'0'0,"1"0"0"0"0,-1 0 1 0 0,0 0-1 0 0,0 0 0 0 0,0 0 0 0 0,0 1 0 0 0,1-1 1 0 0,-1 1-1 0 0,0-1 0 0 0,0 1 0 0 0,1 0 0 0 0,-1 0 0 0 0,0 0 1 0 0,1 0-1 0 0,-1 0 0 0 0,1 0 0 0 0,-1 0 0 0 0,1 0 1 0 0,0 0-1 0 0,0 1 0 0 0,-1-1 0 0 0,1 1 0 0 0,-1 1 0 0 0,-1 3 114 0 0,0 0-1 0 0,1 0 1 0 0,0 1-1 0 0,0-1 1 0 0,-2 10-1 0 0,4-16-591 0 0,3 46 2009 0 0,0-17-1143 0 0,-2-7-339 0 0,1-1 1 0 0,1 0 0 0 0,1 0-1 0 0,10 33 1 0 0,-14-53-737 0 0,0-1 1 0 0,0 1-1 0 0,0 0 1 0 0,0 0-1 0 0,0-1 1 0 0,0 1-1 0 0,1 0 1 0 0,-1-1-1 0 0,0 1 0 0 0,1 0 1 0 0,-1-1-1 0 0,0 1 1 0 0,1-1-1 0 0,-1 1 1 0 0,1 0-1 0 0,-1-1 1 0 0,1 1-1 0 0,-1-1 0 0 0,1 1 1 0 0,-1-1-1 0 0,1 0 1 0 0,-1 1-1 0 0,1-1 1 0 0,0 1-1 0 0,9-12-1646 0 0,-1-16-825 0 0,-6 12-2089 0 0,-1-7 477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6.45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28 144 0 0,'-1'-7'1907'0'0,"4"-9"1717"0"0,-2 15-3500 0 0,0 1 0 0 0,1-1 0 0 0,-1 0 0 0 0,0 1 0 0 0,1 0 0 0 0,-1-1 0 0 0,1 1-1 0 0,-1 0 1 0 0,1 0 0 0 0,-1-1 0 0 0,1 1 0 0 0,-1 0 0 0 0,1 0 0 0 0,-1 1 0 0 0,0-1 0 0 0,1 0-1 0 0,1 1 1 0 0,40 5 1320 0 0,-1 2 0 0 0,82 28 0 0 0,-111-32-1180 0 0,0 1-1 0 0,-1 0 1 0 0,1 1-1 0 0,-2 1 1 0 0,1 0 0 0 0,-1 0-1 0 0,0 1 1 0 0,0 0-1 0 0,-1 1 1 0 0,0 1-1 0 0,0-1 1 0 0,-1 2 0 0 0,-1-1-1 0 0,8 13 1 0 0,-14-20-155 0 0,-1 0 0 0 0,0 0 1 0 0,0 1-1 0 0,0-1 0 0 0,0 0 1 0 0,0 1-1 0 0,-1-1 0 0 0,0 0 1 0 0,1 1-1 0 0,-1-1 0 0 0,0 1 1 0 0,-1-1-1 0 0,1 1 0 0 0,-1-1 1 0 0,1 1-1 0 0,-1-1 0 0 0,0 0 1 0 0,0 0-1 0 0,-1 1 0 0 0,1-1 1 0 0,-1 0-1 0 0,1 0 0 0 0,-1 0 1 0 0,0 0-1 0 0,0 0 0 0 0,0-1 0 0 0,-1 1 1 0 0,1-1-1 0 0,-1 1 0 0 0,1-1 1 0 0,-1 0-1 0 0,-4 3 0 0 0,-10 7 517 0 0,-1 0 0 0 0,0-1-1 0 0,-39 16 1 0 0,54-25-536 0 0,-18 7 319 0 0,-1-1 0 0 0,0-1-1 0 0,-40 7 1 0 0,60-14-641 0 0,-9-4-788 0 0,11 4 954 0 0,-1 0 0 0 0,1 0 0 0 0,0 0 0 0 0,-1 0 0 0 0,1-1 0 0 0,0 1 0 0 0,0 0 0 0 0,-1 0 0 0 0,1 0 0 0 0,0 0 0 0 0,-1-1 0 0 0,1 1 0 0 0,0 0 0 0 0,0 0 0 0 0,0-1 0 0 0,-1 1 0 0 0,1 0 0 0 0,0 0 0 0 0,0-1 0 0 0,0 1 0 0 0,-1 0 0 0 0,1-1 0 0 0,0 1 0 0 0,0 0 0 0 0,0-1 0 0 0,0 1 0 0 0,0 0 0 0 0,0 0 0 0 0,0-1 0 0 0,0 1 0 0 0,0 0 0 0 0,0-1 0 0 0,0 1 0 0 0,0 0 0 0 0,0-1 0 0 0,0 1 0 0 0,0 0 0 0 0,0-1 0 0 0,0 1 0 0 0,0 0 0 0 0,1-1 0 0 0,-1 1 0 0 0,6-6-101 0 0,-2 1-408 0 0,1 0-1 0 0,0 1 1 0 0,0-1-1 0 0,0 1 1 0 0,1 1-1 0 0,-1-1 1 0 0,1 1-1 0 0,0 0 0 0 0,9-4 1 0 0,-5 3-392 0 0,14-4-5714 0 0,-12 5 3099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11-14T18:16:28.9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182 45 616 0 0,'0'0'626'0'0,"9"-3"244"0"0,25-9 9554 0 0,-33 11-9937 0 0,-1 0-708 0 0,1 0 469 0 0,-1 0 0 0 0,0 0 0 0 0,0 0 0 0 0,0 0 0 0 0,0 0 0 0 0,0 0 0 0 0,0 0 0 0 0,0 0 0 0 0,0-1 0 0 0,0 1 0 0 0,0 0 0 0 0,-1 0 0 0 0,1 0 0 0 0,0 0 0 0 0,-1 1 0 0 0,1-1 0 0 0,-1 0 0 0 0,1 0 0 0 0,-1 0 0 0 0,1 0 0 0 0,-1 0 0 0 0,0 0 0 0 0,1 1 0 0 0,-1-1 0 0 0,0 0 0 0 0,0 1 0 0 0,-1-2 0 0 0,0 1 164 0 0,-2 3 16 0 0,-21 10 215 0 0,1 0 0 0 0,0 1 1 0 0,0 2-1 0 0,2 1 0 0 0,0 0 0 0 0,1 2 0 0 0,-24 24 1 0 0,45-41-633 0 0,-1-1 0 0 0,1 1 1 0 0,-1 0-1 0 0,1 0 0 0 0,0 0 1 0 0,0 0-1 0 0,0-1 0 0 0,-1 1 1 0 0,1 0-1 0 0,0 0 0 0 0,0 0 1 0 0,0 0-1 0 0,0 0 0 0 0,0 0 1 0 0,0-1-1 0 0,1 1 0 0 0,-1 0 1 0 0,0 0-1 0 0,0 0 0 0 0,1 0 1 0 0,-1-1-1 0 0,0 1 1 0 0,1 0-1 0 0,-1 0 0 0 0,1-1 1 0 0,-1 1-1 0 0,1 0 0 0 0,-1-1 1 0 0,1 1-1 0 0,0 0 0 0 0,-1-1 1 0 0,2 2-1 0 0,24 17-80 0 0,-13-14-100 0 0,0 0 0 0 0,0-2 0 0 0,0 1 0 0 0,1-2 0 0 0,0 1 0 0 0,21-1-1 0 0,-4-1-501 0 0,56-6 0 0 0,-85 5 1698 0 0,-9 0-740 0 0,-15 0 122 0 0,0 2 0 0 0,-1 0 1 0 0,-26 6-1 0 0,42-6-287 0 0,-1 0 0 0 0,0 0 0 0 0,1 0 0 0 0,0 1 0 0 0,0 0 0 0 0,0 1 0 0 0,0 0 0 0 0,0 0 0 0 0,0 0 0 0 0,1 1 0 0 0,0-1 0 0 0,0 2 0 0 0,-9 10 0 0 0,13-14-99 0 0,1 0-1 0 0,-1 0 1 0 0,1 0 0 0 0,0 0 0 0 0,0 1 0 0 0,0-1-1 0 0,0 0 1 0 0,1 1 0 0 0,-1-1 0 0 0,0 1-1 0 0,1-1 1 0 0,0 1 0 0 0,0-1 0 0 0,-1 1 0 0 0,2-1-1 0 0,-1 1 1 0 0,0-1 0 0 0,0 1 0 0 0,1-1-1 0 0,-1 1 1 0 0,1-1 0 0 0,0 0 0 0 0,1 3 0 0 0,0-1-23 0 0,0 0 1 0 0,0-1 0 0 0,0 1-1 0 0,1-1 1 0 0,0 0 0 0 0,0 1 0 0 0,0-1-1 0 0,0 0 1 0 0,0-1 0 0 0,0 1 0 0 0,1-1-1 0 0,6 5 1 0 0,10 2-393 0 0,1-1 0 0 0,0 0-1 0 0,0-1 1 0 0,0-2 0 0 0,1 0 0 0 0,0-1 0 0 0,0-1-1 0 0,0-1 1 0 0,0-1 0 0 0,0-1 0 0 0,25-4 0 0 0,-46 5 314 0 0,-1-1 1 0 0,1 0 0 0 0,0 0 0 0 0,0 0 0 0 0,-1 0 0 0 0,1 0 0 0 0,0 0 0 0 0,0 0 0 0 0,-1 0-1 0 0,1-1 1 0 0,0 1 0 0 0,-1 0 0 0 0,1 0 0 0 0,0-1 0 0 0,-1 1 0 0 0,1 0 0 0 0,0-1 0 0 0,-1 1-1 0 0,1 0 1 0 0,-1-1 0 0 0,1 1 0 0 0,-1-1 0 0 0,1 1 0 0 0,-1-1 0 0 0,1 1 0 0 0,-1-1 0 0 0,1 0-1 0 0,0 0 1 0 0,-16-9-1903 0 0,-29-4-5885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05.0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4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8.7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2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29.37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0.9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4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2.6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0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3.2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1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6.8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2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37.49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27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58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40.8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1.8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0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3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2.5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3.8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0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6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08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6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7.8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49:58.7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2.1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0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5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4.87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6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5.8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2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06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4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0.8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3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1.88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2.1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5.6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1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6.3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15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58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17.76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0.0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2.45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09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6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3.79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1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24.36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3.12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0:55.04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5.6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1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39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69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6.93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33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0:59.90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12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5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00.80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2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50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2.97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6.48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01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2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7.6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8.61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04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09.64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1:10.74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1:37.833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5.2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2:35.4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2:36.5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4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1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09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0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1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1.4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2.2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7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3:18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1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340 1 1912,'0'0'25973,"-4"3"-25331,-3 5-153,0-1 0,1 2-1,0-1 1,1 0 0,0 1 0,0 0-1,-7 19 1,1-2-437,-2-1-1,-1 0 1,-1-2-1,-1 1 1,-24 26-1,-13 19-30,-33 39-21,80-100 0,5-8-274,1 1 1,-1 0-1,0 0 0,1 0 1,-1 0-1,0 0 0,0-1 1,0 1-1,1 0 0,-1-1 1,0 1-1,0-1 0,0 1 1,0-1-1,0 1 0,0-1 1,0 0-1,0 1 0,0-1 1,0 0-1,0 0 0,-3 0 1,-1-11-10893,4 8 7993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5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25 484,'0'0'2501,"-20"-25"24869,19 32-27245,0-1 0,1 1 0,0-1 0,0 1 0,0-1 0,1 1 0,0-1 0,0 1 0,1-1 0,0 0 0,0 0 0,0 0 0,1 0 0,0 0 0,0 0 0,1 0 0,-1-1 0,1 0 0,0 0 0,5 5 0,-2-4-139,0 0-1,1-1 1,-1 0-1,1 0 1,0-1-1,0 0 1,0 0-1,1-1 1,-1 0 0,1 0-1,0-1 1,0 0-1,0-1 1,0 0-1,17 0 1,-8-2 1692,3 1-13850,-21 0 11775,0 1 0,1-1-1,-1 0 1,1 0 0,-1 0 0,0 0 0,1 1 0,-1-1 0,0 0 0,1 0-1,-1 1 1,0-1 0,1 0 0,-1 1 0,0-1 0,1 0 0,-1 1-1,0-1 1,0 0 0,0 1 0,1-1 0,-1 1 0,0-1 0,0 0 0,0 1-1,0-1 1,0 1 0,0-1 0,0 0 0,0 1 0,0-1 0,0 1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6.7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74 256,'0'0'26210,"6"-2"-25927,22-6 521,0-2-1,26-13 1,1-5 69,-53 28-924,5-2 699,-3 3-3186,-23 22-7679,2-6 1396,6-8 3727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46.9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87 1716 0 0,'0'0'17402'0'0,"6"-1"-16424"0"0,91-21 3736 0 0,31-7-2453 0 0,-128 29-2256 0 0,31-9-1738 0 0,-2-6-5256 0 0,-26 11 1901 0 0,-4-2 1074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4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145 1 1356,'-25'1'2201,"22"-1"-767,0 0 0,0 1 0,-1-1-1,1 1 1,0 0 0,0 0 0,0 0 0,0 0 0,0 1 0,0-1 0,0 1 0,-4 3 0,-8 10-1123,7-5 449,1 1 1,1-1-1,-1 1 1,2 1-1,-1-1 1,2 1-1,0 0 1,0 0-1,1 1 1,-3 22-1,6-32-696,0-1-1,0 0 1,0 0-1,0 1 1,0-1-1,1 0 1,-1 0 0,1 1-1,0-1 1,0 0-1,-1 0 1,1 0-1,1 0 1,-1 0-1,0 0 1,0 0-1,1-1 1,-1 1-1,1 0 1,-1-1 0,4 3-1,-2-2-56,0-1 0,0 1 0,0-1 0,1 0 0,-1 0 0,0 0 1,1 0-1,-1-1 0,1 1 0,-1-1 0,1 0 0,5-1 0,2 0-178,1-1 0,-1 0 1,0-1-1,0 0 0,0-1 0,0 0 0,15-8 1,-20 9 83,-1 0 1,0 0-1,0-1 1,0 1-1,0-1 1,0 0-1,-1 0 1,0-1-1,0 1 1,0-1 0,0 0-1,-1 0 1,0 0-1,0 0 1,0-1-1,-1 1 1,4-10-1,-6 13 114,1 0-1,0-1 0,-1 1 1,0 0-1,1 0 0,-1 0 0,0 0 1,0-1-1,0 1 0,-1 0 1,1 0-1,0 0 0,-1 0 0,1-1 1,-1 1-1,0 0 0,0 0 1,0 0-1,-2-2 0,0 0 61,0 1 1,-1 0-1,1 0 1,-1 0-1,0 1 0,0 0 1,0-1-1,-7-2 0,-11 5-2817,16 3-2675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7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1464,'0'0'6223,"-8"31"1161,5-20-6197,-1 0-1,0-1 1,0 1 0,-1-1 0,-6 10 0,-11 23 1447,14-25-1714,-2-1 1,1 0-1,-17 21 1,5-7-2084,20-29-955,-3 0 2541,3-34-21449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3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22 1096,'-4'2'1140,"-1"0"0,1 0-1,0 0 1,0 1 0,0 0 0,0 0 0,0 0-1,1 0 1,-1 1 0,1-1 0,0 1-1,0 0 1,0 0 0,0 0 0,1 0 0,-3 7-1,-1 34 3806,6-41-4645,0 1 1,0-1-1,0 1 0,1-1 0,0 1 1,0-1-1,0 0 0,3 6 0,-4-8-263,1 0-1,1-1 1,-1 1-1,0-1 1,0 1-1,1-1 0,-1 0 1,0 1-1,1-1 1,0 0-1,-1 0 1,1 0-1,-1 0 1,1 0-1,0-1 0,0 1 1,0 0-1,-1-1 1,1 1-1,0-1 1,0 0-1,0 0 1,0 0-1,0 0 0,0 0 1,3 0-1,5-1-229,1-1-1,-1 0 1,1 0-1,-1-1 1,0 0-1,0-1 1,-1 0-1,1-1 1,-1 0-1,0 0 1,0-1-1,-1 0 1,1-1-1,-1 0 1,-1 0-1,1 0 1,-1-1-1,0 0 1,-1-1-1,0 0 0,-1 0 1,0 0-1,7-15 1,-8 15 7,5-23 2763,-9 29 248,-4 6-2313,1 0-402,0-1 0,0 1 0,0-1 0,1 1 0,-1 0 1,1 0-1,0 0 0,0 1 0,0-1 0,0 0 0,1 1 0,-1-1 0,1 1 1,0 0-1,0-1 0,0 1 0,0 0 0,1 0 0,0-1 0,0 1 0,0 0 1,0 4-1,1 3-104,-1 1 0,2-1-1,0 0 1,0 0 0,1 0 0,0 0 0,1-1 0,9 19 0,4 1-4,31 43 0,-30-49-6,-2 2 1,22 43 0,-32-57 3,-1 0 0,-1 0 0,0 1 0,4 23 0,-7-32 0,-1 0 0,0 1 0,0-1 0,0 1 0,0-1 0,-1 0 0,0 1 0,0-1 0,0 0 0,0 0 0,-1 0 0,1 0 0,-1 0 0,0 0 0,0 0 0,-1 0 0,1-1 0,-5 5 0,2 2 0,-2 0 0,-25 6 0,31-16-43,0 1 0,1-1-1,-1 0 1,0 0 0,1 1 0,-1-1-1,0 0 1,1 0 0,-1 0 0,0 0-1,0 0 1,1 0 0,-1 0 0,0 0-1,1 0 1,-1 0 0,0-1 0,1 1-1,-1 0 1,0 0 0,1-1 0,-1 1-1,0 0 1,1-1 0,-1 1 0,1 0-1,-1-1 1,0 1 0,1-1 0,-1 1-1,1-1 1,0 0 0,-1 1 0,1-1-1,-1 1 1,1-1 0,0 0 0,-1 1-1,1-1 1,0 0 0,0 1 0,0-1-1,-1 0 1,1 0 0,1-7-937,1 1 0,-1 0 0,2 0 0,-1 0 0,0 0 0,5-8 1,3-6-3797,0 4-3301,1 2 1828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5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40 1464,'0'0'24869,"28"-7"-20458,-13 6-4359,-1-1-1,0 0 1,26-7-1,15-9-7417,-53 17 5113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8.8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74 276,'-2'6'358,"-1"11"13931,18-8-9558,-2-13-3730,0 0 0,0 0 1,16-10-1,16-10-1762,-9 1-3764,-3-1-4843,-20 15 4303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6:56:49.2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93 158 1124,'0'0'5161,"-3"-3"-3611,-13-13 7095,16 7-7132,-4 11 5222,-6 8-5959,1 0 1,0 1-1,1 0 0,-10 20 0,15-27-593,1 0 1,0 1-1,0-1 0,1 1 0,-1 0 0,1-1 1,0 1-1,0 0 0,1 0 0,-1 0 0,1-1 1,0 1-1,0 0 0,1 0 0,-1 0 0,1 0 1,3 7-1,-3-10-194,0 1 1,0-1-1,0 0 1,1-1 0,-1 1-1,1 0 1,0 0-1,-1 0 1,1-1-1,0 1 1,0-1-1,0 0 1,0 1-1,0-1 1,0 0-1,0 0 1,0 0-1,1-1 1,-1 1-1,0 0 1,1-1-1,-1 0 1,0 1-1,1-1 1,-1 0-1,4 0 1,8-1-216,-1 0-1,1-1 1,19-6-1,-23 6 60,16-4-350,0-2 0,-1 0 1,43-22-1,-58 25 415,0 0 1,-1-1-1,0 0 1,0 0-1,-1-1 1,1 0-1,-1-1 1,-1 0-1,0 0 1,0-1-1,0 0 1,5-10-1,-10 15 191,-1 1-1,1 0 1,-1-1-1,0 1 0,0-1 1,0 0-1,0 1 0,-1-1 1,0 0-1,1 1 1,-1-1-1,0 0 0,-1 1 1,1-1-1,-1 0 0,0 1 1,0-1-1,0 0 0,0 1 1,0 0-1,-1-1 1,0 1-1,0 0 0,0 0 1,0-1-1,0 2 0,0-1 1,-1 0-1,1 0 0,-1 1 1,-3-3-1,-2-1 164,1 1 1,-1-1-1,0 2 0,-1-1 0,1 1 1,-1 0-1,0 1 0,0 0 0,0 1 1,-18-3-1,15 3-252,-1 1 0,1 1 0,0 0 0,0 1 0,0 0 0,0 1 0,0 0 0,1 1 0,-1 1 0,0-1 0,-14 8 0,16-5 0,9-4-170,0 0 0,0-1 1,1 1-1,-1 0 0,0-1 0,1 1 0,-1 0 1,1 0-1,-1-1 0,1 1 0,0 0 0,0 0 0,0 0 1,0-1-1,0 1 0,0 0 0,0 0 0,0 0 1,1 0-1,-1-1 0,1 1 0,0 0 0,-1 0 1,1-1-1,2 3 0,2 3-2659,3-1 3154,-1-1-5326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3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21 1956 0 0,'0'0'14668'0'0,"7"-1"-13430"0"0,63-7 1540 0 0,-37 3-1436 0 0,0 1 0 0 0,1 2 0 0 0,41 2 0 0 0,-74 0-1262 0 0,0 0-1 0 0,1 0 1 0 0,-1 0 0 0 0,0 1 0 0 0,1-1 0 0 0,-1 0 0 0 0,0 1 0 0 0,0-1 0 0 0,0 0 0 0 0,1 1 0 0 0,-1 0-1 0 0,0-1 1 0 0,0 1 0 0 0,0 0 0 0 0,0-1 0 0 0,0 1 0 0 0,0 0 0 0 0,0 0 0 0 0,0 0 0 0 0,0 0 0 0 0,0 0-1 0 0,-1 0 1 0 0,1 0 0 0 0,0 0 0 0 0,-1 0 0 0 0,2 2 0 0 0,-2 0 40 0 0,1 0 0 0 0,-1 0 1 0 0,0-1-1 0 0,0 1 0 0 0,0 0 0 0 0,0 0 0 0 0,0 0 1 0 0,-1-1-1 0 0,1 1 0 0 0,-1 0 0 0 0,0 0 0 0 0,-1 2 1 0 0,-5 12 358 0 0,-2 0 0 0 0,1 0 0 0 0,-13 16 0 0 0,14-23-230 0 0,-111 165 625 0 0,111-164-874 0 0,0 1 0 0 0,0 0 0 0 0,1 0 0 0 0,0 1 0 0 0,2 0 0 0 0,-1 0 0 0 0,1 0 0 0 0,1 1 0 0 0,-2 15 0 0 0,5-25 0 0 0,-1-1 0 0 0,1 1 0 0 0,0 0 0 0 0,0-1 0 0 0,0 1 0 0 0,1 0 0 0 0,-1-1 0 0 0,1 1 0 0 0,0 0 0 0 0,0-1 0 0 0,0 1 0 0 0,0-1 0 0 0,1 1 0 0 0,-1-1 0 0 0,1 0 0 0 0,0 0 0 0 0,0 0 0 0 0,0 0 0 0 0,1 0 0 0 0,-1 0 0 0 0,1 0 0 0 0,-1-1 0 0 0,1 1 0 0 0,0-1 0 0 0,0 0 0 0 0,0 0 0 0 0,0 0 0 0 0,0 0 0 0 0,1 0 0 0 0,-1-1 0 0 0,1 0 0 0 0,-1 1 0 0 0,1-1 0 0 0,-1 0 0 0 0,1-1 0 0 0,0 1 0 0 0,-1-1 0 0 0,6 1 0 0 0,1-1 0 0 0,1 0 0 0 0,-1-1 0 0 0,1 0 0 0 0,-1 0 0 0 0,0-1 0 0 0,0-1 0 0 0,1 0 0 0 0,-1 0 0 0 0,-1-1 0 0 0,1 0 0 0 0,-1 0 0 0 0,16-10 0 0 0,-23 12-166 0 0,0 1-1 0 0,0 0 1 0 0,0-1-1 0 0,0 1 1 0 0,0-1 0 0 0,0 0-1 0 0,0 0 1 0 0,-1 0-1 0 0,1 0 1 0 0,0 0 0 0 0,1-4-1 0 0,-2 4-211 0 0,0 1-1 0 0,-1-1 0 0 0,1 0 0 0 0,-1 0 1 0 0,0 1-1 0 0,0-1 0 0 0,1 0 1 0 0,-1 0-1 0 0,0 0 0 0 0,0 0 1 0 0,-1 1-1 0 0,1-1 0 0 0,0 0 0 0 0,-1 0 1 0 0,1 0-1 0 0,-1 1 0 0 0,1-1 1 0 0,-1 0-1 0 0,0 1 0 0 0,-1-3 1 0 0,-1 0-621 0 0,0-1 1 0 0,0 1 0 0 0,0 1-1 0 0,-1-1 1 0 0,1 0-1 0 0,-1 1 1 0 0,0 0 0 0 0,0 0-1 0 0,0 0 1 0 0,-1 0 0 0 0,1 0-1 0 0,-7-2 1 0 0,-2 1-4537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5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71 756 0 0,'0'0'18452'0'0,"4"4"-17363"0"0,0-1-907 0 0,1 1-1 0 0,0-1 1 0 0,1-1-1 0 0,-1 1 0 0 0,0-1 1 0 0,1 0-1 0 0,-1 0 1 0 0,1 0-1 0 0,0-1 1 0 0,-1 0-1 0 0,1 0 0 0 0,0-1 1 0 0,0 1-1 0 0,0-1 1 0 0,-1 0-1 0 0,1-1 1 0 0,0 0-1 0 0,8-1 0 0 0,17-5-816 0 0,-1 0 0 0 0,36-15 0 0 0,-49 16-47 0 0,33-15-2565 0 0,-5-4-5703 0 0,-30 16 3914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0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39 876 0 0,'0'0'21743'0'0,"14"-4"-19920"0"0,78-19-812 0 0,-61 17-4247 0 0,-2 1-4302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0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4 125 1188 0 0,'-4'20'17592'0'0,"16"-20"-16524"0"0,-1-1 0 0 0,0 0-1 0 0,0 0 1 0 0,0-1 0 0 0,0-1 0 0 0,14-5 0 0 0,73-30 2383 0 0,-51 18-2963 0 0,19-11-3206 0 0,-48 17-2371 0 0,-2-3-6184 0 0,-10 9 5023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6:51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0 1080 0 0,'0'0'5204'0'0,"-5"4"-2765"0"0,-34 28 3648 0 0,-23 21 3268 0 0,27-8-6290 0 0,27-31-2045 0 0,1 1-1 0 0,0 0 0 0 0,1 1 0 0 0,-5 24 0 0 0,6-24-596 0 0,5-14-422 0 0,0 0 0 0 0,-1 0-1 0 0,1 0 1 0 0,0 0 0 0 0,0 0 0 0 0,0 0 0 0 0,1 0-1 0 0,-1 0 1 0 0,0 0 0 0 0,1 0 0 0 0,-1 0 0 0 0,1 0-1 0 0,0 0 1 0 0,0-1 0 0 0,-1 1 0 0 0,1 0 0 0 0,1 0-1 0 0,-1-1 1 0 0,0 1 0 0 0,0 0 0 0 0,0-1 0 0 0,1 0 0 0 0,-1 1-1 0 0,1-1 1 0 0,-1 0 0 0 0,1 1 0 0 0,2 0 0 0 0,0 1-2 0 0,-1-1 1 0 0,1 0-1 0 0,0 0 1 0 0,-1-1 0 0 0,1 1-1 0 0,0-1 1 0 0,0 0 0 0 0,0 0-1 0 0,0 0 1 0 0,0 0 0 0 0,0-1-1 0 0,8 1 1 0 0,6-4-3 0 0,1 0 1 0 0,-1-1-1 0 0,0 0 0 0 0,0-2 0 0 0,-1 0 1 0 0,0-1-1 0 0,0 0 0 0 0,0-2 1 0 0,-1 0-1 0 0,0-1 0 0 0,-1 0 0 0 0,0-1 1 0 0,23-23-1 0 0,-35 31 3 0 0,0 0 1 0 0,0 0-1 0 0,0-1 1 0 0,-1 0-1 0 0,1 1 1 0 0,-1-1-1 0 0,0 0 1 0 0,0 0-1 0 0,0 0 1 0 0,0 0-1 0 0,-1-1 0 0 0,1 1 1 0 0,-1 0-1 0 0,-1-1 1 0 0,1 1-1 0 0,0-1 1 0 0,-1 1-1 0 0,0-1 1 0 0,0 1-1 0 0,0-1 0 0 0,-1 1 1 0 0,1 0-1 0 0,-1-1 1 0 0,0 1-1 0 0,-1 0 1 0 0,1-1-1 0 0,-1 1 1 0 0,0 0-1 0 0,1 0 1 0 0,-2 0-1 0 0,1 0 0 0 0,0 0 1 0 0,-1 1-1 0 0,0-1 1 0 0,0 1-1 0 0,0 0 1 0 0,0 0-1 0 0,-1 0 1 0 0,1 0-1 0 0,-1 0 0 0 0,1 1 1 0 0,-1-1-1 0 0,0 1 1 0 0,0 0-1 0 0,0 0 1 0 0,0 1-1 0 0,-1-1 1 0 0,1 1-1 0 0,0 0 1 0 0,-1 0-1 0 0,1 0 0 0 0,-1 1 1 0 0,1 0-1 0 0,-1-1 1 0 0,1 2-1 0 0,-1-1 1 0 0,1 0-1 0 0,-5 2 1 0 0,-1 0-387 0 0,0 0 0 0 0,0 0 0 0 0,1 1 0 0 0,-1 0 0 0 0,1 1 0 0 0,0 0 0 0 0,0 0 0 0 0,0 1 0 0 0,-13 9 0 0 0,-7 12-5250 0 0,5 5-5464 0 0,16-16 4260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8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1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49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5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0.9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1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8:51.5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1.5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6:59:02.4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5.7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8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19.5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0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0:20.2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0.0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0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3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7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1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4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2.6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4.9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5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0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3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7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0:38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7.9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164 10 328 0 0,'0'0'30639'0'0,"-9"-1"-29918"0"0,3 1-667 0 0,1 0 0 0 0,-1 0-1 0 0,0 0 1 0 0,0 0 0 0 0,1 1 0 0 0,-1 0 0 0 0,0 0 0 0 0,1 1 0 0 0,-1-1 0 0 0,1 1 0 0 0,0 0 0 0 0,-1 1 0 0 0,1-1 0 0 0,0 1 0 0 0,0 0 0 0 0,1 1 0 0 0,-1-1 0 0 0,1 1 0 0 0,-7 6 0 0 0,5-1-54 0 0,1 0 0 0 0,0 1 0 0 0,0-1 0 0 0,1 1 0 0 0,0 0 0 0 0,-4 18 0 0 0,7-24 0 0 0,0-1 0 0 0,0 1 0 0 0,0-1 0 0 0,0 1 0 0 0,1-1 0 0 0,0 1 0 0 0,0-1 0 0 0,0 1 0 0 0,0-1 0 0 0,0 1 0 0 0,1-1 0 0 0,-1 1 0 0 0,1-1 0 0 0,0 1 0 0 0,0-1 0 0 0,0 1 0 0 0,1-1 0 0 0,-1 0 0 0 0,1 0 0 0 0,0 0 0 0 0,-1 0 0 0 0,1 0 0 0 0,1 0 0 0 0,-1 0 0 0 0,5 4 0 0 0,-4-6 0 0 0,0 1 0 0 0,0-1 0 0 0,1 0 0 0 0,-1 0 0 0 0,1 0 0 0 0,-1 0 0 0 0,1-1 0 0 0,-1 1 0 0 0,1-1 0 0 0,-1 0 0 0 0,1 0 0 0 0,-1 0 0 0 0,1 0 0 0 0,0-1 0 0 0,-1 0 0 0 0,0 1 0 0 0,1-1 0 0 0,-1 0 0 0 0,1-1 0 0 0,-1 1 0 0 0,5-3 0 0 0,7-4 0 0 0,0-1 0 0 0,26-19 0 0 0,-40 27 0 0 0,6-5 0 0 0,1 0 0 0 0,-1 0 0 0 0,-1-1 0 0 0,1 0 0 0 0,-1-1 0 0 0,0 1 0 0 0,-1-1 0 0 0,0 0 0 0 0,0 0 0 0 0,0-1 0 0 0,3-11 0 0 0,-8 8 0 0 0,-2 4 0 0 0,-6-20 0 0 0,-7 17 0 0 0,-3 2 0 0 0,5 2 0 0 0,-4 3 0 0 0,3 5 0 0 0,9 0 0 0 0,4-1 0 0 0,1 0 0 0 0,-1 0 0 0 0,0-1 0 0 0,0 1 0 0 0,1 0 0 0 0,-1 0 0 0 0,0 0 0 0 0,0 0 0 0 0,1 0 0 0 0,-1 1 0 0 0,0-1 0 0 0,0 0 0 0 0,1 0 0 0 0,-1 0 0 0 0,0 1 0 0 0,0-1 0 0 0,1 0 0 0 0,-1 1 0 0 0,0-1 0 0 0,1 0 0 0 0,-1 1 0 0 0,1-1 0 0 0,-1 1 0 0 0,0-1 0 0 0,1 1 0 0 0,-1 0 0 0 0,1-1 0 0 0,-1 2 0 0 0,-5 9 0 0 0,-4 1 0 0 0,10 3 0 0 0,11-1 0 0 0,-11-14-224 0 0,1 1 1 0 0,0 0-1 0 0,0-1 1 0 0,0 1-1 0 0,0 0 1 0 0,0-1-1 0 0,0 1 1 0 0,0-1-1 0 0,0 0 1 0 0,0 1-1 0 0,0-1 1 0 0,0 0-1 0 0,0 1 1 0 0,0-1-1 0 0,0 0 1 0 0,0 0-1 0 0,0 0 1 0 0,0 0-1 0 0,0 0 1 0 0,0 0-1 0 0,0 0 1 0 0,0-1-1 0 0,0 1 1 0 0,0 0-1 0 0,0 0 1 0 0,0-1-1 0 0,0 1 1 0 0,0-1-1 0 0,1 0 1 0 0,21-16-11052 0 0,-22 16 10204 0 0,7-8-6640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0 232 0 0,'1'3'4592'0'0,"7"15"11544"0"0,-4-10-11836 0 0,-3-6-3790 0 0,1 0 1 0 0,-1-1 0 0 0,0 1-1 0 0,1-1 1 0 0,0 1 0 0 0,-1-1-1 0 0,1 1 1 0 0,0-1 0 0 0,0 0-1 0 0,0 0 1 0 0,0 0-1 0 0,0 0 1 0 0,0 0 0 0 0,3 0-1 0 0,12 2-715 0 0,-15-3-163 0 0,-1-14-8405 0 0,0 4-885 0 0,-2 4 8130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6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0 153 1624 0 0,'0'0'3893'0'0,"6"-25"4195"0"0,2 8-5969 0 0,51-37 2872 0 0,-51 48-4147 0 0,1-1 0 0 0,0 1-1 0 0,0 1 1 0 0,0 0 0 0 0,1 0 0 0 0,-1 1-1 0 0,1 0 1 0 0,0 0 0 0 0,0 1-1 0 0,20-3 1 0 0,-26 5-111 0 0,-3 1-673 0 0,0 0 0 0 0,0 0 0 0 0,0-1 0 0 0,-1 1 0 0 0,1 0 0 0 0,0 0 0 0 0,0 0 0 0 0,0 0 0 0 0,-1 0 0 0 0,1 1 0 0 0,0-1 0 0 0,0 0 0 0 0,0 0 0 0 0,-1 0 0 0 0,1 1 0 0 0,0-1 0 0 0,0 0 0 0 0,-1 1 0 0 0,1-1 0 0 0,0 0 0 0 0,-1 1 0 0 0,1-1 0 0 0,0 1 0 0 0,-1-1 0 0 0,1 1 0 0 0,-1 0 0 0 0,1-1 0 0 0,-1 1 0 0 0,1 0 0 0 0,-1-1 0 0 0,1 2 0 0 0,5 7 58 0 0,-6 4-118 0 0,-6 4 0 0 0,-5 23 0 0 0,9-25 0 0 0,2-1 0 0 0,2 0 0 0 0,3-5 0 0 0,-1-2 0 0 0,8-2 0 0 0,-8-5-267 0 0,-1 0 1 0 0,1 0-1 0 0,-1-1 0 0 0,0 1 0 0 0,1-1 1 0 0,-1 0-1 0 0,0 0 0 0 0,1 0 1 0 0,-1 0-1 0 0,0 0 0 0 0,0-1 1 0 0,6-3-1 0 0,26-19-4347 0 0,-31 22 3034 0 0,12-6-656 0 0,-11 8-7512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8.9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1472 0 0,'-12'-29'25444'0'0,"13"36"-25247"0"0,-2-5-136 0 0,1 0 0 0 0,0 1 0 0 0,1-1 0 0 0,-1 0 0 0 0,0 0 0 0 0,1 1 1 0 0,-1-1-1 0 0,1 0 0 0 0,0 0 0 0 0,-1 0 0 0 0,1 0 0 0 0,0 1 0 0 0,0-1 0 0 0,3 2 0 0 0,9 32 1533 0 0,47 47 565 0 0,-59-81-2079 0 0,10 11 69 0 0,-4-9-127 0 0,-6-3-95 0 0,-1 0 0 0 0,0 0-1 0 0,0 1 1 0 0,0-1 0 0 0,0 0 0 0 0,0 0 0 0 0,0 0 0 0 0,0 0-1 0 0,0 0 1 0 0,-1 0 0 0 0,1 0 0 0 0,0 0 0 0 0,0 0 0 0 0,-1 0-1 0 0,1 0 1 0 0,-1 0 0 0 0,1 0 0 0 0,-1 0 0 0 0,1 0-1 0 0,-1-1 1 0 0,0 1 0 0 0,1 0 0 0 0,-3 1 0 0 0,-24 7-2880 0 0,20-8 858 0 0,0 0 1 0 0,0 0-1 0 0,0-1 0 0 0,0 0 1 0 0,0 0-1 0 0,0-1 0 0 0,-11-2 0 0 0,-3-2-3847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2:09.1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1 359 1744 0 0,'71'-37'12344'0'0,"-2"-5"-6814"0"0,127-102-2671 0 0,-165 120-3444 0 0,38-32-1242 0 0,-28 13-9069 0 0,-33 31 5739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8.9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39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0.6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3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2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4:43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0.5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1.6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2.5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4.6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5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5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2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6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2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7.4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0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8.4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1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4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4:59.9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2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5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2.9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3.2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4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8.6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09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3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0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3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2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2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3.9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18.8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0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3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19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2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4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0.9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1.2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15:22.0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0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4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4.7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1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4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6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3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6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7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3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8.9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3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15:29.5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1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327 21 1152 0 0,'0'0'4837'0'0,"-16"-21"19355"0"0,10 27-23970 0 0,2-2 61 0 0,0 0 0 0 0,0 0 0 0 0,0 0 0 0 0,1 0 0 0 0,-1 1-1 0 0,1-1 1 0 0,-5 11 0 0 0,-49 100-182 0 0,-26 32-101 0 0,38-70 0 0 0,32-60 0 0 0,11-14 0 0 0,0-1 0 0 0,0 1 0 0 0,0 0 0 0 0,0-1 0 0 0,0 1 0 0 0,0 0 0 0 0,1 0 0 0 0,0 1 0 0 0,-1-1 0 0 0,0 6 0 0 0,-4 2 0 0 0,6-11 0 0 0,0 1-1 0 0,0-1 1 0 0,-1 0 0 0 0,1 0 0 0 0,0 1-1 0 0,-1-1 1 0 0,1 0 0 0 0,0 0 0 0 0,0 1-1 0 0,-1-1 1 0 0,1 0 0 0 0,-1 0 0 0 0,1 0-1 0 0,0 1 1 0 0,-1-1 0 0 0,1 0 0 0 0,0 0-1 0 0,-1 0 1 0 0,1 0 0 0 0,-1 0 0 0 0,1 0-1 0 0,0 0 1 0 0,-1 0 0 0 0,1 0 0 0 0,0 0-1 0 0,-1 0 1 0 0,1 0 0 0 0,-1 0 0 0 0,1 0-1 0 0,-1-1 1 0 0,-1-1-386 0 0,0-1-1 0 0,-1 0 1 0 0,1 0 0 0 0,0 0 0 0 0,1 0-1 0 0,-1 0 1 0 0,0 0 0 0 0,-1-5-1 0 0,-8-22-7595 0 0,5 17-1128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4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1908 0 0,'0'0'21784'0'0,"0"7"-20464"0"0,1 5-1021 0 0,1 0-1 0 0,0 0 0 0 0,1-1 0 0 0,0 1 1 0 0,0-1-1 0 0,1 1 0 0 0,1-1 0 0 0,0 0 1 0 0,0 0-1 0 0,1-1 0 0 0,1 0 0 0 0,0 0 1 0 0,0 0-1 0 0,1-1 0 0 0,0 0 0 0 0,0 0 1 0 0,1-1-1 0 0,0 0 0 0 0,1-1 0 0 0,0 0 1 0 0,0-1-1 0 0,0 1 0 0 0,1-2 0 0 0,0 0 1 0 0,18 7-1 0 0,-14-7-2659 0 0,24 10-9656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7.7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 0 1560 0 0,'0'0'15770'0'0,"7"40"-3564"0"0,-8-16-11560 0 0,-2 0 0 0 0,-11 45 0 0 0,8-44-215 0 0,2 0 0 0 0,-4 48 0 0 0,2-48-431 0 0,4-9 0 0 0,2-6-23 0 0,0-8-432 0 0,4-8-1424 0 0,8-26-1447 0 0,-9 17-1160 0 0,-2-1-4131 0 0,-1-2 757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5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4 1840 0 0,'0'0'26030'0'0,"-3"-4"-24555"0"0,4 7 1898 0 0,0 0-3370 0 0,1-1 1 0 0,-1 1 0 0 0,1-1-1 0 0,0 0 1 0 0,0 0-1 0 0,0 0 1 0 0,0 0 0 0 0,0 0-1 0 0,0 0 1 0 0,0-1 0 0 0,1 1-1 0 0,-1-1 1 0 0,0 1-1 0 0,1-1 1 0 0,0 0 0 0 0,4 1-1 0 0,10-2-15 0 0,26 3 12 0 0,0-2 0 0 0,57-5 0 0 0,-60 2 0 0 0,-25 1 0 0 0,-35 15-238 0 0,-65 16-7861 0 0,59-21 3044 0 0,-1 0-3412 0 0,13-4 2331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08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41 1396 0 0,'0'0'23908'0'0,"-1"0"-23730"0"0,1 1 0 0 0,-1-1 1 0 0,1 1-1 0 0,-1-1 0 0 0,1 1 1 0 0,-1 0-1 0 0,1-1 0 0 0,0 1 1 0 0,-1 0-1 0 0,1-1 0 0 0,0 1 1 0 0,-1 0-1 0 0,1 0 0 0 0,0-1 1 0 0,0 1-1 0 0,0 0 0 0 0,0 0 1 0 0,0 1-1 0 0,1 1-57 0 0,1-1 0 0 0,0 1 0 0 0,0 0 0 0 0,0-1 0 0 0,0 1 0 0 0,1-1 0 0 0,-1 0 0 0 0,1 0 0 0 0,-1 0 0 0 0,1 0 0 0 0,0 0 0 0 0,-1 0 0 0 0,1-1 0 0 0,0 0 0 0 0,0 1 0 0 0,0-1 0 0 0,1 0 0 0 0,-1 0 0 0 0,0-1 0 0 0,0 1 0 0 0,0-1-1 0 0,1 1 1 0 0,-1-1 0 0 0,0 0 0 0 0,0 0 0 0 0,1-1 0 0 0,-1 1 0 0 0,6-2 0 0 0,14-2-385 0 0,0-1-1 0 0,45-16 1 0 0,-48 15 321 0 0,42-12-336 0 0,-38 13 168 0 0,0-2 0 0 0,41-18-1 0 0,-72 37-2604 0 0,-3-2-175 0 0,-1-3-4211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68 756 0 0,'17'-10'397'0'0,"-3"1"5318"0"0,-2-1 12641 0 0,-11 8-15606 0 0,-9-4-2229 0 0,7 5-392 0 0,0 0 1 0 0,0 0-1 0 0,0 0 0 0 0,-1-1 0 0 0,1 1 0 0 0,0 0 0 0 0,-1 1 0 0 0,1-1 0 0 0,-1 0 0 0 0,1 0 0 0 0,-1 1 0 0 0,-3-2 0 0 0,-2 2-44 0 0,-1 0 0 0 0,0 0 0 0 0,0 1 0 0 0,0 0 0 0 0,1 1 0 0 0,-1 0 0 0 0,1 0 0 0 0,-1 0 0 0 0,1 1 0 0 0,0 0 0 0 0,0 0 0 0 0,0 1-1 0 0,0 0 1 0 0,0 0 0 0 0,-6 7 0 0 0,5-5 18 0 0,0 0 0 0 0,0 1 0 0 0,1 0 0 0 0,0 0 0 0 0,1 1 0 0 0,-1-1-1 0 0,1 2 1 0 0,1-1 0 0 0,0 1 0 0 0,0-1 0 0 0,-5 15 0 0 0,9-19-103 0 0,1 0 0 0 0,0-1 0 0 0,1 1 0 0 0,-1 0 0 0 0,1-1 0 0 0,-1 1 0 0 0,1 0 0 0 0,0-1 0 0 0,0 1 0 0 0,1-1 0 0 0,-1 1 0 0 0,3 3 0 0 0,-2-4 0 0 0,1 1 0 0 0,-1-1 0 0 0,1 0 0 0 0,0 0 0 0 0,0 0 0 0 0,0-1 0 0 0,0 1 0 0 0,1-1 0 0 0,-1 0 0 0 0,0 0 0 0 0,1 0 0 0 0,0 0 0 0 0,-1 0 0 0 0,1-1 0 0 0,0 0 0 0 0,6 2 0 0 0,-2-2 0 0 0,0 0 0 0 0,0-1 0 0 0,0 0 0 0 0,0 0 0 0 0,1 0 0 0 0,-1-1 0 0 0,14-3 0 0 0,-3-2 0 0 0,0 0 0 0 0,-1 0 0 0 0,0-2 0 0 0,0-1 0 0 0,0 0 0 0 0,16-12 0 0 0,-29 17 0 0 0,0 1 0 0 0,-1-1 0 0 0,1-1 0 0 0,-1 1 0 0 0,0 0 0 0 0,0-1 0 0 0,-1 0 0 0 0,1 0 0 0 0,-1 0 0 0 0,0-1 0 0 0,-1 1 0 0 0,1 0 0 0 0,-1-1 0 0 0,0 0 0 0 0,1-7 0 0 0,-3-1 0 0 0,0 13 0 0 0,0-4 0 0 0,-1 0 0 0 0,0 0 0 0 0,0 1 0 0 0,-1-1 0 0 0,1 1 0 0 0,-1-1 0 0 0,0 1 0 0 0,0 0 0 0 0,-1-1 0 0 0,1 1 0 0 0,-1 0 0 0 0,0 1 0 0 0,0-1 0 0 0,0 0 0 0 0,0 1 0 0 0,-1 0 0 0 0,-4-4 0 0 0,-9 1 0 0 0,16 6 0 0 0,1-1 0 0 0,-1 1 0 0 0,0-1 0 0 0,0 1 0 0 0,0-1 0 0 0,0 1 0 0 0,0 0 0 0 0,0-1 0 0 0,0 1 0 0 0,0 0 0 0 0,0 0 0 0 0,0 0 0 0 0,0 0 0 0 0,0 0 0 0 0,0 0 0 0 0,0 0 0 0 0,0 0 0 0 0,0 0 0 0 0,0 0 0 0 0,0 0 0 0 0,1 0 0 0 0,-1 1 0 0 0,0-1 0 0 0,0 1 0 0 0,0-1 0 0 0,0 0 0 0 0,-1 2 0 0 0,-9 5 0 0 0,0 0 0 0 0,6 0 0 0 0,6 4 0 0 0,11 7-250 0 0,-5-17-538 0 0,-2-1-326 0 0,2 4-7600 0 0,2-3 4139 0 0,-5-1 1347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4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1 232 0 0,'0'0'1976'0'0,"-19"30"11436"0"0,14-20-11110 0 0,-7 50 6202 0 0,16-32-5822 0 0,-2-25-8453 0 0,-1-11 5640 0 0,2-15-5751 0 0,-1 6-784 0 0,3 4 672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3.9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24 1928 0 0,'-1'-13'12987'0'0,"-3"4"-5606"0"0,-1 8-5799 0 0,-2 3-1075 0 0,0 1 0 0 0,1 1 0 0 0,-1-1 0 0 0,1 1 0 0 0,-1 1 0 0 0,1-1 1 0 0,0 1-1 0 0,1 0 0 0 0,-1 0 0 0 0,1 0 0 0 0,0 1 0 0 0,1 0 0 0 0,-5 7 1 0 0,8-11 93 0 0,20 20-52 0 0,-4-16-493 0 0,0-2 0 0 0,0 0 0 0 0,0 0 1 0 0,29 2-1 0 0,-32-6-20 0 0,0 1 0 0 0,1 1-1 0 0,-1 1 1 0 0,0-1 0 0 0,0 2 0 0 0,-1 0 0 0 0,1 0-1 0 0,-1 1 1 0 0,19 10 0 0 0,-30-14-36 0 0,2 0 0 0 0,0 0 0 0 0,-1 0 0 0 0,1 1 0 0 0,0-1 0 0 0,-1 1 0 0 0,1-1 0 0 0,-1 1 0 0 0,0-1 0 0 0,1 1 0 0 0,-1 0 0 0 0,0 0 0 0 0,0 0 0 0 0,0 0 0 0 0,0 0 0 0 0,-1 0 0 0 0,2 3 0 0 0,-2-2 0 0 0,0 0 0 0 0,0 0 0 0 0,-1 0 0 0 0,1 0 0 0 0,-1 0 0 0 0,0 0 0 0 0,0 0 0 0 0,0 0 0 0 0,0 0 0 0 0,0 0 0 0 0,0 0 0 0 0,-1 0 0 0 0,0-1 0 0 0,1 1 0 0 0,-1-1 0 0 0,0 1 0 0 0,0-1 0 0 0,0 0 0 0 0,-4 3 0 0 0,-1 0 0 0 0,0-1 0 0 0,0 0 0 0 0,0 0 0 0 0,-1 0 0 0 0,-9 2 0 0 0,-7 5 0 0 0,19-8 0 0 0,4-2 0 0 0,0 0 0 0 0,0 0 0 0 0,0-1 0 0 0,0 1 0 0 0,-1 0 0 0 0,1 0 0 0 0,0-1 0 0 0,-1 1 0 0 0,1-1 0 0 0,0 1 0 0 0,-1-1 0 0 0,1 0 0 0 0,0 1 0 0 0,-1-1 0 0 0,1 0 0 0 0,-1 0 0 0 0,1 0 0 0 0,-2 0 0 0 0,-16-1 0 0 0,6 0 0 0 0,-4-2 0 0 0,5-4 0 0 0,9-2 0 0 0,0-13-3107 0 0,3 20 1997 0 0,0 1-1 0 0,0-1 0 0 0,0 0 1 0 0,1 1-1 0 0,-1-1 0 0 0,0 0 1 0 0,1 1-1 0 0,-1-1 1 0 0,1 1-1 0 0,-1-1 0 0 0,1 1 1 0 0,0-1-1 0 0,0 1 0 0 0,1-3 1 0 0,0 1-716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3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23 2284 0 0,'0'0'17356'0'0,"-1"-10"-5588"0"0,7 14-11677 0 0,0-1 0 0 0,0 1 1 0 0,1-1-1 0 0,-1 0 1 0 0,1 0-1 0 0,0-1 1 0 0,0 0-1 0 0,0 0 1 0 0,0-1-1 0 0,0 0 1 0 0,1 0-1 0 0,-1-1 0 0 0,0 1 1 0 0,0-2-1 0 0,1 1 1 0 0,9-2-1 0 0,19-4-1038 0 0,69-20-1 0 0,-84 20 206 0 0,0 4 672 0 0,-15 2-2486 0 0,-20 14-9885 0 0,10-10 6669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4.8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19 1560 0 0,'0'0'22524'0'0,"-4"-4"-20906"0"0,-13-8-86 0 0,13 9 3589 0 0,2 7-4750 0 0,-11 24-365 0 0,1 1 0 0 0,2 0 1 0 0,1 1-1 0 0,1 0 0 0 0,1 0 1 0 0,-2 34-1 0 0,-1-7-9 0 0,16-10 3 0 0,1-38 0 0 0,5-8 0 0 0,-8-3 0 0 0,-1 0 0 0 0,0 0 0 0 0,0-1 0 0 0,0 1 0 0 0,0-1 0 0 0,0 0 0 0 0,0 0 0 0 0,-1 0 0 0 0,1 0 0 0 0,-1 0 0 0 0,0-1 0 0 0,0 1 0 0 0,0-1 0 0 0,0 1 0 0 0,-1-1 0 0 0,0 0 0 0 0,1 1 0 0 0,-1-1 0 0 0,-1 0 0 0 0,1 0 0 0 0,0-5 0 0 0,0 7-351 0 0,0-1 0 0 0,-1 1 0 0 0,1 0 0 0 0,-1-1 0 0 0,0 1 0 0 0,0-1 0 0 0,1 1 0 0 0,-1-1 0 0 0,-1 1 0 0 0,1 0 0 0 0,0-1-1 0 0,-1 1 1 0 0,1-1 0 0 0,-1 1 0 0 0,-1-4 0 0 0,0 1-914 0 0,0 3-1841 0 0,-6 1 2036 0 0,6 1-1637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15.4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88 2044 0 0,'-8'-6'24834'0'0,"40"-5"-23901"0"0,1 2 0 0 0,1 1 0 0 0,-1 2-1 0 0,57-4 1 0 0,14-2 292 0 0,-56 6-1225 0 0,-15 2 0 0 0,50-11 0 0 0,-104 22-3000 0 0,-47 22-12879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3.9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5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4.9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2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7.5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2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5.0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210 33 284 0 0,'-4'-10'32456'0'0,"-15"23"-32429"0"0,19-13-27 0 0,0 1 0 0 0,0-1 0 0 0,0 0 0 0 0,-1 0 0 0 0,1 1 0 0 0,0-1 0 0 0,0 0 0 0 0,-1 0 0 0 0,1 1 0 0 0,0-1 0 0 0,0 0 0 0 0,-1 0 0 0 0,1 0 0 0 0,0 0 0 0 0,-1 1 0 0 0,1-1 0 0 0,0 0 0 0 0,0 0 0 0 0,-1 0 0 0 0,1 0 0 0 0,0 0 0 0 0,-1 0 0 0 0,1 0 0 0 0,0 0 0 0 0,-1 0 0 0 0,1 0 0 0 0,0 0 0 0 0,-1 0 0 0 0,1 0 0 0 0,0 0 0 0 0,-1 0 0 0 0,1 0 0 0 0,0 0 0 0 0,-1-1 0 0 0,1 1 0 0 0,0 0 0 0 0,-1 0 0 0 0,1-20 0 0 0,-4 7 0 0 0,-8 8 0 0 0,9 5 0 0 0,0-1 0 0 0,0 1 0 0 0,0 0 0 0 0,0 0 0 0 0,0 0 0 0 0,0 1 0 0 0,0-1 0 0 0,0 1 0 0 0,0-1 0 0 0,0 1 0 0 0,0 0 0 0 0,0 0 0 0 0,0 0 0 0 0,0 1 0 0 0,-4 2 0 0 0,-2 2 0 0 0,0-2 0 0 0,1 1 0 0 0,0 0 0 0 0,0 0 0 0 0,0 1 0 0 0,1 0 0 0 0,-1 0 0 0 0,2 1 0 0 0,-1 0 0 0 0,1 0 0 0 0,0 1 0 0 0,-7 11 0 0 0,9-10 0 0 0,5 3 0 0 0,8 0 0 0 0,-6-9 0 0 0,0-1 0 0 0,0-1 0 0 0,0 1 0 0 0,0 0 0 0 0,0-1 0 0 0,0 0 0 0 0,1 1 0 0 0,-1-1 0 0 0,1-1 0 0 0,-1 1 0 0 0,1 0 0 0 0,-1-1 0 0 0,1 0 0 0 0,-1 0 0 0 0,7 0 0 0 0,-7 0 0 0 0,4 0 0 0 0,0 0 0 0 0,0 0 0 0 0,0 1 0 0 0,0 0 0 0 0,-1 0 0 0 0,1 1 0 0 0,0 0 0 0 0,-1 0 0 0 0,1 1 0 0 0,-1 0 0 0 0,0 0 0 0 0,1 0 0 0 0,-2 1 0 0 0,1 0 0 0 0,0 0 0 0 0,-1 0 0 0 0,0 1 0 0 0,0 0 0 0 0,0 0 0 0 0,0 0 0 0 0,-1 1 0 0 0,5 7 0 0 0,-4-5 0 0 0,-1 1 0 0 0,0-1 0 0 0,-1 1 0 0 0,0 0 0 0 0,0-1 0 0 0,-1 1 0 0 0,2 15 0 0 0,5 16 0 0 0,-7-28 0 0 0,-4 5 0 0 0,-2-1 0 0 0,2-3 0 0 0,-4-3 0 0 0,-6-6 0 0 0,10-3 0 0 0,1-1 0 0 0,-1 1 0 0 0,0-1 0 0 0,0 0 0 0 0,0 0 0 0 0,1 0 0 0 0,-1 0 0 0 0,0 0 0 0 0,0 0 0 0 0,0 0 0 0 0,1-1 0 0 0,-1 1 0 0 0,0 0 0 0 0,0-1 0 0 0,1 0 0 0 0,-1 1 0 0 0,0-1 0 0 0,-2-2 0 0 0,-2 0 0 0 0,-2 0 0 0 0,0-1 0 0 0,0 1 0 0 0,0-1 0 0 0,0-1 0 0 0,1 1 0 0 0,-1-1 0 0 0,1-1 0 0 0,-11-10 0 0 0,-39-29 0 0 0,45 37 0 0 0,4-1 0 0 0,7 2 0 0 0,11 2-269 0 0,-7 4-1671 0 0,-15-17-21805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2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76 5 2036 0 0,'-1'-1'10182'0'0,"-13"-2"7899"0"0,14 2-18060 0 0,-1 1 0 0 0,0 0 1 0 0,1 0-1 0 0,-1 1 0 0 0,1-1 1 0 0,-1 0-1 0 0,1 0 0 0 0,-1 0 0 0 0,1 0 1 0 0,-1 0-1 0 0,1 1 0 0 0,-1-1 1 0 0,1 0-1 0 0,-1 0 0 0 0,1 1 1 0 0,-1-1-1 0 0,1 0 0 0 0,-1 1 0 0 0,1-1 1 0 0,-1 1-1 0 0,1-1 0 0 0,0 0 1 0 0,-1 1-1 0 0,1-1 0 0 0,0 1 1 0 0,0-1-1 0 0,-1 2 0 0 0,-10 24 631 0 0,-3 44 390 0 0,9-44-864 0 0,1 0-178 0 0,0 0 0 0 0,2 1 0 0 0,1 45 0 0 0,1-67 0 0 0,-1-1 0 0 0,9 23 0 0 0,-3-18 0 0 0,-4-8 0 0 0,-1-1 0 0 0,0 0 0 0 0,0-1 0 0 0,0 1 0 0 0,0 0 0 0 0,0 0 0 0 0,0 0 0 0 0,0 0 0 0 0,0 0 0 0 0,0 0 0 0 0,0 0 0 0 0,1 0 0 0 0,-1 0 0 0 0,0 0 0 0 0,0 0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0,0 1 0 0 0,0-1 0 0 0,1 0 0 0 0,-1 0 0 0 0,0 0 0 0 0,0 0 0 0 0,0 0 0 0 0,0 0 0 0 0,0 0 0 0 0,0 0 0 0 0,0 0 0 0 0,0 0 0 0 0,0 1 0 0 0,0-1 0 0 0,0 0 0 0 0,0 0 0 0 0,0 0 0 0 0,4-35 19 0 0,-7 12-117 0 0,1 9-562 0 0,2 12-581 0 0,-1 0-1 0 0,1 1 1 0 0,-1-1-1 0 0,1 0 1 0 0,-1 0-1 0 0,0 1 1 0 0,0-1-1 0 0,0 0 1 0 0,0 1-1 0 0,0-1 1 0 0,0 1-1 0 0,0-1 1 0 0,0 1-1 0 0,-3-2 1 0 0,-4-2-6296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48.5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18 276 0 0,'-9'-18'30455'0'0,"13"22"-30396"0"0,0 0-1 0 0,0-1 0 0 0,0 1 0 0 0,0-1 0 0 0,0 0 0 0 0,1 0 0 0 0,-1 0 1 0 0,1-1-1 0 0,0 0 0 0 0,0 0 0 0 0,0 0 0 0 0,0 0 0 0 0,0-1 0 0 0,0 1 1 0 0,1-2-1 0 0,-1 1 0 0 0,7 0 0 0 0,18 0 228 0 0,-1-2 0 0 0,36-4 0 0 0,-5 0-155 0 0,-46 4-131 0 0,7-4-187 0 0,-20 2-502 0 0,-1 2 9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0.1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135 169 640 0 0,'0'-1'14151'0'0,"-10"-3"-2390"0"0,6 8-11532 0 0,1 1 0 0 0,-1 0-1 0 0,1 0 1 0 0,1 0-1 0 0,-1 0 1 0 0,0 1 0 0 0,1-1-1 0 0,0 1 1 0 0,-2 10-1 0 0,-7 62 2752 0 0,5-25-2031 0 0,5-7-949 0 0,3 2 0 0 0,-1-32 0 0 0,2-2 0 0 0,-2-2 0 0 0,-1-12 0 0 0,0 0 0 0 0,0 0 0 0 0,0 0 0 0 0,0 1 0 0 0,0-1 0 0 0,0 0 0 0 0,0 0 0 0 0,0 0 0 0 0,0 0 0 0 0,0 1 0 0 0,0-1 0 0 0,0 0 0 0 0,0 0 0 0 0,0 0 0 0 0,0 0 0 0 0,0 1 0 0 0,0-1 0 0 0,0 0 0 0 0,0 0 0 0 0,0 0 0 0 0,0 0 0 0 0,0 1 0 0 0,0-1 0 0 0,0 0 0 0 0,0 0 0 0 0,0 0 0 0 0,-1 0 0 0 0,1 0 0 0 0,0 1 0 0 0,0-1 0 0 0,0 0 0 0 0,0 0 0 0 0,0 0 0 0 0,0 0 0 0 0,-1 0 0 0 0,1 0 0 0 0,0 0 0 0 0,0 0 0 0 0,0 0 0 0 0,0 0 0 0 0,-1 0 0 0 0,1 1 0 0 0,0-1 0 0 0,0 0 0 0 0,0 0 0 0 0,0 0 0 0 0,-1 0 0 0 0,1 0 0 0 0,0 0 0 0 0,0 0 0 0 0,0 0 0 0 0,0-1 0 0 0,-1 1 0 0 0,-20-10 0 0 0,17 7 0 0 0,0 1 0 0 0,1-1 0 0 0,0 0 0 0 0,0 0 0 0 0,0 0 0 0 0,0 0 0 0 0,0-1 0 0 0,1 1 0 0 0,-1-1 0 0 0,1 1 0 0 0,0-1 0 0 0,0 0 0 0 0,0 0 0 0 0,1 0 0 0 0,-1 0 0 0 0,1 0 0 0 0,0 0 0 0 0,0-1 0 0 0,1 1 0 0 0,-1 0 0 0 0,1-8 0 0 0,-3-5 0 0 0,0-2 0 0 0,0 1 0 0 0,2-1 0 0 0,0 0 0 0 0,0 0 0 0 0,2 0 0 0 0,1 0 0 0 0,0 1 0 0 0,9-36 0 0 0,-8 44 0 0 0,1 0 0 0 0,0-1 0 0 0,1 2 0 0 0,0-1 0 0 0,0 0 0 0 0,1 1 0 0 0,0 0 0 0 0,1 0 0 0 0,0 1 0 0 0,0 0 0 0 0,1 0 0 0 0,0 1 0 0 0,1 0 0 0 0,-1 0 0 0 0,1 1 0 0 0,0 0 0 0 0,1 0 0 0 0,0 1 0 0 0,0 1 0 0 0,0 0 0 0 0,0 0 0 0 0,0 1 0 0 0,1 0 0 0 0,19-3 0 0 0,-24 6 0 0 0,1-1 0 0 0,-1 1 0 0 0,1 0 0 0 0,0 1 0 0 0,-1-1 0 0 0,1 2 0 0 0,-1-1 0 0 0,0 0 0 0 0,1 1 0 0 0,-1 1 0 0 0,0-1 0 0 0,0 1 0 0 0,0 0 0 0 0,9 6 0 0 0,-13-8 0 0 0,0 1 0 0 0,-1-1 0 0 0,1 1 0 0 0,0 0 0 0 0,-1 0 0 0 0,1-1 0 0 0,-1 1 0 0 0,1 0 0 0 0,-1 1 0 0 0,0-1 0 0 0,0 0 0 0 0,0 0 0 0 0,0 0 0 0 0,0 1 0 0 0,-1-1 0 0 0,1 0 0 0 0,0 3 0 0 0,-1-1 0 0 0,-1-1 0 0 0,1 0 0 0 0,0 1 0 0 0,-1-1 0 0 0,0 0 0 0 0,0 0 0 0 0,0 0 0 0 0,0 1 0 0 0,0-1 0 0 0,0 0 0 0 0,-1 0 0 0 0,0 0 0 0 0,1-1 0 0 0,-1 1 0 0 0,-4 4 0 0 0,-61 63 0 0 0,31-34 0 0 0,-53 48 0 0 0,83-76 0 0 0,-1 1 0 0 0,3 2 0 0 0,3 0 0 0 0,0 3 0 0 0,-4-3 0 0 0,4 0 0 0 0,1-6 0 0 0,0-1 0 0 0,1 0 0 0 0,-1 0 0 0 0,1 0 0 0 0,0 1 0 0 0,1-1 0 0 0,-1 0 0 0 0,1 0 0 0 0,0 0 0 0 0,0-1 0 0 0,0 1 0 0 0,0 0 0 0 0,0-1 0 0 0,1 1 0 0 0,0-1 0 0 0,0 0 0 0 0,0 0 0 0 0,0 0 0 0 0,6 5 0 0 0,3-1 0 0 0,0 0 0 0 0,0 0 0 0 0,0-1 0 0 0,15 6 0 0 0,-15-8 0 0 0,37 13 0 0 0,45 9 0 0 0,-87-23 0 0 0,5 0 0 0 0,0-2 0 0 0,-6-7-107 0 0,-5 4-473 0 0,1-1-3379 0 0,1-1 5638 0 0,-2 2-3619 0 0,-19-11-21068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2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18 160 2188 0 0,'0'0'17989'0'0,"-6"-10"-17207"0"0,-2 9 7271 0 0,7 8-7880 0 0,0-1 1 0 0,0 0-1 0 0,1 1 1 0 0,-1-1-1 0 0,1 1 0 0 0,1-1 1 0 0,-1 0-1 0 0,1 1 0 0 0,0-1 1 0 0,1 0-1 0 0,3 11 1 0 0,-4-14-117 0 0,1 0 1 0 0,-1-1 0 0 0,1 1-1 0 0,0 0 1 0 0,0-1 0 0 0,0 0 0 0 0,0 1-1 0 0,0-1 1 0 0,0 0 0 0 0,0 0 0 0 0,1 0-1 0 0,-1 0 1 0 0,1 0 0 0 0,0-1 0 0 0,-1 1-1 0 0,1-1 1 0 0,0 0 0 0 0,0 0 0 0 0,0 0-1 0 0,0 0 1 0 0,0 0 0 0 0,0-1 0 0 0,0 1-1 0 0,0-1 1 0 0,0 0 0 0 0,0 0 0 0 0,0 0-1 0 0,4 0 1 0 0,7-2-58 0 0,0 0 0 0 0,0-1 0 0 0,0 0 0 0 0,-1-1 0 0 0,1-1 0 0 0,-1 0 0 0 0,0-1 0 0 0,0 0 0 0 0,-1-1 0 0 0,22-16 0 0 0,-24 17 0 0 0,-1-1 0 0 0,-1-1 0 0 0,1 0 0 0 0,-1 0 0 0 0,-1 0 0 0 0,0-1 0 0 0,0 0 0 0 0,0-1 0 0 0,-1 1 0 0 0,-1-1 0 0 0,1-1 0 0 0,-2 1 0 0 0,7-22 0 0 0,-10 29 0 0 0,0 1 0 0 0,0 0 0 0 0,-1-1 0 0 0,1 1 0 0 0,-1-1 0 0 0,0 1 0 0 0,0-1 0 0 0,0 0 0 0 0,0 1 0 0 0,0-1 0 0 0,-1 1 0 0 0,1-1 0 0 0,-1 1 0 0 0,1 0 0 0 0,-1-1 0 0 0,0 1 0 0 0,0-1 0 0 0,0 1 0 0 0,0 0 0 0 0,-3-3 0 0 0,3 3 0 0 0,-1 1 0 0 0,0-1 0 0 0,0 1 0 0 0,0 0 0 0 0,0 0 0 0 0,0 0 0 0 0,0 0 0 0 0,0 0 0 0 0,0 1 0 0 0,0-1 0 0 0,-1 0 0 0 0,1 1 0 0 0,0 0 0 0 0,0-1 0 0 0,-1 1 0 0 0,1 0 0 0 0,-4 1 0 0 0,-3 0 0 0 0,0 0 0 0 0,1 0 0 0 0,-1 1 0 0 0,0 1 0 0 0,1 0 0 0 0,-1 0 0 0 0,1 0 0 0 0,-9 6 0 0 0,8-3 0 0 0,1 0 0 0 0,0 0 0 0 0,1 1 0 0 0,0 0 0 0 0,0 1 0 0 0,0-1 0 0 0,1 1 0 0 0,0 1 0 0 0,0-1 0 0 0,1 1 0 0 0,0 0 0 0 0,1 0 0 0 0,-6 15 0 0 0,8-18 0 0 0,1 0 0 0 0,-1 1 0 0 0,1-1 0 0 0,1 0 0 0 0,-1 1 0 0 0,1-1 0 0 0,0 1 0 0 0,0-1 0 0 0,1 1 0 0 0,-1-1 0 0 0,2 0 0 0 0,-1 0 0 0 0,1 1 0 0 0,0-1 0 0 0,0 0 0 0 0,0 0 0 0 0,1 0 0 0 0,0-1 0 0 0,0 1 0 0 0,1-1 0 0 0,0 0 0 0 0,5 7 0 0 0,20 17 0 0 0,1 0 0 0 0,63 43 0 0 0,-40-32 0 0 0,-39-29 0 0 0,0 1 0 0 0,0 1 0 0 0,-1 0 0 0 0,-1 1 0 0 0,0 0 0 0 0,-1 1 0 0 0,0 1 0 0 0,12 23 0 0 0,-19-29 0 0 0,1 0 0 0 0,-1 0 0 0 0,-1 1 0 0 0,0-1 0 0 0,0 1 0 0 0,-1 0 0 0 0,-1 0 0 0 0,0 0 0 0 0,0 0 0 0 0,-1 0 0 0 0,0 0 0 0 0,-1 0 0 0 0,0 0 0 0 0,-1 0 0 0 0,-5 16 0 0 0,0-7 0 0 0,-1 0 0 0 0,-1 0 0 0 0,-1-1 0 0 0,-1-1 0 0 0,-1 1 0 0 0,0-2 0 0 0,-1 0 0 0 0,-21 21 0 0 0,29-34 0 0 0,1 0 0 0 0,-1 0 0 0 0,0-1 0 0 0,-1 1 0 0 0,1-1 0 0 0,-1 0 0 0 0,1-1 0 0 0,-1 1 0 0 0,0-1 0 0 0,0 0 0 0 0,0-1 0 0 0,0 1 0 0 0,0-1 0 0 0,0-1 0 0 0,-1 1 0 0 0,1-1 0 0 0,0 0 0 0 0,0 0 0 0 0,-1-1 0 0 0,-9-1 0 0 0,7 0 0 0 0,0 0 0 0 0,0 0 0 0 0,0-1 0 0 0,0 0 0 0 0,0 0 0 0 0,1-1 0 0 0,-1 0 0 0 0,1 0 0 0 0,0-1 0 0 0,0-1 0 0 0,1 1 0 0 0,-14-13 0 0 0,16 10 0 0 0,-2-3 0 0 0,2-2 0 0 0,11-2 0 0 0,-1 7 0 0 0,0-1 0 0 0,1 1 0 0 0,0 1 0 0 0,0-1 0 0 0,1 1 0 0 0,0 0 0 0 0,0 0 0 0 0,1 1 0 0 0,-1 0 0 0 0,12-6 0 0 0,27-23 0 0 0,-39 32-3085 0 0,12-1-12996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1 624 0 0,'0'0'14213'0'0,"-3"4"-12044"0"0,0 2-1620 0 0,0-1 0 0 0,0 0 0 0 0,1 1-1 0 0,0 0 1 0 0,0-1 0 0 0,0 1 0 0 0,1 0 0 0 0,-1 0 0 0 0,1 0 0 0 0,0 6 0 0 0,1 78 7509 0 0,1-38-6393 0 0,0-39-1665 0 0,3 0 0 0 0,-4-13 0 0 0,0 0 0 0 0,0 1 0 0 0,0-1 0 0 0,0 0 0 0 0,0 0 0 0 0,1 0 0 0 0,-1 1 0 0 0,0-1 0 0 0,0 0 0 0 0,0 0 0 0 0,0 0 0 0 0,0 1 0 0 0,0-1 0 0 0,1 0 0 0 0,-1 0 0 0 0,0 0 0 0 0,0 0 0 0 0,0 0 0 0 0,0 1 0 0 0,1-1 0 0 0,-1 0 0 0 0,0 0 0 0 0,0 0 0 0 0,0 0 0 0 0,1 0 0 0 0,-1 0 0 0 0,0 0 0 0 0,0 0 0 0 0,1 0 0 0 0,-1 0 0 0 0,0 0 0 0 0,0 0 0 0 0,0 0 0 0 0,1 0 0 0 0,-1 0 0 0 0,0 0 0 0 0,0 0 0 0 0,1 0 0 0 0,-1 0 0 0 0,0 0 0 0 0,0 0 0 0 0,0 0 0 0 0,1 0 0 0 0,-1 0 0 0 0,0-1 0 0 0,0 1 0 0 0,1 0 0 0 0,0-1-279 0 0,0-1 0 0 0,0 1 0 0 0,0 0 0 0 0,0-1 0 0 0,0 1 0 0 0,0-1 0 0 0,0 0 0 0 0,0 1 1 0 0,-1-1-1 0 0,1 0 0 0 0,0 1 0 0 0,-1-1 0 0 0,1-2 0 0 0,2-46-12201 0 0,-3 47 11740 0 0,0-22-8053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1.9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8 1088 0 0,'-1'0'7044'0'0,"-1"9"5065"0"0,4-6-11843 0 0,0 0-1 0 0,0 0 1 0 0,1-1-1 0 0,-1 1 1 0 0,1 0 0 0 0,0-1-1 0 0,0 0 1 0 0,0 0-1 0 0,0 0 1 0 0,0 0-1 0 0,0 0 1 0 0,0 0 0 0 0,1-1-1 0 0,-1 0 1 0 0,1 0-1 0 0,-1 0 1 0 0,1 0-1 0 0,-1 0 1 0 0,1 0 0 0 0,0-1-1 0 0,-1 0 1 0 0,1 0-1 0 0,0 0 1 0 0,5-1-1 0 0,16-1 209 0 0,0-1 0 0 0,41-11 0 0 0,-16 3 237 0 0,62-12-3128 0 0,-110 23 1601 0 0,-6 4-3341 0 0,-39 31 421 0 0,-11-1-5722 0 0,23-21 4717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1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59 616 0 0,'-6'18'6032'0'0,"6"-17"-5793"0"0,-1-1 0 0 0,1 1 0 0 0,-1 0-1 0 0,1 0 1 0 0,-1-1 0 0 0,1 1 0 0 0,-1 0 0 0 0,1 0 0 0 0,-1-1 0 0 0,1 1 0 0 0,0 0 0 0 0,0 0 0 0 0,-1 0 0 0 0,1 0 0 0 0,0-1 0 0 0,0 1-1 0 0,0 0 1 0 0,0 0 0 0 0,0 0 0 0 0,0 0 0 0 0,0 0 0 0 0,0-1 0 0 0,1 1 0 0 0,-1 0 0 0 0,0 0 0 0 0,0 0 0 0 0,1 0 0 0 0,-1-1 0 0 0,0 1 0 0 0,1 0-1 0 0,-1 0 1 0 0,1-1 0 0 0,-1 1 0 0 0,1 0 0 0 0,-1-1 0 0 0,1 1 0 0 0,0 0 0 0 0,-1-1 0 0 0,1 1 0 0 0,0-1 0 0 0,-1 1 0 0 0,1-1 0 0 0,0 1 0 0 0,0-1-1 0 0,-1 0 1 0 0,1 1 0 0 0,0-1 0 0 0,0 0 0 0 0,0 0 0 0 0,0 0 0 0 0,-1 1 0 0 0,1-1 0 0 0,0 0 0 0 0,0 0 0 0 0,0 0 0 0 0,2-1 0 0 0,16 3 636 0 0,0-1 1 0 0,1-1 0 0 0,-1-1 0 0 0,1-1 0 0 0,-1-1 0 0 0,28-7-1 0 0,-13 1-1344 0 0,1-2 0 0 0,54-24 0 0 0,-62 17-3281 0 0,-14 2-6492 0 0,-7 8 4060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311 35 1912 0 0,'0'0'2170'0'0,"-6"-14"1210"0"0,4 10 1032 0 0,-13-12 5230 0 0,8 15-9220 0 0,0 1-1 0 0,1 0 1 0 0,-1 1 0 0 0,0-1 0 0 0,1 1-1 0 0,-1 1 1 0 0,0-1 0 0 0,1 1-1 0 0,0 0 1 0 0,-1 1 0 0 0,1 0 0 0 0,0 0-1 0 0,-9 6 1 0 0,-2 0 915 0 0,1 2 0 0 0,1 0-1 0 0,-26 25 1 0 0,27-23-1337 0 0,2 1 0 0 0,0 1 0 0 0,1 0 0 0 0,-11 18 0 0 0,18-26 0 0 0,1-1 0 0 0,-1 1 0 0 0,1 0 0 0 0,0 0 0 0 0,1 0 0 0 0,0 1 0 0 0,0-1 0 0 0,0 1 0 0 0,1-1 0 0 0,0 1 0 0 0,1-1 0 0 0,0 15 0 0 0,1-19 0 0 0,0 0 0 0 0,0 0 0 0 0,1 0 0 0 0,-1 0 0 0 0,1 0 0 0 0,-1-1 0 0 0,1 1 0 0 0,0 0 0 0 0,0-1 0 0 0,0 0 0 0 0,0 1 0 0 0,0-1 0 0 0,1 0 0 0 0,-1 0 0 0 0,1 0 0 0 0,-1 0 0 0 0,1-1 0 0 0,0 1 0 0 0,0-1 0 0 0,-1 0 0 0 0,1 1 0 0 0,0-1 0 0 0,0-1 0 0 0,0 1 0 0 0,1 0 0 0 0,-1-1 0 0 0,6 1 0 0 0,1 0 0 0 0,1 0 0 0 0,-1-1 0 0 0,1 0 0 0 0,-1 0 0 0 0,1-1 0 0 0,-1-1 0 0 0,13-2 0 0 0,-5-2 0 0 0,0 0 0 0 0,0-1 0 0 0,-1-1 0 0 0,0-1 0 0 0,21-13 0 0 0,-31 17 0 0 0,0 0 0 0 0,1-1 0 0 0,-2 0 0 0 0,1 0 0 0 0,-1-1 0 0 0,0 0 0 0 0,0 0 0 0 0,-1 0 0 0 0,1-1 0 0 0,-2 1 0 0 0,1-1 0 0 0,-1 0 0 0 0,3-10 0 0 0,-3 5 0 0 0,-3 11 0 0 0,0 0 0 0 0,0 0 0 0 0,0 0 0 0 0,0-1 0 0 0,-1 1 0 0 0,1 0 0 0 0,-1 0 0 0 0,1-1 0 0 0,-1 1 0 0 0,0 0 0 0 0,0-1 0 0 0,0 1 0 0 0,0 0 0 0 0,-1-1 0 0 0,1 1 0 0 0,-1 0 0 0 0,1-1 0 0 0,-1 1 0 0 0,0 0 0 0 0,0 0 0 0 0,0 0 0 0 0,0 0 0 0 0,0 0 0 0 0,-2-3 0 0 0,-3-7 0 0 0,6 10 0 0 0,-1 0 0 0 0,0 1 0 0 0,0-1 0 0 0,0 0 0 0 0,0 0 0 0 0,0 1 0 0 0,0-1 0 0 0,-1 1 0 0 0,1-1 0 0 0,0 1 0 0 0,-1-1 0 0 0,1 1 0 0 0,-1 0 0 0 0,0 0 0 0 0,1 0 0 0 0,-1 0 0 0 0,0 0 0 0 0,0 0 0 0 0,0 0 0 0 0,1 1 0 0 0,-1-1 0 0 0,0 0 0 0 0,0 1 0 0 0,0 0 0 0 0,0-1 0 0 0,0 1 0 0 0,0 0 0 0 0,0 0 0 0 0,0 0 0 0 0,-3 1 0 0 0,-17-1 0 0 0,2 3 0 0 0,3 1 0 0 0,5 3 0 0 0,12-6-106 0 0,-1-1 0 0 0,1 1 0 0 0,-1-1 0 0 0,1 1-1 0 0,0-1 1 0 0,-1 1 0 0 0,1 0 0 0 0,0-1 0 0 0,-1 1 0 0 0,1-1 0 0 0,0 1 0 0 0,0 0-1 0 0,-1-1 1 0 0,1 1 0 0 0,0 0 0 0 0,0-1 0 0 0,0 1 0 0 0,0 0 0 0 0,0-1 0 0 0,0 1-1 0 0,0 0 1 0 0,0-1 0 0 0,0 1 0 0 0,0-1 0 0 0,1 1 0 0 0,-1 0 0 0 0,0-1 0 0 0,1 2-1 0 0,19 12-10624 0 0,-15-12 7070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2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3056 0 0,'0'0'15812'0'0,"-8"0"-13085"0"0,2 0-2028 0 0,1 0-1 0 0,-1 1 0 0 0,0 0 0 0 0,0 0 0 0 0,1 0 1 0 0,-1 0-1 0 0,0 1 0 0 0,1 0 0 0 0,-1 0 1 0 0,1 1-1 0 0,0 0 0 0 0,0-1 0 0 0,0 2 1 0 0,0-1-1 0 0,-5 5 0 0 0,5-1-698 0 0,3 6 0 0 0,0-3 0 0 0,11 2 0 0 0,-8-11-165 0 0,0-1 0 0 0,0 1 0 0 0,0-1 0 0 0,0 1 0 0 0,1-1 0 0 0,-1 0 1 0 0,0 1-1 0 0,0-1 0 0 0,1 0 0 0 0,-1 0 0 0 0,0 0 0 0 0,1 0 0 0 0,-1 0 0 0 0,0 0 0 0 0,0 0 0 0 0,1 0 0 0 0,1-1 0 0 0,34-16-10278 0 0,-23 9 5732 0 0,3-1-3524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2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90 15 520 0 0,'0'0'4909'0'0,"-19"-13"3434"0"0,10 11 1491 0 0,7 3-9736 0 0,1 0 0 0 0,-1 0 0 0 0,0 0 0 0 0,1 0 0 0 0,-1 0 0 0 0,1 0 0 0 0,-1 0-1 0 0,1 1 1 0 0,0-1 0 0 0,-1 0 0 0 0,1 1 0 0 0,0-1 0 0 0,0 1 0 0 0,0-1 0 0 0,0 1 0 0 0,0 0 0 0 0,0 0 0 0 0,1-1-1 0 0,-1 1 1 0 0,0 0 0 0 0,1 0 0 0 0,0 0 0 0 0,-1-1 0 0 0,1 1 0 0 0,0 0 0 0 0,0 0 0 0 0,0 0 0 0 0,0 0 0 0 0,0 0-1 0 0,0 0 1 0 0,1 0 0 0 0,-1-1 0 0 0,1 1 0 0 0,-1 0 0 0 0,1 0 0 0 0,0 0 0 0 0,0-1 0 0 0,1 4 0 0 0,6 10 1072 0 0,1 0 1 0 0,0 0 0 0 0,18 22 0 0 0,-7-10-512 0 0,-10-13-659 0 0,-1 1 0 0 0,0 0 0 0 0,-2 1 0 0 0,0-1 0 0 0,6 19 0 0 0,-7 13 0 0 0,-6-35 0 0 0,0-10 0 0 0,0 1 0 0 0,-1-1 0 0 0,0 1 0 0 0,1-1 0 0 0,-1 1 0 0 0,0-1 0 0 0,0 0 0 0 0,-1 1 0 0 0,1-1 0 0 0,0 0 0 0 0,-1 0 0 0 0,1 0 0 0 0,-1 0 0 0 0,0 0 0 0 0,0 0 0 0 0,1 0 0 0 0,-1-1 0 0 0,0 1 0 0 0,-4 1 0 0 0,5-2 0 0 0,-12 2 0 0 0,7-2 0 0 0,1-1 0 0 0,-1-1 0 0 0,1 1 0 0 0,0-1 0 0 0,0 0 0 0 0,-1 0 0 0 0,1-1 0 0 0,0 1 0 0 0,0-1 0 0 0,0 0 0 0 0,0-1 0 0 0,1 1 0 0 0,-1-1 0 0 0,1 0 0 0 0,-1 0 0 0 0,1 0 0 0 0,0-1 0 0 0,0 0 0 0 0,0 1 0 0 0,1-1 0 0 0,-1-1 0 0 0,-2-4 0 0 0,0 2 0 0 0,4 4-325 0 0,0-1-1 0 0,0 0 1 0 0,0 0 0 0 0,1 0 0 0 0,-1 0-1 0 0,1 0 1 0 0,0 0 0 0 0,0 0-1 0 0,0-1 1 0 0,0 1 0 0 0,1 0 0 0 0,0 0-1 0 0,0-1 1 0 0,0 1 0 0 0,1 0 0 0 0,0-6-1 0 0,0-12-2947 0 0,-1 1-14170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4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1608 0 0,'0'0'8226'0'0,"8"-4"-1063"0"0,11-2-2661 0 0,60 3 558 0 0,-24-3-4635 0 0,-11-1-5224 0 0,-3-3-7122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6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56 0 2272 0 0,'1'2'792'0'0,"-1"-1"0"0"0,1 1-1 0 0,-1 0 1 0 0,1-1 0 0 0,-1 1 0 0 0,0-1-1 0 0,0 1 1 0 0,0 0 0 0 0,0-1-1 0 0,0 1 1 0 0,0-1 0 0 0,0 1 0 0 0,-1 0-1 0 0,1-1 1 0 0,0 1 0 0 0,-1-1-1 0 0,1 1 1 0 0,-2 2 0 0 0,-17 39 6693 0 0,8-17-4118 0 0,4-4-2710 0 0,2 0 0 0 0,0 1 1 0 0,1 0-1 0 0,2 1 0 0 0,0-1 0 0 0,2 26 0 0 0,2-31-657 0 0,4-5 0 0 0,-1-4 0 0 0,4-4-227 0 0,-7-4-1057 0 0,4-20-6554 0 0,-5 15 4463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3.9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1636 0 0,'0'0'1988'0'0</inkml:trace>
  <inkml:trace contextRef="#ctx0" brushRef="#br0" timeOffset="1">1 34 5685 0 0,'0'0'8472'0'0,"4"2"-6378"0"0,10 3-799 0 0,0 0 0 0 0,0-2 0 0 0,0 1 0 0 0,0-2 0 0 0,0 0 1 0 0,0-1-1 0 0,1 0 0 0 0,16-2 0 0 0,125-13 3333 0 0,-144 13-4427 0 0,50-13-1563 0 0,-43 7-2182 0 0,-3-3-3761 0 0,-10-2-7635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364 14 1220 0 0,'4'-8'27224'0'0,"-10"6"-27034"0"0,0 1 1 0 0,0 0-1 0 0,0 0 1 0 0,0 1-1 0 0,0-1 1 0 0,0 1-1 0 0,0 1 1 0 0,0-1-1 0 0,0 1 1 0 0,-11 3-1 0 0,-68 21 1810 0 0,57-16-1772 0 0,-1 0-228 0 0,1 2 0 0 0,0 1 0 0 0,-43 25 0 0 0,54-20 0 0 0,12-7 0 0 0,11 5 0 0 0,-4-12 0 0 0,1-1 0 0 0,-1 1 0 0 0,1-1 0 0 0,0 0 0 0 0,-1 1 0 0 0,1-1 0 0 0,1-1 0 0 0,-1 1 0 0 0,0 0 0 0 0,0-1 0 0 0,0 1 0 0 0,1-1 0 0 0,-1 0 0 0 0,1 0 0 0 0,-1 0 0 0 0,1-1 0 0 0,4 1 0 0 0,75 1 0 0 0,-41-2 0 0 0,38 5 0 0 0,-69-4 0 0 0,-4 5 0 0 0,-9 9 0 0 0,-13 4 0 0 0,2-5 0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4.9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205 7 32767 0 0,'-2'3'0'0'0,"-3"4"0"0"0,-1 0 0 0 0,1-1 0 0 0,-1 0 0 0 0,0 0 0 0 0,0-1 0 0 0,-1 1 0 0 0,1-1 0 0 0,-1-1 0 0 0,-1 1 0 0 0,1-1 0 0 0,0-1 0 0 0,-1 1 0 0 0,-11 2 0 0 0,6-4 0 0 0,11-1 0 0 0,0-1 0 0 0,0 0 0 0 0,0 0 0 0 0,0 0 0 0 0,0 0 0 0 0,1-1 0 0 0,-1 1 0 0 0,0 0 0 0 0,0-1 0 0 0,0 1 0 0 0,0-1 0 0 0,1 0 0 0 0,-1 0 0 0 0,0 0 0 0 0,0 1 0 0 0,1-2 0 0 0,-1 1 0 0 0,1 0 0 0 0,-1 0 0 0 0,1 0 0 0 0,0-1 0 0 0,-1 1 0 0 0,-1-3 0 0 0,-1-1 0 0 0,-8-7 0 0 0,13 5 0 0 0,-22-26 0 0 0,14 24-155 0 0,6 7-774 0 0,33 20-25622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5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3 912 0 0,'-7'-2'31727'0'0,"3"40"-31679"0"0,2 1 0 0 0,2 42 1 0 0,0-1-66 0 0,-3-67-2876 0 0,-4-15-3722 0 0,-5-14-2185 0 0,3 7 670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5.9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14 2280 0 0,'-12'-7'21043'0'0,"40"12"-19370"0"0,3 2-2903 0 0,-13-5 3812 0 0,-5 0-2607 0 0,158 8 4161 0 0,-85-16-7683 0 0,-44-2-2040 0 0,-2-4-3461 0 0,-23 6 2143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4:56.3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61 191 1316 0 0,'-1'0'3514'0'0,"-4"4"-2352"0"0,2 0 4948 0 0,-16 67 4803 0 0,17-59-10023 0 0,1 0 1 0 0,0 0-1 0 0,1 0 0 0 0,0 0 1 0 0,0 0-1 0 0,2 0 1 0 0,3 17-1 0 0,-1-7-518 0 0,-2-11-183 0 0,0-1-1 0 0,0 1 0 0 0,1 0 0 0 0,1-1 0 0 0,0 0 0 0 0,0 0 0 0 0,1 0 0 0 0,0 0 0 0 0,0-1 0 0 0,1 0 0 0 0,14 17 0 0 0,-11-24-188 0 0,-7-3-28 0 0,-1 0-1 0 0,1 0 1 0 0,-1 0-1 0 0,1 0 1 0 0,-1-1 0 0 0,0 1-1 0 0,0 0 1 0 0,0-1-1 0 0,0 1 1 0 0,0 0 0 0 0,0-1-1 0 0,0 1 1 0 0,0-1-1 0 0,0 0 1 0 0,0 1 0 0 0,-1-1-1 0 0,1 0 1 0 0,-1 1-1 0 0,0-1 1 0 0,1 0 0 0 0,-1 1-1 0 0,0-1 1 0 0,0 0-1 0 0,0-2 1 0 0,-7-53-1279 0 0,3 29 761 0 0,2 15 211 0 0,-1 1-1 0 0,0-1 1 0 0,-1 1 0 0 0,0 0-1 0 0,-8-14 1 0 0,-8-26-600 0 0,-11-23-183 0 0,22 57 1016 0 0,1-1 1 0 0,1 1 0 0 0,-6-25 0 0 0,12 39 183 0 0,0 1 0 0 0,0-1 0 0 0,1 0-1 0 0,-1 1 1 0 0,1-1 0 0 0,0 0 0 0 0,0 1 0 0 0,0-1 0 0 0,2-7 0 0 0,-1 9-56 0 0,0 0 0 0 0,0 0 0 0 0,1 0 0 0 0,-1 0 0 0 0,1 1 0 0 0,0-1 0 0 0,-1 0 0 0 0,1 1 0 0 0,0-1 0 0 0,0 1 0 0 0,0 0 0 0 0,0 0 0 0 0,0-1 0 0 0,0 1 0 0 0,0 0 0 0 0,5-1-1 0 0,14-5 182 0 0,0 0-1 0 0,0 1 1 0 0,1 1-1 0 0,0 1 1 0 0,0 1-1 0 0,33 0 1 0 0,136 11 2702 0 0,-183-8-2678 0 0,-6 0-155 0 0,0 0 0 0 0,0 0-1 0 0,0 0 1 0 0,0 0-1 0 0,0 0 1 0 0,0 1 0 0 0,0-1-1 0 0,0 1 1 0 0,0-1-1 0 0,0 1 1 0 0,0 0 0 0 0,0 0-1 0 0,0 0 1 0 0,2 2-1 0 0,6 5-22 0 0,-7 4-53 0 0,-4-9 0 0 0,0 0 0 0 0,-1 0 0 0 0,0 0 0 0 0,1 0 0 0 0,-1-1 0 0 0,0 1 0 0 0,-1-1 0 0 0,1 1 0 0 0,0-1 0 0 0,-1 1 0 0 0,1-1 0 0 0,-1 0 0 0 0,-4 2 0 0 0,-46 26 0 0 0,32-19 0 0 0,-146 79 0 0 0,164-88 0 0 0,0-1 0 0 0,0 1 0 0 0,-1 0 0 0 0,2-1 0 0 0,-1 2 0 0 0,0-1 0 0 0,0 0 0 0 0,1 1 0 0 0,-1-1 0 0 0,1 1 0 0 0,-1-1 0 0 0,1 1 0 0 0,0 0 0 0 0,0 0 0 0 0,1 0 0 0 0,-1 1 0 0 0,1-1 0 0 0,-1 0 0 0 0,1 0 0 0 0,0 1 0 0 0,0-1 0 0 0,1 1 0 0 0,-1-1 0 0 0,1 1 0 0 0,-1-1 0 0 0,1 1 0 0 0,0-1 0 0 0,0 1 0 0 0,1 0 0 0 0,-1-1 0 0 0,2 5 0 0 0,0-4 0 0 0,1 0 0 0 0,0 0 0 0 0,-1-1 0 0 0,1 0 0 0 0,0 1 0 0 0,1-1 0 0 0,-1 0 0 0 0,0 0 0 0 0,1-1 0 0 0,0 1 0 0 0,0-1 0 0 0,0 1 0 0 0,0-1 0 0 0,0-1 0 0 0,6 3 0 0 0,64 19 0 0 0,-28-13 0 0 0,40 11 0 0 0,130 12 0 0 0,-219-35 77 0 0,0-1-187 0 0,-1 1 1 0 0,0-1-1 0 0,1 1 0 0 0,-1-1 0 0 0,0 1 1 0 0,-1 0-1 0 0,1 0 0 0 0,-7-1 0 0 0,4 2-912 0 0,-34-7-13450 0 0,16 2 5275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1.3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2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6:4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1436 0 0,'0'0'1932'0'0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8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66 2 664 0 0,'3'-1'31955'0'0,"-15"39"-31919"0"0,2 2 0 0 0,2-1 1 0 0,1 1-1 0 0,-2 56 0 0 0,9-60-47 0 0,1 0 0 0 0,10 68 0 0 0,-10-101 11 0 0,-1 0 0 0 0,1 1 0 0 0,0-1 0 0 0,0 0 0 0 0,1 0 0 0 0,-1 0 0 0 0,1-1 0 0 0,-1 1 0 0 0,1 0 0 0 0,0 0 0 0 0,0-1 0 0 0,4 4 0 0 0,2 5 0 0 0,-3-3 0 0 0,-14-32 0 0 0,4 12 0 0 0,-5 3 0 0 0,-1 0 0 0 0,2 1 0 0 0,8 8-34 0 0,1-1 0 0 0,-1 0 0 0 0,0 1 0 0 0,1 0 0 0 0,-1-1 0 0 0,0 1 0 0 0,0-1 0 0 0,1 1 0 0 0,-1 0 0 0 0,0-1 0 0 0,0 1 0 0 0,1 0 0 0 0,-1 0 0 0 0,0 0 0 0 0,0 0 0 0 0,0 0 0 0 0,0 0 1 0 0,0 0-1 0 0,1 0 0 0 0,-1 0 0 0 0,0 0 0 0 0,0 0 0 0 0,0 0 0 0 0,1 0 0 0 0,-1 1 0 0 0,0-1 0 0 0,0 0 0 0 0,0 1 0 0 0,1-1 0 0 0,-2 1 0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9.3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0 672 0 0,'0'0'16293'0'0,"-5"5"-14566"0"0,-10 12 38 0 0,1 1 1 0 0,1 0-1 0 0,1 1 1 0 0,0 0-1 0 0,-15 36 1 0 0,-16 25 1716 0 0,26-48-3482 0 0,2 0 0 0 0,1 1 0 0 0,1 0 0 0 0,2 1 0 0 0,2 1 0 0 0,1 0 0 0 0,-5 41 0 0 0,13-70 0 0 0,-1-1 0 0 0,1 0 0 0 0,0 0 0 0 0,0 0 0 0 0,1 0 0 0 0,-1 0 0 0 0,1 0 0 0 0,0 0 0 0 0,0 0 0 0 0,1 0 0 0 0,0 0 0 0 0,-1 0 0 0 0,2-1 0 0 0,-1 1 0 0 0,0-1 0 0 0,1 1 0 0 0,0-1 0 0 0,0 0 0 0 0,0 0 0 0 0,1 0 0 0 0,-1-1 0 0 0,1 1 0 0 0,0-1 0 0 0,6 4 0 0 0,-2-1 0 0 0,0-1 0 0 0,1-1 0 0 0,0 0 0 0 0,0 0 0 0 0,0 0 0 0 0,0-1 0 0 0,1-1 0 0 0,-1 1 0 0 0,1-2 0 0 0,0 1 0 0 0,17-1 0 0 0,-20 1 0 0 0,41-2 0 0 0,-34-2 0 0 0,-9 1 0 0 0,-6 0 0 0 0,-24-4 0 0 0,14 5-5555 0 0,-4 0-6014 0 0,-1-2 2775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3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12 192,'-4'-1'219,"-19"-10"32783,26 11-33745,56 8 843,-39-7-100,-1 1-1,-1 1 1,1 1 0,0 0-1,-1 1 1,0 1-1,30 14 1,-46-18 0,-1-1 0,0 0 0,0 0 0,1 1 0,-1-1 0,0 0 0,0 1 0,0-1 0,-1 1 0,1 0 0,0-1 0,0 1 0,-1 0 0,1-1 0,-1 1 0,0 0 0,1 0 0,-1-1 0,0 1 0,0 0 0,0 0 0,0-1 0,0 1 0,-1 0 0,1 0 0,-1-1 0,1 1 0,-1 0 0,1-1 0,-3 4 0,-28 52 0,28-51 0,-20 22 0,-1 0 0,-1-1 0,-2-2 0,0 0 0,-2-2 0,-42 27 0,51-30 0,51-21 0,-10-5 0,-4 2 0,0 1 0,0 0 0,0 1 0,1 0 0,-1 2 0,24 2 0,-18-5 0,-23 3 0,0 0 0,1 0 0,-1 0 0,0 0 0,1 0 0,-1 0 0,0 0 0,0 0 0,1 0 0,-1 0 0,0 0 0,1 0 0,-1 0 0,0 0 0,0 0 0,1 0 0,-1 1 0,0-1 0,0 0 0,1 0 0,-1 0 0,0 0 0,0 0 0,0 1 0,1-1 0,-1 0 0,0 0 0,0 0 0,0 1 0,1-1 0,-1 0 0,0 0 0,0 1 0,0-1 0,0 0 0,0 1 0,-16 11-141,-1-10-1308,13-3-4087,-8-13-13128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7.6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6 744,'-2'-6'31989,"-2"33"-31955,2-10-34,2-4 0,0-3-241,0-8-1209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27:48.2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42 608,'0'0'1686,"0"-10"958,-1 5 2566,-1 0-5132,-7-13 12201,-1 15-10437,3 3 1947,-7 5-3275,-1 1 1,2 1 0,-1 0-1,0 0 1,1 2-1,1-1 1,0 2-1,-19 17 1,24-19-515,1 3 0,7 0 0,-1-10 0,0 0 0,1 0 0,-1 0 0,0 0 0,1-1 0,-1 1 0,1 0 0,-1 0 0,1 0 0,-1 0 0,1-1 0,-1 1 0,1 0 0,0-1 0,0 1 0,-1 0 0,1-1 0,0 1 0,0-1 0,-1 1 0,1-1 0,0 0 0,0 1 0,0-1 0,0 0 0,0 0 0,0 1 0,0-1 0,1 0 0,0 0 0,8 4 0,0 0 0,0-1 0,1 0 0,-1-1 0,20 2 0,20 7 0,-36-4 0,-1 2 0,0 0 0,-1 0 0,0 1 0,0 1 0,-1 0 0,18 24 0,-21-26 0,-3 0 0,-4 5 0,-2-11 0,1 0 0,0 0 0,-1-1 0,0 1 0,0 0 0,0-1 0,0 1 0,0 0 0,0-1 0,-1 0 0,1 1 0,-1-1 0,0 0 0,1 0 0,-1 1 0,0-2 0,0 1 0,0 0 0,-1 0 0,1-1 0,0 1 0,-1-1 0,1 1 0,-1-1 0,0 0 0,1 0 0,-6 1 0,-1 2 0,0-1 0,0 0 0,0 0 0,0-1 0,0 0 0,0-1 0,0 1 0,0-2 0,0 0 0,-1 0 0,1 0 0,-13-3 0,0-1 0,1-1 0,0 0 0,-36-16 0,46 17 0,-1-1 0,0 0 0,5-3-155,6 7-921,7 3-1719,19 5-2579,-19-3-3465,-6 8 672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69 20 1596 0 0,'15'-19'31140'0'0,"-20"25"-31137"0"0,0 0 0 0 0,1 1 0 0 0,0-1 1 0 0,0 1-1 0 0,0 0 0 0 0,1 0 1 0 0,0 1-1 0 0,0-1 0 0 0,1 1 0 0 0,0-1 1 0 0,-1 9-1 0 0,-1 9-6 0 0,1-1 1 0 0,0 38-1 0 0,4-47 3 0 0,0 0 0 0 0,1 0 0 0 0,5 24 0 0 0,-5-27 0 0 0,3-2 0 0 0,-3 0 0 0 0,-2 1 0 0 0,-1-9-213 0 0,0 1 1 0 0,1 0-1 0 0,-1 0 1 0 0,0 0-1 0 0,0 0 1 0 0,-1-1-1 0 0,1 1 1 0 0,0 0-1 0 0,-1-1 1 0 0,0 1-1 0 0,0-1 1 0 0,0 0-1 0 0,0 0 0 0 0,0 1 1 0 0,0-1-1 0 0,0-1 1 0 0,-4 4-1 0 0,2 0-4175 0 0,2-2 2197 0 0,-13 5-14402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4.5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49 121 1068 0 0,'-48'0'29035'0'0,"94"14"-26381"0"0,-27-14-2616 0 0,-1-1 0 0 0,0-1 1 0 0,0 0-1 0 0,0-1 0 0 0,0-1 0 0 0,0-1 1 0 0,26-10-1 0 0,35-21-1103 0 0,-5-4-3805 0 0,-55 28 1952 0 0,-4 3-1861 0 0,-6 4-3304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2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112 103 68 0 0,'0'0'17468'0'0,"-6"4"-15926"0"0,-15 8-104 0 0,19-8-1024 0 0,0-1 1 0 0,0 0-1 0 0,0 1 0 0 0,0-1 1 0 0,1 1-1 0 0,-1-1 0 0 0,1 1 1 0 0,0 0-1 0 0,0-1 0 0 0,0 1 1 0 0,1 0-1 0 0,-1 0 0 0 0,1 0 1 0 0,0 0-1 0 0,0 0 0 0 0,1 4 1 0 0,-1-6-150 0 0,0 10 145 0 0,1 0 1 0 0,0 0 0 0 0,1 0 0 0 0,4 16-1 0 0,2-6 553 0 0,0 0 0 0 0,21 37 0 0 0,-30-56-963 0 0,0 0 0 0 0,20 14 0 0 0,-19-17 0 0 0,0 0 0 0 0,0 0 0 0 0,0 0 0 0 0,0 0 0 0 0,0-1 0 0 0,0 1 0 0 0,0 0 0 0 0,0 0 0 0 0,0 0 0 0 0,0 0 0 0 0,0 0 0 0 0,0 0 0 0 0,1-1 0 0 0,-1 1 0 0 0,0 0 0 0 0,0 0 0 0 0,0 0 0 0 0,0 0 0 0 0,0 0 0 0 0,0 0 0 0 0,0 0 0 0 0,0 0 0 0 0,0 0 0 0 0,0 0 0 0 0,1-1 0 0 0,-1 1 0 0 0,0 0 0 0 0,0 0 0 0 0,0 0 0 0 0,0 0 0 0 0,0 0 0 0 0,0 0 0 0 0,1 0 0 0 0,-1 0 0 0 0,0 0 0 0 0,0 0 0 0 0,0 0 0 0 0,0 0 0 0 0,0 0 0 0 0,0 0 0 0 0,1 0 0 0 0,-1 0 0 0 0,0 0 0 0 0,0 0 0 0 0,0 0 0 0 0,0 0 0 0 0,0 0 0 0 0,0 0 0 0 0,0 0 0 0 0,1 1 0 0 0,-1-1 0 0 0,0 0 0 0 0,0 0 0 0 0,-2-8-7 0 0,0 0-1 0 0,0 1 1 0 0,0-1-1 0 0,-1 0 1 0 0,-1 1-1 0 0,1 0 1 0 0,-9-12-1 0 0,-41-55-77 0 0,9 16 97 0 0,34 44 69 0 0,6 4-33 0 0,1-1-44 0 0,3-5-4 0 0,3 11 0 0 0,0-1 0 0 0,1 0 0 0 0,-1 1 0 0 0,1 0 0 0 0,0 0 0 0 0,1 0 0 0 0,-1 0 0 0 0,1 1 0 0 0,0 0 0 0 0,0 0 0 0 0,0 0 0 0 0,11-5 0 0 0,5-3 0 0 0,0 1 0 0 0,25-9 0 0 0,22-2 0 0 0,-55 21 0 0 0,-3 7 0 0 0,-9 6 0 0 0,-7 4 0 0 0,0 0 0 0 0,-1 0 0 0 0,-1-1 0 0 0,0 0 0 0 0,-1 0 0 0 0,-1-1 0 0 0,0 0 0 0 0,-1-1 0 0 0,0 0 0 0 0,-22 18 0 0 0,10-8 0 0 0,-33 45 0 0 0,54-67 0 0 0,1 0 0 0 0,0 1 0 0 0,0-1 0 0 0,-1 0 0 0 0,1 1 0 0 0,1 0 0 0 0,-1-1 0 0 0,0 1 0 0 0,0 0 0 0 0,0-1 0 0 0,1 1 0 0 0,-1 0 0 0 0,1 0 0 0 0,-1-1 0 0 0,1 1 0 0 0,0 0 0 0 0,0 0 0 0 0,0 0 0 0 0,0 0 0 0 0,0-1 0 0 0,0 1 0 0 0,0 0 0 0 0,1 0 0 0 0,-1 0 0 0 0,1-1 0 0 0,-1 1 0 0 0,1 0 0 0 0,0 0 0 0 0,0-1 0 0 0,0 1 0 0 0,-1-1 0 0 0,1 1 0 0 0,1-1 0 0 0,-1 1 0 0 0,0-1 0 0 0,0 1 0 0 0,1-1 0 0 0,-1 0 0 0 0,3 2 0 0 0,5 2 0 0 0,-1-1 0 0 0,1 0 0 0 0,-1 0 0 0 0,1-1 0 0 0,0 0 0 0 0,11 1 0 0 0,-5 0 0 0 0,16 5 0 0 0,-1-2 0 0 0,60 6 0 0 0,20 1 0 0 0,-98-12 0 0 0,-6 5 0 0 0,-3 4 0 0 0,0-6-153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55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1456 0 0,'0'0'10247'0'0,"-2"0"-7571"0"0,-5 3-3517 0 0,3 6 13223 0 0,17 0-12030 0 0,23 18 1813 0 0,0-2 0 0 0,49 26 0 0 0,-59-38-2165 0 0,0 1 0 0 0,0 1 0 0 0,-2 1 0 0 0,0 1 0 0 0,-1 1 0 0 0,23 24 0 0 0,-39-35 0 0 0,0 1 0 0 0,0-1 0 0 0,-1 1 0 0 0,0 1 0 0 0,0-1 0 0 0,-1 1 0 0 0,0 0 0 0 0,-1 0 0 0 0,0 0 0 0 0,0 1 0 0 0,-1 0 0 0 0,0-1 0 0 0,-1 1 0 0 0,0 0 0 0 0,-1 0 0 0 0,0 0 0 0 0,0 1 0 0 0,-1-1 0 0 0,-1 0 0 0 0,1 0 0 0 0,-3 11 0 0 0,-3-1 0 0 0,0 0 0 0 0,-1-1 0 0 0,-1 0 0 0 0,0-1 0 0 0,-2 1 0 0 0,0-2 0 0 0,-1 1 0 0 0,-1-2 0 0 0,0 1 0 0 0,-1-2 0 0 0,-1 0 0 0 0,-1 0 0 0 0,-26 20 0 0 0,-33 25 0 0 0,67-53 0 0 0,2-1-391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3:21.4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1 416 0 0,'0'0'13732'0'0,"-5"1"-13092"0"0,-16 3-62 0 0,16-3 2034 0 0,3 0-1949 0 0,0 0 1 0 0,0 0 0 0 0,1 1 0 0 0,-1-1 0 0 0,0 0 0 0 0,1 1 0 0 0,-1-1-1 0 0,1 1 1 0 0,0-1 0 0 0,-1 1 0 0 0,1-1 0 0 0,0 1 0 0 0,0 0-1 0 0,-1 2 1 0 0,7 1-533 0 0,-1 0-1 0 0,1 0 1 0 0,0 0-1 0 0,0-1 1 0 0,0 0 0 0 0,1 0-1 0 0,-1 0 1 0 0,12 5-1 0 0,-10-5 70 0 0,0 0-1 0 0,-1 0 1 0 0,1 1-1 0 0,-1 0 1 0 0,0 0-1 0 0,7 7 1 0 0,-13-10-137 0 0,1-1 1 0 0,0 1-1 0 0,-1-1 1 0 0,1 1 0 0 0,-1 0-1 0 0,1-1 1 0 0,-1 1-1 0 0,0 0 1 0 0,0-1-1 0 0,0 1 1 0 0,0 0 0 0 0,0 0-1 0 0,0-1 1 0 0,0 1-1 0 0,-1 0 1 0 0,1-1-1 0 0,0 1 1 0 0,-1 0-1 0 0,0-1 1 0 0,1 1 0 0 0,-2 2-1 0 0,-21 36 570 0 0,17-31-454 0 0,-33 39-117 0 0,9-13-74 0 0,-6-2 12 0 0,30-29 0 0 0,0 1 0 0 0,0 0 0 0 0,0 0 0 0 0,1 1 0 0 0,-1 0 0 0 0,1 0 0 0 0,1 0 0 0 0,-8 12 0 0 0,11-17 0 0 0,1 0 0 0 0,-1-1 0 0 0,1 1 0 0 0,-1 0 0 0 0,1 0 0 0 0,0 0 0 0 0,-1 0 0 0 0,1 0 0 0 0,0 0 0 0 0,-1 0 0 0 0,1 0 0 0 0,0 0 0 0 0,0 0 0 0 0,0 0 0 0 0,0 0 0 0 0,0 0 0 0 0,0 0 0 0 0,0 0 0 0 0,0 0 0 0 0,1 0 0 0 0,-1 0 0 0 0,0 0 0 0 0,1 0 0 0 0,-1 0 0 0 0,0 0 0 0 0,1-1 0 0 0,-1 1 0 0 0,1 1 0 0 0,1-1 0 0 0,0 1 0 0 0,-1-1 0 0 0,1 0 0 0 0,0 0 0 0 0,0 0 0 0 0,-1 0 0 0 0,1 0 0 0 0,0 0 0 0 0,0-1 0 0 0,0 1 0 0 0,0-1 0 0 0,4 1 0 0 0,54 0 0 0 0,-12-7 0 0 0,-1-2 0 0 0,49-15 0 0 0,-81 20 0 0 0,-15 3 0 0 0,0 0 0 0 0,0 0 0 0 0,-1 0 0 0 0,1 1 0 0 0,0-1 0 0 0,0 0 0 0 0,0 0 0 0 0,0 0 0 0 0,0 0 0 0 0,-1 0 0 0 0,1 0 0 0 0,0 1 0 0 0,0-1 0 0 0,0 0 0 0 0,0 0 0 0 0,0 0 0 0 0,0 0 0 0 0,0 0 0 0 0,0 1 0 0 0,0-1 0 0 0,0 0 0 0 0,0 0 0 0 0,0 0 0 0 0,0 1 0 0 0,-1-1 0 0 0,1 0 0 0 0,0 0 0 0 0,0 0 0 0 0,0 0 0 0 0,1 1 0 0 0,-1-1 0 0 0,0 0 0 0 0,0 0 0 0 0,0 0 0 0 0,0 0 0 0 0,0 1 0 0 0,0-1 0 0 0,0 0 0 0 0,0 0 0 0 0,0 0 0 0 0,0 0 0 0 0,0 1 0 0 0,0-1 0 0 0,1 0 0 0 0,-1 0 0 0 0,0 0 0 0 0,0 0 0 0 0,0 0 0 0 0,0 0 0 0 0,0 0 0 0 0,1 1 0 0 0,-1-1 0 0 0,0 0 0 0 0,0 0 0 0 0,0 0 0 0 0,1 0 0 0 0,-13 9 0 0 0,11-8-30 0 0,0 0 0 0 0,-1 0 0 0 0,1 0 0 0 0,0 0 0 0 0,0 1 0 0 0,0-1 0 0 0,0 0 0 0 0,0 1 0 0 0,0-1 0 0 0,0 1 0 0 0,0-1 0 0 0,0 1 0 0 0,1-1 0 0 0,-1 1 0 0 0,1-1 0 0 0,-1 1 0 0 0,1 0 0 0 0,-1 2 0 0 0,-5 11-1884 0 0,-2-10-1323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6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478 258 252 0 0,'0'0'1165'0'0,"-6"-8"1631"0"0,-5-11 1144 0 0,2-15-1732 0 0,-2 0-573 0 0,9-1-629 0 0,3 30-754 0 0,-1-1 1 0 0,0 1-1 0 0,0 0 1 0 0,0 0 0 0 0,-1 0-1 0 0,0-1 1 0 0,0 1-1 0 0,0 0 1 0 0,-1 0 0 0 0,-1-5-1 0 0,2 8-4 0 0,0 0 1 0 0,0 0-1 0 0,1-1 0 0 0,-1 1 1 0 0,1 0-1 0 0,-1 0 0 0 0,1-1 1 0 0,0 1-1 0 0,0-1 0 0 0,0 1 1 0 0,1-4-1 0 0,-3-19 4033 0 0,1 24-1244 0 0,2-2-1985 0 0,-2-2 2480 0 0,-10 26-1427 0 0,-30 67-2105 0 0,-5-1 0 0 0,-111 159 0 0 0,41-104 0 0 0,87-102 0 0 0,19-35 0 0 0,0-21-206 0 0,9 11-589 0 0,0 0 0 0 0,0 0-1 0 0,1 0 1 0 0,0-1 0 0 0,0 1 0 0 0,0 0 0 0 0,0-1-1 0 0,3-9 1 0 0,-1 0-3856 0 0,-1 0-3637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1.9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36 452 0 0,'-1'-7'2228'0'0,"-1"-8"3817"0"0,3 2 12477 0 0,30 72-17619 0 0,48 79 2029 0 0,-70-125-2721 0 0,1 0 0 0 0,0 0-1 0 0,1-1 1 0 0,0 0-1 0 0,0-1 1 0 0,1-1-1 0 0,23 16 1 0 0,-28-20-211 0 0,-5-5 0 0 0,0 1 0 0 0,0-1 0 0 0,0 1 0 0 0,0-1 0 0 0,0 0 0 0 0,0 0 0 0 0,1 0 0 0 0,-1 0 0 0 0,0 0 0 0 0,1 0 0 0 0,-1-1 0 0 0,1 1 0 0 0,-1-1 0 0 0,1 0 0 0 0,2 0 0 0 0,12 1 0 0 0,-16-1-165 0 0,0 1 1 0 0,0-1-1 0 0,-1 0 1 0 0,1 0-1 0 0,0 0 1 0 0,0 0-1 0 0,0 0 1 0 0,0 0-1 0 0,0 0 0 0 0,0 0 1 0 0,0 0-1 0 0,0 0 1 0 0,0 0-1 0 0,0 0 1 0 0,0-1-1 0 0,0 1 1 0 0,0-1-1 0 0,0 1 0 0 0,0 0 1 0 0,0-1-1 0 0,-1 1 1 0 0,1-1-1 0 0,0 0 1 0 0,0 1-1 0 0,0-1 1 0 0,-1 0-1 0 0,1 1 1 0 0,0-1-1 0 0,-1 0 0 0 0,1 0 1 0 0,-1 0-1 0 0,1 1 1 0 0,-1-1-1 0 0,1 0 1 0 0,-1 0-1 0 0,0 0 1 0 0,1 0-1 0 0,-1 0 0 0 0,0 0 1 0 0,0 0-1 0 0,0 0 1 0 0,0 0-1 0 0,0 0 1 0 0,0 0-1 0 0,0-1 1 0 0,0 1-480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1760 0 0,'0'0'29286'0'0,"4"3"-27994"0"0,0 2-1262 0 0,0 0 0 0 0,0 0 0 0 0,0 1 0 0 0,-1 0 0 0 0,0-1 0 0 0,0 1 0 0 0,0 0 0 0 0,-1 0 0 0 0,1 1 0 0 0,-1-1 0 0 0,-1 0 0 0 0,0 1 0 0 0,2 12 0 0 0,0 17-24 0 0,-1 45-1 0 0,-2-67-7 0 0,7 39 2 0 0,-5-39 0 0 0,3-1 0 0 0,-10-38 0 0 0,0 8-1819 0 0,-6 5-5419 0 0,11 11 6911 0 0,-1 1 0 0 0,1 0 0 0 0,0 0 1 0 0,-1 0-1 0 0,1-1 0 0 0,0 1 0 0 0,-1 0 0 0 0,1-1 0 0 0,0 1 0 0 0,0 0 0 0 0,-1-1 0 0 0,1 1 0 0 0,0 0 1 0 0,0-1-1 0 0,-1 1 0 0 0,1-1 0 0 0,0 1 0 0 0,0 0 0 0 0,0-1 0 0 0,0 1 0 0 0,0-1 0 0 0,0 1 1 0 0,0-1-1 0 0,0 1 0 0 0,0 0 0 0 0,0-1 0 0 0,0 1 0 0 0,0-1 0 0 0,0 0 0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2.8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14 368 0 0,'5'-14'28767'0'0,"-7"20"-27713"0"0,-6 15-77 0 0,8-14-99 0 0,4-3-831 0 0,1-1 1 0 0,0 0-1 0 0,1 0 1 0 0,-1 0 0 0 0,0-1-1 0 0,1 0 1 0 0,-1 0 0 0 0,1 0-1 0 0,0-1 1 0 0,-1 1-1 0 0,1-1 1 0 0,0-1 0 0 0,0 1-1 0 0,11-2 1 0 0,-6 2-39 0 0,14-1-8 0 0,0-1 0 0 0,0-1-1 0 0,35-8 1 0 0,74-9-17 0 0,-131 19-195 0 0,-8 4-5564 0 0,-18 10 2449 0 0,-47 23 1 0 0,43-24 1344 0 0,1 1 0 0 0,-28 20 1 0 0,19-11 2304 0 0,-1-4 3504 0 0,36-19-3702 0 0,0 0 0 0 0,1 0 0 0 0,-1 0 0 0 0,0 1 0 0 0,1-1 0 0 0,-1 0 0 0 0,0 0 0 0 0,1 0 0 0 0,-1 0-1 0 0,0 1 1 0 0,0-1 0 0 0,1 0 0 0 0,-1 0 0 0 0,0 0 0 0 0,0 1 0 0 0,1-1 0 0 0,-1 0 0 0 0,0 0 0 0 0,0 1 0 0 0,0-1 0 0 0,0 0 0 0 0,1 1 0 0 0,-1-1 0 0 0,0 0 0 0 0,0 0 0 0 0,0 1 0 0 0,0-1 0 0 0,0 0-1 0 0,0 1 1 0 0,0-1 0 0 0,0 0 0 0 0,0 1 0 0 0,0-1 0 0 0,0 0 0 0 0,0 1 0 0 0,0-1 0 0 0,0 0 0 0 0,0 1 0 0 0,0-1 0 0 0,0 0 0 0 0,0 1 0 0 0,-1-1 0 0 0,1 0 0 0 0,0 0 0 0 0,0 1 0 0 0,0-1 0 0 0,0 0-1 0 0,-1 0 1 0 0,1 1 0 0 0,0-1 0 0 0,0 0 0 0 0,-1 0 0 0 0,1 1 0 0 0,0-1 0 0 0,0 0 0 0 0,-1 0 0 0 0,1 0 0 0 0,0 0 0 0 0,-1 0 0 0 0,1 1 0 0 0,-1-1 0 0 0,30 6 1538 0 0,1-4-266 0 0,0-2 0 0 0,45-4 0 0 0,-10-11-4156 0 0,-55 11 669 0 0,-1 0-1 0 0,1 0 1 0 0,-1-1 0 0 0,12-7 0 0 0,-7 3-5021 0 0,4 1 542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3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236 24 168 0 0,'0'-2'4556'0'0,"-3"-12"9649"0"0,-4 13-14355 0 0,-11-4 8997 0 0,12 4-7541 0 0,3 0 633 0 0,0 2-1072 0 0,-10 6-765 0 0,1 1 1 0 0,0 0-1 0 0,1 0 0 0 0,0 1 0 0 0,0 1 1 0 0,1 0-1 0 0,0 0 0 0 0,-17 23 0 0 0,-14 14 7 0 0,37-43-109 0 0,0 0 0 0 0,1 0 0 0 0,0 1 0 0 0,0-1 0 0 0,0 1 0 0 0,0 0 0 0 0,1 0 0 0 0,-1 0 0 0 0,1 0 0 0 0,1 0 0 0 0,-1 0 0 0 0,1 0 0 0 0,-2 11 0 0 0,3-13 0 0 0,0 0 0 0 0,0 0 0 0 0,0 1 0 0 0,0-1 0 0 0,1 0 0 0 0,-1 0 0 0 0,1 0 0 0 0,0 0 0 0 0,0 0 0 0 0,0 0 0 0 0,0 0 0 0 0,1 0 0 0 0,-1 0 0 0 0,1-1 0 0 0,0 1 0 0 0,-1 0 0 0 0,1-1 0 0 0,0 1 0 0 0,1-1 0 0 0,-1 0 0 0 0,0 0 0 0 0,1 0 0 0 0,-1 0 0 0 0,5 3 0 0 0,2-1 0 0 0,0-1 0 0 0,0 0 0 0 0,0 0 0 0 0,0-1 0 0 0,0 0 0 0 0,1 0 0 0 0,-1-1 0 0 0,0 0 0 0 0,1-1 0 0 0,-1 0 0 0 0,1 0 0 0 0,-1-1 0 0 0,17-4 0 0 0,1-1 0 0 0,-1 0 0 0 0,0-3 0 0 0,40-16 0 0 0,-66 25 0 0 0,4-2 0 0 0,1 1 0 0 0,-1-1 0 0 0,0 0 0 0 0,1 0 0 0 0,-1-1 0 0 0,0 1 0 0 0,-1-1 0 0 0,1 0 0 0 0,0 0 0 0 0,-1 0 0 0 0,1 0 0 0 0,-1 0 0 0 0,0-1 0 0 0,0 0 0 0 0,-1 1 0 0 0,1-1 0 0 0,-1 0 0 0 0,1-1 0 0 0,-1 1 0 0 0,-1 0 0 0 0,1-1 0 0 0,-1 1 0 0 0,1-1 0 0 0,-1 1 0 0 0,1-10 0 0 0,-3 12 0 0 0,1-1 0 0 0,0 1 0 0 0,-1 0 0 0 0,1-1 0 0 0,-1 1 0 0 0,0 0 0 0 0,0 0 0 0 0,0-1 0 0 0,0 1 0 0 0,0 0 0 0 0,0 0 0 0 0,-1 0 0 0 0,1 0 0 0 0,-1 1 0 0 0,1-1 0 0 0,-1 0 0 0 0,0 1 0 0 0,-4-4 0 0 0,2 2 0 0 0,0 1 0 0 0,0-1 0 0 0,0 1 0 0 0,-1 0 0 0 0,0 0 0 0 0,1 0 0 0 0,-1 1 0 0 0,0 0 0 0 0,0 0 0 0 0,1 0 0 0 0,-9 0 0 0 0,-3 0 0 0 0,-2 1 0 0 0,4 2 0 0 0,14-2 0 0 0,0 0 0 0 0,0 0 0 0 0,-1 1 0 0 0,1-1 0 0 0,0 0 0 0 0,0 0 0 0 0,-1 0 0 0 0,1 0 0 0 0,0 0 0 0 0,0 0 0 0 0,-1 0 0 0 0,1 0 0 0 0,0 0 0 0 0,0 1 0 0 0,-1-1 0 0 0,1 0 0 0 0,0 0 0 0 0,0 0 0 0 0,0 0 0 0 0,0 1 0 0 0,-1-1 0 0 0,1 0 0 0 0,0 0 0 0 0,0 0 0 0 0,0 1 0 0 0,0-1 0 0 0,0 0 0 0 0,-1 0 0 0 0,1 1 0 0 0,0-1 0 0 0,0 0 0 0 0,0 0 0 0 0,0 1 0 0 0,0-1 0 0 0,0 0 0 0 0,0 0 0 0 0,0 1 0 0 0,0-1 0 0 0,0 0 0 0 0,0 0 0 0 0,0 1 0 0 0,9 10-4129 0 0,-7-10 3137 0 0,0 0 1 0 0,0 0 0 0 0,0 0-1 0 0,1 0 1 0 0,-1 0-1 0 0,0-1 1 0 0,0 1 0 0 0,0-1-1 0 0,1 1 1 0 0,-1-1-1 0 0,0 0 1 0 0,4 0-1 0 0,8 0-7860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3.6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43 1 2588 0 0,'0'0'26291'0'0,"-2"5"-24822"0"0,-32 88 950 0 0,30-81-2419 0 0,2-1 0 0 0,2 3 0 0 0,0-14-6 0 0,0 0 0 0 0,0 0-1 0 0,0 1 1 0 0,0-1 0 0 0,0 0 0 0 0,0 0 0 0 0,0 0-1 0 0,0 1 1 0 0,0-1 0 0 0,0 0 0 0 0,0 0 0 0 0,0 0-1 0 0,0 1 1 0 0,0-1 0 0 0,0 0 0 0 0,0 0 0 0 0,0 1-1 0 0,0-1 1 0 0,0 0 0 0 0,0 0 0 0 0,0 0 0 0 0,0 1-1 0 0,0-1 1 0 0,1 0 0 0 0,-1 0 0 0 0,0 0 0 0 0,0 0-1 0 0,0 1 1 0 0,0-1 0 0 0,0 0 0 0 0,1 0 0 0 0,-1 0-1 0 0,0 0 1 0 0,0 0 0 0 0,0 1 0 0 0,1-1 0 0 0,-1 0-1 0 0,0 0 1 0 0,0 0 0 0 0,0 0 0 0 0,1 0 0 0 0,-1 0-1 0 0,0 0 1 0 0,0 0 0 0 0,1 0 0 0 0,-1 0 0 0 0,4-2-586 0 0,1-1 1 0 0,-1 0 0 0 0,0 0 0 0 0,0 0-1 0 0,0 0 1 0 0,0-1 0 0 0,5-7 0 0 0,5-4-4569 0 0,-3 1-3365 0 0,2-2 621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0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0 348 0 0,'0'0'26032'0'0,"-8"3"-24623"0"0,-3 2-698 0 0,0 0 0 0 0,0 1 0 0 0,0 1 0 0 0,1-1 1 0 0,-1 2-1 0 0,-15 14 0 0 0,20-13-711 0 0,6 5 0 0 0,0-13 0 0 0,0 1 0 0 0,0-1 0 0 0,0 1 0 0 0,0 0 0 0 0,0-1 0 0 0,1 1 0 0 0,-1-1 0 0 0,1 1 0 0 0,-1 0 0 0 0,1-1 0 0 0,0 1 0 0 0,-1-1 0 0 0,1 0 0 0 0,0 1 0 0 0,0-1 0 0 0,0 0 0 0 0,0 1 0 0 0,0-1 0 0 0,1 0 0 0 0,-1 0 0 0 0,0 0 0 0 0,0 0 0 0 0,1 0 0 0 0,-1 0 0 0 0,1 0 0 0 0,1 0 0 0 0,35 7 0 0 0,-30-7 0 0 0,42 7 0 0 0,-14-4 0 0 0,-1 2 0 0 0,65 20 0 0 0,-89-23 0 0 0,-9-3 0 0 0,0 0 0 0 0,0 0 0 0 0,0 0 0 0 0,0 1 0 0 0,0-1 0 0 0,0 1 0 0 0,0-1 0 0 0,-1 1 0 0 0,1 0 0 0 0,0 0 0 0 0,0 0 0 0 0,-1 0 0 0 0,1 0 0 0 0,0 0 0 0 0,-1 0 0 0 0,1 1 0 0 0,-1-1 0 0 0,0 0 0 0 0,1 1 0 0 0,-1-1 0 0 0,0 1 0 0 0,0 0 0 0 0,0-1 0 0 0,0 1 0 0 0,0 0 0 0 0,0 0 0 0 0,0 0 0 0 0,-1 0 0 0 0,1-1 0 0 0,-1 1 0 0 0,1 0 0 0 0,-1 0 0 0 0,0 3 0 0 0,1-2 0 0 0,-1 1 0 0 0,0-1 0 0 0,0 0 0 0 0,-1 1 0 0 0,1-1 0 0 0,-1 0 0 0 0,1 1 0 0 0,-1-1 0 0 0,0 0 0 0 0,0 0 0 0 0,-1 1 0 0 0,1-1 0 0 0,-1 0 0 0 0,1 0 0 0 0,-1 0 0 0 0,0-1 0 0 0,0 1 0 0 0,0 0 0 0 0,0-1 0 0 0,-1 1 0 0 0,1-1 0 0 0,-1 0 0 0 0,0 0 0 0 0,1 0 0 0 0,-1 0 0 0 0,0 0 0 0 0,0-1 0 0 0,0 1 0 0 0,0-1 0 0 0,-1 0 0 0 0,1 0 0 0 0,0 0 0 0 0,0 0 0 0 0,-1 0 0 0 0,-3-1 0 0 0,2 1-327 0 0,0-2-1 0 0,0 1 1 0 0,0 0-1 0 0,0-1 1 0 0,0 0-1 0 0,0 0 1 0 0,1 0-1 0 0,-7-3 1 0 0,4 0-1248 0 0,-1 0-1 0 0,1 0 1 0 0,-1-1 0 0 0,1 0 0 0 0,1-1 0 0 0,-1 1 0 0 0,1-1 0 0 0,0 0 0 0 0,-7-9 0 0 0,5 3-6337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3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45 1440 0 0,'0'0'4629'0'0,"20"-1"1558"0"0,10 3-2661 0 0,1-2-1 0 0,35-4 1 0 0,66-14 258 0 0,-30 3-3096 0 0,-94 13-926 0 0,9-4-4626 0 0,-8 5-7319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6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0 2084 0 0,'0'0'14616'0'0,"-3"4"-12378"0"0,-1 3-1616 0 0,0 0 0 0 0,1 0 0 0 0,0 0 1 0 0,0 0-1 0 0,1 1 0 0 0,0-1 0 0 0,0 1 1 0 0,1-1-1 0 0,0 1 0 0 0,0 0 0 0 0,1 14 0 0 0,0-2 969 0 0,0 0 0 0 0,2-1-1 0 0,8 38 1 0 0,15 21-1591 0 0,-7-18 0 0 0,-12-49 0 0 0,-2-5-150 0 0,-3-4-786 0 0,-2-10-3094 0 0,-8-29 308 0 0,-4 8-7586 0 0,7 14 4212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4.9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47 296 0 0,'0'0'7564'0'0,"-8"-1"-5999"0"0,6 1-120 0 0,7 0 7295 0 0,105-5-5191 0 0,-50-5-4705 0 0,-8-7-6426 0 0,-43 11 2125 0 0,2-2 417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312 25 1800 0 0,'0'0'1906'0'0,"-15"-19"4372"0"0,8 13 1552 0 0,2 6-7196 0 0,0 0 1 0 0,1 0 0 0 0,-1 0 0 0 0,0 1 0 0 0,0 0 0 0 0,0 0-1 0 0,1 0 1 0 0,-1 0 0 0 0,0 1 0 0 0,1 0 0 0 0,-8 3 0 0 0,-57 35 2564 0 0,38-21-1887 0 0,-44 29 313 0 0,70-45-1545 0 0,1 1 0 0 0,0-1 0 0 0,0 1 0 0 0,1 0-1 0 0,-1 0 1 0 0,1 0 0 0 0,0 0 0 0 0,0 1 0 0 0,0-1 0 0 0,0 1 0 0 0,1 0 0 0 0,0 0 0 0 0,0 0 0 0 0,-2 5 0 0 0,4-7-80 0 0,-1-1 0 0 0,1 1 0 0 0,0-1 0 0 0,0 1 0 0 0,0 0 0 0 0,0-1 0 0 0,0 1 0 0 0,1-1 0 0 0,-1 1 0 0 0,1-1 0 0 0,-1 1 0 0 0,1-1 0 0 0,0 1 0 0 0,0-1 0 0 0,0 0 0 0 0,0 0 0 0 0,0 1 0 0 0,1-1 0 0 0,-1 0 0 0 0,1 0 0 0 0,-1 0 0 0 0,1 0 0 0 0,0 0 0 0 0,0-1 0 0 0,0 1 0 0 0,0 0 0 0 0,0-1 0 0 0,0 0 0 0 0,0 1 0 0 0,1-1 0 0 0,-1 0 0 0 0,3 1 0 0 0,6 2 0 0 0,0-1 0 0 0,0 0 0 0 0,0-1 0 0 0,1 0 0 0 0,14 0 0 0 0,-17-1 0 0 0,69 9 0 0 0,62 5 0 0 0,-123-13 0 0 0,-6 5 0 0 0,-10-6 0 0 0,-1 0 0 0 0,1-1 0 0 0,-1 1 0 0 0,1 0 0 0 0,-1 0 0 0 0,1 0 0 0 0,-1 0 0 0 0,0 0 0 0 0,0 0 0 0 0,1 0 0 0 0,-1 0 0 0 0,0 0 0 0 0,0 0 0 0 0,0 0 0 0 0,0 0 0 0 0,0 0 0 0 0,0 0 0 0 0,0 0 0 0 0,-1 0 0 0 0,1 0 0 0 0,0 0 0 0 0,0 0 0 0 0,-1 0 0 0 0,1 0 0 0 0,-1 0 0 0 0,1 0 0 0 0,-1-1 0 0 0,0 2 0 0 0,-4 8 0 0 0,-1 0 0 0 0,-1 0 0 0 0,1-1 0 0 0,-2 0 0 0 0,1-1 0 0 0,-1 0 0 0 0,0 0 0 0 0,-1 0 0 0 0,0-1 0 0 0,-10 6 0 0 0,8-8 0 0 0,-4-1 0 0 0,1-13 0 0 0,11-1-203 0 0,4 8-162 0 0,0-1-1 0 0,-1 0 0 0 0,1 0 1 0 0,0 1-1 0 0,1-1 0 0 0,-1 1 1 0 0,0-1-1 0 0,1 1 0 0 0,-1-1 1 0 0,1 1-1 0 0,0 0 0 0 0,0 0 1 0 0,0 0-1 0 0,0 0 0 0 0,4-3 1 0 0,17-12-5668 0 0,-1 7-4960 0 0,-8 6 5545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5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1 544 0 0,'0'0'13873'0'0,"-1"6"-11800"0"0,-2 10-179 0 0,1 0 1 0 0,0 1-1 0 0,1-1 0 0 0,1 0 0 0 0,1 1 0 0 0,5 30 1 0 0,39 127 949 0 0,-55-168-19086 0 0,-10-15 13995 0 0,18 8 295 0 0,-16-8-4881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5.7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 1076 0 0,'0'0'14747'0'0,"9"1"-13107"0"0,5 3-993 0 0,42 8 3077 0 0,72 6-1 0 0,-105-16-4621 0 0,-1-2 0 0 0,32-3 0 0 0,-42 2-1224 0 0,1-2 0 0 0,-1 1 0 0 0,0-2 0 0 0,0 1 1 0 0,17-9-1 0 0,-5-1-3574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6.3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51 0 56 0 0,'-2'4'2402'0'0,"-4"6"-442"0"0,0 1 1 0 0,1-1-1 0 0,1 2 1 0 0,0-1 0 0 0,0 0-1 0 0,1 1 1 0 0,-3 19-1 0 0,5-15-963 0 0,0 0-1 0 0,1 0 0 0 0,0 0 1 0 0,2 0-1 0 0,0 0 0 0 0,0 0 0 0 0,2 0 1 0 0,0-1-1 0 0,7 20 0 0 0,29 44 1811 0 0,-1-3-952 0 0,-41-89-2093 0 0,2 11 166 0 0,0-1 1 0 0,-1 1-1 0 0,1 0 0 0 0,0-1 0 0 0,-1 1 1 0 0,1 0-1 0 0,-1 0 0 0 0,0-1 0 0 0,0 1 1 0 0,0 0-1 0 0,-1-3 0 0 0,-50-109-2953 0 0,40 92 2476 0 0,2-1 0 0 0,1 0 0 0 0,-8-31-1 0 0,16 52 591 0 0,1-1-1 0 0,-1 1 0 0 0,1-1 1 0 0,-1 1-1 0 0,1-1 0 0 0,0 1 1 0 0,0-1-1 0 0,0 0 0 0 0,1 1 0 0 0,-1-1 1 0 0,0 1-1 0 0,1-1 0 0 0,0 1 1 0 0,0 0-1 0 0,-1-1 0 0 0,1 1 1 0 0,1-1-1 0 0,-1 1 0 0 0,2-3 0 0 0,1 1 112 0 0,-1 0 0 0 0,1 0 0 0 0,0 0 0 0 0,0 1 0 0 0,0-1 0 0 0,0 1 0 0 0,1 0 0 0 0,9-4 0 0 0,5-2 354 0 0,1 2 0 0 0,0 0 0 0 0,34-6-1 0 0,-27 7-201 0 0,0 0-1 0 0,1 2 1 0 0,-1 1-1 0 0,1 1 0 0 0,0 2 1 0 0,48 4-1 0 0,-69-1-303 0 0,3 2 0 0 0,-9-4 0 0 0,-1-1 0 0 0,0 0 0 0 0,1 0 0 0 0,-1 1 0 0 0,0-1 0 0 0,0 0 0 0 0,1 1 0 0 0,-1-1 0 0 0,0 0 0 0 0,0 1 0 0 0,0-1 0 0 0,1 1 0 0 0,-1-1 0 0 0,0 0 0 0 0,0 1 0 0 0,0-1 0 0 0,0 1 0 0 0,0-1 0 0 0,0 0 0 0 0,0 1 0 0 0,0-1 0 0 0,0 1 0 0 0,0-1 0 0 0,0 1 0 0 0,0-1 0 0 0,0 0 0 0 0,0 1 0 0 0,0-1 0 0 0,0 1 0 0 0,0-1 0 0 0,0 0 0 0 0,-1 1 0 0 0,-2 4 0 0 0,0 0 0 0 0,0 0 0 0 0,0-1 0 0 0,-1 1 0 0 0,1-1 0 0 0,-1 0 0 0 0,0 0 0 0 0,-1 0 0 0 0,1-1 0 0 0,-5 4 0 0 0,-61 35 0 0 0,34-21 0 0 0,2 1 0 0 0,1 1 0 0 0,-35 33 0 0 0,66-54 0 0 0,1-1 0 0 0,-1 1 0 0 0,1 0 0 0 0,0 0 0 0 0,0 0 0 0 0,0 0 0 0 0,-1 0 0 0 0,2 0 0 0 0,-1 0 0 0 0,0 0 0 0 0,0 0 0 0 0,1 0 0 0 0,-1 0 0 0 0,1 1 0 0 0,0-1 0 0 0,-1 0 0 0 0,1 0 0 0 0,0 1 0 0 0,1-1 0 0 0,-1 0 0 0 0,0 1 0 0 0,1-1 0 0 0,-1 0 0 0 0,1 0 0 0 0,0 3 0 0 0,2 1 0 0 0,-1-1 0 0 0,0 0 0 0 0,1 0 0 0 0,0 0 0 0 0,0 0 0 0 0,0 0 0 0 0,8 7 0 0 0,2 1 0 0 0,1-1 0 0 0,0-1 0 0 0,1 0 0 0 0,0-1 0 0 0,1 0 0 0 0,0-1 0 0 0,0-1 0 0 0,1-1 0 0 0,22 6 0 0 0,-11-4 0 0 0,1-3 0 0 0,-1 0 0 0 0,2-2 0 0 0,-1-1 0 0 0,30-1 0 0 0,-56-2-76 0 0,-1-1 1 0 0,0 0-1 0 0,1 1 0 0 0,-1-1 0 0 0,0 0 1 0 0,0 0-1 0 0,1-1 0 0 0,-1 1 0 0 0,0 0 1 0 0,0-1-1 0 0,0 1 0 0 0,-1-1 1 0 0,1 0-1 0 0,0 1 0 0 0,-1-1 0 0 0,1 0 1 0 0,-1 0-1 0 0,1 0 0 0 0,-1 0 0 0 0,0 0 1 0 0,0 0-1 0 0,0-1 0 0 0,1-3 1 0 0,-4 2-3870 0 0,-12-11 749 0 0,5 9-6368 0 0,-2 2 1556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2.9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25 130 884 0 0,'-24'-23'12026'0'0,"26"6"-7956"0"0,9 8-3220 0 0,1 0 0 0 0,0 1-1 0 0,0 0 1 0 0,1 1-1 0 0,0 1 1 0 0,0 0 0 0 0,1 1-1 0 0,0 0 1 0 0,26-5 0 0 0,-37 9-805 0 0,70-14 2148 0 0,-71 15-1967 0 0,14 0 1184 0 0,-16 0-1385 0 0,0 0-1 0 0,1 0 0 0 0,-1 0 0 0 0,1 0 1 0 0,-1 0-1 0 0,1 0 0 0 0,-1 0 0 0 0,0 1 1 0 0,1-1-1 0 0,-1 0 0 0 0,0 0 0 0 0,1 0 1 0 0,-1 1-1 0 0,0-1 0 0 0,1 0 1 0 0,-1 0-1 0 0,0 1 0 0 0,1-1 0 0 0,-1 0 1 0 0,0 1-1 0 0,0-1 0 0 0,1 0 0 0 0,-1 1 1 0 0,0-1-1 0 0,0 1 0 0 0,0-1 0 0 0,1 0 1 0 0,-1 1-1 0 0,0-1 0 0 0,0 1 0 0 0,0-1 1 0 0,0 0-1 0 0,0 1 0 0 0,0-1 0 0 0,0 1 1 0 0,0-1-1 0 0,0 0 0 0 0,0 1 1 0 0,0-1-1 0 0,0 1 0 0 0,0-1 0 0 0,-11 28 1041 0 0,-31 37 247 0 0,36-56-1310 0 0,-59 69 19 0 0,50-64-21 0 0,2 1-1 0 0,0 1 1 0 0,0 0 0 0 0,2 1-1 0 0,0 0 1 0 0,1 1-1 0 0,-9 22 1 0 0,17-38 0 0 0,1 1 0 0 0,0 0 0 0 0,0 0 0 0 0,0-1 0 0 0,1 1 0 0 0,-1 0 0 0 0,1 0 0 0 0,-1 0 0 0 0,1 0 0 0 0,0 0 0 0 0,0 0 0 0 0,1 0 0 0 0,-1 0 0 0 0,1 0 0 0 0,-1 0 0 0 0,1-1 0 0 0,0 1 0 0 0,0 0 0 0 0,0 0 0 0 0,0-1 0 0 0,2 4 0 0 0,0-3 0 0 0,-1-1 0 0 0,1 1 0 0 0,0-1 0 0 0,-1 0 0 0 0,1 0 0 0 0,0 0 0 0 0,0 0 0 0 0,1 0 0 0 0,-1-1 0 0 0,0 1 0 0 0,0-1 0 0 0,1 0 0 0 0,-1 0 0 0 0,1-1 0 0 0,3 2 0 0 0,10-1 0 0 0,0 0 0 0 0,1 0 0 0 0,-1-2 0 0 0,0 0 0 0 0,34-7 0 0 0,-18 0 0 0 0,0-1 0 0 0,-1-1 0 0 0,0-2 0 0 0,-1-1 0 0 0,0-1 0 0 0,30-20 0 0 0,-54 28 0 0 0,-9-5 0 0 0,-15 3 0 0 0,13 8-312 0 0,0 1 0 0 0,0 0-1 0 0,0-1 1 0 0,1 2 0 0 0,-1-1 0 0 0,0 0-1 0 0,1 1 1 0 0,-1 0 0 0 0,1-1 0 0 0,-1 1-1 0 0,1 1 1 0 0,0-1 0 0 0,0 0 0 0 0,0 1-1 0 0,0 0 1 0 0,0-1 0 0 0,1 1 0 0 0,-1 0 0 0 0,-2 5-1 0 0,-4 5-2441 0 0,1 0 0 0 0,0 0 0 0 0,-10 24 0 0 0,6-13-5963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6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163 21 576 0 0,'-1'-1'676'0'0,"0"-1"0"0"0,1 1 0 0 0,-1 0 0 0 0,0-1-1 0 0,0 1 1 0 0,0 0 0 0 0,0 0 0 0 0,0 0 0 0 0,-1 0 0 0 0,1 0 0 0 0,0 0-1 0 0,0 0 1 0 0,-1 0 0 0 0,1 1 0 0 0,-1-1 0 0 0,1 0 0 0 0,0 1 0 0 0,-1-1-1 0 0,1 1 1 0 0,-1-1 0 0 0,1 1 0 0 0,-1 0 0 0 0,0 0 0 0 0,1 0 0 0 0,-1 0 0 0 0,1 0-1 0 0,-1 0 1 0 0,1 0 0 0 0,-1 0 0 0 0,1 0 0 0 0,-1 1 0 0 0,1-1 0 0 0,-1 1-1 0 0,1-1 1 0 0,-2 2 0 0 0,-17 17 7297 0 0,3 7-8309 0 0,3 3 392 0 0,1-1 0 0 0,1 2-1 0 0,2-1 1 0 0,-8 37 0 0 0,15-55-60 0 0,1 2 0 0 0,0-1 0 0 0,1 0 0 0 0,0 0 0 0 0,1 0 0 0 0,0 1 0 0 0,1-1 0 0 0,1 0 0 0 0,0 0 0 0 0,0 0 0 0 0,1 0 0 0 0,0 0 0 0 0,8 16 0 0 0,-9-24 4 0 0,0-1 0 0 0,0 0 0 0 0,0 1 0 0 0,0-1 0 0 0,1 0 0 0 0,-1 0 0 0 0,1 0 0 0 0,0-1 0 0 0,0 1 0 0 0,0 0 0 0 0,0-1 0 0 0,1 0 0 0 0,-1 0 0 0 0,0 0 0 0 0,1 0 0 0 0,-1-1 0 0 0,1 1 0 0 0,4 0 0 0 0,-2-1 0 0 0,0 0 0 0 0,1 0 0 0 0,-1-1 0 0 0,0 0 0 0 0,1 0 0 0 0,-1 0 0 0 0,0-1 0 0 0,0 0 0 0 0,1 0 0 0 0,6-3 0 0 0,7-3 0 0 0,-1-1 0 0 0,0-1 0 0 0,-1 0 0 0 0,0-2 0 0 0,27-19 0 0 0,-38 25 0 0 0,1-1 0 0 0,-1 1 0 0 0,0-1 0 0 0,-1 0 0 0 0,1 0 0 0 0,-1-1 0 0 0,0 0 0 0 0,-1 0 0 0 0,0-1 0 0 0,0 1 0 0 0,0-1 0 0 0,-1 0 0 0 0,0 0 0 0 0,3-13 0 0 0,-6 19 0 0 0,-1 1 0 0 0,1 0 0 0 0,-1-1 0 0 0,0 1 0 0 0,0-1 0 0 0,0 1 0 0 0,0-1 0 0 0,0 1 0 0 0,0-1 0 0 0,0 1 0 0 0,0-1 0 0 0,0 1 0 0 0,-1-1 0 0 0,1 1 0 0 0,-1-1 0 0 0,1 1 0 0 0,-1-1 0 0 0,1 1 0 0 0,-1 0 0 0 0,0 0 0 0 0,0-1 0 0 0,1 1 0 0 0,-1 0 0 0 0,0 0 0 0 0,0 0 0 0 0,-1 0 0 0 0,1 0 0 0 0,0 0 0 0 0,0 0 0 0 0,0 0 0 0 0,-1 0 0 0 0,1 0 0 0 0,0 1 0 0 0,-1-1 0 0 0,1 0 0 0 0,0 1 0 0 0,-1 0 0 0 0,1-1 0 0 0,-1 1 0 0 0,1 0 0 0 0,-1-1 0 0 0,1 1 0 0 0,-1 0 0 0 0,-2 1 0 0 0,-4-2 0 0 0,1 1 0 0 0,-1 1 0 0 0,0 0 0 0 0,1 0 0 0 0,-1 0 0 0 0,-9 4 0 0 0,14-4 0 0 0,0 0 0 0 0,0 0 0 0 0,0 0 0 0 0,1 0 0 0 0,-1 0 0 0 0,1 1 0 0 0,-1-1 0 0 0,1 1 0 0 0,-1 0 0 0 0,1-1 0 0 0,0 1 0 0 0,0 0 0 0 0,0 0 0 0 0,0 1 0 0 0,0-1 0 0 0,0 0 0 0 0,0 1 0 0 0,1-1 0 0 0,0 1 0 0 0,-1-1 0 0 0,1 1 0 0 0,0 0 0 0 0,0 0 0 0 0,0-1 0 0 0,1 1 0 0 0,-1 0 0 0 0,0 0 0 0 0,1 6 0 0 0,0-5 0 0 0,1 0 0 0 0,0 0 0 0 0,0 0 0 0 0,1 0 0 0 0,-1 0 0 0 0,1 0 0 0 0,-1 0 0 0 0,1 0 0 0 0,1-1 0 0 0,-1 1 0 0 0,0-1 0 0 0,1 1 0 0 0,0-1 0 0 0,0 0 0 0 0,0 0 0 0 0,0 0 0 0 0,0 0 0 0 0,0-1 0 0 0,5 3 0 0 0,16 8 0 0 0,-1-1 0 0 0,2-1 0 0 0,0-2 0 0 0,0 0 0 0 0,36 6 0 0 0,-24-5 0 0 0,54 21 0 0 0,-80-26 0 0 0,0 0 0 0 0,0 1 0 0 0,-1 0 0 0 0,0 1 0 0 0,0 0 0 0 0,0 0 0 0 0,-1 1 0 0 0,15 17 0 0 0,-18-17 0 0 0,-1 0 0 0 0,0 0 0 0 0,0 1 0 0 0,-1 0 0 0 0,0-1 0 0 0,-1 2 0 0 0,0-1 0 0 0,0 0 0 0 0,-1 1 0 0 0,0-1 0 0 0,0 1 0 0 0,-2-1 0 0 0,1 1 0 0 0,-1 0 0 0 0,0-1 0 0 0,-1 1 0 0 0,0 0 0 0 0,-1-1 0 0 0,0 1 0 0 0,0-1 0 0 0,-1 0 0 0 0,-4 11 0 0 0,1-4 0 0 0,-1 1 0 0 0,-1-1 0 0 0,0 0 0 0 0,-1-1 0 0 0,-1 0 0 0 0,0-1 0 0 0,-1 0 0 0 0,-1 0 0 0 0,0-1 0 0 0,0 0 0 0 0,-17 11 0 0 0,20-16 0 0 0,-1 0 0 0 0,-1-1 0 0 0,0 0 0 0 0,0-1 0 0 0,0 0 0 0 0,0 0 0 0 0,-1-1 0 0 0,0-1 0 0 0,0 0 0 0 0,0-1 0 0 0,-21 3 0 0 0,31-5 0 0 0,1-1 0 0 0,-1 1 0 0 0,1-1 0 0 0,0 0 0 0 0,-1 0 0 0 0,1 0 0 0 0,-1 0 0 0 0,1 0 0 0 0,0 0 0 0 0,-1 0 0 0 0,1-1 0 0 0,-1 1 0 0 0,1 0 0 0 0,0-1 0 0 0,-1 1 0 0 0,1-1 0 0 0,0 0 0 0 0,0 1 0 0 0,-1-1 0 0 0,1 0 0 0 0,0 0 0 0 0,0 1 0 0 0,-2-3 0 0 0,-3-3 0 0 0,-4-2 0 0 0,5-6 0 0 0,9-4 0 0 0,-1 12 0 0 0,-1 0 0 0 0,1 0 0 0 0,1 1 0 0 0,-1-1 0 0 0,1 1 0 0 0,0-1 0 0 0,0 1 0 0 0,0 1 0 0 0,1-1 0 0 0,0 1 0 0 0,0-1 0 0 0,10-5 0 0 0,-7 3 0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7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14 32767 0 0,'17'-3'0'0'0,"-5"1"0"0"0,8-2 0 0 0,-1 4-2248 0 0,-7-5-14822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7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92 0 0,'1'1'790'0'0,"0"0"-1"0"0,0-1 1 0 0,0 1-1 0 0,-1 0 1 0 0,1 0 0 0 0,0 0-1 0 0,-1 0 1 0 0,1 0-1 0 0,0 0 1 0 0,-1 0-1 0 0,1 0 1 0 0,-1 0 0 0 0,1 0-1 0 0,-1 0 1 0 0,0 0-1 0 0,1 0 1 0 0,-1 2 0 0 0,2 28 7061 0 0,-9 26-314 0 0,-17 68-4463 0 0,20-108-3074 0 0,8-4 0 0 0,-3-4-463 0 0,1-40-5415 0 0,0 11 1688 0 0,-1 1-3074 0 0,-1-7-1155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2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0 272 0 0,'-16'6'22420'0'0,"30"7"-17736"0"0,16 3-6594 0 0,-16-11 4859 0 0,-3-3-2797 0 0,1-2 0 0 0,-1 1-1 0 0,1-2 1 0 0,-1 1-1 0 0,1-2 1 0 0,-1 1 0 0 0,13-5-1 0 0,41-12-5572 0 0,-56 15 3833 0 0,-7 3 186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8.4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38 1152 0 0,'20'-4'6183'0'0,"40"-6"2111"0"0,5 0-3423 0 0,60-3-3751 0 0,-107 14-3529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3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206 10 156 0 0,'0'0'27241'0'0,"-3"-1"-26452"0"0,-9-7-322 0 0,4 8 3577 0 0,1 4-4036 0 0,0-1 0 0 0,0 1 0 0 0,1 0 0 0 0,0 0 0 0 0,-1 1 0 0 0,2 0 0 0 0,-1 0 0 0 0,1 0 0 0 0,-7 9 0 0 0,-4 4-18 0 0,2-4 10 0 0,0 1 0 0 0,1 1 0 0 0,-13 18 0 0 0,22-28 0 0 0,0 1 0 0 0,0 0 0 0 0,1 0 0 0 0,0 0 0 0 0,0 0 0 0 0,1 1 0 0 0,0-1 0 0 0,0 1 0 0 0,0-1 0 0 0,1 1 0 0 0,0 9 0 0 0,1-14 0 0 0,0 0 0 0 0,0 0 0 0 0,0 0 0 0 0,0 0 0 0 0,1 0 0 0 0,-1 0 0 0 0,1 0 0 0 0,0 0 0 0 0,0 0 0 0 0,0 0 0 0 0,0 0 0 0 0,0 0 0 0 0,1 0 0 0 0,-1-1 0 0 0,1 1 0 0 0,0-1 0 0 0,0 1 0 0 0,4 3 0 0 0,-3-4 0 0 0,0 0 0 0 0,0-1 0 0 0,0 1 0 0 0,0-1 0 0 0,1 0 0 0 0,-1 0 0 0 0,0 0 0 0 0,1 0 0 0 0,-1 0 0 0 0,1-1 0 0 0,-1 0 0 0 0,0 0 0 0 0,1 0 0 0 0,-1 0 0 0 0,1 0 0 0 0,-1-1 0 0 0,6 0 0 0 0,11-4 0 0 0,1 0 0 0 0,-1-2 0 0 0,0 0 0 0 0,0-1 0 0 0,-1-1 0 0 0,0 0 0 0 0,-1-2 0 0 0,0 0 0 0 0,0-1 0 0 0,-2-1 0 0 0,1-1 0 0 0,-2 0 0 0 0,16-18 0 0 0,-28 29 0 0 0,-1-1 0 0 0,1 0 0 0 0,-1 0 0 0 0,0 0 0 0 0,0 0 0 0 0,0 0 0 0 0,0-1 0 0 0,-1 1 0 0 0,1 0 0 0 0,0-7 0 0 0,-2 9 0 0 0,0 1 0 0 0,0 0 0 0 0,1 0 0 0 0,-1-1 0 0 0,0 1 0 0 0,0 0 0 0 0,0 0 0 0 0,-1-1 0 0 0,1 1 0 0 0,0 0 0 0 0,0 0 0 0 0,-1 0 0 0 0,1-1 0 0 0,-1 1 0 0 0,1 0 0 0 0,-1 0 0 0 0,1 0 0 0 0,-1 0 0 0 0,0 0 0 0 0,-1-2 0 0 0,-1-1 0 0 0,2 1 0 0 0,0 1 0 0 0,0-1 0 0 0,0 1 0 0 0,0 0 0 0 0,-1-1 0 0 0,0 1 0 0 0,1 0 0 0 0,-1 0 0 0 0,0 0 0 0 0,0 0 0 0 0,0 0 0 0 0,0 1 0 0 0,0-1 0 0 0,0 1 0 0 0,-1-1 0 0 0,1 1 0 0 0,0 0 0 0 0,-1-1 0 0 0,1 1 0 0 0,-1 1 0 0 0,0-1 0 0 0,1 0 0 0 0,-1 1 0 0 0,1-1 0 0 0,-1 1 0 0 0,0 0 0 0 0,0 0 0 0 0,1 0 0 0 0,-4 0 0 0 0,-12 0 0 0 0,0 2 0 0 0,0-1 0 0 0,-30 8 0 0 0,32-4 0 0 0,7 3 0 0 0,8-7-8 0 0,1-1-1 0 0,0 1 1 0 0,0 0 0 0 0,-1 0 0 0 0,1 0-1 0 0,0 0 1 0 0,0 0 0 0 0,0 0-1 0 0,0 0 1 0 0,0 0 0 0 0,0 0 0 0 0,0-1-1 0 0,0 1 1 0 0,1 0 0 0 0,-1 0-1 0 0,0 0 1 0 0,0 0 0 0 0,1 0 0 0 0,-1 0-1 0 0,1-1 1 0 0,-1 1 0 0 0,1 0-1 0 0,-1 0 1 0 0,1-1 0 0 0,-1 1 0 0 0,1 0-1 0 0,0 0 1 0 0,-1-1 0 0 0,1 1-1 0 0,0-1 1 0 0,0 1 0 0 0,-1-1 0 0 0,1 1-1 0 0,0-1 1 0 0,0 1 0 0 0,0-1-1 0 0,-1 0 1 0 0,1 1 0 0 0,0-1 0 0 0,2 0-1 0 0,23 8-17359 0 0,-14-8 8902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29.6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 2444 0 0,'-5'-2'30991'0'0,"0"6"-30168"0"0,-7 7-5088 0 0,5-2 6973 0 0,-25 58-2642 0 0,26-53-66 0 0,1-5-199 0 0,4-8-1017 0 0,6-9-9478 0 0,10-5 6979 0 0,-11 10 1281 0 0,16-18-5722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0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146 19 556 0 0,'0'0'2331'0'0,"0"-2"974"0"0,-7-14 18632 0 0,2 18-20691 0 0,-11 10-822 0 0,1 1 0 0 0,0 1 0 0 0,1 0 0 0 0,0 0 0 0 0,1 2 0 0 0,1 0 0 0 0,-14 22 0 0 0,25-37-424 0 0,0 0 0 0 0,1 0 0 0 0,-1 1 0 0 0,0-1 0 0 0,0 0 0 0 0,1 0 0 0 0,-1 1 0 0 0,1-1 0 0 0,-1 1 0 0 0,1-1 0 0 0,0 0 0 0 0,-1 1 0 0 0,1-1 0 0 0,0 1 0 0 0,0-1 0 0 0,0 1 0 0 0,0-1 0 0 0,0 1 0 0 0,0-1 0 0 0,1 1 0 0 0,-1-1 0 0 0,0 1 0 0 0,1-1 0 0 0,-1 0 0 0 0,1 1 0 0 0,-1-1 0 0 0,1 0 0 0 0,0 1 0 0 0,0-1 0 0 0,-1 0 0 0 0,1 0 0 0 0,0 0 0 0 0,0 1 0 0 0,0-1 0 0 0,0 0 0 0 0,1 0 0 0 0,-1-1 0 0 0,0 1 0 0 0,0 0 0 0 0,3 1 0 0 0,1 0 0 0 0,0 1 0 0 0,1-1 0 0 0,-1 0 0 0 0,1-1 0 0 0,-1 1 0 0 0,1-1 0 0 0,8 1 0 0 0,61-2 0 0 0,-42-1 0 0 0,58 6 0 0 0,-76-3 0 0 0,-13-2 0 0 0,-1 1 0 0 0,0-1 0 0 0,0 1 0 0 0,0-1 0 0 0,1 1 0 0 0,-1 0 0 0 0,0 0 0 0 0,0-1 0 0 0,0 1 0 0 0,0 0 0 0 0,0 0 0 0 0,0 0 0 0 0,0 0 0 0 0,-1 0 0 0 0,1 0 0 0 0,0 0 0 0 0,0 0 0 0 0,-1 0 0 0 0,1 1 0 0 0,-1-1 0 0 0,1 0 0 0 0,-1 0 0 0 0,0 0 0 0 0,1 1 0 0 0,-1-1 0 0 0,0 0 0 0 0,0 1 0 0 0,0-1 0 0 0,0 3 0 0 0,-3 22 0 0 0,3-26 0 0 0,-3 8 0 0 0,0-1 0 0 0,-1 0 0 0 0,0 0 0 0 0,-1 0 0 0 0,1-1 0 0 0,-1 0 0 0 0,-1 0 0 0 0,1 0 0 0 0,-1 0 0 0 0,0-1 0 0 0,0 0 0 0 0,-1 0 0 0 0,1 0 0 0 0,-15 6 0 0 0,7-8 0 0 0,10-2-292 0 0,-1-1 0 0 0,1 0 0 0 0,-1 0 0 0 0,1 0 0 0 0,-1-1 0 0 0,1 1 0 0 0,-1-1 0 0 0,1 0 0 0 0,-7-3 0 0 0,7 3-455 0 0,1-1 0 0 0,0 0 0 0 0,0 0 0 0 0,0-1 0 0 0,0 1 1 0 0,0 0-1 0 0,0-1 0 0 0,1 0 0 0 0,-1 0 0 0 0,1 0 0 0 0,0 0 0 0 0,-1 0 1 0 0,2 0-1 0 0,-1 0 0 0 0,0-1 0 0 0,1 1 0 0 0,-1-1 0 0 0,1 1 0 0 0,0-1 0 0 0,-1-4 1 0 0,-4-6-7216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3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 1328 0 0,'0'0'8816'0'0,"19"-1"-3352"0"0,11 3-3368 0 0,1-1 0 0 0,-1-1 1 0 0,40-7-1 0 0,46 0-6217 0 0,-100 6 2032 0 0,-10 0-6681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 1 304 0 0,'0'0'15547'0'0,"0"3"-13410"0"0,-8 91 3985 0 0,5-65-3236 0 0,0 0-1 0 0,3 49 1 0 0,1-48-2886 0 0,-1-22 0 0 0,0 0 0 0 0,1-1 0 0 0,0 1 0 0 0,0-1 0 0 0,0 1 0 0 0,1-1 0 0 0,0 1 0 0 0,4 8 0 0 0,-6-16-5 0 0,0 1 1 0 0,0-1-1 0 0,0 0 1 0 0,0 0-1 0 0,0 0 1 0 0,0 0-1 0 0,0 1 1 0 0,0-1-1 0 0,0 0 1 0 0,0 0-1 0 0,0 0 0 0 0,1 1 1 0 0,-1-1-1 0 0,0 0 1 0 0,0 0-1 0 0,0 0 1 0 0,0 0-1 0 0,0 0 1 0 0,1 0-1 0 0,-1 1 0 0 0,0-1 1 0 0,0 0-1 0 0,0 0 1 0 0,0 0-1 0 0,1 0 1 0 0,-1 0-1 0 0,0 0 1 0 0,0 0-1 0 0,0 0 1 0 0,1 0-1 0 0,-1 0 0 0 0,0 0 1 0 0,0 0-1 0 0,0 0 1 0 0,1 0-1 0 0,-1 0 1 0 0,0 0-1 0 0,0 0 1 0 0,0 0-1 0 0,1 0 1 0 0,-1 0-1 0 0,0 0 0 0 0,0 0 1 0 0,0 0-1 0 0,0 0 1 0 0,1 0-1 0 0,-1 0 1 0 0,0-1-1 0 0,0 1 1 0 0,0 0-1 0 0,2-2-267 0 0,0-1 0 0 0,-1 1 0 0 0,0-1 0 0 0,1 0 0 0 0,-1 1 0 0 0,0-1 0 0 0,0 0 0 0 0,-1 0 0 0 0,1 1 0 0 0,-1-1 1 0 0,1 0-1 0 0,-1 0 0 0 0,0 0 0 0 0,0 0 0 0 0,0 0 0 0 0,0 0 0 0 0,-1-3 0 0 0,-5-28-5751 0 0,-2 4-3358 0 0,2 12 2501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0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60 792 0 0,'0'2'414'0'0,"0"-1"-1"0"0,0 1 1 0 0,0-1-1 0 0,0 1 1 0 0,1 0-1 0 0,-1-1 1 0 0,0 1-1 0 0,1-1 1 0 0,-1 1 0 0 0,1-1-1 0 0,-1 1 1 0 0,1-1-1 0 0,-1 1 1 0 0,1-1-1 0 0,0 0 1 0 0,0 1-1 0 0,0-1 1 0 0,0 0 0 0 0,0 0-1 0 0,0 0 1 0 0,2 2-1 0 0,1-1 30 0 0,-1-1 0 0 0,0 1 0 0 0,1-1-1 0 0,-1 0 1 0 0,0 0 0 0 0,1 0 0 0 0,0-1-1 0 0,-1 1 1 0 0,7-1 0 0 0,12 0 542 0 0,0-1-1 0 0,-1-2 1 0 0,0 1 0 0 0,1-2-1 0 0,-1-1 1 0 0,-1-1 0 0 0,1-1-1 0 0,32-15 1 0 0,-12 1-863 0 0,-21 6-3461 0 0,-12-1-8030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14 1680 0 0,'-1'-1'7087'0'0,"-7"-10"551"0"0,4 11-7057 0 0,-1-1 1 0 0,1 1-1 0 0,0-1 0 0 0,0 1 1 0 0,0 0-1 0 0,0 1 0 0 0,0-1 1 0 0,0 1-1 0 0,-1 0 1 0 0,1 0-1 0 0,0 0 0 0 0,1 0 1 0 0,-1 1-1 0 0,0-1 0 0 0,0 1 1 0 0,1 0-1 0 0,-1 0 1 0 0,1 1-1 0 0,-7 5 0 0 0,-5 2 595 0 0,0 2 0 0 0,1 0 0 0 0,-16 18 0 0 0,28-28-1166 0 0,0 0-9 0 0,0 0 0 0 0,0 0-1 0 0,0 0 1 0 0,0 0 0 0 0,0 1-1 0 0,0-1 1 0 0,1 0 0 0 0,-1 1 0 0 0,1-1-1 0 0,0 1 1 0 0,0 0 0 0 0,0-1-1 0 0,0 1 1 0 0,0 0 0 0 0,0 0-1 0 0,1-1 1 0 0,-1 1 0 0 0,1 0-1 0 0,0 0 1 0 0,0 0 0 0 0,0 0-1 0 0,0 0 1 0 0,1 0 0 0 0,-1-1 0 0 0,1 1-1 0 0,0 0 1 0 0,-1 0 0 0 0,1-1-1 0 0,2 5 1 0 0,-1-4-1 0 0,-1-1 0 0 0,1 0 0 0 0,-1 0 0 0 0,1 0 0 0 0,-1 0 0 0 0,1 0 0 0 0,0 0 0 0 0,0 0 0 0 0,0-1 0 0 0,0 1 0 0 0,1-1 0 0 0,-1 1 0 0 0,0-1 0 0 0,1 0 0 0 0,-1 0 0 0 0,0 0 0 0 0,1 0 0 0 0,4 1 0 0 0,7 0 0 0 0,1-1 0 0 0,0 0 0 0 0,15-2 0 0 0,3 1 0 0 0,-26 0 0 0 0,1 0 0 0 0,-1 1 0 0 0,0 0 0 0 0,0 0 0 0 0,0 0 0 0 0,0 1 0 0 0,0 0 0 0 0,0 1 0 0 0,0 0 0 0 0,0 0 0 0 0,-1 0 0 0 0,0 0 0 0 0,1 1 0 0 0,-1 0 0 0 0,-1 1 0 0 0,1-1 0 0 0,-1 1 0 0 0,6 7 0 0 0,-4-5 0 0 0,2 4 0 0 0,-8 2 0 0 0,-2-10 0 0 0,0 1 0 0 0,0-1 0 0 0,-1 0 0 0 0,1 0 0 0 0,-1 0 0 0 0,0 0 0 0 0,0-1 0 0 0,0 1 0 0 0,0 0 0 0 0,0-1 0 0 0,0 1 0 0 0,-1-1 0 0 0,1 0 0 0 0,-1 0 0 0 0,-5 3 0 0 0,-54 29 0 0 0,30-18 0 0 0,21-9 0 0 0,3-2 0 0 0,-1-1 0 0 0,0 0 0 0 0,0 0 0 0 0,-1-1 0 0 0,-18 5 0 0 0,28-8 0 0 0,0 0 0 0 0,0 0 0 0 0,0-1 0 0 0,0 1 0 0 0,0 0 0 0 0,0 0 0 0 0,0 0 0 0 0,0 0 0 0 0,0 0 0 0 0,0 0 0 0 0,0 0 0 0 0,-1 0 0 0 0,1 0 0 0 0,0-1 0 0 0,0 1 0 0 0,0 0 0 0 0,0 0 0 0 0,0 0 0 0 0,0 0 0 0 0,0 0 0 0 0,0 0 0 0 0,0 0 0 0 0,0 0 0 0 0,0 0 0 0 0,0 0 0 0 0,0 0 0 0 0,0 0 0 0 0,0 0 0 0 0,0 0 0 0 0,-1-1 0 0 0,1 1 0 0 0,0 0 0 0 0,0 0 0 0 0,0 0 0 0 0,0 0 0 0 0,0 0 0 0 0,0 0 0 0 0,0 0 0 0 0,0 0 0 0 0,0 0 0 0 0,0 0 0 0 0,-1 0 0 0 0,1 0 0 0 0,0 0 0 0 0,0 0 0 0 0,0 0 0 0 0,0 0 0 0 0,0 0 0 0 0,0 0 0 0 0,0 0 0 0 0,0 0 0 0 0,0 1 0 0 0,-1-1 0 0 0,1 0 0 0 0,14-18 0 0 0,9-1-3131 0 0,37-21-13326 0 0,-55 37 15406 0 0,7-3-5769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7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1720 0 0,'0'0'16229'0'0,"2"5"-14394"0"0,48 216 11148 0 0,-46-209-12983 0 0,-3 0 0 0 0,-1-4-204 0 0,0-6-951 0 0,-6-12-7365 0 0,-8-2 6485 0 0,12 11 898 0 0,-6-11-6323 0 0,1-2 568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12 260 0 0,'0'0'14523'0'0,"4"3"-13005"0"0,2 1-951 0 0,-1 0-1 0 0,1 0 1 0 0,0-1-1 0 0,0 0 1 0 0,0 0-1 0 0,1 0 1 0 0,-1-1-1 0 0,1 0 1 0 0,-1-1-1 0 0,1 1 0 0 0,0-1 1 0 0,0 0-1 0 0,8-1 1 0 0,-7 0-782 0 0,1 0 0 0 0,-1-1 1 0 0,0-1-1 0 0,0 1 0 0 0,1-1 0 0 0,-1-1 1 0 0,8-3-1 0 0,5-1-1484 0 0,4-2-2541 0 0,-9 0-2491 0 0,-4 2 1195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2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63 616 0 0,'0'0'5682'0'0,"-2"5"-3867"0"0,1 1-1032 0 0,0 0-1 0 0,1 0 0 0 0,-1 0 0 0 0,2 1 0 0 0,-1-1 1 0 0,1 0-1 0 0,-1 0 0 0 0,2 0 0 0 0,-1 0 1 0 0,1 0-1 0 0,0 0 0 0 0,0 0 0 0 0,4 8 0 0 0,2 9 1211 0 0,-1 0-1 0 0,-2 0 0 0 0,0 1 1 0 0,2 41-1 0 0,-5-41-1484 0 0,-2-24-538 0 0,0 0 1 0 0,0 0-1 0 0,1 0 1 0 0,-1 0-1 0 0,0 0 0 0 0,0 0 1 0 0,0 0-1 0 0,0 0 1 0 0,0 1-1 0 0,0-1 1 0 0,0 0-1 0 0,0 0 0 0 0,0 0 1 0 0,0 0-1 0 0,0 0 1 0 0,0 0-1 0 0,1 0 1 0 0,-1 0-1 0 0,0 0 0 0 0,0 0 1 0 0,0 0-1 0 0,0 0 1 0 0,0 0-1 0 0,0 0 0 0 0,0 0 1 0 0,1 0-1 0 0,-1 0 1 0 0,0 0-1 0 0,0 0 1 0 0,0 0-1 0 0,0 0 0 0 0,0 0 1 0 0,0 0-1 0 0,0 0 1 0 0,1 0-1 0 0,-1 0 1 0 0,0 0-1 0 0,0 0 0 0 0,0 0 1 0 0,0 0-1 0 0,0 0 1 0 0,0 0-1 0 0,0 0 0 0 0,0 0 1 0 0,0 0-1 0 0,1 0 1 0 0,-1 0-1 0 0,0-1 1 0 0,0 1-1 0 0,0 0 0 0 0,0 0 1 0 0,0 0-1 0 0,0 0 1 0 0,0 0-1 0 0,0 0 1 0 0,0 0-1 0 0,0 0 0 0 0,0-1 1 0 0,0 1-1 0 0,0 0 1 0 0,0 0-1 0 0,0 0 1 0 0,0 0-1 0 0,0 0 0 0 0,0 0 1 0 0,0 0-1 0 0,0-1 1 0 0,0 1-1 0 0,1-2-96 0 0,-1 0-1 0 0,1 0 1 0 0,-1 1-1 0 0,0-1 1 0 0,1 0-1 0 0,-1 0 1 0 0,0 0-1 0 0,0-1 1 0 0,0 1-1 0 0,-1 0 1 0 0,1 1-1 0 0,0-1 1 0 0,-1 0-1 0 0,1 0 1 0 0,-2-3-1 0 0,-2-21-639 0 0,1 5 509 0 0,1 15 199 0 0,-3-10 425 0 0,-2 0-1 0 0,0 1 1 0 0,0 0-1 0 0,-15-22 0 0 0,20 35-198 0 0,1 0-1 0 0,-1-1 0 0 0,1 1 1 0 0,0-1-1 0 0,0 1 0 0 0,0-1 0 0 0,0 0 1 0 0,0 1-1 0 0,1-1 0 0 0,-1 0 1 0 0,1 0-1 0 0,-1 0 0 0 0,1 1 0 0 0,0-1 1 0 0,0 0-1 0 0,1 0 0 0 0,-1 0 1 0 0,1 1-1 0 0,-1-1 0 0 0,1 0 0 0 0,0 1 1 0 0,0-1-1 0 0,0 0 0 0 0,0 1 1 0 0,0-1-1 0 0,1 1 0 0 0,-1-1 0 0 0,1 1 1 0 0,-1 0-1 0 0,4-3 0 0 0,8-6 52 0 0,1 1 0 0 0,0 0 0 0 0,0 2 0 0 0,1-1-1 0 0,22-8 1 0 0,-33 15-181 0 0,5-1-28 0 0,8 2-10 0 0,-14 1 0 0 0,1 0 0 0 0,-1-1 0 0 0,0 2 0 0 0,0-1 0 0 0,1 0 0 0 0,-1 1 0 0 0,0-1 0 0 0,0 1 0 0 0,0 0 0 0 0,0 0 0 0 0,0 0 0 0 0,0 0 0 0 0,0 1 0 0 0,0-1 0 0 0,0 1 0 0 0,0 0 0 0 0,-1 0 0 0 0,1 0 0 0 0,-1 0 0 0 0,0 0 0 0 0,1 1 0 0 0,-1-1 0 0 0,0 1 0 0 0,0-1 0 0 0,0 1 0 0 0,-1 0 0 0 0,1 0 0 0 0,-1-1 0 0 0,1 1 0 0 0,-1 0 0 0 0,0 1 0 0 0,0-1 0 0 0,0 0 0 0 0,-1 0 0 0 0,1 0 0 0 0,-1 6 0 0 0,-1-1 0 0 0,0 0 0 0 0,0 1 0 0 0,-1-1 0 0 0,-1 0 0 0 0,1 0 0 0 0,-1 0 0 0 0,-1 0 0 0 0,1-1 0 0 0,-1 1 0 0 0,-1-1 0 0 0,-7 11 0 0 0,-11 11 0 0 0,-32 33 0 0 0,47-53 0 0 0,-4 3 0 0 0,-20 26 0 0 0,28-27 0 0 0,3-11 0 0 0,1 1 0 0 0,0 0 0 0 0,0 0 0 0 0,-1-1 0 0 0,1 1 0 0 0,0 0 0 0 0,0 0 0 0 0,0-1 0 0 0,0 1 0 0 0,0 0 0 0 0,0 0 0 0 0,0-1 0 0 0,1 1 0 0 0,-1 0 0 0 0,0-1 0 0 0,0 1 0 0 0,1 0 0 0 0,-1 0 0 0 0,0-1 0 0 0,0 1 0 0 0,1 0 0 0 0,-1-1 0 0 0,1 1 0 0 0,-1-1 0 0 0,1 1 0 0 0,0 0 0 0 0,6 0 0 0 0,3 3 0 0 0,0-2 0 0 0,0 1 0 0 0,1-1 0 0 0,-1-1 0 0 0,1 0 0 0 0,-1-1 0 0 0,1 1 0 0 0,11-3 0 0 0,9 1 0 0 0,223 18 0 0 0,-205-9 0 0 0,-44-7 0 0 0,-7 0 0 0 0,-28-3-95 0 0,14-2 607 0 0,-5-4-9455 0 0,6 3-609 0 0,2 0 1292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69 1128 0 0,'0'-2'8340'0'0,"-1"-14"3880"0"0,1 13-13553 0 0,3-17 9385 0 0,1 12-7450 0 0,-3 6-1532 0 0,18-13-1622 0 0,-15 12-2289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6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4 1164 0 0,'5'-4'31588'0'0,"-15"43"-31571"0"0,12-28-16 0 0,0 1-4 0 0,-10 45 3 0 0,2 0 0 0 0,2 100 0 0 0,5-145 0 0 0,4-2 0 0 0,-4 0 0 0 0,-1-10 1 0 0,0 0 0 0 0,0 0 0 0 0,0 0 0 0 0,0 0 0 0 0,0 0-1 0 0,0 0 1 0 0,1 0 0 0 0,-1 0 0 0 0,0 0 0 0 0,0 0 0 0 0,0 0 0 0 0,0 0 0 0 0,0 0 0 0 0,0 0 0 0 0,0 0-1 0 0,0 0 1 0 0,0 0 0 0 0,0 0 0 0 0,1 0 0 0 0,-1 0 0 0 0,0 0 0 0 0,0 0 0 0 0,0 0 0 0 0,0 0 0 0 0,0 0-1 0 0,0 0 1 0 0,0 0 0 0 0,0 0 0 0 0,0 0 0 0 0,1 0 0 0 0,-1 0 0 0 0,0 0 0 0 0,0 0 0 0 0,0 0 0 0 0,0 0-1 0 0,0 0 1 0 0,0 0 0 0 0,0 0 0 0 0,0 0 0 0 0,0 0 0 0 0,0 0 0 0 0,0 0 0 0 0,0 1 0 0 0,0-1 0 0 0,1 0 0 0 0,-1 0-1 0 0,0 0 1 0 0,0 0 0 0 0,0 0 0 0 0,0 0 0 0 0,0 0 0 0 0,0 0 0 0 0,0 0 0 0 0,0 0 0 0 0,0 1 0 0 0,0-1-1 0 0,0 0 1 0 0,0 0 0 0 0,8-13 53 0 0,6-15-588 0 0,-14 27 381 0 0,5-19-7537 0 0,-4 7-3223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27:37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77 952 0 0,'-3'-2'-2457'0'0,"-18"-3"36223"0"0,26 5-33332 0 0,146-31-344 0 0,21-5-108 0 0,-171 35 18 0 0,-1 1 0 0 0,0 0 0 0 0,0 0 0 0 0,0 0 0 0 0,0 0 0 0 0,0 0 0 0 0,0-1 0 0 0,0 1 0 0 0,0 0 0 0 0,1 0 0 0 0,-1 0 0 0 0,0 0 0 0 0,0 0 0 0 0,0 0 0 0 0,0 0 0 0 0,1 0 0 0 0,-1 0 0 0 0,0 0 0 0 0,0-1 0 0 0,0 1 0 0 0,0 0 0 0 0,1 0 0 0 0,-1 0 0 0 0,0 0 0 0 0,0 0 0 0 0,0 0 0 0 0,0 0 0 0 0,1 0 0 0 0,-1 0 0 0 0,0 1 0 0 0,0-1 0 0 0,0 0 0 0 0,0 0 0 0 0,0 0 0 0 0,1 0 0 0 0,-1 0 0 0 0,0 0 0 0 0,0 0 0 0 0,0 0 0 0 0,0 0 0 0 0,0 0 0 0 0,1 1 0 0 0,-1-1 0 0 0,0 0 0 0 0,0 0 0 0 0,0 0 0 0 0,0 0 0 0 0,0 0 0 0 0,0 0 0 0 0,0 1 0 0 0,0-1 0 0 0,1 0 0 0 0,-1 0 0 0 0,0 0 0 0 0,0 0 0 0 0,0 1 0 0 0,0-1 0 0 0,-14 14-94 0 0,9-11-725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13.7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95 28 512 0 0,'0'0'4456'0'0,"-1"-5"-2170"0"0,1 4-1610 0 0,0 0 0 0 0,0 0 0 0 0,0 0-1 0 0,-1 0 1 0 0,1 0 0 0 0,0 0 0 0 0,0 0 0 0 0,1 0 0 0 0,-1 1 0 0 0,0-1-1 0 0,0 0 1 0 0,0 0 0 0 0,1 0 0 0 0,-1 0 0 0 0,0 0 0 0 0,1 0 0 0 0,-1 0-1 0 0,1 0 1 0 0,0 0 0 0 0,6-1-216 0 0,1 2 0 0 0,-1-1 0 0 0,1 1-1 0 0,-1 0 1 0 0,1 1 0 0 0,-1-1 0 0 0,1 2 0 0 0,-1-1-1 0 0,0 1 1 0 0,1 0 0 0 0,12 6 0 0 0,-17-7-337 0 0,1 0 1 0 0,-1 0 0 0 0,0 1-1 0 0,0-1 1 0 0,0 1 0 0 0,-1 0-1 0 0,1 0 1 0 0,0 0 0 0 0,0 0-1 0 0,-1 1 1 0 0,0-1-1 0 0,1 1 1 0 0,-1-1 0 0 0,0 1-1 0 0,0 0 1 0 0,0 0 0 0 0,-1 0-1 0 0,1 0 1 0 0,-1 0 0 0 0,0 0-1 0 0,1 0 1 0 0,-1 0 0 0 0,-1 1-1 0 0,1-1 1 0 0,0 0-1 0 0,-1 1 1 0 0,0-1 0 0 0,0 0-1 0 0,0 6 1 0 0,-4 2 153 0 0,0 0 0 0 0,-1 0 0 0 0,0 0 0 0 0,-1-1 0 0 0,0 0-1 0 0,-1 0 1 0 0,0-1 0 0 0,-1 0 0 0 0,-13 14 0 0 0,-115 90-277 0 0,122-102 0 0 0,-16 18 0 0 0,29-20 0 0 0,15 1 0 0 0,-5-9 0 0 0,0-1 0 0 0,1 1 0 0 0,-1-2 0 0 0,1 1 0 0 0,-1-1 0 0 0,0-1 0 0 0,1 0 0 0 0,13-4 0 0 0,15-3 0 0 0,-15 4 0 0 0,-13 2 0 0 0,-1 1 0 0 0,1 0 0 0 0,0 0 0 0 0,0 1 0 0 0,17 0 0 0 0,-16 1-249 0 0,4 6-2768 0 0,-15-4 1958 0 0,1-1 1 0 0,-1 1-1 0 0,1 0 1 0 0,-1 0-1 0 0,1-1 0 0 0,-1 1 1 0 0,0 0-1 0 0,0 0 1 0 0,0-1-1 0 0,0 1 1 0 0,0 0-1 0 0,0 0 1 0 0,-1 0-1 0 0,1-1 0 0 0,-1 3 1 0 0,-1 10-6005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0.6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61 158 1608 0 0,'-18'-27'31061'0'0,"11"56"-31022"0"0,1 1-1 0 0,-2 37 1 0 0,3-17-57 0 0,-6 23 18 0 0,11-62 0 0 0,5 2 0 0 0,-3-1 0 0 0,-2-8 0 0 0,4-28 0 0 0,-4 7 0 0 0,0 14 0 0 0,-3-38 0 0 0,-5 9 0 0 0,2-49 0 0 0,6 64 0 0 0,0-1 0 0 0,2 1 0 0 0,-1 0 0 0 0,6-21 0 0 0,-4 30 0 0 0,0 0 0 0 0,1 0 0 0 0,-1 0 0 0 0,1 1 0 0 0,1 0 0 0 0,0-1 0 0 0,8-8 0 0 0,-9 11 0 0 0,0 1 0 0 0,0 0 0 0 0,1 1 0 0 0,-1-1 0 0 0,1 1 0 0 0,0 0 0 0 0,0 0 0 0 0,1 0 0 0 0,-1 1 0 0 0,0 0 0 0 0,1 0 0 0 0,0 0 0 0 0,-1 1 0 0 0,1-1 0 0 0,8 1 0 0 0,-10 1 0 0 0,0 0 0 0 0,-1 0 0 0 0,1 1 0 0 0,0-1 0 0 0,0 1 0 0 0,0 0 0 0 0,0 0 0 0 0,-1 1 0 0 0,1-1 0 0 0,-1 1 0 0 0,1 0 0 0 0,-1 0 0 0 0,1 0 0 0 0,-1 0 0 0 0,0 1 0 0 0,0-1 0 0 0,0 1 0 0 0,0 0 0 0 0,-1-1 0 0 0,1 1 0 0 0,-1 1 0 0 0,0-1 0 0 0,0 0 0 0 0,3 5 0 0 0,8 11 0 0 0,-6-11 0 0 0,-2 1 0 0 0,2-3 0 0 0,0 2 0 0 0,-2-3-228 0 0,-4-4-1157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0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1 172 0 0,'0'0'1120'0'0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1.5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88 1 2376 0 0,'0'0'30094'0'0,"-2"4"-29843"0"0,-6 11-243 0 0,1 1 0 0 0,1 0 0 0 0,0 1 0 0 0,1 0-1 0 0,0 0 1 0 0,-3 33 0 0 0,-6 22-17 0 0,4-15 9 0 0,-5 23 0 0 0,13-67 0 0 0,2-13 0 0 0,1 0 0 0 0,-1 0 0 0 0,0 1 0 0 0,0-1 0 0 0,0 0 0 0 0,0 0 0 0 0,0 0 0 0 0,0 0 0 0 0,1 1 0 0 0,-1-1 0 0 0,0 0 0 0 0,0 0 0 0 0,0 0 0 0 0,1 0 0 0 0,-1 0 0 0 0,0 0 0 0 0,0 0 0 0 0,0 0 0 0 0,1 0 0 0 0,-1 0 0 0 0,0 1 0 0 0,0-1 0 0 0,0 0 0 0 0,1 0 0 0 0,-1 0 0 0 0,0 0 0 0 0,0 0 0 0 0,0 0 0 0 0,1-1 0 0 0,-1 1 0 0 0,0 0 0 0 0,0 0 0 0 0,0 0 0 0 0,1 0 0 0 0,-1 0 0 0 0,0 0 0 0 0,0 0 0 0 0,0 0 0 0 0,1 0 0 0 0,-1-1 0 0 0,0 1 0 0 0,0 0 0 0 0,0 0 0 0 0,0 0 0 0 0,0 0 0 0 0,1 0 0 0 0,-1-1 0 0 0,0 1 0 0 0,0 0 0 0 0,0 0 0 0 0,0 0 0 0 0,0-1 0 0 0,0 1 0 0 0,0 0 0 0 0,0 0 0 0 0,0-1 0 0 0,13-10 0 0 0,-12 10 0 0 0,1-2 0 0 0,0 0 0 0 0,-1 1 0 0 0,1-1 0 0 0,0 0 0 0 0,-1 0 0 0 0,0 0 0 0 0,0-1 0 0 0,0 1 0 0 0,0 0 0 0 0,0 0 0 0 0,0 0 0 0 0,-1-1 0 0 0,0 1 0 0 0,0-6 0 0 0,0-7 0 0 0,0 2 0 0 0,0 2 0 0 0,1 0 0 0 0,6-3-2700 0 0,7 3-7079 0 0,-7 7 3523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0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26 32 0 0,'0'0'19878'0'0,"0"-9"-18464"0"0,3 6 1739 0 0,8 4-2327 0 0,0-1-1 0 0,0 0 1 0 0,0-1 0 0 0,16-3 0 0 0,1 0 561 0 0,0 1 0 0 0,33 1 0 0 0,-47 2-1387 0 0,-2 2 0 0 0,-2 2-68 0 0,-12 1-330 0 0,-7 6-949 0 0,-1-1 0 0 0,-1 0 1 0 0,-23 17-1 0 0,-16 8-4491 0 0,13-8-5247 0 0,19-16 5466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1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51 2888 0 0,'-19'14'1978'0'0,"4"-4"1613"0"0,6 2 8173 0 0,15-12-10721 0 0,22-3 265 0 0,-1-1 0 0 0,1-2 0 0 0,47-15 0 0 0,-49 13-1092 0 0,19-7-366 0 0,28-5-3756 0 0,-71 19 2640 0 0,6-1-1920 0 0,13-4-5985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2.6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143 86 640 0 0,'1'-1'2736'0'0,"2"-7"-2421"0"0,-3 3 8968 0 0,-1-1-9075 0 0,-9-13 13486 0 0,10 19-13576 0 0,-1 0-1 0 0,0-1 0 0 0,1 1 0 0 0,-1 0 1 0 0,0 0-1 0 0,1 0 0 0 0,-1 0 0 0 0,1 0 1 0 0,-1 0-1 0 0,0 0 0 0 0,1 0 0 0 0,-1 0 0 0 0,0 0 1 0 0,1 0-1 0 0,-1 0 0 0 0,1 0 0 0 0,-1 0 1 0 0,0 0-1 0 0,1 1 0 0 0,-1-1 0 0 0,1 0 0 0 0,-2 1 1 0 0,-16 16 193 0 0,-43 45 1447 0 0,56-56-1646 0 0,0-1 1 0 0,1 1-1 0 0,0 0 1 0 0,0 0-1 0 0,1 1 1 0 0,-1-1-1 0 0,1 1 1 0 0,1 0-1 0 0,-3 9 1 0 0,4-14-113 0 0,1-1 0 0 0,-1 1 0 0 0,1 0 0 0 0,-1 0 0 0 0,1 0 0 0 0,0 0 0 0 0,0 0 0 0 0,0 0 0 0 0,0 0 0 0 0,1-1 0 0 0,-1 1 0 0 0,0 0 0 0 0,1 0 0 0 0,-1 0 0 0 0,1 0 0 0 0,0-1 0 0 0,-1 1 0 0 0,1 0 0 0 0,0-1 0 0 0,0 1 0 0 0,0 0 0 0 0,0-1 0 0 0,1 1 0 0 0,-1-1 0 0 0,0 0 0 0 0,1 1 0 0 0,-1-1 0 0 0,1 0 0 0 0,-1 0 0 0 0,1 0 0 0 0,2 2 0 0 0,2-1 0 0 0,0 0 0 0 0,-1-1 0 0 0,1 0 0 0 0,0 0 0 0 0,0 0 0 0 0,0 0 0 0 0,7-1 0 0 0,-8 0 0 0 0,12 0 0 0 0,-1-1 0 0 0,1 0 0 0 0,-1-2 0 0 0,0 1 0 0 0,17-7 0 0 0,-26 7 0 0 0,0 0 0 0 0,0 0 0 0 0,0-1 0 0 0,0 0 0 0 0,-1 0 0 0 0,1 0 0 0 0,-1-1 0 0 0,0 0 0 0 0,0-1 0 0 0,-1 1 0 0 0,1-1 0 0 0,-1 0 0 0 0,9-11 0 0 0,-12 13 0 0 0,4-17 0 0 0,-6-2 0 0 0,-3 16 0 0 0,1 0 0 0 0,-1 0 0 0 0,0 0 0 0 0,0 0 0 0 0,0 1 0 0 0,-1-1 0 0 0,0 1 0 0 0,0 0 0 0 0,0 0 0 0 0,-1 0 0 0 0,-9-7 0 0 0,-62-40 0 0 0,68 47 0 0 0,-3 0 0 0 0,-3 1 0 0 0,-4 3 0 0 0,-5 5 0 0 0,19 1 0 0 0,2-3 0 0 0,-11 12-3010 0 0,6 11-12892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6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192 44 460 0 0,'4'-13'7119'0'0,"-8"-8"-332"0"0,-6 12 2820 0 0,8 9-7634 0 0,-28 25 475 0 0,19-8-1712 0 0,-1 0 0 0 0,-22 23 1 0 0,21-25-196 0 0,0 1 0 0 0,1 1 0 0 0,-12 20 0 0 0,20-31-541 0 0,0-1 0 0 0,1 1 0 0 0,-1 1 0 0 0,2-1 0 0 0,-1 0 0 0 0,1 1 0 0 0,0 0 0 0 0,0-1 0 0 0,0 1 0 0 0,1 0 0 0 0,0 0 0 0 0,1 0 0 0 0,0 0 0 0 0,0 0 0 0 0,0 0 0 0 0,1 0 0 0 0,2 12 0 0 0,-2-15 0 0 0,0 1 0 0 0,0 0 0 0 0,1 0 0 0 0,0-1 0 0 0,0 1 0 0 0,0-1 0 0 0,0 0 0 0 0,1 0 0 0 0,-1 1 0 0 0,1-1 0 0 0,0-1 0 0 0,0 1 0 0 0,1 0 0 0 0,-1-1 0 0 0,1 0 0 0 0,0 0 0 0 0,4 3 0 0 0,0-1 0 0 0,-1-2 0 0 0,1 1 0 0 0,0-1 0 0 0,0 0 0 0 0,0-1 0 0 0,0 1 0 0 0,0-2 0 0 0,1 1 0 0 0,10-1 0 0 0,3 0 0 0 0,-1-1 0 0 0,0-2 0 0 0,0 0 0 0 0,0-1 0 0 0,0-1 0 0 0,0-1 0 0 0,25-10 0 0 0,-31 12 0 0 0,-13 2 0 0 0,1 1 0 0 0,-1-1 0 0 0,0 0 0 0 0,1 1 0 0 0,-1-1 0 0 0,1 0 0 0 0,-1-1 0 0 0,0 1 0 0 0,0 0 0 0 0,0-1 0 0 0,0 1 0 0 0,0-1 0 0 0,3-2 0 0 0,2-7 0 0 0,-8-1 0 0 0,-11 2 0 0 0,-5 7 0 0 0,3 3 0 0 0,-2 5 0 0 0,15-4-112 0 0,0-1-1 0 0,1 1 1 0 0,-1 0 0 0 0,0-1-1 0 0,1 1 1 0 0,-1 0 0 0 0,1-1-1 0 0,-1 1 1 0 0,1 0 0 0 0,-1-1-1 0 0,1 1 1 0 0,-1 0 0 0 0,1 0-1 0 0,0 0 1 0 0,-1-1 0 0 0,1 1-1 0 0,0 0 1 0 0,0 0 0 0 0,0 0-1 0 0,-1 0 1 0 0,1 1 0 0 0,5 20-8263 0 0,4-11 83 0 0,-3-3 632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3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46 9 516 0 0,'7'-8'22958'0'0,"-12"12"-21554"0"0,0 1-977 0 0,1-1-1 0 0,0 1 1 0 0,0 1-1 0 0,0-1 1 0 0,1 0-1 0 0,-1 1 1 0 0,1 0-1 0 0,1 0 1 0 0,-1 0-1 0 0,1 0 1 0 0,0 0 0 0 0,0 0-1 0 0,1 1 1 0 0,0-1-1 0 0,0 1 1 0 0,0-1-1 0 0,1 7 1 0 0,0-5-351 0 0,-1-3-68 0 0,1-1 0 0 0,0 1 0 0 0,0-1 0 0 0,0 1-1 0 0,0-1 1 0 0,1 1 0 0 0,0-1 0 0 0,0 1 0 0 0,0-1 0 0 0,0 1 0 0 0,1-1 0 0 0,-1 0 0 0 0,1 0 0 0 0,0 0 0 0 0,1 0 0 0 0,2 5 0 0 0,4-4-8 0 0,8-4-237 0 0,-13-3-213 0 0,0 1-1 0 0,0 0 0 0 0,-1-1 1 0 0,1 1-1 0 0,-1-1 0 0 0,1 0 1 0 0,-1-1-1 0 0,0 1 1 0 0,1 0-1 0 0,2-4 0 0 0,6-7-4855 0 0,-4-1-3426 0 0,-3-1 1122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2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57 1812 0 0,'0'0'8588'0'0,"-4"-9"-5612"0"0,5 5 1976 0 0,5 0-4190 0 0,0 1-1 0 0,0-1 1 0 0,0 1-1 0 0,0 0 1 0 0,1 1-1 0 0,-1-1 1 0 0,1 1-1 0 0,12-2 1 0 0,66-7 1099 0 0,-45 7-1043 0 0,-2 3-2065 0 0,-19 11-3122 0 0,-18-8 3029 0 0,-5 2-275 0 0,-24 19-2032 0 0,9-8-3295 0 0,6-5 2049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60 612 0 0,'-4'15'19338'0'0,"22"-14"-18083"0"0,0-1 0 0 0,0-1 0 0 0,0-1-1 0 0,0-1 1 0 0,33-8 0 0 0,27-13-1666 0 0,-28 7-3760 0 0,-36 5-1904 0 0,-8 7-147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4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132 13 1976 0 0,'0'0'5981'0'0,"-8"-1"-4152"0"0,-24-3-77 0 0,23 3 1451 0 0,-29 28 8186 0 0,33-23-11088 0 0,1 1 1 0 0,0-1 0 0 0,1 1 0 0 0,-1 0-1 0 0,1 0 1 0 0,0 0 0 0 0,0 0-1 0 0,0 0 1 0 0,1 1 0 0 0,0-1-1 0 0,0 1 1 0 0,0 0 0 0 0,1 0-1 0 0,0-1 1 0 0,0 1 0 0 0,0 0 0 0 0,1 0-1 0 0,0 0 1 0 0,0 0 0 0 0,0 0-1 0 0,3 11 1 0 0,-3-15-321 0 0,1 1-1 0 0,0-1 1 0 0,0 0-1 0 0,0 1 1 0 0,1-1-1 0 0,-1 0 1 0 0,0 0 0 0 0,1 0-1 0 0,0 0 1 0 0,-1 0-1 0 0,1 0 1 0 0,0 0-1 0 0,0 0 1 0 0,0-1 0 0 0,0 1-1 0 0,0-1 1 0 0,0 0-1 0 0,1 1 1 0 0,-1-1-1 0 0,0 0 1 0 0,1 0 0 0 0,-1-1-1 0 0,1 1 1 0 0,-1 0-1 0 0,1-1 1 0 0,-1 1-1 0 0,1-1 1 0 0,-1 0 0 0 0,4 0-1 0 0,10 1-193 0 0,-1-1-1 0 0,0 0 1 0 0,21-4-1 0 0,-26 3-29 0 0,0-1-1 0 0,-1 0 0 0 0,1-1 1 0 0,0 0-1 0 0,-1-1 1 0 0,16-8-1 0 0,-22 10 276 0 0,1 1 1 0 0,-1-1-1 0 0,0 0 0 0 0,-1 0 1 0 0,1 0-1 0 0,0-1 0 0 0,-1 1 1 0 0,1 0-1 0 0,-1-1 0 0 0,0 0 0 0 0,0 0 1 0 0,0 0-1 0 0,0 1 0 0 0,0-2 1 0 0,0 1-1 0 0,-1 0 0 0 0,0 0 1 0 0,1 0-1 0 0,-1-1 0 0 0,-1 1 1 0 0,1-1-1 0 0,0-4 0 0 0,-1 4 139 0 0,-1-1 0 0 0,0 1-1 0 0,0-1 1 0 0,0 1 0 0 0,-1 0 0 0 0,0-1-1 0 0,1 1 1 0 0,-2 0 0 0 0,1 0 0 0 0,0 0 0 0 0,-1 0-1 0 0,1 1 1 0 0,-1-1 0 0 0,0 1 0 0 0,-1 0-1 0 0,1 0 1 0 0,0 0 0 0 0,-1 0 0 0 0,0 0-1 0 0,1 1 1 0 0,-1-1 0 0 0,0 1 0 0 0,0 0 0 0 0,-9-3-1 0 0,3 1-797 0 0,0 1-1 0 0,0 0 0 0 0,0 0 0 0 0,-16-2 0 0 0,-7 4-6034 0 0,2 4-4833 0 0,17 0 3995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94 143 368 0 0,'7'6'10613'0'0,"-2"7"-3950"0"0,-3 22-844 0 0,-10 31-1992 0 0,6-32-1499 0 0,3-29-2006 0 0,-1-1 1 0 0,0 0-1 0 0,0 0 1 0 0,-1 0 0 0 0,1 1-1 0 0,-1-1 1 0 0,-2 6-1 0 0,2 0 89 0 0,2-8-400 0 0,0 0 0 0 0,0 0 1 0 0,0 0-1 0 0,-1 0 0 0 0,1 0 0 0 0,-1 0 1 0 0,1 1-1 0 0,-1-1 0 0 0,0 0 1 0 0,0 0-1 0 0,0 1 0 0 0,0-1 1 0 0,-1 4-1 0 0,1 6-11 0 0,-6 0 0 0 0,-8-10 0 0 0,10-3 0 0 0,0-1 0 0 0,0 1 0 0 0,0-1 0 0 0,0 1 0 0 0,0-1 0 0 0,0 0 0 0 0,0-1 0 0 0,1 1 0 0 0,-1 0 0 0 0,1-1 0 0 0,0 0 0 0 0,0 0 0 0 0,0 0 0 0 0,0 0 0 0 0,0-1 0 0 0,0 1 0 0 0,1-1 0 0 0,0 1 0 0 0,0-1 0 0 0,0 0 0 0 0,0 0 0 0 0,1 0 0 0 0,-1 0 0 0 0,1 0 0 0 0,0-1 0 0 0,0 1 0 0 0,0 0 0 0 0,1 0 0 0 0,0-1 0 0 0,0 1 0 0 0,0 0 0 0 0,0-1 0 0 0,0 1 0 0 0,2-6 0 0 0,0 0 0 0 0,1-1 0 0 0,0 1 0 0 0,0 0 0 0 0,1 0 0 0 0,0 0 0 0 0,1 1 0 0 0,0-1 0 0 0,0 1 0 0 0,1 0 0 0 0,0 1 0 0 0,1-1 0 0 0,0 1 0 0 0,12-11 0 0 0,7-2 0 0 0,0 2 0 0 0,1 0 0 0 0,1 2 0 0 0,1 1 0 0 0,58-24 0 0 0,-76 38 0 0 0,0 8 0 0 0,-3 4 0 0 0,-1-2 0 0 0,-8-10-474 0 0,-28-30-18268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6.7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6 272 0 0,'0'0'23277'0'0,"5"-1"-22582"0"0,40-4 1127 0 0,-42 5-1631 0 0,0 1-1 0 0,-1-1 0 0 0,1 0 1 0 0,-1 1-1 0 0,1 0 0 0 0,-1-1 1 0 0,1 1-1 0 0,-1 0 0 0 0,1 0 1 0 0,-1 1-1 0 0,0-1 0 0 0,0 0 1 0 0,1 1-1 0 0,-1-1 0 0 0,0 1 0 0 0,0 0 1 0 0,0 0-1 0 0,-1 0 0 0 0,4 4 1 0 0,-5-4-119 0 0,1 0 0 0 0,-1 0 0 0 0,0 0-1 0 0,0 0 1 0 0,0 0 0 0 0,0 1 0 0 0,0-1 0 0 0,0 0 0 0 0,0 0 0 0 0,-1 0 0 0 0,1 0 0 0 0,-1 0 0 0 0,0 0 0 0 0,1 0 0 0 0,-1 0 0 0 0,0 0 0 0 0,0 0 0 0 0,-1 0 0 0 0,1 0 0 0 0,0-1-1 0 0,-2 3 1 0 0,-34 41 1240 0 0,-1-5-1312 0 0,36-34 0 0 0,19 1 0 0 0,-4-3 0 0 0,-1-1 0 0 0,1-1 0 0 0,0 0 0 0 0,0-1 0 0 0,0 0 0 0 0,24-2 0 0 0,6 0 0 0 0,-40 2-156 0 0,-1-1 1 0 0,0 0-1 0 0,0 0 0 0 0,0 0 1 0 0,1 0-1 0 0,-1 0 0 0 0,0 0 0 0 0,0-1 1 0 0,0 1-1 0 0,0-1 0 0 0,0 1 1 0 0,1-1-1 0 0,1-1 0 0 0,-1 0-747 0 0,-1 1-1239 0 0,-2-9-3332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2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 2328 0 0,'0'0'8090'0'0,"0"5"-5633"0"0,-5 24 9766 0 0,10-31-11116 0 0,103-22 3002 0 0,-76 19-4647 0 0,51 0 0 0 0,-81 5 168 0 0,5-2 56 0 0,-4 3-832 0 0,-4 2-2473 0 0,-24 30-51 0 0,-55 52 0 0 0,-1-13 2404 0 0,76-68 1495 0 0,3-3-5 0 0,1-1-1 0 0,-1 1 1 0 0,1 0 0 0 0,-1 0-1 0 0,1 0 1 0 0,-1 0 0 0 0,1 1-1 0 0,0-1 1 0 0,0 0 0 0 0,-1 0-1 0 0,1 1 1 0 0,0-1 0 0 0,0 1-1 0 0,0-1 1 0 0,1 1 0 0 0,-1-1-1 0 0,0 1 1 0 0,0 1 0 0 0,1-2-125 0 0,1 0 1 0 0,-1 0-1 0 0,1 0 0 0 0,0 0 1 0 0,-1 0-1 0 0,1 0 0 0 0,0-1 1 0 0,0 1-1 0 0,0 0 0 0 0,-1-1 1 0 0,1 1-1 0 0,0 0 0 0 0,0-1 1 0 0,0 1-1 0 0,0-1 1 0 0,0 1-1 0 0,0-1 0 0 0,0 0 1 0 0,0 1-1 0 0,0-1 0 0 0,0 0 1 0 0,0 0-1 0 0,0 0 0 0 0,1 0 1 0 0,-1 0-1 0 0,0 0 1 0 0,0 0-1 0 0,0 0 0 0 0,2-1 1 0 0,36-1 1591 0 0,-38 2-1659 0 0,25-4 438 0 0,1-1 0 0 0,-1-1 0 0 0,-1-1 0 0 0,35-15 0 0 0,-36 11-2296 0 0,-1-1-1 0 0,31-20 1 0 0,-41 20-353 0 0,-7 5-803 0 0,0 1-3312 0 0,1 1 796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7.5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33 6 60 0 0,'4'-6'26380'0'0,"-10"17"-25976"0"0,1 1 0 0 0,0 0 1 0 0,1 0-1 0 0,1 0 0 0 0,0 0 0 0 0,0 1 0 0 0,0 14 0 0 0,-1 98 2600 0 0,4-104-2914 0 0,4 3-90 0 0,4 34 0 0 0,-7-47 0 0 0,4-3-49 0 0,-4-6-573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1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303 0 596 0 0,'0'0'7699'0'0,"0"21"5516"0"0,-3-13-10889 0 0,-32 13-838 0 0,1 1 1 0 0,1 2-1 0 0,1 1 1 0 0,2 2-1 0 0,-49 54 1 0 0,72-72-1489 0 0,0-1 0 0 0,1 1 0 0 0,0 0 0 0 0,1 1 0 0 0,-1 0 0 0 0,2 0 0 0 0,-7 19 0 0 0,10-25 0 0 0,0 1 0 0 0,0-1 0 0 0,0 0 0 0 0,1 0 0 0 0,-1 0 0 0 0,1 0 0 0 0,0 0 0 0 0,1 1 0 0 0,-1-1 0 0 0,2 7 0 0 0,-1-9 0 0 0,0 0 0 0 0,0 0 0 0 0,0 0 0 0 0,0 0 0 0 0,0 0 0 0 0,0 0 0 0 0,1 0 0 0 0,-1 0 0 0 0,1 0 0 0 0,-1-1 0 0 0,1 1 0 0 0,0 0 0 0 0,-1-1 0 0 0,1 0 0 0 0,0 1 0 0 0,0-1 0 0 0,0 0 0 0 0,0 0 0 0 0,1 0 0 0 0,2 1 0 0 0,7 2 0 0 0,1-1 0 0 0,1-1 0 0 0,-1 0 0 0 0,0 0 0 0 0,1-1 0 0 0,-1-1 0 0 0,0 0 0 0 0,17-3 0 0 0,5-2 0 0 0,64-18 0 0 0,-87 20 0 0 0,-7 2 0 0 0,1 0 0 0 0,-1-1 0 0 0,1 0 0 0 0,-1 0 0 0 0,0 0 0 0 0,0-1 0 0 0,0 0 0 0 0,0 0 0 0 0,0 0 0 0 0,0 0 0 0 0,7-9 0 0 0,-5 2 0 0 0,-4-2 0 0 0,-13-2 0 0 0,-15 11-7816 0 0,24 2 7342 0 0,0 1 0 0 0,1 0 0 0 0,-1 0 0 0 0,0 0 0 0 0,0 0 0 0 0,0-1 0 0 0,0 1 0 0 0,0 1 1 0 0,0-1-1 0 0,0 0 0 0 0,0 0 0 0 0,0 0 0 0 0,0 0 0 0 0,0 1 0 0 0,1-1 0 0 0,-1 0 0 0 0,0 1 0 0 0,0-1 0 0 0,0 1 0 0 0,0-1 0 0 0,1 1 0 0 0,-1-1 0 0 0,0 1 0 0 0,0 0 1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4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 1 948 0 0,'0'0'18581'0'0,"6"18"-13496"0"0,-9-9-4114 0 0,0-1 0 0 0,0 1 0 0 0,1-1 0 0 0,1 1 0 0 0,-2 16-1 0 0,-5 30 1358 0 0,8-40-2328 0 0,5-2 0 0 0,1-7-47 0 0,-5-5-529 0 0,-1-3 96 0 0,1 0 0 0 0,0 0 1 0 0,0-1-1 0 0,0 1 0 0 0,0 0 0 0 0,0 0 0 0 0,0 0 0 0 0,0 1 0 0 0,1-1 0 0 0,-1 0 0 0 0,1 0 0 0 0,2-1 0 0 0,7-11-3651 0 0,-4 1-3998 0 0,-6-3 461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7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35 1224 0 0,'0'0'22185'0'0,"36"3"-17944"0"0,95-22-752 0 0,-72 8-4765 0 0,-2 4-4012 0 0,-54 6 3930 0 0,-40 26-17859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8.9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90 540 0 0,'0'0'8639'0'0,"3"2"-7046"0"0,2 0-1153 0 0,-1 0 1 0 0,1 0-1 0 0,0-1 1 0 0,0 1-1 0 0,-1-1 1 0 0,1-1-1 0 0,0 1 1 0 0,0-1-1 0 0,0 0 1 0 0,0 0 0 0 0,0 0-1 0 0,0-1 1 0 0,0 1-1 0 0,0-1 1 0 0,0 0-1 0 0,0-1 1 0 0,0 1-1 0 0,7-5 1 0 0,7-1-635 0 0,0-1 0 0 0,-1-1 0 0 0,27-16 0 0 0,-27 7-3082 0 0,-3 1-4437 0 0,-3 10 3564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29.3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91 50 1148 0 0,'0'0'19502'0'0,"-7"3"-18370"0"0,1 1-478 0 0,0 0 0 0 0,1 0-1 0 0,-1 0 1 0 0,1 1 0 0 0,0 0 0 0 0,0 0-1 0 0,0 0 1 0 0,1 1 0 0 0,0-1 0 0 0,0 1-1 0 0,0 0 1 0 0,1 0 0 0 0,-4 8 0 0 0,5-8-550 0 0,-1 0 0 0 0,1 0 0 0 0,0 0 1 0 0,0 0-1 0 0,1 1 0 0 0,0-1 0 0 0,0 0 0 0 0,1 1 1 0 0,-1-1-1 0 0,2 8 0 0 0,0-12-83 0 0,-1 1 1 0 0,1-1-1 0 0,0 0 1 0 0,0 0-1 0 0,0 0 1 0 0,1 0-1 0 0,-1 0 0 0 0,0 0 1 0 0,1 0-1 0 0,-1 0 1 0 0,1 0-1 0 0,0-1 1 0 0,-1 1-1 0 0,1 0 1 0 0,0-1-1 0 0,0 0 0 0 0,0 1 1 0 0,0-1-1 0 0,0 0 1 0 0,1 0-1 0 0,-1 0 1 0 0,0 0-1 0 0,0-1 1 0 0,1 1-1 0 0,-1-1 0 0 0,0 1 1 0 0,1-1-1 0 0,-1 0 1 0 0,1 0-1 0 0,-1 0 1 0 0,3 0-1 0 0,16 1-46 0 0,0-2 0 0 0,-1 0 0 0 0,1-1 0 0 0,-1-1 0 0 0,0-1 0 0 0,28-9 0 0 0,-36 10 18 0 0,0-1-1 0 0,-1-1 1 0 0,0 0-1 0 0,0 0 0 0 0,0-1 1 0 0,-1 0-1 0 0,0-1 0 0 0,0-1 1 0 0,0 1-1 0 0,-1-1 0 0 0,0-1 1 0 0,8-10-1 0 0,0-18 282 0 0,-16 36-274 0 0,-1 0 0 0 0,0 0 0 0 0,1 0 0 0 0,-1 0 0 0 0,0 0 0 0 0,0-1 0 0 0,0 1 0 0 0,0 0 0 0 0,0 0 0 0 0,0 0 0 0 0,-1 0 0 0 0,1 0 0 0 0,0 0 0 0 0,0 0 0 0 0,-1-1 0 0 0,1 1 0 0 0,-1 0 0 0 0,1 0 0 0 0,-1 0 0 0 0,1 0 0 0 0,-1 1 0 0 0,0-1 0 0 0,1 0 0 0 0,-1 0 0 0 0,0 0 0 0 0,-1-1 0 0 0,0 1 0 0 0,-1-4-17 0 0,0 0 0 0 0,0 0 0 0 0,-1 1-1 0 0,0-1 1 0 0,0 1 0 0 0,0 0 0 0 0,0 0 0 0 0,-1 1 0 0 0,1-1 0 0 0,-1 1-1 0 0,0 0 1 0 0,0 0 0 0 0,0 1 0 0 0,-1-1 0 0 0,1 1 0 0 0,0 0 0 0 0,-1 1-1 0 0,1-1 1 0 0,-1 1 0 0 0,0 0 0 0 0,0 1 0 0 0,-10-1 0 0 0,1 1-165 0 0,0 1 0 0 0,0 0 1 0 0,1 1-1 0 0,-1 0 0 0 0,1 1 1 0 0,-1 1-1 0 0,-23 9 0 0 0,18-4-3397 0 0,-10 4-9516 0 0,17-8 5087 0 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2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27 296 312 0 0,'0'0'16981'0'0,"-4"4"-15416"0"0,1 2-807 0 0,0 1 1 0 0,0 0-1 0 0,0-1 0 0 0,1 1 0 0 0,0 0 0 0 0,0 0 0 0 0,1 0 0 0 0,-1 0 0 0 0,1 14 0 0 0,1 83 4212 0 0,1-57-3615 0 0,-1 49-1352 0 0,1-82-3 0 0,3-3 0 0 0,-3-10 0 0 0,-1-1 0 0 0,0 0 0 0 0,0 0 0 0 0,0 0 0 0 0,0 0 0 0 0,1 1 0 0 0,-1-1 0 0 0,0 0 0 0 0,0 0 0 0 0,0 0 0 0 0,0 0 0 0 0,1 0 0 0 0,-1 0 0 0 0,0 1 0 0 0,0-1 0 0 0,1 0 0 0 0,-1 0 0 0 0,0 0 0 0 0,0 0 0 0 0,0 0 0 0 0,1 0 0 0 0,-1 0 0 0 0,0 0 0 0 0,0 0 0 0 0,1 0 0 0 0,-1 0 0 0 0,0 0 0 0 0,0 0 0 0 0,1 0 0 0 0,-1 0 0 0 0,0 0 0 0 0,0-1 0 0 0,0 1 0 0 0,1 0 0 0 0,-1 0 0 0 0,0 0 0 0 0,0 0 0 0 0,0 0 0 0 0,1 0 0 0 0,-1-1 0 0 0,0 1 0 0 0,0 0 0 0 0,0 0 0 0 0,0 0 0 0 0,0 0 0 0 0,1-1 0 0 0,-1 1 0 0 0,0 0 0 0 0,0 0 0 0 0,0 0 0 0 0,0-1 0 0 0,0 1 0 0 0,0 0 0 0 0,0 0 0 0 0,0-1 0 0 0,0 1 0 0 0,0 0 0 0 0,0 0 0 0 0,0-1 0 0 0,4-10 0 0 0,5-27 0 0 0,-3 0 0 0 0,0 0 0 0 0,-3-1 0 0 0,-2-58 0 0 0,-20-78 0 0 0,19 167 0 0 0,1 0 0 0 0,0 1 0 0 0,0-1 0 0 0,1 1 0 0 0,0-1 0 0 0,1 1 0 0 0,0 0 0 0 0,0 0 0 0 0,0 0 0 0 0,1 0 0 0 0,0 1 0 0 0,0-1 0 0 0,0 1 0 0 0,1 0 0 0 0,0 0 0 0 0,1 1 0 0 0,-1-1 0 0 0,1 1 0 0 0,0 0 0 0 0,0 1 0 0 0,1-1 0 0 0,12-5 0 0 0,2-1 0 0 0,0 1 0 0 0,1 1 0 0 0,1 1 0 0 0,-1 1 0 0 0,1 1 0 0 0,30-4 0 0 0,-41 8 0 0 0,1 5 0 0 0,-3 4 0 0 0,-9 5 0 0 0,-7 2-638 0 0,-1-1-1 0 0,0 0 1 0 0,-11 14-1 0 0,12-23-1033 0 0,-2 2-1757 0 0,4 2-7808 0 0,0 2 3439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0.9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 7 1112 0 0,'-5'4'24889'0'0,"78"-11"-23978"0"0,-44 4-3168 0 0,-26 3 1027 0 0,10 0-1484 0 0,-10 0-779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5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74 24 1624 0 0,'0'0'6743'0'0,"1"-11"-1675"0"0,6-1 4366 0 0,-3 12-9090 0 0,-1 0 0 0 0,1 0 1 0 0,0 0-1 0 0,0 0 0 0 0,-1 1 0 0 0,1 0 1 0 0,0 0-1 0 0,0 0 0 0 0,-1 0 1 0 0,1 0-1 0 0,-1 1 0 0 0,0 0 0 0 0,1 0 1 0 0,4 3-1 0 0,-6-3-147 0 0,0 0 0 0 0,-1 0 1 0 0,0 0-1 0 0,1 0 0 0 0,-1 1 0 0 0,0-1 1 0 0,0 0-1 0 0,0 1 0 0 0,0-1 0 0 0,0 0 1 0 0,-1 1-1 0 0,1-1 0 0 0,-1 1 0 0 0,0 0 1 0 0,1-1-1 0 0,-1 1 0 0 0,0-1 0 0 0,-1 1 1 0 0,1-1-1 0 0,0 1 0 0 0,-1-1 0 0 0,1 1 1 0 0,-2 2-1 0 0,0 2-197 0 0,1 0 0 0 0,-2-1 0 0 0,1 1 0 0 0,-1-1 0 0 0,0 0 0 0 0,0 0 0 0 0,0 0 0 0 0,-1 0 0 0 0,0 0 0 0 0,0-1 0 0 0,-10 10 0 0 0,1-4 0 0 0,0-1 0 0 0,-1 0 0 0 0,0-1 0 0 0,-1-1 0 0 0,-23 10 0 0 0,46-24 0 0 0,-4 1 0 0 0,0 1 0 0 0,1 1 0 0 0,-1-1 0 0 0,1 0 0 0 0,0 1 0 0 0,10-5 0 0 0,24-7 0 0 0,-27 9 0 0 0,0 1 0 0 0,0 1 0 0 0,0 0 0 0 0,1 1 0 0 0,-1 0 0 0 0,1 1 0 0 0,0 0 0 0 0,0 1 0 0 0,0 1 0 0 0,0 0 0 0 0,15 2 0 0 0,-12-1 0 0 0,-3 1 0 0 0,-1-1 0 0 0,-2 0-295 0 0,-8 0-1312 0 0,-2-20-23045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4 560 0 0,'0'0'2874'0'0,"-25"-4"24848"0"0,171 11-26808 0 0,-143-7-1731 0 0,17 6-6981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1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 70 1496 0 0,'-11'18'15839'0'0,"24"-22"-265"0"0,1-1-12612 0 0,2-1-6194 0 0,90-31 2465 0 0,-54 18-7920 0 0,-48 16 2305 0 0,-1-3 3407 0 0,-2 4 847 0 0,6-3-4452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2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105 0 20 0 0,'0'0'21580'0'0,"0"4"-19003"0"0,-66 209 6013 0 0,51-157-8590 0 0,9-37 0 0 0,1 1 0 0 0,1-1 0 0 0,0 1 0 0 0,-1 24 0 0 0,7-33 0 0 0,8 12-2148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3.7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255 61 324 0 0,'1'-3'757'0'0,"-1"0"-1"0"0,0 1 1 0 0,0-1-1 0 0,0 1 1 0 0,0-1-1 0 0,-1 0 1 0 0,1 1-1 0 0,-1-1 1 0 0,0 1 0 0 0,1-1-1 0 0,-1 1 1 0 0,0-1-1 0 0,0 1 1 0 0,-1-1-1 0 0,1 1 1 0 0,-1 0-1 0 0,1 0 1 0 0,-1 0 0 0 0,1 0-1 0 0,-1 0 1 0 0,-3-3-1 0 0,3 4-362 0 0,1 1 0 0 0,-1-1 0 0 0,1 0 0 0 0,-1 1 0 0 0,0-1 0 0 0,1 1 0 0 0,-1 0 0 0 0,0 0 0 0 0,1-1 0 0 0,-1 1 0 0 0,0 0 0 0 0,1 0 0 0 0,-3 1 0 0 0,-30 10 1364 0 0,19-1-1210 0 0,1 1 1 0 0,1 0 0 0 0,0 0 0 0 0,0 2 0 0 0,1-1 0 0 0,1 2 0 0 0,0-1 0 0 0,1 1 0 0 0,0 1 0 0 0,1 0 0 0 0,1 0 0 0 0,1 1 0 0 0,0 0 0 0 0,-7 25 0 0 0,11-32-533 0 0,2-1 1 0 0,-1 1 0 0 0,1 0 0 0 0,1 0-1 0 0,-1-1 1 0 0,1 1 0 0 0,1 0 0 0 0,0 0-1 0 0,0-1 1 0 0,1 1 0 0 0,0 0 0 0 0,0-1 0 0 0,1 1-1 0 0,0-1 1 0 0,5 11 0 0 0,-4-13-16 0 0,0 0 0 0 0,0-1 0 0 0,0 1 0 0 0,0-1 1 0 0,1 1-1 0 0,0-1 0 0 0,0-1 0 0 0,1 1 0 0 0,-1-1 0 0 0,1 0 1 0 0,0 0-1 0 0,0 0 0 0 0,0-1 0 0 0,1 0 0 0 0,-1 0 0 0 0,1-1 1 0 0,-1 0-1 0 0,1 0 0 0 0,11 1 0 0 0,-1 0-559 0 0,1-1 1 0 0,0-1-1 0 0,0 0 0 0 0,0-2 1 0 0,0 0-1 0 0,-1-1 0 0 0,1 0 1 0 0,0-2-1 0 0,-1 0 0 0 0,0-1 1 0 0,0-1-1 0 0,0 0 1 0 0,-1-1-1 0 0,19-11 0 0 0,-33 16 149 0 0,0 1-1 0 0,0 0 0 0 0,-1-1 0 0 0,1 0 1 0 0,0 1-1 0 0,-1-1 0 0 0,1 0 1 0 0,-1 0-1 0 0,1 0 0 0 0,-1 0 1 0 0,0 0-1 0 0,0 0 0 0 0,0 0 1 0 0,0 0-1 0 0,0-1 0 0 0,0 1 1 0 0,-1 0-1 0 0,1-3 0 0 0,-1 2-2720 0 0,-3 2-1973 0 0,-13-5 390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1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31 1168 0 0,'-16'-11'9543'0'0,"15"5"-1198"0"0,11-5-7385 0 0,-8 8-63 0 0,4 4 148 0 0,-1-1 0 0 0,1 1 0 0 0,-1 0 0 0 0,1 0 0 0 0,9 3 0 0 0,-15 0-914 0 0,1-1-1 0 0,-1 0 0 0 0,0 1 1 0 0,0-1-1 0 0,0 0 1 0 0,0 1-1 0 0,-1-1 1 0 0,1 1-1 0 0,-1-1 0 0 0,0 0 1 0 0,0 0-1 0 0,0 1 1 0 0,0-1-1 0 0,-1 0 1 0 0,1 0-1 0 0,-1 0 0 0 0,0 0 1 0 0,0-1-1 0 0,-3 4 1 0 0,-48 60 2711 0 0,44-56-2709 0 0,-22 41-133 0 0,30-50 0 0 0,1 0 0 0 0,-1 0 0 0 0,0 0 0 0 0,1 0 0 0 0,-1 0 0 0 0,0 0 0 0 0,1 0 0 0 0,-1 1 0 0 0,1-1 0 0 0,0 0 0 0 0,-1 0 0 0 0,1 1 0 0 0,0-1 0 0 0,0 0 0 0 0,0 0 0 0 0,0 1 0 0 0,0-1 0 0 0,0 0 0 0 0,0 0 0 0 0,0 1 0 0 0,1-1 0 0 0,-1 0 0 0 0,0 0 0 0 0,1 1 0 0 0,-1-1 0 0 0,1 0 0 0 0,-1 0 0 0 0,1 0 0 0 0,0 0 0 0 0,-1 0 0 0 0,1 0 0 0 0,0 0 0 0 0,0 0 0 0 0,0 0 0 0 0,0 0 0 0 0,0 0 0 0 0,0 0 0 0 0,1 1 0 0 0,1 0 0 0 0,1 0 0 0 0,-1-1 0 0 0,0 1 0 0 0,1-1 0 0 0,-1 1 0 0 0,1-1 0 0 0,-1 0 0 0 0,6 1 0 0 0,6-3-484 0 0,0 1 0 0 0,-1-2 0 0 0,1 0 0 0 0,-1-1 0 0 0,1 0 0 0 0,-1-1 0 0 0,0-1 0 0 0,-1 0 0 0 0,1-1 0 0 0,-1 0 0 0 0,13-9 0 0 0,-17 10 339 0 0,23-15-9067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4.6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41 696 0 0,'0'0'6208'0'0,"-4"2"-3310"0"0,-17 8 13048 0 0,29-11-14823 0 0,75-15 960 0 0,44-8-2860 0 0,-80 13-2936 0 0,-45 11 2959 0 0,-2 2-1277 0 0,0-1 1966 0 0,0 0 0 0 0,1 0 1 0 0,-1 0-1 0 0,0 0 1 0 0,0 0-1 0 0,0 0 0 0 0,-1 0 1 0 0,1 0-1 0 0,0 0 0 0 0,0 0 1 0 0,0 0-1 0 0,-1 0 0 0 0,1 0 1 0 0,-1 0-1 0 0,1-1 0 0 0,-1 1 1 0 0,1 0-1 0 0,-2 1 1 0 0,-64 45-990 0 0,29-21 2251 0 0,0 1-1 0 0,-59 56 1 0 0,95-82-1142 0 0,1 0 1 0 0,-1-1 0 0 0,1 1-1 0 0,-1 0 1 0 0,1-1 0 0 0,0 1-1 0 0,-1 0 1 0 0,1 0 0 0 0,0 0-1 0 0,-1-1 1 0 0,1 1 0 0 0,0 0-1 0 0,0 0 1 0 0,0 0 0 0 0,-1 0-1 0 0,1-1 1 0 0,0 1 0 0 0,0 0 0 0 0,0 0-1 0 0,1 0 1 0 0,-1 0 0 0 0,0-1-1 0 0,0 1 1 0 0,0 0 0 0 0,1 0-1 0 0,-1 0 1 0 0,0 0 0 0 0,1-1-1 0 0,-1 1 1 0 0,0 0 0 0 0,1-1-1 0 0,-1 1 1 0 0,1 0 0 0 0,0-1-1 0 0,0 2 1 0 0,20 13 597 0 0,-11-13-837 0 0,0-1-1 0 0,-1 0 1 0 0,1 0-1 0 0,0-1 1 0 0,-1 0-1 0 0,1 0 1 0 0,0-1-1 0 0,-1-1 1 0 0,1 0-1 0 0,14-4 1 0 0,13-9-4683 0 0,-2-2-4469 0 0,-27 11 4044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4:35.0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8 540 0 0,'-4'-7'24950'0'0,"-6"32"-17993"0"0,-11 54-9094 0 0,18-67 4477 0 0,-18 68-2281 0 0,-17 138-1 0 0,37-205-1038 0 0,2-1 1 0 0,-1 1-1 0 0,5 21 0 0 0,1 17-4979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7:38:27.6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0 313 1328,'0'0'14965,"5"44"-6624,4-17-6370,-4-13 2812,5-117-4238,-8 69-361,10-58 0,-10 84-171,0 1 1,0 0 0,0 1-1,1-1 1,0 0-1,1 1 1,-1-1-1,1 1 1,1 0-1,-1 1 1,1-1-1,0 1 1,0-1-1,0 2 1,1-1-1,0 0 1,7-3-1,9-4 32,0 2-1,1 1 1,1 0-1,29-6 1,-39 13-45,2 6 0,-10 3 0,-4 2 0,2 2 0,-8 2-124,3-10-601,-23-9-25757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0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46 1876 0 0,'0'0'14433'0'0,"24"-4"-8664"0"0,-6 0-4874 0 0,11-6 399 0 0,-20 8-1704 0 0,1-1 0 0 0,0-1 0 0 0,-1 0-1 0 0,18-10 1 0 0,-26 13-443 0 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2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0 133 840 0 0,'0'1'3094'0'0,"5"11"10152"0"0,7-13-12702 0 0,0-1 0 0 0,0 0 0 0 0,-1-1 0 0 0,1 0 0 0 0,-1 0 0 0 0,1-2 0 0 0,16-7 0 0 0,-4-1-1360 0 0,-1 0-1 0 0,33-24 0 0 0,-52 34 220 0 0,26-24-2165 0 0,-20 6-5703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8.6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34 119 972 0 0,'0'0'17171'0'0,"-4"5"-16332"0"0,0-1-487 0 0,1 1 0 0 0,-1 1-1 0 0,1-1 1 0 0,1 0-1 0 0,-1 1 1 0 0,1-1 0 0 0,-4 12-1 0 0,6-15-283 0 0,-1 0-1 0 0,0 0 0 0 0,1 0 1 0 0,0 0-1 0 0,-1 0 0 0 0,1 1 1 0 0,0-1-1 0 0,0 0 0 0 0,0 0 1 0 0,1 0-1 0 0,-1 0 0 0 0,0 0 0 0 0,1 0 1 0 0,-1 0-1 0 0,1 0 0 0 0,0 0 1 0 0,0 0-1 0 0,0 0 0 0 0,0 0 1 0 0,0 0-1 0 0,0 0 0 0 0,0-1 1 0 0,1 1-1 0 0,-1 0 0 0 0,0-1 1 0 0,1 1-1 0 0,0-1 0 0 0,-1 0 1 0 0,1 1-1 0 0,0-1 0 0 0,-1 0 1 0 0,4 1-1 0 0,4 2-259 0 0,1-2-1 0 0,-1 1 1 0 0,1-1 0 0 0,-1-1 0 0 0,1 0-1 0 0,0 0 1 0 0,-1-1 0 0 0,1 0-1 0 0,0 0 1 0 0,0-1 0 0 0,-1-1 0 0 0,1 0-1 0 0,18-6 1 0 0,-10 2-234 0 0,0 0 0 0 0,0-2-1 0 0,-1 0 1 0 0,0-1 0 0 0,0 0-1 0 0,18-15 1 0 0,-31 20 427 0 0,0-1 1 0 0,0 1-1 0 0,-1-1 1 0 0,0 1-1 0 0,0-1 0 0 0,0 0 1 0 0,0 0-1 0 0,-1-1 1 0 0,0 1-1 0 0,0 0 1 0 0,0-1-1 0 0,-1 1 0 0 0,0-1 1 0 0,0 1-1 0 0,0-1 1 0 0,-1-10-1 0 0,0 13 112 0 0,-1 1 1 0 0,1 0-1 0 0,-1 0 1 0 0,0-1-1 0 0,0 1 1 0 0,1 0-1 0 0,-2 0 1 0 0,1 0-1 0 0,0 0 1 0 0,0 0-1 0 0,-1 0 0 0 0,1 1 1 0 0,-1-1-1 0 0,1 0 1 0 0,-1 1-1 0 0,0-1 1 0 0,1 1-1 0 0,-1-1 1 0 0,0 1-1 0 0,0 0 0 0 0,0 0 1 0 0,0 0-1 0 0,-3-1 1 0 0,-50-17 2145 0 0,53 18-2081 0 0,-5-1 56 0 0,-1 0-1 0 0,1 1 0 0 0,0 0 0 0 0,-1 0 1 0 0,1 0-1 0 0,0 1 0 0 0,-1 0 0 0 0,1 0 0 0 0,-1 1 1 0 0,1 0-1 0 0,0 1 0 0 0,-1-1 0 0 0,1 1 1 0 0,-10 5-1 0 0,17-7-414 0 0,-14 11-355 0 0,10-3-2607 0 0,7 0-9692 0 0,9 1 7026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1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175 23 1860 0 0,'-1'-2'729'0'0,"-11"-16"16052"0"0,12 18-16458 0 0,-1-1 0 0 0,0 1 0 0 0,0-1-1 0 0,0 1 1 0 0,0 0 0 0 0,0 0 0 0 0,0 0-1 0 0,-1-1 1 0 0,1 1 0 0 0,0 0 0 0 0,0 0-1 0 0,0 0 1 0 0,0 1 0 0 0,0-1-1 0 0,0 0 1 0 0,-1 1 0 0 0,-9 4 285 0 0,1 0 1 0 0,0 2-1 0 0,1-1 1 0 0,-1 1-1 0 0,1 0 1 0 0,1 1-1 0 0,-1 0 1 0 0,1 1-1 0 0,1 0 1 0 0,0 0-1 0 0,0 0 1 0 0,-7 13-1 0 0,7-9-608 0 0,4-7 0 0 0,1-1 0 0 0,-1 1 0 0 0,1-1 0 0 0,0 1 0 0 0,0 0 0 0 0,-1 6 0 0 0,3-10 0 0 0,0 0 0 0 0,0 1 0 0 0,0-1 0 0 0,0 0 0 0 0,0 1 0 0 0,1-1 0 0 0,-1 0 0 0 0,1 1 0 0 0,-1-1 0 0 0,1 0 0 0 0,0 0 0 0 0,0 0 0 0 0,0 0 0 0 0,0 0 0 0 0,0 0 0 0 0,1 0 0 0 0,-1 0 0 0 0,1 0 0 0 0,-1 0 0 0 0,4 2 0 0 0,-1-1-254 0 0,1 0 0 0 0,-1 0 0 0 0,1-1 0 0 0,0 1 0 0 0,0-1 0 0 0,0 0 0 0 0,1 0 0 0 0,-1-1 0 0 0,0 0 0 0 0,1 1 0 0 0,-1-2 0 0 0,1 1 0 0 0,-1-1 0 0 0,1 0 0 0 0,-1 0 0 0 0,0 0 0 0 0,1-1 0 0 0,-1 0 0 0 0,7-2 0 0 0,7-1-1047 0 0,-1 0 1 0 0,0-2-1 0 0,0-1 1 0 0,21-10-1 0 0,-15 0-9188 0 0,-18 9 4474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5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2036 0 0,'0'0'20578'0'0,"21"-17"-17226"0"0,71-11-869 0 0,-33 10-5444 0 0,-56 17 1869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29.7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5 792 0 0,'-29'33'12989'0'0,"28"-33"-12841"0"0,1 0 0 0 0,0 0 1 0 0,-1 0-1 0 0,1 1 1 0 0,0-1-1 0 0,-1 0 0 0 0,1 0 1 0 0,0 1-1 0 0,-1-1 1 0 0,1 0-1 0 0,0 1 1 0 0,0-1-1 0 0,-1 0 0 0 0,1 1 1 0 0,0-1-1 0 0,0 1 1 0 0,0-1-1 0 0,0 0 0 0 0,-1 1 1 0 0,1-1-1 0 0,0 1 1 0 0,0-1-1 0 0,0 0 1 0 0,0 1-1 0 0,0-1 0 0 0,0 1 1 0 0,0-1-1 0 0,0 0 1 0 0,0 1-1 0 0,3 1-117 0 0,-1-1-1 0 0,1 0 1 0 0,-1 1 0 0 0,1-1-1 0 0,0 0 1 0 0,-1-1 0 0 0,1 1-1 0 0,0 0 1 0 0,0-1 0 0 0,0 0 0 0 0,-1 0-1 0 0,1 1 1 0 0,0-2 0 0 0,0 1-1 0 0,0 0 1 0 0,0 0 0 0 0,-1-1-1 0 0,6-1 1 0 0,59-18-2840 0 0,-33 3-778 0 0,-14 6-1468 0 0,-7 4 914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0.1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222 40 920 0 0,'0'0'5354'0'0,"7"-1"-3891"0"0,-6 6 6504 0 0,-1-5-7940 0 0,-49 53 3956 0 0,45-49-3669 0 0,1 0 0 0 0,0 0 0 0 0,0 1 0 0 0,0-1 0 0 0,0 1 0 0 0,1 0 0 0 0,0 0 1 0 0,0 0-1 0 0,0 0 0 0 0,0 0 0 0 0,1 0 0 0 0,-1 7 0 0 0,2 0 171 0 0,-1-10-466 0 0,1 0-1 0 0,-1 0 0 0 0,1 0 1 0 0,0 0-1 0 0,0 0 1 0 0,0 0-1 0 0,0 0 1 0 0,0 0-1 0 0,1 0 1 0 0,-1 0-1 0 0,0-1 1 0 0,1 1-1 0 0,0 0 1 0 0,-1 0-1 0 0,1 0 1 0 0,0 0-1 0 0,0-1 1 0 0,0 1-1 0 0,0 0 1 0 0,0-1-1 0 0,0 1 1 0 0,0-1-1 0 0,1 1 0 0 0,-1-1 1 0 0,1 0-1 0 0,-1 1 1 0 0,1-1-1 0 0,-1 0 1 0 0,1 0-1 0 0,0 0 1 0 0,0 0-1 0 0,-1 0 1 0 0,3 0-1 0 0,3 1-226 0 0,-1-1-1 0 0,0 0 1 0 0,1 0-1 0 0,-1-1 1 0 0,1 1-1 0 0,-1-1 1 0 0,0-1-1 0 0,1 1 1 0 0,-1-1-1 0 0,1 0 1 0 0,-1-1 0 0 0,11-3-1 0 0,0-1-278 0 0,-1-1 1 0 0,1 0-1 0 0,19-12 0 0 0,-33 17 487 0 0,0 0-1 0 0,0 0 0 0 0,-1 0 1 0 0,1 0-1 0 0,0 0 1 0 0,-1-1-1 0 0,0 1 1 0 0,1-1-1 0 0,-1 0 1 0 0,0 1-1 0 0,0-1 0 0 0,-1 0 1 0 0,1 0-1 0 0,0 0 1 0 0,-1-1-1 0 0,0 1 1 0 0,0 0-1 0 0,0 0 0 0 0,0-1 1 0 0,0 1-1 0 0,-1-1 1 0 0,0 1-1 0 0,1 0 1 0 0,-1-1-1 0 0,0 1 0 0 0,-1-1 1 0 0,1 1-1 0 0,-1-1 1 0 0,1 1-1 0 0,-1 0 1 0 0,0-1-1 0 0,0 1 0 0 0,-3-4 1 0 0,2 1 122 0 0,-1 1 1 0 0,0 0-1 0 0,0 0 1 0 0,0 0-1 0 0,0 0 1 0 0,-1 1-1 0 0,0-1 1 0 0,0 1-1 0 0,0 0 1 0 0,-1 0-1 0 0,0 1 1 0 0,1-1-1 0 0,-1 1 1 0 0,0 0-1 0 0,0 0 1 0 0,-1 1-1 0 0,1-1 1 0 0,-11-2-1 0 0,4 3-167 0 0,0 0-1 0 0,0 1 0 0 0,-1 0 0 0 0,1 1 0 0 0,0 1 1 0 0,-1 0-1 0 0,1 0 0 0 0,0 1 0 0 0,-16 5 0 0 0,-38 18-3480 0 0,3 9-5327 0 0,28-15 3385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5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32 387 28 0 0,'0'0'4663'0'0,"0"10"-2349"0"0,1-4 1112 0 0,6 9-1310 0 0,-2 1 1 0 0,0 0-1 0 0,-1 0 0 0 0,0 0 0 0 0,-2 1 1 0 0,2 26-1 0 0,-4-41-1680 0 0,4 17 987 0 0,-2-8-678 0 0,-4-13 37 0 0,-13-44-750 0 0,2 0 0 0 0,2-1 0 0 0,-7-68 0 0 0,12 77-22 0 0,3 9 193 0 0,2 1 1 0 0,2-35-1 0 0,0 16 428 0 0,-2 42-529 0 0,1 1 0 0 0,0-1 0 0 0,0 0 1 0 0,1 1-1 0 0,-1-1 0 0 0,1 1 0 0 0,0-1 0 0 0,0 1 0 0 0,0-1 0 0 0,1 1 0 0 0,0 0 0 0 0,-1-1 0 0 0,2 1 1 0 0,-1 0-1 0 0,0 0 0 0 0,1 0 0 0 0,0 1 0 0 0,0-1 0 0 0,0 1 0 0 0,0-1 0 0 0,0 1 0 0 0,1 0 1 0 0,-1 0-1 0 0,1 1 0 0 0,0-1 0 0 0,8-3 0 0 0,-7 5-102 0 0,0 0 0 0 0,0 0 0 0 0,0 0 0 0 0,0 1 0 0 0,0 0 0 0 0,0 0 0 0 0,0 1 0 0 0,0-1 0 0 0,7 2 0 0 0,-3 2-7 0 0,-1 0 1 0 0,1 0-1 0 0,-1 1 1 0 0,0 0-1 0 0,0 0 1 0 0,14 13-1 0 0,-17-13-1793 0 0,0 0 2435 0 0,-2-1-3321 0 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2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55 1164 0 0,'34'-2'10484'0'0,"-22"1"-8486"0"0,20-3-564 0 0,-1-1 0 0 0,0-2 0 0 0,-1-1 0 0 0,51-20 0 0 0,-159 76-8219 0 0,44-25 6418 0 0,1 2 1 0 0,-42 42-1 0 0,37-21 4972 0 0,37-45-3794 0 0,13 22 2379 0 0,-8-21-3039 0 0,1 0 0 0 0,0 0-1 0 0,0 0 1 0 0,1-1 0 0 0,-1 0 0 0 0,0 0-1 0 0,0 0 1 0 0,0-1 0 0 0,1 1 0 0 0,-1-1-1 0 0,0-1 1 0 0,1 1 0 0 0,-1-1 0 0 0,0 0-1 0 0,0 0 1 0 0,1 0 0 0 0,-1-1-1 0 0,0 1 1 0 0,0-1 0 0 0,-1-1 0 0 0,7-3-1 0 0,11-6-1356 0 0,-1-2-1 0 0,0 0 0 0 0,22-21 1 0 0,-21 17-1501 0 0,12-11-5863 0 0,-17 13 3648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3.3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88 0 0,'0'0'1571'0'0,"11"-1"827"0"0,-5 4 4231 0 0,-1 7-5256 0 0,1-1 1 0 0,-1 1-1 0 0,-1 0 0 0 0,0 0 0 0 0,0 1 0 0 0,-1-1 0 0 0,-1 1 0 0 0,3 13 0 0 0,-1 6 2400 0 0,1 56 0 0 0,-6-73-3251 0 0,4 3 734 0 0,11 34-857 0 0,-13-44-545 0 0,-1-5-784 0 0,4-4-1033 0 0,8-10 396 0 0,-5 3-2011 0 0,3 0-7414 0 0,1 1 3350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7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2 1904 0 0,'0'0'15272'0'0,"-2"-1"-14902"0"0,0 1 0 0 0,1 0 0 0 0,-1 0 0 0 0,0 0 0 0 0,1 0 0 0 0,-1 0 0 0 0,0 0 0 0 0,1 1 0 0 0,-1-1 0 0 0,0 0 0 0 0,1 1 0 0 0,-3 1 0 0 0,-5 5 432 0 0,0 0-1 0 0,1 1 1 0 0,-1 0-1 0 0,2 0 1 0 0,-1 1-1 0 0,1 0 1 0 0,-7 12-1 0 0,11-15-528 0 0,-1-1 0 0 0,2 1-1 0 0,-1-1 1 0 0,1 1 0 0 0,-1 0 0 0 0,2 0 0 0 0,-1 0-1 0 0,1 0 1 0 0,-1 0 0 0 0,2 1 0 0 0,-1-1 0 0 0,1 0 0 0 0,0 0-1 0 0,0 1 1 0 0,2 9 0 0 0,-1-13-270 0 0,0 0 0 0 0,0-1 0 0 0,0 1 0 0 0,1-1 0 0 0,-1 1 0 0 0,1-1 0 0 0,0 1 0 0 0,-1-1 0 0 0,1 0 0 0 0,0 0 0 0 0,0 0 0 0 0,1 0 0 0 0,-1 0 0 0 0,0 0 0 0 0,1 0 0 0 0,-1-1 0 0 0,1 1 0 0 0,-1-1 0 0 0,1 0 0 0 0,0 0 0 0 0,-1 0 0 0 0,1 0 0 0 0,0 0 0 0 0,0-1 0 0 0,0 1 0 0 0,0-1 0 0 0,-1 0 0 0 0,1 0 0 0 0,0 0 0 0 0,4 0 0 0 0,5-1-178 0 0,-1 0 0 0 0,0 0 1 0 0,0-1-1 0 0,0 0 0 0 0,0-1 0 0 0,16-6 0 0 0,-20 6-358 0 0,1 0 1 0 0,0-1-1 0 0,-1 0 0 0 0,0 0 0 0 0,0 0 1 0 0,0-1-1 0 0,0 0 0 0 0,-1 0 0 0 0,1-1 1 0 0,-1 0-1 0 0,-1 0 0 0 0,10-13 0 0 0,-14 18 262 0 0,0-1 0 0 0,-1 1 0 0 0,1 0-1 0 0,-1-1 1 0 0,1 1 0 0 0,-1 0 0 0 0,0-1-1 0 0,1 1 1 0 0,-1-1 0 0 0,0 1 0 0 0,0-1-1 0 0,0 1 1 0 0,0-1 0 0 0,0 1 0 0 0,0 0-1 0 0,-1-1 1 0 0,0-1 0 0 0,-10-11-10774 0 0,1 9 6110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1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73 2140 0 0,'-2'-10'20322'0'0,"10"5"-19905"0"0,1 1 0 0 0,-1 0-1 0 0,1 0 1 0 0,10-3 0 0 0,20-8-1135 0 0,-5-9-4078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2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0 178 1884 0 0,'0'0'4197'0'0,"24"-8"1180"0"0,74-39 1561 0 0,5-1-5008 0 0,-18 7-3357 0 0,-58 25-2045 0 0,-4-2-4376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38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299 61 1312 0 0,'0'0'12901'0'0,"-6"2"-11641"0"0,-5 2-485 0 0,1 1 1 0 0,-1 0 0 0 0,1 0 0 0 0,1 1-1 0 0,-1 0 1 0 0,1 1 0 0 0,0 0-1 0 0,0 1 1 0 0,1 0 0 0 0,0 0 0 0 0,1 0-1 0 0,-12 18 1 0 0,18-25-734 0 0,1-1-1 0 0,0 1 1 0 0,-1 0-1 0 0,1 0 1 0 0,0 0-1 0 0,0 0 1 0 0,-1 0-1 0 0,1 0 1 0 0,0 0-1 0 0,0 0 1 0 0,0-1-1 0 0,0 1 1 0 0,0 0-1 0 0,0 0 1 0 0,1 0-1 0 0,-1 0 1 0 0,0 0-1 0 0,0 0 1 0 0,1 0 0 0 0,-1 0-1 0 0,0-1 1 0 0,1 1-1 0 0,-1 0 1 0 0,1 0-1 0 0,-1 0 1 0 0,1-1-1 0 0,0 1 1 0 0,-1 0-1 0 0,1-1 1 0 0,0 1-1 0 0,-1 0 1 0 0,1-1-1 0 0,0 1 1 0 0,0-1-1 0 0,-1 1 1 0 0,1-1-1 0 0,0 1 1 0 0,0-1 0 0 0,0 0-1 0 0,0 1 1 0 0,0-1-1 0 0,-1 0 1 0 0,1 0-1 0 0,0 0 1 0 0,0 0-1 0 0,0 0 1 0 0,0 0-1 0 0,0 0 1 0 0,1 0-1 0 0,51 0-348 0 0,-25-5-419 0 0,0-2 0 0 0,0-1 0 0 0,0-1 0 0 0,43-21 0 0 0,-67 28 600 0 0,0-1 0 0 0,0 0 0 0 0,-1 0 1 0 0,1 0-1 0 0,-1 0 0 0 0,0-1 0 0 0,1 1 1 0 0,-1-1-1 0 0,-1 0 0 0 0,1 0 0 0 0,2-5 1 0 0,3-3 29 0 0,-8 9 137 0 0,-1 0 0 0 0,1 0-1 0 0,-1 0 1 0 0,0 0-1 0 0,0 0 1 0 0,0 0-1 0 0,0 0 1 0 0,-1 0 0 0 0,1 0-1 0 0,-1 1 1 0 0,1-1-1 0 0,-5-4 1 0 0,6 7-36 0 0,-4-4 28 0 0,0 0 0 0 0,0 1 1 0 0,-1-1-1 0 0,1 1 0 0 0,-1 0 0 0 0,0 0 0 0 0,1 1 0 0 0,-1 0 1 0 0,-1-1-1 0 0,1 2 0 0 0,0-1 0 0 0,0 1 0 0 0,-1-1 0 0 0,1 1 1 0 0,-1 1-1 0 0,1-1 0 0 0,-1 1 0 0 0,-9 1 0 0 0,-10 0-475 0 0,1 0-1 0 0,-46 11 0 0 0,40-5-1096 0 0,0 2-1 0 0,-28 13 1 0 0,-15 12-6707 0 0,35-13 3152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0.7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1 356 976 0 0,'0'0'1118'0'0,"0"11"558"0"0,0-5 2762 0 0,12 36 462 0 0,-12-41-3623 0 0,5 13 1355 0 0,4-8 9838 0 0,-7-16-12492 0 0,0 0 0 0 0,0 0 0 0 0,-1 0 0 0 0,-1 0-1 0 0,0-1 1 0 0,0 1 0 0 0,-1 0 0 0 0,0 0 0 0 0,0 0 0 0 0,-6-17-1 0 0,-4-55-793 0 0,7 51 535 0 0,3 28 245 0 0,0 0 0 0 0,0 0 0 0 0,1-1 0 0 0,-1 1 0 0 0,1 0 0 0 0,0 0-1 0 0,0 0 1 0 0,0-1 0 0 0,0 1 0 0 0,1 0 0 0 0,-1 0 0 0 0,1 0 0 0 0,0 0 0 0 0,0 0 0 0 0,2-4 0 0 0,-2 4 1 0 0,0 0 1 0 0,0 0-1 0 0,0 0 0 0 0,0 0 0 0 0,-1-1 0 0 0,1 1 1 0 0,-1 0-1 0 0,0 0 0 0 0,0-5 0 0 0,0 6 25 0 0,0-1-1 0 0,0 0 0 0 0,0 1 0 0 0,1-1 0 0 0,-1 0 1 0 0,0 1-1 0 0,1-1 0 0 0,0 0 0 0 0,0 1 1 0 0,0-1-1 0 0,0 1 0 0 0,0-1 0 0 0,0 1 1 0 0,2-3-1 0 0,4-1 242 0 0,0 1 1 0 0,0 0-1 0 0,0 0 0 0 0,0 0 1 0 0,1 1-1 0 0,0 0 0 0 0,0 1 1 0 0,0 0-1 0 0,0 0 1 0 0,1 1-1 0 0,10-2 0 0 0,-10 1 26 0 0,23-6 1458 0 0,-31 8-915 0 0,2 1-664 0 0,8-1-151 0 0,-8 0-248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3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1 105 704 0 0,'0'0'21248'0'0,"7"-11"-17559"0"0,37-16 413 0 0,-37 22-3748 0 0,1-1 0 0 0,0 1 0 0 0,0 0-1 0 0,15-6 1 0 0,38-23-1437 0 0,-59 33 351 0 0,-5 15-14128 0 0,-9 2 12182 0 0,9-11 963 0 0,-11 10-4157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5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0 145 32 0 0,'10'-2'13927'0'0,"1"-4"-5849"0"0,3-5-3726 0 0,9-10-4230 0 0,6-4 171 0 0,45-22-3741 0 0,-43 27-6459 0 0,-25 16 6856 0 0,6-5-2795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1.8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59 188 0 0,'0'0'2524'0'0,"-18"-6"2202"0"0,13 5-681 0 0,0 2-3252 0 0,1 0 0 0 0,-1 0-1 0 0,1 0 1 0 0,-1 0 0 0 0,1 1 0 0 0,0 0 0 0 0,0 0-1 0 0,0 0 1 0 0,0 0 0 0 0,-4 4 0 0 0,1-2-54 0 0,1 1 0 0 0,1 0 0 0 0,-1 1 0 0 0,1 0 0 0 0,-9 12 0 0 0,10-13-339 0 0,0 1 0 0 0,0 0-1 0 0,1 1 1 0 0,0-1 0 0 0,0 1 0 0 0,1-1-1 0 0,0 1 1 0 0,0 0 0 0 0,0 0 0 0 0,1 0-1 0 0,0 0 1 0 0,0 0 0 0 0,1 0-1 0 0,1 14 1 0 0,-1-20-382 0 0,1 1 1 0 0,-1-1-1 0 0,1 1 0 0 0,-1-1 0 0 0,1 0 1 0 0,0 1-1 0 0,0-1 0 0 0,0 0 0 0 0,0 0 1 0 0,0 1-1 0 0,0-1 0 0 0,0 0 0 0 0,0 0 1 0 0,0 0-1 0 0,1 0 0 0 0,-1 0 0 0 0,0 0 0 0 0,1-1 1 0 0,-1 1-1 0 0,1 0 0 0 0,-1-1 0 0 0,1 1 1 0 0,-1-1-1 0 0,1 1 0 0 0,-1-1 0 0 0,1 0 1 0 0,-1 0-1 0 0,1 0 0 0 0,-1 0 0 0 0,1 0 1 0 0,0 0-1 0 0,-1 0 0 0 0,1 0 0 0 0,-1 0 1 0 0,3-1-1 0 0,6-1-246 0 0,0 0 1 0 0,1-1 0 0 0,17-6-1 0 0,-5 0-509 0 0,-1 0 0 0 0,0-2 0 0 0,0-1 0 0 0,-1 0 0 0 0,0-2 0 0 0,-2 0 0 0 0,35-31 0 0 0,-52 42 789 0 0,-1 1-1 0 0,1 0 1 0 0,-1 0 0 0 0,1-1 0 0 0,-1 1-1 0 0,0-1 1 0 0,0 1 0 0 0,0-1 0 0 0,0 0-1 0 0,0 1 1 0 0,0-1 0 0 0,-1 0 0 0 0,1 0-1 0 0,-1 1 1 0 0,0-1 0 0 0,0 0 0 0 0,0 0-1 0 0,0 0 1 0 0,-1 1 0 0 0,1-1 0 0 0,-1 0-1 0 0,0 0 1 0 0,1 1 0 0 0,-1-1 0 0 0,0 0-1 0 0,-1 1 1 0 0,1-1 0 0 0,0 1 0 0 0,-1 0-1 0 0,1-1 1 0 0,-1 1 0 0 0,0 0 0 0 0,0 0-1 0 0,0 0 1 0 0,0 0 0 0 0,0 0 0 0 0,0 0-1 0 0,0 1 1 0 0,-1-1 0 0 0,1 1 0 0 0,-1 0 0 0 0,1-1-1 0 0,-1 1 1 0 0,-4-1 0 0 0,-47-6 781 0 0,17 12-5291 0 0,35-3 2392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3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96 0 472 0 0,'0'0'21136'0'0,"-2"5"-19809"0"0,-3 5-302 0 0,-1-1-1 0 0,1 1 1 0 0,-1-1-1 0 0,-9 10 1 0 0,7-9-43 0 0,0 1 0 0 0,1-1 0 0 0,-12 23 0 0 0,18-29-853 0 0,-12 33 340 0 0,13-35-463 0 0,-1-1 0 0 0,1 0 0 0 0,0 1-1 0 0,0-1 1 0 0,0 1 0 0 0,0-1 0 0 0,1 1 0 0 0,-1-1 0 0 0,0 1 0 0 0,0-1 0 0 0,1 1 0 0 0,-1-1 0 0 0,1 0 0 0 0,0 1-1 0 0,-1-1 1 0 0,1 0 0 0 0,0 0 0 0 0,0 1 0 0 0,-1-1 0 0 0,1 0 0 0 0,0 0 0 0 0,0 0 0 0 0,1 0 0 0 0,-1 0 0 0 0,0 0-1 0 0,0 0 1 0 0,0 0 0 0 0,1-1 0 0 0,-1 1 0 0 0,2 1 0 0 0,3-1-110 0 0,-1 1 0 0 0,1-1 0 0 0,0 0 0 0 0,-1 0 0 0 0,1-1 0 0 0,0 0 0 0 0,0 0 0 0 0,0 0 0 0 0,9-2 0 0 0,54-13-1375 0 0,-66 14 1440 0 0,22-5-561 0 0,89-28-3341 0 0,-101 29 2447 0 0,-1 0 0 0 0,0-1 0 0 0,19-12 0 0 0,-20 4-1572 0 0,-9 8-5788 0 0,-2-7 4482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72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86 388 0 0,'-8'-4'23190'0'0,"40"-9"-22246"0"0,0-3-1 0 0,41-25 1 0 0,-53 31-1399 0 0,-16 8-4292 0 0,-28 23-12280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2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1180 0 0,'0'1'585'0'0,"1"0"-1"0"0,-1 0 1 0 0,0 0 0 0 0,0 0-1 0 0,0 0 1 0 0,1 0-1 0 0,-1 0 1 0 0,0 0-1 0 0,1 0 1 0 0,-1 0 0 0 0,1 0-1 0 0,-1 0 1 0 0,1 0-1 0 0,-1 0 1 0 0,1-1 0 0 0,0 1-1 0 0,-1 0 1 0 0,1 0-1 0 0,0-1 1 0 0,0 1 0 0 0,1 0-1 0 0,20-7 1441 0 0,0-1 1 0 0,21-11-1 0 0,89-52 1447 0 0,-83 44-2954 0 0,-32 16-1333 0 0,0 0 0 0 0,28-21 1 0 0,-23 9-3329 0 0,-5-2-4426 0 0,-12 12 3534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3.1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0 1188 0 0,'0'0'10614'0'0,"-4"6"-8838"0"0,1 2-1139 0 0,-1 0 0 0 0,1 1 0 0 0,1-1 0 0 0,-1 1 0 0 0,1-1 1 0 0,1 1-1 0 0,0 0 0 0 0,-1 8 0 0 0,5 80 3543 0 0,-1-32-4125 0 0,3-26-3130 0 0,2-19-2694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3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2 241 608 0 0,'0'0'30079'0'0,"0"7"-29490"0"0,0 16-373 0 0,-1-9-56 0 0,1 1-1 0 0,0-1 0 0 0,1 1 1 0 0,1-1-1 0 0,0 0 0 0 0,1 1 1 0 0,7 21-1 0 0,-8-24-159 0 0,1 0 0 0 0,24 26 0 0 0,-27-38 0 0 0,1 0 0 0 0,-1 1 0 0 0,0-1 0 0 0,1 0 0 0 0,-1 0 0 0 0,1 0 0 0 0,-1 1 0 0 0,0-1 0 0 0,1 0 0 0 0,-1 0 0 0 0,1 0 0 0 0,-1 0 0 0 0,1 0 0 0 0,-1 0 0 0 0,1 0 0 0 0,-1 0 0 0 0,0 0 0 0 0,1 0 0 0 0,-1 0 0 0 0,1 0 0 0 0,-1 0 0 0 0,1 0 0 0 0,-1 0 0 0 0,1 0 0 0 0,-1 0 0 0 0,0 0 0 0 0,1-1 0 0 0,-1 1 0 0 0,1 0 0 0 0,-1 0 0 0 0,0-1 0 0 0,1 1 0 0 0,-1 0 0 0 0,0 0 0 0 0,1-1 0 0 0,-1 0 0 0 0,7-6 0 0 0,-4 4 0 0 0,-2 1 0 0 0,1-1 0 0 0,0 0 0 0 0,0 1 0 0 0,-1-1 0 0 0,0 0 0 0 0,1 0 0 0 0,-1 0 0 0 0,0 0 0 0 0,0 0 0 0 0,-1 0 0 0 0,1 0 0 0 0,-1 0 0 0 0,1-1 0 0 0,-1 1 0 0 0,0 0 0 0 0,0 0 0 0 0,-1 0 0 0 0,1 0 0 0 0,-1-1 0 0 0,0-2 0 0 0,-1-11 0 0 0,0-52 0 0 0,0 37 0 0 0,4-57 0 0 0,-1 79 0 0 0,0 0 0 0 0,1 0 0 0 0,1 1 0 0 0,0-1 0 0 0,0 1 0 0 0,0-1 0 0 0,1 1 0 0 0,1 0 0 0 0,10-16 0 0 0,-6 9 0 0 0,-7 13 0 0 0,0-1 0 0 0,-1 1 0 0 0,1 0 0 0 0,1 0 0 0 0,-1 0 0 0 0,0 0 0 0 0,1 1 0 0 0,-1-1 0 0 0,1 1 0 0 0,0-1 0 0 0,-1 1 0 0 0,1 0 0 0 0,1 0 0 0 0,-1 0 0 0 0,3-1 0 0 0,11-3 0 0 0,-4 1 0 0 0,16 2-3426 0 0,-26 3 2370 0 0,-1 1 0 0 0,1 0 0 0 0,-1 0-1 0 0,1-1 1 0 0,-1 2 0 0 0,1-1-1 0 0,-1 0 1 0 0,0 0 0 0 0,0 1-1 0 0,0-1 1 0 0,0 1 0 0 0,0 0-1 0 0,0 0 1 0 0,0-1 0 0 0,2 4-1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5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93 612 0 0,'0'0'12355'0'0,"10"-20"-6165"0"0,75-9-1785 0 0,-62 22-4313 0 0,0 0 1 0 0,27-14-1 0 0,-24 13-2322 0 0,-26 8 2113 0 0,1 0 0 0 0,-1 0 0 0 0,0 0 0 0 0,0 0 0 0 0,1 0 0 0 0,-1 1 0 0 0,0-1 0 0 0,0 0 0 0 0,0 0 0 0 0,0 0 0 0 0,1 0-1 0 0,-1 1 1 0 0,0-1 0 0 0,0 0 0 0 0,0 0 0 0 0,0 1 0 0 0,0-1 0 0 0,1 0 0 0 0,-1 0 0 0 0,0 0 0 0 0,0 1 0 0 0,0-1 0 0 0,0 0 0 0 0,0 1 0 0 0,0-1-1 0 0,0 0 1 0 0,0 0 0 0 0,0 1 0 0 0,0-1 0 0 0,0 0 0 0 0,0 0 0 0 0,0 1 0 0 0,0-1 0 0 0,0 0 0 0 0,0 0 0 0 0,-1 1 0 0 0,1-1 0 0 0,0 0-1 0 0,0 0 1 0 0,0 0 0 0 0,0 1 0 0 0,0-1 0 0 0,-1 0 0 0 0,1 0 0 0 0,-24 33-8559 0 0,10-17 4367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6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54 113 2948 0 0,'-28'26'2190'0'0,"8"2"5077"0"0,19-26-4960 0 0,-3 2-1331 0 0,3-2 480 0 0,4-3 2425 0 0,55-23-1804 0 0,63-37 0 0 0,-85 41-5038 0 0,42-34-1 0 0,-67 48 1486 0 0,-4 2-1111 0 0,-2 0-4500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0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4 212 0 0,'0'0'2836'0'0,"8"-4"7965"0"0,-7 4-10652 0 0,0 1 1 0 0,-1-1 0 0 0,1 0 0 0 0,0 0-1 0 0,-1 1 1 0 0,1-1 0 0 0,0 0-1 0 0,0 1 1 0 0,-1-1 0 0 0,1 0 0 0 0,-1 1-1 0 0,1-1 1 0 0,0 1 0 0 0,-1-1 0 0 0,1 1-1 0 0,-1-1 1 0 0,1 1 0 0 0,-1 0-1 0 0,0-1 1 0 0,1 1 0 0 0,-1 0 0 0 0,1-1-1 0 0,-1 1 1 0 0,0 0 0 0 0,0-1 0 0 0,1 2-1 0 0,7 30 7067 0 0,-7-26-6258 0 0,0 0-1 0 0,0 0 1 0 0,1 0-1 0 0,-1-1 1 0 0,1 1-1 0 0,1-1 1 0 0,4 10-1 0 0,-5-9-957 0 0,0 1 0 0 0,17 13 0 0 0,-10-12 0 0 0,1-3-105 0 0,9-7-3707 0 0,10-7-11677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6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33 20 0 0,'1'-1'-654'0'0,"3"-6"1611"0"0,1-5 6307 0 0,-7 2 524 0 0,-6 8-4620 0 0,4 4-1927 0 0,-20 12 459 0 0,1 1 0 0 0,1 1 0 0 0,-37 36 0 0 0,50-44-1225 0 0,1 1 1 0 0,0 0 0 0 0,0 0-1 0 0,1 0 1 0 0,1 1 0 0 0,0 0-1 0 0,0 1 1 0 0,1-1-1 0 0,0 1 1 0 0,1 0 0 0 0,0 0-1 0 0,-2 12 1 0 0,5-20-474 0 0,0 0 0 0 0,1 0 0 0 0,0-1 0 0 0,-1 1 0 0 0,1 0 1 0 0,0 0-1 0 0,0 0 0 0 0,1 0 0 0 0,-1-1 0 0 0,1 1 0 0 0,-1 0 0 0 0,1 0 0 0 0,0-1 0 0 0,0 1 0 0 0,0 0 1 0 0,0-1-1 0 0,3 4 0 0 0,-3-5 0 0 0,0 1 0 0 0,1-1 0 0 0,-1 0 0 0 0,1 0 1 0 0,0 1-1 0 0,0-1 0 0 0,-1 0 0 0 0,1-1 0 0 0,0 1 0 0 0,0 0 1 0 0,0 0-1 0 0,0-1 0 0 0,0 1 0 0 0,0-1 0 0 0,0 0 0 0 0,0 1 1 0 0,0-1-1 0 0,2 0 0 0 0,7-1-50 0 0,0 0-1 0 0,-1-1 1 0 0,1 0 0 0 0,0-1 0 0 0,-1 0-1 0 0,11-5 1 0 0,-17 6-10 0 0,1 0-456 0 0,80-31-5203 0 0,-58 20 1007 0 0,0-2-3737 0 0,-3 0 1102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7.8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36 1456 0 0,'0'0'18613'0'0,"15"-3"-15176"0"0,32-7-794 0 0,-14 0-3943 0 0,-10 3-2465 0 0,-17 1-417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29 504 0 0,'40'3'22965'0'0,"-26"-10"-24079"0"0,-2-6-8592 0 0,-8 9 5660 0 0,2-3-793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7:38:48.3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0 1096 0 0,'0'0'9653'0'0,"-1"7"-7746"0"0,-1 3-1114 0 0,1-1 0 0 0,1 1-1 0 0,0-1 1 0 0,0 1-1 0 0,0 0 1 0 0,4 11-1 0 0,13 127 6627 0 0,-6-73-4453 0 0,-9-55-2037 0 0,0-1 0 0 0,2 1-1 0 0,9 32 1 0 0,-10-45-1017 0 0,-1 0-1 0 0,2 1 1 0 0,-1-1-1 0 0,1 0 0 0 0,0 0 1 0 0,6 7-1 0 0,-9-12-2227 0 0,0 2 4889 0 0,-1-2-4101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1 112 2324 0 0,'21'-1'8121'0'0,"67"-4"1831"0"0,-56 0-8429 0 0,-1-1 0 0 0,37-12 0 0 0,-34 8-2175 0 0,42-15-521 0 0,-53 12-3412 0 0,-4-4-4091 0 0,-8 6 3120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493 32 32 0 0,'0'0'2362'0'0,"-12"-6"3948"0"0,0-2 7088 0 0,12-2-7769 0 0,-1 9-5436 0 0,0 0 1 0 0,0 0 0 0 0,0 1-1 0 0,0-1 1 0 0,0 1 0 0 0,-1-1 0 0 0,1 1-1 0 0,0-1 1 0 0,0 1 0 0 0,0-1-1 0 0,0 1 1 0 0,0 0 0 0 0,-1 0-1 0 0,1 0 1 0 0,0-1 0 0 0,0 1 0 0 0,0 0-1 0 0,-1 1 1 0 0,1-1 0 0 0,0 0-1 0 0,0 0 1 0 0,0 0 0 0 0,-1 1 0 0 0,1-1-1 0 0,-1 1 1 0 0,-11 3-194 0 0,1 1 0 0 0,0 0 0 0 0,0 1 0 0 0,1 0 0 0 0,-16 11 0 0 0,9-5 0 0 0,1-2 0 0 0,-143 93 0 0 0,135-85 0 0 0,1 1 0 0 0,1 1 0 0 0,1 2 0 0 0,-23 27 0 0 0,44-47 0 0 0,-1-1 0 0 0,0 1 0 0 0,1 0 0 0 0,0 0 0 0 0,-1 0 0 0 0,1 0 0 0 0,0 0 0 0 0,0 1 0 0 0,0-1 0 0 0,1 0 0 0 0,-1 0 0 0 0,0 1 0 0 0,1-1 0 0 0,-1 0 0 0 0,1 1 0 0 0,0-1 0 0 0,0 0 0 0 0,0 1 0 0 0,0 2 0 0 0,1-4 0 0 0,0 1 0 0 0,-1 0 0 0 0,1 0 0 0 0,0-1 0 0 0,0 1 0 0 0,0 0 0 0 0,1-1 0 0 0,-1 1 0 0 0,0-1 0 0 0,0 0 0 0 0,1 1 0 0 0,-1-1 0 0 0,1 0 0 0 0,-1 0 0 0 0,1 0 0 0 0,0 0 0 0 0,-1 0 0 0 0,4 1 0 0 0,3 1 0 0 0,0 0 0 0 0,0-1 0 0 0,0 0 0 0 0,1-1 0 0 0,-1 1 0 0 0,0-2 0 0 0,1 1 0 0 0,-1-1 0 0 0,14-2 0 0 0,19-5 0 0 0,0-2 0 0 0,-1-1 0 0 0,-1-3 0 0 0,0-1 0 0 0,55-28 0 0 0,-87 39 0 0 0,-3 1 0 0 0,0 1 0 0 0,1-1 0 0 0,-1 0 0 0 0,0-1 0 0 0,0 1 0 0 0,-1-1 0 0 0,1 0 0 0 0,0 1 0 0 0,-1-2 0 0 0,0 1 0 0 0,0 0 0 0 0,0-1 0 0 0,0 1 0 0 0,0-1 0 0 0,-1 0 0 0 0,1 0 0 0 0,-1 0 0 0 0,0 0 0 0 0,2-8 0 0 0,-5-4 0 0 0,0 12 0 0 0,-1 0 0 0 0,0 1 0 0 0,0-1 0 0 0,0 0 0 0 0,0 1 0 0 0,-1 0 0 0 0,1-1 0 0 0,-1 1 0 0 0,0 0 0 0 0,0 0 0 0 0,0 1 0 0 0,-1-1 0 0 0,1 1 0 0 0,0-1 0 0 0,-6-2 0 0 0,-2 1 0 0 0,1-1 0 0 0,-1 2 0 0 0,0-1 0 0 0,0 1 0 0 0,0 1 0 0 0,0 0 0 0 0,-12 0 0 0 0,8 1-316 0 0,12 1-1439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81 1 2112 0 0,'3'12'30503'0'0,"-26"21"-30316"0"0,14-23-196 0 0,1 1 1 0 0,0 0-1 0 0,-10 19 0 0 0,2 1-246 0 0,15-29-1231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109 2 1152 0 0,'7'-1'26777'0'0,"-12"2"-25977"0"0,-6 2-375 0 0,3-1-97 0 0,1 0 1 0 0,-1 1-1 0 0,1-1 1 0 0,0 1-1 0 0,0 1 1 0 0,1-1-1 0 0,-1 1 1 0 0,1 0-1 0 0,-1 1 1 0 0,-7 6-1 0 0,7-2-328 0 0,2 0 0 0 0,4-9 0 0 0,1 1 0 0 0,-1 0 0 0 0,1-1 0 0 0,0 1 0 0 0,-1 0 0 0 0,1-1 0 0 0,0 1 0 0 0,0 0 0 0 0,0-1 0 0 0,-1 1 0 0 0,1 0 0 0 0,0-1 0 0 0,0 1 0 0 0,0 0 0 0 0,0 0 0 0 0,0-1 0 0 0,0 1 0 0 0,0 0 0 0 0,1-1 0 0 0,-1 1 0 0 0,0 0 0 0 0,0 0 0 0 0,0-1 0 0 0,1 1 0 0 0,-1-1 0 0 0,0 1 0 0 0,1 0 0 0 0,-1-1 0 0 0,1 2 0 0 0,22 14 0 0 0,26 0 0 0 0,-47-15 0 0 0,52 12 0 0 0,-29-8 0 0 0,-1 0 0 0 0,0 2 0 0 0,-1 1 0 0 0,0 1 0 0 0,27 14 0 0 0,-46-20 0 0 0,-3-3 0 0 0,0 1 0 0 0,-1-1 0 0 0,1 0 0 0 0,0 1 0 0 0,0-1 0 0 0,-1 0 0 0 0,1 1 0 0 0,-1-1 0 0 0,1 1 0 0 0,0-1 0 0 0,-1 1 0 0 0,1 0 0 0 0,-1-1 0 0 0,1 1 0 0 0,-1-1 0 0 0,0 1 0 0 0,1 0 0 0 0,-1-1 0 0 0,0 1 0 0 0,1 0 0 0 0,-1-1 0 0 0,0 1 0 0 0,1 1 0 0 0,1 6 0 0 0,-1-7 0 0 0,-1 1 0 0 0,1-1 0 0 0,-1 1 0 0 0,1 0 0 0 0,-1 0 0 0 0,0-1 0 0 0,0 1 0 0 0,0 0 0 0 0,0-1 0 0 0,0 1 0 0 0,0 0 0 0 0,0 0 0 0 0,-1-1 0 0 0,1 1 0 0 0,0 0 0 0 0,-1-1 0 0 0,0 1 0 0 0,1 0 0 0 0,-1-1 0 0 0,0 1 0 0 0,0-1 0 0 0,0 1 0 0 0,0-1 0 0 0,0 0 0 0 0,0 1 0 0 0,0-1 0 0 0,0 0 0 0 0,-1 0 0 0 0,1 0 0 0 0,0 0 0 0 0,-2 1 0 0 0,-3 1 0 0 0,1 0 0 0 0,-1 0 0 0 0,1-1 0 0 0,-1 0 0 0 0,-11 3 0 0 0,13-4 0 0 0,-37 7-3207 0 0,34-8 1718 0 0,0-1 1 0 0,0 1-1 0 0,0-1 1 0 0,0 0-1 0 0,0-1 0 0 0,0 0 1 0 0,1 0-1 0 0,-1 0 0 0 0,1-1 1 0 0,-11-6-1 0 0,-8-5-5923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1 101 716 0 0,'75'1'7764'0'0,"60"-2"-2"0"0,52-17-2802 0 0,-4-17-4399 0 0,-149 27-1316 0 0,35-7-2734 0 0,-22 1-4404 0 0,-15 4 2479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99 68 1680 0 0,'4'-9'7241'0'0,"0"-2"8128"0"0,-8-3-9326 0 0,-6-8-3609 0 0,5 10-2434 0 0,-4 33 0 0 0,0 17 0 0 0,-30 158 0 0 0,10-38 0 0 0,28-108 0 0 0,1-50 0 0 0,0 0 0 0 0,0 0 0 0 0,0 0 0 0 0,0 0 0 0 0,0 0 0 0 0,1 0 0 0 0,-1 0 0 0 0,0-1 0 0 0,0 1 0 0 0,0 0 0 0 0,0 0 0 0 0,0 0 0 0 0,0 0 0 0 0,1 0 0 0 0,-1 0 0 0 0,0 0 0 0 0,0 0 0 0 0,0 0 0 0 0,0 0 0 0 0,0 0 0 0 0,1 0 0 0 0,-1 0 0 0 0,0 0 0 0 0,0 0 0 0 0,0 0 0 0 0,0 0 0 0 0,0 0 0 0 0,1 0 0 0 0,-1 0 0 0 0,0 1 0 0 0,0-1 0 0 0,0 0 0 0 0,0 0 0 0 0,0 0 0 0 0,0 0 0 0 0,0 0 0 0 0,1 0 0 0 0,-1 0 0 0 0,0 0 0 0 0,0 0 0 0 0,0 1 0 0 0,0-1 0 0 0,0 0 0 0 0,0 0 0 0 0,0 0 0 0 0,0 0 0 0 0,0 0 0 0 0,0 0 0 0 0,0 1 0 0 0,0-1 0 0 0,0 0 0 0 0,0 0 0 0 0,0 0 0 0 0,0 0 0 0 0,0 0 0 0 0,0 0 0 0 0,0 1 0 0 0,0-1 0 0 0,0 0 0 0 0,0 0 0 0 0,0 0 0 0 0,0 0 0 0 0,0 0 0 0 0,0 1 0 0 0,0-1 0 0 0,0 0 0 0 0,0 0 0 0 0,7-6 0 0 0,1 0 0 0 0,-1 0 0 0 0,0-1 0 0 0,-1 0 0 0 0,1-1 0 0 0,-1 1 0 0 0,-1-1 0 0 0,0 0 0 0 0,0-1 0 0 0,0 1 0 0 0,-1-1 0 0 0,0 0 0 0 0,-1 0 0 0 0,4-19 0 0 0,-6 28 0 0 0,-1 0 0 0 0,0-1 0 0 0,0 1 0 0 0,0 0 0 0 0,0-1 0 0 0,0 1 0 0 0,0 0 0 0 0,0 0 0 0 0,0-1 0 0 0,0 1 0 0 0,0 0 0 0 0,0-1 0 0 0,0 1 0 0 0,0 0 0 0 0,0-1 0 0 0,0 1 0 0 0,0 0 0 0 0,0-1 0 0 0,0 1 0 0 0,0 0 0 0 0,0-1 0 0 0,0 1 0 0 0,-1 0 0 0 0,1 0 0 0 0,0-1 0 0 0,0 1 0 0 0,0 0 0 0 0,-1 0 0 0 0,1-1 0 0 0,0 1 0 0 0,0 0 0 0 0,-1 0 0 0 0,1-1 0 0 0,0 1 0 0 0,-2 0-335 0 0,1-1 1 0 0,-1 1-1 0 0,1 0 1 0 0,-1 0-1 0 0,1 0 1 0 0,-1 0-1 0 0,1 0 0 0 0,-1 0 1 0 0,1 1-1 0 0,-1-1 1 0 0,1 0-1 0 0,-1 1 1 0 0,1-1-1 0 0,-1 1 0 0 0,1 0 1 0 0,0-1-1 0 0,-1 1 1 0 0,1 0-1 0 0,0 0 1 0 0,-2 1-1 0 0,-26 25-11095 0 0,18-15 3384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1 2036 0 0,'5'23'19721'0'0,"-10"9"-13236"0"0,3-16-6087 0 0,-1 0 0 0 0,0 0 1 0 0,-1 0-1 0 0,0-1 0 0 0,-1 1 0 0 0,-1-1 1 0 0,-9 16-1 0 0,5-8 271 0 0,-15 46 1 0 0,23-66-670 0 0,-1-1 0 0 0,-4 28 0 0 0,20-35-2046 0 0,-11 4 1501 0 0,0-1-1 0 0,0 1 1 0 0,-1-1-1 0 0,1 0 1 0 0,0 1-1 0 0,0-1 0 0 0,-1 0 1 0 0,0 0-1 0 0,1 0 1 0 0,1-4-1 0 0,4-8-8807 0 0,-2 3 711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116 0 168 0 0,'-7'17'8071'0'0,"-26"18"343"0"0,21-24-5805 0 0,0 1 0 0 0,1 1 0 0 0,-14 20-1 0 0,21-26-1832 0 0,-7 15 2601 0 0,11-21-3374 0 0,0-1 1 0 0,0 1-1 0 0,0-1 1 0 0,0 1-1 0 0,0-1 1 0 0,0 1-1 0 0,0-1 1 0 0,0 1-1 0 0,0-1 1 0 0,0 1-1 0 0,0-1 0 0 0,0 1 1 0 0,1-1-1 0 0,-1 1 1 0 0,0-1-1 0 0,0 0 1 0 0,1 1-1 0 0,-1-1 1 0 0,0 1-1 0 0,1-1 1 0 0,-1 0-1 0 0,0 1 1 0 0,1-1-1 0 0,-1 0 1 0 0,1 1-1 0 0,-1-1 0 0 0,1 0 1 0 0,-1 0-1 0 0,0 1 1 0 0,1-1-1 0 0,-1 0 1 0 0,1 0-1 0 0,-1 0 1 0 0,1 0-1 0 0,-1 0 1 0 0,1 0-1 0 0,-1 0 1 0 0,1 0-1 0 0,0 0 1 0 0,2 1-1051 0 0,15-27-2235 0 0,-9 15 1138 0 0,5-21-10149 0 0,-4 11 5200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24 268 0 0,'0'0'12105'0'0,"6"-16"-2917"0"0,0 9 1989 0 0,-5 41-11144 0 0,3-26-31 0 0,10 7-8 0 0,-1-2 6 0 0,-7-9 0 0 0,0 1 0 0 0,0 1 0 0 0,-1-1 0 0 0,0 1 0 0 0,0 0 0 0 0,0 0 0 0 0,6 11 0 0 0,-5-6 0 0 0,-5 1 0 0 0,0 3 0 0 0,-5-2 0 0 0,-7 5 0 0 0,5-7 0 0 0,0-3-162 0 0,5-7-728 0 0,-3-4-5766 0 0,-9-7 3871 0 0,0-6-8051 0 0,6 5 4402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0 159 476 0 0,'4'0'2509'0'0,"62"-7"6435"0"0,40-20-2971 0 0,-28 6-3376 0 0,186-41 3431 0 0,-194 39-6292 0 0,-48 14-2281 0 0,-1-1-3385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265 165 544 0 0,'0'-1'13695'0'0,"-13"-13"4746"0"0,-10 20-18354 0 0,14-5-87 0 0,1 0 0 0 0,-1 1 0 0 0,1 0 0 0 0,0 0 0 0 0,0 1 0 0 0,0 1 0 0 0,0-1 0 0 0,1 1 0 0 0,-1 0 0 0 0,1 1 0 0 0,0 0 0 0 0,0 0 0 0 0,0 0 0 0 0,1 1 0 0 0,0 0 0 0 0,0 0 0 0 0,-8 12 0 0 0,0-1 0 0 0,2-2 0 0 0,0 1 0 0 0,1 0 0 0 0,1 1 0 0 0,-14 30 0 0 0,24-45 0 0 0,-1-1 0 0 0,0 0 0 0 0,1 1 0 0 0,-1-1 0 0 0,1 1 0 0 0,0-1 0 0 0,-1 1 0 0 0,1-1 0 0 0,0 1 0 0 0,0-1 0 0 0,0 1 0 0 0,0-1 0 0 0,0 1 0 0 0,0 0 0 0 0,1-1 0 0 0,-1 1 0 0 0,0-1 0 0 0,1 0 0 0 0,-1 1 0 0 0,1-1 0 0 0,-1 1 0 0 0,1-1 0 0 0,0 0 0 0 0,0 1 0 0 0,0-1 0 0 0,0 0 0 0 0,-1 0 0 0 0,2 1 0 0 0,-1-1 0 0 0,2 2 0 0 0,-1-2 0 0 0,0 0 0 0 0,1 0 0 0 0,-1 0 0 0 0,0 0 0 0 0,1 0 0 0 0,-1 0 0 0 0,1 0 0 0 0,-1-1 0 0 0,1 1 0 0 0,-1-1 0 0 0,1 0 0 0 0,0 0 0 0 0,-1 0 0 0 0,1 0 0 0 0,-1 0 0 0 0,1-1 0 0 0,2 0 0 0 0,17-5 0 0 0,-1-2 0 0 0,-1 0 0 0 0,0-2 0 0 0,0 0 0 0 0,-1-1 0 0 0,0-1 0 0 0,25-20 0 0 0,-20 12 0 0 0,-1 0 0 0 0,-1-2 0 0 0,-1 0 0 0 0,35-48 0 0 0,-54 67 0 0 0,1-1 0 0 0,-1 1 0 0 0,0 0 0 0 0,0-1 0 0 0,0 1 0 0 0,0-1 0 0 0,-1 0 0 0 0,0 1 0 0 0,1-1 0 0 0,-1 0 0 0 0,-1 0 0 0 0,1 0 0 0 0,0 0 0 0 0,-1 0 0 0 0,0 0 0 0 0,0 0 0 0 0,0 0 0 0 0,-1 0 0 0 0,1 0 0 0 0,-1 0 0 0 0,0 1 0 0 0,0-1 0 0 0,0 0 0 0 0,0 0 0 0 0,-1 1 0 0 0,0-1 0 0 0,0 0 0 0 0,0 1 0 0 0,0 0 0 0 0,0-1 0 0 0,-1 1 0 0 0,1 0 0 0 0,-1 0 0 0 0,0 0 0 0 0,0 1 0 0 0,0-1 0 0 0,0 1 0 0 0,0 0 0 0 0,-1-1 0 0 0,1 1 0 0 0,-8-2 0 0 0,4 0 0 0 0,-1 0 0 0 0,1 1 0 0 0,-1 1 0 0 0,0-1 0 0 0,0 1 0 0 0,0 0 0 0 0,0 1 0 0 0,0 0 0 0 0,-1 1 0 0 0,1-1 0 0 0,0 1 0 0 0,0 1 0 0 0,-1 0 0 0 0,1 0 0 0 0,0 0 0 0 0,0 1 0 0 0,0 0 0 0 0,0 1 0 0 0,-14 6 0 0 0,21-8-1256 0 0,-11 5-13894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43 2612 0 0,'-1'-4'2617'0'0,"-3"-27"12221"0"0,4 29-12012 0 0,-3-3-3154 0 0,-3 4 10506 0 0,-28 108-10154 0 0,34-103-2272 0 0,-1 3-5811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9 212 0 0,'-24'-7'17313'0'0,"14"5"-15810"0"0,8 3-289 0 0,-38 19 3748 0 0,37-18-4618 0 0,1-1-124 0 0,0 0-1 0 0,-1 0 0 0 0,1 0 1 0 0,0 0-1 0 0,0 1 0 0 0,1-1 1 0 0,-1 1-1 0 0,0 0 0 0 0,0-1 1 0 0,1 1-1 0 0,-1 0 0 0 0,1 0 0 0 0,-1 0 1 0 0,1 0-1 0 0,0 0 0 0 0,0 0 1 0 0,0 1-1 0 0,0-1 0 0 0,0 0 1 0 0,0 4-1 0 0,1-4 44 0 0,22 18 173 0 0,-1-19-382 0 0,33 5 14 0 0,-51-5-11 0 0,0-1 1 0 0,0 1 0 0 0,0 0-1 0 0,0 0 1 0 0,0 0 0 0 0,-1 1-1 0 0,1-1 1 0 0,0 1 0 0 0,-1 0-1 0 0,1-1 1 0 0,-1 1 0 0 0,1 0-1 0 0,-1 1 1 0 0,4 3 0 0 0,-5-4-23 0 0,-1 0 1 0 0,1 1 0 0 0,-1-1 0 0 0,1 1 0 0 0,-1-1 0 0 0,0 0 0 0 0,0 1 0 0 0,0-1 0 0 0,0 1 0 0 0,0-1 0 0 0,-1 0 0 0 0,1 1-1 0 0,-1-1 1 0 0,1 0 0 0 0,-3 5 0 0 0,1 4-360 0 0,1-9 109 0 0,1 0 0 0 0,-1 0 0 0 0,0-1 0 0 0,1 1 0 0 0,-1 0-1 0 0,0-1 1 0 0,0 1 0 0 0,0-1 0 0 0,0 1 0 0 0,-1-1 0 0 0,1 1 0 0 0,0-1 0 0 0,-1 0-1 0 0,1 0 1 0 0,0 1 0 0 0,-1-1 0 0 0,0 0 0 0 0,1 0 0 0 0,-3 0 0 0 0,-24 13-8802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0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0 197 1088 0 0,'0'0'11410'0'0,"8"-16"-897"0"0,0 3-8770 0 0,63-56-2835 0 0,-28 20-5076 0 0,-19 21-1047 0 0,-4 7 1436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0 836 0 0,'0'0'23930'0'0,"2"6"-22946"0"0,5 26 771 0 0,-1 0-1 0 0,-1 0 0 0 0,0 42 0 0 0,10 64-1754 0 0,-2-96 0 0 0,-7-36 0 0 0,10-8 0 0 0,-8-3-1892 0 0,1-5-5574 0 0,2-3-1952 0 0,-1 4 1552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21 1364 0 0,'18'-12'8879'0'0,"2"6"12940"0"0,-15 24-21221 0 0,-3 2-493 0 0,-4-16-76 0 0,0 1-42 0 0,6 20-1 0 0,-1-15-157 0 0,-2-8-864 0 0,2-8-973 0 0,10-28-1943 0 0,-8 20-411 0 0,0-1-3364 0 0,0-2 129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63 77 616 0 0,'0'0'19866'0'0,"-2"5"-17963"0"0,-2 3-1634 0 0,-53 150 9844 0 0,57-148-10113 0 0,6 0 0 0 0,3-4 0 0 0,10-9 0 0 0,-7-1 0 0 0,0-1 0 0 0,0 0 0 0 0,-1-1 0 0 0,0 0 0 0 0,0-1 0 0 0,0-1 0 0 0,15-13 0 0 0,-9 6 0 0 0,-1-1 0 0 0,-1 0 0 0 0,25-33 0 0 0,-36 43 0 0 0,-2 3 0 0 0,0 1 0 0 0,-1 0 0 0 0,1-1 0 0 0,0 0 0 0 0,-1 1 0 0 0,0-1 0 0 0,0 0 0 0 0,0 0 0 0 0,0 0 0 0 0,0 0 0 0 0,0 0 0 0 0,-1 0 0 0 0,1 0 0 0 0,-1 0 0 0 0,0 0 0 0 0,0 0 0 0 0,0 0 0 0 0,0 0 0 0 0,-2-5 0 0 0,2 7 0 0 0,1 0 0 0 0,-1 0 0 0 0,0 0 0 0 0,0 0 0 0 0,0 0 0 0 0,0 0 0 0 0,-1 0 0 0 0,1 0 0 0 0,0 0 0 0 0,0 0 0 0 0,-1 0 0 0 0,1 0 0 0 0,0 0 0 0 0,-1 0 0 0 0,1 0 0 0 0,-1 0 0 0 0,1 0 0 0 0,-1 0 0 0 0,0 0 0 0 0,1 0 0 0 0,-1 1 0 0 0,0-1 0 0 0,0 0 0 0 0,1 0 0 0 0,-1 1 0 0 0,0-1 0 0 0,0 1 0 0 0,0-1 0 0 0,-1 0 0 0 0,-1 0 0 0 0,1-1 0 0 0,0 0 0 0 0,-1 0 0 0 0,1 1 0 0 0,-1-1 0 0 0,0 1 0 0 0,1 0 0 0 0,-1 0 0 0 0,0 0 0 0 0,0 0 0 0 0,0 0 0 0 0,1 0 0 0 0,-1 1 0 0 0,0 0 0 0 0,0-1 0 0 0,0 1 0 0 0,0 0 0 0 0,-4 1 0 0 0,-35 7 0 0 0,13 3-3936 0 0,-14 10-8734 0 0,35-16 3586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131 14 1680 0 0,'0'-2'14513'0'0,"0"-10"1584"0"0,-5 20-15685 0 0,-11 19-398 0 0,1 0-1 0 0,1 1 1 0 0,2 1-1 0 0,0 1 1 0 0,-12 55-1 0 0,13-38-17 0 0,3 0 0 0 0,2 0 0 0 0,0 66 0 0 0,5-102 4 0 0,1-7 0 0 0,0 0 0 0 0,0 0 0 0 0,0 0 0 0 0,1 1 0 0 0,-1-1 0 0 0,1 0 0 0 0,0 0 0 0 0,3 7 0 0 0,2-1 0 0 0,0-5-88 0 0,-4-6-178 0 0,-1 0 0 0 0,1 0 0 0 0,-1 1-1 0 0,1-1 1 0 0,-1 0 0 0 0,1-1 0 0 0,-1 1 0 0 0,0 0 0 0 0,1 0 0 0 0,-1-1-1 0 0,0 1 1 0 0,0-1 0 0 0,1-1 0 0 0,8-11-7028 0 0,-8 5-900 0 0,4-3 626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86 0 1316 0 0,'2'0'5746'0'0,"11"6"6134"0"0,-14-3-11119 0 0,1 1 0 0 0,-1 0 0 0 0,0 0 0 0 0,0 0 0 0 0,0-1-1 0 0,0 1 1 0 0,-1 0 0 0 0,-2 3 0 0 0,-37 57 4129 0 0,18-30-2880 0 0,-1 13-4153 0 0,24-46 517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 1 820 0 0,'2'0'12507'0'0,"9"0"820"0"0,-12 8-12968 0 0,1-1 0 0 0,1 0 0 0 0,-1 1 0 0 0,1-1 0 0 0,1 0 0 0 0,-1 0 0 0 0,1 0 0 0 0,5 11 0 0 0,-5-15-199 0 0,0 1 0 0 0,0-1 0 0 0,1 0 0 0 0,-1 0 0 0 0,1 0 0 0 0,0 0 1 0 0,0 0-1 0 0,0 0 0 0 0,0-1 0 0 0,0 0 0 0 0,1 1 0 0 0,-1-1 0 0 0,1 0 1 0 0,-1-1-1 0 0,1 1 0 0 0,0-1 0 0 0,7 2 0 0 0,12 1-160 0 0,-12-3 0 0 0,0 1 0 0 0,0 0 0 0 0,0 1 0 0 0,15 6 0 0 0,-26-9 0 0 0,1 0 0 0 0,-1 0 0 0 0,0 0 0 0 0,1 0 0 0 0,-1 0 0 0 0,0 0 0 0 0,1 0 0 0 0,-1 1 0 0 0,0-1 0 0 0,1 0 0 0 0,-1 0 0 0 0,0 0 0 0 0,1 1 0 0 0,-1-1 0 0 0,0 0 0 0 0,0 0 0 0 0,0 0 0 0 0,1 1 0 0 0,-1-1 0 0 0,0 0 0 0 0,0 1 0 0 0,0-1 0 0 0,1 0 0 0 0,-1 1 0 0 0,0-1 0 0 0,0 0 0 0 0,0 0 0 0 0,0 1 0 0 0,0-1 0 0 0,0 0 0 0 0,0 1 0 0 0,0-1 0 0 0,0 1 0 0 0,-1 2-127 0 0,-1 0 0 0 0,1 0 1 0 0,-1 0-1 0 0,0 0 0 0 0,0 0 0 0 0,0 0 0 0 0,-1 0 1 0 0,1-1-1 0 0,-1 1 0 0 0,1-1 0 0 0,-1 0 0 0 0,0 0 1 0 0,0 0-1 0 0,-5 3 0 0 0,-54 26-2648 0 0,16-19-1708 0 0,29-11 399 0 0,-1-2-3478 0 0,-5-3 837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99 1452 0 0,'45'-24'16763'0'0,"-17"7"-9280"0"0,5 4-5498 0 0,48-8-4079 0 0,-54 13-1348 0 0,1 1-3395 0 0,-16 4 2574 0 0,8-2-1948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248 1 492 0 0,'0'0'28832'0'0,"-3"4"-28034"0"0,-42 58 247 0 0,28-40-645 0 0,0 1 0 0 0,2 1 0 0 0,-13 25 0 0 0,-3 15-400 0 0,7-15 0 0 0,-20 59 0 0 0,38-91 0 0 0,1 0 0 0 0,1 0 0 0 0,1 0 0 0 0,1 0 0 0 0,0 1 0 0 0,1-1 0 0 0,2 32 0 0 0,0-41 0 0 0,0 1 0 0 0,1-1 0 0 0,0 0 0 0 0,0 0 0 0 0,1 0 0 0 0,0 0 0 0 0,0 0 0 0 0,1 0 0 0 0,0-1 0 0 0,6 9 0 0 0,-3-7 0 0 0,1-1 0 0 0,-1 0 0 0 0,1 0 0 0 0,1 0 0 0 0,0-1 0 0 0,0-1 0 0 0,0 1 0 0 0,1-2 0 0 0,15 8 0 0 0,-14-8 0 0 0,-4-1 0 0 0,2 1-287 0 0,-7-3-1251 0 0,4-25-16457 0 0,-4 18 10717 0 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105 1 520 0 0,'0'0'24128'0'0,"1"4"-23869"0"0,0 4 184 0 0,-1-1-1 0 0,0 1 1 0 0,0-1-1 0 0,0 1 1 0 0,-1-1-1 0 0,0 1 1 0 0,-1-1-1 0 0,-2 8 1 0 0,-13 54 1230 0 0,8-42-1185 0 0,8-25-475 0 0,1 1-1 0 0,-1-1 0 0 0,1 1 1 0 0,-1-1-1 0 0,0 0 0 0 0,0 1 1 0 0,0-1-1 0 0,0 0 0 0 0,0 0 1 0 0,0 1-1 0 0,-1-1 1 0 0,1 0-1 0 0,-1 0 0 0 0,1-1 1 0 0,-1 1-1 0 0,0 0 0 0 0,0 0 1 0 0,0-1-1 0 0,0 1 0 0 0,0-1 1 0 0,0 0-1 0 0,-3 2 1 0 0,4-2-249 0 0,0-1 0 0 0,0 1 0 0 0,0 0 0 0 0,0-1 1 0 0,0 1-1 0 0,0-1 0 0 0,0 1 0 0 0,0-1 1 0 0,0 0-1 0 0,0 1 0 0 0,0-1 0 0 0,0 0 1 0 0,0 0-1 0 0,0 0 0 0 0,-1 0 0 0 0,1 0 1 0 0,0 0-1 0 0,0 0 0 0 0,0 0 0 0 0,0 0 0 0 0,0 0 1 0 0,0-1-1 0 0,0 1 0 0 0,-1 0 0 0 0,1-1 1 0 0,0 1-1 0 0,0-1 0 0 0,0 1 0 0 0,0-1 1 0 0,-1-1-1 0 0,0 1 141 0 0,-1-1-1275 0 0,6-6-3225 0 0,-1 4 2251 0 0,-2 0-3625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76 0 544 0 0,'0'0'28078'0'0,"1"5"-26785"0"0,-1 12-843 0 0,-1 1 0 0 0,-1-1 1 0 0,0-1-1 0 0,-1 1 0 0 0,-8 27 1 0 0,4-20-301 0 0,-10 34-150 0 0,11-42 0 0 0,1 0 0 0 0,1 0 0 0 0,0 0 0 0 0,1 1 0 0 0,-1 19 0 0 0,-2-14 0 0 0,5-9 0 0 0,1-3-182 0 0,0-8-956 0 0,0-11-6846 0 0,0-28-893 0 0,0 16 676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18 0 796 0 0,'0'0'2291'0'0,"1"3"-1041"0"0,8 21 18676 0 0,-8-17-15759 0 0,-18 51 170 0 0,11-48-4337 0 0,2-1 0 0 0,3 0-119 0 0,1-7-483 0 0,0-8-9095 0 0,5-47 3472 0 0,-5 50 5560 0 0,1 0-1 0 0,0 0 1 0 0,1 1-1 0 0,-1-1 1 0 0,0 0 0 0 0,1 1-1 0 0,0-1 1 0 0,-1 1 0 0 0,1-1-1 0 0,0 1 1 0 0,0 0-1 0 0,0 0 1 0 0,1 0 0 0 0,-1 0-1 0 0,0 0 1 0 0,6-2-1 0 0,2-2-2042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62 0 368 0 0,'-1'10'10511'0'0,"0"-2"-5278"0"0,3 10-1647 0 0,4-8 1472 0 0,-5-9-4158 0 0,-1-1-859 0 0,0 0-1 0 0,0 1 0 0 0,0-1 0 0 0,0 0 1 0 0,0 0-1 0 0,0 0 0 0 0,0 1 0 0 0,0-1 1 0 0,0 0-1 0 0,0 0 0 0 0,0 0 1 0 0,-1 1-1 0 0,2-1 0 0 0,-1 0 0 0 0,0 0 1 0 0,0 0-1 0 0,0 1 0 0 0,0-1 0 0 0,0 0 1 0 0,0 0-1 0 0,0 0 0 0 0,0 1 0 0 0,0-1 1 0 0,0 0-1 0 0,0 0 0 0 0,0 0 1 0 0,0 1-1 0 0,1-1 0 0 0,-1 0 0 0 0,0 0 1 0 0,0 0-1 0 0,0 0 0 0 0,0 0 0 0 0,1 1 1 0 0,-1-1-1 0 0,0 0 0 0 0,0 0 0 0 0,0 0 1 0 0,0 0-1 0 0,1 0 0 0 0,-1 0 1 0 0,0 0-1 0 0,0 0 0 0 0,0 0 0 0 0,1 0 1 0 0,-1 0-1 0 0,0 0 0 0 0,0 0 0 0 0,0 0 1 0 0,1 0-1 0 0,-1 0 0 0 0,0 0 0 0 0,1 0 1 0 0,-1 0 49 0 0,0 0 1 0 0,1 0-1 0 0,-1 0 1 0 0,0 0-1 0 0,1 0 0 0 0,-1 0 1 0 0,0 0-1 0 0,0 0 1 0 0,1 0-1 0 0,-1 0 1 0 0,0 0-1 0 0,1 1 0 0 0,-1-1 1 0 0,0 0-1 0 0,1 0 1 0 0,-1 0-1 0 0,0 0 1 0 0,1 0-1 0 0,-1 1 1 0 0,0-1-1 0 0,0 0 0 0 0,1 0 1 0 0,-1 0-1 0 0,0 1 1 0 0,0-1-1 0 0,0 0 1 0 0,1 1-1 0 0,-1-1 0 0 0,0 0 1 0 0,0 0-1 0 0,0 1 1 0 0,0-1-1 0 0,1 0 1 0 0,-1 1-1 0 0,0-1 1 0 0,5 49 1589 0 0,-5-37-1680 0 0,0 1 0 0 0,1-3 0 0 0,5-4 0 0 0,10-2 0 0 0,-2-3 0 0 0,2 0 0 0 0,40 5 0 0 0,-44-2 0 0 0,-3 0 0 0 0,-9-4 0 0 0,1 0 0 0 0,-1 0 0 0 0,1 0 0 0 0,-1 0 0 0 0,0 0 0 0 0,1 0 0 0 0,-1 0 0 0 0,0 1 0 0 0,1-1 0 0 0,-1 0 0 0 0,0 0 0 0 0,1 0 0 0 0,-1 1 0 0 0,0-1 0 0 0,1 0 0 0 0,-1 0 0 0 0,0 1 0 0 0,0-1 0 0 0,1 0 0 0 0,-1 1 0 0 0,0-1 0 0 0,0 0 0 0 0,0 1 0 0 0,1-1 0 0 0,-1 0 0 0 0,0 1 0 0 0,0-1 0 0 0,0 1 0 0 0,0-1 0 0 0,0 0 0 0 0,0 1 0 0 0,0-1 0 0 0,0 1 0 0 0,0-1 0 0 0,0 0 0 0 0,0 1 0 0 0,0-1 0 0 0,0 1 0 0 0,0-1 0 0 0,0 0 0 0 0,0 1 0 0 0,0-1 0 0 0,-1 1 0 0 0,-20 18 0 0 0,15-15-57 0 0,0 0 1 0 0,0 0-1 0 0,-1-1 0 0 0,1 1 1 0 0,-1-2-1 0 0,0 1 1 0 0,0-1-1 0 0,0 0 0 0 0,0 0 1 0 0,0 0-1 0 0,0-1 0 0 0,0-1 1 0 0,-1 1-1 0 0,1-1 1 0 0,-12-1-1 0 0,-24-16-4585 0 0,28 8-317 0 0,1-2-4404 0 0,3 2 2111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0 249 316 0 0,'52'-14'11523'0'0,"-2"-4"-4514"0"0,9-6-2803 0 0,29-16-3062 0 0,60-24 950 0 0,-134 58-2002 0 0,-1 0-1 0 0,0 0 1 0 0,0-1 0 0 0,18-14 0 0 0,-25 17-1121 0 0,-1 0 1 0 0,0-1-1 0 0,0 1 0 0 0,-1-1 1 0 0,1 0-1 0 0,5-10 0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19 18 576 0 0,'-19'-18'28731'0'0,"43"51"-28128"0"0,-2 1-1 0 0,-1 1 0 0 0,-1 1 1 0 0,15 41-1 0 0,0-3-154 0 0,-29-63-448 0 0,29 59 0 0 0,-2 3 0 0 0,29 93 0 0 0,-58-148 1 0 0,0 0 0 0 0,-1 0 0 0 0,0 1 0 0 0,-2-1 0 0 0,0 1 0 0 0,-4 30 0 0 0,2-37-4 0 0,-1-1 1 0 0,0 0-1 0 0,-1 0 0 0 0,0-1 1 0 0,-1 1-1 0 0,0 0 0 0 0,-1-1 1 0 0,0 0-1 0 0,0 0 1 0 0,-1-1-1 0 0,-1 1 0 0 0,-8 9 1 0 0,12-16-315 0 0,1 0 1 0 0,-1-1 0 0 0,0 1 0 0 0,0-1 0 0 0,0 0-1 0 0,0 1 1 0 0,-1-1 0 0 0,1-1 0 0 0,-1 1 0 0 0,1 0-1 0 0,-1-1 1 0 0,1 0 0 0 0,-1 0 0 0 0,-5 1 0 0 0,3-2-1444 0 0,0 1 1 0 0,0-1-1 0 0,0-1 1 0 0,0 1 0 0 0,0-1-1 0 0,1 0 1 0 0,-1 0-1 0 0,-7-3 1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37 33 1644 0 0,'-22'-21'7281'0'0,"20"20"-5080"0"0,-10-9 18992 0 0,12 335-20745 0 0,4-247-448 0 0,-2-68 0 0 0,3 1-237 0 0,-7-16-2462 0 0,3-9 4187 0 0,0 7-6151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56 1 1448 0 0,'0'0'28147'0'0,"-1"7"-27125"0"0,-21 120 1128 0 0,20-118-2150 0 0,-11 9-4891 0 0,2-20-4776 0 0,4 0 4023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89 68 1484 0 0,'-6'-7'25370'0'0,"0"13"-25043"0"0,0 1 1 0 0,1 0-1 0 0,-1 0 1 0 0,2 1-1 0 0,-1 0 1 0 0,1 0-1 0 0,0 0 0 0 0,-5 13 1 0 0,-20 79 2582 0 0,26-87-2854 0 0,3-11-56 0 0,-1 0 0 0 0,1 1 0 0 0,0-1 0 0 0,0 0 0 0 0,0 1 0 0 0,0-1 0 0 0,0 1 0 0 0,0-1 0 0 0,1 0 0 0 0,-1 1 0 0 0,1-1 0 0 0,0 0 0 0 0,-1 0 0 0 0,1 1 0 0 0,0-1 0 0 0,0 0 0 0 0,1 0 0 0 0,-1 0 0 0 0,0 0 0 0 0,1 0 0 0 0,-1 0 0 0 0,1-1 0 0 0,0 1 0 0 0,-1 0 0 0 0,1-1 0 0 0,0 1 0 0 0,0-1 0 0 0,0 0 0 0 0,0 1 0 0 0,0-1 0 0 0,0 0 0 0 0,1 0 0 0 0,-1-1 0 0 0,0 1 0 0 0,1 0 0 0 0,-1-1 0 0 0,0 1 0 0 0,1-1 0 0 0,-1 0 0 0 0,3 0 0 0 0,13-2 0 0 0,0-1 0 0 0,-1-1 0 0 0,0-1 0 0 0,1-1 0 0 0,-1 0 0 0 0,-1-1 0 0 0,0 0 0 0 0,0-2 0 0 0,0 0 0 0 0,-1-1 0 0 0,0 0 0 0 0,-1-1 0 0 0,0-1 0 0 0,-1 0 0 0 0,0-1 0 0 0,-1 0 0 0 0,12-18 0 0 0,-20 25 0 0 0,0-2 0 0 0,-1 1 0 0 0,0 0 0 0 0,0-1 0 0 0,-1 0 0 0 0,0 1 0 0 0,0-1 0 0 0,1-14 0 0 0,-9 5 0 0 0,5 13 0 0 0,-1 1 0 0 0,0 0 0 0 0,0 0 0 0 0,-1-1 0 0 0,1 1 0 0 0,0 0 0 0 0,-1 1 0 0 0,0-1 0 0 0,0 0 0 0 0,0 1 0 0 0,0 0 0 0 0,0-1 0 0 0,0 1 0 0 0,0 0 0 0 0,-1 1 0 0 0,1-1 0 0 0,-8-2 0 0 0,4 3 0 0 0,0 0 0 0 0,0 0 0 0 0,-1 1 0 0 0,1 0 0 0 0,0 0 0 0 0,0 1 0 0 0,-1 0 0 0 0,1 0 0 0 0,-8 3 0 0 0,7-3 0 0 0,5 0 0 0 0,0-1 0 0 0,-1 1 0 0 0,1 0 0 0 0,0 0 0 0 0,0 1 0 0 0,-1-1 0 0 0,1 1 0 0 0,0-1 0 0 0,0 1 0 0 0,1 0 0 0 0,-1 0 0 0 0,0 0 0 0 0,1 1 0 0 0,-1-1 0 0 0,1 1 0 0 0,-3 2 0 0 0,3-3 0 0 0,1-1 0 0 0,1-1 0 0 0,-1 1 0 0 0,1 0 0 0 0,-1-1 0 0 0,1 1 0 0 0,-1 0 0 0 0,1 0 0 0 0,-1-1 0 0 0,1 1 0 0 0,0 0 0 0 0,-1 0 0 0 0,1 0 0 0 0,0 0 0 0 0,0-1 0 0 0,-1 1 0 0 0,1 0 0 0 0,0 0 0 0 0,0 0 0 0 0,0 0 0 0 0,0 0 0 0 0,0-1 0 0 0,0 1 0 0 0,1 0 0 0 0,-1 1 0 0 0,0 2-772 0 0,0-1 1 0 0,0 1-1 0 0,0-1 1 0 0,1 1-1 0 0,-1-1 1 0 0,1 1-1 0 0,0-1 0 0 0,2 7 1 0 0,13 4-10617 0 0,-6-9 3274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 17 1660 0 0,'1'-1'749'0'0,"0"0"750"0"0,-1 1-750 0 0,1-1 0 0 0,-1 1 0 0 0,0 0 0 0 0,1-1 0 0 0,-1 1 1 0 0,0-1-1 0 0,0 0 0 0 0,-3-10 18818 0 0,-4 11-15667 0 0,-1 0-6713 0 0,3 0 3870 0 0,2 1-212 0 0,-10 5-565 0 0,5 2-250 0 0,1-1-30 0 0,6 0-167 0 0,1-6-742 0 0,6-3-2111 0 0,26-17-3208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79 8 688 0 0,'4'2'19466'0'0,"-16"-7"-4185"0"0,6 3-15181 0 0,0-1-3483 0 0,2 4 3908 0 0,-21 6-420 0 0,19-3-109 0 0,-2 4-7 0 0,2-1 11 0 0,-1 2 0 0 0,7-8 0 0 0,-1 0 0 0 0,1 0 0 0 0,0 0 0 0 0,0 0 0 0 0,-1 0 0 0 0,1 0 0 0 0,0 0 0 0 0,0 0 0 0 0,0 0 0 0 0,0 0 0 0 0,0 0 0 0 0,0 0 0 0 0,0 0 0 0 0,0 0 0 0 0,1 0 0 0 0,-1 0 0 0 0,0 0 0 0 0,1 0 0 0 0,-1 0 0 0 0,0 0 0 0 0,1 0 0 0 0,-1 0 0 0 0,1 0 0 0 0,-1-1 0 0 0,1 1 0 0 0,0 0 0 0 0,-1 0 0 0 0,1-1 0 0 0,0 1 0 0 0,0 0 0 0 0,-1-1 0 0 0,1 1 0 0 0,0 0 0 0 0,1 0 0 0 0,0 0 0 0 0,4 3 0 0 0,0-1 0 0 0,1 0 0 0 0,0 0 0 0 0,0 0 0 0 0,0-1 0 0 0,0 0 0 0 0,0 0 0 0 0,1-1 0 0 0,-1 0 0 0 0,12 1 0 0 0,3 1 0 0 0,79 18 0 0 0,-90-16 0 0 0,-13 5 0 0 0,-2-7-135 0 0,-1 0 0 0 0,0-1-1 0 0,0 1 1 0 0,0-1 0 0 0,0 0 0 0 0,0-1 0 0 0,-1 1 0 0 0,1-1-1 0 0,0 0 1 0 0,-1 0 0 0 0,1 0 0 0 0,-1-1 0 0 0,1 0-1 0 0,-1 0 1 0 0,-5-1 0 0 0,3-1-1765 0 0,-7-2-740 0 0,9 1-1695 0 0,-1-1-3391 0 0,-13-8-148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2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1 274 2400 0 0,'31'-36'15429'0'0,"10"5"-8042"0"0,54-19-4355 0 0,-54 30-1629 0 0,15-10-1953 0 0,63-45-1 0 0,-81 53-2811 0 0,-37 21 1793 0 0,1-4-800 0 0,0 1 240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53 0 1404 0 0,'-3'6'2380'0'0,"-6"18"1809"0"0,0 1 0 0 0,-8 38 0 0 0,11-33-2465 0 0,2 0 0 0 0,1 1-1 0 0,1-1 1 0 0,3 33 0 0 0,0-30-976 0 0,2 0 0 0 0,2 0 0 0 0,1-1 0 0 0,1 0 0 0 0,1 0 0 0 0,2-1 0 0 0,2 0 0 0 0,1-1 0 0 0,17 30 0 0 0,-24-51-933 0 0,0 0 0 0 0,1 0 0 0 0,0-1-1 0 0,1 0 1 0 0,0 0 0 0 0,0-1 0 0 0,1 0-1 0 0,0 0 1 0 0,0-1 0 0 0,0 0 0 0 0,1-1-1 0 0,0 0 1 0 0,0-1 0 0 0,0 0 0 0 0,0 0-1 0 0,1-1 1 0 0,15 3 0 0 0,-7-3-1294 0 0,1-1 1 0 0,-1 0 0 0 0,31-3-1 0 0,-20-1-4238 0 0,48-10-1 0 0,-22-1-901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 2 2400 0 0,'-10'-2'24636'0'0,"18"13"-23949"0"0,1 0 0 0 0,0-1 0 0 0,0 0-1 0 0,2-1 1 0 0,-1 0 0 0 0,19 12-1 0 0,-8-5-47 0 0,14 10-486 0 0,-15-12-127 0 0,-1 1 1 0 0,0 1-1 0 0,-1 0 1 0 0,25 30-1 0 0,-38-40-20 0 0,0 0 1 0 0,-1 0-1 0 0,0 1 0 0 0,0 0 0 0 0,-1 0 1 0 0,6 13-1 0 0,-9-16-16 0 0,1-1-1 0 0,-1 0 1 0 0,1 0-1 0 0,-1 0 1 0 0,0 1-1 0 0,0-1 1 0 0,-1 0-1 0 0,1 0 1 0 0,-1 0-1 0 0,1 1 1 0 0,-1-1-1 0 0,0 0 1 0 0,0 0-1 0 0,0 0 1 0 0,-1 0-1 0 0,1 0 1 0 0,-1 0-1 0 0,1-1 1 0 0,-1 1-1 0 0,-3 3 1 0 0,-5 5-1044 0 0,0 0 1 0 0,-1 0-1 0 0,0-1 1 0 0,-1 0-1 0 0,-23 15 0 0 0,-1-5-3980 0 0,0-2-3414 0 0,-2-4 1258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98 78 852 0 0,'0'-5'1242'0'0,"0"0"-1"0"0,0 1 1 0 0,0-1-1 0 0,-1 1 1 0 0,0-1-1 0 0,0 1 1 0 0,0-1-1 0 0,0 1 1 0 0,-5-9-1 0 0,1 3 931 0 0,-4-4 8414 0 0,8 14-10353 0 0,0 0-1 0 0,1 0 1 0 0,-1 0-1 0 0,1 1 1 0 0,-1-1-1 0 0,1 0 0 0 0,-1 0 1 0 0,0 0-1 0 0,1 1 1 0 0,-1-1-1 0 0,1 0 1 0 0,-1 1-1 0 0,1-1 1 0 0,-1 0-1 0 0,1 1 1 0 0,-1-1-1 0 0,1 0 1 0 0,0 1-1 0 0,-1-1 1 0 0,1 1-1 0 0,0-1 1 0 0,-1 1-1 0 0,1-1 1 0 0,0 1-1 0 0,-1-1 1 0 0,1 1-1 0 0,0 0 1 0 0,0 0-1 0 0,-5 11-232 0 0,0-1 0 0 0,2 1 0 0 0,-1 0 0 0 0,2 0 0 0 0,-1 0 0 0 0,0 16 0 0 0,0-5 0 0 0,-9 56 0 0 0,-2 125 0 0 0,9-131 0 0 0,10-83 42 0 0,-2 5-155 0 0,-1 1 0 0 0,1-1-1 0 0,-1 0 1 0 0,0 0 0 0 0,0 0 0 0 0,2-8-1 0 0,-2-1-1280 0 0,2-7-4116 0 0,-2-1-4835 0 0,-2 6 2043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 1 572 0 0,'1'0'12255'0'0,"3"10"999"0"0,-6-5-12832 0 0,-1-1 0 0 0,1 0 0 0 0,0 0 0 0 0,0 1 0 0 0,0-1 0 0 0,0 1 0 0 0,1 0 0 0 0,-1 7 0 0 0,1 1 59 0 0,1-1 1 0 0,0 1-1 0 0,1 0 0 0 0,1-1 1 0 0,5 24-1 0 0,-2-28-481 0 0,3-7 0 0 0,-6-3-348 0 0,1 0 0 0 0,-1 0 0 0 0,0 0 0 0 0,0 0 0 0 0,-1 0 0 0 0,1 0 0 0 0,0 0 0 0 0,-1-1 0 0 0,1 1 0 0 0,-1 0 0 0 0,0-1 0 0 0,0 1 0 0 0,0-1 0 0 0,0 0 0 0 0,0 1 0 0 0,0-1 0 0 0,0-3 0 0 0,0-1-1489 0 0,0-1-1 0 0,-1 1 0 0 0,0-1 1 0 0,0 0-1 0 0,-2-13 0 0 0,-2 5-6862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45 3 660 0 0,'0'0'22339'0'0,"46"-2"-16020"0"0,-21 7-4521 0 0,-23-4-1344 0 0,5 8 699 0 0,-7 1-1148 0 0,-1 0-1 0 0,0 1 1 0 0,0-1 0 0 0,-1 0 0 0 0,-1 0-1 0 0,0 0 1 0 0,0-1 0 0 0,-1 1 0 0 0,0-1-1 0 0,-10 16 1 0 0,-11 30-13 0 0,-1-7 8 0 0,20-38 0 0 0,-1 1 0 0 0,2 0 0 0 0,-1 0 0 0 0,-6 22 0 0 0,11-20 0 0 0,2 0 0 0 0,7-2 0 0 0,7-9 0 0 0,-2-4 0 0 0,-2 0 0 0 0,1 0 0 0 0,0-2 0 0 0,0 1 0 0 0,-1-2 0 0 0,0 1 0 0 0,0-2 0 0 0,0 1 0 0 0,12-10 0 0 0,67-33 0 0 0,-84 43-295 0 0,-4 4-1314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135 58 1588 0 0,'-26'-31'13155'0'0,"20"22"-12218"0"0,-15-6 9843 0 0,13 13-10480 0 0,6 2 1886 0 0,-39 17 1635 0 0,33-10-3821 0 0,-4 7 0 0 0,8-6 0 0 0,1 1 0 0 0,0 4 0 0 0,6 11 0 0 0,-1-19 0 0 0,-2-5 0 0 0,-1 1 0 0 0,1 0 0 0 0,0 0 0 0 0,0 0 0 0 0,1 0 0 0 0,-1 0 0 0 0,0 0 0 0 0,0-1 0 0 0,0 1 0 0 0,1 0 0 0 0,-1 0 0 0 0,0 0 0 0 0,1 0 0 0 0,-1-1 0 0 0,0 1 0 0 0,1 0 0 0 0,-1 0 0 0 0,1-1 0 0 0,-1 1 0 0 0,1 0 0 0 0,0-1 0 0 0,-1 1 0 0 0,1 0 0 0 0,0-1 0 0 0,-1 1 0 0 0,1-1 0 0 0,0 0 0 0 0,0 1 0 0 0,0-1 0 0 0,1 1 0 0 0,2 2 0 0 0,-2-2 0 0 0,0 1 0 0 0,0-1 0 0 0,0 0 0 0 0,0 0 0 0 0,0 1 0 0 0,0-1 0 0 0,0-1 0 0 0,1 1 0 0 0,-1 0 0 0 0,0 0 0 0 0,1-1 0 0 0,-1 0 0 0 0,0 1 0 0 0,3-1 0 0 0,51 8 0 0 0,-52-8 0 0 0,24 11 0 0 0,-21-9 0 0 0,5 13 0 0 0,0 1 0 0 0,1 12 0 0 0,-9-18 0 0 0,-5 0 0 0 0,-8 2 0 0 0,0-7 0 0 0,-11-11 0 0 0,6-2 0 0 0,6-2 0 0 0,-21-16-4368 0 0,27 25 2327 0 0,-7-5-3091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0 157 1000 0 0,'5'-11'29838'0'0,"-2"8"-27890"0"0,1 1-3658 0 0,34-8 2664 0 0,72-29 1 0 0,-90 31-1124 0 0,-1-2 1 0 0,0 0 0 0 0,-1-1 0 0 0,0-1-1 0 0,25-21 1 0 0,-41 31-3184 0 0,3-4 2903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122 0 1060 0 0,'-64'32'5881'0'0,"62"-31"-5804"0"0,-21 10 186 0 0,-7-14-4416 0 0,27 2 2393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1156 0 0,'11'2'31596'0'0,"-14"31"-31590"0"0,2 0 0 0 0,3 39 0 0 0,1 2-9 0 0,-1 2 3 0 0,3 14 0 0 0,-4-78 0 0 0,-1-12 0 0 0,0 0 0 0 0,0 0 0 0 0,0 0 0 0 0,0 1 0 0 0,0-1 0 0 0,0 0 0 0 0,0 0 0 0 0,0 0 0 0 0,0 0 0 0 0,0 0 0 0 0,0 1 0 0 0,0-1 0 0 0,0 0 0 0 0,0 0 0 0 0,0 0 0 0 0,0 0 0 0 0,0 1 0 0 0,0-1 0 0 0,0 0 0 0 0,0 0 0 0 0,1 0 0 0 0,-1 0 0 0 0,0 0 0 0 0,0 1 0 0 0,0-1 0 0 0,0 0 0 0 0,0 0 0 0 0,0 0 0 0 0,1 0 0 0 0,-1 0 0 0 0,0 0 0 0 0,0 0 0 0 0,0 0 0 0 0,0 0 0 0 0,0 0 0 0 0,1 0 0 0 0,-1 1 0 0 0,0-1 0 0 0,0 0 0 0 0,0 0 0 0 0,0 0 0 0 0,1 0 0 0 0,-1 0 0 0 0,0 0 0 0 0,0 0 0 0 0,0 0 0 0 0,0-1 0 0 0,1 1 0 0 0,-1 0 0 0 0,0 0 0 0 0,0 0 0 0 0,10-16 0 0 0,1 3-5166 0 0,-1-5-8864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3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49 0 1152 0 0,'0'0'25241'0'0,"-4"5"-20920"0"0,-2 1-3409 0 0,-10 15-3207 0 0,6-7 5653 0 0,8-10-3350 0 0,0 0 0 0 0,0 0-1 0 0,1 0 1 0 0,-1 0 0 0 0,1 0 0 0 0,0 1 0 0 0,0-1-1 0 0,1 0 1 0 0,-1 6 0 0 0,1 4-8 0 0,1-1 0 0 0,5-4 0 0 0,-6-8-186 0 0,1-1 0 0 0,0 1 1 0 0,-1-1-1 0 0,1 1 0 0 0,-1-1 0 0 0,1 1 1 0 0,0-1-1 0 0,-1 0 0 0 0,1 1 0 0 0,0-1 0 0 0,-1 0 1 0 0,1 1-1 0 0,0-1 0 0 0,-1 0 0 0 0,1 0 1 0 0,0 0-1 0 0,0 0 0 0 0,-1 0 0 0 0,1 0 1 0 0,0 0-1 0 0,0 0 0 0 0,-1 0 0 0 0,1 0 0 0 0,0 0 1 0 0,-1 0-1 0 0,1-1 0 0 0,0 1 0 0 0,0 0 1 0 0,-1 0-1 0 0,1-1 0 0 0,0 1 0 0 0,-1 0 0 0 0,1-1 1 0 0,-1 1-1 0 0,1-1 0 0 0,-1 1 0 0 0,1-1 1 0 0,0 1-1 0 0,-1-1 0 0 0,0 0 0 0 0,1 1 1 0 0,0-2-1 0 0,14-21-11754 0 0,-9 15 4722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0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50 784 0 0,'0'0'22234'0'0,"13"6"-21323"0"0,-7-8 3397 0 0,1-4-4105 0 0,0 1 1 0 0,0 0 0 0 0,0 0-1 0 0,0 0 1 0 0,1 1 0 0 0,0 0 0 0 0,0 0-1 0 0,0 1 1 0 0,0 0 0 0 0,0 0-1 0 0,1 1 1 0 0,16-2 0 0 0,-24 4 64 0 0,22 32 1346 0 0,-22-27-1614 0 0,0 1 0 0 0,0 0 0 0 0,-1 0 0 0 0,0 0 0 0 0,0-1 0 0 0,0 1 0 0 0,-1 0 0 0 0,0 0 0 0 0,0 0 0 0 0,0-1 0 0 0,-1 1 0 0 0,0-1 0 0 0,0 1 0 0 0,0-1 0 0 0,-5 8 0 0 0,-6 10 0 0 0,-1-1 0 0 0,-18 22 0 0 0,21-29 0 0 0,-7 7 0 0 0,14-12 0 0 0,13 3 0 0 0,5-8 0 0 0,-5-4 0 0 0,-1-1 0 0 0,1 1 0 0 0,0-2 0 0 0,0 1 0 0 0,0-1 0 0 0,0 0 0 0 0,0-1 0 0 0,-1 0 0 0 0,16-6 0 0 0,39-10 0 0 0,-59 15 45 0 0,-1 0-57 0 0,36-2-256 0 0,-35 5-970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10 1664 0 0,'-4'-9'22220'0'0,"0"10"-21844"0"0,1 1 0 0 0,0 0-1 0 0,0 1 1 0 0,0-1 0 0 0,0 0 0 0 0,0 1-1 0 0,0 0 1 0 0,1 0 0 0 0,-1 0 0 0 0,1 0 0 0 0,-3 5-1 0 0,-6 7 466 0 0,8-12-633 0 0,1 0 0 0 0,0-1 0 0 0,0 1-1 0 0,0 0 1 0 0,1 1 0 0 0,-1-1 0 0 0,1 0 0 0 0,-1 0-1 0 0,1 1 1 0 0,0-1 0 0 0,1 1 0 0 0,-1-1 0 0 0,0 1 0 0 0,1-1-1 0 0,0 1 1 0 0,0 5 0 0 0,0-6-208 0 0,0 0 0 0 0,0 0 0 0 0,1 0 0 0 0,-1 0 0 0 0,1 0 0 0 0,0 0 0 0 0,-1 0 0 0 0,1 0 0 0 0,1 0 0 0 0,-1-1 0 0 0,0 1 0 0 0,1 0 0 0 0,-1-1 0 0 0,1 1 0 0 0,0-1 0 0 0,0 1 0 0 0,0-1 0 0 0,0 0 0 0 0,0 0 0 0 0,4 3 0 0 0,1 0 0 0 0,1-1 0 0 0,-1-1 0 0 0,0 1 0 0 0,1-1 0 0 0,11 3 0 0 0,1 1 0 0 0,59 23 0 0 0,-70-23 0 0 0,0 4 0 0 0,-8-11 0 0 0,-1 1 0 0 0,0-1 0 0 0,1 0 0 0 0,-1 1 0 0 0,0-1 0 0 0,1 1 0 0 0,-1-1 0 0 0,0 1 0 0 0,1 0 0 0 0,-1-1 0 0 0,0 1 0 0 0,0-1 0 0 0,0 1 0 0 0,0-1 0 0 0,0 1 0 0 0,0 0 0 0 0,1-1 0 0 0,-1 1 0 0 0,0-1 0 0 0,-1 1 0 0 0,1 0 0 0 0,0-1 0 0 0,0 1 0 0 0,0-1 0 0 0,0 2 0 0 0,-1 18 0 0 0,0-4 0 0 0,1-15 0 0 0,0 0 0 0 0,0 1 0 0 0,0-1 0 0 0,0 0 0 0 0,0 0 0 0 0,0 0 0 0 0,0 0 0 0 0,0 0 0 0 0,-1 0 0 0 0,1 0 0 0 0,0 0 0 0 0,-1 0 0 0 0,1 0 0 0 0,-1 0 0 0 0,1 0 0 0 0,-1 0 0 0 0,0 0 0 0 0,1 0 0 0 0,-1 0 0 0 0,0 0 0 0 0,0-1 0 0 0,1 1 0 0 0,-1 0 0 0 0,0-1 0 0 0,0 1 0 0 0,0 0 0 0 0,-2 0 0 0 0,1 0 0 0 0,-5 5 0 0 0,-2-5-287 0 0,5-3-267 0 0,0-1 0 0 0,0 1 1 0 0,0-1-1 0 0,0 0 1 0 0,1 0-1 0 0,0 0 0 0 0,-1-1 1 0 0,1 1-1 0 0,0-1 1 0 0,1 0-1 0 0,-1 1 0 0 0,1-1 1 0 0,-3-5-1 0 0,-12-37-12070 0 0,16 23 5819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0 101 1584 0 0,'0'0'1750'0'0,"20"-8"6428"0"0,-4 6-6444 0 0,0-1 1 0 0,-1-1-1 0 0,1 0 1 0 0,20-9-1 0 0,13-12-442 0 0,-44 21-1706 0 0,0 1-1 0 0,0-1 0 0 0,0 0 0 0 0,0 0 1 0 0,6-9-1 0 0,-10 12-868 0 0,3-8-2227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348 136 432 0 0,'-9'-11'6755'0'0,"7"9"-6136"0"0,0 1 0 0 0,0-1 0 0 0,-1 1 1 0 0,1 0-1 0 0,0 0 0 0 0,-1 0 0 0 0,1 0 0 0 0,-1 1 0 0 0,1-1 1 0 0,-1 1-1 0 0,1-1 0 0 0,-5 1 0 0 0,-3 0 155 0 0,-1 1 0 0 0,1 0 0 0 0,-1 1 0 0 0,1 0 0 0 0,-1 0 0 0 0,1 1 0 0 0,0 1 0 0 0,-14 6 0 0 0,-1 4 3918 0 0,-42 29 0 0 0,33-19-3511 0 0,26-16-1181 0 0,2 1 0 0 0,-5 0 0 0 0,53-21 0 0 0,-30 5 0 0 0,-1-1 0 0 0,0-1 0 0 0,0 0 0 0 0,-1-1 0 0 0,0 0 0 0 0,0 0 0 0 0,-1-1 0 0 0,-1 0 0 0 0,0-1 0 0 0,-1 0 0 0 0,10-20 0 0 0,-11 20 0 0 0,-7-1 0 0 0,-9-1 0 0 0,1 6 0 0 0,-8 9 0 0 0,8 2 0 0 0,1 0 0 0 0,-1 1 0 0 0,1 0 0 0 0,0 1 0 0 0,0 0 0 0 0,1 0 0 0 0,0 0 0 0 0,0 1 0 0 0,0 0 0 0 0,0 1 0 0 0,1 0 0 0 0,0 0 0 0 0,-6 9 0 0 0,1 1 0 0 0,0 0 0 0 0,0 1 0 0 0,2 0 0 0 0,-14 38 0 0 0,21-52 0 0 0,1 1 0 0 0,0-1 0 0 0,0 1 0 0 0,0 0 0 0 0,1 0 0 0 0,-1-1 0 0 0,1 1 0 0 0,0 0 0 0 0,0 0 0 0 0,1-1 0 0 0,0 1 0 0 0,0 0 0 0 0,0-1 0 0 0,0 1 0 0 0,2 4 0 0 0,-2-7 0 0 0,0 0 0 0 0,1 0 0 0 0,-1-1 0 0 0,0 1 0 0 0,0-1 0 0 0,1 1 0 0 0,-1-1 0 0 0,1 1 0 0 0,0-1 0 0 0,-1 0 0 0 0,1 1 0 0 0,0-1 0 0 0,0 0 0 0 0,-1 0 0 0 0,1-1 0 0 0,0 1 0 0 0,0 0 0 0 0,0 0 0 0 0,0-1 0 0 0,0 0 0 0 0,0 1 0 0 0,0-1 0 0 0,1 0 0 0 0,-1 0 0 0 0,0 0 0 0 0,0 0 0 0 0,0 0 0 0 0,0 0 0 0 0,0-1 0 0 0,0 1 0 0 0,0-1 0 0 0,0 0 0 0 0,0 1 0 0 0,0-1 0 0 0,3-2 0 0 0,13-3 0 0 0,-1-2 0 0 0,1 0 0 0 0,-2-1 0 0 0,1 0 0 0 0,-1-1 0 0 0,-1-1 0 0 0,0-1 0 0 0,0 0 0 0 0,22-25 0 0 0,-31 29 0 0 0,-1 0 0 0 0,-1 0 0 0 0,0-1 0 0 0,0 1 0 0 0,0-1 0 0 0,-1 0 0 0 0,-1 0 0 0 0,3-12 0 0 0,-9 9 0 0 0,1-6 0 0 0,-3 4 0 0 0,-16 5 0 0 0,16 7 0 0 0,0 1 0 0 0,1 0 0 0 0,-1 0 0 0 0,0 1 0 0 0,1 0 0 0 0,-1 0 0 0 0,0 0 0 0 0,0 0 0 0 0,1 1 0 0 0,-1 0 0 0 0,1 1 0 0 0,-1-1 0 0 0,1 1 0 0 0,-1 0 0 0 0,1 0 0 0 0,0 1 0 0 0,0-1 0 0 0,0 1 0 0 0,-7 5 0 0 0,-3 3 0 0 0,1 1 0 0 0,0 1 0 0 0,1 0 0 0 0,-13 17 0 0 0,22-25 0 0 0,0 1 0 0 0,0-1 0 0 0,1 1 0 0 0,0 0 0 0 0,0 1 0 0 0,0-1 0 0 0,1 0 0 0 0,0 1 0 0 0,1 0 0 0 0,-1-1 0 0 0,0 12 0 0 0,1-13 0 0 0,1 0 0 0 0,0 1 0 0 0,0-1 0 0 0,0 0 0 0 0,1 0 0 0 0,-1 0 0 0 0,1 0 0 0 0,1 0 0 0 0,-1 0 0 0 0,1 0 0 0 0,0 0 0 0 0,0 0 0 0 0,0 0 0 0 0,0-1 0 0 0,5 7 0 0 0,-6-10 0 0 0,1 0 0 0 0,-1 0 0 0 0,1 0 0 0 0,0 0 0 0 0,-1 0 0 0 0,1 0 0 0 0,0 0 0 0 0,0 0 0 0 0,0-1 0 0 0,-1 1 0 0 0,1-1 0 0 0,0 0 0 0 0,0 1 0 0 0,0-1 0 0 0,0 0 0 0 0,0 0 0 0 0,0 0 0 0 0,0 0 0 0 0,0 0 0 0 0,0-1 0 0 0,3 0 0 0 0,32-13 0 0 0,-33 10 0 0 0,8-5 0 0 0,0-1 0 0 0,0 0 0 0 0,-1-1 0 0 0,-1 0 0 0 0,0-1 0 0 0,0 0 0 0 0,14-25 0 0 0,-15 22 0 0 0,-1-1 0 0 0,-1 0 0 0 0,0 0 0 0 0,-2 0 0 0 0,0-1 0 0 0,0 0 0 0 0,-2 0 0 0 0,0 0 0 0 0,1-28 0 0 0,-7 21 0 0 0,1 20 0 0 0,1 3 0 0 0,1 0 0 0 0,-1-1 0 0 0,0 1 0 0 0,1 0 0 0 0,-1 0 0 0 0,0 0 0 0 0,0 0 0 0 0,0 0 0 0 0,0 0 0 0 0,0 0 0 0 0,0 0 0 0 0,0 1 0 0 0,0-1 0 0 0,0 0 0 0 0,0 0 0 0 0,-1 1 0 0 0,1-1 0 0 0,0 1 0 0 0,0-1 0 0 0,-1 1 0 0 0,1 0 0 0 0,0-1 0 0 0,-1 1 0 0 0,1 0 0 0 0,0 0 0 0 0,-1 0 0 0 0,1 0 0 0 0,-3 0 0 0 0,1 0 0 0 0,-2 1 0 0 0,-1-1 0 0 0,1 1 0 0 0,-1 0 0 0 0,1 1 0 0 0,0-1 0 0 0,-1 1 0 0 0,1 0 0 0 0,0 0 0 0 0,0 1 0 0 0,0-1 0 0 0,0 1 0 0 0,1 0 0 0 0,-1 0 0 0 0,1 1 0 0 0,-6 5 0 0 0,-1 1 0 0 0,1 1 0 0 0,0 0 0 0 0,0 1 0 0 0,-12 19 0 0 0,19-26 0 0 0,0-1 0 0 0,0 1 0 0 0,0 0 0 0 0,1 0 0 0 0,0 1 0 0 0,0-1 0 0 0,0 0 0 0 0,0 1 0 0 0,1-1 0 0 0,0 1 0 0 0,0-1 0 0 0,1 1 0 0 0,-1 0 0 0 0,1-1 0 0 0,1 1 0 0 0,-1 0 0 0 0,1-1 0 0 0,0 1 0 0 0,0-1 0 0 0,0 1 0 0 0,1-1 0 0 0,0 0 0 0 0,0 1 0 0 0,0-1 0 0 0,1 0 0 0 0,-1 0 0 0 0,6 7 0 0 0,-7-11 0 0 0,0 0 0 0 0,0 0 0 0 0,0 0 0 0 0,-1-1 0 0 0,1 1 0 0 0,0 0 0 0 0,0 0 0 0 0,0 0 0 0 0,1-1 0 0 0,-1 1 0 0 0,0 0 0 0 0,0-1 0 0 0,0 1 0 0 0,0-1 0 0 0,1 0 0 0 0,-1 1 0 0 0,0-1 0 0 0,0 0 0 0 0,1 0 0 0 0,-1 0 0 0 0,0 1 0 0 0,0-1 0 0 0,1-1 0 0 0,-1 1 0 0 0,0 0 0 0 0,3-1 0 0 0,2 1 0 0 0,-1-1-4 0 0,1 1 1 0 0,-1-1-1 0 0,0 0 0 0 0,1-1 1 0 0,-1 1-1 0 0,0-1 0 0 0,0 0 1 0 0,0 0-1 0 0,0 0 0 0 0,-1-1 1 0 0,1 0-1 0 0,5-4 0 0 0,-8 5 2 0 0,0 0 0 0 0,0 0 0 0 0,0 0 0 0 0,0 0 0 0 0,0 0 0 0 0,0-1 0 0 0,-1 1 0 0 0,1-1 0 0 0,-1 1 0 0 0,0-1 0 0 0,0 0 0 0 0,0 1 0 0 0,0-1 0 0 0,0 0-1 0 0,0 0 1 0 0,-1 0 0 0 0,1-5 0 0 0,-1 5 26 0 0,0 1 25 0 0,0 2-52 0 0,0-1 1 0 0,1 1-1 0 0,-1-1 0 0 0,0 1 1 0 0,0-1-1 0 0,0 0 0 0 0,0 1 1 0 0,0-1-1 0 0,0 1 0 0 0,0-1 0 0 0,0 1 1 0 0,0-1-1 0 0,0 1 0 0 0,0-1 1 0 0,0 0-1 0 0,-1 1 0 0 0,1-1 1 0 0,0 1-1 0 0,0-1 0 0 0,0 1 1 0 0,-1-1-1 0 0,1 1 0 0 0,0-1 1 0 0,-1 1-1 0 0,1 0 0 0 0,0-1 1 0 0,-1 1-1 0 0,1-1 0 0 0,-1 1 0 0 0,1 0 1 0 0,0-1-1 0 0,-1 1 0 0 0,1 0 1 0 0,-1-1-1 0 0,1 1 0 0 0,-1 0 1 0 0,1 0-1 0 0,-1 0 0 0 0,0 0 1 0 0,1-1-1 0 0,-1 1 0 0 0,-1-1-359 0 0,-19 8-2326 0 0,11 1 925 0 0,-5 4-2892 0 0,5-9-6317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32 36 348 0 0,'13'1'32384'0'0,"-17"0"-32587"0"0,-8-8 17 0 0,-2-5-3898 0 0,4 2-7813 0 0,5 1 2700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43 43 860 0 0,'0'0'1309'0'0,"3"-2"-38"0"0,21-7 27999 0 0,-34 19-29222 0 0,5-6-48 0 0,0 1 1 0 0,0 0 0 0 0,0 0 0 0 0,0 0 0 0 0,1 1 0 0 0,0-1 0 0 0,0 1 0 0 0,0 0 0 0 0,-4 12 0 0 0,-3 2-1 0 0,11-8 0 0 0,0-11 0 0 0,0 0 0 0 0,0 0 0 0 0,0 0 0 0 0,1-1 0 0 0,-1 1 0 0 0,0 0 0 0 0,0 0 0 0 0,0 0 0 0 0,1-1 0 0 0,-1 1 0 0 0,0 0 0 0 0,1-1 0 0 0,-1 1 0 0 0,0 0 0 0 0,1-1 0 0 0,-1 1 0 0 0,1 0 0 0 0,-1-1 0 0 0,1 1 0 0 0,0-1 0 0 0,-1 1 0 0 0,1-1 0 0 0,-1 1 0 0 0,1-1 0 0 0,0 1 0 0 0,-1-1 0 0 0,1 0 0 0 0,0 1 0 0 0,0-1 0 0 0,-1 0 0 0 0,1 0 0 0 0,0 1 0 0 0,0-1 0 0 0,0 0 0 0 0,-1 0 0 0 0,1 0 0 0 0,0 0 0 0 0,0 0 0 0 0,1 0 0 0 0,0 0 0 0 0,1 0 0 0 0,-1 1 0 0 0,1-1 0 0 0,-1 0 0 0 0,1 0 0 0 0,-1-1 0 0 0,1 1 0 0 0,-1 0 0 0 0,0-1 0 0 0,1 0 0 0 0,-1 1 0 0 0,0-1 0 0 0,1 0 0 0 0,-1 0 0 0 0,0 0 0 0 0,0-1 0 0 0,0 1 0 0 0,3-3 0 0 0,0 1 0 0 0,2-1 0 0 0,-3 3 0 0 0,0-1 0 0 0,0 0 0 0 0,0 0 0 0 0,0-1 0 0 0,0 1 0 0 0,-1-1 0 0 0,1 0 0 0 0,-1 0 0 0 0,1 0 0 0 0,-1 0 0 0 0,0 0 0 0 0,0-1 0 0 0,-1 1 0 0 0,1-1 0 0 0,-1 0 0 0 0,0 0 0 0 0,0 0 0 0 0,0 0 0 0 0,0 0 0 0 0,-1 0 0 0 0,0-1 0 0 0,0 1 0 0 0,1-5 0 0 0,-2-6 0 0 0,0 14 0 0 0,1 0 0 0 0,-1 0 0 0 0,0 0 0 0 0,0 0 0 0 0,1 0 0 0 0,-1 0 0 0 0,0 0 0 0 0,0 1 0 0 0,0-1 0 0 0,0 0 0 0 0,0 0 0 0 0,-1 0 0 0 0,1 0 0 0 0,0 0 0 0 0,0 0 0 0 0,-1 0 0 0 0,1 0 0 0 0,0 0 0 0 0,-1 0 0 0 0,1 1 0 0 0,-1-1 0 0 0,1 0 0 0 0,-1 0 0 0 0,1 0 0 0 0,-1 1 0 0 0,0-1 0 0 0,1 0 0 0 0,-1 1 0 0 0,0-1 0 0 0,0 1 0 0 0,1-1 0 0 0,-2 0 0 0 0,-7-4 0 0 0,-4-1 0 0 0,-4 4 0 0 0,4 3 0 0 0,-5 2 0 0 0,4 4 0 0 0,4-2 0 0 0,2 3 0 0 0,6 1 0 0 0,11 4 0 0 0,3-9 0 0 0,1-1 0 0 0,-1-1 0 0 0,1 1 0 0 0,2-4-260 0 0,-12 1-1083 0 0,-33-20-17471 0 0,24 9 11872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149 10 412 0 0,'-7'1'2227'0'0,"-24"6"761"0"0,14-2 1387 0 0,1-1-1 0 0,0 2 1 0 0,-25 12-1 0 0,21-11 5247 0 0,44-9-9616 0 0,1 0 1 0 0,-1-1-1 0 0,0-1 0 0 0,36-11 0 0 0,-30 6-7 0 0,1 2 1 0 0,45-4-1 0 0,-53 8 2 0 0,-21 3 0 0 0,-1 0 0 0 0,0-1 0 0 0,0 1 0 0 0,1 0 0 0 0,-1 0 0 0 0,0 0 0 0 0,0 0 0 0 0,1 0 0 0 0,-1 0 0 0 0,0 0 0 0 0,0 1 0 0 0,1-1 0 0 0,-1 0 0 0 0,0 1 0 0 0,0-1 0 0 0,0 1 0 0 0,1-1 0 0 0,-1 1 0 0 0,0 0 0 0 0,0 0 0 0 0,0-1 0 0 0,0 1 0 0 0,0 0 0 0 0,0 0 0 0 0,0 0 0 0 0,-1 0 0 0 0,1 0 0 0 0,0 0 0 0 0,0 0 0 0 0,-1 0 0 0 0,1 0 0 0 0,-1 0 0 0 0,1 0 0 0 0,-1 1 0 0 0,1-1 0 0 0,-1 0 0 0 0,0 0 0 0 0,1 1 0 0 0,-1-1 0 0 0,0 0 0 0 0,0 0 0 0 0,0 1 0 0 0,0-1 0 0 0,0 0 0 0 0,0 0 0 0 0,-1 1 0 0 0,1-1 0 0 0,0 0 0 0 0,-1 2 0 0 0,1 2 0 0 0,-3 17 0 0 0,-1-1 0 0 0,0 1 0 0 0,-2 0 0 0 0,-12 32 0 0 0,16-48 0 0 0,-13 33 0 0 0,8-22 0 0 0,1 0 0 0 0,0 1 0 0 0,-5 28 0 0 0,4-20 0 0 0,5-19 0 0 0,0-1 0 0 0,0 1 0 0 0,1-1 0 0 0,0 1 0 0 0,0 0 0 0 0,0 0 0 0 0,1-1 0 0 0,0 1 0 0 0,1 9 0 0 0,0-2 0 0 0,3-6 0 0 0,6-6 0 0 0,-8-3-312 0 0,0-1 0 0 0,1 0 0 0 0,-1 0 0 0 0,-1 0 0 0 0,1 0 0 0 0,0 0 0 0 0,0 0 0 0 0,-1 0 0 0 0,1 0 0 0 0,-1-1 0 0 0,0 1 0 0 0,0-1 0 0 0,0 1 0 0 0,0-1 0 0 0,0 1 0 0 0,0-1 0 0 0,-1 0 0 0 0,1 1 0 0 0,-1-1 0 0 0,0 0 0 0 0,1 0 0 0 0,-1 1 0 0 0,-1-1 0 0 0,1-3 0 0 0,-1-2-1004 0 0,1 1 1 0 0,-1-1-1 0 0,0 0 1 0 0,-1 1-1 0 0,0 0 0 0 0,0-1 1 0 0,0 1-1 0 0,-5-8 1 0 0,0 5-6067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7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0 174 772 0 0,'0'0'2184'0'0,"1"7"-307"0"0,-1-5 253 0 0,1 1 0 0 0,-1-1 0 0 0,0 0 1 0 0,1 1-1 0 0,0-1 0 0 0,-1 0 0 0 0,1 0 0 0 0,0 0 0 0 0,0 0 0 0 0,2 4 1 0 0,6-5-1733 0 0,0-1 1 0 0,0-1 0 0 0,0 1 0 0 0,0-1-1 0 0,0-1 1 0 0,0 1 0 0 0,0-1 0 0 0,-1-1 0 0 0,1 0-1 0 0,8-4 1 0 0,48-32-639 0 0,8-24-5848 0 0,-10-4-8743 0 0,-45 47 8371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91 1 2324 0 0,'-19'17'11828'0'0,"12"-10"-4372"0"0,1-2-3360 0 0,-4-2 640 0 0,-22 21-2409 0 0,25-17-2327 0 0,2 2 0 0 0,4-9 0 0 0,1 1 0 0 0,-1 0 0 0 0,1 0 0 0 0,-1 0 0 0 0,1-1 0 0 0,0 1 0 0 0,-1 0 0 0 0,1 0 0 0 0,0 0 0 0 0,0 0 0 0 0,0 0 0 0 0,0 0 0 0 0,0-1 0 0 0,0 1 0 0 0,0 0 0 0 0,0 0 0 0 0,0 0 0 0 0,0 0 0 0 0,0 0 0 0 0,0 0 0 0 0,0 0 0 0 0,1-1 0 0 0,-1 1 0 0 0,0 0 0 0 0,1 0 0 0 0,-1 0 0 0 0,1 0 0 0 0,-1-1 0 0 0,1 1 0 0 0,-1 0 0 0 0,1-1 0 0 0,0 1 0 0 0,-1 0 0 0 0,1-1 0 0 0,0 1 0 0 0,1 0 0 0 0,23 9 0 0 0,-23-9 0 0 0,19 3 0 0 0,1 0 0 0 0,0-2 0 0 0,42 0 0 0 0,48 4 0 0 0,-96-3 0 0 0,-4 0 0 0 0,-5 5 0 0 0,-7 7 0 0 0,-2-7 0 0 0,-1 0 0 0 0,0 0 0 0 0,-1-1 0 0 0,0 0 0 0 0,0 1 0 0 0,0-1 0 0 0,-1-1 0 0 0,-8 11 0 0 0,-49 48 0 0 0,59-62-112 0 0,1 0 0 0 0,-1-1 0 0 0,-1 1 0 0 0,1-1 0 0 0,0 0 0 0 0,-1 0 0 0 0,1 0 0 0 0,-1 0 0 0 0,1-1 1 0 0,-1 1-1 0 0,0-1 0 0 0,0 0 0 0 0,0 0 0 0 0,0 0 0 0 0,1-1 0 0 0,-1 1 0 0 0,-6-1 0 0 0,6-1-220 0 0,0 1 0 0 0,0-1 0 0 0,0 0-1 0 0,0 0 1 0 0,0-1 0 0 0,0 1 0 0 0,0-1 0 0 0,1 0 0 0 0,-1 0 0 0 0,1 0 0 0 0,-1 0-1 0 0,1-1 1 0 0,0 1 0 0 0,0-1 0 0 0,0 0 0 0 0,0 0 0 0 0,-3-5 0 0 0,-8-12-9042 0 0,-4 1 715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4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0 206 2836 0 0,'49'-13'10953'0'0,"21"-21"-4438"0"0,-19 8-3540 0 0,189-74 4451 0 0,-195 81-8201 0 0,-18 6-5247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52 200 0 0,'-6'7'32552'0'0,"32"-9"-32537"0"0,-10-1-15 0 0,-2 0 0 0 0,3 3 0 0 0,-4 0 0 0 0,-1-1 0 0 0,2 1 0 0 0,3-3 0 0 0,-4 3 0 0 0,0-3 0 0 0,-1-1 0 0 0,1 2 0 0 0,4 3 0 0 0,-3-1 0 0 0,-1 0 0 0 0,3 0 0 0 0,4 0 0 0 0,-2 0 0 0 0,6-2 0 0 0,-23 2 0 0 0,37 0 0 0 0,84 12 0 0 0,-53-7 0 0 0,84 12 0 0 0,-146-15 0 0 0,0-2 0 0 0,-1 1 0 0 0,1-1 0 0 0,0 0 0 0 0,-1 0 0 0 0,8-2 0 0 0,5 0 0 0 0,6 5 0 0 0,4-7 0 0 0,-17 1 0 0 0,-6 1 0 0 0,42-5 0 0 0,-34 6 0 0 0,-2 0 0 0 0,2-1 0 0 0,206-19 0 0 0,-211 19 0 0 0,2-1 0 0 0,2 1 0 0 0,1 0 0 0 0,-1-2 0 0 0,-13-7-308 0 0,-13 4-4180 0 0,3 7 1349 0 0,-1 0-6256 0 0,-19 6 719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5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326 103 552 0 0,'-3'-5'1319'0'0,"1"0"-1"0"0,-1 0 1 0 0,1-1 0 0 0,0 1-1 0 0,0 0 1 0 0,1-1 0 0 0,-1 0-1 0 0,1 1 1 0 0,0-1 0 0 0,1 0-1 0 0,0-9 1 0 0,0 13-383 0 0,-1-1-729 0 0,-9-15 11336 0 0,6 14-10546 0 0,2 3 1501 0 0,-2 1-2309 0 0,-11 2-168 0 0,3 5-21 0 0,3 1 0 0 0,-1 1 0 0 0,8 0 0 0 0,-2 0 0 0 0,3 4 0 0 0,10 105 0 0 0,-6-95 0 0 0,-1 1 0 0 0,-1-1 0 0 0,-3 28 0 0 0,2-21 0 0 0,0 0 0 0 0,7 48 0 0 0,-1-29 0 0 0,3 41 0 0 0,5 104 0 0 0,-13-159 0 0 0,0-21 0 0 0,-1-1 0 0 0,0 1 0 0 0,-1 0 0 0 0,0 0 0 0 0,-6 20 0 0 0,-23 135 0 0 0,2-5 0 0 0,18-95 0 0 0,-20 69 0 0 0,14-72 0 0 0,-8 79 0 0 0,14-75 0 0 0,1 71 0 0 0,4-44 0 0 0,-2 25 0 0 0,5-61 0 0 0,-3-1 0 0 0,-16 83 0 0 0,-3 28 0 0 0,19-145 0 0 0,1 1 0 0 0,0 46 0 0 0,-9 228 0 0 0,-6-115 0 0 0,14-128 0 0 0,3-46 0 0 0,1 1 0 0 0,0 0 0 0 0,1 0 0 0 0,3 24 0 0 0,1 11 0 0 0,-4-38 0 0 0,1-1 0 0 0,0 1 0 0 0,0-1 0 0 0,4 14 0 0 0,2 8 0 0 0,-6-25 0 0 0,1 0 0 0 0,-1 1 0 0 0,1-1 0 0 0,0 0 0 0 0,0 0 0 0 0,6 10 0 0 0,-2-6 0 0 0,-2 1 0 0 0,1 0 0 0 0,-1 0 0 0 0,3 13 0 0 0,5 13 0 0 0,-5-12 0 0 0,0 0 0 0 0,4 28 0 0 0,7 30 0 0 0,1-14 0 0 0,-9-28 0 0 0,29 71 0 0 0,-7-19 0 0 0,-29-87 0 0 0,-1-1 0 0 0,1 1 0 0 0,-1 0 0 0 0,0 0 0 0 0,-1 0 0 0 0,1 0 0 0 0,0 8 0 0 0,5 12 0 0 0,-3-18 0 0 0,-1 0 0 0 0,0 0 0 0 0,0 0 0 0 0,-1 0 0 0 0,0 1 0 0 0,0-1 0 0 0,-1 1 0 0 0,0-1 0 0 0,0 1 0 0 0,-1 0 0 0 0,-1-1 0 0 0,1 1 0 0 0,-1 0 0 0 0,-4 14 0 0 0,4-15 0 0 0,-2 20 0 0 0,2 54 0 0 0,1-41 0 0 0,-17 58 0 0 0,16-84 0 0 0,-3 84 0 0 0,4-94 0 0 0,0 0 0 0 0,-1-1 0 0 0,0 1 0 0 0,0-1 0 0 0,0 1 0 0 0,-1-1 0 0 0,1 1 0 0 0,-1-1 0 0 0,0 1 0 0 0,0-1 0 0 0,-4 4 0 0 0,0 5 0 0 0,-19 62 0 0 0,14-47 0 0 0,2 0 0 0 0,-9 41 0 0 0,14-57 0 0 0,2-1 0 0 0,-2-1 0 0 0,2 1 0 0 0,4 2 0 0 0,2-2 0 0 0,-4 3 0 0 0,-4 2 0 0 0,1-2 0 0 0,-3-3 0 0 0,2-1 0 0 0,3 1 0 0 0,1 1 0 0 0,0 1 0 0 0,0 3 0 0 0,0-4 0 0 0,2 7 0 0 0,-4-13 0 0 0,-5 6 0 0 0,3 3 0 0 0,3 1 0 0 0,0-3 0 0 0,-4 0 0 0 0,5 0 0 0 0,5-1 0 0 0,-1-4 0 0 0,10-9 0 0 0,10-9-2828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143 77 788,'-10'-2'3257,"4"2"1053,-1-1-2822,0 0-1,0 1 0,0-1 0,0 2 0,0-1 0,0 1 0,0 0 0,0 1 0,-13 4 0,19-6-385,-14 8 2299,15-8-3290,-1 0 103,-1 0 0,1 0 1,0 0-1,-1 1 0,1-1 0,0 1 0,-1-1 1,1 1-1,0-1 0,0 1 0,0-1 1,-1 1-1,1 0 0,0 0 0,0 0 0,0 0 1,0 0-1,0 0 0,0 0 0,0 0 1,1 0-1,-2 2 0,2 8-214,12-4 0,7-3 0,0 0 0,0-2 0,0 0 0,0-2 0,21-1 0,101-15 0,-46 3 0,170-20 0,-41 2 0,-210 30 0,-1-1 0,-1-1 0,-3-2 0,-12-8-911,2 3-8373,6 1 4558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281 63 1520,'-33'-25'15338,"28"25"-14850,0-1-1,-1 1 1,1 1 0,0-1-1,0 1 1,0 0-1,0 0 1,0 0 0,0 1-1,1 0 1,-1 0-1,-5 3 1,-53 37 7815,37-23-7036,18-13-1267,-1 2 0,2-1 0,-1 1 0,1 0 0,0 1 0,1 0 0,0 0 0,0 0 0,1 1 0,0 0 0,-6 18 0,10-26 0,1 0 0,-1 0 0,1 0 0,-1-1 0,1 1 0,0 0 0,0 0 0,0 0 0,0 0 0,0 0 0,0 0 0,1-1 0,-1 1 0,1 0 0,-1 0 0,1 0 0,-1-1 0,1 1 0,2 3 0,-2-4 0,0 0 0,0 0 0,0 0 0,1-1 0,-1 1 0,0 0 0,1-1 0,-1 1 0,0 0 0,1-1 0,-1 0 0,1 1 0,-1-1 0,1 0 0,-1 0 0,1 0 0,-1 1 0,3-2 0,3 1 0,-1-1 0,1-1 0,-1 1 0,1-1 0,-1 0 0,0 0 0,9-5 0,2-4 0,-1 0 0,0-1 0,0-1 0,-2 0 0,0-1 0,0-1 0,20-28 0,-32 40 0,-1-1 0,1 0 0,-1 1 0,1-1 0,-1 0 0,0 0 0,-1 0 0,1 0 0,-1 0 0,0 0 0,0 0 0,0 0 0,-1-8 0,1 9 0,-1 0 0,1 0 0,-1 0 0,0 0 0,0 1 0,0-1 0,0 0 0,0 0 0,-1 0 0,1 1 0,-1-1 0,0 1 0,0-1 0,0 1 0,0 0 0,0 0 0,0-1 0,-1 2 0,-4-4 0,-1 0 0,5 3 0,1 1 0,-1-1 0,1 1 0,-1 0 0,1 0 0,-1 0 0,0 0 0,0 1 0,0-1 0,1 1 0,-1-1 0,0 1 0,-4 0 0,-11 2 0,2 0 0,30-3-2492,42-1-11598,-42-1 4990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21 0 2492,'0'0'27620,"-3"6"-25400,-10 19-1785,10-7-435,3-5 0,0 1 0,0-2 0,0 2 0,-1-14 0,1 0 0,0 0 0,0 0 0,0 0 0,0 0 0,0 0 0,0 1 0,0-1 0,0 0 0,0 0 0,0 0 0,-1 0 0,1 1 0,0-1 0,0 0 0,0 0 0,0 0 0,0 0 0,0 1 0,0-1 0,0 0 0,0 0 0,0 0 0,0 0 0,1 1 0,-1-1 0,0 0 0,0 0 0,0 0 0,0 0 0,0 0 0,0 1 0,0-1 0,0 0 0,0 0 0,0 0 0,1 0 0,-1 0 0,0 0 0,0 0 0,0 1 0,0-1 0,0 0 0,1 0 0,-1 0 0,0 0 0,0 0 0,0 0 0,0 0 0,1 0 0,-1 0 0,0 0 0,0 0 0,0 0 0,0 0 0,1 0 0,12-19 0,-9 4-2819,-5-5-7301,1 14 5770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13 66 1120,'0'0'17768,"-2"4"-15491,-8 14 8444,13-16-9965,4 3-748,0-1 0,0 0 1,0 0-1,1-1 0,0 0 1,-1 0-1,1-1 1,0 0-1,0 0 0,1-1 1,-1 0-1,0 0 0,0-1 1,11-1-1,-6 0-8,-1 0 0,0-1 0,0 0 0,0-1 0,0 0 0,0-1 0,0 0 0,-1-1 0,0 0 0,0-1 0,17-12 0,-12 9 0,-5-2 0,-9 10 0,-1-1-295,-1 1 0,1 0 0,0-1 0,0 1 0,-1-1 0,1 1 0,0-1 0,-1 1 0,0-1 0,1 0 0,-1 1 0,0-1 0,0-2 0,-6-21-12452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169 3 1928,'-9'-3'30709,"-25"125"-30548,23-75-176,-23 59-1,-27 65 16,53-157-3612,-4 12-10341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0 2 1056,'0'0'20537,"5"1"-18955,19 0 2239,24-5 1818,0 4-5507,-18 4-132,-1 0 0,0 2 0,37 13 0,-34-10 0,66 12 0,220 2 0,-232-19 0,-17 0 0,-56-5 0,1-3 0,-18-13-312,2 12 1373,-2-3-4033,-6-13-12147,3 7 6447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243 16 1304,'0'0'1919,"-9"-12"3350,2 8 1457,2 5-6073,-1 0-1,0-1 1,1 2-1,-1-1 1,1 1-1,-1 0 1,1 0-1,0 0 1,0 1-1,0-1 1,0 1-1,0 1 1,-6 4-1,-3 5 2153,0 0-1,-23 28 1,27-25-2805,-1 1 0,2 0 0,0 1 0,1 0 0,1 0 0,1 1 0,0 0 0,1 0 0,2 0 0,-3 26 0,5-42 0,1 0 0,-1 0 0,1 0 0,0 0 0,0 0 0,0 0 0,1 0 0,-1 0 0,1 0 0,-1 0 0,1-1 0,0 1 0,0 0 0,0 0 0,0-1 0,1 1 0,-1 0 0,1-1 0,0 0 0,0 1 0,-1-1 0,2 0 0,-1 0 0,0 0 0,0 0 0,0 0 0,1-1 0,-1 1 0,5 2 0,-1-3 0,-1 1 0,0-1 0,1 0 0,-1 0 0,0 0 0,1-1 0,-1 0 0,1 0 0,-1 0 0,1-1 0,-1 0 0,0 0 0,1 0 0,8-4 0,1-1 0,-1 0 0,0-2 0,-1 1 0,0-2 0,0 0 0,-1 0 0,0-1 0,16-17 0,-23 21 0,0 1 0,0-1 0,0 0 0,-1 0 0,0 0 0,0-1 0,-1 0 0,0 1 0,0-1 0,0 0 0,-1-1 0,0 1 0,-1 0 0,1-1 0,-1 1 0,-1-1 0,1 1 0,-1-1 0,-2-9 0,2 14 0,-1-1 0,0 1 0,0 0 0,0 0 0,-1-1 0,1 1 0,-1 0 0,1 0 0,-1 0 0,0 0 0,0 1 0,0-1 0,-1 1 0,1-1 0,-1 1 0,1 0 0,-1 0 0,0 0 0,0 0 0,0 0 0,0 0 0,0 1 0,0 0 0,0-1 0,-1 1 0,1 1 0,0-1 0,-1 0 0,1 1 0,-1-1 0,1 1 0,-1 0 0,1 0 0,0 1 0,-6 0 0,1 0 0,0 1 0,0-1 0,0 1 0,0 1 0,0 0 0,0 0 0,1 0 0,0 1 0,0 0 0,0 0 0,0 1 0,0 0 0,-9 10 0,15-14-1,0 0 1,0 1-1,0 0 0,0-1 1,0 1-1,0-1 0,1 1 0,-1 0 1,1 0-1,-1-1 0,1 1 1,-1 0-1,1 0 0,0 0 1,0-1-1,0 1 0,0 0 0,0 0 1,1 0-1,-1-1 0,0 1 1,1 0-1,-1 0 0,1-1 1,0 1-1,0 0 0,-1-1 1,1 1-1,0 0 0,0-1 0,1 0 1,-1 1-1,0-1 0,0 0 1,1 1-1,-1-1 0,1 0 1,-1 0-1,1 0 0,-1 0 0,1 0 1,0-1-1,-1 1 0,1 0 1,0-1-1,1 1 0,15 2-3062,-9-1-1864,0 0-5016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5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61 1 788,'0'0'15657,"-4"4"-12808,-1 0-2514,1-1 135,0 0-1,0 0 0,0 0 0,1 1 0,-1 0 1,1 0-1,0 0 0,0 0 0,0 0 0,1 0 1,-1 1-1,1 0 0,0-1 0,1 1 0,-1 0 1,1 0-1,0 0 0,0 0 0,0 0 0,1 0 1,-1 0-1,1 0 0,0 0 0,1 0 0,0 0 1,-1 0-1,4 8 0,3 6-469,4-8 0,-5-3 0,7-6 0,12-10 0,-21 0 0,-4 7 0,15-34-3766,-12-21-8360,-3 44 9857,0-1-5944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1 112 1744,'3'-30'11497,"1"18"-9454,-1 7-908,0 1 0,0 0 0,1 0 0,-1 0 0,1 0 0,6-4 1,44-21 6308,-40 22-5686,-9 7-1460,-1 0-296,0 0 1,1 1 0,-1-1 0,0 1-1,0 0 1,0 0 0,0 1 0,0-1-1,0 1 1,-1 0 0,1 0 0,0 0-1,-1 0 1,0 1 0,1-1 0,4 7-1,-6-7-2,-1 1-1,1 0 1,-1 0-1,0 0 1,0 0 0,0 0-1,0 0 1,0 0-1,-1 0 1,1 1-1,-1-1 1,0 0-1,0 0 1,0 0-1,0 1 1,-1-1-1,1 0 1,-1 0-1,-2 5 1,0 1 0,-1-1 0,0 1 0,-1-1 0,1 1 0,-2-1 0,1-1 0,-1 1 0,-1-1 0,-10 10 0,-15 19 0,-28 31 0,53-51 0,6-12 0,1-3 0,-1-1 0,1 1 0,-1-1 0,1 1 0,0 0 0,-1-1 0,1 1 0,0-1 0,-1 1 0,1 0 0,0-1 0,0 1 0,-1 0 0,1 0 0,0-1 0,0 1 0,0 0 0,0-1 0,0 1 0,0 0 0,0-1 0,0 1 0,0 0 0,1 0 0,-1-1 0,0 1 0,0 0 0,1-1 0,-1 1 0,0 0 0,1-1 0,-1 1 0,1-1 0,-1 1 0,0-1 0,1 1 0,-1-1 0,1 1 0,0-1 0,-1 1 0,1-1 0,-1 0 0,1 1 0,0-1 0,-1 0 0,1 1 0,0-1 0,-1 0 0,1 0 0,0 0 0,-1 1 0,1-1 0,0 0 0,0 0 0,-1 0 0,1 0 0,0-1 0,33-1 0,185-56 0,-165 38-123,-52 19-797,-5 5-1401,-10 11-757,9-11-1893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6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7 219 1316,'-7'-4'18504,"37"3"-17357,0-2 0,0-1 0,0-1 0,0-2 0,36-13-1,-28 6-1673,0-1 0,-2-3-1,57-34 1,-48 17-3453,-20 8-5938,-13 14 3904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168 17 524 0 0,'0'-1'7423'0'0,"-4"-12"3479"0"0,2 12-10772 0 0,0 1 0 0 0,-1-1 1 0 0,1 1-1 0 0,0 0 0 0 0,-1 0 0 0 0,1 0 0 0 0,0 0 0 0 0,-1 0 1 0 0,1 0-1 0 0,0 1 0 0 0,-1-1 0 0 0,1 1 0 0 0,0 0 1 0 0,-1-1-1 0 0,1 1 0 0 0,0 0 0 0 0,0 0 0 0 0,-3 3 0 0 0,-2 0 662 0 0,1 1 0 0 0,0 0 0 0 0,0 0 0 0 0,0 1 0 0 0,-8 10 0 0 0,2 0 546 0 0,1 0 1 0 0,1 0 0 0 0,0 1-1 0 0,-8 22 1 0 0,16-35-1339 0 0,0 1 0 0 0,0-1 0 0 0,1 1 0 0 0,-1 0 0 0 0,1 0 0 0 0,1-1 0 0 0,-1 1 0 0 0,0 0 0 0 0,1 0 0 0 0,0 0 0 0 0,0 0 0 0 0,1 0 0 0 0,0 0 0 0 0,-1 0 0 0 0,1 0 0 0 0,1-1 0 0 0,-1 1 0 0 0,1 0 0 0 0,0-1 0 0 0,4 8 0 0 0,-3-8 0 0 0,1 0 0 0 0,-1 0 0 0 0,1 0 0 0 0,0-1 0 0 0,0 1 0 0 0,1-1 0 0 0,-1 0 0 0 0,1 0 0 0 0,-1-1 0 0 0,1 1 0 0 0,0-1 0 0 0,0 0 0 0 0,0 0 0 0 0,0-1 0 0 0,1 1 0 0 0,-1-1 0 0 0,0-1 0 0 0,0 1 0 0 0,7 0 0 0 0,10-2 0 0 0,1 0 0 0 0,0-1 0 0 0,-1-1 0 0 0,1-1 0 0 0,-1-1 0 0 0,0-1 0 0 0,-1-1 0 0 0,26-11 0 0 0,-43 16 0 0 0,0-1 0 0 0,0 1 0 0 0,0-1 0 0 0,0 0 0 0 0,-1 1 0 0 0,1-2 0 0 0,-1 1 0 0 0,0 0 0 0 0,0-1 0 0 0,0 1 0 0 0,0-1 0 0 0,0 0 0 0 0,-1 0 0 0 0,0 0 0 0 0,0 0 0 0 0,0-1 0 0 0,2-6 0 0 0,-3 10 0 0 0,-1 0 0 0 0,1-1 0 0 0,-1 1 0 0 0,1 0 0 0 0,-1 0 0 0 0,0-1 0 0 0,1 1 0 0 0,-1 0 0 0 0,0 0 0 0 0,0-1 0 0 0,0 1 0 0 0,0 0 0 0 0,0-1 0 0 0,0 1 0 0 0,0 0 0 0 0,-1-1 0 0 0,1 1 0 0 0,0 0 0 0 0,-1 0 0 0 0,0-2 0 0 0,0 0 0 0 0,0-1 0 0 0,0 0 0 0 0,-1 0 0 0 0,1 1 0 0 0,-1-1 0 0 0,0 0 0 0 0,0 1 0 0 0,0 0 0 0 0,-1-1 0 0 0,1 1 0 0 0,-1 0 0 0 0,0 0 0 0 0,0 0 0 0 0,0 0 0 0 0,0 1 0 0 0,0-1 0 0 0,0 1 0 0 0,-1 0 0 0 0,1 0 0 0 0,-1 0 0 0 0,0 0 0 0 0,1 1 0 0 0,-1-1 0 0 0,-5 0 0 0 0,4 0 0 0 0,-8-2 0 0 0,-4 1 0 0 0,3 1 0 0 0,13 2-10 0 0,1 0 1 0 0,0 0-1 0 0,-1 0 1 0 0,1 0-1 0 0,0 0 1 0 0,-1 0-1 0 0,1 0 1 0 0,0 0-1 0 0,-1 0 0 0 0,1 0 1 0 0,-1 1-1 0 0,1-1 1 0 0,0 0-1 0 0,0 0 1 0 0,-1 0-1 0 0,1 0 1 0 0,0 1-1 0 0,-1-1 0 0 0,1 0 1 0 0,0 0-1 0 0,0 0 1 0 0,-1 1-1 0 0,1-1 1 0 0,0 0-1 0 0,0 1 1 0 0,-1-1-1 0 0,1 0 0 0 0,0 1 1 0 0,0-1-1 0 0,0 0 1 0 0,0 1-1 0 0,0-1 1 0 0,0 0-1 0 0,-1 1 1 0 0,1-1-1 0 0,18 17-3537 0 0,-9-11-1855 0 0,0-1-4025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3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10 1 2584 0 0,'0'1'4024'0'0,"-2"13"7036"0"0,0-10-9409 0 0,1-4-1321 0 0,1 0 0 0 0,-1 1 0 0 0,1-1 0 0 0,-1 1 0 0 0,1-1 0 0 0,0 1 0 0 0,-1-1 0 0 0,1 1 0 0 0,0-1 0 0 0,-1 1 0 0 0,1-1 0 0 0,0 1 0 0 0,0 0 0 0 0,0-1 1 0 0,-1 1-1 0 0,1-1 0 0 0,0 1 0 0 0,0 0 0 0 0,0-1 0 0 0,0 1 0 0 0,0-1 0 0 0,0 1 0 0 0,0 0 0 0 0,1 0 0 0 0,0 3 190 0 0,1 0-1 0 0,0 0 1 0 0,0-1 0 0 0,0 1 0 0 0,0-1-1 0 0,1 1 1 0 0,0-1 0 0 0,-1 0-1 0 0,5 4 1 0 0,1-2-520 0 0,1-2-111 0 0,-7-2-678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4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 40 532 0 0,'0'0'4258'0'0,"2"-2"-971"0"0,15-10 10398 0 0,-10 7-11111 0 0,36-2 2020 0 0,-24 2-3850 0 0,1 2-1 0 0,0 0 1 0 0,-1 2-1 0 0,29 0 1 0 0,-35 2-640 0 0,-3 2-89 0 0,-9-3-15 0 0,-1 1 0 0 0,1-1 0 0 0,-1 1 0 0 0,1-1 0 0 0,0 1 0 0 0,-1-1 0 0 0,1 1 0 0 0,-1-1 0 0 0,1 1 0 0 0,-1 0 0 0 0,0-1 0 0 0,1 1 0 0 0,-1 0 0 0 0,1 0 0 0 0,-1-1 0 0 0,0 1 0 0 0,0 0 0 0 0,0 0 0 0 0,1-1 0 0 0,-1 1 0 0 0,0 0 0 0 0,0 0 0 0 0,0 0 0 0 0,0-1 0 0 0,0 1 0 0 0,0 0 0 0 0,-1 0 0 0 0,1 0 0 0 0,0-1 0 0 0,0 1 0 0 0,0 0 0 0 0,-1 0 0 0 0,1-1 0 0 0,0 1 0 0 0,-1 0 0 0 0,1-1 0 0 0,-1 1 0 0 0,0 0 0 0 0,-3 10 0 0 0,-1-1 0 0 0,-1 1 0 0 0,0-2 0 0 0,0 1 0 0 0,-1 0 0 0 0,0-1 0 0 0,0-1 0 0 0,-13 12 0 0 0,-30 39 0 0 0,46-52 0 0 0,0-1 0 0 0,0 1 0 0 0,1-1 0 0 0,0 1 0 0 0,0 0 0 0 0,-4 15 0 0 0,7-20 0 0 0,0 1 0 0 0,-1-1 0 0 0,1 0 0 0 0,0 0 0 0 0,0 0 0 0 0,0 1 0 0 0,1-1 0 0 0,-1 0 0 0 0,1 0 0 0 0,-1 0 0 0 0,1 0 0 0 0,0 0 0 0 0,-1 0 0 0 0,1 0 0 0 0,0 0 0 0 0,0 0 0 0 0,1 0 0 0 0,-1 0 0 0 0,0 0 0 0 0,1-1 0 0 0,-1 1 0 0 0,1-1 0 0 0,-1 1 0 0 0,1-1 0 0 0,0 1 0 0 0,-1-1 0 0 0,1 0 0 0 0,3 1 0 0 0,5 3 0 0 0,1 0 0 0 0,-1-1 0 0 0,1 0 0 0 0,0-1 0 0 0,1 0 0 0 0,-1-1 0 0 0,0-1 0 0 0,1 1 0 0 0,-1-2 0 0 0,20 0 0 0 0,13-4 0 0 0,59-11 0 0 0,-81 11 0 0 0,-17 4 0 0 0,19-8 0 0 0,-20 6 0 0 0,-4 2 0 0 0,0 0 0 0 0,0 0 0 0 0,1 0 0 0 0,-1 0 0 0 0,0 0 0 0 0,0 0 0 0 0,1 0 0 0 0,-1 0 0 0 0,0 0 0 0 0,0 0 0 0 0,1 0 0 0 0,-1 0 0 0 0,0-1 0 0 0,0 1 0 0 0,0 0 0 0 0,1 0 0 0 0,-1 0 0 0 0,0 0 0 0 0,0-1 0 0 0,0 1 0 0 0,0 0 0 0 0,1 0 0 0 0,-1 0 0 0 0,0-1 0 0 0,0 1 0 0 0,0 0 0 0 0,0 0 0 0 0,0 0 0 0 0,0-1 0 0 0,1 1 0 0 0,-1 0 0 0 0,0 0 0 0 0,0-1 0 0 0,0 1 0 0 0,0 0 0 0 0,0 0 0 0 0,0-1 0 0 0,0 1 0 0 0,0-1 0 0 0,-17-10-31 0 0,-9 5-6369 0 0,11 10-6307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5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35 944 0 0,'0'0'2051'0'0,"5"-24"13714"0"0,-5 14-2165 0 0,-2 14-13236 0 0,-35 83-356 0 0,3 1 1 0 0,5 1 0 0 0,3 2-1 0 0,-25 179 1 0 0,43-194-9 0 0,4 0 0 0 0,4 0 0 0 0,10 89 0 0 0,3-41 0 0 0,-13-117 0 0 0,0 0 0 0 0,1 1 0 0 0,0-1 0 0 0,0 0 0 0 0,1 0 0 0 0,4 10 0 0 0,-4-9 0 0 0,-1 5 0 0 0,0-2 0 0 0,0-1 0 0 0,-11 1 0 0 0,9-11 0 0 0,1 0 0 0 0,-1 0 0 0 0,0 1 0 0 0,1-1 0 0 0,-1 0 0 0 0,1 0 0 0 0,-1 0 0 0 0,1 0 0 0 0,-1 0 0 0 0,0 0 0 0 0,1 0 0 0 0,-1 0 0 0 0,1 0 0 0 0,-1 0 0 0 0,1 0 0 0 0,-1-1 0 0 0,1 1 0 0 0,-1 0 0 0 0,0 0 0 0 0,1-1 0 0 0,-1 1 0 0 0,1 0 0 0 0,-1 0 0 0 0,1-1 0 0 0,0 1 0 0 0,-1-1 0 0 0,-3-19 0 0 0,5 14-843 0 0,0-1 0 0 0,0 0 0 0 0,0 1 0 0 0,1-1-1 0 0,0 0 1 0 0,0 1 0 0 0,4-8 0 0 0,-3 8-574 0 0,0 0 1 0 0,-1-1-1 0 0,0 1 0 0 0,0-1 1 0 0,-1 0-1 0 0,0 1 0 0 0,1-9 1 0 0,-2 4-6844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6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187 76 656 0 0,'0'-10'3144'0'0,"-1"5"1231"0"0,-9-16 1417 0 0,-3-4 3368 0 0,12 23-7625 0 0,-21-10 6387 0 0,17 13-7911 0 0,0 0 0 0 0,0 0 0 0 0,0 0-1 0 0,0 1 1 0 0,1 0 0 0 0,-1 0-1 0 0,0 0 1 0 0,1 0 0 0 0,0 1 0 0 0,-1 0-1 0 0,1 0 1 0 0,0 0 0 0 0,0 0 0 0 0,1 1-1 0 0,-1-1 1 0 0,1 1 0 0 0,-4 5 0 0 0,-2 1-22 0 0,3-3 11 0 0,0 0 0 0 0,1 0 0 0 0,-1 1 0 0 0,2 0 0 0 0,-1 0 0 0 0,1 0 0 0 0,0 0 0 0 0,-4 15 0 0 0,7-11 0 0 0,1-11 0 0 0,0 1 0 0 0,0 0 0 0 0,0-1 0 0 0,0 1 0 0 0,0-1 0 0 0,0 1 0 0 0,0-1 0 0 0,1 1 0 0 0,-1-1 0 0 0,1 1 0 0 0,-1-1 0 0 0,1 0 0 0 0,-1 1 0 0 0,1-1 0 0 0,0 0 0 0 0,0 1 0 0 0,0-1 0 0 0,-1 0 0 0 0,1 0 0 0 0,0 0 0 0 0,1 0 0 0 0,-1 1 0 0 0,0-2 0 0 0,0 1 0 0 0,0 0 0 0 0,1 0 0 0 0,-1 0 0 0 0,0 0 0 0 0,1-1 0 0 0,-1 1 0 0 0,0-1 0 0 0,1 1 0 0 0,-1-1 0 0 0,1 0 0 0 0,-1 1 0 0 0,1-1 0 0 0,-1 0 0 0 0,1 0 0 0 0,-1 0 0 0 0,3 0 0 0 0,3-1 0 0 0,0 0 0 0 0,0 0 0 0 0,1 0 0 0 0,-1-1 0 0 0,11-5 0 0 0,-17 7 0 0 0,14-6 0 0 0,0-1 0 0 0,0 0 0 0 0,0-1 0 0 0,14-11 0 0 0,-24 16 0 0 0,0-1 0 0 0,0 0 0 0 0,0-1 0 0 0,0 1 0 0 0,0-1 0 0 0,-1 0 0 0 0,0 0 0 0 0,0-1 0 0 0,-1 1 0 0 0,1-1 0 0 0,-1 0 0 0 0,0 0 0 0 0,2-6 0 0 0,-5 10 0 0 0,0 1 0 0 0,0-1 0 0 0,0 1 0 0 0,0-1 0 0 0,0 1 0 0 0,0-1 0 0 0,0 1 0 0 0,0-1 0 0 0,0 1 0 0 0,-1-1 0 0 0,1 1 0 0 0,-1-1 0 0 0,1 1 0 0 0,-1 0 0 0 0,0-1 0 0 0,1 1 0 0 0,-1 0 0 0 0,0-1 0 0 0,0 1 0 0 0,0 0 0 0 0,0 0 0 0 0,0 0 0 0 0,0 0 0 0 0,0 0 0 0 0,-2-1 0 0 0,-28-14 0 0 0,-1 12 0 0 0,8 3 0 0 0,24 0 0 0 0,-1 1 0 0 0,0 0 0 0 0,1 0 0 0 0,-1 0 0 0 0,1 0 0 0 0,-1 0 0 0 0,1 0 0 0 0,-1 0 0 0 0,0 0 0 0 0,1 0 0 0 0,-1 0 0 0 0,1 0 0 0 0,-1 0 0 0 0,0 0 0 0 0,1 0 0 0 0,-1 0 0 0 0,1 1 0 0 0,-1-1 0 0 0,1 0 0 0 0,-1 0 0 0 0,1 1 0 0 0,-1-1 0 0 0,1 0 0 0 0,-2 2 0 0 0,-7 5 0 0 0,-1 1 0 0 0,10 2-382 0 0,13 7-2529 0 0,-8-14-2097 0 0,2 0-4240 0 0,3-1 691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7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 1 2520 0 0,'0'1'9142'0'0,"-1"12"1976"0"0,0-8-10562 0 0,-1 10 4747 0 0,16 13-1200 0 0,-10-19-4078 0 0,1 2-25 0 0,1-3 0 0 0,0-3-15 0 0,-5-4-315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8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8 105 848 0 0,'-1'-2'3188'0'0,"-4"-7"-2602"0"0,3 3 8772 0 0,3 3-8812 0 0,-1 1 0 0 0,1-1 0 0 0,0 1 1 0 0,0-1-1 0 0,0 1 0 0 0,0 0 0 0 0,0 0 0 0 0,0-1 0 0 0,1 1 0 0 0,-1 0 1 0 0,1 0-1 0 0,0 0 0 0 0,-1 0 0 0 0,1 0 0 0 0,0 1 0 0 0,4-4 0 0 0,11-12 2165 0 0,-14 14-2265 0 0,0 0 0 0 0,0 0 0 0 0,0 1 1 0 0,0-1-1 0 0,1 1 0 0 0,-1 0 0 0 0,1 0 0 0 0,0 0 0 0 0,-1 0 0 0 0,1 0 0 0 0,0 1 1 0 0,0 0-1 0 0,0 0 0 0 0,5-1 0 0 0,2 5-346 0 0,-6 9-100 0 0,-4 2 0 0 0,-1 0 0 0 0,-1 0 0 0 0,0 0 0 0 0,-1 0 0 0 0,0 0 0 0 0,-1-1 0 0 0,0 1 0 0 0,-1-1 0 0 0,-8 18 0 0 0,-8 31 0 0 0,19-47 0 0 0,1-2 0 0 0,2-1 0 0 0,9-5 0 0 0,-9-7 0 0 0,1 1 0 0 0,-1 0 0 0 0,0-1 0 0 0,0 1 0 0 0,1-1 0 0 0,-1 0 0 0 0,0 0 0 0 0,1 0 0 0 0,-1 0 0 0 0,0 0 0 0 0,1 0 0 0 0,-1-1 0 0 0,0 1 0 0 0,1-1 0 0 0,2-1 0 0 0,4-1 0 0 0,78-21 0 0 0,-58 15 0 0 0,47-10 0 0 0,-66 17-385 0 0,-7 1-3203 0 0,6 1 1604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69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53 6 24 0 0,'1'-6'16931'0'0,"-6"10"-16404"0"0,1-1 0 0 0,0 1 0 0 0,0 0 0 0 0,0 1 0 0 0,0-1 0 0 0,1 1 0 0 0,0 0 0 0 0,0 0 0 0 0,0 0 0 0 0,0 0 0 0 0,1 0 0 0 0,0 0 0 0 0,0 1 0 0 0,0-1 0 0 0,1 1 0 0 0,0-1 0 0 0,0 1 0 0 0,0 8 0 0 0,0 35 38 0 0,0 12 1180 0 0,3 0-1 0 0,16 109 1 0 0,-5-89-1745 0 0,2 131 0 0 0,-6-52 0 0 0,-8-53 0 0 0,-1-101 0 0 0,-2-7 0 0 0,-20-53 0 0 0,16 36-7169 0 0,0 0-4858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0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62 8 884 0 0,'6'-8'26996'0'0,"-14"16"-20317"0"0,1 0-8770 0 0,6-7 2096 0 0,-7 11 44 0 0,0 1 0 0 0,1 0 0 0 0,1 0 0 0 0,-1 1 0 0 0,-7 28 0 0 0,13 7-49 0 0,1-37 0 0 0,1-2 0 0 0,6 1 0 0 0,10-8 0 0 0,-12-4 0 0 0,0 0 0 0 0,1 0 0 0 0,-1-1 0 0 0,0 0 0 0 0,0 0 0 0 0,0 0 0 0 0,-1-1 0 0 0,1 1 0 0 0,0-1 0 0 0,-1 0 0 0 0,0 0 0 0 0,5-5 0 0 0,1-1 0 0 0,-1 0 0 0 0,-1-1 0 0 0,0 1 0 0 0,7-13 0 0 0,-9 12 0 0 0,-5-5 0 0 0,-2 2 0 0 0,-6 2 0 0 0,-6 7 0 0 0,9 6-1839 0 0,10 2-2680 0 0,23 2-6557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1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32 0 60 0 0,'0'0'20998'0'0,"-4"3"-19367"0"0,-12 9-32 0 0,12-9 1512 0 0,-4 12 2102 0 0,11-3-5058 0 0,5-2-155 0 0,-5-2 0 0 0,3 0 0 0 0,-1-2 0 0 0,3-1 0 0 0,-5-4 0 0 0,-1 1 0 0 0,1-1 0 0 0,-1-1 0 0 0,1 1 0 0 0,0 0 0 0 0,0-1 0 0 0,-1 1 0 0 0,1-1 0 0 0,0 0 0 0 0,0 0 0 0 0,-1 0 0 0 0,1 0 0 0 0,4-1 0 0 0,76-4 0 0 0,-69 6 0 0 0,-6 5 0 0 0,-8 8 0 0 0,-24 49 0 0 0,-3-7 0 0 0,9-22 0 0 0,10-20 0 0 0,4-7 0 0 0,1 0 0 0 0,0 0 0 0 0,0 0 0 0 0,1 0 0 0 0,-4 13 0 0 0,6-19 0 0 0,0 0 0 0 0,0 0 0 0 0,0-1 0 0 0,1 1 0 0 0,-1 0 0 0 0,0 0 0 0 0,0 0 0 0 0,0-1 0 0 0,1 1 0 0 0,-1 0 0 0 0,0 0 0 0 0,1-1 0 0 0,-1 1 0 0 0,1 0 0 0 0,-1-1 0 0 0,1 1 0 0 0,-1 0 0 0 0,1-1 0 0 0,-1 1 0 0 0,1-1 0 0 0,0 1 0 0 0,-1-1 0 0 0,1 1 0 0 0,0-1 0 0 0,-1 1 0 0 0,1-1 0 0 0,0 0 0 0 0,0 1 0 0 0,-1-1 0 0 0,1 0 0 0 0,0 0 0 0 0,0 0 0 0 0,0 0 0 0 0,-1 1 0 0 0,1-1 0 0 0,0 0 0 0 0,0 0 0 0 0,0 0 0 0 0,-1-1 0 0 0,1 1 0 0 0,1 0 0 0 0,-1 0 0 0 0,17 0 0 0 0,1-1 0 0 0,-1 0 0 0 0,1-2 0 0 0,-1 0 0 0 0,0-1 0 0 0,0-1 0 0 0,0 0 0 0 0,28-14 0 0 0,40-11 0 0 0,-66 21 0 0 0,-8 4 0 0 0,4 2 0 0 0,-13 1 0 0 0,-5 3 0 0 0,-22 13-1793 0 0,20-9-5399 0 0,1 0-717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2"/>
    </inkml:context>
    <inkml:brush xml:id="br0">
      <inkml:brushProperty name="width" value="0.025" units="cm"/>
      <inkml:brushProperty name="height" value="0.025" units="cm"/>
      <inkml:brushProperty name="color" value="#E71224"/>
    </inkml:brush>
  </inkml:definitions>
  <inkml:trace contextRef="#ctx0" brushRef="#br0">95 12 600 0 0,'2'-11'29515'0'0,"-30"44"-28106"0"0,19-24-1098 0 0,0 1 0 0 0,0-1-1 0 0,-13 21 1 0 0,16-19-311 0 0,0-1 0 0 0,0-3 0 0 0,5-4 0 0 0,18-18 0 0 0,-2 4 0 0 0,-10 1 0 0 0,-7-1 0 0 0,-13 3 0 0 0,1 6 0 0 0,13 2 0 0 0,1 0 0 0 0,0 0 0 0 0,0 0 0 0 0,-1 0 0 0 0,1 0 0 0 0,0 0 0 0 0,0 0 0 0 0,0 0 0 0 0,-1 0 0 0 0,1 0 0 0 0,0-1 0 0 0,0 1 0 0 0,-1 0 0 0 0,1 0 0 0 0,0 0 0 0 0,0 0 0 0 0,0-1 0 0 0,-1 1 0 0 0,1 0 0 0 0,0 0 0 0 0,0 0 0 0 0,0-1 0 0 0,0 1 0 0 0,0 0 0 0 0,0 0 0 0 0,-1 0 0 0 0,1-1 0 0 0,0 1 0 0 0,0 0 0 0 0,0 0 0 0 0,0-1 0 0 0,0 1 0 0 0,0 0 0 0 0,0 0 0 0 0,0-1 0 0 0,0 1 0 0 0,0 0 0 0 0,0-1 0 0 0,0 1 0 0 0,0 0 0 0 0,0 0 0 0 0,0 0 0 0 0,1-1 0 0 0,-1 1 0 0 0,0 0 0 0 0,0 0 0 0 0,0-1 0 0 0,0 1 0 0 0,0 0 0 0 0,0 0 0 0 0,1 0 0 0 0,-1-1 0 0 0,0 1 0 0 0,0 0 0 0 0,0 0 0 0 0,1-1 0 0 0,18-15 0 0 0,-15 15 0 0 0,1-1 0 0 0,0 0 0 0 0,0 0 0 0 0,0-1 0 0 0,0 1 0 0 0,0-1 0 0 0,0-1 0 0 0,-1 1 0 0 0,7-6 0 0 0,-69 68 0 0 0,49-48 0 0 0,6 1 0 0 0,-1-2-173 0 0,4-8-917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38 352 440 0 0,'1'-3'2772'0'0,"0"-2"-3078"0"0,-1 4 1104 0 0,1 1 0 0 0,-1-1 0 0 0,0 0 0 0 0,1 0 0 0 0,-1 1 0 0 0,0-1 0 0 0,0 0 0 0 0,0 0 0 0 0,0 0 0 0 0,0 1 0 0 0,0-1 0 0 0,-4-11 19142 0 0,2 16-19614 0 0,1-3-325 0 0,-1 1 0 0 0,1 0 0 0 0,0 0 0 0 0,0-1 0 0 0,0 1 1 0 0,0 0-1 0 0,0 0 0 0 0,0 0 0 0 0,1 0 0 0 0,-1 0 0 0 0,0 0 0 0 0,1 0 1 0 0,0 0-1 0 0,-1 0 0 0 0,1 0 0 0 0,0 1 0 0 0,0-1 0 0 0,0 0 0 0 0,1 3 1 0 0,0 7-6 0 0,-5 12 4 0 0,1-1 0 0 0,0 40 0 0 0,2-36 0 0 0,-5 44 0 0 0,5-56 0 0 0,-6 39 0 0 0,7-39 0 0 0,6-45 0 0 0,-6-22 0 0 0,2 0 0 0 0,2 1 0 0 0,14-65 0 0 0,-13 97 0 0 0,0-1 0 0 0,1 1 0 0 0,1 0 0 0 0,1 1 0 0 0,1-1 0 0 0,1 2 0 0 0,0-1 0 0 0,1 2 0 0 0,1-1 0 0 0,0 1 0 0 0,16-15 0 0 0,117-107 0 0 0,-145 137 0 0 0,0 1 0 0 0,1 0 0 0 0,-1 0 0 0 0,0-1 0 0 0,0 1 0 0 0,0 0 0 0 0,1 0 0 0 0,-1-1 0 0 0,0 1 0 0 0,0 0 0 0 0,1 0 0 0 0,-1 0 0 0 0,0 0 0 0 0,0-1 0 0 0,1 1 0 0 0,-1 0 0 0 0,0 0 0 0 0,1 0 0 0 0,-1 0 0 0 0,0 0 0 0 0,1 0 0 0 0,-1 0 0 0 0,0 0 0 0 0,0 0 0 0 0,1 0 0 0 0,-1 0 0 0 0,0 0 0 0 0,1 0 0 0 0,-1 0 0 0 0,0 0 0 0 0,1 0 0 0 0,-1 0 0 0 0,0 0 0 0 0,0 1 0 0 0,1-1 0 0 0,-1 0 0 0 0,0 0 0 0 0,1 0 0 0 0,-1 0 0 0 0,0 1 0 0 0,0-1 0 0 0,1 0 0 0 0,-1 0 0 0 0,0 0 0 0 0,0 1 0 0 0,0-1 0 0 0,0 0 0 0 0,1 0 0 0 0,-1 1 0 0 0,0-1 0 0 0,0 0 0 0 0,0 1 0 0 0,0-1 0 0 0,0 1 0 0 0,3 12 0 0 0,-3-13 0 0 0,0 0 0 0 0,-1 13 0 0 0,0 1 0 0 0,-1-1 0 0 0,-1 0 0 0 0,0 0 0 0 0,-5 14 0 0 0,-9 34 0 0 0,8-13 0 0 0,4-28 0 0 0,1 1 0 0 0,2 0 0 0 0,-2 21 0 0 0,4-25 0 0 0,0-9 0 0 0,-1 0 0 0 0,1-1 0 0 0,0 1 0 0 0,1 0 0 0 0,0-1 0 0 0,0 1 0 0 0,1-1 0 0 0,0 1 0 0 0,0-1 0 0 0,1 0 0 0 0,0 1 0 0 0,0-1 0 0 0,0-1 0 0 0,1 1 0 0 0,0 0 0 0 0,0-1 0 0 0,6 6 0 0 0,-2-6 0 0 0,3-3 0 0 0,3-5 0 0 0,2-4 0 0 0,-10-5 0 0 0,-6-2 0 0 0,0 12-9 0 0,0 1-1 0 0,0-1 1 0 0,0 0-1 0 0,0 0 1 0 0,0 0 0 0 0,0 0-1 0 0,0 0 1 0 0,0 0-1 0 0,-1 1 1 0 0,1-1 0 0 0,0 0-1 0 0,-1 0 1 0 0,1 0-1 0 0,0 1 1 0 0,-1-1 0 0 0,1 0-1 0 0,-1 0 1 0 0,1 1-1 0 0,-1-1 1 0 0,0 0 0 0 0,1 1-1 0 0,-1-1 1 0 0,0 1-1 0 0,1-1 1 0 0,-1 1 0 0 0,0-1-1 0 0,0 1 1 0 0,1-1-1 0 0,-1 1 1 0 0,0 0 0 0 0,0 0-1 0 0,0-1 1 0 0,1 1-1 0 0,-1 0 1 0 0,0 0 0 0 0,0 0-1 0 0,0 0 1 0 0,0 0-1 0 0,-1 0 1 0 0,-24-4-5379 0 0,10 5-1517 0 0,7 0 2039 0 0,-10 2-3697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0 131 2548,'5'1'24044,"265"-72"-19957,-60 13-1999,-196 55-2417,-19 6-546,-39 13-1822,-2 0-245,9-3-9911,24-8 5507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304 205 148 0 0,'0'0'12499'0'0,"-4"-3"-10802"0"0,-12-11-118 0 0,12 10 3569 0 0,6 0-3996 0 0,10-10 5901 0 0,-11 12-6835 0 0,-1 1 1 0 0,1 0-1 0 0,0 0 0 0 0,-1-1 0 0 0,0 1 0 0 0,1 0 0 0 0,-1-1 1 0 0,0 1-1 0 0,1 0 0 0 0,-1-1 0 0 0,0 1 0 0 0,0-1 0 0 0,0 1 1 0 0,0 0-1 0 0,-1-2 0 0 0,-4-13-218 0 0,3 2 0 0 0,2-8 0 0 0,-11-9 0 0 0,9 25 0 0 0,0 1 0 0 0,-1-1 0 0 0,1 1 0 0 0,-1 0 0 0 0,0 0 0 0 0,-5-5 0 0 0,6 8 0 0 0,0 0 0 0 0,0 1 0 0 0,0-1 0 0 0,-1 1 0 0 0,1 0 0 0 0,0-1 0 0 0,-1 1 0 0 0,1 0 0 0 0,-1 1 0 0 0,1-1 0 0 0,-1 0 0 0 0,1 1 0 0 0,-6-1 0 0 0,1 0 0 0 0,0 1 0 0 0,-1 0 0 0 0,1 0 0 0 0,0 0 0 0 0,0 1 0 0 0,0 1 0 0 0,0-1 0 0 0,0 1 0 0 0,0 0 0 0 0,0 0 0 0 0,1 1 0 0 0,-1 0 0 0 0,1 0 0 0 0,-1 1 0 0 0,1 0 0 0 0,0 0 0 0 0,1 0 0 0 0,-1 0 0 0 0,1 1 0 0 0,0 0 0 0 0,-7 9 0 0 0,1 2 0 0 0,1 0 0 0 0,1 1 0 0 0,0 0 0 0 0,-11 32 0 0 0,18-45 0 0 0,0 1 0 0 0,1 0 0 0 0,-1 0 0 0 0,1 1 0 0 0,0-1 0 0 0,0 0 0 0 0,1 0 0 0 0,-1 0 0 0 0,1 1 0 0 0,0-1 0 0 0,1 0 0 0 0,-1 0 0 0 0,1 1 0 0 0,0-1 0 0 0,0 0 0 0 0,1 0 0 0 0,0 0 0 0 0,0 0 0 0 0,0 0 0 0 0,0-1 0 0 0,5 8 0 0 0,-4-9 0 0 0,0 0 0 0 0,0-1 0 0 0,0 1 0 0 0,0-1 0 0 0,1 1 0 0 0,-1-1 0 0 0,1 0 0 0 0,0 0 0 0 0,-1-1 0 0 0,1 1 0 0 0,0-1 0 0 0,0 0 0 0 0,0 0 0 0 0,0 0 0 0 0,0-1 0 0 0,6 1 0 0 0,-1-1 0 0 0,0 0 0 0 0,1-1 0 0 0,-1 0 0 0 0,0-1 0 0 0,0 0 0 0 0,0 0 0 0 0,10-5 0 0 0,-3 1 0 0 0,1-2 0 0 0,-1 0 0 0 0,-1-1 0 0 0,1 0 0 0 0,-1-1 0 0 0,-1-1 0 0 0,18-17 0 0 0,-26 21 0 0 0,2 0 0 0 0,0-1 0 0 0,-1 0 0 0 0,0 0 0 0 0,-1 0 0 0 0,1-1 0 0 0,-2 0 0 0 0,8-15 0 0 0,-12 12 0 0 0,-1 4 0 0 0,0 7 0 0 0,1 0 0 0 0,-1 0 0 0 0,0 0 0 0 0,0 0 0 0 0,0 0 0 0 0,0 0 0 0 0,0 0 0 0 0,0 0 0 0 0,0 0 0 0 0,0 0 0 0 0,0 0 0 0 0,0 0 0 0 0,-1 0 0 0 0,1 0 0 0 0,0 0 0 0 0,-1 0 0 0 0,1 0 0 0 0,0 0 0 0 0,-1 0 0 0 0,1 1 0 0 0,-1-1 0 0 0,0 0 0 0 0,1 0 0 0 0,-1 0 0 0 0,0 1 0 0 0,1-1 0 0 0,-1 0 0 0 0,0 1 0 0 0,0-1 0 0 0,0 1 0 0 0,-1-2 0 0 0,1 1 0 0 0,-12-4 0 0 0,-16-1-2296 0 0,9 8-6382 0 0,4 1 1242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218 6 552 0 0,'-5'-5'22235'0'0,"-4"22"-16976"0"0,-3 14-5816 0 0,7-14 4561 0 0,-11 75-3123 0 0,12-59-750 0 0,-2 0 0 0 0,-12 35 0 0 0,-25 87-131 0 0,27-111 0 0 0,10-28 0 0 0,0 1 0 0 0,-6 26 0 0 0,-2-4 0 0 0,-13 18 0 0 0,8-26-342 0 0,37-61-2512 0 0,-11 16-1999 0 0,0 0-4530 0 0,-2-3 761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355 1 1948 0 0,'0'0'11024'0'0,"-4"5"-8343"0"0,-71 152 8823 0 0,23-44-5894 0 0,-2 34-5610 0 0,-64 166 0 0 0,107-299 0 0 0,10-13 0 0 0,-1 1 0 0 0,1-1 0 0 0,-1 1 0 0 0,1-1 0 0 0,0 1 0 0 0,0 0 0 0 0,-1 0 0 0 0,1 0 0 0 0,0-1 0 0 0,1 1 0 0 0,-1 0 0 0 0,0 0 0 0 0,1 0 0 0 0,-1 0 0 0 0,0 3 0 0 0,-10 14 0 0 0,11-19-30 0 0,0 0 1 0 0,0 0-1 0 0,-1 0 1 0 0,1 1-1 0 0,0-1 1 0 0,0 0-1 0 0,-1 0 1 0 0,1 0-1 0 0,0 0 1 0 0,0 0-1 0 0,-1 0 1 0 0,1 0-1 0 0,0 0 0 0 0,0 0 1 0 0,-1 0-1 0 0,1 0 1 0 0,0 0-1 0 0,0 0 1 0 0,-1 0-1 0 0,1 0 1 0 0,0 0-1 0 0,0 0 1 0 0,-1 0-1 0 0,1 0 1 0 0,0 0-1 0 0,0-1 0 0 0,-1 1 1 0 0,1 0-1 0 0,0 0 1 0 0,0 0-1 0 0,-1 0 1 0 0,1 0-1 0 0,0-1 1 0 0,0 1-1 0 0,0 0 1 0 0,0 0-1 0 0,-1 0 1 0 0,1-1-1 0 0,0 1 0 0 0,0 0 1 0 0,0-1-1 0 0,-1 1-195 0 0,1-1-1 0 0,0 0 0 0 0,-1 1 0 0 0,1-1 1 0 0,0 0-1 0 0,-1 1 0 0 0,1-1 0 0 0,0 0 1 0 0,0 1-1 0 0,0-1 0 0 0,0 0 0 0 0,0 0 1 0 0,0 1-1 0 0,0-1 0 0 0,0 0 0 0 0,0 0 1 0 0,0 1-1 0 0,0-1 0 0 0,0 0 0 0 0,0 1 1 0 0,1-1-1 0 0,-1 0 0 0 0,1 0 0 0 0,7-16-9652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21 264 0 0,'-8'-1'32401'0'0,"30"-11"-32299"0"0,-7 4-102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6 32767 0 0,'6'-2'0'0'0,"1"1"0"0"0,0 0 0 0 0,0 0 0 0 0,0 1 0 0 0,0 0 0 0 0,8 0 0 0 0,-14 0 0 0 0,0 0 0 0 0,1 0 0 0 0,-1 0 0 0 0,1 0 0 0 0,-1 1 0 0 0,1-1 0 0 0,-1 0 0 0 0,1 1 0 0 0,-1-1 0 0 0,1 1 0 0 0,-1-1 0 0 0,0 1 0 0 0,1 0 0 0 0,-1-1 0 0 0,0 1 0 0 0,0 0 0 0 0,0 0 0 0 0,1 0 0 0 0,-1 0 0 0 0,0 0 0 0 0,0 0 0 0 0,0 0 0 0 0,-1 1 0 0 0,1-1 0 0 0,0 0 0 0 0,0 0 0 0 0,-1 1 0 0 0,1-1 0 0 0,0 1 0 0 0,-1-1 0 0 0,0 0 0 0 0,1 1 0 0 0,-1-1 0 0 0,0 2 0 0 0,0 4 0 0 0,-1 1 0 0 0,0-1 0 0 0,0 0 0 0 0,-1 0 0 0 0,0 0 0 0 0,0 0 0 0 0,-1-1 0 0 0,0 1 0 0 0,0-1 0 0 0,-1 1 0 0 0,-5 7 0 0 0,-8 10 0 0 0,-32 32 0 0 0,6-6 0 0 0,14-23 0 0 0,23-22 0 0 0,-1-1 0 0 0,2 2 0 0 0,-1-1 0 0 0,0 1 0 0 0,1-1 0 0 0,0 1 0 0 0,1 1 0 0 0,-1-1 0 0 0,-4 10 0 0 0,9-16 0 0 0,0 1 0 0 0,0-1 0 0 0,0 0 0 0 0,-1 0 0 0 0,1 0 0 0 0,0 0 0 0 0,0 0 0 0 0,0 0 0 0 0,0 1 0 0 0,0-1 0 0 0,0 0 0 0 0,0 0 0 0 0,0 0 0 0 0,0 0 0 0 0,0 0 0 0 0,0 0 0 0 0,0 1 0 0 0,0-1 0 0 0,0 0 0 0 0,0 0 0 0 0,0 0 0 0 0,0 0 0 0 0,0 1 0 0 0,0-1 0 0 0,0 0 0 0 0,0 0 0 0 0,0 0 0 0 0,0 0 0 0 0,0 0 0 0 0,0 1 0 0 0,0-1 0 0 0,0 0 0 0 0,0 0 0 0 0,0 0 0 0 0,0 0 0 0 0,0 0 0 0 0,0 0 0 0 0,0 1 0 0 0,1-1 0 0 0,-1 0 0 0 0,0 0 0 0 0,0 0 0 0 0,0 0 0 0 0,0 0 0 0 0,0 0 0 0 0,0 0 0 0 0,1 0 0 0 0,-1 0 0 0 0,0 0 0 0 0,0 1 0 0 0,0-1 0 0 0,0 0 0 0 0,0 0 0 0 0,1 0 0 0 0,-1 0 0 0 0,0 0 0 0 0,0 0 0 0 0,0 0 0 0 0,0 0 0 0 0,0 0 0 0 0,1 0 0 0 0,-1 0 0 0 0,0 0 0 0 0,0-1 0 0 0,15-1 0 0 0,0-1 0 0 0,0-1 0 0 0,-1 0 0 0 0,1-1 0 0 0,-1-1 0 0 0,22-12 0 0 0,23-8 0 0 0,-39 18 0 0 0,8-2 0 0 0,57-14 0 0 0,-85 24 0 0 0,1 0 0 0 0,-1 0 0 0 0,0-1 0 0 0,0 1 0 0 0,0 0 0 0 0,0 0 0 0 0,0 0 0 0 0,0 0 0 0 0,0 0 0 0 0,0 0 0 0 0,1 0 0 0 0,-1-1 0 0 0,0 1 0 0 0,0 0 0 0 0,0 0 0 0 0,0 0 0 0 0,0 0 0 0 0,1 0 0 0 0,-1 0 0 0 0,0 0 0 0 0,0 0 0 0 0,0 0 0 0 0,0 0 0 0 0,0 0 0 0 0,1 0 0 0 0,-1 0 0 0 0,0 0 0 0 0,0 0 0 0 0,0 0 0 0 0,0 0 0 0 0,1 0 0 0 0,-1 0 0 0 0,0 0 0 0 0,0 0 0 0 0,0 0 0 0 0,0 0 0 0 0,0 0 0 0 0,1 0 0 0 0,-1 0 0 0 0,0 1 0 0 0,0-1 0 0 0,0 0 0 0 0,0 0 0 0 0,0 0 0 0 0,0 0 0 0 0,1 0 0 0 0,-1 0 0 0 0,0 0 0 0 0,0 1 0 0 0,0-1 0 0 0,0 0 0 0 0,0 0 0 0 0,0 0 0 0 0,0 0 0 0 0,0 0 0 0 0,0 1 0 0 0,0-1 0 0 0,0 0 0 0 0,0 0 0 0 0,0 0 0 0 0,0 0 0 0 0,0 1 0 0 0,-16 15 0 0 0,-25 9-6695 0 0,11-7-3820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246 245 252 0 0,'9'1'11183'0'0,"0"-2"-5280"0"0,-7 1-5503 0 0,0-1 0 0 0,0 0 0 0 0,0 0 0 0 0,0 0-1 0 0,-1 0 1 0 0,1 0 0 0 0,0 0 0 0 0,-1 0 0 0 0,1-1 0 0 0,-1 1 0 0 0,1 0 0 0 0,-1-1 0 0 0,0 1 0 0 0,0-1 0 0 0,1 0 0 0 0,-1 1-1 0 0,0-1 1 0 0,1-3 0 0 0,-1 3 712 0 0,-1 1-246 0 0,1 1-742 0 0,0 0 1 0 0,-1-1-1 0 0,1 1 1 0 0,0-1-1 0 0,-1 0 1 0 0,1 1-1 0 0,0-1 1 0 0,-1 1 0 0 0,1-1-1 0 0,-1 0 1 0 0,1 1-1 0 0,-1-1 1 0 0,0 0-1 0 0,1 0 1 0 0,-1 1-1 0 0,0-1 1 0 0,1 0-1 0 0,-1 0 1 0 0,0 0-1 0 0,0 1 1 0 0,0-1 0 0 0,0 0-1 0 0,1 0 1 0 0,-1 0-1 0 0,0 1 1 0 0,-1-1-1 0 0,1 0 1 0 0,0 0-1 0 0,0 0 1 0 0,0 0-1 0 0,0 1 1 0 0,-1-1-1 0 0,1 0 1 0 0,0 0 0 0 0,-1 1-1 0 0,1-1 1 0 0,0 0-1 0 0,-1 0 1 0 0,1 1-1 0 0,-1-1 1 0 0,0 0-1 0 0,1 1 1 0 0,-1-1-1 0 0,1 1 1 0 0,-1-1-1 0 0,-1 0 1 0 0,-7-7-125 0 0,6 6 0 0 0,1 0 0 0 0,-1 1 0 0 0,-1-1 0 0 0,1 1 0 0 0,0 0 0 0 0,0 0 0 0 0,0 1 0 0 0,0-1 0 0 0,-1 0 0 0 0,1 1 0 0 0,0 0 0 0 0,-1 0 0 0 0,1 0 0 0 0,0 0 0 0 0,-1 0 0 0 0,1 1 0 0 0,0 0 0 0 0,0-1 0 0 0,0 1 0 0 0,-1 0 0 0 0,1 1 0 0 0,-5 2 0 0 0,0-1 0 0 0,-4 3 0 0 0,1 0 0 0 0,-1 0 0 0 0,1 1 0 0 0,0 1 0 0 0,1 0 0 0 0,0 0 0 0 0,0 1 0 0 0,1 0 0 0 0,0 1 0 0 0,-10 15 0 0 0,7-8 0 0 0,1 1 0 0 0,0 1 0 0 0,2 0 0 0 0,0 1 0 0 0,-10 31 0 0 0,18-49 0 0 0,0 1 0 0 0,0-1 0 0 0,1 0 0 0 0,-1 1 0 0 0,1-1 0 0 0,-1 1 0 0 0,1-1 0 0 0,0 1 0 0 0,0-1 0 0 0,0 1 0 0 0,0-1 0 0 0,0 1 0 0 0,1-1 0 0 0,-1 0 0 0 0,1 1 0 0 0,-1-1 0 0 0,1 1 0 0 0,0-1 0 0 0,0 0 0 0 0,0 0 0 0 0,0 1 0 0 0,1-1 0 0 0,-1 0 0 0 0,0 0 0 0 0,1 0 0 0 0,0 0 0 0 0,-1-1 0 0 0,1 1 0 0 0,0 0 0 0 0,0-1 0 0 0,3 3 0 0 0,0-2 0 0 0,-1 0 0 0 0,1 0 0 0 0,0-1 0 0 0,0 0 0 0 0,-1 1 0 0 0,1-2 0 0 0,0 1 0 0 0,0-1 0 0 0,0 1 0 0 0,0-1 0 0 0,0-1 0 0 0,0 1 0 0 0,0-1 0 0 0,0 0 0 0 0,6-1 0 0 0,8-4-161 0 0,0-1-1 0 0,0 0 1 0 0,-1-1 0 0 0,-1-1 0 0 0,1-1-1 0 0,-1-1 1 0 0,-1 0 0 0 0,0-1 0 0 0,-1-1-1 0 0,16-15 1 0 0,-21 17-22 0 0,0-1 0 0 0,0 1 0 0 0,-1-1-1 0 0,-1-1 1 0 0,0 0 0 0 0,0 0 0 0 0,-2-1 0 0 0,0 1-1 0 0,0-2 1 0 0,-1 1 0 0 0,-1 0 0 0 0,0-1 0 0 0,-1 0-1 0 0,1-17 1 0 0,-1-48-4785 0 0,-6 26-6353 0 0,-1 27 4597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0 1676 0 0,'-2'5'17857'0'0,"-3"4"-8720"0"0,0 4-6068 0 0,-14 29-4924 0 0,12-25 4492 0 0,-65 176-2330 0 0,3-8-368 0 0,54-146 61 0 0,1 0 0 0 0,-9 48 0 0 0,19-79 0 0 0,-1-1 0 0 0,3 31 0 0 0,32-100 0 0 0,-21 33-3842 0 0,8-15-8721 0 0,-4 21 3366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504 1 2540 0 0,'0'0'7556'0'0,"-2"4"-5079"0"0,-15 31 3133 0 0,-30 46-1 0 0,-17 30 564 0 0,-33 71-4014 0 0,26-56-1516 0 0,-71 136-643 0 0,81-155 0 0 0,59-98 0 0 0,2 4 0 0 0,0-13 0 0 0,0 0 0 0 0,0 0 0 0 0,0 1 0 0 0,0-1 0 0 0,0 0 0 0 0,0 0 0 0 0,0 0 0 0 0,0 1 0 0 0,0-1 0 0 0,0 0 0 0 0,0 0 0 0 0,0 0 0 0 0,0 1 0 0 0,0-1 0 0 0,0 0 0 0 0,0 0 0 0 0,0 0 0 0 0,0 1 0 0 0,0-1 0 0 0,0 0 0 0 0,0 0 0 0 0,0 0 0 0 0,0 1 0 0 0,1-1 0 0 0,-1 0 0 0 0,0 0 0 0 0,0 0 0 0 0,0 0 0 0 0,0 1 0 0 0,0-1 0 0 0,0 0 0 0 0,1 0 0 0 0,-1 0 0 0 0,0 0 0 0 0,0 0 0 0 0,0 0 0 0 0,1 0 0 0 0,-1 0 0 0 0,0 1 0 0 0,0-1 0 0 0,0 0 0 0 0,1 0 0 0 0,-1 0 0 0 0,0 0 0 0 0,0 0 0 0 0,0 0 0 0 0,1 0 0 0 0,-1 0 0 0 0,0 0 0 0 0,0 0 0 0 0,1 0 0 0 0,22-13 0 0 0,-16 8-2419 0 0,1-3-6617 0 0,-2 2 2799 0 0,0 1-2237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267 26 1856 0 0,'4'-3'3383'0'0,"25"-17"19124"0"0,-21 18-17651 0 0,2 10-4691 0 0,1-1-165 0 0,-5 3 0 0 0,-6-5 0 0 0,0 0 0 0 0,0-1 0 0 0,0 1 0 0 0,-1 0 0 0 0,1 0 0 0 0,-1 0 0 0 0,0-1 0 0 0,-1 1 0 0 0,1 0 0 0 0,-1-1 0 0 0,0 1 0 0 0,0-1 0 0 0,0 0 0 0 0,-1 1 0 0 0,1-1 0 0 0,-1 0 0 0 0,0-1 0 0 0,0 1 0 0 0,-6 5 0 0 0,4-2 0 0 0,-159 164 0 0 0,80-87 0 0 0,73-74 0 0 0,6-5 0 0 0,1-1 0 0 0,-1 2 0 0 0,1-1 0 0 0,0 0 0 0 0,1 1 0 0 0,-5 8 0 0 0,8-5 0 0 0,18-9 0 0 0,3-5 0 0 0,-1 0 0 0 0,0-2 0 0 0,32-16 0 0 0,-2 2 0 0 0,-17 9 2 0 0,1 0 1 0 0,52-9-1 0 0,21-3-208 0 0,-106 24-994 0 0,-28-14-24415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227 0 1892 0 0,'0'0'12376'0'0,"-4"4"-11338"0"0,0-1-757 0 0,0 0 0 0 0,0 1-1 0 0,1 0 1 0 0,-1-1 0 0 0,1 1 0 0 0,0 0 0 0 0,0 1-1 0 0,1-1 1 0 0,-1 1 0 0 0,1-1 0 0 0,0 1-1 0 0,0 0 1 0 0,0 0 0 0 0,0 0 0 0 0,0 8-1 0 0,-13 34 1330 0 0,12-40-1396 0 0,0 0-1 0 0,0 0 1 0 0,1 0 0 0 0,0 0-1 0 0,0 0 1 0 0,0 10-1 0 0,0 54 1592 0 0,9 82 0 0 0,1 9 41 0 0,2 95 128 0 0,-1-54-938 0 0,-8 519-200 0 0,-41-3-274 0 0,-15-327-562 0 0,-6 62 0 0 0,52-360 0 0 0,1-30 0 0 0,3 1 0 0 0,4 83 0 0 0,8-57 0 0 0,4 0 0 0 0,4-1 0 0 0,43 139 0 0 0,-44-185 0 0 0,37 92 0 0 0,-43-119 0 0 0,0-1 0 0 0,1 0 0 0 0,1-1 0 0 0,1 0 0 0 0,22 25 0 0 0,-27-32 0 0 0,-1 1 0 0 0,-26-24 0 0 0,14 8-201 0 0,1 0 0 0 0,0-1 0 0 0,0 0 0 0 0,1 0 0 0 0,-1 0-1 0 0,2-1 1 0 0,-1 1 0 0 0,1-1 0 0 0,1-1 0 0 0,0 1 0 0 0,0 0 0 0 0,1-1 0 0 0,0 1 0 0 0,0-1 0 0 0,0-19 0 0 0,1 13-534 0 0,0-1-2017 0 0,-3-23-8761 0 0,-2 11 3336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186 325 1932 0 0,'0'0'10689'0'0,"0"6"-8317"0"0,-5 82 5607 0 0,1-53-5520 0 0,3 0 0 0 0,3 49 0 0 0,-1-58-1616 0 0,-1-16-581 0 0,1 0 1 0 0,0 0-1 0 0,0 1 1 0 0,1-1-1 0 0,6 16 1 0 0,-3-16-287 0 0,-4-9-191 0 0,-6-6-4313 0 0,-4-6 3866 0 0,1 0 0 0 0,1 0 0 0 0,0 0 0 0 0,0-1 0 0 0,1 0 0 0 0,-6-16 0 0 0,-27-90-2077 0 0,15 41 1686 0 0,-6-32 936 0 0,4 13 4288 0 0,21 82-1926 0 0,-3-22 3242 0 0,8 34-4613 0 0,-1 0-416 0 0,0 1-455 0 0,1 0-1 0 0,-1 1 1 0 0,1-1 0 0 0,0 0 0 0 0,-1 0 0 0 0,1 0 0 0 0,0 0 0 0 0,-1 0 0 0 0,1 0 0 0 0,0 0 0 0 0,0 0 0 0 0,0 0 0 0 0,0 0-1 0 0,0 0 1 0 0,0 0 0 0 0,0 0 0 0 0,1 0 0 0 0,-1 0 0 0 0,0 0 0 0 0,1 0 0 0 0,-1 0 0 0 0,0 0 0 0 0,1 0 0 0 0,-1 0 0 0 0,1 0-1 0 0,-1 0 1 0 0,1 0 0 0 0,0 1 0 0 0,-1-1 0 0 0,1 0 0 0 0,1 0 0 0 0,23-14-18 0 0,-20 13 12 0 0,36-15 3 0 0,0 2 0 0 0,1 1 0 0 0,1 3 0 0 0,0 1 0 0 0,0 3 0 0 0,53-3 0 0 0,-40 9 0 0 0,-55 1 0 0 0,0 0 0 0 0,0 0 0 0 0,0 0 0 0 0,0 0 0 0 0,-1 0 0 0 0,1 1 0 0 0,0-1 0 0 0,0 0 0 0 0,0 0 0 0 0,-1 1 0 0 0,1-1 0 0 0,0 0 0 0 0,0 1 0 0 0,-1-1 0 0 0,1 1 0 0 0,0-1 0 0 0,-1 1 0 0 0,1-1 0 0 0,0 1 0 0 0,-1-1 0 0 0,1 1 0 0 0,-1 0 0 0 0,1-1 0 0 0,-1 1 0 0 0,1 0 0 0 0,-1 0 0 0 0,0-1 0 0 0,1 1 0 0 0,-1 0 0 0 0,0 0 0 0 0,0-1 0 0 0,1 1 0 0 0,-1 0 0 0 0,0 0 0 0 0,0 0 0 0 0,0 0 0 0 0,0-1 0 0 0,0 1 0 0 0,0 0 0 0 0,0 0 0 0 0,0 1 0 0 0,-10 19 0 0 0,10-20 0 0 0,-7 9 0 0 0,-1 0 0 0 0,-1 0 0 0 0,1-1 0 0 0,-1 0 0 0 0,-1-1 0 0 0,0 0 0 0 0,-18 12 0 0 0,-1 0 0 0 0,-46 28 0 0 0,55-37 0 0 0,1 1 0 0 0,0 0 0 0 0,1 2 0 0 0,-28 25 0 0 0,36-29 0 0 0,10-9 0 0 0,-1-1 0 0 0,1 0 0 0 0,0 1 0 0 0,-1-1 0 0 0,1 0 0 0 0,-1 1 0 0 0,1-1 0 0 0,0 1 0 0 0,0-1 0 0 0,-1 0 0 0 0,1 1 0 0 0,0-1 0 0 0,0 1 0 0 0,-1-1 0 0 0,1 1 0 0 0,0-1 0 0 0,0 1 0 0 0,0-1 0 0 0,0 1 0 0 0,0-1 0 0 0,0 1 0 0 0,0 0 0 0 0,0-1 0 0 0,0 1 0 0 0,0-1 0 0 0,0 1 0 0 0,0-1 0 0 0,0 1 0 0 0,0-1 0 0 0,0 1 0 0 0,0-1 0 0 0,1 1 0 0 0,-1-1 0 0 0,0 1 0 0 0,0-1 0 0 0,1 1 0 0 0,-1-1 0 0 0,0 0 0 0 0,1 1 0 0 0,-1-1 0 0 0,0 1 0 0 0,1-1 0 0 0,-1 0 0 0 0,1 1 0 0 0,0-1 0 0 0,15 7 0 0 0,14-5 0 0 0,0-2 0 0 0,1 0 0 0 0,-1-2 0 0 0,54-11 0 0 0,48-3 0 0 0,-119 16 0 0 0,83 1 0 0 0,-89-1 0 0 0,1 1 0 0 0,-1 0 0 0 0,0 1 0 0 0,-1 0 0 0 0,1 0 0 0 0,0 0 0 0 0,0 1 0 0 0,-1 0 0 0 0,0 0 0 0 0,1 1 0 0 0,5 4 0 0 0,-10-6 0 0 0,0 0 0 0 0,0 0 0 0 0,0 0 0 0 0,0 1 0 0 0,-1-1 0 0 0,1 0 0 0 0,-1 1 0 0 0,0-1 0 0 0,1 1 0 0 0,-1-1 0 0 0,0 1 0 0 0,0 0 0 0 0,-1-1 0 0 0,1 1 0 0 0,-1 0 0 0 0,1 0 0 0 0,-1 0 0 0 0,0-1 0 0 0,0 1 0 0 0,0 0 0 0 0,0 0 0 0 0,-1 0 0 0 0,1 0 0 0 0,-1-1 0 0 0,1 1 0 0 0,-1 0 0 0 0,0-1 0 0 0,0 1 0 0 0,-1 0 0 0 0,1-1 0 0 0,0 1 0 0 0,-1-1 0 0 0,1 0 0 0 0,-4 4 0 0 0,-5 7 0 0 0,1-1 0 0 0,-2 0 0 0 0,0-1 0 0 0,-20 18 0 0 0,21-21 0 0 0,1 0 0 0 0,-1-1 0 0 0,0 0 0 0 0,0-1 0 0 0,-1 0 0 0 0,0 0 0 0 0,0-1 0 0 0,0 0 0 0 0,-1-1 0 0 0,1-1 0 0 0,-1 0 0 0 0,0 0 0 0 0,-17 1 0 0 0,17-4 5 0 0,9 0-6 0 0,-1 0-1 0 0,1 0 0 0 0,0 0 1 0 0,-1 0-1 0 0,1-1 1 0 0,0 1-1 0 0,-1-1 0 0 0,1 0 1 0 0,0 0-1 0 0,0 0 0 0 0,0 0 1 0 0,0-1-1 0 0,-5-2 1 0 0,-25-12-209 0 0,34 22-1573 0 0,1 3 69 0 0,6 11-1362 0 0,4-3-7212 0 0,-1-7 1474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4 274 168 0 0,'0'0'10974'0'0,"11"-6"3472"0"0,-4 6-14523 0 0,12 9 5532 0 0,-17-7-4873 0 0,10 17 637 0 0,-11-18-1219 0 0,0 0 0 0 0,-1 0 0 0 0,1 0 0 0 0,0 0 0 0 0,-1-1 0 0 0,1 1 0 0 0,0 1 0 0 0,-1-1 0 0 0,1 0 0 0 0,-1 0 0 0 0,0 0 0 0 0,1 0 0 0 0,-1 0 0 0 0,0 0 0 0 0,0 0 0 0 0,1 1 0 0 0,-1 1 0 0 0,6 19 0 0 0,-4-19 0 0 0,-1-2 0 0 0,0 0 0 0 0,0-1 0 0 0,-1 1 0 0 0,1 0 0 0 0,0 0 0 0 0,-1-1 0 0 0,1 1 0 0 0,-1 0 0 0 0,1 0 0 0 0,-1 0 0 0 0,0 0 0 0 0,1 0 0 0 0,-1 0 0 0 0,0 0 0 0 0,0 0 0 0 0,1 0 0 0 0,-1 0 0 0 0,0 0 0 0 0,0 0 0 0 0,0 0 0 0 0,0 0 0 0 0,0 0 0 0 0,-1 0 0 0 0,1 2 0 0 0,0 8 0 0 0,1 0 0 0 0,0 0 0 0 0,1 0 0 0 0,5 18 0 0 0,-6-16 0 0 0,-1-1 0 0 0,0-12 0 0 0,0-1 0 0 0,0 1 0 0 0,0 0 0 0 0,0 0 0 0 0,0 0 0 0 0,0-1 0 0 0,0 1 0 0 0,-1 0 0 0 0,1 0 0 0 0,0 0 0 0 0,0 0 0 0 0,0-1 0 0 0,0 1 0 0 0,0 0 0 0 0,0 0 0 0 0,0 0 0 0 0,-1 0 0 0 0,1 0 0 0 0,0-1 0 0 0,0 1 0 0 0,0 0 0 0 0,0 0 0 0 0,-1 0 0 0 0,1 0 0 0 0,0 0 0 0 0,0 0 0 0 0,0 0 0 0 0,-1 0 0 0 0,1 0 0 0 0,0 0 0 0 0,0 0 0 0 0,0 0 0 0 0,-1 0 0 0 0,1 0 0 0 0,0 0 0 0 0,0 0 0 0 0,0 0 0 0 0,0 0 0 0 0,-1 0 0 0 0,1 0 0 0 0,0 0 0 0 0,0 0 0 0 0,0 0 0 0 0,-1 0 0 0 0,1 0 0 0 0,0 0 0 0 0,0 0 0 0 0,0 1 0 0 0,0-1 0 0 0,-1 0 0 0 0,1 0 0 0 0,0 0 0 0 0,0 0 0 0 0,0 0 0 0 0,0 1 0 0 0,0-1 0 0 0,0 0 0 0 0,-1 0 0 0 0,1 0 0 0 0,0 0 0 0 0,0 1 0 0 0,0-1 0 0 0,0 0 0 0 0,0 0 0 0 0,0 0 0 0 0,0 1 0 0 0,0-1 0 0 0,0 0 0 0 0,-11-21 0 0 0,8 10 0 0 0,-1 1 0 0 0,0-1 0 0 0,0 1 0 0 0,-6-9 0 0 0,6 11 0 0 0,0 0 0 0 0,0 1 0 0 0,1-1 0 0 0,0 0 0 0 0,0-1 0 0 0,1 1 0 0 0,0-1 0 0 0,-1-10 0 0 0,-1 1 0 0 0,-6-10 0 0 0,9 24 0 0 0,0 1 0 0 0,0-1 0 0 0,1 0 0 0 0,-1 1 0 0 0,1-1 0 0 0,0 0 0 0 0,0 0 0 0 0,0 1 0 0 0,0-1 0 0 0,0 0 0 0 0,1 0 0 0 0,0 1 0 0 0,0-1 0 0 0,0 1 0 0 0,3-7 0 0 0,0-1 0 0 0,-1 3 0 0 0,1 0 0 0 0,0 0 0 0 0,0 0 0 0 0,0 1 0 0 0,1-1 0 0 0,1 1 0 0 0,-1 0 0 0 0,8-6 0 0 0,54-47 0 0 0,-60 54 0 0 0,1 0 0 0 0,-1 0 0 0 0,1 1 0 0 0,1 0 0 0 0,-1 1 0 0 0,15-6 0 0 0,-11 7 0 0 0,4 8 0 0 0,-9 3 0 0 0,-5 2 0 0 0,3 1 0 0 0,-4 0 0 0 0,-1-9-227 0 0,0 0 0 0 0,0 0 0 0 0,0 0 0 0 0,-1 0 0 0 0,1 0 0 0 0,0 1 0 0 0,-1-1 0 0 0,0 0 0 0 0,1 0 0 0 0,-1-1 0 0 0,0 1 0 0 0,0 0 0 0 0,0 0 0 0 0,0 0 0 0 0,0 0 0 0 0,-1-1 0 0 0,1 1 0 0 0,-3 2 0 0 0,-5 8-4155 0 0,1 2-4725 0 0,-3 2 695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9 112 796 0 0,'0'0'1902'0'0,"-2"-4"-1285"0"0,-4-15 25713 0 0,6 19-25849 0 0,9 0-348 0 0,-1-1 0 0 0,1 0 0 0 0,-1 0 0 0 0,1 0 0 0 0,-1-1 0 0 0,0 0 0 0 0,0-1 0 0 0,0 0 0 0 0,0 0 0 0 0,0-1 0 0 0,-1 0 0 0 0,0 0 0 0 0,8-5 0 0 0,6-3 126 0 0,0 1 1 0 0,23-8 0 0 0,-32 15-260 0 0,-5 0-9 0 0,-6 3-131 0 0,-1 2-524 0 0,-1 1 575 0 0,1-1-1 0 0,0 0 0 0 0,-1 0 0 0 0,1 0 0 0 0,-1 1 0 0 0,1-1 0 0 0,-1 0 1 0 0,0 0-1 0 0,1 0 0 0 0,-1 0 0 0 0,0 0 0 0 0,0 0 0 0 0,0 0 1 0 0,0 0-1 0 0,0 0 0 0 0,-1 0 0 0 0,-12 16-1495 0 0,-18 19-4218 0 0,9-12-5470 0 0,17-11 4655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8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0 116 1412 0 0,'0'0'26160'0'0,"7"-4"-25453"0"0,36-23 262 0 0,31-19-1325 0 0,-28 13-10058 0 0,-37 28 3423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73 132 824 0 0,'0'0'3472'0'0,"3"-21"15671"0"0,-4 20-19079 0 0,0 1-1 0 0,1-1 0 0 0,-1 1 0 0 0,0-1 1 0 0,1 1-1 0 0,-1-1 0 0 0,0 1 0 0 0,0 0 1 0 0,1-1-1 0 0,-1 1 0 0 0,0 0 0 0 0,0 0 0 0 0,1-1 1 0 0,-1 1-1 0 0,0 0 0 0 0,0 0 0 0 0,0 0 1 0 0,0 0-1 0 0,1 0 0 0 0,-1 0 0 0 0,0 0 1 0 0,0 0-1 0 0,0 1 0 0 0,1-1 0 0 0,-1 0 0 0 0,-1 1 1 0 0,-19 17 3114 0 0,16-10-2437 0 0,0-1-1 0 0,1 1 0 0 0,0 0 0 0 0,1 0 1 0 0,-6 16-1 0 0,9-23-740 0 0,-1 1 0 0 0,1-1 0 0 0,-1 0 0 0 0,1 1 0 0 0,0-1 0 0 0,0 0 0 0 0,-1 1 0 0 0,1-1 0 0 0,0 0 0 0 0,0 1 0 0 0,1-1 0 0 0,-1 1 0 0 0,0-1 0 0 0,0 0 0 0 0,1 1 0 0 0,-1-1 0 0 0,0 0 0 0 0,1 0 0 0 0,0 1 0 0 0,-1-1 0 0 0,1 0 0 0 0,0 0 0 0 0,-1 0 0 0 0,1 1 0 0 0,0-1 0 0 0,0 0 0 0 0,0 0 0 0 0,0-1 0 0 0,0 1 0 0 0,0 0 0 0 0,0 0 0 0 0,0 0 0 0 0,1-1 0 0 0,-1 1 0 0 0,0 0 0 0 0,0-1 0 0 0,1 1 0 0 0,-1-1 0 0 0,0 0 0 0 0,1 1 0 0 0,-1-1 0 0 0,0 0 0 0 0,1 0 0 0 0,1 0 0 0 0,4 1 0 0 0,0-1 0 0 0,-1 0 0 0 0,1 0 0 0 0,0-1 0 0 0,12-2 0 0 0,0-2-17 0 0,0 0 1 0 0,0-2-1 0 0,0 0 1 0 0,-1-1-1 0 0,0-1 1 0 0,0-1-1 0 0,-1 0 1 0 0,19-16-1 0 0,-32 23 26 0 0,0-1-1 0 0,0 0 1 0 0,-1 1 0 0 0,1-1-1 0 0,-1 0 1 0 0,0 0-1 0 0,0-1 1 0 0,0 1 0 0 0,-1-1-1 0 0,1 1 1 0 0,-1-1-1 0 0,0 0 1 0 0,-1 0-1 0 0,1 0 1 0 0,0-8 0 0 0,-2 10-9 0 0,0 1 1 0 0,0-1-1 0 0,0 1 1 0 0,0 0-1 0 0,-1-1 1 0 0,1 1-1 0 0,-1-1 1 0 0,0 1-1 0 0,0 0 1 0 0,1 0-1 0 0,-2-1 1 0 0,1 1-1 0 0,0 0 1 0 0,0 0-1 0 0,-1 0 0 0 0,1 0 1 0 0,-1 0-1 0 0,1 0 1 0 0,-1 1-1 0 0,0-1 1 0 0,0 0-1 0 0,0 1 1 0 0,0 0-1 0 0,0-1 1 0 0,0 1-1 0 0,0 0 1 0 0,0 0-1 0 0,-4-1 1 0 0,-1 0-2 0 0,1 0 1 0 0,-1 1 0 0 0,1 0-1 0 0,-1 0 1 0 0,0 1-1 0 0,-13 0 1 0 0,14 0 0 0 0,-1 0 0 0 0,0 0 0 0 0,0 1 0 0 0,0 0 0 0 0,0 0 0 0 0,0 0 0 0 0,1 1 0 0 0,-1 0 0 0 0,0 1 0 0 0,1-1 0 0 0,0 1 0 0 0,0 0 0 0 0,0 1 0 0 0,0 0 0 0 0,-7 5 0 0 0,5 1-3743 0 0,-1 5-8337 0 0,6-9 9529 0 0,-3 6-5541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126 8 1816 0 0,'-1'-1'14418'0'0,"-7"-5"-14094"0"0,2 5 8470 0 0,0 3-8554 0 0,0 0 0 0 0,0 1 0 0 0,1 0 0 0 0,-1 0 0 0 0,1 0 0 0 0,0 1 0 0 0,-1-1 0 0 0,2 1 0 0 0,-1 1 0 0 0,0-1 0 0 0,1 0 0 0 0,0 1-1 0 0,0 0 1 0 0,0 0 0 0 0,1 0 0 0 0,-4 7 0 0 0,4-6-31 0 0,-1 0-1 0 0,1-1 1 0 0,0 1-1 0 0,1 0 1 0 0,0 0-1 0 0,0 1 1 0 0,0-1-1 0 0,0 0 1 0 0,1 1-1 0 0,0-1 1 0 0,1 1-1 0 0,-1-1 1 0 0,1 1-1 0 0,0-1 1 0 0,3 14-1 0 0,-2-17-208 0 0,1 0 0 0 0,0-1 0 0 0,0 1 0 0 0,0 0 0 0 0,0-1 0 0 0,0 1 0 0 0,0-1 0 0 0,1 0 0 0 0,-1 1 0 0 0,1-1 0 0 0,0 0 0 0 0,-1-1 0 0 0,1 1 0 0 0,0 0 0 0 0,0-1 0 0 0,0 0 0 0 0,0 0 0 0 0,0 0 0 0 0,1 0 0 0 0,-1 0 0 0 0,0 0 0 0 0,0-1 0 0 0,1 0 0 0 0,-1 1 0 0 0,0-1 0 0 0,1-1 0 0 0,3 1 0 0 0,12-1 0 0 0,1 0 0 0 0,0-2 0 0 0,20-4 0 0 0,-17 1 0 0 0,0-1 0 0 0,-1-1 0 0 0,1-1 0 0 0,-2-1 0 0 0,1 0 0 0 0,-1-2 0 0 0,33-25 0 0 0,-50 34 0 0 0,1 0 0 0 0,-1-1 0 0 0,0 1 0 0 0,-1-1 0 0 0,1 0 0 0 0,-1 0 0 0 0,1-1 0 0 0,-1 1 0 0 0,0-1 0 0 0,-1 1 0 0 0,1-1 0 0 0,-1 0 0 0 0,0 0 0 0 0,1-6 0 0 0,-3-3 0 0 0,-5 1 0 0 0,-7 6 0 0 0,11 7 0 0 0,0 0 0 0 0,0-1 0 0 0,0 1 0 0 0,0-1 0 0 0,0 1 0 0 0,0 0 0 0 0,0 0 0 0 0,0-1 0 0 0,0 1 0 0 0,0 0 0 0 0,-1 0 0 0 0,1 0 0 0 0,0 0 0 0 0,0 1 0 0 0,0-1 0 0 0,0 0 0 0 0,0 0 0 0 0,0 1 0 0 0,0-1 0 0 0,0 0 0 0 0,0 1 0 0 0,0-1 0 0 0,0 1 0 0 0,0-1 0 0 0,0 1 0 0 0,1 0 0 0 0,-1-1 0 0 0,0 1 0 0 0,0 0 0 0 0,1-1 0 0 0,-1 1 0 0 0,-1 1 0 0 0,-2 4 0 0 0,0-4-401 0 0,1 1 1 0 0,-1-1-1 0 0,1 1 1 0 0,0 0-1 0 0,0 0 1 0 0,0 0-1 0 0,0 1 1 0 0,-4 5-1 0 0,-17 20-5232 0 0,16-22-3269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16 115 1892 0 0,'-16'6'25998'0'0,"45"-15"-25371"0"0,0-2 1 0 0,0 0-1 0 0,-1-2 0 0 0,32-20 1 0 0,-3-9-4863 0 0,-55 40 3151 0 0,-31 28-14640 0 0,14-11 10108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0 190 424 0 0,'0'0'10132'0'0,"9"11"-7094"0"0,-2-11 2500 0 0,67-39-433 0 0,-41 23-3076 0 0,44-30 0 0 0,-67 38-2622 0 0,0 1 0 0 0,0-2 0 0 0,-1 1 0 0 0,13-17 0 0 0,-12 15-1320 0 0,-4 2 58 0 0,-1-4-8763 0 0,-1-1 4462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87 304 0 0,'0'0'26491'0'0,"-4"4"-25293"0"0,-6 8-602 0 0,0 0 1 0 0,1 1 0 0 0,1 0 0 0 0,0 1 0 0 0,1 0-1 0 0,1 0 1 0 0,-7 17 0 0 0,13-29-597 0 0,-1-1 0 0 0,0 1 0 0 0,0 0 0 0 0,1-1 0 0 0,-1 1 0 0 0,1 0 0 0 0,0 0 0 0 0,-1-1 0 0 0,1 1 0 0 0,0 0 0 0 0,0 0 0 0 0,0-1 0 0 0,0 1 0 0 0,1 0 0 0 0,-1 0 0 0 0,0-1 0 0 0,1 1 0 0 0,-1 0 0 0 0,1-1 0 0 0,-1 1 0 0 0,1 0 0 0 0,0-1 0 0 0,0 1 0 0 0,0-1 0 0 0,0 1 0 0 0,0-1 0 0 0,0 1 0 0 0,0-1 0 0 0,0 0 0 0 0,1 0 0 0 0,-1 1 0 0 0,0-1 0 0 0,1 0 0 0 0,-1 0 0 0 0,1 0 0 0 0,-1 0 0 0 0,1-1 0 0 0,-1 1 0 0 0,1 0 0 0 0,0-1 0 0 0,0 1 0 0 0,-1-1 0 0 0,3 1 0 0 0,2-1 0 0 0,0 1 0 0 0,-1-1 0 0 0,1 0 0 0 0,0 0 0 0 0,0-1 0 0 0,-1 0 0 0 0,1 0 0 0 0,0 0 0 0 0,-1 0 0 0 0,6-3 0 0 0,12-6 0 0 0,-1-1 0 0 0,-1 0 0 0 0,0-2 0 0 0,25-19 0 0 0,-37 24 0 0 0,-1 1 0 0 0,0-1 0 0 0,-1 0 0 0 0,0-1 0 0 0,0 0 0 0 0,-1 0 0 0 0,0 0 0 0 0,0-1 0 0 0,-1 1 0 0 0,-1-2 0 0 0,6-15 0 0 0,-9 24 0 0 0,-1 1 0 0 0,0 0 0 0 0,1-1 0 0 0,-1 1 0 0 0,0 0 0 0 0,0-1 0 0 0,0 1 0 0 0,0 0 0 0 0,0-1 0 0 0,-1 1 0 0 0,1-1 0 0 0,0 1 0 0 0,-1 0 0 0 0,1 0 0 0 0,0-1 0 0 0,-1 1 0 0 0,0 0 0 0 0,1 0 0 0 0,-1-1 0 0 0,0 1 0 0 0,0 0 0 0 0,1 0 0 0 0,-1 0 0 0 0,0 0 0 0 0,0 0 0 0 0,0 0 0 0 0,0 0 0 0 0,-2-1 0 0 0,0 0 0 0 0,1 0-5 0 0,1-1 0 0 0,-1 1-1 0 0,0 0 1 0 0,-1 0 0 0 0,1 0 0 0 0,0 1 0 0 0,0-1-1 0 0,-1 0 1 0 0,1 1 0 0 0,-1-1 0 0 0,0 1 0 0 0,1 0 0 0 0,-1 0-1 0 0,0 0 1 0 0,0 0 0 0 0,1 1 0 0 0,-1-1 0 0 0,-3 1-1 0 0,0-1-33 0 0,-1 2-1 0 0,1-1 1 0 0,-1 1-1 0 0,1-1 1 0 0,0 2-1 0 0,-1-1 0 0 0,-10 5 1 0 0,-6 3-314 0 0,1 2 0 0 0,1 1 0 0 0,-26 17 0 0 0,46-28 318 0 0,-20 12-2266 0 0,-2 1-2758 0 0,6-1-4158 0 0,-2-1 1162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428 102 1648 0 0,'-2'-4'697'0'0,"0"1"0"0"0,0 0 0 0 0,1-1 1 0 0,0 1-1 0 0,0-1 0 0 0,0 1 0 0 0,0-1 0 0 0,0 0 0 0 0,1 1 0 0 0,-1-6 0 0 0,-7-29 5892 0 0,8 37-6357 0 0,0 0-1 0 0,-1 0 1 0 0,1 0 0 0 0,0 0 0 0 0,-1 0 0 0 0,1 0-1 0 0,-1 0 1 0 0,1 1 0 0 0,-1-1 0 0 0,0 0 0 0 0,1 0-1 0 0,-1 0 1 0 0,0 0 0 0 0,0 1 0 0 0,0-1 0 0 0,1 0-1 0 0,-1 1 1 0 0,0-1 0 0 0,0 1 0 0 0,0-1 0 0 0,0 1-1 0 0,0-1 1 0 0,0 1 0 0 0,0 0 0 0 0,0-1 0 0 0,0 1-1 0 0,0 0 1 0 0,0 0 0 0 0,0 0 0 0 0,0 0 0 0 0,0 0-1 0 0,0 0 1 0 0,-1 0 0 0 0,1 0 0 0 0,0 0 0 0 0,0 1 0 0 0,0-1-1 0 0,0 0 1 0 0,0 0 0 0 0,0 1 0 0 0,-1 0 0 0 0,-4 2 319 0 0,1 1 1 0 0,-1-1 0 0 0,1 1-1 0 0,-1 0 1 0 0,-7 9 0 0 0,-15 17 231 0 0,1 1 1 0 0,-35 54-1 0 0,34-45-50 0 0,-39 44 0 0 0,66-83-733 0 0,-6 5-3 0 0,1 1-1 0 0,0 0 1 0 0,0 1-1 0 0,1-1 1 0 0,-8 15-1 0 0,12-22-122 0 0,1 1-1 0 0,0-1 1 0 0,-1 1-1 0 0,1-1 1 0 0,0 0 0 0 0,-1 0-1 0 0,1 1 1 0 0,-1-1-1 0 0,1 0 1 0 0,0 0-1 0 0,-1 1 1 0 0,1-1-1 0 0,-1 0 1 0 0,1 0-1 0 0,0 0 1 0 0,-1 0 0 0 0,1 0-1 0 0,-1 0 1 0 0,1 0-1 0 0,-1 0 1 0 0,1 0-1 0 0,-1 0 1 0 0,1 0-1 0 0,-1 0 1 0 0,1 0-1 0 0,-1 0 1 0 0,1 0 0 0 0,0 0-1 0 0,-1 0 1 0 0,1-1-1 0 0,-1 1 1 0 0,1 0-1 0 0,0 0 1 0 0,-1 0-1 0 0,1-1 1 0 0,-1 1-1 0 0,1 0 1 0 0,0-1-1 0 0,-1 1 1 0 0,1 0 0 0 0,0-1-1 0 0,0 1 1 0 0,-1 0-1 0 0,1-1 1 0 0,-18-11-4623 0 0,-2-10-3691 0 0,2-7 642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1880 0 0,'0'0'2726'0'0,"1"5"-70"0"0,2 12 59 0 0,1-1 0 0 0,0 0 0 0 0,11 26-1 0 0,-7-25-1246 0 0,0 0 0 0 0,1 0 0 0 0,13 16 0 0 0,-11-17-1249 0 0,2-1-1 0 0,0 0 0 0 0,1-1 0 0 0,0 0 0 0 0,1-1 1 0 0,0-1-1 0 0,1 0 0 0 0,1-1 0 0 0,0-1 1 0 0,0-1-1 0 0,1 0 0 0 0,0-1 0 0 0,21 6 0 0 0,-21-9-668 0 0,1 0 0 0 0,-1-2 0 0 0,22 2 0 0 0,-33-4-236 0 0,-1-1-1 0 0,1 0 0 0 0,0-1 0 0 0,0 0 0 0 0,10-2 0 0 0,-14 2-222 0 0,0 0-1 0 0,0 0 0 0 0,0 0 0 0 0,0-1 0 0 0,-1 1 1 0 0,1-1-1 0 0,0 1 0 0 0,-1-1 0 0 0,1 0 1 0 0,-1 0-1 0 0,1 0 0 0 0,3-5 0 0 0,-1-1-4322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7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73 25 2288 0 0,'0'0'2150'0'0,"-18"-4"1831"0"0,13 5-612 0 0,2 0-3019 0 0,1 0-1 0 0,-1 0 1 0 0,0 0-1 0 0,0 1 1 0 0,1 0-1 0 0,-1-1 1 0 0,1 1-1 0 0,-1 0 1 0 0,1 0-1 0 0,0 0 1 0 0,0 0-1 0 0,0 1 1 0 0,0-1-1 0 0,0 1 1 0 0,0-1-1 0 0,1 1 1 0 0,-1-1-1 0 0,1 1 1 0 0,-2 4-1 0 0,2-2-59 0 0,0 0 0 0 0,0 1-1 0 0,0-1 1 0 0,1 0-1 0 0,0 0 1 0 0,0 1 0 0 0,0-1-1 0 0,0 0 1 0 0,1 0 0 0 0,0 1-1 0 0,2 4 1 0 0,-3-7-181 0 0,1 1 0 0 0,0-1-1 0 0,0 0 1 0 0,0 0 0 0 0,0 0 0 0 0,0 0 0 0 0,1-1-1 0 0,-1 1 1 0 0,1 0 0 0 0,0 0 0 0 0,0-1 0 0 0,0 1-1 0 0,0-1 1 0 0,0 0 0 0 0,1 0 0 0 0,-1 1 0 0 0,1-2-1 0 0,-1 1 1 0 0,1 0 0 0 0,0 0 0 0 0,4 1 0 0 0,-3-2-79 0 0,0 0 1 0 0,0 0 0 0 0,0-1-1 0 0,1 0 1 0 0,-1 1 0 0 0,0-2-1 0 0,0 1 1 0 0,1 0 0 0 0,-1-1-1 0 0,0 0 1 0 0,0 0 0 0 0,0 0-1 0 0,1 0 1 0 0,3-3 0 0 0,3-1-115 0 0,0 0 0 0 0,0-1 0 0 0,0-1 1 0 0,-1 0-1 0 0,0 0 0 0 0,0-1 0 0 0,-1-1 1 0 0,0 1-1 0 0,-1-1 0 0 0,9-11 0 0 0,21-47-325 0 0,-38 65 348 0 0,3-18 1268 0 0,-3 20-1167 0 0,0 0-1 0 0,0 0 1 0 0,-1 1-1 0 0,1-1 1 0 0,0 0-1 0 0,0 0 1 0 0,0 0-1 0 0,0 0 1 0 0,-1 1-1 0 0,1-1 1 0 0,0 0-1 0 0,0 0 1 0 0,0 0-1 0 0,-1 0 1 0 0,1 0-1 0 0,0 0 1 0 0,0 0-1 0 0,0 0 0 0 0,-1 0 1 0 0,1 0-1 0 0,0 1 1 0 0,0-1-1 0 0,0 0 1 0 0,-1 0-1 0 0,1 0 1 0 0,0 0-1 0 0,0 0 1 0 0,-1-1-1 0 0,1 1 1 0 0,0 0-1 0 0,0 0 1 0 0,0 0-1 0 0,-1 0 1 0 0,1 0-1 0 0,0 0 1 0 0,0 0-1 0 0,0 0 0 0 0,-1 0 1 0 0,1-1-1 0 0,0 1 1 0 0,0 0-1 0 0,0 0 1 0 0,0 0-1 0 0,-1 0 1 0 0,1 0-1 0 0,0-1 1 0 0,0 1-1 0 0,0 0 1 0 0,0 0-1 0 0,0 0 1 0 0,0-1-1 0 0,-1 1 1 0 0,1 0-1 0 0,0 0 1 0 0,0 0-1 0 0,0-1 1 0 0,0 1-1 0 0,0 0 0 0 0,0 0 1 0 0,0-1-1 0 0,0 1 1 0 0,0 0-1 0 0,0 0 1 0 0,0-1-1 0 0,0 1 1 0 0,0 0-1 0 0,0 0 1 0 0,1-1-1 0 0,-5 5 83 0 0,0-1 0 0 0,0 1 0 0 0,1-1 0 0 0,0 1 0 0 0,0 0-1 0 0,0 0 1 0 0,0 0 0 0 0,0 1 0 0 0,1-1 0 0 0,0 1 0 0 0,0-1 0 0 0,0 1 0 0 0,0 0-1 0 0,1 0 1 0 0,0 0 0 0 0,0 0 0 0 0,0 0 0 0 0,1 0 0 0 0,0 7 0 0 0,0-2-40 0 0,0-1 1 0 0,1 0 0 0 0,1 0-1 0 0,0 0 1 0 0,0 0 0 0 0,0-1 0 0 0,1 1-1 0 0,1 0 1 0 0,-1-1 0 0 0,1 0-1 0 0,1 0 1 0 0,-1 0 0 0 0,2 0-1 0 0,-1-1 1 0 0,10 11 0 0 0,7 3-163 0 0,1 0 1 0 0,1-2-1 0 0,36 22 0 0 0,-36-25-167 0 0,0 2 0 0 0,0 0-1 0 0,32 33 1 0 0,-53-48 237 0 0,-1 0 0 0 0,0 0-1 0 0,1 0 1 0 0,-1 0 0 0 0,0 0 0 0 0,-1 0 0 0 0,1 0-1 0 0,0 1 1 0 0,-1-1 0 0 0,0 1 0 0 0,0-1-1 0 0,0 1 1 0 0,0-1 0 0 0,-1 1 0 0 0,1 0 0 0 0,-1-1-1 0 0,0 1 1 0 0,0 0 0 0 0,0 0 0 0 0,-1 6-1 0 0,-1-4 16 0 0,0-1-1 0 0,-1 1 0 0 0,1-1 1 0 0,-1 0-1 0 0,0 1 1 0 0,0-1-1 0 0,-1 0 0 0 0,1-1 1 0 0,-1 1-1 0 0,0-1 0 0 0,-9 8 1 0 0,0-1-3 0 0,-1-1-1 0 0,0-1 1 0 0,0 0 0 0 0,-1-1 0 0 0,0-1 0 0 0,0 0-1 0 0,-1-1 1 0 0,-25 7 0 0 0,28-10-238 0 0,0-1 1 0 0,-1-1-1 0 0,1 0 0 0 0,-1-1 0 0 0,1 0 1 0 0,0-1-1 0 0,-1-1 0 0 0,1 0 0 0 0,-21-6 1 0 0,24 4-463 0 0,0 1 1 0 0,0-2-1 0 0,0 1 1 0 0,1-1 0 0 0,-1-1-1 0 0,1 0 1 0 0,-13-11-1 0 0,2 1-2018 0 0,-7-6-5451 0 0,13 9 1905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5 632,'-2'-5'28347,"-7"23"-28091,7-13 1050,29 8-312,39-8 238,17 11-1232,-17-9 0,1-3 0,107-7 0,-48 1 0,-110 2 0,-2 2 0,2-2 0,-7 1 0,7 0 0,-2-1 0,-2 2 0,0 0 0,0 0 0,1 0 0,-1 0-120,-10-2-745,4-35-17523,0 21 10855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79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184 80 1448,'0'0'2860,"-35"-6"5232,23 7-6535,1 1 0,-1 0 0,-17 7 0,5-3-88,22-6-1100,-40 24 2159,40-22-1597,-8 3 638,6-3 263,10-3 3574,119-24-5388,212-16 1,-269 35-21,-16 1 2,17-2 0,-1 4 0,95 6 0,-150-3 0,-3 2-294,-30-17-3049,0-2-2786,9 11-2574,3 0 662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4 548,'0'0'24182,"6"-1"-23227,16-1-125,0 1-1,0 2 1,0 0-1,0 2 1,0 0-1,38 11 1,17 2 445,13-3-1275,0-5 0,0-3 0,101-8 0,-189 2-1484,-14-2-2092,-17-2-4609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187 20 1500,'-4'-3'1262,"0"1"-1,0 0 1,-1-1-1,1 2 1,-1-1 0,1 0-1,-1 1 1,1 0-1,-1 0 1,-5-1-1,8 2-13,-34 6 3207,30-3-3953,1 0-1,0 1 1,0 0-1,0 0 1,1 1-1,-1-1 1,1 1 0,0 0-1,0 0 1,1 0-1,0 0 1,0 1 0,-5 11-1,2-2 80,0 1 1,1 0-1,0 0 0,-2 18 0,6-31-535,1-1-1,0 1 0,-1-1 1,1 1-1,0-1 1,0 1-1,0-1 0,1 1 1,-1-1-1,0 1 0,1-1 1,0 1-1,-1-1 1,1 0-1,0 1 0,1-1 1,-1 0-1,0 0 1,0 1-1,1-1 0,0 0 1,1 2-1,0-2-62,0 0-1,1 0 1,-1-1-1,0 1 1,1-1 0,-1 0-1,0 0 1,1 0-1,-1 0 1,1 0 0,0-1-1,-1 0 1,7 0-1,5 0-279,-1-2-1,0 0 0,1-1 1,-1 0-1,0-1 0,20-9 1,-26 10 74,0-1-1,0 0 1,-1 0 0,1-1 0,-1 0-1,0 0 1,7-8 0,-11 10 314,0-1-1,-1 1 1,1 0 0,-1-1-1,0 1 1,0-1 0,0 0 0,-1 0-1,1 0 1,-1 0 0,0 0-1,0 0 1,-1 0 0,1 0-1,-1-8 1,0 10-23,0 0 1,0 1-1,0-1 0,0 0 1,-1 0-1,1 1 0,-1-1 1,0 0-1,1 1 0,-1-1 1,0 1-1,0-1 0,0 1 1,0-1-1,0 1 0,0-1 1,0 1-1,0 0 0,-1 0 0,1 0 1,-1 0-1,1 0 0,0 0 1,-1 0-1,-3-1 0,-39-9 1522,41 10-1579,3 1-11,-3-1 0,1 1 0,-1-1 0,0 0 0,1 1 0,-1-1 0,0 1 0,0 0 0,1 0 0,-1 0 0,0 0 0,0 1 0,0-1 0,1 1 0,-1 0 0,0-1 0,1 1 0,-1 1 0,1-1 0,-1 0 0,1 0 0,0 1 0,-1-1 0,1 1 0,0 0 0,-2 2 0,-5 7 0,9 2-189,2-11-179,0 0 0,0 1 0,0-1 0,0-1 0,1 1 0,-1 0 0,0 0 0,1-1 0,-1 1 0,1-1 0,0 0 0,-1 0 0,1 0 0,0 0 0,0 0 0,4 0 0,11 1-4897,-1-1-3430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3:38.8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36 0 2400,'0'0'9698,"-5"3"-7598,3-1-1715,-1 0 0,1-1 0,0 1 1,0 0-1,0 0 0,0 0 0,0 1 0,1-1 0,-1 0 1,1 1-1,-1-1 0,1 1 0,0-1 0,0 1 0,0 0 1,0-1-1,0 1 0,1 0 0,-1 0 0,1 0 0,0-1 1,0 1-1,0 0 0,0 0 0,0 0 0,1 0 0,-1-1 1,2 5-1,0 0 600,-2-5-878,1 0 0,-1 0 0,1 0 0,-1 0 0,1 0 0,0-1 0,0 1 0,-1 0 0,1 0 0,1-1-1,-1 1 1,0-1 0,0 1 0,0-1 0,1 1 0,1 0 0,-2-1-609,26-34-6505,-18 7-3227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211 72 64 0 0,'23'-5'4736'0'0,"-21"5"-2597"0"0,23-16 18658 0 0,-51 13-20476 0 0,20 2-9 0 0,-49 35 2168 0 0,29-18-2150 0 0,20-13-217 0 0,0 0 1 0 0,0 1-1 0 0,0 0 1 0 0,0 0-1 0 0,1 0 0 0 0,0 1 1 0 0,0 0-1 0 0,0 0 1 0 0,0 0-1 0 0,1 0 1 0 0,0 1-1 0 0,0 0 1 0 0,-4 9-1 0 0,-4 6-113 0 0,9-9 0 0 0,7 2 0 0 0,3-7 0 0 0,5-4 0 0 0,-11-3 0 0 0,1 1 0 0 0,-1-1 0 0 0,0 0 0 0 0,1 0 0 0 0,-1 1 0 0 0,1-1 0 0 0,-1 0 0 0 0,0 0 0 0 0,1-1 0 0 0,-1 1 0 0 0,1 0 0 0 0,-1 0 0 0 0,0-1 0 0 0,1 1 0 0 0,-1-1 0 0 0,0 1 0 0 0,1-1 0 0 0,-1 0 0 0 0,0 1 0 0 0,0-1 0 0 0,1 0 0 0 0,-1 0 0 0 0,1-1 0 0 0,1-1 0 0 0,9-3-76 0 0,-1 0 1 0 0,0 0-1 0 0,14-12 1 0 0,-22 15 51 0 0,0 1-1 0 0,1-1 1 0 0,-1-1-1 0 0,0 1 1 0 0,0 0-1 0 0,-1-1 1 0 0,1 1-1 0 0,-1-1 1 0 0,1 0-1 0 0,-1 0 1 0 0,-1 0-1 0 0,3-6 1 0 0,4-8-4 0 0,-7 16 38 0 0,0 0-1 0 0,0-1 0 0 0,0 1 1 0 0,0 0-1 0 0,0 0 1 0 0,0-1-1 0 0,-1 1 1 0 0,1 0-1 0 0,-1-1 0 0 0,0 1 1 0 0,1-4-1 0 0,-1-3 43 0 0,0 7-28 0 0,0-1 0 0 0,0 0 0 0 0,0 1 0 0 0,0-1 0 0 0,0 0 1 0 0,0 1-1 0 0,-1-1 0 0 0,0 0 0 0 0,1 1 0 0 0,-1-1 0 0 0,0 1 1 0 0,0-1-1 0 0,0 1 0 0 0,-1 0 0 0 0,1-1 0 0 0,-1 1 0 0 0,1 0 1 0 0,-1 0-1 0 0,-3-3 0 0 0,-7-5-24 0 0,-6 6 0 0 0,0 1 0 0 0,15 2 0 0 0,0 1 0 0 0,-1-1 0 0 0,1 1 0 0 0,0 0 0 0 0,-1 0 0 0 0,1 0 0 0 0,0 0 0 0 0,-1 1 0 0 0,1-1 0 0 0,0 1 0 0 0,-1 0 0 0 0,1 0 0 0 0,0 0 0 0 0,0 0 0 0 0,-4 3 0 0 0,1-1 0 0 0,-2 2 0 0 0,2-3 0 0 0,1 0 0 0 0,0 1 0 0 0,0-1 0 0 0,0 1 0 0 0,0 1 0 0 0,1-1 0 0 0,-1 1 0 0 0,1 0 0 0 0,0 0 0 0 0,0 0 0 0 0,0 0 0 0 0,1 1 0 0 0,-1-1 0 0 0,1 1 0 0 0,-4 8 0 0 0,0 11 0 0 0,4-10 0 0 0,6 2 0 0 0,-3-14 0 0 0,1 0 0 0 0,-1 0 0 0 0,0 0 0 0 0,0 0 0 0 0,1 0 0 0 0,-1 0 0 0 0,1 0 0 0 0,0 0 0 0 0,-1 0 0 0 0,1 0 0 0 0,0 0 0 0 0,0 0 0 0 0,0-1 0 0 0,1 1 0 0 0,-1 0 0 0 0,0-1 0 0 0,0 1 0 0 0,1-1 0 0 0,-1 1 0 0 0,1-1 0 0 0,0 0 0 0 0,-1 0 0 0 0,1 1 0 0 0,0-1 0 0 0,0 0 0 0 0,3 1 0 0 0,7 0 0 0 0,-6-2 0 0 0,0 1 0 0 0,0-2 0 0 0,0 1 0 0 0,0-1 0 0 0,0 1 0 0 0,0-2 0 0 0,0 1 0 0 0,-1-1 0 0 0,1 0 0 0 0,0 0 0 0 0,-1 0 0 0 0,1-1 0 0 0,-1 0 0 0 0,0 0 0 0 0,0 0 0 0 0,0 0 0 0 0,-1-1 0 0 0,1 0 0 0 0,4-5 0 0 0,7-5 0 0 0,-15 13 0 0 0,1 0 0 0 0,-1 0 0 0 0,0 0 0 0 0,0-1 0 0 0,0 1 0 0 0,1 0 0 0 0,-1-1 0 0 0,-1 1 0 0 0,1 0 0 0 0,0-1 0 0 0,0 1 0 0 0,0-1 0 0 0,0-2 0 0 0,9-18 0 0 0,-5 7 0 0 0,-5 0 0 0 0,0 1 0 0 0,-6 2 0 0 0,-5 4 0 0 0,-3 5 0 0 0,11 2 0 0 0,1 1 0 0 0,-1-1 0 0 0,1 1 0 0 0,-1 0 0 0 0,1 0 0 0 0,-1 0 0 0 0,0 0 0 0 0,1 0 0 0 0,-1 1 0 0 0,1-1 0 0 0,-1 1 0 0 0,1-1 0 0 0,-1 1 0 0 0,1 0 0 0 0,-1 0 0 0 0,-2 2 0 0 0,-3 2 0 0 0,-1-1 0 0 0,1 0 0 0 0,-1 0 0 0 0,1 1 0 0 0,0 1 0 0 0,1 0 0 0 0,-1 0 0 0 0,1 0 0 0 0,0 1 0 0 0,1-1 0 0 0,0 2 0 0 0,0-1 0 0 0,0 1 0 0 0,1 0 0 0 0,0 0 0 0 0,0 0 0 0 0,-4 12 0 0 0,3-10 0 0 0,0 3 0 0 0,6 1 0 0 0,10 7 0 0 0,-3-19 0 0 0,-6-1 0 0 0,8 3 0 0 0,3-3 0 0 0,-5-1 0 0 0,1-1 0 0 0,0 0 0 0 0,-1-1 0 0 0,0 0 0 0 0,1 0 0 0 0,-1 0 0 0 0,0-1 0 0 0,0 0 0 0 0,0 0 0 0 0,-1-1 0 0 0,12-7 0 0 0,8-4 0 0 0,-22 12 0 0 0,0 1 0 0 0,0-1 0 0 0,0 1 0 0 0,-1-1 0 0 0,1 0 0 0 0,-1-1 0 0 0,0 1 0 0 0,0-1 0 0 0,0 1 0 0 0,3-6 0 0 0,-7-2 0 0 0,-8-4 0 0 0,-1 11 0 0 0,-6 7 0 0 0,1 1 0 0 0,0 0 0 0 0,-27 13 0 0 0,36-14 0 0 0,0 1 0 0 0,1 0 0 0 0,-1 1 0 0 0,1-1 0 0 0,0 1 0 0 0,0 0 0 0 0,1 0 0 0 0,-1 1 0 0 0,1 0 0 0 0,1-1 0 0 0,-7 12 0 0 0,6-3 0 0 0,3 0 0 0 0,2 1 0 0 0,-1-14 0 0 0,1 0 0 0 0,-1 1 0 0 0,1-1 0 0 0,-1 0 0 0 0,1 1 0 0 0,-1-1 0 0 0,1 0 0 0 0,0 0 0 0 0,0 0 0 0 0,0 0 0 0 0,0 0 0 0 0,0 0 0 0 0,0 0 0 0 0,0 0 0 0 0,0 0 0 0 0,0 0 0 0 0,0 0 0 0 0,1-1 0 0 0,-1 1 0 0 0,0 0 0 0 0,0-1 0 0 0,1 1 0 0 0,-1-1 0 0 0,1 0 0 0 0,-1 1 0 0 0,0-1 0 0 0,1 0 0 0 0,1 0 0 0 0,27 0 0 0 0,-19-2 0 0 0,-1 0 0 0 0,1-1 0 0 0,-1 0 0 0 0,1-1 0 0 0,-1 0 0 0 0,-1-1 0 0 0,1 0 0 0 0,0 0 0 0 0,-1-1 0 0 0,0 0 0 0 0,-1-1 0 0 0,1 0 0 0 0,-1 0 0 0 0,12-14 0 0 0,-16 11 0 0 0,-4-6 0 0 0,-4 2 0 0 0,-3 2 0 0 0,-1-1 0 0 0,-4 5 0 0 0,9 7 0 0 0,-1-1 0 0 0,0 1 0 0 0,0 0 0 0 0,0 1 0 0 0,0-1 0 0 0,0 1 0 0 0,0-1 0 0 0,0 1 0 0 0,0 0 0 0 0,0 1 0 0 0,0-1 0 0 0,0 1 0 0 0,0-1 0 0 0,0 1 0 0 0,0 1 0 0 0,0-1 0 0 0,0 0 0 0 0,1 1 0 0 0,-7 3 0 0 0,-3 1 0 0 0,8-5 0 0 0,1 0 0 0 0,0 1 0 0 0,0-1 0 0 0,0 1 0 0 0,0 0 0 0 0,0 1 0 0 0,0-1 0 0 0,1 0 0 0 0,-1 1 0 0 0,1 0 0 0 0,0 0 0 0 0,-1 0 0 0 0,1 0 0 0 0,1 1 0 0 0,-1-1 0 0 0,0 1 0 0 0,1-1 0 0 0,0 1 0 0 0,0 0 0 0 0,0 0 0 0 0,0 0 0 0 0,-2 8 0 0 0,3 1 0 0 0,3 1 0 0 0,8-5 0 0 0,-5-7 0 0 0,0-1 0 0 0,-1 0 0 0 0,1 0 0 0 0,0 0 0 0 0,0 0 0 0 0,0-1 0 0 0,0 0 0 0 0,0 0 0 0 0,0 0 0 0 0,0 0 0 0 0,0-1 0 0 0,9-2 0 0 0,49-20 0 0 0,-55 20 0 0 0,0 0 0 0 0,-1-1 0 0 0,0 0 0 0 0,1-1 0 0 0,-2 0 0 0 0,1 0 0 0 0,0 0 0 0 0,10-13 0 0 0,-4-14 0 0 0,-8 22 0 0 0,-6-1 0 0 0,-10 2 0 0 0,-5 11 0 0 0,12-1 0 0 0,0 0 0 0 0,1 1 0 0 0,-1 0 0 0 0,0-1 0 0 0,1 1 0 0 0,-1 1 0 0 0,1-1 0 0 0,-1 0 0 0 0,1 1 0 0 0,0-1 0 0 0,0 1 0 0 0,0 0 0 0 0,1 0 0 0 0,-1 1 0 0 0,1-1 0 0 0,-1 0 0 0 0,1 1 0 0 0,0-1 0 0 0,1 1 0 0 0,-4 6 0 0 0,-6 12 0 0 0,7-9 0 0 0,3 1 0 0 0,2-3 0 0 0,4-1 0 0 0,7-7 0 0 0,-6-3 0 0 0,-1 0 0 0 0,1 0 0 0 0,0-1 0 0 0,-1 1 0 0 0,1-1 0 0 0,-1-1 0 0 0,1 1 0 0 0,-1-1 0 0 0,1 0 0 0 0,-1 0 0 0 0,0 0 0 0 0,0-1 0 0 0,0 0 0 0 0,0 0 0 0 0,5-5 0 0 0,2 0 0 0 0,-4 0 0 0 0,-2-2 0 0 0,-1-1 0 0 0,-6-2 0 0 0,1 11 0 0 0,-10-14 0 0 0,5 13 0 0 0,1 1 0 0 0,-1-1 0 0 0,1 1 0 0 0,-1-1 0 0 0,0 1 0 0 0,0 1 0 0 0,0-1 0 0 0,-5 0 0 0 0,-4 0 0 0 0,-4 2 0 0 0,-1 1 0 0 0,6 1 0 0 0,1 0 0 0 0,2 3 0 0 0,9 6 0 0 0,6 5 0 0 0,2-7 0 0 0,4-4 0 0 0,0-3 0 0 0,-2 1 0 0 0,3-2 0 0 0,3-9-3459 0 0,-11-2-8319 0 0,-4 0 1413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129 124 736 0 0,'0'0'4036'0'0,"3"-5"-2744"0"0,12-24 2236 0 0,-7 14 4423 0 0,-2 3 7060 0 0,-13 15-14817 0 0,-2 2-192 0 0,0 0-1 0 0,0 0 1 0 0,0 1 0 0 0,1 1-1 0 0,-1-1 1 0 0,2 2-1 0 0,-1-1 1 0 0,1 1-1 0 0,0 0 1 0 0,1 0-1 0 0,-6 10 1 0 0,-5 18-2 0 0,10-23 0 0 0,1 1 0 0 0,0-1 0 0 0,1 1 0 0 0,-6 26 0 0 0,10-36 0 0 0,1-1 0 0 0,0 1 0 0 0,-1-1 0 0 0,1 1 0 0 0,1-1 0 0 0,-1 1 0 0 0,0-1 0 0 0,1 1 0 0 0,0-1 0 0 0,-1 0 0 0 0,1 1 0 0 0,1-1 0 0 0,-1 0 0 0 0,0 1 0 0 0,1-1 0 0 0,0 0 0 0 0,0 0 0 0 0,0 0 0 0 0,0 0 0 0 0,0-1 0 0 0,0 1 0 0 0,1-1 0 0 0,-1 1 0 0 0,1-1 0 0 0,4 3 0 0 0,-3-3 0 0 0,0 0 0 0 0,0 0 0 0 0,1 0 0 0 0,-1-1 0 0 0,1 0 0 0 0,-1 0 0 0 0,1 0 0 0 0,-1 0 0 0 0,1-1 0 0 0,0 0 0 0 0,-1 0 0 0 0,1 0 0 0 0,0 0 0 0 0,-1-1 0 0 0,1 0 0 0 0,-1 0 0 0 0,1 0 0 0 0,7-3 0 0 0,10-4 0 0 0,0-2 0 0 0,28-15 0 0 0,-34 17 0 0 0,-7 3 0 0 0,1 0 0 0 0,-1 0 0 0 0,0-1 0 0 0,0-1 0 0 0,0 1 0 0 0,-1-1 0 0 0,0-1 0 0 0,-1 1 0 0 0,1-1 0 0 0,-1-1 0 0 0,-1 0 0 0 0,0 1 0 0 0,0-2 0 0 0,-1 1 0 0 0,0-1 0 0 0,0 0 0 0 0,6-20 0 0 0,-5 19 0 0 0,-5 9 0 0 0,-1 1 0 0 0,1-1 0 0 0,0 1 0 0 0,0-1 0 0 0,0 1 0 0 0,-1-1 0 0 0,1 0 0 0 0,-1 1 0 0 0,1-1 0 0 0,-1 0 0 0 0,0 1 0 0 0,0-1 0 0 0,0 0 0 0 0,0 1 0 0 0,0-1 0 0 0,0 0 0 0 0,0 0 0 0 0,0 1 0 0 0,-1-1 0 0 0,1 0 0 0 0,0 1 0 0 0,-1-1 0 0 0,0 0 0 0 0,1 1 0 0 0,-1-1 0 0 0,0 1 0 0 0,-1-2 0 0 0,0-2 0 0 0,1 1 0 0 0,-1 0 0 0 0,0 0 0 0 0,0 1 0 0 0,0-1 0 0 0,-1 0 0 0 0,1 1 0 0 0,-1-1 0 0 0,0 1 0 0 0,0 0 0 0 0,0 0 0 0 0,-1 0 0 0 0,1 0 0 0 0,0 1 0 0 0,-1-1 0 0 0,0 1 0 0 0,0 0 0 0 0,0 0 0 0 0,0 0 0 0 0,0 1 0 0 0,-6-2 0 0 0,-6-2 52 0 0,10 7-85 0 0,-35-12-211 0 0,39 9-986 0 0,6-1-689 0 0,13-6-321 0 0,16-5-12665 0 0,-23 10 8021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0 660 0 0,'19'8'17390'0'0,"-16"0"-16409"0"0,0 0 0 0 0,0 0 0 0 0,0 1 0 0 0,-1-1 0 0 0,0 1 1 0 0,-1-1-1 0 0,0 1 0 0 0,0-1 0 0 0,-1 1 0 0 0,0 0 0 0 0,0 0 1 0 0,-1-1-1 0 0,0 1 0 0 0,-4 12 0 0 0,4 33-981 0 0,2-42 0 0 0,5-3 0 0 0,-2-5-295 0 0,-1-9-4354 0 0,-2 1 3594 0 0,6-17-2822 0 0,-5 5-4974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0 269 480 0 0,'14'-30'5005'0'0,"-11"22"-3980"0"0,0 0-1 0 0,1 1 0 0 0,0-1 1 0 0,0 1-1 0 0,1 0 1 0 0,0 0-1 0 0,0 0 1 0 0,12-11-1 0 0,2 0 274 0 0,1 2 1 0 0,0 0-1 0 0,1 0 0 0 0,1 2 0 0 0,46-22 0 0 0,-34 21 116 0 0,-20 8-124 0 0,0 1 0 0 0,0 1 0 0 0,27-7 1 0 0,-40 12-1238 0 0,0 0 1 0 0,1 0 0 0 0,-1 0 0 0 0,0 0 0 0 0,0 0-1 0 0,0 1 1 0 0,0-1 0 0 0,0 1 0 0 0,0-1-1 0 0,0 0 1 0 0,0 1 0 0 0,0 0 0 0 0,0-1 0 0 0,0 1-1 0 0,0 0 1 0 0,0-1 0 0 0,-1 1 0 0 0,1 0 0 0 0,0 0-1 0 0,0 0 1 0 0,-1 0 0 0 0,1-1 0 0 0,0 1-1 0 0,-1 0 1 0 0,1 0 0 0 0,-1 0 0 0 0,0 1 0 0 0,1-1-1 0 0,-1 0 1 0 0,0 0 0 0 0,1 0 0 0 0,-1 1 0 0 0,7 41 1753 0 0,-6-37-1691 0 0,-1 88-116 0 0,2-56 0 0 0,-3 60 0 0 0,-1-66 0 0 0,1 0 0 0 0,2-1 0 0 0,5 37 0 0 0,1-36 0 0 0,-6-18 0 0 0,0-2 0 0 0,2-6-4 0 0,-2-5-312 0 0,-3-7-3220 0 0,-13-28-111 0 0,9 26-1106 0 0,-2-2-3741 0 0,-2-3 1737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1 191 2244 0 0,'0'-1'901'0'0,"0"-1"-1"0"0,1 0 1 0 0,-1 0 0 0 0,0 1-1 0 0,1-1 1 0 0,0 0-1 0 0,-1 1 1 0 0,1-1 0 0 0,0 1-1 0 0,0-1 1 0 0,0 1-1 0 0,0-1 1 0 0,0 1 0 0 0,2-3-1 0 0,28-20 4225 0 0,37-11-2034 0 0,-66 34-2687 0 0,106-58 1566 0 0,-58 29-8026 0 0,-28 15-9739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242 27 56 0 0,'-7'-5'2686'0'0,"-1"1"-1"0"0,0 0 1 0 0,0 1 0 0 0,0-1-1 0 0,-12-2 1 0 0,-10 6 3748 0 0,-4 11-3536 0 0,22-5-2090 0 0,0 0-1 0 0,0 1 0 0 0,1 0 0 0 0,-1 0 0 0 0,2 2 0 0 0,-1-1 1 0 0,1 1-1 0 0,-17 21 0 0 0,25-20-807 0 0,2-6 0 0 0,0-1 0 0 0,1 0 0 0 0,-1 1 0 0 0,0-1 0 0 0,1 1 0 0 0,0-1 0 0 0,0 0 0 0 0,0 1 0 0 0,0-1 0 0 0,1 0 0 0 0,-1 0 0 0 0,1 0 0 0 0,0 0 0 0 0,0 0 0 0 0,0 0 0 0 0,0-1 0 0 0,0 1 0 0 0,0-1 0 0 0,1 1 0 0 0,0-1 0 0 0,-1 0 0 0 0,1 0 0 0 0,5 3 0 0 0,2 0 0 0 0,0-1 0 0 0,0 0 0 0 0,0-1 0 0 0,0 0 0 0 0,17 2 0 0 0,-9-1 0 0 0,30 6 0 0 0,-16-3 0 0 0,0 0 0 0 0,47 19 0 0 0,-77-25 0 0 0,-1-1 0 0 0,0 1 0 0 0,0 0 0 0 0,0 0 0 0 0,0 0 0 0 0,0 0 0 0 0,0 1 0 0 0,0-1 0 0 0,0 0 0 0 0,0 0 0 0 0,0 0 0 0 0,0 1 0 0 0,-1-1 0 0 0,1 1 0 0 0,-1-1 0 0 0,1 0 0 0 0,-1 1 0 0 0,1-1 0 0 0,-1 1 0 0 0,0-1 0 0 0,0 1 0 0 0,0-1 0 0 0,1 1 0 0 0,-2-1 0 0 0,1 1 0 0 0,0-1 0 0 0,-1 3 0 0 0,-9 32 0 0 0,4-28 0 0 0,0-1 0 0 0,-1 0 0 0 0,0-1 0 0 0,0 1 0 0 0,0-1 0 0 0,-1-1 0 0 0,0 0 0 0 0,0 0 0 0 0,0 0 0 0 0,-1-1 0 0 0,-14 5 0 0 0,-15 0-3264 0 0,32-9 1994 0 0,-1 1 0 0 0,1-2 0 0 0,0 1 0 0 0,0-1 0 0 0,-1 1 0 0 0,1-2-1 0 0,0 1 1 0 0,0-1 0 0 0,0 0 0 0 0,0 0 0 0 0,0-1 0 0 0,-8-4 0 0 0,-4-4-6033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0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1 172 652 0 0,'21'-20'11456'0'0,"48"-13"-3588"0"0,6 4-5470 0 0,32-13-3315 0 0,-70 23-789 0 0,1 0-1934 0 0,-15 10-4185 0 0,-20 9 3167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180 12 168 0 0,'0'0'16037'0'0,"-1"-2"-13653"0"0,-13-8 10957 0 0,-18 41-13026 0 0,20-21-250 0 0,2 0 0 0 0,-1 1 1 0 0,2 0-1 0 0,-1 0 0 0 0,1 1 0 0 0,1 1 1 0 0,-8 15-1 0 0,4-1-65 0 0,2 1 0 0 0,2 0 0 0 0,-9 44 0 0 0,16-67 0 0 0,1-1 0 0 0,0 1 0 0 0,0-1 0 0 0,1 1 0 0 0,-1-1 0 0 0,1 1 0 0 0,0-1 0 0 0,0 1 0 0 0,0-1 0 0 0,1 0 0 0 0,0 0 0 0 0,-1 1 0 0 0,1-1 0 0 0,1-1 0 0 0,-1 1 0 0 0,1 0 0 0 0,-1 0 0 0 0,1-1 0 0 0,0 1 0 0 0,1-1 0 0 0,4 4 0 0 0,-2-2 0 0 0,-1 0 0 0 0,1-1 0 0 0,0 0 0 0 0,0 0 0 0 0,0 0 0 0 0,0-1 0 0 0,1 0 0 0 0,-1 0 0 0 0,1-1 0 0 0,0 0 0 0 0,0 0 0 0 0,0-1 0 0 0,9 2 0 0 0,-2-4 0 0 0,-1 1 0 0 0,1-2 0 0 0,-1 0 0 0 0,0-1 0 0 0,1 0 0 0 0,-1-1 0 0 0,-1 0 0 0 0,1-1 0 0 0,-1 0 0 0 0,1-1 0 0 0,12-9 0 0 0,-20 12 0 0 0,0 0 0 0 0,-1 0 0 0 0,1 0 0 0 0,-1 0 0 0 0,0-1 0 0 0,0 0 0 0 0,-1 0 0 0 0,1 0 0 0 0,-1 0 0 0 0,0 0 0 0 0,0-1 0 0 0,0 1 0 0 0,0-1 0 0 0,-1 0 0 0 0,0 0 0 0 0,0 0 0 0 0,0 0 0 0 0,-1 0 0 0 0,1 0 0 0 0,-1-1 0 0 0,-1 1 0 0 0,1 0 0 0 0,-1-1 0 0 0,0 1 0 0 0,0 0 0 0 0,0-1 0 0 0,-1 1 0 0 0,0 0 0 0 0,0-1 0 0 0,0 1 0 0 0,-3-6 0 0 0,-4-6 0 0 0,-1 1 0 0 0,-1 0 0 0 0,0 0 0 0 0,-1 1 0 0 0,-1 1 0 0 0,0 0 0 0 0,-1 0 0 0 0,-1 2 0 0 0,-22-18 0 0 0,3 9 0 0 0,21 17 0 0 0,0 1 0 0 0,0 5 0 0 0,2 5 0 0 0,10 5 0 0 0,1-9-697 0 0,0 0 0 0 0,1 0-1 0 0,0 0 1 0 0,-1-1 0 0 0,1 1 0 0 0,0 0 0 0 0,0-1-1 0 0,1 0 1 0 0,-1 1 0 0 0,1-1 0 0 0,-1 0 0 0 0,1 0-1 0 0,3 2 1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2212 0 0,'0'0'25349'0'0,"0"5"-23767"0"0,0 67 2042 0 0,1-61-3624 0 0,4 3-3194 0 0,5-2-7791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0 852 0 0,'0'0'3180'0'0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77 76 0 0,'0'0'19604'0'0,"8"-18"-8907"0"0,0 17-10017 0 0,51-17 1030 0 0,-36 10-1710 0 0,-9 2 0 0 0,2 0 0 0 0,-1 1 0 0 0,1 1 0 0 0,-1 1 0 0 0,1 0 0 0 0,29-1 0 0 0,-40 3 0 0 0,0 1 0 0 0,0 0 0 0 0,0 1 0 0 0,0-1 0 0 0,0 1 0 0 0,0 0 0 0 0,0 0 0 0 0,-1 0 0 0 0,1 1 0 0 0,0-1 0 0 0,-1 1 0 0 0,1 1 0 0 0,-1-1 0 0 0,1 0 0 0 0,-1 1 0 0 0,0 0 0 0 0,0 0 0 0 0,0 0 0 0 0,-1 1 0 0 0,1-1 0 0 0,-1 1 0 0 0,0 0 0 0 0,0 0 0 0 0,0 0 0 0 0,0 0 0 0 0,-1 1 0 0 0,0-1 0 0 0,1 1 0 0 0,-2-1 0 0 0,1 1 0 0 0,0 0 0 0 0,-1 0 0 0 0,0 0 0 0 0,0-1 0 0 0,0 11 0 0 0,0 3 0 0 0,-1 0 0 0 0,-1-1 0 0 0,-1 1 0 0 0,0-1 0 0 0,-1 1 0 0 0,-1-1 0 0 0,-11 33 0 0 0,10-38 0 0 0,-18 47 0 0 0,-19 81 0 0 0,30-90 0 0 0,10-44 0 0 0,21-28 0 0 0,-18 14 0 0 0,0-12 0 0 0,4-1-3300 0 0,-5 17 1917 0 0,1 1-1 0 0,-1-1 1 0 0,0 1 0 0 0,0-1 0 0 0,0 0-1 0 0,0 1 1 0 0,0-1 0 0 0,-1 1 0 0 0,0-1-1 0 0,1 1 1 0 0,-4-7 0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2128 0 0,'4'-10'24092'0'0,"13"14"-23331"0"0,1 0 1 0 0,0-2-1 0 0,0 0 0 0 0,0-1 1 0 0,0-1-1 0 0,0-1 1 0 0,27-4-1 0 0,-24 1-916 0 0,0 0 0 0 0,1-2 0 0 0,24-9 0 0 0,14-9-10416 0 0,-57 24 6583 0 0,9-7-8484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186 65 280 0 0,'-2'-4'1786'0'0,"1"-1"-1738"0"0,0 2 813 0 0,0-1 0 0 0,0 1 0 0 0,0-1 0 0 0,0 1 0 0 0,-1-1 0 0 0,1 1 0 0 0,-1 0 0 0 0,0 0 0 0 0,0 0 0 0 0,0 0-1 0 0,0 0 1 0 0,-1 0 0 0 0,-3-3 0 0 0,3 5-502 0 0,1 0 0 0 0,-1 0 0 0 0,0 0 0 0 0,1 0 1 0 0,-1 0-1 0 0,0 0 0 0 0,0 1 0 0 0,1 0 0 0 0,-1-1 0 0 0,0 1 0 0 0,0 0 0 0 0,0 0 0 0 0,0 1 0 0 0,1-1 0 0 0,-1 1 0 0 0,0-1 0 0 0,0 1 0 0 0,1 0 0 0 0,-1 0 0 0 0,0 0 0 0 0,1 0 0 0 0,-5 3 0 0 0,-5 4 2087 0 0,1 0 0 0 0,-1 0-1 0 0,-14 16 1 0 0,14-13-1887 0 0,9-10-559 0 0,-6 5 0 0 0,5 29 0 0 0,4-32 0 0 0,1 0 0 0 0,0 0 0 0 0,0 0 0 0 0,0 1 0 0 0,0-2 0 0 0,0 1 0 0 0,0 0 0 0 0,1 0 0 0 0,-1 0 0 0 0,1 0 0 0 0,0-1 0 0 0,0 1 0 0 0,0-1 0 0 0,0 0 0 0 0,0 1 0 0 0,1-1 0 0 0,-1 0 0 0 0,1 0 0 0 0,-1-1 0 0 0,1 1 0 0 0,0 0 0 0 0,0-1 0 0 0,0 0 0 0 0,0 1 0 0 0,5 0 0 0 0,13 6 0 0 0,0-2 0 0 0,38 7 0 0 0,-29-7 0 0 0,-27-6 0 0 0,1 0 0 0 0,1 0 0 0 0,-1 1 0 0 0,1-1 0 0 0,-1 1 0 0 0,0 0 0 0 0,1 1 0 0 0,-1-1 0 0 0,0 1 0 0 0,0 0 0 0 0,0 0 0 0 0,0 0 0 0 0,0 0 0 0 0,0 1 0 0 0,-1-1 0 0 0,1 1 0 0 0,-1 0 0 0 0,4 4 0 0 0,-2 5 0 0 0,-4-11 0 0 0,-1 0 0 0 0,0 0 0 0 0,1 0 0 0 0,-1-1 0 0 0,0 1 0 0 0,0 0 0 0 0,0 0 0 0 0,1 0 0 0 0,-1 0 0 0 0,0 0 0 0 0,0 0 0 0 0,-1 0 0 0 0,1 0 0 0 0,0 0 0 0 0,0 0 0 0 0,0 0 0 0 0,-1 0 0 0 0,1 0 0 0 0,0 0 0 0 0,-1 0 0 0 0,1 0 0 0 0,-1 0 0 0 0,1 0 0 0 0,-1 0 0 0 0,1-1 0 0 0,-1 1 0 0 0,0 0 0 0 0,1 0 0 0 0,-1-1 0 0 0,-1 2 0 0 0,0-1 0 0 0,0 5 0 0 0,-1-1 0 0 0,1 0 0 0 0,-1 0 0 0 0,0 0 0 0 0,0 0 0 0 0,0-1 0 0 0,-1 1 0 0 0,0-1 0 0 0,0 0 0 0 0,0 0 0 0 0,0 0 0 0 0,-1 0 0 0 0,1-1 0 0 0,-1 0 0 0 0,0 0 0 0 0,0 0 0 0 0,-9 3 0 0 0,13-5-20 0 0,0-1 0 0 0,-1 1 0 0 0,1 0 0 0 0,-1-1 0 0 0,1 0 0 0 0,-1 1 0 0 0,0-1 0 0 0,1 0 0 0 0,-1 0 0 0 0,1 0 0 0 0,-1 0 0 0 0,1 0 0 0 0,-1 0 0 0 0,0 0 0 0 0,1 0 0 0 0,-1-1 1 0 0,1 1-1 0 0,-1 0 0 0 0,1-1 0 0 0,-1 0 0 0 0,-1-1 0 0 0,0 1-380 0 0,0-1-267 0 0,1 1 0 0 0,0-1 0 0 0,-1 0-1 0 0,1 1 1 0 0,0-1 0 0 0,0-1 0 0 0,0 1-1 0 0,1 0 1 0 0,-1 0 0 0 0,0-1 0 0 0,1 1-1 0 0,0-1 1 0 0,-1 1 0 0 0,1-1 0 0 0,0 1-1 0 0,0-1 1 0 0,0 0 0 0 0,0-4 0 0 0,-3-3-5962 0 0,-1-6-468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0 217 76 0 0,'13'-29'8471'0'0,"23"-5"-2063"0"0,30-7-1883 0 0,-24 15-2250 0 0,-1 2-361 0 0,14-10-876 0 0,-23 7-4870 0 0,-31 26 2502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80 31 620 0 0,'0'-16'32122'0'0,"-10"24"-32116"0"0,0 1 0 0 0,0 1 0 0 0,1 0 0 0 0,-9 12 0 0 0,16-19-6 0 0,0 0 0 0 0,0 1-1 0 0,1-1 1 0 0,-1 1-1 0 0,1 0 1 0 0,0 0 0 0 0,0-1-1 0 0,-1 7 1 0 0,-2 12-2 0 0,3-18 2 0 0,0 0 0 0 0,0 0 0 0 0,0 1 0 0 0,0-1 0 0 0,1 0 0 0 0,0 1 0 0 0,0-1 0 0 0,0 1 0 0 0,1-1 0 0 0,-1 0 0 0 0,1 1 0 0 0,0-1 0 0 0,0 0 0 0 0,1 1 0 0 0,-1-1 0 0 0,1 0 0 0 0,0 0 0 0 0,0 0 0 0 0,0-1 0 0 0,5 8 0 0 0,-4-9 0 0 0,1 1 0 0 0,-1 0 0 0 0,0-1 0 0 0,0 0 0 0 0,1 0 0 0 0,0 0 0 0 0,-1 0 0 0 0,1 0 0 0 0,0-1 0 0 0,0 1 0 0 0,0-1 0 0 0,0 0 0 0 0,0 0 0 0 0,0-1 0 0 0,0 1 0 0 0,0-1 0 0 0,0 0 0 0 0,0 0 0 0 0,0 0 0 0 0,0-1 0 0 0,0 0 0 0 0,7-1 0 0 0,-3 0 0 0 0,-1-1 0 0 0,0 1 0 0 0,0-1 0 0 0,0-1 0 0 0,0 1 0 0 0,-1-1 0 0 0,1 0 0 0 0,-1-1 0 0 0,9-7 0 0 0,45-52 0 0 0,-54 55 0 0 0,-1 0 0 0 0,0-1 0 0 0,-1 0 0 0 0,6-18 0 0 0,-8 15 0 0 0,-2-4 0 0 0,-1 14 0 0 0,1 1 0 0 0,0 0 0 0 0,-1 0 0 0 0,1 0 0 0 0,-1 0 0 0 0,0 0 0 0 0,1 0 0 0 0,-1 0 0 0 0,0 0 0 0 0,0 0 0 0 0,-1 1 0 0 0,1-1 0 0 0,0 0 0 0 0,0 1 0 0 0,-1-1 0 0 0,1 1 0 0 0,-1-1 0 0 0,0 1 0 0 0,1-1 0 0 0,-1 1 0 0 0,0 0 0 0 0,0 0 0 0 0,-3-1 0 0 0,4 1 0 0 0,-13-3 0 0 0,6 3 0 0 0,-1 0 0 0 0,0 0 0 0 0,0 1 0 0 0,0 0 0 0 0,0 1 0 0 0,0 0 0 0 0,0 0 0 0 0,-17 5 0 0 0,17-2 0 0 0,-17 0 75 0 0,25-4-89 0 0,0 0-1 0 0,0 0 0 0 0,0 0 0 0 0,0 0 0 0 0,0 1 0 0 0,0-1 1 0 0,0 0-1 0 0,0 1 0 0 0,0-1 0 0 0,0 0 0 0 0,0 1 0 0 0,1-1 0 0 0,-1 1 1 0 0,0 0-1 0 0,0-1 0 0 0,1 1 0 0 0,-1 0 0 0 0,0-1 0 0 0,1 1 1 0 0,-1 0-1 0 0,0 0 0 0 0,1 0 0 0 0,-1-1 0 0 0,1 1 0 0 0,-1 0 1 0 0,1 2-1 0 0,0-3-165 0 0,-1 1 1 0 0,1-1 0 0 0,0 1-1 0 0,0-1 1 0 0,0 1 0 0 0,0-1-1 0 0,1 1 1 0 0,-1-1 0 0 0,0 1-1 0 0,0-1 1 0 0,0 1 0 0 0,0-1-1 0 0,0 1 1 0 0,1-1 0 0 0,-1 0-1 0 0,0 1 1 0 0,0-1 0 0 0,1 1-1 0 0,-1-1 1 0 0,0 1 0 0 0,1-1-1 0 0,-1 0 1 0 0,0 1 0 0 0,1-1-1 0 0,-1 0 1 0 0,0 1 0 0 0,1-1-1 0 0,-1 0 1 0 0,1 0 0 0 0,-1 0-1 0 0,1 1 1 0 0,0-1 0 0 0,12 8-12466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78 15 32 0 0,'-2'-10'12377'0'0,"-3"6"-4751"0"0,-11 6-1489 0 0,-9 13-4657 0 0,18-9 1531 0 0,-13 12-907 0 0,19-18-2104 0 0,1 0 0 0 0,0 0 0 0 0,0 0 0 0 0,0 0 0 0 0,0 1 0 0 0,0-1 0 0 0,0 0 0 0 0,-1 0 0 0 0,1 0 0 0 0,0 0 0 0 0,0 0 0 0 0,0 0 0 0 0,0 1 0 0 0,0-1 0 0 0,0 0 0 0 0,0 0 0 0 0,0 0 0 0 0,0 0 0 0 0,0 1 0 0 0,0-1 0 0 0,-1 0 0 0 0,1 0 0 0 0,0 0 0 0 0,0 0 0 0 0,0 1 0 0 0,0-1 0 0 0,0 0 0 0 0,0 0 0 0 0,1 0 0 0 0,-1 0 0 0 0,0 1 0 0 0,0-1 0 0 0,0 0 0 0 0,0 0 0 0 0,0 0 0 0 0,0 0 0 0 0,0 1 0 0 0,0-1 0 0 0,0 0 0 0 0,0 0 0 0 0,0 0 0 0 0,1 0 0 0 0,-1 0 0 0 0,0 0 0 0 0,0 1 0 0 0,0-1 0 0 0,20 4 0 0 0,8-4 0 0 0,55 3 0 0 0,-70-1 0 0 0,4 3 0 0 0,-13-3 0 0 0,8 6 0 0 0,-3 0 0 0 0,-6 2 0 0 0,0-2 0 0 0,-2-5 0 0 0,-1-1 0 0 0,1 1 0 0 0,-1 0 0 0 0,0-1 0 0 0,0 1 0 0 0,0 0 0 0 0,-1-1 0 0 0,1 1 0 0 0,-1 0 0 0 0,1-1 0 0 0,-1 1 0 0 0,0-1 0 0 0,0 1 0 0 0,0-1 0 0 0,0 1 0 0 0,0-1 0 0 0,-1 1 0 0 0,-2 3 0 0 0,1-2 0 0 0,-1 0 0 0 0,0 0 0 0 0,0-1 0 0 0,0 1 0 0 0,-1-1 0 0 0,1 0 0 0 0,-1 0 0 0 0,1 0 0 0 0,-8 2 0 0 0,5 0 0 0 0,-36 8 0 0 0,31-10 0 0 0,-1-2 0 0 0,-10-1 1 0 0,20-1-40 0 0,0 0-342 0 0,-1-10-9757 0 0,1-2-375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0 170 2048 0 0,'1'0'9237'0'0,"14"0"3750"0"0,0-2-12239 0 0,1-1 0 0 0,-2-1 0 0 0,1 0 0 0 0,0 0 0 0 0,19-10 0 0 0,71-39 3249 0 0,-101 51-3987 0 0,127-70-10 0 0,-120 66 0 0 0,2 0 0 0 0,-28 10-382 0 0,11-4 176 0 0,0 1 1 0 0,0 0-1 0 0,0 0 1 0 0,0 0-1 0 0,0 0 1 0 0,0 0-1 0 0,0 1 0 0 0,-4 2 1 0 0,-45 29-6827 0 0,20-8-3623 0 0,15-8 3432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77 924 0 0,'0'0'1620'0'0,"6"-9"919"0"0,-6 3 6282 0 0,-1 5-9069 0 0,-6-14 3196 0 0,6 14-2868 0 0,1 1 1 0 0,0 0-1 0 0,0 0 0 0 0,0-1 1 0 0,-1 1-1 0 0,1 0 1 0 0,0 0-1 0 0,0-1 0 0 0,0 1 1 0 0,0 0-1 0 0,0 0 1 0 0,0-1-1 0 0,0 1 1 0 0,-1 0-1 0 0,1 0 0 0 0,0-1 1 0 0,0 1-1 0 0,0 0 1 0 0,0-1-1 0 0,0 1 0 0 0,0 0 1 0 0,1-1-1 0 0,-1 1 1 0 0,0 0-1 0 0,0 0 1 0 0,0-1-1 0 0,0 1 0 0 0,0 0 1 0 0,0 0-1 0 0,0-1 1 0 0,0 1-1 0 0,1 0 0 0 0,-1 0 1 0 0,0-1-1 0 0,0 1 1 0 0,0 0-1 0 0,1 0 0 0 0,-1 0 1 0 0,0-1-1 0 0,0 1 1 0 0,1 0-1 0 0,-1 0 1 0 0,0 0-1 0 0,0 0 0 0 0,1 0 1 0 0,-1-1-1 0 0,-3-7 1445 0 0,-1 4 2527 0 0,4 3-4390 0 0,-7-6 2873 0 0,-26 6 2063 0 0,27 2-4597 0 0,-1 0 0 0 0,1 1 0 0 0,-1 0 0 0 0,1 0 0 0 0,-1 0 0 0 0,1 1 0 0 0,0 0 0 0 0,0 0 0 0 0,1 1 0 0 0,-1-1 0 0 0,0 1 0 0 0,1 0 0 0 0,0 1 0 0 0,-7 7 0 0 0,5-3-1 0 0,0 1-1 0 0,0 0 1 0 0,1 0-1 0 0,0 0 1 0 0,1 1-1 0 0,-5 11 1 0 0,8-17 0 0 0,0 0 0 0 0,1 0 0 0 0,-1 0 0 0 0,1 0 0 0 0,0 0 0 0 0,0 0 0 0 0,1 0 0 0 0,-1 0 0 0 0,1 0 0 0 0,1 0 0 0 0,-1 1 0 0 0,0-1 0 0 0,1 0 0 0 0,0 0 0 0 0,0 0 0 0 0,1 0 0 0 0,0 0 0 0 0,0 0 0 0 0,3 5 0 0 0,-3-6 0 0 0,1 0 0 0 0,0-1 0 0 0,0 0 0 0 0,0 1 0 0 0,0-1 0 0 0,1-1 0 0 0,-1 1 0 0 0,1 0 0 0 0,0-1 0 0 0,0 0 0 0 0,0 0 0 0 0,0 0 0 0 0,0 0 0 0 0,0-1 0 0 0,0 1 0 0 0,1-1 0 0 0,-1 0 0 0 0,0 0 0 0 0,1-1 0 0 0,-1 1 0 0 0,1-1 0 0 0,8-1 0 0 0,0 0 0 0 0,0-1 0 0 0,1 0 0 0 0,-1-1 0 0 0,0-1 0 0 0,0 0 0 0 0,-1-1 0 0 0,1 0 0 0 0,13-8 0 0 0,8-7 0 0 0,48-36 0 0 0,-79 54 0 0 0,0-1 0 0 0,0 1 0 0 0,0-1 0 0 0,0 0 0 0 0,0 1 0 0 0,-1-1 0 0 0,0-1 0 0 0,1 1 0 0 0,-1 0 0 0 0,0 0 0 0 0,-1-1 0 0 0,1 1 0 0 0,-1-1 0 0 0,1 0 0 0 0,-1 1 0 0 0,0-1 0 0 0,0 0 0 0 0,-1 0 0 0 0,1 0 0 0 0,-1 0 0 0 0,0 1 0 0 0,0-1 0 0 0,0 0 0 0 0,-1 0 0 0 0,1 0 0 0 0,-1 0 0 0 0,0 0 0 0 0,0 1 0 0 0,0-1 0 0 0,0 0 0 0 0,-1 1 0 0 0,0-1 0 0 0,1 1 0 0 0,-1-1 0 0 0,-1 1 0 0 0,1 0 0 0 0,-5-6 0 0 0,3 5 0 0 0,1 0 0 0 0,-1 1 0 0 0,1-1 0 0 0,-1 1 0 0 0,0 0 0 0 0,-1 0 0 0 0,1 0 0 0 0,0 0 0 0 0,-1 1 0 0 0,0-1 0 0 0,1 1 0 0 0,-1 0 0 0 0,0 1 0 0 0,0-1 0 0 0,0 1 0 0 0,0 0 0 0 0,0 1 0 0 0,-1-1 0 0 0,1 1 0 0 0,0 0 0 0 0,0 0 0 0 0,0 0 0 0 0,-9 2 0 0 0,8-1 0 0 0,0 1 0 0 0,0-1 0 0 0,0 1 0 0 0,1 0 0 0 0,-1 1 0 0 0,1-1 0 0 0,-1 1 0 0 0,1 0 0 0 0,0 0 0 0 0,0 1 0 0 0,0-1 0 0 0,0 1 0 0 0,1 0 0 0 0,0 1 0 0 0,-1-1 0 0 0,2 1 0 0 0,-1 0 0 0 0,0 0 0 0 0,-2 6 0 0 0,4-5-106 0 0,1-1 0 0 0,0 1 0 0 0,0-1 0 0 0,0 1 0 0 0,1-1 0 0 0,0 1 0 0 0,0 0 0 0 0,1-1 0 0 0,-1 1 0 0 0,1 0 0 0 0,0-1 0 0 0,1 1 0 0 0,-1-1 0 0 0,3 6 0 0 0,6-4-2348 0 0,8 4-13170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0 2336 0 0,'0'0'15010'0'0,"2"0"-11933"0"0,16 4 8843 0 0,-18 6-11555 0 0,5 0-306 0 0,1-3-127 0 0,-5-5-405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117 57 1152 0 0,'-1'-14'13514'0'0,"-1"4"-4678"0"0,-5 1-1096 0 0,5 9-7672 0 0,-1 1 0 0 0,1-1 0 0 0,-1 1 0 0 0,1 0 0 0 0,0 0 0 0 0,-1 0 0 0 0,1 0 0 0 0,0 0 0 0 0,0 1 0 0 0,0-1 0 0 0,-3 3 0 0 0,1-1 526 0 0,-2 1-589 0 0,0 1 0 0 0,1-1 0 0 0,-1 1 1 0 0,1 1-1 0 0,0-1 0 0 0,1 1 0 0 0,-1 0 1 0 0,1 0-1 0 0,0 0 0 0 0,1 0 0 0 0,-1 1 1 0 0,1 0-1 0 0,1-1 0 0 0,-1 1 0 0 0,1 0 1 0 0,0 0-1 0 0,1 1 0 0 0,0-1 0 0 0,0 0 1 0 0,0 0-1 0 0,1 9 0 0 0,1-14-5 0 0,-1 0 0 0 0,1 0 0 0 0,0 0 0 0 0,-1 1 0 0 0,1-1 0 0 0,0 0 0 0 0,0 0 0 0 0,0 0 0 0 0,1 0 0 0 0,-1 0 0 0 0,0-1 0 0 0,1 1 0 0 0,-1 0 0 0 0,1-1 0 0 0,0 1 0 0 0,0 0 0 0 0,-1-1 0 0 0,1 0 0 0 0,0 0 0 0 0,4 2 0 0 0,-2-1 0 0 0,1 0 0 0 0,0-1 0 0 0,0 0 0 0 0,0 0 0 0 0,0 0 0 0 0,0 0 0 0 0,0-1 0 0 0,0 0 0 0 0,6-1 0 0 0,5 0 0 0 0,0-2 0 0 0,-1 0 0 0 0,0-1 0 0 0,1 0 0 0 0,19-9 0 0 0,-16 4 0 0 0,0 0 0 0 0,0-1 0 0 0,28-20 0 0 0,-42 27 0 0 0,-1 0 0 0 0,0-1 0 0 0,0 1 0 0 0,0-1 0 0 0,-1 0 0 0 0,1 0 0 0 0,-1-1 0 0 0,0 1 0 0 0,0-1 0 0 0,0 1 0 0 0,0-1 0 0 0,-1 0 0 0 0,0 0 0 0 0,0 0 0 0 0,0 0 0 0 0,-1 0 0 0 0,0-1 0 0 0,0 1 0 0 0,0-8 0 0 0,-1 11 0 0 0,0 0 0 0 0,0 0 0 0 0,0 0 0 0 0,-1 0 0 0 0,1 0 0 0 0,0 1 0 0 0,-1-1 0 0 0,0 0 0 0 0,0 0 0 0 0,1 0 0 0 0,-1 0 0 0 0,0 1 0 0 0,0-1 0 0 0,-1 0 0 0 0,1 1 0 0 0,0-1 0 0 0,-1 1 0 0 0,1-1 0 0 0,0 1 0 0 0,-1 0 0 0 0,0 0 0 0 0,1 0 0 0 0,-1-1 0 0 0,0 1 0 0 0,1 1 0 0 0,-1-1 0 0 0,0 0 0 0 0,0 0 0 0 0,0 1 0 0 0,-2-1 0 0 0,-2-1 0 0 0,0 1 0 0 0,0 0 0 0 0,-1 1 0 0 0,1 0 0 0 0,0-1 0 0 0,-12 3 0 0 0,4 0 3 0 0,7-2-9 0 0,0 1 1 0 0,0 1-1 0 0,0-1 0 0 0,1 1 0 0 0,-1 1 0 0 0,0-1 0 0 0,1 1 0 0 0,-1 0 0 0 0,1 0 1 0 0,0 1-1 0 0,0 0 0 0 0,0 0 0 0 0,1 1 0 0 0,-1-1 0 0 0,-7 9 0 0 0,13-12-73 0 0,0-1 0 0 0,0 0 0 0 0,-1 1 0 0 0,1-1 0 0 0,0 0 0 0 0,0 0 0 0 0,0 1 0 0 0,0-1 0 0 0,0 0 0 0 0,0 1 0 0 0,0-1 0 0 0,0 0 0 0 0,0 1 0 0 0,-1-1 0 0 0,1 0 0 0 0,1 1 0 0 0,-1-1 1 0 0,0 0-1 0 0,0 1 0 0 0,0-1 0 0 0,0 0 0 0 0,0 1 0 0 0,0-1 0 0 0,0 0 0 0 0,0 1 0 0 0,0-1 0 0 0,1 0 0 0 0,-1 1 0 0 0,0-1 0 0 0,0 0 0 0 0,0 0 0 0 0,1 1 0 0 0,-1-1 0 0 0,0 0 0 0 0,0 0 0 0 0,1 0 0 0 0,-1 1 0 0 0,0-1 0 0 0,0 0 0 0 0,1 0 0 0 0,-1 0 0 0 0,0 0 0 0 0,1 1 0 0 0,-1-1 0 0 0,0 0 0 0 0,1 0 0 0 0,0 0 0 0 0,15 7-11606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60 7 1852 0 0,'0'0'15454'0'0,"-9"-7"-12700"0"0,3 10 4632 0 0,0 3-6888 0 0,1-2 76 0 0,1 0 0 0 0,-1 1 0 0 0,1 0 0 0 0,0 0 0 0 0,1 0 0 0 0,-1 0 0 0 0,-3 7 0 0 0,4 1-368 0 0,3 1-181 0 0,5 0-25 0 0,-5-13 0 0 0,1 0 0 0 0,0 0 0 0 0,0 0 0 0 0,0 0 0 0 0,0 0 0 0 0,0 0 0 0 0,0 0 0 0 0,0 0 0 0 0,0 0 0 0 0,0 0 0 0 0,1 0 0 0 0,-1-1 0 0 0,0 1 0 0 0,1 0 0 0 0,-1-1 0 0 0,0 1 0 0 0,1-1 0 0 0,-1 0 0 0 0,0 1 0 0 0,1-1 0 0 0,-1 0 0 0 0,1 0 0 0 0,-1 0 0 0 0,1 0 0 0 0,-1 0 0 0 0,1 0 0 0 0,-1 0 0 0 0,0 0 0 0 0,1-1 0 0 0,1 0 0 0 0,-1 1 0 0 0,48-4 0 0 0,53 0 0 0 0,-94 4 0 0 0,1 1 0 0 0,-1 0 0 0 0,0 1 0 0 0,1 0 0 0 0,-1 1 0 0 0,0 0 0 0 0,-1 0 0 0 0,16 8 0 0 0,-12-4 0 0 0,0 1 0 0 0,0-1 0 0 0,-1 2 0 0 0,0 0 0 0 0,-1 0 0 0 0,14 16 0 0 0,-21-22 0 0 0,-1-1 0 0 0,0 1 0 0 0,0 0 0 0 0,0 0 0 0 0,-1 0 0 0 0,1 0 0 0 0,-1 0 0 0 0,1 0 0 0 0,-1 1 0 0 0,0-1 0 0 0,0 0 0 0 0,-1 1 0 0 0,1-1 0 0 0,-1 0 0 0 0,1 1 0 0 0,-1-1 0 0 0,0 1 0 0 0,-1-1 0 0 0,1 1 0 0 0,0-1 0 0 0,-1 0 0 0 0,0 1 0 0 0,0-1 0 0 0,0 0 0 0 0,0 1 0 0 0,0-1 0 0 0,-1 0 0 0 0,0 0 0 0 0,1 0 0 0 0,-1 0 0 0 0,0 0 0 0 0,-4 4 0 0 0,-4 5 0 0 0,7-7 0 0 0,-1 0 0 0 0,1-1 0 0 0,-1 1 0 0 0,0-1 0 0 0,0 0 0 0 0,0 0 0 0 0,-1 0 0 0 0,1-1 0 0 0,-1 1 0 0 0,0-1 0 0 0,0-1 0 0 0,0 1 0 0 0,0 0 0 0 0,-1-1 0 0 0,1 0 0 0 0,-8 1 0 0 0,9-2-428 0 0,1-1-1 0 0,-1 1 1 0 0,1-1-1 0 0,-1 0 1 0 0,1-1-1 0 0,-1 1 1 0 0,1-1 0 0 0,-1 1-1 0 0,-5-3 1 0 0,5 1-837 0 0,0 0 1 0 0,0 0-1 0 0,1 0 1 0 0,-1-1-1 0 0,1 0 1 0 0,0 1-1 0 0,0-1 1 0 0,0 0-1 0 0,0 0 0 0 0,0-1 1 0 0,1 1-1 0 0,-1-1 1 0 0,1 1-1 0 0,-3-7 1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0 207 1012 0 0,'2'-5'1708'0'0,"-1"0"0"0"0,0 1 0 0 0,1-1-1 0 0,0 1 1 0 0,0-1 0 0 0,1 1 0 0 0,-1 0 0 0 0,1-1 0 0 0,0 1 0 0 0,0 1-1 0 0,7-8 1 0 0,-6 8-1197 0 0,0 1-1 0 0,0-1 1 0 0,1 1-1 0 0,-1 0 1 0 0,1 1-1 0 0,-1-1 0 0 0,1 1 1 0 0,6-2-1 0 0,11-1-313 0 0,46-10 1960 0 0,0-3-1 0 0,90-36 1 0 0,-146 49-2157 0 0,-5-1 0 0 0,-1-5 0 0 0,-6 10 1 0 0,0-1 0 0 0,1 1-1 0 0,-1-1 1 0 0,0 1 0 0 0,0 0 0 0 0,0-1-1 0 0,1 1 1 0 0,-1 0 0 0 0,0-1 0 0 0,0 1 0 0 0,0-1-1 0 0,0 1 1 0 0,0-1 0 0 0,0 1 0 0 0,0 0-1 0 0,0-1 1 0 0,0 1 0 0 0,0-1 0 0 0,0 1 0 0 0,0-1-1 0 0,0 1 1 0 0,0-1 0 0 0,0 1 0 0 0,0 0-1 0 0,0-1 1 0 0,0 1 0 0 0,-1-1 0 0 0,1 1 0 0 0,0 0-1 0 0,0-1 1 0 0,-1 1 0 0 0,1 0 0 0 0,0-1-1 0 0,0 1 1 0 0,-1 0 0 0 0,1-1 0 0 0,0 1 0 0 0,-1 0-1 0 0,1 0 1 0 0,0-1 0 0 0,-1 1 0 0 0,1 0-1 0 0,-1 0 1 0 0,1 0 0 0 0,-1-1 0 0 0,-11-2-180 0 0,-20 2-3396 0 0,-1 7-9241 0 0,32-6 12514 0 0,-27 7-8652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12 2704 0 0,'0'0'22295'0'0,"-1"-8"-20819"0"0,3 4 2 0 0,1 6 3200 0 0,1 2-4668 0 0,0 0 0 0 0,-1 1 0 0 0,1-1-1 0 0,-1 1 1 0 0,0 0 0 0 0,0-1 0 0 0,0 2 0 0 0,-1-1 0 0 0,0 0-1 0 0,0 0 1 0 0,0 1 0 0 0,-1-1 0 0 0,0 1 0 0 0,0-1 0 0 0,0 7-1 0 0,2 21-7 0 0,-2 51-1 0 0,-2-56-13 0 0,4 45 0 0 0,8 48 12 0 0,-9-85 0 0 0,1 0 0 0 0,1-1 0 0 0,13 46 0 0 0,-12-59 0 0 0,-4-16 0 0 0,1 0 0 0 0,-1 0 0 0 0,1 0 0 0 0,1 0 0 0 0,-1-1 0 0 0,1 1 0 0 0,0-1 0 0 0,0 1 0 0 0,5 6 0 0 0,4-8 0 0 0,3-18 0 0 0,-14 9 0 0 0,0 0 0 0 0,-1 0 0 0 0,1 0 0 0 0,-1 1 0 0 0,0-1 0 0 0,0 0 0 0 0,0 0 0 0 0,-1 0 0 0 0,0 0 0 0 0,0 0 0 0 0,0 0 0 0 0,0 0 0 0 0,-1 1 0 0 0,-4-9 0 0 0,5 8 0 0 0,-7-14 0 0 0,-7 6-1120 0 0,10 14-4210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3:38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127 89 2632 0 0,'-3'-3'2677'0'0,"-12"-9"60"0"0,-18-11 12074 0 0,17 12-7172 0 0,15 11-5811 0 0,4-3-1787 0 0,1 1-1 0 0,0 0 0 0 0,-1 0 0 0 0,1 0 1 0 0,0 0-1 0 0,0 1 0 0 0,0 0 0 0 0,0 0 0 0 0,0 0 1 0 0,7-1-1 0 0,-11 2-40 0 0,11-2 0 0 0,17-4 0 0 0,0 1 0 0 0,0 1 0 0 0,0 2 0 0 0,29 1 0 0 0,-55 1 0 0 0,0 0 0 0 0,0 0 0 0 0,-1 0 0 0 0,1 1 0 0 0,0-1 0 0 0,0 0 0 0 0,-1 1 0 0 0,1-1 0 0 0,0 1 0 0 0,-1 0 0 0 0,1 0 0 0 0,-1 0 0 0 0,1 0 0 0 0,-1 0 0 0 0,1 0 0 0 0,-1 0 0 0 0,0 0 0 0 0,1 0 0 0 0,-1 0 0 0 0,0 1 0 0 0,0-1 0 0 0,0 1 0 0 0,0-1 0 0 0,0 1 0 0 0,0-1 0 0 0,-1 1 0 0 0,1-1 0 0 0,0 1 0 0 0,-1 0 0 0 0,1-1 0 0 0,-1 1 0 0 0,0 0 0 0 0,1 0 0 0 0,-1-1 0 0 0,0 1 0 0 0,0 0 0 0 0,0 0 0 0 0,0-1 0 0 0,-1 1 0 0 0,1 0 0 0 0,0 0 0 0 0,-1-1 0 0 0,1 1 0 0 0,-2 2 0 0 0,-1 8 0 0 0,-1 0 0 0 0,-1 1 0 0 0,0-2 0 0 0,-8 16 0 0 0,12-25 0 0 0,-15 22 0 0 0,0-1 0 0 0,-1 0 0 0 0,-2-2 0 0 0,-28 28 0 0 0,5-6 0 0 0,0-1 0 0 0,21-23 0 0 0,1 2 0 0 0,-19 25 0 0 0,27-15 0 0 0,12-30 0 0 0,-1-1 0 0 0,1 1 0 0 0,-1 0 0 0 0,1-1 0 0 0,0 1 0 0 0,-1-1 0 0 0,1 1 0 0 0,0 0 0 0 0,0-1 0 0 0,0 1 0 0 0,0 0 0 0 0,-1 0 0 0 0,1-1 0 0 0,0 1 0 0 0,0 0 0 0 0,0-1 0 0 0,0 1 0 0 0,0 0 0 0 0,1-1 0 0 0,-1 1 0 0 0,0 0 0 0 0,0-1 0 0 0,0 1 0 0 0,0 0 0 0 0,1-1 0 0 0,-1 1 0 0 0,0 0 0 0 0,1-1 0 0 0,-1 1 0 0 0,1-1 0 0 0,-1 1 0 0 0,0-1 0 0 0,1 1 0 0 0,-1-1 0 0 0,1 1 0 0 0,0-1 0 0 0,-1 1 0 0 0,1-1 0 0 0,-1 0 0 0 0,2 1 0 0 0,-1 1 0 0 0,0-1 0 0 0,1 1 0 0 0,-1-1 0 0 0,1 0 0 0 0,0 1 0 0 0,-1-1 0 0 0,1 0 0 0 0,0 0 0 0 0,0 0 0 0 0,-1 0 0 0 0,1-1 0 0 0,0 1 0 0 0,0 0 0 0 0,0-1 0 0 0,0 1 0 0 0,0-1 0 0 0,0 0 0 0 0,3 1 0 0 0,35-4 0 0 0,-34 2 0 0 0,23-5 0 0 0,1-2 0 0 0,-1 0 0 0 0,0-2 0 0 0,-1-1 0 0 0,42-23 0 0 0,55-22 0 0 0,-113 50 0 0 0,-17 6 0 0 0,2 2 0 0 0,-1 0 0 0 0,1-1 0 0 0,0 1 0 0 0,0 0 0 0 0,0 1 0 0 0,1-1 0 0 0,-1 0 0 0 0,1 1 0 0 0,-5 5 0 0 0,-4 6-4104 0 0,-7 3-8756 0 0,10-11 3978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0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217 98 192,'2'-4'27715,"-4"8"-27715,-2-1 159,1 0-1,1 0 1,-1 1-1,0 0 0,1-1 1,0 1-1,-3 7 1,5-10 53,-7 11 870,13 9-674,-5-19-363,39 6 245,-36-8-286,0 0 0,0-1 1,-1 0-1,1 0 1,0 0-1,0 0 1,0 0-1,-1-1 0,1 0 1,0 0-1,-1 0 1,0 0-1,1-1 1,-1 1-1,0-1 0,0 0 1,4-5-1,-5 5 1,0 0 0,-1 1 1,0-1-1,0 0 0,0 0 0,0 1 0,0-1 0,0 0 0,-1 0 0,1 0 0,-1 0 0,0 0 0,0 0 1,0 0-1,0 0 0,-1 0 0,0-4 0,1 6 15,-1 0 0,1 0 0,-1 0 0,1 0-1,-1 0 1,0 0 0,1 0 0,-1 0 0,0 0 0,0 0 0,0 1 0,0-1 0,1 0 0,-1 0 0,0 1-1,0-1 1,0 1 0,0-1 0,-1 1 0,1-1 0,0 1 0,0 0 0,0 0 0,0-1 0,0 1 0,0 0-1,-1 0 1,1 0 0,0 0 0,0 0 0,0 0 0,0 1 0,0-1 0,-3 1 0,-31 11 370,21-4-329,2-1-22,1 0 0,0 1 1,1 0-1,0 1 1,-10 10-1,10-10-39,5 1 0,5 0 0,5 3 0,6-7 0,2-5 0,-8-1 0,-1 0 0,0 0 0,0 0 0,0-1 0,0 1 0,0-1 0,0 0 0,0 0 0,0-1 0,0 1 0,0-1 0,0 0 0,4-3 0,5-2 0,-2 3 0,-1-1 0,1 0 0,-1 0 0,0-1 0,0-1 0,-1 0 0,0 0 0,0-1 0,13-13 0,-19 13 0,-1-2 0,-7-4 0,-13 11 0,10 5 0,1 1 0,-1-1 0,1 1 0,0 1 0,0-1 0,0 1 0,0 0 0,1 1 0,-1 0 0,1 0 0,0 0 0,1 1 0,-1-1 0,1 2 0,-5 7 0,8-12 0,-3 4 0,-1 2 0,-1 10 0,1-6 0,5 0 0,3 2 0,9-7 0,6-7 0,-11-1 0,-1 0 0,0-1 0,0 0 0,0 0 0,0 0 0,0 0 0,-1-1 0,1 0 0,-1 0 0,1 0 0,-1 0 0,0-1 0,4-4 0,-1-1 0,-1-1 0,0 0 0,0 0 0,5-13 0,-7 7 0,-7 1 0,1 3 0,-3 2 0,-2 1 0,-4 2 0,-3 6 0,8 1 0,1 1 0,-1 0 0,1 0 0,-1 0 0,1 1 0,0-1 0,0 1 0,-1 1 0,1-1 0,0 1 0,1 0 0,-1 0 0,0 0 0,1 0 0,-8 8 0,3-2 0,-11 8 0,11-9 0,0-1 0,1 1 0,0 0 0,0 1 0,1 0 0,-12 18 0,15-18 0,4 5 0,6-2 0,7-7 0,4-3 0,-12-2 0,0 0 0,-1-1 0,1 1 0,-1-1 0,1 0 0,0 0 0,-1 0 0,0-1 0,1 0 0,-1 1 0,0-1 0,0-1 0,6-3 0,2-1 0,-9 5 0,1 0 0,0 0 0,-1 0 0,1-1 0,-1 1 0,0-1 0,0 0 0,0 0 0,0 0 0,2-3 0,8-10 0,-8 6 0,-5-4 0,0-3 0,-5 2 0,-2 6 0,0 1 0,0 1 0,-10 8 0,1 6 0,6 0 0,0 0 0,4 2 0,0 0 0,3 0 0,-2 3 0,1 0 0,9-1 0,6-3 0,-2-5 0,-6-3 0,-1 0 0,0 0 0,1 0 0,-1 0 0,0-1 0,0 1 0,1-1 0,-1 1 0,0-1 0,0 0 0,0 0 0,0 0 0,1 0 0,-1 0 0,-1 0 0,4-3 0,1 0 0,-1 0 0,1 0 0,-1-1 0,-1 0 0,1 1 0,-1-2 0,1 1 0,-1 0 0,-1-1 0,1 0 0,-1 0 0,0 0 0,0 0 0,-1 0 0,0-1 0,0 1 0,1-9 0,-4 1 0,1 13 0,0 0 0,0 0 0,-1 0 0,1 0 0,0 0 0,-1 0 0,1 0 0,-1 0 0,1 0 0,-1 0 0,1 0 0,-1 0 0,0 0 0,1 0 0,-1 1 0,0-1 0,0 0 0,0 1 0,0-1 0,1 0 0,-3 0 0,0-1 0,-5-4 0,4 4 0,0 0 0,0 1 0,0-1 0,0 1 0,0 0 0,-1 0 0,1 0 0,0 1 0,-1 0 0,1 0 0,-1 0 0,1 0 0,0 1 0,-1-1 0,-4 2 0,4-1 0,-6 2 0,-1 1 0,1 0 0,-1 0 0,2 1 0,-1 1 0,0 0 0,1 0 0,0 1 0,0 0 0,-16 17 0,-17 11 0,39-32 0,-9 14 0,7-6 0,2 1 0,3 2 0,3-1 0,8-4 0,-7-7 0,20 2 0,-19-4 0,0 0 0,0 0 0,0 0 0,0 0 0,0-1 0,0 1 0,0-1 0,-1 0 0,1-1 0,0 1 0,6-4 0,3 0 0,1 0 0,-1 0 0,1 0 0,-1-1 0,0-1 0,-1 0 0,1-1 0,-2 0 0,1-1 0,-1 0 0,14-15 0,-21 22 0,0-1 0,5-22 0,-10 11 0,-11 1 0,0 8 0,0 3 0,5 2 0,0 1 0,0 0 0,0 1 0,0 0 0,0 0 0,0 0 0,1 1 0,0 0 0,-1 0 0,1 1 0,-6 4 0,-6 4 0,10-7 0,0 0 0,0 0 0,1 1 0,0 0 0,0 0 0,0 1 0,1 0 0,0 0 0,-10 16 0,13-14 0,-1 3 0,0-1 0,13-1 0,5-6 0,0-8 0,-1-1 0,1-1 0,-1 1 0,0-2 0,-1 0 0,0-1 0,0 0 0,0 0 0,-1-1 0,-1-1 0,19-21 0,-26 27 0,0 0 0,0 0 0,-1 0 0,0 0 0,0-1 0,2-8 0,-3 12 0,3-11 0,-9-1 0,-1 3 0,-5 2 0,-4 5 0,-13 6 0,23 2 0,2-2 0,-8 1 0,-15 11 0,-11 28 0,30-34 0,3 1-239,3-8-2277,5 13 2591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09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1148,'0'0'1532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4:14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113 77 4076,'2'-4'10905,"-23"32"-5253,18-23-5169,2-3 469,3-6 4917,2-2-5771,1-1 0,0 1 0,0 0 0,1 0 0,0 0 0,0 1 0,9-6 0,-14 10 19,3-6 496,1-1 41,-8 6 1987,-5 5-2639,0 1 0,0-1 0,0 2 0,1-1 0,0 1 0,0 0-1,0 0 1,0 1 0,1 0 0,-9 10 0,0 1-2,10-10 0,-1-1 0,1 1 0,0 0 0,0 0 0,1 0 0,0 1 0,1-1 0,-6 17 0,8-11 0,3 1 0,9-7 0,6-11 0,-7 0 0,0-2 0,-1 1 0,1-1 0,-2-1 0,1 1 0,-1-2 0,0 1 0,0-1 0,-1 0 0,12-17 0,-15 23 0,4-29 0,-7 16 0,-3 3 0,-10 9 0,-8 13 0,15-5 0,-2 0 0,1 1 0,0 0 0,1 0 0,-1 1 0,1 0 0,0 0 0,1 0 0,0 0 0,0 1 0,-5 13 0,5-10 0,5-2 0,-1-8 0,1-1 0,-1 0 0,0 1 0,1-1 0,-1 0 0,1 0 0,-1 1 0,1-1 0,-1 0 0,0 0 0,1 0 0,-1 0 0,1 1 0,-1-1 0,1 0 0,-1 0 0,1 0 0,-1 0 0,1 0 0,-1 0 0,1 0 0,-1-1 0,1 1 0,-1 0 0,1 0 0,-1 0 0,1-1 0,12-5 0,-1-1 0,0 0 0,0-1 0,-1 0 0,0-1 0,10-10 0,20-14 0,-36 28 0,0 1 0,0-1 0,-1 0 0,1 0 0,5-10 0,0 1 0,-5 5 0,-5-5 0,-5 1 0,-4 6 0,-12 7 0,13 2 0,0 1 0,0-1 0,0 1 0,0 1 0,1-1 0,-1 1 0,1 1 0,0-1 0,0 1 0,1 0 0,-1 1 0,-7 8 0,5-5 0,8-9 0,0 1 0,-1 0 0,1 0 0,0 0 0,0 0 0,0 0 0,0 0 0,1 0 0,-1 0 0,0 0 0,0 0 0,1 0 0,-1 1 0,0-1 0,1 0 0,0 0 0,-1 1 0,0 1 0,-1 6 0,2 3 0,2 1 0,8-6 0,3-4 0,4-3 0,0-2 0,-3 0 0,-4 1-88,-8 0-444,-2 1 474,-1 0 0,1-1 1,-1 1-1,1-1 0,-1 1 0,1 0 1,-1-1-1,0 1 0,1 0 0,-1 0 1,1-1-1,-1 1 0,0 0 0,1 0 0,-1 0 1,1 0-1,-1 0 0,0 0 0,1 0 1,-1 0-1,0 0 0,1 0 0,-1 0 1,1 0-1,-1 0 0,0 1 0,0-1 0,0 0-47,0 1-1,0-1 0,0 0 1,1 0-1,-1 1 0,0-1 1,0 0-1,0 0 0,0 0 1,0 0-1,0-1 0,0 1 0,0 0 1,0 0-1,0 0 0,0-1 1,0 1-1,1-1 0,-1 1 1,0 0-1,0-1 0,-1 0 1,-8-11-4641,10 5 651,1-1-3383,3-6 854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7.9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349 11 1192 0 0,'3'-1'1659'0'0,"18"-8"28104"0"0,-73 47-29686 0 0,-74 73-1 0 0,-15 48-76 0 0,139-156 0 0 0,-36 51 0 0 0,32-43 0 0 0,2-26-2948 0 0,1-19-6103 0 0,4 28 1193 0 0,-1-11 601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3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9 584 0 0,'10'-8'28051'0'0,"24"110"-25152"0"0,-10-26-1666 0 0,-18-58-1233 0 0,1 1 0 0 0,1-1 0 0 0,1 0 0 0 0,0-1 0 0 0,1 0 0 0 0,21 27 0 0 0,-5-7 0 0 0,-20-29-23 0 0,-5-7-527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8.7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44 336 0 0,'0'0'7950'0'0,"-20"22"14444"0"0,16-18-21104 0 0,4-3-1265 0 0,0-1 1 0 0,0 1 0 0 0,0 0-1 0 0,0-1 1 0 0,0 1 0 0 0,1 0 0 0 0,-1-1-1 0 0,0 1 1 0 0,0 0 0 0 0,0-1 0 0 0,1 1-1 0 0,-1-1 1 0 0,0 1 0 0 0,1-1-1 0 0,-1 1 1 0 0,1-1 0 0 0,-1 1 0 0 0,0-1-1 0 0,1 1 1 0 0,-1-1 0 0 0,1 1 0 0 0,-1-1-1 0 0,1 0 1 0 0,0 1 0 0 0,-1-1-1 0 0,1 0 1 0 0,-1 1 0 0 0,1-1 0 0 0,-1 0-1 0 0,2 1 1 0 0,10 1-26 0 0,2-1 0 0 0,-4-1 0 0 0,0-1 0 0 0,0 0 0 0 0,0 0 0 0 0,0-1 0 0 0,0 0 0 0 0,0-1 0 0 0,0 0 0 0 0,-1 0 0 0 0,10-6 0 0 0,13-4 0 0 0,-7 5 0 0 0,5-2 0 0 0,44-22 0 0 0,-78 33-3798 0 0,-40 17-14001 0 0,31-12 11517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49.2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48 596 0 0,'0'0'1610'0'0,"-4"8"811"0"0,4-3 3249 0 0,0-4-5496 0 0,1 0 0 0 0,0 0 1 0 0,0 0-1 0 0,-1 0 0 0 0,1 0 0 0 0,0 0 1 0 0,0 0-1 0 0,0 0 0 0 0,0 0 0 0 0,0-1 0 0 0,0 1 1 0 0,0 0-1 0 0,0-1 0 0 0,0 1 0 0 0,1-1 1 0 0,-1 1-1 0 0,0-1 0 0 0,0 1 0 0 0,1-1 1 0 0,-1 0-1 0 0,0 1 0 0 0,0-1 0 0 0,1 0 0 0 0,-1 0 1 0 0,0 0-1 0 0,0 0 0 0 0,1 0 0 0 0,-1-1 1 0 0,0 1-1 0 0,2-1 0 0 0,53-12 3648 0 0,-29 6-2523 0 0,40-12 1320 0 0,25-4 1663 0 0,-33 19 755 0 0,-44 1-5027 0 0,-12 1-10 0 0,-5 2 0 0 0,-6 3-101 0 0,-26 6-5201 0 0,23-12-3706 0 0,6 0 6077 0 0,-12-6-5741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2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283 14 176 0 0,'3'-11'32534'0'0,"-23"9"-32477"0"0,14 2-57 0 0,1 1 0 0 0,-1 0 0 0 0,1 0 0 0 0,-1 0 0 0 0,1 0 0 0 0,0 1 0 0 0,0 0 0 0 0,0 0 0 0 0,0 0 0 0 0,0 1 0 0 0,0 0 0 0 0,1 0 0 0 0,-1 0 0 0 0,1 0 0 0 0,0 1 0 0 0,-5 4 0 0 0,3-2 0 0 0,-12 9 0 0 0,0 2 0 0 0,1 0 0 0 0,1 1 0 0 0,1 0 0 0 0,1 1 0 0 0,0 1 0 0 0,1 1 0 0 0,1-1 0 0 0,-12 31 0 0 0,23-48 0 0 0,-1 1 0 0 0,1 0 0 0 0,-1 0 0 0 0,1 0 0 0 0,0-1 0 0 0,1 1 0 0 0,-1 0 0 0 0,1 0 0 0 0,-1 1 0 0 0,1-1 0 0 0,0 0 0 0 0,1 0 0 0 0,-1 0 0 0 0,1 0 0 0 0,0 0 0 0 0,0 0 0 0 0,0-1 0 0 0,0 1 0 0 0,1 0 0 0 0,-1 0 0 0 0,1-1 0 0 0,0 1 0 0 0,0-1 0 0 0,1 1 0 0 0,-1-1 0 0 0,1 0 0 0 0,-1 0 0 0 0,1 0 0 0 0,4 3 0 0 0,-2-3 0 0 0,0 1 0 0 0,0-1 0 0 0,0-1 0 0 0,1 1 0 0 0,-1-1 0 0 0,1 1 0 0 0,0-2 0 0 0,0 1 0 0 0,0-1 0 0 0,0 0 0 0 0,0 0 0 0 0,0 0 0 0 0,0-1 0 0 0,0 0 0 0 0,0 0 0 0 0,0-1 0 0 0,0 1 0 0 0,9-4 0 0 0,3-1 0 0 0,1 0 0 0 0,-1-2 0 0 0,-1 0 0 0 0,1-1 0 0 0,-1-1 0 0 0,-1-1 0 0 0,0 0 0 0 0,0-1 0 0 0,-1-1 0 0 0,0 0 0 0 0,-1-1 0 0 0,0 0 0 0 0,-1-1 0 0 0,-1-1 0 0 0,15-23 0 0 0,-23 31 0 0 0,0-1 0 0 0,-1 1 0 0 0,0-1 0 0 0,0 0 0 0 0,0 0 0 0 0,-1 0 0 0 0,1-13 0 0 0,-3 20 0 0 0,1 0 0 0 0,-1 0 0 0 0,0 0 0 0 0,0-1 0 0 0,0 1 0 0 0,0 0 0 0 0,0 0 0 0 0,0-1 0 0 0,0 1 0 0 0,-1 0 0 0 0,1 0 0 0 0,0 0 0 0 0,-1-1 0 0 0,1 1 0 0 0,-1 0 0 0 0,1 0 0 0 0,-1 0 0 0 0,1 0 0 0 0,-1 0 0 0 0,0 0 0 0 0,-1-1 0 0 0,0-2 0 0 0,1 3 0 0 0,-9-19 0 0 0,8 19 0 0 0,-1 0 0 0 0,1-1 0 0 0,-1 1 0 0 0,1 0 0 0 0,-1 0 0 0 0,0 1 0 0 0,1-1 0 0 0,-1 0 0 0 0,0 1 0 0 0,0 0 0 0 0,1 0 0 0 0,-1-1 0 0 0,-4 2 0 0 0,1-2 0 0 0,-1 1 0 0 0,0 1 0 0 0,1-1 0 0 0,-1 1 0 0 0,0 0 0 0 0,1 1 0 0 0,-1-1 0 0 0,1 1 0 0 0,0 0 0 0 0,0 1 0 0 0,0 0 0 0 0,0 0 0 0 0,0 0 0 0 0,0 1 0 0 0,1-1 0 0 0,-1 1 0 0 0,1 1 0 0 0,-8 8 0 0 0,4-3 0 0 0,9 3 0 0 0,17-1-1754 0 0,-2-6-2942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1.6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81 1 2172 0 0,'0'0'24596'0'0,"-5"3"-22711"0"0,1-2-1309 0 0,2 0-421 0 0,1-1 1 0 0,-1 1-1 0 0,1-1 1 0 0,-1 1-1 0 0,1 0 1 0 0,-1-1-1 0 0,1 1 1 0 0,-1 0-1 0 0,1 0 1 0 0,0 0-1 0 0,0 0 1 0 0,0 0 0 0 0,-1 1-1 0 0,1-1 1 0 0,0 0-1 0 0,0 0 1 0 0,1 1-1 0 0,-1-1 1 0 0,0 1-1 0 0,0-1 1 0 0,0 3-1 0 0,-9 9-10 0 0,-5 17-173 0 0,9-18 28 0 0,4-2 0 0 0,-3-2 0 0 0,0 0-144 0 0,6-10-318 0 0,0-1 0 0 0,0 0 0 0 0,-1 1 1 0 0,1-1-1 0 0,-1 1 0 0 0,1-1 0 0 0,-1 0 0 0 0,0 1 0 0 0,0-1 1 0 0,0-3-1 0 0,0-1-1458 0 0,0-12-7773 0 0,-6 6 740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1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177 9 2092 0 0,'0'0'9992'0'0,"-3"-3"-8305"0"0,2 3-1304 0 0,0-1 0 0 0,0 0-1 0 0,-1 0 1 0 0,1 1-1 0 0,-1-1 1 0 0,1 1 0 0 0,0-1-1 0 0,-1 1 1 0 0,1 0 0 0 0,-1 0-1 0 0,1 0 1 0 0,-1-1 0 0 0,1 1-1 0 0,-1 0 1 0 0,1 1-1 0 0,-1-1 1 0 0,1 0 0 0 0,0 0-1 0 0,-1 1 1 0 0,1-1 0 0 0,-1 1-1 0 0,1-1 1 0 0,0 1 0 0 0,-1-1-1 0 0,1 1 1 0 0,0 0-1 0 0,-2 1 1 0 0,-8 3-154 0 0,7-3 441 0 0,1 1 1 0 0,-1-1-1 0 0,1 1 0 0 0,-1 0 0 0 0,1 0 0 0 0,0 1 0 0 0,0-1 0 0 0,1 1 0 0 0,-1-1 0 0 0,1 1 1 0 0,-3 4-1 0 0,-1 1-659 0 0,4 2-11 0 0,-1-2 0 0 0,2 2 0 0 0,1-8 0 0 0,0 0 0 0 0,0-1 0 0 0,1 1 0 0 0,-1-1 0 0 0,1 1 0 0 0,-1 0 0 0 0,1-1 0 0 0,0 1 0 0 0,0-1 0 0 0,0 0 0 0 0,0 1 0 0 0,0-1 0 0 0,1 0 0 0 0,-1 1 0 0 0,1-1 0 0 0,-1 0 0 0 0,1 0 0 0 0,0 0 0 0 0,0-1 0 0 0,0 1 0 0 0,0 0 0 0 0,3 1 0 0 0,2 1 0 0 0,1 0 0 0 0,-1-1 0 0 0,1 0 0 0 0,0 0 0 0 0,10 2 0 0 0,10 3 0 0 0,15 7 0 0 0,-36-14 0 0 0,0 1 0 0 0,1 0 0 0 0,-1 1 0 0 0,0 0 0 0 0,0 0 0 0 0,0 0 0 0 0,-1 1 0 0 0,1 0 0 0 0,-1 0 0 0 0,0 1 0 0 0,0-1 0 0 0,-1 1 0 0 0,1 1 0 0 0,-1-1 0 0 0,6 9 0 0 0,-7-4 0 0 0,-1 5 0 0 0,-7 0 0 0 0,2-10 0 0 0,-1-1 0 0 0,1 0 0 0 0,-1 1 0 0 0,1-1 0 0 0,-1 0 0 0 0,-1-1 0 0 0,1 1 0 0 0,0 0 0 0 0,-1-1 0 0 0,0 0 0 0 0,0 0 0 0 0,0 0 0 0 0,0 0 0 0 0,0-1 0 0 0,-1 0 0 0 0,1 1 0 0 0,-1-2 0 0 0,1 1 0 0 0,-1 0 0 0 0,0-1 0 0 0,0 0 0 0 0,1 0 0 0 0,-1 0 0 0 0,0-1 0 0 0,0 0 0 0 0,-8 0 0 0 0,-14-1 0 0 0,-1-1 0 0 0,1-1 0 0 0,-43-12 0 0 0,45 10 0 0 0,11 2 0 0 0,-3-2 0 0 0,5-1 0 0 0,7-5-354 0 0,9 3 539 0 0,7-13-8809 0 0,-3 7-1381 0 0,-3 5 2149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2.5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59 1984 0 0,'6'-1'441'0'0,"6"0"11011"0"0,-8 1-9616 0 0,-2 0 136 0 0,3 0-125 0 0,45 0 783 0 0,-1-2 1 0 0,0-3-1 0 0,0-1 1 0 0,50-14-1 0 0,-84 17-2547 0 0,-12 4-83 0 0,24-16 0 0 0,-20 10-38 0 0,-8 6-1 0 0,1-1 1 0 0,-1 0-1 0 0,1 0 0 0 0,-1 1 0 0 0,1-1 1 0 0,-1 0-1 0 0,0 0 0 0 0,1 0 1 0 0,-1 1-1 0 0,1-1 0 0 0,-1 0 0 0 0,0 0 1 0 0,1 0-1 0 0,-1 0 0 0 0,0 0 1 0 0,1 0-1 0 0,-1 0 0 0 0,0-1 0 0 0,1 1 1 0 0,-1 0-1 0 0,1 0 0 0 0,-2-1 1 0 0,0 1-164 0 0,1-1 1 0 0,-1 1 0 0 0,1-1 0 0 0,-1 1 0 0 0,0 0 0 0 0,1 0 0 0 0,-1 0 0 0 0,0 0 0 0 0,1 0 0 0 0,-1 0 0 0 0,0 0 0 0 0,1 1-1 0 0,-3-1 1 0 0,-17 4-2223 0 0,-3 1-4618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4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106 6 1368 0 0,'-10'-6'31163'0'0,"4"12"-31132"0"0,1 1 0 0 0,0-1 0 0 0,1 1 0 0 0,0 0 0 0 0,0 0 1 0 0,0 0-1 0 0,1 1 0 0 0,-5 15 0 0 0,-13 73-42 0 0,8-28-22 0 0,12-26 33 0 0,2-31 0 0 0,-1-10 0 0 0,0-1 0 0 0,0 0 0 0 0,0 0 0 0 0,0 0 0 0 0,0 0 0 0 0,0 1 0 0 0,0-1 0 0 0,0 0 0 0 0,0 0 0 0 0,0 0 0 0 0,0 0 0 0 0,1 1 0 0 0,-1-1 0 0 0,0 0 0 0 0,0 0 0 0 0,0 0 0 0 0,0 0 0 0 0,0 1 0 0 0,0-1 0 0 0,0 0 0 0 0,1 0 0 0 0,-1 0 0 0 0,0 0 0 0 0,0 0 0 0 0,0 0 0 0 0,0 0 0 0 0,1 0 0 0 0,-1 0 0 0 0,0 1 0 0 0,0-1 0 0 0,0 0 0 0 0,0 0 0 0 0,1 0 0 0 0,-1 0 0 0 0,0 0 0 0 0,0 0 0 0 0,0 0 0 0 0,0 0 0 0 0,1 0 0 0 0,-1 0 0 0 0,0 0 0 0 0,0 0 0 0 0,0 0 0 0 0,1 0 0 0 0,-1-1 0 0 0,0 1 0 0 0,0 0 0 0 0,0 0 0 0 0,0 0 0 0 0,1 0 0 0 0,-1 0 0 0 0,2-3-131 0 0,-1 1 1 0 0,1-1-1 0 0,-1 1 1 0 0,1-1-1 0 0,-1 0 1 0 0,0 1-1 0 0,0-1 1 0 0,-1 0-1 0 0,1 0 1 0 0,0 0-1 0 0,-1 0 1 0 0,0 0-1 0 0,1 0 1 0 0,-1 0-1 0 0,0 0 1 0 0,-1 0-1 0 0,0-3 0 0 0,1 0-560 0 0,-1 0 0 0 0,0 0-1 0 0,-1 0 1 0 0,1 0 0 0 0,-1 1 0 0 0,-1-1-1 0 0,1 0 1 0 0,-6-8 0 0 0,2 6-8466 0 0,-5 0 699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7.6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82 560 0 0,'0'0'545'0'0,"1"1"1"0"0,-1-1-1 0 0,0 1 0 0 0,0-1 1 0 0,0 1-1 0 0,0-1 0 0 0,1 1 1 0 0,-1-1-1 0 0,0 1 0 0 0,1-1 1 0 0,-1 1-1 0 0,0-1 1 0 0,1 0-1 0 0,-1 1 0 0 0,0-1 1 0 0,1 1-1 0 0,-1-1 0 0 0,1 0 1 0 0,-1 1-1 0 0,1-1 0 0 0,-1 0 1 0 0,0 0-1 0 0,1 1 0 0 0,-1-1 1 0 0,1 0-1 0 0,-1 0 0 0 0,1 0 1 0 0,0 0-1 0 0,0 0 0 0 0,26 3 6018 0 0,34-9-4726 0 0,-49 4 356 0 0,56-1 7 0 0,-33 3-673 0 0,56-9 0 0 0,-76 6-1527 0 0,-1-1 0 0 0,15-12-2654 0 0,-5-8-7115 0 0,-3 2 1249 0 0,-15 17 1872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31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169 23 36 0 0,'0'0'1316'0'0,"42"-22"29207"0"0,-49 24-29771 0 0,-22 7-612 0 0,14-5-140 0 0,1-1 0 0 0,5 3 0 0 0,-3 0 0 0 0,-20 5 0 0 0,25-9 0 0 0,0 0 0 0 0,0 1 0 0 0,0 0 0 0 0,0 0 0 0 0,1 0 0 0 0,-9 7 0 0 0,4-3 0 0 0,5 1 0 0 0,2 2 0 0 0,14 5 0 0 0,-4-11 0 0 0,0-1 0 0 0,0 0 0 0 0,0-1 0 0 0,0 1 0 0 0,1-1 0 0 0,-1-1 0 0 0,1 1 0 0 0,-1-1 0 0 0,1 0 0 0 0,8 0 0 0 0,-7 0 0 0 0,0 0 0 0 0,0 0 0 0 0,0 0 0 0 0,0 1 0 0 0,-1 1 0 0 0,15 5 0 0 0,-15-4 0 0 0,-1-1 0 0 0,0 1 0 0 0,0 0 0 0 0,0 1 0 0 0,0-1 0 0 0,-1 1 0 0 0,0 0 0 0 0,0 1 0 0 0,0-1 0 0 0,8 13 0 0 0,-11-14 0 0 0,1 1 0 0 0,-1-1 0 0 0,0 1 0 0 0,0-1 0 0 0,-1 1 0 0 0,0 0 0 0 0,1 0 0 0 0,-2 0 0 0 0,1-1 0 0 0,0 1 0 0 0,-1 0 0 0 0,0 0 0 0 0,0 0 0 0 0,-1 0 0 0 0,1 0 0 0 0,-1 0 0 0 0,0 0 0 0 0,0 0 0 0 0,-1-1 0 0 0,0 1 0 0 0,1 0 0 0 0,-1-1 0 0 0,-1 1 0 0 0,1-1 0 0 0,-1 0 0 0 0,0 0 0 0 0,0 0 0 0 0,0 0 0 0 0,-5 5 0 0 0,6-8 0 0 0,-1 2 0 0 0,0-1 0 0 0,-1 1 0 0 0,1-1 0 0 0,0 0 0 0 0,-1 0 0 0 0,1 0 0 0 0,-1-1 0 0 0,0 1 0 0 0,0-1 0 0 0,0 0 0 0 0,0 0 0 0 0,1 0 0 0 0,-1-1 0 0 0,0 1 0 0 0,0-1 0 0 0,0 0 0 0 0,0 0 0 0 0,0-1 0 0 0,0 1 0 0 0,0-1 0 0 0,-6-1 0 0 0,-6 0 0 0 0,9 1 0 0 0,-1 0 0 0 0,1 0 0 0 0,0-1 0 0 0,0 0 0 0 0,0 0 0 0 0,1-1 0 0 0,-1 0 0 0 0,0 0 0 0 0,1-1 0 0 0,0 1 0 0 0,0-1 0 0 0,0-1 0 0 0,0 1 0 0 0,-5-6 0 0 0,5 2 0 0 0,-1 0 0 0 0,7 1 0 0 0,15 4-377 0 0,-11 2-1981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8.9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5 1708 0 0,'4'-5'31002'0'0,"-10"16"-30994"0"0,1 0 0 0 0,0 1-1 0 0,1-1 1 0 0,1 1 0 0 0,-1 0 0 0 0,2 0-1 0 0,0 0 1 0 0,-1 17 0 0 0,0-9-12 0 0,0 0-1 0 0,-9 27 1 0 0,11-36 4 0 0,1 5 0 0 0,0-4 0 0 0,0 0 0 0 0,1-1 0 0 0,6-3 0 0 0,3-2-160 0 0,-8-5-785 0 0,2-21-18909 0 0,-3 16 13214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5:59.4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 1 120 0 0,'-1'0'16686'0'0,"-18"6"-1494"0"0,20 1-14542 0 0,16 9-531 0 0,-10-13-119 0 0,-1-1 0 0 0,1 0 0 0 0,0 0 0 0 0,-1 0 0 0 0,1-1 0 0 0,0 0 0 0 0,0-1 0 0 0,0 0 0 0 0,0 0 0 0 0,0 0 0 0 0,0-1 0 0 0,7-1 0 0 0,4 1 0 0 0,7-3 0 0 0,-8 0 0 0 0,-1 1 0 0 0,1 1 0 0 0,31-1 0 0 0,-38 4-68 0 0,-8-1-718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0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39 8 492 0 0,'-3'-7'25284'0'0,"1"11"-24905"0"0,-1 0 1 0 0,2 0-1 0 0,-1 1 1 0 0,0-1-1 0 0,1 1 0 0 0,0 0 1 0 0,0-1-1 0 0,0 1 1 0 0,1 0-1 0 0,0 8 1 0 0,-3 18 1136 0 0,-1 57-695 0 0,4-66-661 0 0,-1-1 0 0 0,-4 32 0 0 0,4-36-160 0 0,2-11 0 0 0,-1-1 0 0 0,1 1 0 0 0,-2-1 0 0 0,1 1 0 0 0,0-1 0 0 0,-1 1 0 0 0,0-1 0 0 0,0 0 0 0 0,-4 9 0 0 0,4 1 0 0 0,1-4 0 0 0,0-1-265 0 0,6-32-2648 0 0,3-11-5341 0 0,-9 26 2853 0 0,2 2 2609 0 0,0 0 418 0 0,-1-5-3678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1.60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29 996 0 0,'0'0'5653'0'0,"-2"-5"-4136"0"0,2 4-572 0 0,-1 0-1 0 0,1 1 1 0 0,0-1-1 0 0,0 0 1 0 0,-1 0 0 0 0,1 0-1 0 0,0 0 1 0 0,0 0-1 0 0,0 0 1 0 0,0 1 0 0 0,0-1-1 0 0,0 0 1 0 0,0 0-1 0 0,0 0 1 0 0,0 0-1 0 0,0 0 1 0 0,0 0 0 0 0,1 0-1 0 0,0-1 1 0 0,26-1-311 0 0,-1 2 1 0 0,1 1-1 0 0,0 1 0 0 0,0 1 1 0 0,0 1-1 0 0,-1 2 0 0 0,1 0 1 0 0,26 10-1 0 0,-52-14-634 0 0,0 0 0 0 0,0 0 0 0 0,0 0 0 0 0,0 1 0 0 0,0-1 0 0 0,0 0 0 0 0,0 0 0 0 0,0 0 0 0 0,-1 1 0 0 0,1-1 0 0 0,-1 1 0 0 0,1-1 0 0 0,-1 0 0 0 0,1 1 0 0 0,-1-1 0 0 0,0 1 0 0 0,0-1 0 0 0,1 1 0 0 0,-1-1 0 0 0,0 1 0 0 0,-1 2 0 0 0,-2 3 0 0 0,0 1 0 0 0,-1-1 0 0 0,0 0 0 0 0,0 0 0 0 0,-1-1 0 0 0,0 1 0 0 0,0-1 0 0 0,0 0 0 0 0,-1 0 0 0 0,0-1 0 0 0,-10 8 0 0 0,-19 14 0 0 0,-38 23 0 0 0,36-26 0 0 0,-41 34 0 0 0,71-52 0 0 0,-4 1 0 0 0,11-7 0 0 0,0 0 0 0 0,0 1 0 0 0,0-1 0 0 0,0 0 0 0 0,-1 0 0 0 0,1 1 0 0 0,0-1 0 0 0,0 0 0 0 0,0 1 0 0 0,0-1 0 0 0,0 0 0 0 0,0 0 0 0 0,0 1 0 0 0,0-1 0 0 0,0 0 0 0 0,0 1 0 0 0,0-1 0 0 0,0 0 0 0 0,0 0 0 0 0,0 1 0 0 0,0-1 0 0 0,0 0 0 0 0,0 1 0 0 0,0-1 0 0 0,0 0 0 0 0,0 0 0 0 0,1 1 0 0 0,-1-1 0 0 0,0 0 0 0 0,0 0 0 0 0,0 1 0 0 0,0-1 0 0 0,1 0 0 0 0,-1 0 0 0 0,0 1 0 0 0,11 2 0 0 0,-1 0 0 0 0,1-1 0 0 0,-1-1 0 0 0,12 1 0 0 0,-13-1 0 0 0,0-1 0 0 0,-1 1 0 0 0,1 0 0 0 0,0 1 0 0 0,0 0 0 0 0,-1 0 0 0 0,1 1 0 0 0,-1 0 0 0 0,0 0 0 0 0,16 10 0 0 0,-18-8 0 0 0,0 0 0 0 0,-1 0 0 0 0,1 1 0 0 0,-1-1 0 0 0,0 1 0 0 0,-1 1 0 0 0,1-1 0 0 0,-1 1 0 0 0,-1-1 0 0 0,1 1 0 0 0,-1 0 0 0 0,0 1 0 0 0,-1-1 0 0 0,3 12 0 0 0,-3-4 0 0 0,1-4 0 0 0,0-3 0 0 0,7-4 0 0 0,4-6 0 0 0,2-5 0 0 0,-10-1 0 0 0,-4-12 18 0 0,-3 18-299 0 0,1-1-1114 0 0,-20 2-17495 0 0,15 1 12019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39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98 5 1760 0 0,'0'0'18337'0'0,"-5"-1"-17533"0"0,-19-2 10810 0 0,22 3-11393 0 0,-9 0-190 0 0,0 13-31 0 0,8-6 0 0 0,1 0 0 0 0,1 0 0 0 0,-1 1 0 0 0,1-1 0 0 0,0 9 0 0 0,-3 18 0 0 0,-4-4 0 0 0,-14 81 0 0 0,22-96 0 0 0,0-1 0 0 0,0-3 0 0 0,8-9-187 0 0,9-10-911 0 0,-13 6-869 0 0,-4-9-5758 0 0,7-3-8665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4.82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 1992 0 0,'0'0'29301'0'0,"1"4"-28371"0"0,-1-2-913 0 0,1 0 0 0 0,0 0 0 0 0,0 0 0 0 0,0-1 0 0 0,0 1 0 0 0,0 0 0 0 0,0 0 0 0 0,0-1 0 0 0,1 1 0 0 0,-1 0 0 0 0,0-1 0 0 0,1 1 0 0 0,-1-1 0 0 0,1 0 0 0 0,0 1 0 0 0,0-1 0 0 0,-1 0 0 0 0,1 0 0 0 0,0 0 0 0 0,0 0 0 0 0,0-1 0 0 0,0 1 0 0 0,0 0 0 0 0,0-1 0 0 0,0 1 0 0 0,0-1 0 0 0,0 0 0 0 0,0 0 0 0 0,0 0 0 0 0,0 0 0 0 0,3 0 0 0 0,11 2-17 0 0,0-1 0 0 0,1 0 0 0 0,-1-1 0 0 0,1-1 0 0 0,-1-1 0 0 0,0 0 0 0 0,24-7 0 0 0,-7 3 0 0 0,-6-1 0 0 0,-18 4 0 0 0,1 0 0 0 0,0 1 0 0 0,-1 0 0 0 0,18-1 0 0 0,-26 3 0 0 0,5 0 0 0 0,-7 2 0 0 0,-18 10 0 0 0,9-5 0 0 0,4-2-156 0 0,5-4-1353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6.7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 88 52 0 0,'1'1'151'0'0,"10"19"10949"0"0,-11-18-6958 0 0,4 28 3985 0 0,0 1-3085 0 0,-4-29-4563 0 0,0 40 2539 0 0,1-23-2723 0 0,2 88 66 0 0,-1-95-361 0 0,0-8 0 0 0,-1-5 0 0 0,-5-26 0 0 0,-1 12 0 0 0,3 4 0 0 0,-3 0 0 0 0,-1 0 0 0 0,0-1 0 0 0,4 1 0 0 0,-1-2 0 0 0,2 9 0 0 0,1 1 0 0 0,-1-1 0 0 0,1 0 0 0 0,0 1 0 0 0,0-1 0 0 0,0 0 0 0 0,1 0 0 0 0,-1 1 0 0 0,1-1 0 0 0,0 1 0 0 0,0-1 0 0 0,0 1 0 0 0,0-1 0 0 0,1 1 0 0 0,-1-1 0 0 0,1 1 0 0 0,3-5 0 0 0,9-22 0 0 0,-12 23 0 0 0,2-1 0 0 0,-1 1 0 0 0,1 0 0 0 0,0 0 0 0 0,0 0 0 0 0,1 1 0 0 0,0-1 0 0 0,0 1 0 0 0,8-6 0 0 0,8-13 0 0 0,29-19 0 0 0,-44 41 0 0 0,4 12 0 0 0,-1 1 0 0 0,1-3 0 0 0,-3-1 0 0 0,0 3 0 0 0,-3-4-57 0 0,-3-4-497 0 0,6 1-9300 0 0,-1-1 6966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1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142 1 648 0 0,'6'0'-209'0'0,"12"1"19212"0"0,-22 3-17760 0 0,-85 68 8591 0 0,80-62-9600 0 0,1 0 0 0 0,0 1 0 0 0,0 0 0 0 0,1 0 0 0 0,-10 21 0 0 0,15-27-185 0 0,-1 0 1 0 0,1 0 0 0 0,0 1-1 0 0,1-1 1 0 0,-1 0 0 0 0,1 1-1 0 0,0-1 1 0 0,1 1 0 0 0,-1-1-1 0 0,1 1 1 0 0,0 0 0 0 0,0-1-1 0 0,1 1 1 0 0,-1-1 0 0 0,1 1-1 0 0,2 5 1 0 0,-1-9-50 0 0,-1 0 0 0 0,1 0 0 0 0,-1-1 0 0 0,1 1 0 0 0,0 0 0 0 0,0 0 0 0 0,0-1 0 0 0,0 0 0 0 0,0 1 0 0 0,0-1 0 0 0,0 0 0 0 0,0 0 0 0 0,0 0 0 0 0,1 0 0 0 0,-1 0 0 0 0,0 0 0 0 0,1-1 0 0 0,-1 1 0 0 0,1-1 0 0 0,-1 0 0 0 0,1 0 0 0 0,-1 0 0 0 0,1 0 0 0 0,-1 0 0 0 0,0 0 0 0 0,5-1 0 0 0,2 0 0 0 0,1-1 0 0 0,0 0 0 0 0,-1 0 0 0 0,1-1 0 0 0,9-4 0 0 0,-14 5 0 0 0,8-4 0 0 0,-1 1 0 0 0,0-2 0 0 0,0 0 0 0 0,17-13 0 0 0,-26 17 0 0 0,1 0 0 0 0,-1 0 0 0 0,1-1 0 0 0,-1 0 0 0 0,0 1 0 0 0,-1-1 0 0 0,1-1 0 0 0,-1 1 0 0 0,1 0 0 0 0,-1 0 0 0 0,-1-1 0 0 0,1 1 0 0 0,-1-1 0 0 0,1 0 0 0 0,-1 1 0 0 0,0-1 0 0 0,-1 0 0 0 0,1-8 0 0 0,-2-3 0 0 0,-3 2 0 0 0,4 14 0 0 0,-1-2 0 0 0,1 1 0 0 0,0 0 0 0 0,0 0 0 0 0,-1-1 0 0 0,1 1 0 0 0,0 0 0 0 0,-1 0 0 0 0,0 0 0 0 0,1 0 0 0 0,-1 0 0 0 0,1 0 0 0 0,-1 0 0 0 0,0 0 0 0 0,0 0 0 0 0,0 0 0 0 0,0 0 0 0 0,1 0 0 0 0,-1 0 0 0 0,0 1 0 0 0,0-1 0 0 0,0 0 0 0 0,-3 0 0 0 0,-4-3 0 0 0,-4 1 0 0 0,-5 0 0 0 0,4 0 0 0 0,7 0-293 0 0,4 2-1288 0 0,6 0-3731 0 0,12-4 2421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7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85 1 956 0 0,'0'1'2783'0'0,"-2"11"7409"0"0,-4-7-8284 0 0,0 0-1 0 0,0 0 0 0 0,0-1 0 0 0,0 1 1 0 0,-9 3-1 0 0,-10 22 4280 0 0,17-10-4982 0 0,3-7-1205 0 0,5 0 0 0 0,5-1 0 0 0,0-2 0 0 0,-5-9 0 0 0,0 0 0 0 0,0-1 0 0 0,1 1 0 0 0,-1 0 0 0 0,0-1 0 0 0,1 1 0 0 0,-1-1 0 0 0,0 1 0 0 0,1-1 0 0 0,-1 1 0 0 0,1-1 0 0 0,-1 1 0 0 0,0-1 0 0 0,1 1 0 0 0,0-1 0 0 0,-1 0 0 0 0,1 1 0 0 0,-1-1 0 0 0,1 0 0 0 0,-1 1 0 0 0,1-1 0 0 0,1 1 0 0 0,2 0 0 0 0,8 2 0 0 0,-8-2 0 0 0,1-1 0 0 0,-1 0 0 0 0,0 1 0 0 0,1-2 0 0 0,-1 1 0 0 0,0 0 0 0 0,0-1 0 0 0,1 0 0 0 0,-1 0 0 0 0,0 0 0 0 0,0 0 0 0 0,0-1 0 0 0,0 0 0 0 0,0 1 0 0 0,7-6 0 0 0,3-1 0 0 0,1 2 0 0 0,-8 4 0 0 0,-1-1 0 0 0,0 0 0 0 0,0-1 0 0 0,0 1 0 0 0,0-1 0 0 0,0 0 0 0 0,-1-1 0 0 0,0 1 0 0 0,5-6 0 0 0,-3 3 0 0 0,-7 6 0 0 0,0 1 0 0 0,0 0 0 0 0,1 0 0 0 0,-1 0 0 0 0,0 0 0 0 0,0 0 0 0 0,0 0 0 0 0,0 0 0 0 0,0 0 0 0 0,0 0 0 0 0,0-1 0 0 0,0 1 0 0 0,1 0 0 0 0,-1 0 0 0 0,0 0 0 0 0,0 0 0 0 0,0 0 0 0 0,0 0 0 0 0,0 0 0 0 0,0-1 0 0 0,0 1 0 0 0,0 0 0 0 0,0 0 0 0 0,0 0 0 0 0,0 0 0 0 0,0 0 0 0 0,0-1 0 0 0,0 1 0 0 0,0 0 0 0 0,0 0 0 0 0,0 0 0 0 0,0 0 0 0 0,0 0 0 0 0,0 0 0 0 0,0-1 0 0 0,0 1 0 0 0,0 0 0 0 0,0 0 0 0 0,0 0 0 0 0,0 0 0 0 0,0 0 0 0 0,0 0 0 0 0,0-1 0 0 0,0 1 0 0 0,0 0 0 0 0,0 0 0 0 0,-1 0 0 0 0,1 0 0 0 0,0 0 0 0 0,0 0 0 0 0,0 0 0 0 0,0 0 0 0 0,0-1 0 0 0,0 1 0 0 0,0 0 0 0 0,-1 0 0 0 0,-23-1 0 0 0,20 3 0 0 0,-1-1 0 0 0,1 1 0 0 0,-1 0 0 0 0,1 1 0 0 0,0-1 0 0 0,0 1 0 0 0,0-1 0 0 0,0 1 0 0 0,1 0 0 0 0,-1 1 0 0 0,1-1 0 0 0,0 1 0 0 0,-1-1 0 0 0,2 1 0 0 0,-1 0 0 0 0,0 0 0 0 0,-3 8 0 0 0,2 2 0 0 0,3-13 0 0 0,1-1 0 0 0,0 1 0 0 0,-1 0 0 0 0,1-1 0 0 0,0 1 0 0 0,0 0 0 0 0,0 0 0 0 0,0-1 0 0 0,0 1 0 0 0,0 0 0 0 0,0 0 0 0 0,0 0 0 0 0,0-1 0 0 0,0 1 0 0 0,0 0 0 0 0,1-1 0 0 0,-1 1 0 0 0,0 0 0 0 0,0 0 0 0 0,1-1 0 0 0,-1 1 0 0 0,0 0 0 0 0,1-1 0 0 0,-1 1 0 0 0,1 0 0 0 0,-1-1 0 0 0,1 1 0 0 0,-1-1 0 0 0,1 1 0 0 0,-1-1 0 0 0,1 1 0 0 0,0-1 0 0 0,-1 0 0 0 0,1 1 0 0 0,0-1 0 0 0,1 1 0 0 0,0 0 0 0 0,0 0 0 0 0,0 1 0 0 0,0-1 0 0 0,1-1 0 0 0,-1 1 0 0 0,0 0 0 0 0,1 0 0 0 0,-1-1 0 0 0,0 0 0 0 0,1 1 0 0 0,-1-1 0 0 0,1 0 0 0 0,-1 0 0 0 0,1 0 0 0 0,-1-1 0 0 0,0 1 0 0 0,1 0 0 0 0,-1-1 0 0 0,0 0 0 0 0,5-1 0 0 0,-3 1 0 0 0,27-6 0 0 0,-1-1 0 0 0,0-1 0 0 0,0-2 0 0 0,-2-1 0 0 0,38-20 0 0 0,-61 30 0 0 0,18-19 0 0 0,-14 11 0 0 0,-6 0 0 0 0,-2-2 0 0 0,-8 1-345 0 0,5 9-1890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2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219 7 1464 0 0,'-2'-6'11843'0'0,"-3"6"-4881"0"0,-10 10-2734 0 0,-5 11-5302 0 0,12-10 3985 0 0,-122 209 3522 0 0,123-205-6433 0 0,1-1 0 0 0,0 1 0 0 0,1 0 0 0 0,1 0 0 0 0,1 1 0 0 0,0 0 0 0 0,1-1 0 0 0,0 1 0 0 0,2 0 0 0 0,1 30 0 0 0,0-42 0 0 0,0 1 0 0 0,0 0 0 0 0,0-1 0 0 0,1 0 0 0 0,-1 1 0 0 0,1-1 0 0 0,0 0 0 0 0,1 0 0 0 0,-1 0 0 0 0,1 0 0 0 0,-1 0 0 0 0,1 0 0 0 0,0-1 0 0 0,0 1 0 0 0,1-1 0 0 0,-1 0 0 0 0,1 0 0 0 0,0 0 0 0 0,0-1 0 0 0,0 1 0 0 0,0-1 0 0 0,0 0 0 0 0,0 0 0 0 0,1 0 0 0 0,-1-1 0 0 0,0 0 0 0 0,1 0 0 0 0,0 0 0 0 0,-1 0 0 0 0,8 0 0 0 0,1 0 0 0 0,-1 0 0 0 0,1-2 0 0 0,-1 1 0 0 0,1-1 0 0 0,-1-1 0 0 0,1 0 0 0 0,-1-1 0 0 0,0-1 0 0 0,0 1 0 0 0,17-9 0 0 0,-4-5 0 0 0,-25 17 0 0 0,0 0 0 0 0,0 0 0 0 0,0 0 0 0 0,1 0 0 0 0,-1 0 0 0 0,0 0 0 0 0,0 0 0 0 0,0 0 0 0 0,0 0 0 0 0,1 0 0 0 0,-1-1 0 0 0,0 1 0 0 0,0 0 0 0 0,0 0 0 0 0,0 0 0 0 0,0 0 0 0 0,1 0 0 0 0,-1-1 0 0 0,0 1 0 0 0,0 0 0 0 0,0 0 0 0 0,0 0 0 0 0,0 0 0 0 0,0-1 0 0 0,0 1 0 0 0,0 0 0 0 0,0 0 0 0 0,0 0 0 0 0,0-1 0 0 0,0 1 0 0 0,0 0 0 0 0,0 0 0 0 0,0 0 0 0 0,0-1 0 0 0,0 1 0 0 0,0 0 0 0 0,0 0 0 0 0,0 0 0 0 0,0 0 0 0 0,0-1 0 0 0,0 1 0 0 0,0 0 0 0 0,0 0 0 0 0,0 0 0 0 0,-1 0 0 0 0,1-1 0 0 0,0 1 0 0 0,0 0 0 0 0,0 0 0 0 0,0 0 0 0 0,0 0 0 0 0,-1-1 0 0 0,-14-3-2717 0 0,-32 6-12461 0 0,45-2 14646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08.89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99 0 644 0 0,'-1'1'16694'0'0,"2"9"-1303"0"0,4-12-15363 0 0,3 0-27 0 0,0 0 0 0 0,0 1 0 0 0,0-1 0 0 0,0 2 0 0 0,0-1-1 0 0,0 1 1 0 0,0 0 0 0 0,0 1 0 0 0,0 0 0 0 0,16 4 0 0 0,-23-6-1 0 0,0 1 0 0 0,0 0 0 0 0,-1 0 0 0 0,1 0 0 0 0,0 0 0 0 0,-1 0 0 0 0,1 0 0 0 0,0 0 0 0 0,-1 0 0 0 0,1 0 0 0 0,0 0 0 0 0,-1 0 0 0 0,1 1 0 0 0,0-1 0 0 0,-1 0 0 0 0,1 0 0 0 0,0 1 0 0 0,-1-1 0 0 0,1 0 0 0 0,-1 1 0 0 0,1-1 0 0 0,-1 0 0 0 0,1 1 0 0 0,-1-1 0 0 0,1 1 0 0 0,-1-1 0 0 0,1 1 0 0 0,-1-1 0 0 0,1 1 0 0 0,-1 0 0 0 0,0-1 0 0 0,1 2 0 0 0,0-2 0 0 0,-1 1 0 0 0,1 0 0 0 0,-1-1 0 0 0,1 1 0 0 0,-1 0 0 0 0,1-1 0 0 0,-1 1 0 0 0,1 0 0 0 0,-1 0 0 0 0,0 0 0 0 0,1-1 0 0 0,-1 1 0 0 0,0 0 0 0 0,0 0 0 0 0,0 0 0 0 0,1 0 0 0 0,-1-1 0 0 0,0 1 0 0 0,0 0 0 0 0,0 0 0 0 0,-1 0 0 0 0,1 0 0 0 0,0-1 0 0 0,0 1 0 0 0,0 0 0 0 0,-1 0 0 0 0,1 0 0 0 0,0 0 0 0 0,-1-1 0 0 0,1 1 0 0 0,0 0 0 0 0,-1 0 0 0 0,1-1 0 0 0,-1 1 0 0 0,1 0 0 0 0,-1-1 0 0 0,0 1 0 0 0,0 0 0 0 0,-14 19 0 0 0,0-1 0 0 0,-2-1 0 0 0,0 0 0 0 0,-1-1 0 0 0,-1 0 0 0 0,-28 17 0 0 0,-9 11 0 0 0,52-44 0 0 0,3 0 0 0 0,0-1 0 0 0,0 0 0 0 0,1 1 0 0 0,-1-1 0 0 0,0 1 0 0 0,0-1 0 0 0,0 1 0 0 0,1-1 0 0 0,-1 1 0 0 0,0 0 0 0 0,1-1 0 0 0,-1 1 0 0 0,0 0 0 0 0,1-1 0 0 0,-1 1 0 0 0,1 0 0 0 0,-1 0 0 0 0,1 0 0 0 0,-1 0 0 0 0,1-1 0 0 0,-1 2 0 0 0,-2 11 0 0 0,8-1 0 0 0,-1-11 0 0 0,1 0 0 0 0,-1 1 0 0 0,0-1 0 0 0,0-1 0 0 0,1 1 0 0 0,-1-1 0 0 0,1 1 0 0 0,-1-1 0 0 0,0 0 0 0 0,8-2 0 0 0,51-7 0 0 0,-58 8 0 0 0,13-2 0 0 0,62-18 0 0 0,-77 20 0 0 0,-7 2 0 0 0,-25 4 0 0 0,14 0-129 0 0,5-3-1489 0 0,1 0-2629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0.7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253 0 860 0 0,'8'4'31806'0'0,"-37"-1"-31705"0"0,17-1-101 0 0,0 0 0 0 0,0 0 0 0 0,0 1 0 0 0,0 1 0 0 0,-17 7 0 0 0,17-6 0 0 0,-40 19 0 0 0,41-19 0 0 0,5 3 0 0 0,1 1 0 0 0,9 9 0 0 0,-2-3 0 0 0,1-3 0 0 0,-1-2 0 0 0,0-6 0 0 0,1 1 0 0 0,-1-1 0 0 0,0 0 0 0 0,1 0 0 0 0,0 0 0 0 0,0 0 0 0 0,0-1 0 0 0,1 1 0 0 0,-1-1 0 0 0,1 1 0 0 0,0-1 0 0 0,0 0 0 0 0,0-1 0 0 0,0 1 0 0 0,0-1 0 0 0,1 0 0 0 0,-1 0 0 0 0,9 3 0 0 0,11 6 0 0 0,34 19 0 0 0,-48-25 0 0 0,-10 6 0 0 0,-3-8 0 0 0,1 0 0 0 0,-1 0 0 0 0,0 0 0 0 0,1 0 0 0 0,-1 0 0 0 0,-1 0 0 0 0,1-1 0 0 0,0 1 0 0 0,-1-1 0 0 0,1 0 0 0 0,-1 0 0 0 0,1-1 0 0 0,-1 1 0 0 0,-6 1 0 0 0,-63 18 0 0 0,64-19 0 0 0,-34 4 0 0 0,29-6 0 0 0,-3-4 0 0 0,4-1 0 0 0,3-3 0 0 0,10-3 0 0 0,9-3 0 0 0,0 7 0 0 0,0 4-41 0 0,-6 3-488 0 0,-10-15-17771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 1004 0 0,'0'0'31294'0'0,"-4"5"-30888"0"0,-4 7-398 0 0,0 0 0 0 0,1 1-1 0 0,1 0 1 0 0,0 0 0 0 0,0 1 0 0 0,2 0 0 0 0,-4 15 0 0 0,1-8-8 0 0,4-15 0 0 0,1 0 0 0 0,1 0 0 0 0,-1 0 0 0 0,1 0 0 0 0,0 1 0 0 0,0-1 0 0 0,0 11 0 0 0,1-1 0 0 0,0-3 0 0 0,-3-1 0 0 0,6-4-47 0 0,-3-6-456 0 0,4-6-3225 0 0,4-10 1832 0 0,0-15-12901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0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55 640 0 0,'0'0'16032'0'0,"5"3"-14782"0"0,2 2-849 0 0,0-2-1 0 0,0 1 0 0 0,0-1 0 0 0,1 0 0 0 0,0-1 1 0 0,-1 0-1 0 0,1 0 0 0 0,0 0 0 0 0,0-1 0 0 0,0 0 1 0 0,0-1-1 0 0,0 0 0 0 0,0 0 0 0 0,12-2 1 0 0,19-3 353 0 0,64-16 0 0 0,-78 16-1804 0 0,39-13 160 0 0,-44 8-3772 0 0,-3-4-4474 0 0,-7 4 3680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2.51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131 0 1248 0 0,'-5'4'2446'0'0,"-25"20"20778"0"0,41-23-22701 0 0,0 0-1 0 0,0 1 1 0 0,0 0 0 0 0,0 1 0 0 0,-1 1 0 0 0,1-1-1 0 0,-1 2 1 0 0,14 6 0 0 0,-12 21 621 0 0,-12-29-1144 0 0,0-1 0 0 0,0 1 0 0 0,-1-1 0 0 0,1 1 0 0 0,0-1 0 0 0,-1 0 0 0 0,0 1 0 0 0,0-1 0 0 0,1 1 0 0 0,-1-1 0 0 0,-1 0 0 0 0,1 0 0 0 0,0 0 0 0 0,0 0 0 0 0,-1 0 0 0 0,0 0 0 0 0,1 0 0 0 0,-3 2 0 0 0,-31 29 0 0 0,-116 75 0 0 0,141-100 0 0 0,8 0 0 0 0,17-2 0 0 0,0-5 0 0 0,0-2 0 0 0,0 0 0 0 0,-1 0 0 0 0,1-2 0 0 0,-1 0 0 0 0,25-8 0 0 0,26-6 0 0 0,-49 12 0 0 0,-8 2 0 0 0,1 1-358 0 0,-7 2-1925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2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98 720 0 0,'0'0'18878'0'0,"1"5"-17611"0"0,-1 9 158 0 0,0 1-1 0 0,-1 0 0 0 0,-1 0 0 0 0,0-1 1 0 0,0 1-1 0 0,-10 27 0 0 0,-1 9 480 0 0,12-50-1903 0 0,1 0 1 0 0,0 0-1 0 0,-1 0 1 0 0,1-1-1 0 0,0 1 1 0 0,0 0-1 0 0,-1 0 1 0 0,1 0-1 0 0,0 0 1 0 0,0-1-1 0 0,0 1 0 0 0,0 0 1 0 0,0 0-1 0 0,0 0 1 0 0,0 0-1 0 0,0 0 1 0 0,0-1-1 0 0,1 1 1 0 0,-1 0-1 0 0,0 0 1 0 0,1 0-1 0 0,-1-1 0 0 0,1 2 1 0 0,3 15-9 0 0,-2-8 7 0 0,12-7 0 0 0,-11-3-25 0 0,-1 0-1 0 0,0 0 1 0 0,1 0 0 0 0,-1 0-1 0 0,0-1 1 0 0,0 1 0 0 0,0-1 0 0 0,0 0-1 0 0,0 1 1 0 0,0-1 0 0 0,0 0-1 0 0,-1 0 1 0 0,1 0 0 0 0,-1 0-1 0 0,1 0 1 0 0,-1-1 0 0 0,1-2 0 0 0,1-1-120 0 0,-1-1 1 0 0,0 1 0 0 0,0-1 0 0 0,0 0-1 0 0,-1 1 1 0 0,0-11 0 0 0,0-2-165 0 0,-1 0 1 0 0,-1 1-1 0 0,-1-1 0 0 0,-5-19 1 0 0,3 27 313 0 0,0 0 1 0 0,-1 0 0 0 0,0 0 0 0 0,-11-15-1 0 0,14 24 52 0 0,3 1-53 0 0,-1 0-1 0 0,1 0 1 0 0,-1-1-1 0 0,1 1 0 0 0,0 0 1 0 0,-1 0-1 0 0,1 0 1 0 0,0 0-1 0 0,0-1 1 0 0,0 1-1 0 0,0 0 1 0 0,0 1-1 0 0,0-1 1 0 0,0 0-1 0 0,0 0 1 0 0,0 0-1 0 0,0 1 1 0 0,1-1-1 0 0,-1 0 1 0 0,0 1-1 0 0,0-1 1 0 0,1 1-1 0 0,-1 0 1 0 0,0-1-1 0 0,2 1 1 0 0,48-11-31 0 0,-29 7 22 0 0,12-3 388 0 0,0 1-1 0 0,37-2 1 0 0,-64 8-86 0 0,-5-1-119 0 0,12 4 980 0 0,-14 5-1075 0 0,-5-2-83 0 0,0 0 0 0 0,0 0 0 0 0,-1-1 0 0 0,1 0 0 0 0,-1 0 0 0 0,-1 0 0 0 0,-11 7 0 0 0,-61 29 0 0 0,22-11 0 0 0,40-21 0 0 0,11-6 0 0 0,0 0 0 0 0,0 0 0 0 0,1 0 0 0 0,0 1 0 0 0,0 0 0 0 0,0 0 0 0 0,0 0 0 0 0,0 1 0 0 0,-4 5 0 0 0,8-9 0 0 0,1 0 0 0 0,-1 0 0 0 0,1 1 0 0 0,-1-1 0 0 0,1 0 0 0 0,-1 0 0 0 0,1 0 0 0 0,0 0 0 0 0,0 1 0 0 0,-1-1 0 0 0,1 0 0 0 0,0 0 0 0 0,0 1 0 0 0,0-1 0 0 0,0 0 0 0 0,1 0 0 0 0,-1 0 0 0 0,0 1 0 0 0,0-1 0 0 0,1 0 0 0 0,-1 0 0 0 0,1 0 0 0 0,-1 0 0 0 0,1 1 0 0 0,-1-1 0 0 0,1 0 0 0 0,0 0 0 0 0,-1 0 0 0 0,1 0 0 0 0,0 0 0 0 0,0-1 0 0 0,0 1 0 0 0,0 0 0 0 0,0 0 0 0 0,0 0 0 0 0,0-1 0 0 0,0 1 0 0 0,0-1 0 0 0,1 1 0 0 0,42 19 0 0 0,12-8 0 0 0,1-2 0 0 0,0-2 0 0 0,1-3 0 0 0,91-3 0 0 0,-132-2 0 0 0,-11 0 0 0 0,-8-1 0 0 0,-43-7-1231 0 0,41 10-656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3.5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166 0 1064 0 0,'-1'1'628'0'0,"0"0"0"0"0,0 0 0 0 0,0 0-1 0 0,0 0 1 0 0,0-1 0 0 0,0 2 0 0 0,0-1 0 0 0,0 0-1 0 0,0 0 1 0 0,0 0 0 0 0,1 0 0 0 0,-1 0 0 0 0,1 1 0 0 0,-1-1-1 0 0,1 0 1 0 0,-1 1 0 0 0,1-1 0 0 0,0 0 0 0 0,-1 1-1 0 0,1-1 1 0 0,0 1 0 0 0,0-1 0 0 0,0 0 0 0 0,0 1 0 0 0,1 1-1 0 0,0 1 8 0 0,0 0-1 0 0,0-1 0 0 0,0 1 0 0 0,1 0 0 0 0,0-1 1 0 0,0 1-1 0 0,0-1 0 0 0,0 0 0 0 0,3 4 1 0 0,4 4 100 0 0,1-1 0 0 0,0 0 0 0 0,0 0 0 0 0,16 10 0 0 0,26 18 1946 0 0,61 57 0 0 0,-111-93-2681 0 0,0 0 0 0 0,0 0 0 0 0,0 1 0 0 0,0-1 0 0 0,0 0 0 0 0,0 1 0 0 0,-1-1 0 0 0,1 1 0 0 0,-1 0 0 0 0,0-1 0 0 0,1 1 0 0 0,-1 0 0 0 0,-1 0 0 0 0,1 0 0 0 0,0-1 0 0 0,-1 1 0 0 0,1 0 0 0 0,-1 0 0 0 0,0 0 0 0 0,0 0 0 0 0,0 4 0 0 0,-2-2 0 0 0,1-1 0 0 0,0 1 0 0 0,-1 0 0 0 0,0-1 0 0 0,0 1 0 0 0,-1-1 0 0 0,1 0 0 0 0,-1 0 0 0 0,0 0 0 0 0,0 0 0 0 0,-7 6 0 0 0,1-1 0 0 0,-1 0 0 0 0,0-1 0 0 0,-1 0 0 0 0,0-1 0 0 0,0 0 0 0 0,-1-1 0 0 0,0 0 0 0 0,-20 6 0 0 0,21-9-373 0 0,1-1 1 0 0,-1 0-1 0 0,-1-1 0 0 0,1 0 1 0 0,0 0-1 0 0,0-2 0 0 0,-16-1 0 0 0,16 0-385 0 0,-1 0 0 0 0,1-1 0 0 0,0-1-1 0 0,1 0 1 0 0,-1 0 0 0 0,1-1 0 0 0,0 0 0 0 0,0-1-1 0 0,0 0 1 0 0,1-1 0 0 0,-15-13 0 0 0,6 5-7069 0 0,5 0 596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3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189 0 1236 0 0,'0'0'20419'0'0,"-3"2"-19534"0"0,-12 10-48 0 0,1 0 1 0 0,0 1-1 0 0,0 0 0 0 0,2 2 0 0 0,0-1 0 0 0,-14 22 1 0 0,15-20-521 0 0,1 1 1 0 0,1-1 0 0 0,1 2 0 0 0,0-1 0 0 0,1 1-1 0 0,1 0 1 0 0,0 1 0 0 0,2-1 0 0 0,0 1-1 0 0,-2 34 1 0 0,6-46-247 0 0,0 1-1 0 0,1-1 1 0 0,0 0-1 0 0,0 1 0 0 0,0-1 1 0 0,1 0-1 0 0,0 0 1 0 0,1 0-1 0 0,-1 0 1 0 0,2 0-1 0 0,6 12 1 0 0,-8-16-91 0 0,1 0 0 0 0,-1 0 0 0 0,1 0 0 0 0,0 0 0 0 0,0-1 0 0 0,0 1 0 0 0,0-1 0 0 0,0 0 0 0 0,1 0 0 0 0,-1 0 0 0 0,1 0 0 0 0,-1-1 0 0 0,1 1 0 0 0,0-1 0 0 0,0 0 0 0 0,-1 0 1 0 0,1-1-1 0 0,0 1 0 0 0,0-1 0 0 0,0 1 0 0 0,0-1 0 0 0,0 0 0 0 0,0-1 0 0 0,4 0 0 0 0,6-2-105 0 0,1 0 1 0 0,-1 0-1 0 0,0-2 0 0 0,-1 0 0 0 0,1 0 1 0 0,-1-2-1 0 0,0 1 0 0 0,21-16 0 0 0,-25 17 80 0 0,-1-2-1 0 0,0 1 1 0 0,0-1-1 0 0,-1 0 1 0 0,0-1-1 0 0,0 0 1 0 0,-1 0-1 0 0,0 0 1 0 0,0-1-1 0 0,-1 0 1 0 0,0 0-1 0 0,0 0 1 0 0,3-12-1 0 0,-7 18 160 0 0,0 0 0 0 0,-1 1-1 0 0,1-1 1 0 0,-1 0 0 0 0,1 0-1 0 0,-1 1 1 0 0,0-1 0 0 0,0 0-1 0 0,-1 0 1 0 0,1 0-1 0 0,-1 1 1 0 0,1-1 0 0 0,-1 0-1 0 0,0 1 1 0 0,0-1 0 0 0,0 0-1 0 0,-2-4 1 0 0,-5 1 90 0 0,-9 5-170 0 0,15 2-34 0 0,-1 0 0 0 0,1 0 0 0 0,-1 0 0 0 0,1 0 0 0 0,0 0 0 0 0,-1 1 0 0 0,1-1 0 0 0,0 1 0 0 0,0-1 0 0 0,0 1 0 0 0,0 0 0 0 0,1 0 0 0 0,-1 0 0 0 0,0 0 0 0 0,1 0 0 0 0,-1 0 0 0 0,1 0 0 0 0,0 1 0 0 0,0-1 0 0 0,0 1 0 0 0,0-1 0 0 0,0 0 0 0 0,0 1 0 0 0,1 0 0 0 0,-1-1 0 0 0,1 1 0 0 0,-1-1 0 0 0,1 1 0 0 0,0-1 0 0 0,0 1 0 0 0,0 0 0 0 0,1-1 0 0 0,-1 1 0 0 0,1 2 0 0 0,1 5 0 0 0,-1 0 0 0 0,2 0 0 0 0,-1 0 0 0 0,1-1 0 0 0,1 1 0 0 0,0-1 0 0 0,8 15 0 0 0,7 2 0 0 0,2 0 0 0 0,1-1 0 0 0,1-2 0 0 0,0 0 0 0 0,33 23 0 0 0,40 39 0 0 0,-92-81 0 0 0,0 0 0 0 0,-1 1 0 0 0,1 0 0 0 0,-1-1 0 0 0,0 1 0 0 0,0 0 0 0 0,0 1 0 0 0,-1-1 0 0 0,1 0 0 0 0,-1 1 0 0 0,-1-1 0 0 0,1 1 0 0 0,-1 0 0 0 0,0 0 0 0 0,0-1 0 0 0,-1 1 0 0 0,0 0 0 0 0,0 0 0 0 0,0 0 0 0 0,0 0 0 0 0,-1-1 0 0 0,0 1 0 0 0,-1 0 0 0 0,1 0 0 0 0,-1-1 0 0 0,0 1 0 0 0,0-1 0 0 0,-1 0 0 0 0,0 1 0 0 0,0-1 0 0 0,0-1 0 0 0,0 1 0 0 0,-1 0 0 0 0,1-1 0 0 0,-10 9 0 0 0,-7 6 0 0 0,-2-1 0 0 0,1 0 0 0 0,-2-2 0 0 0,-34 19 0 0 0,43-28 0 0 0,0 0 0 0 0,-1-1 0 0 0,1 0 0 0 0,-1-1 0 0 0,-1-1 0 0 0,1 0 0 0 0,-1-1 0 0 0,1-1 0 0 0,-19 1 0 0 0,3-5 0 0 0,22-6 0 0 0,6 3 0 0 0,2 4 0 0 0,0-1 0 0 0,0 0 0 0 0,1 0 0 0 0,-1 0 0 0 0,0 0 0 0 0,1 0 0 0 0,-1 0 0 0 0,1 0 0 0 0,0 0 0 0 0,-1 0 0 0 0,1 0 0 0 0,0-1 0 0 0,0 1 0 0 0,0 0 0 0 0,1 0 0 0 0,-1 0 0 0 0,0 0 0 0 0,1 0 0 0 0,1-3 0 0 0,17-32 0 0 0,-15 31 0 0 0,9-11-103 0 0,1 1-1 0 0,0 0 1 0 0,1 1 0 0 0,32-26-1 0 0,-23 22-439 0 0,32-36-1 0 0,-53 51-531 0 0,17-21-4317 0 0,-12 7-6900 0 0,-7 8 5316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51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34 2016 0 0,'0'0'17492'0'0,"4"-1"-16488"0"0,111-13 2927 0 0,-50 8-4108 0 0,-45 3-292 0 0,33-3-1629 0 0,-21 2-2615 0 0,-28 4 1531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5.69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34 1 1388 0 0,'-2'1'564'0'0,"-1"0"0"0"0,1 1 0 0 0,0-1 0 0 0,-1 1-1 0 0,1 0 1 0 0,0 0 0 0 0,0 0 0 0 0,0 0 0 0 0,0 0 0 0 0,0 0-1 0 0,1 0 1 0 0,-1 1 0 0 0,1-1 0 0 0,-2 4 0 0 0,2-5-230 0 0,1 1 0 0 0,-1-1 1 0 0,1 1-1 0 0,0 0 0 0 0,0-1 1 0 0,0 1-1 0 0,0-1 0 0 0,0 1 0 0 0,0 0 1 0 0,0-1-1 0 0,0 1 0 0 0,1-1 0 0 0,-1 1 1 0 0,1-1-1 0 0,-1 1 0 0 0,1-1 1 0 0,0 1-1 0 0,1 2 0 0 0,1 0 4 0 0,0-1 0 0 0,0 1-1 0 0,1 0 1 0 0,-1-1 0 0 0,1 0 0 0 0,0 0 0 0 0,0 0-1 0 0,0 0 1 0 0,0-1 0 0 0,1 1 0 0 0,-1-1 0 0 0,1 0-1 0 0,-1 0 1 0 0,6 1 0 0 0,1-1-351 0 0,0 0-1 0 0,0-1 1 0 0,0 0-1 0 0,0-1 1 0 0,0 0 0 0 0,1-1-1 0 0,-1 0 1 0 0,18-4-1 0 0,9-7-3933 0 0,-6-3-4256 0 0,-20 7 3146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12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137 100 416 0 0,'-7'-10'25886'0'0,"-3"11"-25497"0"0,1 1 1 0 0,0 1 0 0 0,-1-1-1 0 0,1 2 1 0 0,1-1 0 0 0,-1 1 0 0 0,0 0-1 0 0,-10 8 1 0 0,17-11-308 0 0,-1 0 0 0 0,1 1 0 0 0,0-1 1 0 0,-1 1-1 0 0,1-1 0 0 0,0 1 0 0 0,0 0 0 0 0,0 0 0 0 0,0 0 1 0 0,0 0-1 0 0,1 0 0 0 0,-1 1 0 0 0,1-1 0 0 0,-1 0 0 0 0,1 1 1 0 0,0-1-1 0 0,0 1 0 0 0,0-1 0 0 0,0 1 0 0 0,0 0 0 0 0,1 0 1 0 0,-1-1-1 0 0,1 1 0 0 0,0 0 0 0 0,0 0 0 0 0,0-1 0 0 0,0 1 1 0 0,0 0-1 0 0,0 0 0 0 0,1-1 0 0 0,-1 1 0 0 0,1 0 0 0 0,0-1 1 0 0,0 1-1 0 0,1 2 0 0 0,0-2-117 0 0,1 0 1 0 0,-1-1-1 0 0,0 1 0 0 0,1-1 0 0 0,0 0 1 0 0,-1 0-1 0 0,1 0 0 0 0,0 0 0 0 0,0 0 1 0 0,0 0-1 0 0,0-1 0 0 0,0 0 1 0 0,1 0-1 0 0,-1 1 0 0 0,0-2 0 0 0,1 1 1 0 0,-1 0-1 0 0,0-1 0 0 0,1 1 0 0 0,-1-1 1 0 0,7-1-1 0 0,10 1-395 0 0,0-2 0 0 0,29-5 0 0 0,-35 5 236 0 0,-1 0-109 0 0,17-3-677 0 0,1-1 0 0 0,45-15 0 0 0,-69 19 890 0 0,0-1 0 0 0,0 0-1 0 0,0 0 1 0 0,0-1 0 0 0,-1 0 0 0 0,0 0 0 0 0,1 0 0 0 0,-1-1-1 0 0,-1 0 1 0 0,1 0 0 0 0,-1 0 0 0 0,0-1 0 0 0,0 0 0 0 0,-1 0-1 0 0,1 0 1 0 0,3-8 0 0 0,-6 11 184 0 0,-1 1 0 0 0,0-1 1 0 0,0 0-1 0 0,0 1 0 0 0,0-1 0 0 0,-1 0 1 0 0,1 0-1 0 0,-1 1 0 0 0,0-1 0 0 0,0 0 1 0 0,0 0-1 0 0,0 0 0 0 0,0 1 0 0 0,0-1 0 0 0,-1 0 1 0 0,1 0-1 0 0,-1 1 0 0 0,0-1 0 0 0,0 0 1 0 0,0 1-1 0 0,0-1 0 0 0,0 1 0 0 0,-1-1 0 0 0,1 1 1 0 0,-1-1-1 0 0,0 1 0 0 0,1 0 0 0 0,-1 0 1 0 0,0 0-1 0 0,0 0 0 0 0,0 0 0 0 0,-1 1 0 0 0,1-1 1 0 0,0 0-1 0 0,-1 1 0 0 0,1 0 0 0 0,-4-2 1 0 0,-4-1 191 0 0,1 1 1 0 0,-1 0 0 0 0,1 0 0 0 0,-1 1 0 0 0,0 0 0 0 0,0 0 0 0 0,0 2 0 0 0,0-1 0 0 0,0 1 0 0 0,0 0 0 0 0,-12 3 0 0 0,18-2-589 0 0,1 0 0 0 0,0 0 0 0 0,-1 0 0 0 0,1 1 0 0 0,0-1 0 0 0,0 1-1 0 0,0 0 1 0 0,0 0 0 0 0,0 0 0 0 0,-4 4 0 0 0,6-6 213 0 0,1 1-1 0 0,-1-1 0 0 0,1 1 1 0 0,-1 0-1 0 0,1-1 0 0 0,-1 1 0 0 0,1-1 1 0 0,-1 1-1 0 0,1 0 0 0 0,-1 0 1 0 0,1-1-1 0 0,0 1 0 0 0,-1 0 1 0 0,1-1-1 0 0,0 1 0 0 0,0 0 1 0 0,0 0-1 0 0,0 0 0 0 0,-1-1 1 0 0,1 1-1 0 0,0 0 0 0 0,0 0 1 0 0,0-1-1 0 0,1 1 0 0 0,-1 0 1 0 0,0 0-1 0 0,0 0 0 0 0,0-1 1 0 0,1 1-1 0 0,-1 0 0 0 0,0 0 1 0 0,0-1-1 0 0,1 1 0 0 0,-1 0 1 0 0,1-1-1 0 0,-1 1 0 0 0,1 0 1 0 0,-1-1-1 0 0,1 1 0 0 0,-1-1 1 0 0,1 1-1 0 0,0-1 0 0 0,-1 1 1 0 0,1-1-1 0 0,0 1 0 0 0,-1-1 1 0 0,1 0-1 0 0,0 1 0 0 0,-1-1 1 0 0,1 0-1 0 0,0 0 0 0 0,0 1 1 0 0,-1-1-1 0 0,2 0 0 0 0,1 1-1223 0 0,2 1-89 0 0,3 0-8003 0 0,8 0 2437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4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35 0 216 0 0,'0'0'19362'0'0,"-3"5"-17781"0"0,-18 30 2350 0 0,21-34-2860 0 0,-3 3 7 0 0,-3 8 2407 0 0,5-9-5021 0 0,5-3-4772 0 0,3-3 4965 0 0,10-6-866 0 0,-4-4-5562 0 0,-8 5 1274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6.78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75 34 1012 0 0,'-1'-9'2043'0'0,"-6"-9"8327"0"0,-2 12-9026 0 0,7 5 96 0 0,-14 3 3062 0 0,12 1-4106 0 0,0 0 0 0 0,1 0 0 0 0,-1 0 0 0 0,1 1 0 0 0,-1-1 0 0 0,1 1 1 0 0,-4 5-1 0 0,6-8-311 0 0,0 1 0 0 0,1-1 0 0 0,-1 1 0 0 0,0-1 0 0 0,0 0 0 0 0,1 1 0 0 0,-1 0-1 0 0,1-1 1 0 0,-1 1 0 0 0,1-1 0 0 0,0 1 0 0 0,-1 0 0 0 0,1-1 0 0 0,0 1 0 0 0,0 0 0 0 0,0-1 0 0 0,0 1 0 0 0,1 0 0 0 0,-1-1 0 0 0,0 1 0 0 0,1-1 0 0 0,-1 1 0 0 0,1 0 0 0 0,-1-1 0 0 0,2 3 0 0 0,6 18 693 0 0,-8-20-733 0 0,0 0 0 0 0,1 0-1 0 0,-1 0 1 0 0,1 0 0 0 0,-1 0 0 0 0,1 0-1 0 0,0 0 1 0 0,0-1 0 0 0,0 1 0 0 0,0 0 0 0 0,0 0-1 0 0,0-1 1 0 0,2 3 0 0 0,11 8 152 0 0,1 1 0 0 0,0-2 0 0 0,1 0 0 0 0,0-1 0 0 0,27 12 0 0 0,-1 1 39 0 0,-37-21-88 0 0,0 1 0 0 0,0 0 0 0 0,0 0-1 0 0,-1 1 1 0 0,0-1 0 0 0,1 1 0 0 0,-1 0 0 0 0,0 0 0 0 0,-1 1-1 0 0,1-1 1 0 0,2 6 0 0 0,-6-8-91 0 0,1-1 0 0 0,-1 1 1 0 0,-1 0-1 0 0,1-1 0 0 0,0 1 0 0 0,0-1 0 0 0,0 1 0 0 0,-1 0 0 0 0,1-1 0 0 0,-1 1 0 0 0,1-1 1 0 0,-1 1-1 0 0,0-1 0 0 0,0 1 0 0 0,0-1 0 0 0,0 1 0 0 0,0-1 0 0 0,-1 2 0 0 0,-23 27 927 0 0,24-29-972 0 0,-4 5-12 0 0,-1 0 0 0 0,1-1 0 0 0,-1 0 0 0 0,0 0 0 0 0,-1-1 0 0 0,1 0 0 0 0,-1 0 0 0 0,1 0 0 0 0,-1-1 0 0 0,-14 5 0 0 0,19-8-146 0 0,0 1 0 0 0,-1 0 1 0 0,1-1-1 0 0,0 0 0 0 0,0 0 0 0 0,-1 0 1 0 0,1 0-1 0 0,0 0 0 0 0,0 0 0 0 0,-1 0 1 0 0,-1-1-1 0 0,2 0-270 0 0,0 1 0 0 0,0-1 0 0 0,1 0 0 0 0,-1 0 0 0 0,0 0 0 0 0,1 0 0 0 0,-1 0 0 0 0,1 0 1 0 0,-1-1-1 0 0,1 1 0 0 0,0 0 0 0 0,-1-1 0 0 0,1 1 0 0 0,0-1 0 0 0,0 1 0 0 0,-1-3 0 0 0,0 0-960 0 0,0 0 1 0 0,1-1-1 0 0,-1 1 0 0 0,1 0 1 0 0,0-1-1 0 0,0 1 0 0 0,0-1 0 0 0,1-5 1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01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12 2536 0 0,'0'0'4921'0'0,"11"-4"-653"0"0,-6 3-800 0 0,64-4 4257 0 0,-34 4-8428 0 0,-1 0-3585 0 0,-32 1 929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2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71 0 1540 0 0,'-1'3'832'0'0,"0"0"0"0"0,-1 0-1 0 0,1 0 1 0 0,-1 0 0 0 0,0 0 0 0 0,0-1-1 0 0,0 1 1 0 0,0 0 0 0 0,-4 2 0 0 0,-10 14 3257 0 0,11-11-2799 0 0,0 1 1 0 0,1-1-1 0 0,0 0 0 0 0,1 1 0 0 0,0 0 0 0 0,0 0 0 0 0,-1 12 1 0 0,3-13-529 0 0,0 0 0 0 0,0 0 1 0 0,1 0-1 0 0,1 0 1 0 0,-1 0-1 0 0,1 0 0 0 0,0 0 1 0 0,5 15-1 0 0,8 20 875 0 0,-10-37-1660 0 0,-3-4-1922 0 0,6 2 5210 0 0,-5-4-4914 0 0,-4-30-25458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4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22 876 0 0,'34'2'12115'0'0,"5"5"-4673"0"0,11 1-4079 0 0,-28-7-3484 0 0,0-1 0 0 0,-1-1 0 0 0,43-7 0 0 0,-23-2-4615 0 0,2-5-4843 0 0,-25 10 4518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7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198 13 1440 0 0,'0'0'9869'0'0,"-4"-2"-8000"0"0,-12-6-65 0 0,11 6-68 0 0,1 3-72 0 0,-22 6 1557 0 0,14-5-1839 0 0,1 1 0 0 0,0 0 0 0 0,0 1 0 0 0,0 1 1 0 0,1-1-1 0 0,-1 1 0 0 0,-16 12 0 0 0,24-14-1276 0 0,-2 4-105 0 0,5-6-1 0 0,-1 0 0 0 0,1 0 0 0 0,-1 0 0 0 0,1 1 0 0 0,0-1 0 0 0,0 0 0 0 0,-1 0 0 0 0,1 0 0 0 0,0 0 0 0 0,0 0 0 0 0,0 1 0 0 0,0-1 0 0 0,0 0 0 0 0,0 0 0 0 0,0 0 0 0 0,1 0 0 0 0,-1 1 0 0 0,0-1 0 0 0,1 0 0 0 0,-1 0 0 0 0,1 0 0 0 0,-1 0 0 0 0,1 0 0 0 0,-1 0 0 0 0,1 0 0 0 0,0 0 0 0 0,-1 0 0 0 0,1 0 0 0 0,0 0 0 0 0,0-1 0 0 0,0 1 0 0 0,0 0 0 0 0,0 0 0 0 0,-1-1 0 0 0,1 1 0 0 0,2 0 0 0 0,19 11 0 0 0,35 6 0 0 0,-48-16 0 0 0,0 0 0 0 0,0 0 0 0 0,-1 0 0 0 0,1 1 0 0 0,-1 1 0 0 0,0-1 0 0 0,0 2 0 0 0,0-1 0 0 0,0 1 0 0 0,-1 0 0 0 0,0 0 0 0 0,0 1 0 0 0,12 12 0 0 0,-18-16 0 0 0,0 0 0 0 0,0-1 0 0 0,0 1 0 0 0,0 0 0 0 0,0 0 0 0 0,-1 0 0 0 0,1 0 0 0 0,-1 0 0 0 0,1 0 0 0 0,-1 0 0 0 0,0 0 0 0 0,0 0 0 0 0,0 0 0 0 0,0 0 0 0 0,0 0 0 0 0,0 0 0 0 0,-1 0 0 0 0,1 0 0 0 0,-1 0 0 0 0,1 0 0 0 0,-1 0 0 0 0,0 0 0 0 0,1 0 0 0 0,-1 0 0 0 0,-2 2 0 0 0,-29 33 0 0 0,27-33 0 0 0,-5 7 0 0 0,-1-1 0 0 0,0-1 0 0 0,0 0 0 0 0,-1 0 0 0 0,0-1 0 0 0,0-1 0 0 0,-21 9 0 0 0,30-15 0 0 0,-1 0 0 0 0,0 0 0 0 0,1 0 0 0 0,-1-1 0 0 0,0 1 0 0 0,1-1 0 0 0,-1 0 0 0 0,0 0 0 0 0,1-1 0 0 0,-1 1 0 0 0,0-1 0 0 0,1 1 0 0 0,-1-1 0 0 0,0-1 0 0 0,1 1 0 0 0,-1 0 0 0 0,1-1 0 0 0,0 1 0 0 0,0-1 0 0 0,-1 0 0 0 0,1 0 0 0 0,0-1 0 0 0,1 1 0 0 0,-1 0 0 0 0,-3-4 0 0 0,1-4 0 0 0,4-3 0 0 0,2 11-205 0 0,-1-1 0 0 0,1 1 1 0 0,-1-1-1 0 0,1 1 0 0 0,0-1 0 0 0,0 1 0 0 0,0-1 1 0 0,1 1-1 0 0,-1 0 0 0 0,1-1 0 0 0,-1 1 0 0 0,1 0 0 0 0,-1 0 1 0 0,1 0-1 0 0,0 0 0 0 0,0 1 0 0 0,0-1 0 0 0,0 0 1 0 0,1 1-1 0 0,-1 0 0 0 0,0-1 0 0 0,1 1 0 0 0,-1 0 1 0 0,0 0-1 0 0,1 0 0 0 0,0 1 0 0 0,3-2 0 0 0,1 0-386 0 0,3-3-721 0 0,18-11-13883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1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0 912 0 0,'0'0'9436'0'0,"-8"3"-7309"0"0,0-1-1308 0 0,-11 4 51 0 0,4 6 3044 0 0,9 19 3390 0 0,7-8-6073 0 0,1-1-1 0 0,1 1 1 0 0,1 0 0 0 0,1-1 0 0 0,15 41 0 0 0,-19-63-1254 0 0,-1 1 1 0 0,1 0-1 0 0,-1 0 1 0 0,1 0-1 0 0,-1-1 1 0 0,0 1-1 0 0,1 0 1 0 0,-1 0-1 0 0,0 0 1 0 0,0 0-1 0 0,1 0 1 0 0,-1 0-1 0 0,0 0 1 0 0,0-1-1 0 0,0 1 1 0 0,0 0-1 0 0,0 0 1 0 0,0 0-1 0 0,-1 0 1 0 0,1 0-1 0 0,0 0 1 0 0,0 0-1 0 0,-1 0 1 0 0,0 1-1 0 0,0 0-517 0 0,1 0-841 0 0,-19 4-5402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3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1 400 0 0,'0'0'8539'0'0,"3"6"-6572"0"0,1 0-1277 0 0,0 0 0 0 0,1 0 0 0 0,-1 0-1 0 0,1-1 1 0 0,1 0 0 0 0,-1 1 0 0 0,1-2 0 0 0,0 1-1 0 0,0-1 1 0 0,0 0 0 0 0,0 0 0 0 0,1 0-1 0 0,0-1 1 0 0,-1 0 0 0 0,10 2 0 0 0,43 5 619 0 0,-44-9-1579 0 0,-1 0 0 0 0,1-2-1 0 0,-1 0 1 0 0,0 0 0 0 0,19-5-1 0 0,-1-7-3652 0 0,1-6-4401 0 0,-15 7 3045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8.99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82 110 1092 0 0,'-2'4'2140'0'0,"-23"38"4195"0"0,18-33-5356 0 0,1 1 1 0 0,0 0 0 0 0,0 0 0 0 0,1 0-1 0 0,1 1 1 0 0,0-1 0 0 0,0 1 0 0 0,1 0 0 0 0,0 0-1 0 0,1 1 1 0 0,-1 16 0 0 0,2-22-660 0 0,0 0 0 0 0,1 0-1 0 0,0-1 1 0 0,1 1 0 0 0,-1 0 0 0 0,1 0 0 0 0,0 0-1 0 0,1 0 1 0 0,-1-1 0 0 0,1 1 0 0 0,0-1 0 0 0,1 1-1 0 0,-1-1 1 0 0,1 0 0 0 0,0 0 0 0 0,0 0 0 0 0,1 0-1 0 0,0 0 1 0 0,-1-1 0 0 0,7 6 0 0 0,-9-9-262 0 0,0-1 0 0 0,0 1-1 0 0,0 0 1 0 0,1 0 0 0 0,-1-1 0 0 0,0 1 0 0 0,0-1 0 0 0,1 1-1 0 0,-1-1 1 0 0,0 1 0 0 0,1-1 0 0 0,-1 0 0 0 0,0 0-1 0 0,1 0 1 0 0,-1 0 0 0 0,0 0 0 0 0,1 0 0 0 0,-1 0 0 0 0,0 0-1 0 0,1 0 1 0 0,-1-1 0 0 0,0 1 0 0 0,1 0 0 0 0,-1-1 0 0 0,0 1-1 0 0,1-1 1 0 0,-1 0 0 0 0,0 1 0 0 0,0-1 0 0 0,0 0 0 0 0,0 0-1 0 0,0 1 1 0 0,0-1 0 0 0,0 0 0 0 0,2-2 0 0 0,-2 1-110 0 0,0 1 1 0 0,1-1 0 0 0,-1 1-1 0 0,0-1 1 0 0,0 0-1 0 0,0 0 1 0 0,0 1 0 0 0,0-1-1 0 0,-1 0 1 0 0,1 0-1 0 0,0 0 1 0 0,-1 0 0 0 0,0 0-1 0 0,1 0 1 0 0,-1 0-1 0 0,0 0 1 0 0,0 0 0 0 0,0 0-1 0 0,0 0 1 0 0,0 0-1 0 0,-1 0 1 0 0,1 0 0 0 0,0 0-1 0 0,-1 0 1 0 0,0 0-1 0 0,-1-3 1 0 0,-6-10-612 0 0,0 0 1 0 0,0 0 0 0 0,2-1-1 0 0,0 0 1 0 0,1-1-1 0 0,0 1 1 0 0,-3-23-1 0 0,6 6 251 0 0,1 30 542 0 0,0 0 0 0 0,0 0 0 0 0,1 0 0 0 0,0 0 0 0 0,0 0 0 0 0,0 0 0 0 0,0 0 0 0 0,0 0 0 0 0,0 0 0 0 0,1 0-1 0 0,-1 0 1 0 0,1 0 0 0 0,0 0 0 0 0,0 0 0 0 0,0 0 0 0 0,1 0 0 0 0,-1 0 0 0 0,0 1 0 0 0,1-1 0 0 0,0 1 0 0 0,0-1 0 0 0,0 1 0 0 0,3-4 0 0 0,8-5 111 0 0,1 1-1 0 0,0 0 0 0 0,1 1 1 0 0,0 0-1 0 0,1 1 1 0 0,-1 1-1 0 0,1 0 1 0 0,1 1-1 0 0,-1 1 1 0 0,28-5-1 0 0,-11 1 5 0 0,-31 8-183 0 0,-1 1-1 0 0,1-1 1 0 0,0 1 0 0 0,-1-1 0 0 0,1 1 0 0 0,0 0 0 0 0,0 0 0 0 0,-1 0-1 0 0,1 0 1 0 0,0 0 0 0 0,0 0 0 0 0,-1 0 0 0 0,1 0 0 0 0,0 1 0 0 0,-1-1 0 0 0,1 1-1 0 0,0-1 1 0 0,-1 1 0 0 0,1 0 0 0 0,0-1 0 0 0,-1 1 0 0 0,1 0 0 0 0,-1 0 0 0 0,0 0-1 0 0,1 0 1 0 0,-1 1 0 0 0,0-1 0 0 0,1 0 0 0 0,-1 1 0 0 0,0-1 0 0 0,0 0-1 0 0,0 1 1 0 0,0-1 0 0 0,-1 1 0 0 0,1-1 0 0 0,0 1 0 0 0,-1 0 0 0 0,1-1 0 0 0,-1 1-1 0 0,1 0 1 0 0,-1 0 0 0 0,0-1 0 0 0,1 1 0 0 0,-1 0 0 0 0,0 0 0 0 0,0-1 0 0 0,-1 1-1 0 0,1 0 1 0 0,0 0 0 0 0,0-1 0 0 0,-1 1 0 0 0,1 0 0 0 0,-2 2 0 0 0,-7 11-19 0 0,-1 0 0 0 0,0-1 1 0 0,-1 0-1 0 0,-1 0 1 0 0,0-1-1 0 0,-1-1 1 0 0,0 0-1 0 0,-24 16 1 0 0,16-12-40 0 0,13-12-4 0 0,6-4 0 0 0,1 1 0 0 0,-1-1 0 0 0,1 1 0 0 0,-1 0 0 0 0,1 0 0 0 0,0-1 0 0 0,-1 1 0 0 0,1 0 0 0 0,0 0 0 0 0,0 1 0 0 0,0-1 0 0 0,-1 0 0 0 0,1 0 0 0 0,0 0 0 0 0,0 1 0 0 0,1-1 0 0 0,-1 1 0 0 0,0-1 0 0 0,0 0 0 0 0,0 2 0 0 0,1-2 0 0 0,0-1 0 0 0,0 1 0 0 0,-1-1 0 0 0,1 1 0 0 0,0-1 0 0 0,0 0 0 0 0,0 1 0 0 0,0-1 0 0 0,0 1 0 0 0,0-1 0 0 0,0 1 0 0 0,0-1 0 0 0,0 1 0 0 0,0-1 0 0 0,0 0 0 0 0,0 1 0 0 0,0-1 0 0 0,0 1 0 0 0,0-1 0 0 0,1 1 0 0 0,-1-1 0 0 0,0 0 0 0 0,0 1 0 0 0,0-1 0 0 0,1 1 0 0 0,-1-1 0 0 0,0 0 0 0 0,0 1 0 0 0,1-1 0 0 0,-1 0 0 0 0,0 1 0 0 0,1-1 0 0 0,-1 0 0 0 0,0 0 0 0 0,1 1 0 0 0,-1-1 0 0 0,1 0 0 0 0,-1 0 0 0 0,1 1 0 0 0,11 4 0 0 0,-3-2 0 0 0,1-1 0 0 0,-1 0 0 0 0,1-1 0 0 0,0 0 0 0 0,0 0 0 0 0,0-1 0 0 0,0 0 0 0 0,13-3 0 0 0,19 2 0 0 0,32 1 0 0 0,-60 1 0 0 0,-4 3 0 0 0,-15 10 0 0 0,-7-2 0 0 0,1-4 0 0 0,4-2-275 0 0,6-4-1198 0 0,27-2-16423 0 0,-20 0 10518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 9 1120 0 0,'11'-8'13522'0'0,"-4"9"-5342"0"0,-1 19-2460 0 0,-9 21-6140 0 0,1-30 2925 0 0,-4 8-2309 0 0,1 0-1 0 0,-3 30 1 0 0,2-37-3617 0 0,2-6-2244 0 0,2 0-4823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19.4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33 1016 0 0,'0'0'11214'0'0,"6"2"-9603"0"0,25 2 385 0 0,1 0 1 0 0,-1-2-1 0 0,50-4 1 0 0,97-16 1296 0 0,-172 12-3913 0 0,-37-12-19640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2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274 29 1472 0 0,'0'0'4167'0'0,"4"-22"3350"0"0,-6 16 1737 0 0,-4 6-8838 0 0,1 0 0 0 0,-1 0 0 0 0,1 0 0 0 0,0 1 0 0 0,-1 0 0 0 0,1 1 1 0 0,0-1-1 0 0,0 1 0 0 0,0 0 0 0 0,0 0 0 0 0,0 0 0 0 0,0 1 0 0 0,0 0 0 0 0,1 0 0 0 0,-5 3 0 0 0,-13 10 1166 0 0,-35 32 1 0 0,43-35-1508 0 0,1 0 1 0 0,0 1 0 0 0,1 1 0 0 0,0 0 0 0 0,-13 22 0 0 0,22-31-72 0 0,0 0 0 0 0,0 0 0 0 0,1 0 0 0 0,0 1 0 0 0,0-1 0 0 0,0 0 0 0 0,1 1 0 0 0,0-1 0 0 0,0 1 0 0 0,0 0 0 0 0,1-1 0 0 0,0 1 0 0 0,0-1 0 0 0,1 1 0 0 0,0 0 0 0 0,0-1 0 0 0,1 1 0 0 0,-1-1 0 0 0,4 8 0 0 0,-3-11-26 0 0,0-1-1 0 0,0 1 1 0 0,0-1 0 0 0,0 1-1 0 0,1-1 1 0 0,-1 0 0 0 0,0 0-1 0 0,1 0 1 0 0,0 0-1 0 0,-1-1 1 0 0,1 1 0 0 0,0-1-1 0 0,0 1 1 0 0,0-1 0 0 0,0 0-1 0 0,0 0 1 0 0,0 0 0 0 0,0-1-1 0 0,0 1 1 0 0,1-1 0 0 0,-1 0-1 0 0,0 0 1 0 0,0 0 0 0 0,0 0-1 0 0,0 0 1 0 0,1-1-1 0 0,2 0 1 0 0,11-1-351 0 0,-1-1 1 0 0,1-1-1 0 0,24-8 0 0 0,-34 9-422 0 0,1 1-1 0 0,-1-1 0 0 0,0-1 1 0 0,0 1-1 0 0,0-1 0 0 0,-1-1 1 0 0,0 1-1 0 0,1-1 0 0 0,9-10 1 0 0,7-18-10794 0 0,-17 17 5344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0.6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202 19 1712 0 0,'0'-1'316'0'0,"0"0"-1"0"0,0 1 1 0 0,0-1-1 0 0,0 0 1 0 0,0 0-1 0 0,0 1 1 0 0,-1-1 0 0 0,1 0-1 0 0,0 0 1 0 0,0 1-1 0 0,-1-1 1 0 0,1 0-1 0 0,0 1 1 0 0,-1-1-1 0 0,1 1 1 0 0,-1-1 0 0 0,1 0-1 0 0,-1 1 1 0 0,1-1-1 0 0,-1 1 1 0 0,1-1-1 0 0,-1 1 1 0 0,1-1-1 0 0,-1 1 1 0 0,0 0 0 0 0,1-1-1 0 0,-1 1 1 0 0,0 0-1 0 0,1-1 1 0 0,-1 1-1 0 0,0 0 1 0 0,-1 0-1 0 0,-32 2 4500 0 0,23 1-3868 0 0,0 1 1 0 0,1 0-1 0 0,0 0 0 0 0,-12 8 1 0 0,13-6-264 0 0,0 0 1 0 0,1 0 0 0 0,-1 1 0 0 0,1 1-1 0 0,1-1 1 0 0,-12 15 0 0 0,17-18-502 0 0,-1 0 1 0 0,1-1-1 0 0,0 2 1 0 0,0-1 0 0 0,0 0-1 0 0,1 0 1 0 0,-1 0-1 0 0,1 1 1 0 0,0-1 0 0 0,0 1-1 0 0,1-1 1 0 0,-1 1-1 0 0,1-1 1 0 0,0 1 0 0 0,0-1-1 0 0,1 1 1 0 0,-1-1-1 0 0,2 5 1 0 0,-1-6-117 0 0,-1 0 0 0 0,1-1 0 0 0,0 1 1 0 0,1-1-1 0 0,-1 1 0 0 0,0-1 0 0 0,1 1 0 0 0,-1-1 0 0 0,1 0 0 0 0,0 0 0 0 0,-1 0 0 0 0,1 0 1 0 0,0 0-1 0 0,0 0 0 0 0,1 0 0 0 0,-1-1 0 0 0,4 3 0 0 0,-1-1-37 0 0,1-1 0 0 0,-1 0 0 0 0,1 0 0 0 0,0 0 0 0 0,-1-1 0 0 0,1 0 0 0 0,11 1 0 0 0,7-1-223 0 0,0-2 0 0 0,-1-1 1 0 0,29-5-1 0 0,-46 6 140 0 0,6-1-71 0 0,0 0-1 0 0,0-1 1 0 0,0 0 0 0 0,0-1-1 0 0,16-8 1 0 0,-25 10 140 0 0,0 1 0 0 0,0-1 0 0 0,0 0 0 0 0,0 0 0 0 0,0 0 0 0 0,-1 0 0 0 0,1 0 0 0 0,-1 0 0 0 0,1-1 0 0 0,-1 0 0 0 0,0 1 0 0 0,0-1 0 0 0,0 0 0 0 0,0 0 0 0 0,-1 0 0 0 0,1 0 0 0 0,-1 0 0 0 0,0 0 0 0 0,0 0 0 0 0,0-1 0 0 0,0 1 0 0 0,0 0 0 0 0,0-7 0 0 0,-1 7 38 0 0,0 1 0 0 0,0-1 0 0 0,-1 1 0 0 0,1-1 0 0 0,0 1 1 0 0,-1-1-1 0 0,0 1 0 0 0,1 0 0 0 0,-1-1 0 0 0,0 1 0 0 0,0 0 0 0 0,-1-1 0 0 0,1 1 0 0 0,0 0 0 0 0,-1 0 0 0 0,1 0 0 0 0,-1 0 0 0 0,0 0 1 0 0,0 0-1 0 0,1 1 0 0 0,-1-1 0 0 0,0 1 0 0 0,-5-3 0 0 0,-4-1 194 0 0,0 0 0 0 0,-1 0 1 0 0,0 2-1 0 0,-16-4 0 0 0,22 5-240 0 0,-11-1-8 0 0,5 2-17 0 0,10 1-273 0 0,7 3-2427 0 0,22 7 450 0 0,-8-3-2840 0 0,-3-1-5475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0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1 1164 0 0,'-6'0'17627'0'0,"7"11"-16953"0"0,0 0-1 0 0,0 1 1 0 0,-1-1-1 0 0,-1 1 1 0 0,0-1-1 0 0,0 0 1 0 0,-5 18 0 0 0,-29 91 6571 0 0,19-67-5903 0 0,11-41-1342 0 0,2 0 0 0 0,0 0 0 0 0,0 0 0 0 0,1 0 0 0 0,0 1 0 0 0,1-1 0 0 0,1 0 0 0 0,0 1 0 0 0,2 18 0 0 0,2-20 0 0 0,3 3 0 0 0,-1-3 0 0 0,3-7 0 0 0,7-9 0 0 0,-14 5 0 0 0,-1-1 0 0 0,-1 1 0 0 0,1 0 0 0 0,0-1 0 0 0,-1 1 0 0 0,1 0 0 0 0,0-1 0 0 0,-1 1 0 0 0,1-1 0 0 0,-1 1 0 0 0,1 0 0 0 0,-1-1 0 0 0,1 0 0 0 0,-1 1 0 0 0,1-1 0 0 0,-1 1 0 0 0,1-1 0 0 0,-1 0 0 0 0,0 1 0 0 0,1-1 0 0 0,-1 0 0 0 0,0 1 0 0 0,0-1 0 0 0,1 0 0 0 0,-1 1 0 0 0,0-1 0 0 0,0 0 0 0 0,0 0 0 0 0,0 1 0 0 0,0-1 0 0 0,0 0 0 0 0,0 0 0 0 0,0 1 0 0 0,0-1 0 0 0,-1-1 0 0 0,0-16 0 0 0,-10-27-1695 0 0,10 42 780 0 0,-1 0 1 0 0,0 0-1 0 0,0 0 0 0 0,0 0 0 0 0,0 1 0 0 0,-1-1 1 0 0,1 1-1 0 0,-5-4 0 0 0,-1-2-9698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3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24 536 0 0,'-2'-7'-149'0'0,"-4"-5"12167"0"0,2 7-6601 0 0,1 8-3815 0 0,-4 5-429 0 0,1-1-1 0 0,0 1 0 0 0,0 0 0 0 0,-7 14 0 0 0,-28 76 3540 0 0,17-36-2659 0 0,2-4-1694 0 0,-29 118-1 0 0,50-169-358 0 0,0 0 0 0 0,0 0 0 0 0,0 0 0 0 0,1 0 0 0 0,0 0 0 0 0,0 0 0 0 0,1 0 0 0 0,0 0 0 0 0,0 0 0 0 0,1 0 0 0 0,4 12 0 0 0,-5-16 0 0 0,0 0 0 0 0,1 0 0 0 0,-1 0 0 0 0,1-1 0 0 0,0 1 0 0 0,0 0 0 0 0,0-1 0 0 0,0 1 0 0 0,0-1 0 0 0,0 0 0 0 0,1 1 0 0 0,-1-1 0 0 0,1 0 0 0 0,0 0 0 0 0,-1-1 0 0 0,1 1 0 0 0,0-1 0 0 0,0 1 0 0 0,0-1 0 0 0,0 0 0 0 0,0 0 0 0 0,1 0 0 0 0,-1-1 0 0 0,0 1 0 0 0,0-1 0 0 0,0 1 0 0 0,6-1 0 0 0,-2-1-458 0 0,0 0 1 0 0,1 0-1 0 0,-1 0 0 0 0,0-1 0 0 0,0 0 1 0 0,-1-1-1 0 0,12-4 0 0 0,-10 3-633 0 0,0-1-1 0 0,0 0 0 0 0,-1-1 0 0 0,1 1 0 0 0,-1-1 0 0 0,-1-1 0 0 0,1 1 1 0 0,-1-1-1 0 0,0 0 0 0 0,-1-1 0 0 0,1 1 0 0 0,-1-1 0 0 0,-1 0 0 0 0,0 0 1 0 0,6-17-1 0 0,-5 8-5452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 52 852 0 0,'-4'-13'2566'0'0,"5"8"2369"0"0,10-6-1285 0 0,-9 9-3249 0 0,0 0 0 0 0,1 0 0 0 0,-1 0 0 0 0,0 0 0 0 0,1 1 0 0 0,-1-1 0 0 0,0 1 0 0 0,1-1 0 0 0,0 1 0 0 0,-1 0 0 0 0,1 0 0 0 0,0 0 0 0 0,0 1 0 0 0,-1-1 0 0 0,1 0 0 0 0,0 1 0 0 0,0 0 0 0 0,0 0 0 0 0,0 0 0 0 0,3 0 0 0 0,-1 0 58 0 0,0 0 0 0 0,0 0 0 0 0,-1 0 0 0 0,1 1 0 0 0,0 0 0 0 0,0-1 0 0 0,-1 2 0 0 0,1-1 0 0 0,5 2 0 0 0,-9-2-342 0 0,0 0-1 0 0,0 0 1 0 0,0 1 0 0 0,0-1 0 0 0,0 0-1 0 0,0 0 1 0 0,0 0 0 0 0,-1 1 0 0 0,1-1 0 0 0,0 0-1 0 0,-1 1 1 0 0,1-1 0 0 0,-1 0 0 0 0,1 1-1 0 0,-1-1 1 0 0,0 1 0 0 0,1-1 0 0 0,-1 1-1 0 0,0-1 1 0 0,0 1 0 0 0,0-1 0 0 0,0 1 0 0 0,0-1-1 0 0,-1 1 1 0 0,1-1 0 0 0,0 0 0 0 0,-1 1-1 0 0,1-1 1 0 0,-1 1 0 0 0,1-1 0 0 0,-1 0-1 0 0,0 1 1 0 0,-1 1 0 0 0,-7 18 423 0 0,0-1 1 0 0,-1-1-1 0 0,-1 0 1 0 0,-1 0-1 0 0,0-1 1 0 0,-30 32-1 0 0,39-47-540 0 0,1-1 0 0 0,0 0 0 0 0,0-1 0 0 0,0 1 0 0 0,1 0 0 0 0,-1 0 0 0 0,1 0 0 0 0,-1 0 0 0 0,1 1 0 0 0,0-1 0 0 0,0 0 0 0 0,0 1 0 0 0,0-1 0 0 0,0 0 0 0 0,0 4 0 0 0,1 9 0 0 0,0-14 0 0 0,0 0 0 0 0,0 0 0 0 0,0 0 0 0 0,0 0 0 0 0,0 0 0 0 0,1 0 0 0 0,-1 0 0 0 0,0 0 0 0 0,1 0 0 0 0,-1 0 0 0 0,1 0 0 0 0,-1 0 0 0 0,1 0 0 0 0,-1 0 0 0 0,1 0 0 0 0,0 0 0 0 0,-1 0 0 0 0,1-1 0 0 0,0 1 0 0 0,0 0 0 0 0,0-1 0 0 0,0 1 0 0 0,0 0 0 0 0,-1-1 0 0 0,1 1 0 0 0,0-1 0 0 0,0 1 0 0 0,0-1 0 0 0,0 0 0 0 0,1 1 0 0 0,-1-1 0 0 0,0 0 0 0 0,0 0 0 0 0,0 0 0 0 0,0 1 0 0 0,0-1 0 0 0,0-1 0 0 0,0 1 0 0 0,0 0 0 0 0,0 0 0 0 0,0 0 0 0 0,1 0 0 0 0,0-1 0 0 0,1 0 0 0 0,24 0 0 0 0,1-1 0 0 0,-1-1 0 0 0,0-2 0 0 0,37-11 0 0 0,-62 16-62 0 0,0 0 0 0 0,0-1 0 0 0,0 1 0 0 0,-1-1 0 0 0,1 0 0 0 0,0 1 0 0 0,0-1 0 0 0,-1 0 0 0 0,1 0 0 0 0,0 0-1 0 0,-1 0 1 0 0,1-1 0 0 0,-1 1 0 0 0,0 0 0 0 0,1-1 0 0 0,-1 1 0 0 0,0-1 0 0 0,0 1 0 0 0,0-1 0 0 0,0 1 0 0 0,1-3 0 0 0,-1 3-78 0 0,0-1-1220 0 0,-2-2-244 0 0,-7-12-1823 0 0,-3 2-5494 0 0,7 10 5071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3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196 32 460 0 0,'0'0'1813'0'0,"0"-11"1049"0"0,-1 6 2747 0 0,1 4-5194 0 0,-1 0 0 0 0,1 0 0 0 0,-1 0 0 0 0,1 0 1 0 0,-1 0-1 0 0,1 1 0 0 0,-1-1 0 0 0,1 0 0 0 0,-1 0 1 0 0,0 1-1 0 0,1-1 0 0 0,-1 0 0 0 0,0 1 1 0 0,0-1-1 0 0,1 1 0 0 0,-1-1 0 0 0,0 1 0 0 0,0-1 1 0 0,0 1-1 0 0,0-1 0 0 0,0 1 0 0 0,0 0 0 0 0,0 0 1 0 0,1-1-1 0 0,-1 1 0 0 0,0 0 0 0 0,0 0 0 0 0,-2 0 1 0 0,-1 0 215 0 0,0 1 0 0 0,1 0 1 0 0,-1-1-1 0 0,0 1 0 0 0,0 1 1 0 0,1-1-1 0 0,-7 4 1 0 0,-4 2 796 0 0,1 1 0 0 0,-25 19 0 0 0,31-21-1331 0 0,-1 1-13 0 0,0 0 1 0 0,0 0-1 0 0,1 0 0 0 0,-9 12 1 0 0,14-16-78 0 0,0 0 0 0 0,0 0 0 0 0,0 1 0 0 0,1-1 0 0 0,-1 0 0 0 0,1 1 1 0 0,0-1-1 0 0,0 1 0 0 0,0 0 0 0 0,0-1 0 0 0,1 1 0 0 0,-1 0 0 0 0,1-1 0 0 0,0 1 1 0 0,0 0-1 0 0,1 0 0 0 0,0 5 0 0 0,0-7-7 0 0,0 1 0 0 0,0-1 0 0 0,0 0 0 0 0,0 0 0 0 0,1 0 0 0 0,-1 0 0 0 0,1 0 0 0 0,-1 0 0 0 0,1 0 0 0 0,0 0 0 0 0,0-1 0 0 0,0 1 0 0 0,0-1 0 0 0,0 1 0 0 0,0-1 0 0 0,0 0 0 0 0,0 0 0 0 0,1 0 0 0 0,-1 0 0 0 0,0 0 0 0 0,1 0 0 0 0,-1 0 0 0 0,1-1 0 0 0,3 1 0 0 0,71 6 0 0 0,-54-6 0 0 0,69 4 0 0 0,-77-2 0 0 0,-3 2 0 0 0,-1-1 0 0 0,-9 4 0 0 0,-1-7 0 0 0,-1 0 0 0 0,1 0 0 0 0,-1 0 0 0 0,0 0 0 0 0,1 0 0 0 0,-1 0 0 0 0,0 0 0 0 0,0 0 0 0 0,0 0 0 0 0,0 0 0 0 0,0 0 0 0 0,0 0 0 0 0,0 0 0 0 0,0 0 0 0 0,0 0 0 0 0,0 0 0 0 0,0 0 0 0 0,-1-1 0 0 0,1 1 0 0 0,0 0 0 0 0,-1 0 0 0 0,1 0 0 0 0,-1 0 0 0 0,1 0 0 0 0,-1 0 0 0 0,1-1 0 0 0,-1 1 0 0 0,1 0 0 0 0,-1 0 0 0 0,0-1 0 0 0,-1 2 0 0 0,-11 13 0 0 0,11-8 0 0 0,-1-1 0 0 0,-25 15 0 0 0,26-17 0 0 0,-2 0 0 0 0,-27 0 0 0 0,13-4 0 0 0,16 0-127 0 0,0-1-1 0 0,1 1 1 0 0,-1-1 0 0 0,0 1 0 0 0,0-1-1 0 0,0 0 1 0 0,0 0 0 0 0,0 0-1 0 0,1 0 1 0 0,-1 0 0 0 0,0 0-1 0 0,1 0 1 0 0,-1-1 0 0 0,1 1 0 0 0,-1 0-1 0 0,1-1 1 0 0,0 0 0 0 0,-1 1-1 0 0,1-1 1 0 0,0 0 0 0 0,0 1 0 0 0,0-1-1 0 0,1 0 1 0 0,-1 0 0 0 0,0 0-1 0 0,1 0 1 0 0,-1-2 0 0 0,-1-2-710 0 0,-1-6-1746 0 0,7-7-6541 0 0,-2 12 4680 0 0,-1-4-2423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6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110 0 1976 0 0,'-36'9'2072'0'0,"28"-7"-77"0"0,-6 18 6513 0 0,0-2-5190 0 0,6 28 2282 0 0,8-38-5007 0 0,0 0 1 0 0,0-1-1 0 0,0 1 1 0 0,1 0-1 0 0,0 0 1 0 0,3 10-1 0 0,-2-4 204 0 0,0 0 0 0 0,0 1 0 0 0,-2 17 0 0 0,2-15-1371 0 0,-3-5-414 0 0,0-10 92 0 0,1-1 722 0 0,0-1 1 0 0,0 1-1 0 0,-1 0 1 0 0,1-1-1 0 0,0 1 1 0 0,0 0 0 0 0,-1-1-1 0 0,1 1 1 0 0,0 0-1 0 0,-1-1 1 0 0,1 1-1 0 0,0-1 1 0 0,-1 1 0 0 0,1-1-1 0 0,-1 1 1 0 0,1-1-1 0 0,-1 1 1 0 0,1-1-1 0 0,-1 0 1 0 0,0 1 0 0 0,1-1-1 0 0,-1 0 1 0 0,1 1-1 0 0,-1-1 1 0 0,0 0-1 0 0,1 0 1 0 0,-1 0 0 0 0,0 1-1 0 0,0-1 1 0 0,-22 2-7464 0 0,18-1 3216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2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41 2352 0 0,'0'0'6752'0'0,"20"11"2774"0"0,-7-5-6885 0 0,-3-5-2655 0 0,-1 0 1 0 0,1-1 0 0 0,-1 0-1 0 0,0-1 1 0 0,1 0 0 0 0,-1-1 0 0 0,0 1-1 0 0,0-2 1 0 0,11-3 0 0 0,13-9-4196 0 0,-4-5-4119 0 0,-16 9 3491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2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62 1 608 0 0,'0'0'12723'0'0,"4"3"-11247"0"0,5 3-197 0 0,1 0-1 0 0,0 0 0 0 0,20 7 0 0 0,-21-10-510 0 0,-1 1 0 0 0,1-1-1 0 0,-1 2 1 0 0,1-1 0 0 0,-1 1-1 0 0,-1 0 1 0 0,1 1 0 0 0,-1 0 0 0 0,11 11-1 0 0,-17-15-709 0 0,1-1 1 0 0,-1 1-1 0 0,0 0 0 0 0,0 0 0 0 0,0 0 0 0 0,0 0 0 0 0,0 0 1 0 0,0 1-1 0 0,-1-1 0 0 0,1 0 0 0 0,-1 0 0 0 0,1 0 1 0 0,-1 1-1 0 0,0-1 0 0 0,0 0 0 0 0,0 1 0 0 0,0-1 0 0 0,0 0 1 0 0,0 0-1 0 0,-1 1 0 0 0,1-1 0 0 0,-1 0 0 0 0,0 0 1 0 0,1 0-1 0 0,-1 0 0 0 0,0 0 0 0 0,0 0 0 0 0,-1 0 0 0 0,1 0 1 0 0,0 0-1 0 0,-1 0 0 0 0,1 0 0 0 0,-4 2 0 0 0,-5 5 463 0 0,0 0-1 0 0,-1 0 0 0 0,-1-1 1 0 0,-20 10-1 0 0,-4 4 70 0 0,-1 1-590 0 0,28-18 0 0 0,0 0 0 0 0,1 0 0 0 0,-1 1 0 0 0,-8 8 0 0 0,7-4 0 0 0,10 3 0 0 0,11-1 0 0 0,-6-9 0 0 0,0 0 0 0 0,0-1 0 0 0,0 1 0 0 0,0-1 0 0 0,0-1 0 0 0,1 1 0 0 0,-1-1 0 0 0,1 0 0 0 0,-1 0 0 0 0,1-1 0 0 0,-1 1 0 0 0,8-1 0 0 0,65-9 0 0 0,-70 8 0 0 0,17-2-63 0 0,32-9-522 0 0,-54 11 520 0 0,0 0 0 0 0,0-1 1 0 0,0 1-1 0 0,0-1 0 0 0,-1 0 0 0 0,1 0 0 0 0,0 0 0 0 0,-1 0 0 0 0,1-1 0 0 0,-1 1 0 0 0,0-1 0 0 0,0 1 0 0 0,0-1 0 0 0,0 0 0 0 0,1-3 0 0 0,-2 4-286 0 0,0 0 0 0 0,0 0 1 0 0,0 0-1 0 0,0 0 0 0 0,-1 0 0 0 0,1 0 0 0 0,-1 0 0 0 0,0 0 0 0 0,1 0 0 0 0,-1 0 0 0 0,0 0 1 0 0,0 0-1 0 0,0-1 0 0 0,-1 1 0 0 0,1 0 0 0 0,0 0 0 0 0,-1 0 0 0 0,1 0 0 0 0,-3-3 0 0 0,-5-14-5825 0 0,2 9 40 0 0,1-3-474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3.9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83 30 656 0 0,'0'0'9184'0'0,"-3"-3"-7696"0"0,1 0-1193 0 0,-21-14 14123 0 0,23 17-14418 0 0,2 13 803 0 0,-1 0 0 0 0,0 0 1 0 0,0 0-1 0 0,-3 20 0 0 0,-6 15-133 0 0,2-13 350 0 0,-4 62 0 0 0,12-84-1020 0 0,3 3 0 0 0,-4-2 0 0 0,0-15 0 0 0,8-6 0 0 0,-8 5 0 0 0,-1 0 0 0 0,1 0 0 0 0,-1 0 0 0 0,0 0 0 0 0,1 0 0 0 0,-1 0 0 0 0,0 0 0 0 0,0 0 0 0 0,0 0 0 0 0,-1 0 0 0 0,1 0 0 0 0,-1-3 0 0 0,-2-10-67 0 0,0 0 0 0 0,-1 0 0 0 0,-1 1 0 0 0,0-1 1 0 0,-12-20-1 0 0,16 33 46 0 0,1 1 0 0 0,-1 0 1 0 0,1-1-1 0 0,-1 1 1 0 0,1 0-1 0 0,0-1 1 0 0,-1 1-1 0 0,1-1 0 0 0,0 1 1 0 0,0-1-1 0 0,0 1 1 0 0,0-1-1 0 0,0 1 1 0 0,0 0-1 0 0,1-1 0 0 0,-1 1 1 0 0,0-1-1 0 0,1 1 1 0 0,-1 0-1 0 0,2-3 1 0 0,14-26-270 0 0,-13 25 241 0 0,2-1 22 0 0,0 0 1 0 0,0 1-1 0 0,0-1 0 0 0,1 1 1 0 0,0 0-1 0 0,0 1 1 0 0,0 0-1 0 0,1 0 0 0 0,0 0 1 0 0,-1 0-1 0 0,1 1 0 0 0,0 1 1 0 0,9-3-1 0 0,45-25-105 0 0,-41 23 515 0 0,-8 6 852 0 0,-31 16-1212 0 0,-1-1 1 0 0,-21 13 0 0 0,25-19-26 0 0,0 2 1 0 0,1 0-1 0 0,0 1 1 0 0,1 0-1 0 0,1 1 1 0 0,-1 0 0 0 0,-15 21-1 0 0,26-30 2 0 0,-2 14 0 0 0,4-15 0 0 0,1 1 0 0 0,0-1 0 0 0,0 1 0 0 0,-1 0 0 0 0,1-1 0 0 0,1 1 0 0 0,-1-1 0 0 0,0 1 0 0 0,1-1 0 0 0,-1 1 0 0 0,1-1 0 0 0,0 1 0 0 0,0-1 0 0 0,0 1 0 0 0,0-1 0 0 0,0 0 0 0 0,1 1 0 0 0,-1-1 0 0 0,0 0 0 0 0,1 0 0 0 0,0 0 0 0 0,0 0 0 0 0,-1 0 0 0 0,1-1 0 0 0,3 3 0 0 0,2 1 0 0 0,1-1 0 0 0,-1 0 0 0 0,1-1 0 0 0,-1 0 0 0 0,14 4 0 0 0,-8-3 0 0 0,1 1 0 0 0,0-1 0 0 0,0-1 0 0 0,0 0 0 0 0,1-1 0 0 0,-1-1 0 0 0,1 0 0 0 0,26-2 0 0 0,-27 0 0 0 0,-4-2-121 0 0,-8 2-738 0 0,-18-11-6578 0 0,11 9 4143 0 0,0 0-4236 0 0,-6-4-75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24.2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223 8 368 0 0,'0'0'14331'0'0,"2"-7"-2832"0"0,14 39-10604 0 0,-2 1 0 0 0,-1 1 0 0 0,18 69 0 0 0,-27-81-522 0 0,0 1 1 0 0,-1-1 0 0 0,-1 1-1 0 0,-1-1 1 0 0,-1 1 0 0 0,-1 0-1 0 0,-7 41 1 0 0,5-53-374 0 0,0 0 0 0 0,-1 0 0 0 0,-1 0 0 0 0,1 0 0 0 0,-1-1 0 0 0,-1 0 0 0 0,0 0 0 0 0,-1 0 0 0 0,0-1 0 0 0,0 0 0 0 0,-1 0 0 0 0,0-1 0 0 0,0 0 0 0 0,-1 0 0 0 0,0-1 0 0 0,-1 0 0 0 0,-16 9 0 0 0,24-14 0 0 0,1-2 0 0 0,1 1 0 0 0,-1-1 0 0 0,0 1 0 0 0,1-1 0 0 0,-1 0 0 0 0,0 0 0 0 0,1 1 0 0 0,-1-1 0 0 0,0 0 0 0 0,0 0 0 0 0,1 1 0 0 0,-1-1 0 0 0,0 0 0 0 0,0 0 0 0 0,1 0 0 0 0,-1 0 0 0 0,0 0 0 0 0,0 0 0 0 0,1-1 0 0 0,-1 1 0 0 0,0 0 0 0 0,0 0 0 0 0,1 0 0 0 0,-1-1 0 0 0,0 1 0 0 0,-1-1 0 0 0,-39-12-3125 0 0,29 6 814 0 0,1 0 0 0 0,-1-1 0 0 0,2 0 0 0 0,-1 0 0 0 0,1-1 0 0 0,-11-13 0 0 0,4 2-5257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0.81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494 8 1616 0 0,'0'0'30673'0'0,"-4"-2"-30263"0"0,-16-3-342 0 0,16 6-68 0 0,1 0 0 0 0,-1 1 0 0 0,1-1 0 0 0,-1 1 0 0 0,1 0 0 0 0,0 0 0 0 0,0 0 0 0 0,0 0 0 0 0,0 1 0 0 0,0-1 0 0 0,-3 5 0 0 0,-35 38 0 0 0,31-33 0 0 0,-207 251 0 0 0,146-158 0 0 0,6-8 0 0 0,45-58 0 0 0,20-38 0 0 0,0-1 0 0 0,0 0 0 0 0,0 0 0 0 0,0 0 0 0 0,0-1 0 0 0,-1 1 0 0 0,1 0 0 0 0,0 0 0 0 0,0 0 0 0 0,0 0 0 0 0,0 0 0 0 0,0 0 0 0 0,0 0 0 0 0,0 0 0 0 0,0 0 0 0 0,0 0 0 0 0,-1 0 0 0 0,1 0 0 0 0,0 0 0 0 0,0 0 0 0 0,0 0 0 0 0,0 0 0 0 0,0 0 0 0 0,0 0 0 0 0,0 0 0 0 0,0 0 0 0 0,0 1 0 0 0,-1-1 0 0 0,1 0 0 0 0,0 0 0 0 0,0 0 0 0 0,0 0 0 0 0,0 0 0 0 0,0 0 0 0 0,0 0 0 0 0,0 0 0 0 0,0 0 0 0 0,0 0 0 0 0,0 0 0 0 0,0 0 0 0 0,0 0 0 0 0,0 1 0 0 0,0-1 0 0 0,0 0 0 0 0,0 0 0 0 0,-1 0 0 0 0,4-36-185 0 0,1 27-411 0 0,0-6-987 0 0,-5 5-827 0 0,-4-7-11774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1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55 1676 0 0,'6'-20'3987'0'0,"-5"-15"19847"0"0,-2 44-22803 0 0,-1 7-835 0 0,1 1-1 0 0,1 0 1 0 0,0 0 0 0 0,1-1-1 0 0,1 1 1 0 0,5 21 0 0 0,-4-27-117 0 0,0 0 0 0 0,0 0 0 0 0,1 0 0 0 0,1-1 0 0 0,-1 1 0 0 0,2-1 0 0 0,-1 0 0 0 0,2 0 0 0 0,-1-1 0 0 0,16 16 0 0 0,-18-21-79 0 0,0 0 0 0 0,1-1 0 0 0,-1 0 0 0 0,1 0 0 0 0,0-1 0 0 0,0 1 0 0 0,0-1 0 0 0,0 0 0 0 0,1 0 0 0 0,-1-1 0 0 0,7 2 0 0 0,46 16 0 0 0,-55-18 0 0 0,-18-13-98 0 0,14 12-2 0 0,0 0 1 0 0,0-1-1 0 0,-1 1 1 0 0,1 0-1 0 0,0 0 1 0 0,0 0-1 0 0,0 0 1 0 0,-1 0-1 0 0,1 0 1 0 0,0 0-1 0 0,0 0 1 0 0,0 1-1 0 0,0-1 1 0 0,-1 0-1 0 0,1 1 1 0 0,0-1-1 0 0,0 0 1 0 0,0 1-1 0 0,0 0 1 0 0,0-1-1 0 0,0 1 1 0 0,-2 1-1 0 0,3-2-159 0 0,-29 19-6647 0 0,20-12-3778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1.9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214 11 1528 0 0,'0'-1'12714'0'0,"-12"-9"5392"0"0,-12 21-17748 0 0,-6 9-284 0 0,20-11-87 0 0,-4-1 13 0 0,2 1 0 0 0,-1 1 0 0 0,1 0 0 0 0,1 1 0 0 0,0 0 0 0 0,0 0 0 0 0,1 1 0 0 0,1 1 0 0 0,-12 17 0 0 0,10 4 0 0 0,11-32 0 0 0,-1-1 0 0 0,1 0 0 0 0,-1 0 0 0 0,1 1 0 0 0,0-1 0 0 0,0 0 0 0 0,0 1 0 0 0,0-1 0 0 0,0 0 0 0 0,0 1 0 0 0,0-1 0 0 0,0 0 0 0 0,0 1 0 0 0,1-1 0 0 0,-1 0 0 0 0,0 1 0 0 0,1-1 0 0 0,-1 0 0 0 0,1 0 0 0 0,0 0 0 0 0,-1 1 0 0 0,1-1 0 0 0,0 0 0 0 0,0 0 0 0 0,0 0 0 0 0,0 0 0 0 0,0 0 0 0 0,0 0 0 0 0,0-1 0 0 0,0 1 0 0 0,0 0 0 0 0,0 0 0 0 0,2 0 0 0 0,32 9 0 0 0,-16-8 0 0 0,-1-1 0 0 0,1-2 0 0 0,0 0 0 0 0,-1 0 0 0 0,29-8 0 0 0,90-30 0 0 0,-106 29 0 0 0,-24 7 0 0 0,3-3 0 0 0,-10 6 0 0 0,0 0 0 0 0,0 0 0 0 0,0 0 0 0 0,0 0 0 0 0,0 0 0 0 0,0 0 0 0 0,0-1 0 0 0,0 1 0 0 0,0 0 0 0 0,0 0 0 0 0,0 0 0 0 0,0 0 0 0 0,0 0 0 0 0,0 0 0 0 0,0 0 0 0 0,0 0 0 0 0,0 0 0 0 0,0-1 0 0 0,0 1 0 0 0,0 0 0 0 0,0 0 0 0 0,0 0 0 0 0,0 0 0 0 0,0 0 0 0 0,0 0 0 0 0,0 0 0 0 0,0 0 0 0 0,0 0 0 0 0,0-1 0 0 0,0 1 0 0 0,0 0 0 0 0,0 0 0 0 0,0 0 0 0 0,1 0 0 0 0,-1 0 0 0 0,0 0 0 0 0,0 0 0 0 0,0 0 0 0 0,0 0 0 0 0,0 0 0 0 0,0 0 0 0 0,-29 5 0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2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1 32767 0 0,'0'0'0'0'0,"-7"6"0"0"0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4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37 1304 0 0,'0'0'22886'0'0,"0"-1"-22727"0"0,0 1-1 0 0,-1-1 1 0 0,1 1 0 0 0,0-1 0 0 0,0 1 0 0 0,0-1 0 0 0,0 1 0 0 0,0-1 0 0 0,0 1 0 0 0,0-1 0 0 0,0 1 0 0 0,0-1 0 0 0,0 1 0 0 0,0 0 0 0 0,0-1 0 0 0,1 1 0 0 0,-1-1 0 0 0,0 1 0 0 0,0-1 0 0 0,0 1 0 0 0,1-1 0 0 0,-1 1 0 0 0,0 0-1 0 0,0-1 1 0 0,1 1 0 0 0,-1-1 0 0 0,0 1 0 0 0,1-1 0 0 0,50-4 1065 0 0,114-11 1520 0 0,-148 16-2744 0 0,-6-1-263 0 0,-11 1 50 0 0,1 1-1 0 0,-1 0 1 0 0,0-1-1 0 0,1 1 1 0 0,-1 0-1 0 0,0 0 1 0 0,0-1-1 0 0,0 1 1 0 0,0 0-1 0 0,1 0 1 0 0,-1 0-1 0 0,0-1 1 0 0,0 1-1 0 0,-1 0 1 0 0,1 0-1 0 0,0-1 1 0 0,0 1-1 0 0,0 0 1 0 0,0 0-1 0 0,-1-1 1 0 0,1 1-1 0 0,0 0 1 0 0,-1 0-1 0 0,1-1 1 0 0,-1 2-1 0 0,-7 2-1184 0 0,-9 7-2911 0 0,6-1-4759 0 0,6-4 2218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4.7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59 1364 0 0,'-3'9'15472'0'0,"10"-5"-6180"0"0,10-5-4729 0 0,4-4-3368 0 0,44-14-4168 0 0,-47 13 4295 0 0,40-20-7711 0 0,-37 12-6727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5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243 45 292 0 0,'0'0'1574'0'0,"8"-20"6537"0"0,-6 6 9391 0 0,-6 11-17081 0 0,-10-5 2495 0 0,-26 8-965 0 0,32 3-1951 0 0,0 0 0 0 0,1 0 0 0 0,-1 0 0 0 0,0 1 0 0 0,-10 8 0 0 0,0 1 0 0 0,1 1 0 0 0,1 1 0 0 0,-24 27 0 0 0,35-37 0 0 0,0 2 0 0 0,1-1 0 0 0,-1 1 0 0 0,1 0 0 0 0,0-1 0 0 0,1 2 0 0 0,0-1 0 0 0,0 0 0 0 0,1 1 0 0 0,-1-1 0 0 0,2 1 0 0 0,-1 0 0 0 0,0 12 0 0 0,2-16 0 0 0,0 0 0 0 0,0-1 0 0 0,1 1 0 0 0,-1 0 0 0 0,1 0 0 0 0,0-1 0 0 0,0 1 0 0 0,1 0 0 0 0,-1-1 0 0 0,1 1 0 0 0,-1-1 0 0 0,1 0 0 0 0,0 1 0 0 0,0-1 0 0 0,1 0 0 0 0,-1 0 0 0 0,1 0 0 0 0,-1-1 0 0 0,1 1 0 0 0,0 0 0 0 0,0-1 0 0 0,0 0 0 0 0,0 0 0 0 0,1 0 0 0 0,-1 0 0 0 0,0 0 0 0 0,1-1 0 0 0,-1 0 0 0 0,1 1 0 0 0,0-1 0 0 0,0 0 0 0 0,-1-1 0 0 0,5 1 0 0 0,5 1 0 0 0,0-1 0 0 0,1-1 0 0 0,-1 0 0 0 0,0 0 0 0 0,0-1 0 0 0,0-1 0 0 0,0-1 0 0 0,19-5 0 0 0,-18 4 0 0 0,-1 0 0 0 0,1-1 0 0 0,-1 0 0 0 0,0-2 0 0 0,0 1 0 0 0,0-1 0 0 0,-1-1 0 0 0,0 0 0 0 0,-1-1 0 0 0,0-1 0 0 0,0 1 0 0 0,-1-2 0 0 0,0 1 0 0 0,11-18 0 0 0,-8-12 0 0 0,-12 38 0 0 0,-1-1 0 0 0,1 1 0 0 0,-1 0 0 0 0,0 0 0 0 0,0-1 0 0 0,0 1 0 0 0,-1 0 0 0 0,1 0 0 0 0,0-1 0 0 0,-1 1 0 0 0,1 0 0 0 0,-1 0 0 0 0,0 0 0 0 0,0-1 0 0 0,0 1 0 0 0,0 0 0 0 0,0 0 0 0 0,0 0 0 0 0,0 1 0 0 0,-1-1 0 0 0,1 0 0 0 0,-1 0 0 0 0,1 1 0 0 0,-5-4 0 0 0,-1 0 0 0 0,5 3 0 0 0,0 0 0 0 0,0 0 0 0 0,-1 1 0 0 0,1 0 0 0 0,0-1 0 0 0,-1 1 0 0 0,1 0 0 0 0,-1 0 0 0 0,1 0 0 0 0,-1 0 0 0 0,1 1 0 0 0,-1-1 0 0 0,0 1 0 0 0,1 0 0 0 0,-6-1 0 0 0,6 1 0 0 0,-1-1 0 0 0,1 1 0 0 0,-1 0 0 0 0,1 0 0 0 0,-1 0 0 0 0,1 0 0 0 0,0 0 0 0 0,-1 0 0 0 0,1 1 0 0 0,-1-1 0 0 0,1 1 0 0 0,-1 0 0 0 0,1-1 0 0 0,0 1 0 0 0,0 0 0 0 0,-1 1 0 0 0,1-1 0 0 0,0 0 0 0 0,-3 3 0 0 0,-2 1 0 0 0,-1 1 0 0 0,6 6 0 0 0,12 11 0 0 0,-5-23 0 0 0,9 6-2792 0 0,20-1-12584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02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 1468 0 0,'7'3'30406'0'0,"-9"0"-29638"0"0,-7 10-643 0 0,2-3-565 0 0,6-9-2158 0 0,7-2-2935 0 0,18-6-3624 0 0,-18 6 699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4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220 29 2472 0 0,'-3'-2'2537'0'0,"-2"-1"-1749"0"0,0-1 0 0 0,0 1-1 0 0,0 0 1 0 0,-1 1 0 0 0,-10-4-1 0 0,10 5 408 0 0,0-1-1 0 0,0 1 1 0 0,0 1-1 0 0,0-1 1 0 0,-1 1-1 0 0,1 0 1 0 0,0 0-1 0 0,0 1 0 0 0,0 0 1 0 0,0 0-1 0 0,0 0 1 0 0,0 1-1 0 0,0 0 1 0 0,0 0-1 0 0,0 1 1 0 0,-9 5-1 0 0,-26 22 1532 0 0,29-13-2726 0 0,6-5 0 0 0,6-11 0 0 0,-1 0 0 0 0,1-1 0 0 0,0 1 0 0 0,-1 0 0 0 0,1-1 0 0 0,0 1 0 0 0,-1 0 0 0 0,1-1 0 0 0,0 1 0 0 0,0 0 0 0 0,0-1 0 0 0,0 1 0 0 0,0 0 0 0 0,0 0 0 0 0,0-1 0 0 0,0 1 0 0 0,0 0 0 0 0,0-1 0 0 0,0 1 0 0 0,0 0 0 0 0,1 0 0 0 0,-1-1 0 0 0,0 1 0 0 0,0 0 0 0 0,1-1 0 0 0,-1 1 0 0 0,1 0 0 0 0,-1-1 0 0 0,0 1 0 0 0,1-1 0 0 0,-1 1 0 0 0,1-1 0 0 0,-1 1 0 0 0,1-1 0 0 0,-1 1 0 0 0,1-1 0 0 0,0 1 0 0 0,0-1 0 0 0,4 7 0 0 0,0-1 0 0 0,0 0 0 0 0,0 0 0 0 0,1 0 0 0 0,0-1 0 0 0,1 0 0 0 0,-1 0 0 0 0,1-1 0 0 0,9 6 0 0 0,-15-10 0 0 0,11 8 0 0 0,1 0 0 0 0,-1 1 0 0 0,0 0 0 0 0,-1 1 0 0 0,0 1 0 0 0,10 11 0 0 0,-17-17 0 0 0,2 6 0 0 0,-4 5 0 0 0,-2-12 0 0 0,2 17 0 0 0,-8-5 0 0 0,3-4 0 0 0,-7-2 0 0 0,1-2 0 0 0,-8-6 0 0 0,0-9 0 0 0,14 5-257 0 0,0-1-1 0 0,-1 0 1 0 0,1 0-1 0 0,0 0 1 0 0,1-1-1 0 0,-1 1 1 0 0,1-1-1 0 0,-1 1 1 0 0,1-1-1 0 0,0 0 1 0 0,0 0-1 0 0,1 0 1 0 0,-1 0 0 0 0,1 0-1 0 0,0 0 1 0 0,-1-6-1 0 0,-1-6-2311 0 0,2 0-1 0 0,0-29 0 0 0,1 36 1731 0 0,0 3-6669 0 0,0-8 574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6.70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44 1572 0 0,'0'0'4599'0'0,"43"-11"8965"0"0,-3 9-10422 0 0,74-15 0 0 0,-40 4-5177 0 0,-72 13 1003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1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45 1 304 0 0,'0'0'25342'0'0,"-3"6"-23782"0"0,-4 8-864 0 0,1 0-1 0 0,0 1 0 0 0,1-1 0 0 0,0 1 0 0 0,2 0 0 0 0,0 0 0 0 0,-2 24 0 0 0,4-16-695 0 0,1-12 0 0 0,0 0 0 0 0,0 0 0 0 0,1 0 0 0 0,0 0 0 0 0,4 12 0 0 0,9 28 0 0 0,-13-51-143 0 0,0 0 0 0 0,0-1 1 0 0,0 1-1 0 0,0-1 0 0 0,-1 1 0 0 0,1-1 0 0 0,0 0 0 0 0,0 1 1 0 0,0-1-1 0 0,-1 0 0 0 0,1 1 0 0 0,0-1 0 0 0,-1 0 0 0 0,1 0 1 0 0,0 0-1 0 0,-1 0 0 0 0,1 1 0 0 0,-1-1 0 0 0,0 0 1 0 0,1 0-1 0 0,-1 0 0 0 0,0 0 0 0 0,1 0 0 0 0,-1 0 0 0 0,0 0 1 0 0,0 0-1 0 0,0-2 0 0 0,-5-36-15535 0 0,-2 23 8321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3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64 1480 0 0,'0'0'8844'0'0,"4"3"-7118"0"0,2 0-1063 0 0,1 0-1 0 0,0 0 1 0 0,-1-1-1 0 0,1 1 1 0 0,0-2-1 0 0,1 1 1 0 0,-1-1 0 0 0,0 0-1 0 0,0-1 1 0 0,1 1-1 0 0,-1-1 1 0 0,0-1-1 0 0,12-1 1 0 0,10-2-108 0 0,0-1 0 0 0,36-11 0 0 0,13-9-3245 0 0,-52 14-1091 0 0,-1-1-3598 0 0,-6 1 2238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7.80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278 20 1348 0 0,'-3'-3'2563'0'0,"1"1"-1893"0"0,0 0 0 0 0,0 1-1 0 0,0-1 1 0 0,-1 1 0 0 0,1 0 0 0 0,0-1-1 0 0,-1 1 1 0 0,1 0 0 0 0,-1 1-1 0 0,1-1 1 0 0,-1 0 0 0 0,0 1 0 0 0,1-1-1 0 0,-1 1 1 0 0,-5 0 0 0 0,0 0 843 0 0,-1 0 1 0 0,0 1-1 0 0,0 0 1 0 0,-15 5-1 0 0,3 0 885 0 0,1 2 0 0 0,0 0 0 0 0,-27 15 0 0 0,35-17-2008 0 0,8-4-344 0 0,1 0-1 0 0,-1 0 1 0 0,0 0-1 0 0,1 1 1 0 0,-1-1-1 0 0,1 1 0 0 0,-1-1 1 0 0,1 1-1 0 0,0 0 1 0 0,1 1-1 0 0,-1-1 1 0 0,-3 5-1 0 0,2 5-45 0 0,3-12 0 0 0,1 0 0 0 0,0 0 0 0 0,0 0 0 0 0,0 0 0 0 0,-1 0 0 0 0,1 0 0 0 0,0 0 0 0 0,0 0 0 0 0,0 0 0 0 0,1 1 0 0 0,-1-1 0 0 0,0 0 0 0 0,0 0 0 0 0,0 0 0 0 0,1 0 0 0 0,-1 0 0 0 0,1 0 0 0 0,-1 0 0 0 0,1 0 0 0 0,-1 0 0 0 0,1 0 0 0 0,0 0 0 0 0,1 1 0 0 0,-1-1 0 0 0,10 5 0 0 0,-1-2 0 0 0,0-1 0 0 0,1-1 0 0 0,0 1 0 0 0,0-1 0 0 0,-1-1 0 0 0,1 0 0 0 0,15-1 0 0 0,-9 0 0 0 0,0 1 0 0 0,1 1 0 0 0,26 5 0 0 0,-42-6 0 0 0,1 0 0 0 0,-1 0 0 0 0,1 0 0 0 0,-1 0 0 0 0,1 1 0 0 0,-1-1 0 0 0,0 1 0 0 0,0-1 0 0 0,0 1 0 0 0,0 0 0 0 0,0 0 0 0 0,0 0 0 0 0,0 0 0 0 0,-1 0 0 0 0,1 0 0 0 0,-1 1 0 0 0,1-1 0 0 0,-1 0 0 0 0,0 1 0 0 0,0-1 0 0 0,1 4 0 0 0,-1-2 0 0 0,1 41 0 0 0,-4-38 0 0 0,-1 1 0 0 0,0-1 0 0 0,-1 1 0 0 0,0-1 0 0 0,0 0 0 0 0,-1 0 0 0 0,0-1 0 0 0,0 1 0 0 0,0-1 0 0 0,-1 0 0 0 0,0-1 0 0 0,0 1 0 0 0,0-1 0 0 0,-1 0 0 0 0,1-1 0 0 0,-1 0 0 0 0,-10 5 0 0 0,15-6 0 0 0,-2 0 0 0 0,-32 0 0 0 0,35-2 0 0 0,0-1 0 0 0,0 0 0 0 0,0 1 0 0 0,0-1 0 0 0,0 0 0 0 0,0 0 0 0 0,0 0 0 0 0,0 0 0 0 0,0 0 0 0 0,0 0 0 0 0,0 0 0 0 0,1-1 0 0 0,-1 1 0 0 0,0 0 0 0 0,0 0 0 0 0,0-1 0 0 0,0 1 0 0 0,0 0 0 0 0,0-1 0 0 0,0 1 0 0 0,1-1 0 0 0,-1 1 0 0 0,0-1 0 0 0,0 0 0 0 0,1 1 0 0 0,-1-1 0 0 0,0 0 0 0 0,1 1 0 0 0,-1-1 0 0 0,1 0 0 0 0,-1 0 0 0 0,1 0 0 0 0,-1 1 0 0 0,1-1 0 0 0,0 0 0 0 0,-1 0 0 0 0,1 0 0 0 0,0 0 0 0 0,-1 0 0 0 0,1 0 0 0 0,0-2 0 0 0,0-10 0 0 0,1 8-517 0 0,0 0-1 0 0,0 0 1 0 0,0 0-1 0 0,1 1 1 0 0,-1-1-1 0 0,1 1 1 0 0,3-5-1 0 0,-3 6-661 0 0,0 0 1 0 0,0 0-1 0 0,0 1 0 0 0,0-1 0 0 0,1 1 1 0 0,0 0-1 0 0,-1-1 0 0 0,1 1 0 0 0,0 1 1 0 0,3-3-1 0 0,5-3-2358 0 0,-6 3-3279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09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1 1432 0 0,'0'0'12971'0'0,"-5"4"-10551"0"0,-2 1-1660 0 0,0 0 0 0 0,1 1 0 0 0,0 0-1 0 0,0 1 1 0 0,0 0 0 0 0,1-1 0 0 0,0 2 0 0 0,0-1 0 0 0,1 0 0 0 0,0 1 0 0 0,1 0 0 0 0,-1 0 0 0 0,1 0-1 0 0,1 0 1 0 0,-1 1 0 0 0,2-1 0 0 0,-1 1 0 0 0,0 8 0 0 0,6 30 746 0 0,-3-44-1506 0 0,0 5 0 0 0,1 0 0 0 0,0 1 0 0 0,1-1 0 0 0,0 0 0 0 0,0 0 0 0 0,7 12 0 0 0,-5-13 0 0 0,-4-1-170 0 0,-1-5-864 0 0,1-6-950 0 0,1-27-4600 0 0,-11 8-4147 0 0,3 15 3835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2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 42 920 0 0,'0'0'1608'0'0,"-2"1"861"0"0,-4 7 7177 0 0,12-3-8978 0 0,1 0 0 0 0,-1-1-1 0 0,1 0 1 0 0,0 0-1 0 0,0-1 1 0 0,1 0-1 0 0,-1 0 1 0 0,1 0 0 0 0,-1-1-1 0 0,1 0 1 0 0,0-1-1 0 0,0 0 1 0 0,12 0 0 0 0,11 0 433 0 0,1-3 0 0 0,36-5 0 0 0,-2-1-633 0 0,-57 8-936 0 0,-1-1 1 0 0,1-1-1 0 0,-1 0 0 0 0,1 0 0 0 0,-1-1 0 0 0,0 0 0 0 0,0 0 1 0 0,11-6-1 0 0,3-8-4582 0 0,-5-5-3517 0 0,-15 11 2981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6:48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93 72 2236 0 0,'0'0'8827'0'0,"-3"3"-6805"0"0,-2 3-716 0 0,0 0 1 0 0,0 0-1 0 0,0 0 0 0 0,1 1 0 0 0,0 0 0 0 0,-5 11 0 0 0,3-3 515 0 0,1 0-1 0 0,-8 31 0 0 0,10-29-1097 0 0,0 0 0 0 0,2 0 1 0 0,-1 0-1 0 0,2 0 0 0 0,1 1 0 0 0,4 32 1 0 0,-3-43-723 0 0,0-1 1 0 0,0 0 0 0 0,0 1-1 0 0,1-1 1 0 0,0 0 0 0 0,0-1 0 0 0,1 1-1 0 0,6 8 1 0 0,-2-10-2 0 0,-7-3-52 0 0,1-1-1 0 0,-1 0 1 0 0,1 0-1 0 0,-1 1 1 0 0,1-1 0 0 0,-1 0-1 0 0,1 0 1 0 0,-1 0 0 0 0,1-1-1 0 0,-1 1 1 0 0,1 0-1 0 0,-1 0 1 0 0,1-1 0 0 0,-1 1-1 0 0,1-1 1 0 0,-1 0 0 0 0,0 1-1 0 0,1-1 1 0 0,-1 0-1 0 0,0 0 1 0 0,1 0 0 0 0,-1 0-1 0 0,0 0 1 0 0,0 0-1 0 0,0 0 1 0 0,0 0 0 0 0,0 0-1 0 0,0 0 1 0 0,0-1 0 0 0,0 1-1 0 0,-1 0 1 0 0,1-1-1 0 0,0 1 1 0 0,-1 0 0 0 0,1-1-1 0 0,-1 1 1 0 0,1-1 0 0 0,-1 1-1 0 0,0-1 1 0 0,0 1-1 0 0,0-1 1 0 0,0-1 0 0 0,3-5-352 0 0,-1 2 145 0 0,0-1 0 0 0,0 1 0 0 0,0-1 0 0 0,-1 1 1 0 0,0-1-1 0 0,0 0 0 0 0,-1 0 0 0 0,0 1 0 0 0,0-1 0 0 0,-2-10 1 0 0,-15-69-1400 0 0,12 68 1348 0 0,0 1 207 0 0,-1 1 0 0 0,0 0 0 0 0,-1 0 0 0 0,-1 0 0 0 0,-11-16 0 0 0,-28-32 3775 0 0,45 62-2428 0 0,6 1-867 0 0,20-5-12 0 0,-1 2-1 0 0,0 1 1 0 0,1 1 0 0 0,-1 1-1 0 0,44 3 1 0 0,-12-1 36 0 0,-26-2-367 0 0,0 2 1 0 0,0 0-1 0 0,0 2 1 0 0,0 2-1 0 0,36 9 1 0 0,-64-14-35 0 0,-1 0 0 0 0,1 0 0 0 0,0 0 0 0 0,-1 0 0 0 0,1 0 0 0 0,-1 0 0 0 0,1 0 0 0 0,-1 0 0 0 0,1 0 0 0 0,-1 0 0 0 0,1 0 0 0 0,0 0 0 0 0,-1 0 0 0 0,1 1 0 0 0,-1-1 0 0 0,1 0 0 0 0,-1 0 0 0 0,1 0 0 0 0,-1 1 0 0 0,1-1 0 0 0,-1 0 0 0 0,0 1 0 0 0,1-1 0 0 0,-1 1 0 0 0,1-1 0 0 0,-1 0 0 0 0,0 1 0 0 0,1-1 0 0 0,-1 1 0 0 0,0-1 0 0 0,1 1 0 0 0,-1-1 0 0 0,0 1 0 0 0,1 0 0 0 0,0 14 0 0 0,-3-10 0 0 0,1 0 0 0 0,-1 0 0 0 0,0 0 0 0 0,0 0 0 0 0,-1 0 0 0 0,0 0 0 0 0,1 0 0 0 0,-2-1 0 0 0,1 1 0 0 0,0-1 0 0 0,-1 0 0 0 0,0 0 0 0 0,-5 4 0 0 0,-64 49 0 0 0,54-44 0 0 0,4-1 0 0 0,-1-3 0 0 0,2 2 0 0 0,0 0 0 0 0,0 1 0 0 0,1 0 0 0 0,0 1 0 0 0,1 0 0 0 0,-19 28 0 0 0,31-40 0 0 0,-1 0 0 0 0,0 0 0 0 0,1 0 0 0 0,-1 0 0 0 0,1 1 0 0 0,-1-1 0 0 0,1 0 0 0 0,0 0 0 0 0,0 1 0 0 0,-1-1 0 0 0,1 0 0 0 0,0 1 0 0 0,0-1 0 0 0,0 0 0 0 0,0 1 0 0 0,1-1 0 0 0,-1 0 0 0 0,0 0 0 0 0,1 1 0 0 0,-1-1 0 0 0,0 0 0 0 0,1 0 0 0 0,-1 1 0 0 0,1-1 0 0 0,0 0 0 0 0,-1 0 0 0 0,1 0 0 0 0,0 0 0 0 0,0 0 0 0 0,0 0 0 0 0,0 0 0 0 0,0 0 0 0 0,0 0 0 0 0,0 0 0 0 0,0-1 0 0 0,1 2 0 0 0,36 16 0 0 0,-37-18 0 0 0,20 5 0 0 0,0-1 0 0 0,1 0 0 0 0,0-2 0 0 0,0-1 0 0 0,0 0 0 0 0,26-3 0 0 0,10 0 0 0 0,-33 0-2762 0 0,-1-1-3621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00.0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4 1276 0 0,'0'0'10025'0'0,"7"-4"-2534"0"0,-28 16-7151 0 0,16-9-1 0 0,4-2-187 0 0,1 0 1 0 0,-1-1-1 0 0,1 1 0 0 0,-1 0 1 0 0,0 0-1 0 0,1-1 0 0 0,-1 1 1 0 0,0 0-1 0 0,1-1 0 0 0,-1 1 1 0 0,0 0-1 0 0,0-1 0 0 0,1 0 1 0 0,-1 1-1 0 0,0-1 0 0 0,0 1 1 0 0,0-1-1 0 0,0 0 0 0 0,0 1 1 0 0,-2-1-1 0 0,-14 6 9447 0 0,15 2-15640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15.60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25 27 848 0 0,'0'0'6232'0'0,"-9"-3"-5267"0"0,-6 5 23726 0 0,35-13-24660 0 0,-10 4-42 0 0,-9 6-62 0 0,5-2 591 0 0,0 1 505 0 0,-3 0-5264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7T18:07:22.6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0 109 32515,'2713'0'0,"-2931"-109"0,436 218 0,-436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7T18:07:27.5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2478 141 144 0 0,'0'0'19536'0'0,"3"11"-6481"0"0,-21-5-13023 0 0,4 0-32 0 0,-7 1 0 0 0,1 0 0 0 0,-1-2 0 0 0,-24 3 0 0 0,8-1 0 0 0,-83 15 0 0 0,-131 6 0 0 0,201-23 0 0 0,-47 10 0 0 0,62-8 0 0 0,-1-1 0 0 0,0-2 0 0 0,-45-1 0 0 0,63-3 0 0 0,3 0 0 0 0,-2 1 0 0 0,3-2 0 0 0,-186-11 0 0 0,-6 6 0 0 0,192 5 0 0 0,0 1 0 0 0,-2 1 0 0 0,3-4 0 0 0,1-1 0 0 0,-65-26 0 0 0,28 9 0 0 0,17 10 0 0 0,-3 0 0 0 0,1 1 0 0 0,-2 2 0 0 0,-51-5 0 0 0,71 12 0 0 0,2-1 0 0 0,-4-2 0 0 0,-1 2 0 0 0,5 1 0 0 0,-55 1 0 0 0,28-3 0 0 0,-125-6 0 0 0,151 8 0 0 0,-2-1 0 0 0,4 5 0 0 0,0-1 0 0 0,1 0 0 0 0,-1 0 0 0 0,-4 0 0 0 0,-1-2 0 0 0,12 2 0 0 0,-37 11 0 0 0,30-9 0 0 0,5 0 0 0 0,-3-1 0 0 0,-1 1 0 0 0,0-1 0 0 0,5 1 0 0 0,0 3 0 0 0,-3 0 0 0 0,2-1 0 0 0,81-98 0 0 0,3 12 0 0 0,-57 54 0 0 0,-19 26 0 0 0,0 0 0 0 0,0 0 0 0 0,0-1 0 0 0,-1 1 0 0 0,1 0 0 0 0,0 0 0 0 0,0 0 0 0 0,0-1 0 0 0,0 1 0 0 0,0 0 0 0 0,0 0 0 0 0,0 0 0 0 0,-1 0 0 0 0,1-1 0 0 0,0 1 0 0 0,0 0 0 0 0,0 0 0 0 0,0 0 0 0 0,-1 0 0 0 0,1 0 0 0 0,0 0 0 0 0,0-1 0 0 0,0 1 0 0 0,-1 0 0 0 0,1 0 0 0 0,0 0 0 0 0,0 0 0 0 0,0 0 0 0 0,-1 0 0 0 0,1 0 0 0 0,0 0 0 0 0,0 0 0 0 0,0 0 0 0 0,-1 0 0 0 0,1 0 0 0 0,0 0 0 0 0,0 0 0 0 0,0 0 0 0 0,-1 0 0 0 0,1 0 0 0 0,0 1 0 0 0,0-1 0 0 0,0 0 0 0 0,-1 0 0 0 0,1 0 0 0 0,0 0 0 0 0,0 0 0 0 0,0 0 0 0 0,-1 0 0 0 0,1 1 0 0 0,0-1 0 0 0,0 0 0 0 0,0 0 0 0 0,0 0 0 0 0,0 1 0 0 0,-13 3 0 0 0,3 3 0 0 0,0 1 0 0 0,0 1 0 0 0,1 0 0 0 0,0 0 0 0 0,1 0 0 0 0,0 1 0 0 0,1 0 0 0 0,-8 14 0 0 0,-14 16 0 0 0,7-13 0 0 0,6-8 0 0 0,-27 42 0 0 0,36-54 0 0 0,-3 1 0 0 0,7 1 0 0 0,-3-1 0 0 0,1 1 0 0 0,-2 1 0 0 0,2-1 0 0 0,1 0 0 0 0,12 1 0 0 0,1-5 0 0 0,21 6 0 0 0,0-3 0 0 0,0 0 0 0 0,1-2 0 0 0,0-1 0 0 0,0-2 0 0 0,1-1 0 0 0,-1-1 0 0 0,32-4 0 0 0,-7 0 0 0 0,-50 1 0 0 0,35 2 0 0 0,-29 2 0 0 0,-17 9 0 0 0,-10 2 0 0 0,6-6 0 0 0,3 1 0 0 0,-1 0 0 0 0,-3-2-911 0 0,5-4-7400 0 0,0-1 4116 0 0,3-1 1207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2:07.3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11 1004 0 0,'0'0'1868'0'0,"0"-10"28"0"0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6"/>
    </inkml:context>
    <inkml:brush xml:id="br0">
      <inkml:brushProperty name="width" value="0.025" units="cm"/>
      <inkml:brushProperty name="height" value="0.025" units="cm"/>
      <inkml:brushProperty name="color" value="#AB008B"/>
    </inkml:brush>
  </inkml:definitions>
  <inkml:trace contextRef="#ctx0" brushRef="#br0">29 1 864,'0'0'30428,"-4"3"-29187,-16 9-1266,15-9-1475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370 1 1532,'0'0'22656,"-5"2"-22054,-57 31 4229,61-32-4348,-30 15 1863,28-14-2081,-7 3-213,-124 79-52,122-75 0,1 0 0,0 0 0,0 1 0,1 1 0,1 0 0,0 0 0,-12 21 0,10-18 0,9-12 0,0 0 0,1 0 0,-1 0 0,1 0 0,-1 0 0,1 0 0,0 0 0,0 1 0,0-1 0,0 0 0,0 1 0,1-1 0,-1 0 0,1 1 0,-1-1 0,1 1 0,0-1 0,0 1 0,0-1 0,0 1 0,0-1 0,1 1 0,-1-1 0,1 1 0,1 2 0,-1-2 0,0-1 0,0 0 0,0 0 0,0 0 0,1-1 0,-1 1 0,1 0 0,-1 0 0,1-1 0,0 1 0,-1-1 0,1 1 0,0-1 0,0 0 0,0 1 0,0-1 0,0 0 0,0-1 0,1 1 0,-1 0 0,0-1 0,0 1 0,1-1 0,-1 1 0,0-1 0,0 0 0,1 0 0,-1 0 0,4-1 0,8 0 0,1-1 0,-1 0 0,19-6 0,-26 7 0,35-10 0,0-1 0,78-35 0,-120 47 3,6-6 11,-6 3-37,-5 5-44,-1 0-1125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24 576,'0'0'31295,"2"1"-30539,5 4-616,4-2-140,7-3 0,0-1 0,1 0 0,-1-1 0,23-7 0,24-2 0,-52 9 0,-5-1 0,8 2 0,-4 0-1151,2 0-11301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2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0 140,'0'0'16894,"7"20"-8166,1-15-8349,1 0 0,-1-1-1,1 0 1,0 0 0,0-1-1,1 0 1,10 1 0,78 6 3180,-55-8-3143,-27-1-416,-3-2 0,-1-1 0,1-2 0,-6-7 0,-7 10-302,0 1 0,1-1 1,-1 0-1,0 0 0,1 0 0,-1 1 1,1-1-1,-1 0 0,1 0 0,-1 1 1,1-1-1,0 0 0,-1 1 0,1-1 1,0 1-1,-1-1 0,1 1 0,0-1 1,0 1-1,-1-1 0,1 1 0,0 0 1,1-1-1,10-5-8862,4-9-32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5 1480,'14'-4'31194,"6"56"-31087,-21-29-104,0 0-20,3 3 17,-1 0 0,-1 0 0,-1 0 0,-6 29 0,-1 50 0,6-90 0,-1-3 0,1 44 0,3-44 0,-1-11 0,0-1 0,0 0 0,0 0 0,0 1 0,1-1 0,-1 0 0,0 1 0,0-1 0,0 0 0,0 0 0,1 1 0,-1-1 0,0 0 0,0 0 0,1 1 0,-1-1 0,0 0 0,0 0 0,1 0 0,-1 0 0,0 1 0,0-1 0,1 0 0,-1 0 0,0 0 0,1 0 0,-1 0 0,0 0 0,1 0 0,-1 0 0,0 0 0,0 0 0,1 0 0,-1 0 0,1 0 0,16-9-911,-12 6-4628,-30-23-13613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24 1 896,'-1'2'30145,"1"1"-27794,-3 6-7041,1-5 7270,0 3-1797,-3 2-195,-1 2-474,1-1-114,5-1 0,7-2 0,10-11 0,-10 3 0,17-10 0,-13 3 0,-5-2 0,-6 1 0,-8-2 0,-11 11-91,16 1-2036,-6 5 4066,6-4-3513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120 46 1616,'0'-1'14668,"-10"0"1496,0 12-16025,-4 5-79,1 1 0,-14 23 0,20-30-60,1 1 0,1 0 0,0 1 0,0-1 0,1 1 0,0 0 0,1 0 0,1 1 0,0-1 0,0 21 0,1-31 0,2 1 0,-1-1 0,0 1 0,1-1 0,-1 1 0,1-1 0,-1 0 0,1 1 0,0-1 0,0 0 0,0 1 0,1-1 0,-1 0 0,0 0 0,1 0 0,-1 0 0,1 0 0,0-1 0,3 4 0,0-2 0,0 0 0,-1 0 0,1-1 0,0 0 0,0 0 0,1 0 0,-1 0 0,9 0 0,5 1 0,-1-2 0,0 0 0,0-1 0,23-3 0,-13-1 0,-1 0 0,0-2 0,40-14 0,-54 15 0,0 0 0,-1-1 0,0-1 0,0 0 0,0 0 0,-1-1 0,0-1 0,18-16 0,-25 20 0,0 0 0,-1 0 0,1 0 0,-1 0 0,0-1 0,-1 1 0,1-1 0,-1 0 0,0 1 0,-1-1 0,1 0 0,-1 0 0,0 0 0,0-12 0,-1 14 0,0-1 0,-1 1 0,1-1 0,-1 1 0,0-1 0,0 1 0,0 0 0,-1-1 0,0 1 0,1 0 0,-1 0 0,-1 0 0,1 0 0,-1 1 0,1-1 0,-1 1 0,0-1 0,0 1 0,-6-4 0,-1 0 0,0 0 0,0 1 0,0 1 0,-1-1 0,0 2 0,0 0 0,-1 0 0,1 1 0,-1 0 0,0 1 0,1 0 0,-1 1 0,0 1 0,0-1 0,0 2 0,0 0 0,0 0 0,0 1 0,1 1 0,-1 0 0,1 0 0,-13 6 0,0-2 0,11-1 0,6 3 0,5 3 0,17 0 0,-4-7-3063,-8-4 1460,0 0 0,0 0 0,1 0 0,-1-1 0,0 1 0,0-1 0,0 0 0,0 0 0,4 0 0,3-2-6086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3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507 1 660,'0'0'21531,"3"4"-20241,-2-2-970,-1-1 1,1 1 0,0 0-1,0 0 1,-1 0-1,1 0 1,-1 0 0,1 0-1,-1 0 1,0 0 0,0 0-1,0 0 1,0 0-1,0 3 1,-1-3 750,-7 27 2260,7-17-3322,0-1-1,-2 1 0,1-1 1,-2 0-1,1 0 0,-1-1 1,-1 1-1,-7 12 0,10-20-8,-82 187 0,-128 160 0,63-134 0,131-179 0,12-27 0,7-2 0,9-2 0,3-7 0,3-10-911,-12 6-223,-2 1-2740,14-13-15809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38 145 252 0 0,'0'0'32444'0'0,"-2"0"-32384"0"0,-8 6-49 0 0,3 6-11 0 0,-6 71 0 0 0,8-28 0 0 0,5 20 0 0 0,1-62 0 0 0,3-5 0 0 0,-2-11 0 0 0,-1 0 0 0 0,1 0 0 0 0,-1 1 0 0 0,0-1 0 0 0,0 0 0 0 0,0 0 0 0 0,-1 0 0 0 0,1 0 0 0 0,-1 0 0 0 0,1-4 0 0 0,-1 4 0 0 0,8-57 0 0 0,-6 39 0 0 0,0 0 0 0 0,10-33 0 0 0,-10 47 0 0 0,0 1 0 0 0,0-1 0 0 0,1 1 0 0 0,0 0 0 0 0,1 0 0 0 0,-1 0 0 0 0,1 0 0 0 0,0 1 0 0 0,1 0 0 0 0,-1-1 0 0 0,1 2 0 0 0,7-7 0 0 0,25-26 0 0 0,-30 28 0 0 0,1 0 0 0 0,0 1 0 0 0,1 0 0 0 0,18-13 0 0 0,-13 11 0 0 0,-10 9 0 0 0,36-11 0 0 0,-28 8 0 0 0,0 3 0 0 0,-1 9 0 0 0,-9-6 0 0 0,-1 1 0 0 0,1 0 0 0 0,-1-1 0 0 0,0 1 0 0 0,0 0 0 0 0,-1 0 0 0 0,1 0 0 0 0,0 0 0 0 0,-1 0 0 0 0,0 0 0 0 0,0 0 0 0 0,0 0 0 0 0,0 0 0 0 0,-1 4 0 0 0,-8 53 0 0 0,4-33 0 0 0,2-6 0 0 0,0-5 0 0 0,0 1 0 0 0,1 0 0 0 0,1 0 0 0 0,0 0 0 0 0,1 0 0 0 0,1 0 0 0 0,1 0 0 0 0,0 0 0 0 0,7 21 0 0 0,22 45 0 0 0,-29-72 0 0 0,1-1 0 0 0,-2 2 0 0 0,-1 2 0 0 0,0-3-911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94 127 212 0 0,'4'2'32500'0'0,"-6"11"-32483"0"0,0 0 0 0 0,-1 0 0 0 0,-8 20 1 0 0,9-27-20 0 0,0-1 1 0 0,0 0-1 0 0,1 1 1 0 0,0 0-1 0 0,0-1 1 0 0,0 1-1 0 0,1-1 1 0 0,0 10-1 0 0,-1-5 2 0 0,-4 1 0 0 0,3 1 0 0 0,2-12 0 0 0,0 1 0 0 0,0-1 0 0 0,0 0 0 0 0,0 0 0 0 0,-1 0 0 0 0,1 1 0 0 0,0-1 0 0 0,0 0 0 0 0,0 0 0 0 0,-1 0 0 0 0,1 0 0 0 0,0 1 0 0 0,0-1 0 0 0,-1 0 0 0 0,1 0 0 0 0,0 0 0 0 0,-1 0 0 0 0,1 0 0 0 0,0 0 0 0 0,0 0 0 0 0,-1 0 0 0 0,1 0 0 0 0,0 0 0 0 0,-1 0 0 0 0,1 0 0 0 0,0 0 0 0 0,0 0 0 0 0,-1 0 0 0 0,1 0 0 0 0,0 0 0 0 0,0 0 0 0 0,-1 0 0 0 0,1 0 0 0 0,0 0 0 0 0,-1 0 0 0 0,1-1 0 0 0,0 1 0 0 0,0 0 0 0 0,-1 0 0 0 0,1 0 0 0 0,-2-1 0 0 0,0 0 0 0 0,1 0 0 0 0,-1-1 0 0 0,0 1 0 0 0,1 0 0 0 0,-1 0 0 0 0,1-1 0 0 0,-1 1 0 0 0,1-1 0 0 0,0 0 0 0 0,0 1 0 0 0,-2-3 0 0 0,-9-13 0 0 0,10 13 0 0 0,-8-21 0 0 0,5 9 0 0 0,5 12 0 0 0,-1-1 0 0 0,1 1 0 0 0,0-1 0 0 0,0 1 0 0 0,0-1 0 0 0,1 1 0 0 0,-1-1 0 0 0,1 1 0 0 0,0-1 0 0 0,1 1 0 0 0,-1 0 0 0 0,1-1 0 0 0,0 1 0 0 0,0 0 0 0 0,0 0 0 0 0,5-6 0 0 0,2-6 0 0 0,-5 8 0 0 0,1 0 0 0 0,0 0 0 0 0,0 0 0 0 0,1 1 0 0 0,0 0 0 0 0,0 0 0 0 0,1 0 0 0 0,0 1 0 0 0,0 0 0 0 0,0 0 0 0 0,1 1 0 0 0,0 0 0 0 0,0 0 0 0 0,0 1 0 0 0,1 0 0 0 0,-1 1 0 0 0,1 0 0 0 0,12-3 0 0 0,-8 3 0 0 0,3 4 0 0 0,-10 11 0 0 0,-6-10 0 0 0,0-1 0 0 0,1 0 0 0 0,-1 1 0 0 0,0-1 0 0 0,0 0 0 0 0,0 0 0 0 0,0 1 0 0 0,0-1 0 0 0,0 0 0 0 0,0 0 0 0 0,-1 1 0 0 0,1-1 0 0 0,0 0 0 0 0,-1 0 0 0 0,1 1 0 0 0,-1-1 0 0 0,1 0 0 0 0,-1 0 0 0 0,0 0 0 0 0,1 0 0 0 0,-1 0 0 0 0,0 0 0 0 0,-1 2 0 0 0,-1-1 0 0 0,-5 14 0 0 0,-2 0 0 0 0,0-1 0 0 0,0 0 0 0 0,-1-1 0 0 0,-1 0 0 0 0,0-1 0 0 0,-1 0 0 0 0,-29 21 0 0 0,34-27 0 0 0,8-7 0 0 0,-1 1 0 0 0,1-1 0 0 0,0 0 0 0 0,0 1 0 0 0,-1-1 0 0 0,1 0 0 0 0,0 1 0 0 0,0-1 0 0 0,0 0 0 0 0,0 1 0 0 0,-1-1 0 0 0,1 0 0 0 0,0 1 0 0 0,0-1 0 0 0,0 1 0 0 0,0-1 0 0 0,0 0 0 0 0,0 1 0 0 0,0-1 0 0 0,0 0 0 0 0,0 1 0 0 0,0-1 0 0 0,0 1 0 0 0,0-1 0 0 0,0 0 0 0 0,1 1 0 0 0,-1-1 0 0 0,0 0 0 0 0,0 1 0 0 0,0-1 0 0 0,0 0 0 0 0,1 1 0 0 0,-1-1 0 0 0,0 0 0 0 0,0 1 0 0 0,1-1 0 0 0,-1 0 0 0 0,0 0 0 0 0,1 1 0 0 0,-1-1 0 0 0,0 0 0 0 0,1 0 0 0 0,-1 1 0 0 0,9 2 0 0 0,-1-2 0 0 0,0 1 0 0 0,0-1 0 0 0,-1-1 0 0 0,1 0 0 0 0,0 0 0 0 0,0 0 0 0 0,0-1 0 0 0,13-3 0 0 0,21-2 0 0 0,2 3 0 0 0,-29 4 0 0 0,-2 2 0 0 0,-4 4 0 0 0,1-1 0 0 0,-2-1 0 0 0,-4-1-911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14 1788 0 0,'0'0'2757'0'0,"-4"2"168"0"0,-18 7 22334 0 0,209-24-25217 0 0,-140 10-46 0 0,-35 3 4 0 0,8 0 0 0 0,-5 2 0 0 0,-2 2 0 0 0,-13-2 0 0 0,1 0 0 0 0,-1 0 0 0 0,0 1 0 0 0,0-1 0 0 0,0 0 0 0 0,0 0 0 0 0,1 0 0 0 0,-1 1 0 0 0,0-1 0 0 0,0 0 0 0 0,0 0 0 0 0,0 0 0 0 0,0 1 0 0 0,0-1 0 0 0,0 0 0 0 0,0 0 0 0 0,0 1 0 0 0,0-1 0 0 0,0 0 0 0 0,0 0 0 0 0,0 0 0 0 0,0 1 0 0 0,0-1 0 0 0,0 0 0 0 0,0 0 0 0 0,0 1 0 0 0,0-1 0 0 0,0 0 0 0 0,0 0 0 0 0,0 1 0 0 0,0-1 0 0 0,0 0 0 0 0,0 0 0 0 0,0 0 0 0 0,-1 1 0 0 0,1-1 0 0 0,0 0 0 0 0,0 0 0 0 0,0 0 0 0 0,-1 1 0 0 0,0 1 1 0 0,0 0-1 0 0,0 0 1 0 0,-1 0 0 0 0,1 0-1 0 0,-1 0 1 0 0,1 0 0 0 0,-1 0-1 0 0,0 0 1 0 0,1-1 0 0 0,-1 1-1 0 0,0-1 1 0 0,0 1-1 0 0,0-1 1 0 0,-1 0 0 0 0,1 0-1 0 0,0 0 1 0 0,-4 1 0 0 0,-6 3-124 0 0,-63 33-7867 0 0,4-3 3423 0 0,69-34 4732 0 0,1-1 0 0 0,0 1 0 0 0,-1 0 1 0 0,1-1-1 0 0,0 1 0 0 0,0 0 0 0 0,-1 0 0 0 0,1 0 0 0 0,0 0 0 0 0,0 0 0 0 0,0 0 0 0 0,0 0 1 0 0,0 0-1 0 0,-1 3 0 0 0,3-3-42 0 0,0 0 0 0 0,0 0 0 0 0,0 1 0 0 0,0-1 0 0 0,0 0 0 0 0,1 0 0 0 0,-1-1 0 0 0,0 1 0 0 0,0 0 0 0 0,1 0 0 0 0,-1-1 0 0 0,0 1 1 0 0,1 0-1 0 0,-1-1 0 0 0,1 0 0 0 0,-1 1 0 0 0,1-1 0 0 0,-1 0 0 0 0,3 1 0 0 0,24 7 413 0 0,1-2-1 0 0,48 6 1 0 0,-61-10-1893 0 0,-1-2 1 0 0,0 0-1 0 0,31-5 1 0 0,-41 4 1136 0 0,-1-1-1948 0 0,2 1-6925 0 0,8-2 3616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 14 1344 0 0,'5'-14'30983'0'0,"-16"85"-30543"0"0,8-54-440 0 0,1-1 0 0 0,1 1 0 0 0,1 30 0 0 0,0-14 0 0 0,1-22 0 0 0,2 3 0 0 0,-2-2 0 0 0,-1-1 0 0 0,1 0 0 0 0,4-2 0 0 0,-4 5 0 0 0,-1-1 0 0 0,1-1 0 0 0,-1-12 0 0 0,0 1 0 0 0,0-1 0 0 0,0 0 0 0 0,0 0 0 0 0,0 0 0 0 0,0 0 0 0 0,0 1 0 0 0,0-1 0 0 0,0 0 0 0 0,0 0 0 0 0,0 0 0 0 0,0 0 0 0 0,0 1 0 0 0,0-1 0 0 0,0 0 0 0 0,1 0 0 0 0,-1 0 0 0 0,0 0 0 0 0,0 0 0 0 0,0 0 0 0 0,0 1 0 0 0,0-1 0 0 0,0 0 0 0 0,0 0 0 0 0,1 0 0 0 0,-1 0 0 0 0,0 0 0 0 0,0 0 0 0 0,0 0 0 0 0,0 0 0 0 0,0 0 0 0 0,1 0 0 0 0,-1 0 0 0 0,0 0 0 0 0,0 1 0 0 0,0-1 0 0 0,0 0 0 0 0,1 0 0 0 0,-1 0 0 0 0,0 0 0 0 0,0-1 0 0 0,0 1 0 0 0,0 0 0 0 0,1 0 0 0 0,-1 0 0 0 0,0 0 0 0 0,0 0 0 0 0,0 0 0 0 0,0 0 0 0 0,1 0 0 0 0,-1 0 0 0 0,0 0 0 0 0,0 0 0 0 0,0 0 0 0 0,0-1 0 0 0,17-16-2683 0 0,-13 10 528 0 0,-1-1 0 0 0,-1 1-1 0 0,1 0 1 0 0,-1-1 0 0 0,0 1-1 0 0,0-12 1 0 0,-1 17 1757 0 0,5-20-7808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30 12 1608 0 0,'0'0'20507'0'0,"6"6"-18426"0"0,-7-1 3728 0 0,-5 1-5138 0 0,-6 6 698 0 0,-3 42-647 0 0,14-42-722 0 0,1-12-3 0 0,0 1 0 0 0,0-1 0 0 0,0 0 1 0 0,0 1-1 0 0,0-1 0 0 0,0 0 0 0 0,0 1 0 0 0,0-1 0 0 0,1 0 1 0 0,-1 1-1 0 0,0-1 0 0 0,0 0 0 0 0,0 1 0 0 0,0-1 0 0 0,1 0 0 0 0,-1 0 1 0 0,0 1-1 0 0,0-1 0 0 0,1 0 0 0 0,-1 0 0 0 0,0 0 0 0 0,1 1 0 0 0,-1-1 1 0 0,0 0-1 0 0,0 0 0 0 0,1 0 0 0 0,-1 0 0 0 0,0 0 0 0 0,1 0 1 0 0,-1 0-1 0 0,0 1 0 0 0,1-1 0 0 0,-1 0 0 0 0,0 0 0 0 0,1 0 0 0 0,-1 0 1 0 0,0 0-1 0 0,1 0 0 0 0,-1-1 0 0 0,0 1 0 0 0,1 0 0 0 0,-1 0 0 0 0,0 0 1 0 0,1 0-1 0 0,-1 0 0 0 0,0 0 0 0 0,1-1 0 0 0,-1 1 0 0 0,0 0 1 0 0,0 0-1 0 0,1 0 0 0 0,-1-1 0 0 0,0 1 0 0 0,1-1 0 0 0,12-7-837 0 0,15-18-2209 0 0,-10-3-3620 0 0,-5 6-1546 0 0,6-2 435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3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79 12 452 0 0,'3'14'10094'0'0,"-9"4"-3829"0"0,-21 21-323 0 0,13-19-3513 0 0,3 7 277 0 0,9-22-2265 0 0,0-1 0 0 0,1 1 0 0 0,-1 0 0 0 0,-1-1 0 0 0,1 0 0 0 0,-5 7 0 0 0,6-10-412 0 0,1-1-1 0 0,-1 1 0 0 0,1 0 0 0 0,0-1 0 0 0,-1 1 0 0 0,1 0 1 0 0,0-1-1 0 0,-1 1 0 0 0,1 0 0 0 0,0 0 0 0 0,0-1 0 0 0,0 1 1 0 0,0 0-1 0 0,0-1 0 0 0,0 1 0 0 0,0 0 0 0 0,0 0 0 0 0,0-1 1 0 0,0 1-1 0 0,0 0 0 0 0,0 0 0 0 0,1-1 0 0 0,-1 1 0 0 0,0 0 1 0 0,1-1-1 0 0,-1 1 0 0 0,0 0 0 0 0,1-1 0 0 0,-1 1 0 0 0,1 0 1 0 0,-1-1-1 0 0,1 1 0 0 0,-1-1 0 0 0,1 1 0 0 0,-1-1 0 0 0,1 1 1 0 0,0 0-1 0 0,25 14 693 0 0,-16-14-721 0 0,-1-1 0 0 0,1 0 0 0 0,0-1 0 0 0,0 0 0 0 0,-1-1 0 0 0,1 0 0 0 0,-1 0 0 0 0,0-1 0 0 0,13-5 0 0 0,82-44 0 0 0,-82 40 0 0 0,-12 7 0 0 0,0 0 0 0 0,-1-1 0 0 0,0 0 0 0 0,0 0 0 0 0,0-1 0 0 0,-1 0 0 0 0,0 0 0 0 0,0-1 0 0 0,-1 0 0 0 0,7-10 0 0 0,-11 16 0 0 0,-3 2 0 0 0,1-1 0 0 0,-1 1 0 0 0,1-1 0 0 0,-1 1 0 0 0,1 0 0 0 0,-1-1 0 0 0,1 1 0 0 0,-1-1 0 0 0,1 1 0 0 0,-1-1 0 0 0,1 0 0 0 0,-1 1 0 0 0,0-1 0 0 0,1 1 0 0 0,-1-1 0 0 0,0 0 0 0 0,0 1 0 0 0,1-1 0 0 0,-1 0 0 0 0,0 1 0 0 0,0-1 0 0 0,0 0 0 0 0,0 1 0 0 0,0-1 0 0 0,0-1 0 0 0,-1-11 0 0 0,-13 4 0 0 0,7 8-22 0 0,0 0 1 0 0,0 0-1 0 0,0 1 0 0 0,-1 0 1 0 0,1 0-1 0 0,0 0 0 0 0,0 1 1 0 0,-1 0-1 0 0,1 1 0 0 0,0 0 1 0 0,0 0-1 0 0,-7 3 0 0 0,-7 4-330 0 0,0 0 0 0 0,-30 20 1 0 0,33-15-4811 0 0,13-9 75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598 1 180 0 0,'0'0'5270'0'0,"-4"5"-2779"0"0,-49 54 5133 0 0,36-43-5382 0 0,2 0-1 0 0,-27 35 0 0 0,-82 171 5417 0 0,21 11-4844 0 0,5-19-2807 0 0,-9 21-8 0 0,73-148 1 0 0,34-83-470 0 0,2-9-822 0 0,6-22-3055 0 0,20-59-8021 0 0,-21 71 4335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239 2 884 0 0,'0'0'22274'0'0,"7"0"-21098"0"0,1 0-1241 0 0,3-1 1697 0 0,1 1 1 0 0,-1 0 0 0 0,23 4-1 0 0,-33-4-1572 0 0,-1 0 0 0 0,1 0-1 0 0,-1 0 1 0 0,0 0 0 0 0,1 0 0 0 0,-1 0-1 0 0,1 1 1 0 0,-1-1 0 0 0,0 0-1 0 0,1 0 1 0 0,-1 0 0 0 0,1 1-1 0 0,-1-1 1 0 0,0 0 0 0 0,1 0-1 0 0,-1 1 1 0 0,0-1 0 0 0,0 0-1 0 0,1 1 1 0 0,-1-1 0 0 0,0 0-1 0 0,0 1 1 0 0,1-1 0 0 0,-1 0-1 0 0,0 1 1 0 0,0-1 0 0 0,0 1-1 0 0,0-1 1 0 0,1 0 0 0 0,-1 1-1 0 0,0 0 1 0 0,0 0-57 0 0,0 1 0 0 0,0 0-1 0 0,0-1 1 0 0,0 1 0 0 0,0 0 0 0 0,0-1 0 0 0,0 1 0 0 0,-1-1-1 0 0,1 1 1 0 0,-1 0 0 0 0,1-1 0 0 0,-1 1 0 0 0,1-1-1 0 0,-1 1 1 0 0,0-1 0 0 0,0 0 0 0 0,0 1 0 0 0,0-1 0 0 0,0 0-1 0 0,0 1 1 0 0,0-1 0 0 0,-2 1 0 0 0,-2 3-10 0 0,-25 35 7 0 0,-2-2 0 0 0,-1-1 0 0 0,-69 59 0 0 0,57-55 0 0 0,-22 13 0 0 0,64-48 0 0 0,3-5 0 0 0,0-1 0 0 0,0 0 0 0 0,0 0 0 0 0,0 0 0 0 0,0 0 0 0 0,0 0 0 0 0,0 0 0 0 0,0 0 0 0 0,0 1 0 0 0,0-1 0 0 0,0 0 0 0 0,0 0 0 0 0,0 0 0 0 0,0 0 0 0 0,0 0 0 0 0,0 0 0 0 0,0 1 0 0 0,0-1 0 0 0,0 0 0 0 0,0 0 0 0 0,0 0 0 0 0,0 0 0 0 0,0 0 0 0 0,0 0 0 0 0,0 0 0 0 0,0 1 0 0 0,0-1 0 0 0,0 0 0 0 0,0 0 0 0 0,0 0 0 0 0,0 0 0 0 0,0 0 0 0 0,0 0 0 0 0,1 0 0 0 0,-1 0 0 0 0,0 1 0 0 0,0-1 0 0 0,0 0 0 0 0,0 0 0 0 0,0 0 0 0 0,0 0 0 0 0,0 0 0 0 0,0 0 0 0 0,1 0 0 0 0,-1 0 0 0 0,0 0 0 0 0,0 0 0 0 0,0 0 0 0 0,0 0 0 0 0,0 0 0 0 0,0 0 0 0 0,1 0 0 0 0,-1 0 0 0 0,0 0 0 0 0,0 0 0 0 0,0 0 0 0 0,0 0 0 0 0,0 0 0 0 0,0 0 0 0 0,0 0 0 0 0,1 0 0 0 0,-1 0 0 0 0,0 0 0 0 0,0 0 0 0 0,0 0 0 0 0,0-1 0 0 0,0 1 0 0 0,0 0 0 0 0,31-4 0 0 0,0-2 0 0 0,-1-1 0 0 0,46-17 0 0 0,2 0 0 0 0,32-2 0 0 0,-100 23 0 0 0,4 0-63 0 0,-11 3-1091 0 0,-10-17-23319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 2028 0 0,'-2'9'10835'0'0,"5"-3"-3523"0"0,18 0-341 0 0,32-8-4943 0 0,-47 1-693 0 0,152-22 923 0 0,-144 23-2258 0 0,-3 3-231 0 0,-9-3-987 0 0,-6 3-532 0 0,-30 18-3151 0 0,-7-4-7206 0 0,23-10 5048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 2196 0 0,'28'12'11678'0'0,"5"-9"-3770"0"0,38-10 229 0 0,-24 2-5365 0 0,-24 4-2911 0 0,27-3 444 0 0,-8-9-3191 0 0,-40 12 252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57 0 1320 0 0,'-2'5'2555'0'0,"-11"13"21507"0"0,-3-6-19232 0 0,10-4-4830 0 0,-1 1 0 0 0,2 0 0 0 0,-1 0 0 0 0,5 1-171 0 0,1-8-867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150 1 2108 0 0,'0'0'9609'0'0,"-4"4"-7475"0"0,-16 14 421 0 0,-34 35 6914 0 0,38-28-7777 0 0,-6 13-203 0 0,18-34-1283 0 0,0 1 1 0 0,1 0-1 0 0,0-1 0 0 0,0 2 0 0 0,0-1 0 0 0,1 0 0 0 0,-1 0 0 0 0,1 1 1 0 0,1 0-1 0 0,-1-1 0 0 0,1 1 0 0 0,0 0 0 0 0,0 0 0 0 0,0-1 1 0 0,1 1-1 0 0,0 0 0 0 0,2 11 0 0 0,-2-15-206 0 0,0 0 0 0 0,1 0 0 0 0,-1-1 0 0 0,1 1 0 0 0,0 0 0 0 0,0 0 0 0 0,-1-1 0 0 0,1 1 0 0 0,0-1 0 0 0,0 1 0 0 0,1-1 0 0 0,-1 1 0 0 0,0-1 0 0 0,0 1 0 0 0,1-1 0 0 0,-1 0 0 0 0,1 0 0 0 0,-1 0 0 0 0,1 0 0 0 0,-1 0 0 0 0,3 1 0 0 0,1 0 0 0 0,0-1 0 0 0,-1 1 0 0 0,1-1 0 0 0,0 0 0 0 0,0-1 0 0 0,0 1 0 0 0,0-1 0 0 0,5 0 0 0 0,4-1 0 0 0,1 0 0 0 0,-1-1 0 0 0,0-1 0 0 0,25-7 0 0 0,-21 3 0 0 0,0 0 0 0 0,26-15 0 0 0,-39 19 0 0 0,0 0 0 0 0,0-1 0 0 0,-1 1 0 0 0,1-1 0 0 0,-1 0 0 0 0,0 0 0 0 0,1 0 0 0 0,-2 0 0 0 0,1-1 0 0 0,0 0 0 0 0,-1 0 0 0 0,4-7 0 0 0,-7 2 0 0 0,-1 8 0 0 0,0 0 0 0 0,0 0 0 0 0,0 0 0 0 0,0 0 0 0 0,0 0 0 0 0,0 0 0 0 0,0 0 0 0 0,-1 0 0 0 0,1 1 0 0 0,0-1 0 0 0,-1 0 0 0 0,0 1 0 0 0,1-1 0 0 0,-1 1 0 0 0,0 0 0 0 0,0 0 0 0 0,0-1 0 0 0,0 1 0 0 0,0 0 0 0 0,0 1 0 0 0,0-1 0 0 0,0 0 0 0 0,0 1 0 0 0,0-1 0 0 0,-1 1 0 0 0,1-1 0 0 0,0 1 0 0 0,0 0 0 0 0,-1 0 0 0 0,1 0 0 0 0,0 0 0 0 0,0 1 0 0 0,-3 0 0 0 0,-1-1 0 0 0,-13 1-984 0 0,-1 1 1 0 0,0 1-1 0 0,1 0 0 0 0,-1 2 0 0 0,1 0 1 0 0,-30 14-1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281 12 1608 0 0,'0'0'12877'0'0,"-5"-2"-11111"0"0,-16-6-129 0 0,16 6 1284 0 0,-2 3-1838 0 0,0-1-1 0 0,0 1 0 0 0,0 1 1 0 0,0-1-1 0 0,-8 4 0 0 0,0 2-718 0 0,0 0 1 0 0,1 1-1 0 0,0 1 0 0 0,1 0 0 0 0,0 1 1 0 0,0 1-1 0 0,1 0 0 0 0,0 0 0 0 0,1 1 1 0 0,1 1-1 0 0,0 0 0 0 0,0 0 0 0 0,1 1 1 0 0,-12 25-1 0 0,20-37-364 0 0,0 0 0 0 0,0-1 0 0 0,1 1 0 0 0,-1 0 0 0 0,0 0 0 0 0,0 0 0 0 0,1 0 0 0 0,-1 0 0 0 0,1 0 0 0 0,0 0 0 0 0,0 0 0 0 0,0 0 0 0 0,0 0 0 0 0,0 0 0 0 0,0-1 0 0 0,0 1 0 0 0,0 0 0 0 0,1 0 0 0 0,-1 0 0 0 0,1 0 0 0 0,0 0 0 0 0,-1 0 0 0 0,1 0 0 0 0,2 2 0 0 0,-1-2 0 0 0,0 0 0 0 0,0 0 0 0 0,1 0 0 0 0,-1 0 0 0 0,1 0 0 0 0,-1-1 0 0 0,1 1 0 0 0,0-1 0 0 0,0 0 0 0 0,-1 0 0 0 0,1 0 0 0 0,0 0 0 0 0,0 0 0 0 0,4 0 0 0 0,7 0 0 0 0,1 1 0 0 0,-1-2 0 0 0,1 0 0 0 0,-1-1 0 0 0,19-2 0 0 0,-15 0 0 0 0,-1-1 0 0 0,1-1 0 0 0,-1 0 0 0 0,0-1 0 0 0,0-1 0 0 0,-1 0 0 0 0,0-2 0 0 0,0 1 0 0 0,25-20 0 0 0,-28 18 0 0 0,-9 7 0 0 0,0 1 0 0 0,-1-1 0 0 0,1 0 0 0 0,-1-1 0 0 0,0 1 0 0 0,6-8 0 0 0,-4 1 0 0 0,0 0 0 0 0,-1 0 0 0 0,0 0 0 0 0,3-14 0 0 0,-8 11 0 0 0,-8 2 0 0 0,0 6 0 0 0,-5 2 0 0 0,-7 3 0 0 0,3 2 0 0 0,9 1 0 0 0,0 4 0 0 0,7 0-86 0 0,2-5-706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86 0 752 0 0,'-1'1'12802'0'0,"-5"13"6123"0"0,-24 33-18637 0 0,-8-3-288 0 0,29-36-490 0 0,7-7-2299 0 0,7-6-2742 0 0,19-18-3532 0 0,-4 1 690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140 1 900 0 0,'0'0'14762'0'0,"-7"1"-12996"0"0,-6 2 10 0 0,-1 2 1 0 0,1-1-1 0 0,0 2 1 0 0,0 0-1 0 0,0 0 1 0 0,1 1-1 0 0,-21 16 1 0 0,27-6-881 0 0,5-6-665 0 0,0-10-231 0 0,1 1 0 0 0,0 0 0 0 0,-1-1 0 0 0,1 1 0 0 0,0-1 0 0 0,0 1 0 0 0,0 0 0 0 0,0-1 0 0 0,0 1 0 0 0,1 0 0 0 0,-1-1 0 0 0,0 1 0 0 0,1-1 0 0 0,-1 1 0 0 0,1-1 0 0 0,-1 1 0 0 0,1-1 0 0 0,0 1 0 0 0,0-1 0 0 0,0 1 0 0 0,0-1 0 0 0,0 0 0 0 0,0 1 0 0 0,0-1 0 0 0,0 0 0 0 0,2 1 0 0 0,32 19 0 0 0,-27-17 0 0 0,44 22 0 0 0,-41-22 0 0 0,0 1 0 0 0,0 0 0 0 0,-1 1 0 0 0,0 1 0 0 0,0-1 0 0 0,17 17 0 0 0,-25-22 0 0 0,-1 1 0 0 0,1 0 0 0 0,-1 0 0 0 0,1 0 0 0 0,-1 0 0 0 0,0 0 0 0 0,0 0 0 0 0,0 0 0 0 0,0 0 0 0 0,0 0 0 0 0,-1 0 0 0 0,1 1 0 0 0,-1-1 0 0 0,1 0 0 0 0,-1 1 0 0 0,0-1 0 0 0,0 0 0 0 0,0 1 0 0 0,0-1 0 0 0,0 0 0 0 0,0 0 0 0 0,-1 1 0 0 0,1-1 0 0 0,-1 0 0 0 0,1 1 0 0 0,-3 2 0 0 0,-2 5 0 0 0,0 0 0 0 0,-1 0 0 0 0,0 0 0 0 0,-12 12 0 0 0,4-4 0 0 0,14-17-110 0 0,-1-1-1 0 0,0 1 1 0 0,0-1-1 0 0,0 0 1 0 0,0 1-1 0 0,0-1 1 0 0,0 0-1 0 0,0 0 1 0 0,0 1-1 0 0,0-1 1 0 0,1 0 0 0 0,-1 0-1 0 0,0 0 1 0 0,0 0-1 0 0,0 0 1 0 0,0 0-1 0 0,0-1 1 0 0,0 1-1 0 0,0 0 1 0 0,0 0-1 0 0,0-1 1 0 0,0 1 0 0 0,0-1-1 0 0,0 1 1 0 0,1 0-1 0 0,-1-1 1 0 0,0 0-1 0 0,0 1 1 0 0,1-1-1 0 0,-1 1 1 0 0,0-1-1 0 0,1 0 1 0 0,-1 0 0 0 0,0 1-1 0 0,1-1 1 0 0,-2-1-1 0 0,-21-27-7369 0 0,17 11-543 0 0,-1-6 615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4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91 148 0 0,'32'4'6981'0'0,"-16"-1"-4759"0"0,1-1 0 0 0,-1 0 0 0 0,0-2 0 0 0,1 1 0 0 0,16-3 0 0 0,1-3-895 0 0,0 0-1 0 0,-1-3 1 0 0,33-11 0 0 0,-56 16-1963 0 0,-1 0 0 0 0,0-1 0 0 0,0-1 0 0 0,12-7 0 0 0,-6-1-3529 0 0,-5-1-3922 0 0,-9 4 2275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379 43 448 0 0,'0'0'23739'0'0,"-7"0"-23371"0"0,-21-4 1032 0 0,-1 1 0 0 0,-55 2 0 0 0,73 2-1035 0 0,-1 1 0 0 0,1 0 0 0 0,-1 0-1 0 0,1 1 1 0 0,0 1 0 0 0,0 0-1 0 0,0 0 1 0 0,0 1 0 0 0,1 0-1 0 0,-19 14 1 0 0,25-17-365 0 0,-52 46 0 0 0,53-45 0 0 0,0 0 0 0 0,0 1 0 0 0,0-1 0 0 0,1 1 0 0 0,-1-1 0 0 0,1 1 0 0 0,0 0 0 0 0,0 0 0 0 0,1 0 0 0 0,-1 0 0 0 0,1 0 0 0 0,0 0 0 0 0,0 0 0 0 0,0 1 0 0 0,0 4 0 0 0,1-7 0 0 0,0 0 0 0 0,0 1 0 0 0,0-1 0 0 0,1 0 0 0 0,-1 0 0 0 0,1 1 0 0 0,-1-1 0 0 0,1 0 0 0 0,0 0 0 0 0,0 0 0 0 0,0 1 0 0 0,0-1 0 0 0,0 0 0 0 0,0 0 0 0 0,0-1 0 0 0,1 1 0 0 0,-1 0 0 0 0,1 0 0 0 0,0-1 0 0 0,-1 1 0 0 0,1-1 0 0 0,0 1 0 0 0,0-1 0 0 0,0 0 0 0 0,0 1 0 0 0,0-1 0 0 0,0 0 0 0 0,0 0 0 0 0,0-1 0 0 0,1 1 0 0 0,-1 0 0 0 0,0-1 0 0 0,0 0 0 0 0,4 1 0 0 0,3 0 0 0 0,0-1 0 0 0,1 0 0 0 0,-1 0 0 0 0,0-1 0 0 0,18-3 0 0 0,-9 0 0 0 0,0-1 0 0 0,0-1 0 0 0,0 0 0 0 0,0-2 0 0 0,30-17 0 0 0,-37 18 0 0 0,-1 0 0 0 0,0 0 0 0 0,0-1 0 0 0,0 0 0 0 0,-1-1 0 0 0,-1 0 0 0 0,1-1 0 0 0,-1 0 0 0 0,10-17 0 0 0,-13 19 0 0 0,-3 3 0 0 0,0 0 0 0 0,0 0 0 0 0,0-1 0 0 0,-1 1 0 0 0,0 0 0 0 0,0-1 0 0 0,0 0 0 0 0,0-6 0 0 0,-1-2 0 0 0,-5 0 0 0 0,-3 7 0 0 0,-5 8-29 0 0,10 0-337 0 0,-12 6-3845 0 0,12-5-909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26 7 432 0 0,'0'0'2402'0'0,"-19"-7"16657"0"0,16 29-17351 0 0,1-1 0 0 0,1 0 1 0 0,0 1-1 0 0,2-1 0 0 0,5 34 0 0 0,-4-27-1083 0 0,10 250-625 0 0,-7-178 0 0 0,-5-100 0 0 0,0 0 0 0 0,0 0 0 0 0,0 0 0 0 0,1 0 0 0 0,-1 0 0 0 0,0 1 0 0 0,0-1 0 0 0,1 0 0 0 0,-1 0 0 0 0,0 0 0 0 0,0 0 0 0 0,1 0 0 0 0,-1 0 0 0 0,0 0 0 0 0,0 0 0 0 0,1 0 0 0 0,-1 0 0 0 0,0 0 0 0 0,0 0 0 0 0,1 0 0 0 0,-1 0 0 0 0,0 0 0 0 0,1 0 0 0 0,-1 0 0 0 0,0 0 0 0 0,0 0 0 0 0,1 0 0 0 0,-1 0 0 0 0,0-1 0 0 0,0 1 0 0 0,0 0 0 0 0,1 0 0 0 0,-1 0 0 0 0,0 0 0 0 0,0-1 0 0 0,0 1 0 0 0,1 0 0 0 0,-1 0 0 0 0,0 0 0 0 0,0-1 0 0 0,0 1 0 0 0,0 0 0 0 0,0 0 0 0 0,1-1 0 0 0,-1 1 0 0 0,0 0 0 0 0,11-11 0 0 0,-11 11 0 0 0,17-21-6438 0 0,-3 6-5444 0 0,-3 8 3760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 9 2524 0 0,'0'0'2655'0'0,"-3"-2"-50"0"0,-14-5 7041 0 0,14 8-6520 0 0,-5 6 9024 0 0,16-3-12086 0 0,-5-2-65 0 0,0-1 1 0 0,0 0 0 0 0,0 0 0 0 0,0 0 0 0 0,0 0-1 0 0,1 0 1 0 0,-1-1 0 0 0,0 1 0 0 0,0-1 0 0 0,0 0 0 0 0,1 0-1 0 0,-1 0 1 0 0,5-1 0 0 0,111-15-113 0 0,-115 16-574 0 0,2-2 117 0 0,-3 1-925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22 0 168 0 0,'-17'13'9631'0'0,"12"-3"6032"0"0,9-7-15466 0 0,0-1 0 0 0,0 1 0 0 0,0-1 0 0 0,1 0-1 0 0,-1 0 1 0 0,1 0 0 0 0,0 0 0 0 0,-1-1 0 0 0,1 0 0 0 0,0 0-1 0 0,0 0 1 0 0,-1-1 0 0 0,1 1 0 0 0,0-1 0 0 0,0 0 0 0 0,6-1-1 0 0,19-3 1673 0 0,49-12 0 0 0,-51 9-1648 0 0,-11 4-221 0 0,-4 0 0 0 0,-3 1-23 0 0,-8 2-151 0 0,-7 3-7322 0 0,-9 6 6693 0 0,-4 3-3602 0 0,7-5-4717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315 0 1120 0 0,'0'0'11225'0'0,"1"2"-8789"0"0,-5 9 11588 0 0,-20-14-11190 0 0,22 3-2391 0 0,-13 2 204 0 0,0 2-644 0 0,1 1 0 0 0,0 1 0 0 0,0 0 1 0 0,1 1-1 0 0,-1 0 0 0 0,1 1 0 0 0,1 0 0 0 0,0 1 0 0 0,0 1 1 0 0,1 0-1 0 0,-18 20 0 0 0,20-21-3 0 0,-49 58 0 0 0,54-62 0 0 0,0 1 0 0 0,1-1 0 0 0,0 1 0 0 0,0 0 0 0 0,0-1 0 0 0,1 1 0 0 0,0 0 0 0 0,0 1 0 0 0,1-1 0 0 0,-1 0 0 0 0,0 12 0 0 0,2-16 0 0 0,0 0 0 0 0,0 0 0 0 0,1 0 0 0 0,-1-1 0 0 0,0 1 0 0 0,1 0 0 0 0,-1 0 0 0 0,1-1 0 0 0,-1 1 0 0 0,1 0 0 0 0,0-1 0 0 0,0 1 0 0 0,-1 0 0 0 0,1-1 0 0 0,1 1 0 0 0,-1-1 0 0 0,0 0 0 0 0,0 1 0 0 0,0-1 0 0 0,1 0 0 0 0,1 2 0 0 0,0-1 0 0 0,0-1 0 0 0,1 1 0 0 0,-1-1 0 0 0,1 1 0 0 0,-1-1 0 0 0,1 0 0 0 0,-1 0 0 0 0,1-1 0 0 0,7 1 0 0 0,6-1 0 0 0,1 0 0 0 0,-1-2 0 0 0,26-4 0 0 0,-33 4 0 0 0,8-1 0 0 0,11-1 0 0 0,-2-1 0 0 0,1-1 0 0 0,-1-2 0 0 0,0-1 0 0 0,0 0 0 0 0,-1-2 0 0 0,39-23 0 0 0,-65 34 0 0 0,0 0 0 0 0,0 0 0 0 0,0 0 0 0 0,0 0 0 0 0,0 0 0 0 0,-1 0 0 0 0,1 0 0 0 0,0 0 0 0 0,0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 0 0 0 0,0 0 0 0 0,1-1 0 0 0,-1 1 0 0 0,0 0 0 0 0,0 0 0 0 0,0 0 0 0 0,0 0 0 0 0,0 0 0 0 0,0 0 0 0 0,0 0 0 0 0,0 0 0 0 0,0 0 0 0 0,0 0 0 0 0,1 0 0 0 0,-1 0 0 0 0,0 0 0 0 0,0 0 0 0 0,0 0 0 0 0,0 0 0 0 0,0 0 0 0 0,0 0 0 0 0,1 0 0 0 0,-23 1 0 0 0,6 5 0 0 0,6-2-51 0 0,8-3-587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 61 336 0 0,'0'0'32325'0'0,"-3"3"-32220"0"0,4-3-105 0 0,-1 0 0 0 0,0 0 0 0 0,0 0 0 0 0,1 0 0 0 0,-1 0 0 0 0,0 0 0 0 0,0 0 0 0 0,1 0 0 0 0,-1 0 0 0 0,0 0 0 0 0,0 0 0 0 0,1 0 0 0 0,-1 0 0 0 0,0 0 0 0 0,0 0 0 0 0,1 0 0 0 0,-1 0 0 0 0,0 1 0 0 0,0-1 0 0 0,1 0 0 0 0,-1 0 0 0 0,0 0 0 0 0,0 0 0 0 0,0 0 0 0 0,1 1 0 0 0,-1-1 0 0 0,0 0 0 0 0,0 0 0 0 0,0 0 0 0 0,0 1 0 0 0,0-1 0 0 0,1 0 1 0 0,-1 0-1 0 0,0 0 0 0 0,0 1 0 0 0,0-1 0 0 0,0 0 0 0 0,0 0 0 0 0,0 1 0 0 0,0-1 0 0 0,0 0 0 0 0,0 0 0 0 0,0 1 0 0 0,0-1 0 0 0,0 0 0 0 0,0 0 0 0 0,0 1 0 0 0,0-1 0 0 0,0 0 0 0 0,0 0 0 0 0,0 1 0 0 0,0-1 0 0 0,0 0 0 0 0,-1 0 0 0 0,1 1 0 0 0,0-1 0 0 0,0 0 0 0 0,0 0 0 0 0,0 0 0 0 0,0 1 0 0 0,-1-1 0 0 0,1 0 0 0 0,0 0 0 0 0,0 0 0 0 0,0 0 0 0 0,-1 1 0 0 0,29-6 0 0 0,-21 3 0 0 0,92-14 0 0 0,112-23 0 0 0,-199 34 0 0 0,-9-2-911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154 67 112 0 0,'0'0'1559'0'0,"-22"-13"29347"0"0,31-2-30738 0 0,-8 13-167 0 0,1 0 1 0 0,-1 0-1 0 0,1 0 0 0 0,-1 0 0 0 0,1 0 1 0 0,0 0-1 0 0,0 1 0 0 0,0-1 1 0 0,0 1-1 0 0,0-1 0 0 0,1 1 0 0 0,-1 0 1 0 0,0 0-1 0 0,0 0 0 0 0,1 0 1 0 0,-1 0-1 0 0,4 0 0 0 0,-1 0-2 0 0,15-7 1 0 0,-16 7 0 0 0,16 1 0 0 0,-17-1 0 0 0,0 1 0 0 0,0 0 0 0 0,1 0 0 0 0,-1 0 0 0 0,0 0 0 0 0,0 1 0 0 0,0-1 0 0 0,1 1 0 0 0,-1 0 0 0 0,0-1 0 0 0,0 2 0 0 0,0-1 0 0 0,0 0 0 0 0,0 1 0 0 0,0-1 0 0 0,-1 1 0 0 0,1 0 0 0 0,0 0 0 0 0,2 2 0 0 0,-3-2 0 0 0,-1 1 0 0 0,1-1 0 0 0,-1 1 0 0 0,0-1 0 0 0,1 1 0 0 0,-1 0 0 0 0,0 0 0 0 0,-1-1 0 0 0,1 1 0 0 0,0 0 0 0 0,-1 0 0 0 0,0 0 0 0 0,1 0 0 0 0,-1 0 0 0 0,0 0 0 0 0,-1 4 0 0 0,-1 3 0 0 0,0 0 0 0 0,0 0 0 0 0,-1 0 0 0 0,0 0 0 0 0,-1-1 0 0 0,0 1 0 0 0,-1-1 0 0 0,-10 16 0 0 0,5-11 0 0 0,-2 1 0 0 0,0-2 0 0 0,0 0 0 0 0,-1 0 0 0 0,-1-1 0 0 0,0-1 0 0 0,-1 0 0 0 0,0-1 0 0 0,0-1 0 0 0,-1 0 0 0 0,-33 13 0 0 0,40-20 0 0 0,-8-1 0 0 0,-1-3 0 0 0,1-3 0 0 0,10-4 0 0 0,13-6 0 0 0,-3 12 0 0 0,0 0 0 0 0,0 0 0 0 0,0 0 0 0 0,1 1 0 0 0,-1-1 0 0 0,1 1 0 0 0,-1 0 0 0 0,1 0 0 0 0,0 0 0 0 0,0 0 0 0 0,0 1 0 0 0,7-3 0 0 0,56-9 0 0 0,-51 10 0 0 0,22-5 0 0 0,-15 4 0 0 0,0 0 0 0 0,-1 1 0 0 0,47 1 0 0 0,-54 3 0 0 0,-7 4 0 0 0,-2 3 0 0 0,-5 1 0 0 0,0 3 0 0 0,2-1 0 0 0,-2-11-52 0 0,-1 0 1 0 0,0 1-1 0 0,1-1 1 0 0,-1 0-1 0 0,1 1 0 0 0,-1-1 1 0 0,1 0-1 0 0,-1 0 1 0 0,1 0-1 0 0,-1 1 0 0 0,1-1 1 0 0,-1 0-1 0 0,1 0 1 0 0,-1 0-1 0 0,1 0 0 0 0,-1 0 1 0 0,1 0-1 0 0,-1 0 1 0 0,1 0-1 0 0,-1 0 0 0 0,1 0 1 0 0,-1 0-1 0 0,1 0 1 0 0,-1-1-1 0 0,1 1 0 0 0,-1 0 1 0 0,1 0-1 0 0,-1 0 1 0 0,1-1-1 0 0,-1 1 0 0 0,1 0 1 0 0,-1-1-1 0 0,1 0 1 0 0,7-9-4645 0 0,-8 3-5260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157 155 1468 0 0,'-4'-2'2917'0'0,"-4"-3"-2783"0"0,-14-5 12250 0 0,12 5 3107 0 0,10 12-15161 0 0,-13 170-287 0 0,10-193-43 0 0,-1-1 0 0 0,-1 1 0 0 0,0 0 1 0 0,-2 1-1 0 0,1-1 0 0 0,-15-22 0 0 0,-2-9-18 0 0,14 31 6 0 0,-6-15 26 0 0,15 30-14 0 0,-1-1 1 0 0,1 1 0 0 0,0 0-1 0 0,0 0 1 0 0,0 0-1 0 0,0-1 1 0 0,0 1 0 0 0,0 0-1 0 0,0 0 1 0 0,0 0 0 0 0,0-1-1 0 0,0 1 1 0 0,1 0 0 0 0,-1 0-1 0 0,0 0 1 0 0,1 0 0 0 0,-1 0-1 0 0,1-1 1 0 0,0 1-1 0 0,-1 0 1 0 0,1 0 0 0 0,0 0-1 0 0,1-1 1 0 0,6-4-1 0 0,-1 0 0 0 0,1 0 0 0 0,1 1 0 0 0,-1 0 0 0 0,1 1 0 0 0,0 0 0 0 0,0 0 0 0 0,0 1 0 0 0,1 0 0 0 0,-1 1 0 0 0,15-3 0 0 0,2 2 0 0 0,0 0 0 0 0,1 2 0 0 0,29 2 0 0 0,-54-1 0 0 0,0 0 0 0 0,-1 0 0 0 0,1 0 0 0 0,-1 0 0 0 0,1 0 0 0 0,0 0 0 0 0,-1 0 0 0 0,1 1 0 0 0,-1-1 0 0 0,1 0 0 0 0,-1 1 0 0 0,1-1 0 0 0,-1 1 0 0 0,1 0 0 0 0,-1-1 0 0 0,0 1 0 0 0,1 0 0 0 0,-1 0 0 0 0,0 0 0 0 0,0 0 0 0 0,1 0 0 0 0,-1 0 0 0 0,0 0 0 0 0,0 1 0 0 0,0-1 0 0 0,0 0 0 0 0,-1 0 0 0 0,1 1 0 0 0,0-1 0 0 0,0 1 0 0 0,-1-1 0 0 0,1 1 0 0 0,-1-1 0 0 0,1 1 0 0 0,-1-1 0 0 0,0 1 0 0 0,0-1 0 0 0,0 1 0 0 0,1-1 0 0 0,-1 1 0 0 0,-1 0 0 0 0,1 1 0 0 0,-1 5 0 0 0,-1 0 0 0 0,0 1 0 0 0,0-1 0 0 0,0 0 0 0 0,-1-1 0 0 0,-1 1 0 0 0,1 0 0 0 0,-1-1 0 0 0,0 0 0 0 0,-1 0 0 0 0,0 0 0 0 0,-10 11 0 0 0,-9 9 0 0 0,-44 38 0 0 0,53-52 0 0 0,6-5 0 0 0,-1 0 0 0 0,1 1 0 0 0,1 0 0 0 0,-1 1 0 0 0,-11 19 0 0 0,15-19 0 0 0,5 1 0 0 0,8-1 0 0 0,-1-6 0 0 0,0-1 0 0 0,0 0 0 0 0,1-1 0 0 0,0 0 0 0 0,-1 0 0 0 0,1 0 0 0 0,0-1 0 0 0,9 0 0 0 0,73 1 0 0 0,-63-2 0 0 0,79 0 0 0 0,-92 0 0 0 0,-3 3 0 0 0,-7 5 0 0 0,-6 5-513 0 0,1-10-2366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27 31 688 0 0,'0'0'-88'0'0,"-10"1"4036"0"0,-7 2 24263 0 0,120-16-28206 0 0,-35 3-165 0 0,123-2 0 0 0,-189 12-988 0 0,-8 4-4064 0 0,-31 13 1195 0 0,4-3-6185 0 0,9-5 3529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5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75 232 0 0,'0'1'701'0'0,"0"0"-1"0"0,0 0 1 0 0,0 0 0 0 0,1 0-1 0 0,-1 0 1 0 0,0 0 0 0 0,0 0-1 0 0,0 0 1 0 0,1 0 0 0 0,-1 0-1 0 0,1 0 1 0 0,-1 0 0 0 0,0 0-1 0 0,1-1 1 0 0,0 1 0 0 0,-1 0-1 0 0,1 0 1 0 0,-1 0 0 0 0,1-1-1 0 0,1 2 1 0 0,149-13 11402 0 0,-38 0-8173 0 0,-93 9-3880 0 0,0-1-1 0 0,1-1 0 0 0,-1 0 0 0 0,28-11 0 0 0,-6-3-5479 0 0,-2-2-7773 0 0,-28 13 6124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287 83 624 0 0,'-7'-36'16586'0'0,"6"34"-16033"0"0,0 0 0 0 0,0 0 1 0 0,0 1-1 0 0,0-1 0 0 0,0 0 0 0 0,0 1 0 0 0,0-1 0 0 0,-1 1 1 0 0,1-1-1 0 0,-1 1 0 0 0,1 0 0 0 0,-1 0 0 0 0,0 0 0 0 0,-2-2 1 0 0,1 2 1861 0 0,-4-18 2393 0 0,6 18-4806 0 0,-1 1-1 0 0,1-1 1 0 0,-1 1 0 0 0,1 0-1 0 0,-1-1 1 0 0,1 1 0 0 0,-1 0 0 0 0,1 0-1 0 0,-1 0 1 0 0,1 0 0 0 0,-1 0-1 0 0,1 1 1 0 0,-1-1 0 0 0,1 0-1 0 0,-1 1 1 0 0,1-1 0 0 0,-1 1 0 0 0,1 0-1 0 0,0-1 1 0 0,-1 1 0 0 0,1 0-1 0 0,-2 1 1 0 0,0 0-5 0 0,-14 6 3 0 0,1 1 0 0 0,1 1 0 0 0,0 1 0 0 0,0 0 0 0 0,1 0 0 0 0,0 2 0 0 0,1-1 0 0 0,1 2 0 0 0,0 0 0 0 0,1 0 0 0 0,-16 27 0 0 0,23-34 0 0 0,0 0 0 0 0,0 0 0 0 0,1 0 0 0 0,0 1 0 0 0,1-1 0 0 0,0 1 0 0 0,0-1 0 0 0,0 1 0 0 0,1 0 0 0 0,0-1 0 0 0,1 1 0 0 0,-1 0 0 0 0,2 0 0 0 0,0 10 0 0 0,0-15 0 0 0,0 1 0 0 0,0 0 0 0 0,0-1 0 0 0,0 1 0 0 0,1-1 0 0 0,-1 1 0 0 0,1-1 0 0 0,0 1 0 0 0,0-1 0 0 0,0 0 0 0 0,0 0 0 0 0,1 0 0 0 0,-1 0 0 0 0,1-1 0 0 0,0 1 0 0 0,0-1 0 0 0,0 1 0 0 0,0-1 0 0 0,0 0 0 0 0,0 0 0 0 0,1 0 0 0 0,-1-1 0 0 0,1 1 0 0 0,-1-1 0 0 0,1 0 0 0 0,0 0 0 0 0,-1 0 0 0 0,1 0 0 0 0,0-1 0 0 0,0 1 0 0 0,4-1 0 0 0,12-1 0 0 0,0 0 0 0 0,0-2 0 0 0,0 0 0 0 0,0-1 0 0 0,-1-1 0 0 0,1 0 0 0 0,-1-2 0 0 0,-1 0 0 0 0,1-2 0 0 0,-2 1 0 0 0,33-23 0 0 0,-42 26 0 0 0,-1-1 0 0 0,0 0 0 0 0,0-1 0 0 0,-1 1 0 0 0,0-1 0 0 0,0-1 0 0 0,-1 1 0 0 0,0-1 0 0 0,0 0 0 0 0,0 0 0 0 0,-1 0 0 0 0,-1-1 0 0 0,1 1 0 0 0,-1-1 0 0 0,-1 0 0 0 0,0 0 0 0 0,0 0 0 0 0,0 0 0 0 0,-1-15 0 0 0,-1 21 0 0 0,0 0 0 0 0,0 0 0 0 0,0 0 0 0 0,0 0 0 0 0,-1 0 0 0 0,1 0 0 0 0,-1 0 0 0 0,0 0 0 0 0,0 0 0 0 0,0 0 0 0 0,0 0 0 0 0,-1 0 0 0 0,1 1 0 0 0,-1-1 0 0 0,0 0 0 0 0,1 1 0 0 0,-1 0 0 0 0,0-1 0 0 0,-1 1 0 0 0,1 0 0 0 0,0 0 0 0 0,-1 0 0 0 0,1 0 0 0 0,-1 0 0 0 0,1 1 0 0 0,-1-1 0 0 0,0 1 0 0 0,0 0 0 0 0,0 0 0 0 0,0 0 0 0 0,1 0 0 0 0,-2 0 0 0 0,1 0 0 0 0,0 1 0 0 0,0 0 0 0 0,0-1 0 0 0,0 1 0 0 0,0 0 0 0 0,0 1 0 0 0,-5 0 0 0 0,-2-1 0 0 0,4 0 0 0 0,-1 0 0 0 0,1 0 0 0 0,0 1 0 0 0,0 0 0 0 0,0 0 0 0 0,0 0 0 0 0,0 1 0 0 0,0 0 0 0 0,0 0 0 0 0,0 0 0 0 0,1 1 0 0 0,-9 5 0 0 0,4 1 0 0 0,10 2-8 0 0,9 0-159 0 0,-6-10-1549 0 0,-1 1 1 0 0,0-1 0 0 0,1 0-1 0 0,-1 0 1 0 0,0 0-1 0 0,1-1 1 0 0,-1 1 0 0 0,1 0-1 0 0,0-1 1 0 0,2 1 0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119 1 1028 0 0,'0'0'19422'0'0,"-3"3"-17254"0"0,-95 107 7981 0 0,91-103-10149 0 0,-4 3 0 0 0,20-18-1350 0 0,-3 2-724 0 0,0 1 0 0 0,-1-1 0 0 0,1 0 0 0 0,-1 0 0 0 0,-1-1 0 0 0,1 1 0 0 0,5-12 0 0 0,-3 2-6262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123 0 1076 0 0,'-4'0'27327'0'0,"0"1"-25144"0"0,-12 2-6157 0 0,8-1 6343 0 0,4-1-2065 0 0,-1 0-1 0 0,0 0 1 0 0,1 1-1 0 0,-1 0 0 0 0,1 0 1 0 0,0 0-1 0 0,0 0 1 0 0,0 0-1 0 0,0 1 0 0 0,-5 4 1 0 0,-19 13 144 0 0,19-12-448 0 0,8 2 0 0 0,1-10 0 0 0,0 1 0 0 0,0 0 0 0 0,0 0 0 0 0,0 0 0 0 0,0 0 0 0 0,0 0 0 0 0,0-1 0 0 0,0 1 0 0 0,1 0 0 0 0,-1 0 0 0 0,0 0 0 0 0,0 0 0 0 0,1-1 0 0 0,-1 1 0 0 0,0 0 0 0 0,1 0 0 0 0,-1-1 0 0 0,1 1 0 0 0,-1 0 0 0 0,1-1 0 0 0,0 1 0 0 0,-1 0 0 0 0,1-1 0 0 0,-1 1 0 0 0,1-1 0 0 0,0 1 0 0 0,0-1 0 0 0,-1 0 0 0 0,1 1 0 0 0,0-1 0 0 0,0 1 0 0 0,0-1 0 0 0,-1 0 0 0 0,1 0 0 0 0,0 0 0 0 0,0 1 0 0 0,0-1 0 0 0,0 0 0 0 0,-1 0 0 0 0,2 0 0 0 0,56 19 0 0 0,-49-17 0 0 0,1 1 0 0 0,-1 0 0 0 0,1 0 0 0 0,-1 1 0 0 0,0 0 0 0 0,9 7 0 0 0,-12-8 0 0 0,-1 1 0 0 0,1-1 0 0 0,-1 1 0 0 0,0 0 0 0 0,-1 1 0 0 0,1-1 0 0 0,-1 1 0 0 0,0 0 0 0 0,0 0 0 0 0,0 0 0 0 0,-1 1 0 0 0,5 7 0 0 0,5 5 0 0 0,-9-4 0 0 0,-3 1 0 0 0,-1-1 0 0 0,-1-1 0 0 0,1-12 0 0 0,0-1 0 0 0,0 1 0 0 0,0 0 0 0 0,0 0 0 0 0,0 0 0 0 0,0 0 0 0 0,-1-1 0 0 0,1 1 0 0 0,0 0 0 0 0,-1 0 0 0 0,1 0 0 0 0,0-1 0 0 0,-1 1 0 0 0,1 0 0 0 0,-1-1 0 0 0,1 1 0 0 0,-1 0 0 0 0,1-1 0 0 0,-1 1 0 0 0,1 0 0 0 0,-1-1 0 0 0,0 1 0 0 0,1-1 0 0 0,-1 1 0 0 0,0-1 0 0 0,0 0 0 0 0,1 1 0 0 0,-1-1 0 0 0,0 0 0 0 0,0 1 0 0 0,0-1 0 0 0,0 0 0 0 0,0 0 0 0 0,-5 5 0 0 0,5-5 0 0 0,0 1 0 0 0,0 0 0 0 0,0 0 0 0 0,0-1 0 0 0,0 1 0 0 0,0-1 0 0 0,0 1 0 0 0,0-1 0 0 0,-1 0 0 0 0,1 1 0 0 0,0-1 0 0 0,0 0 0 0 0,0 0 0 0 0,-1 0 0 0 0,1 1 0 0 0,0-1 0 0 0,0-1 0 0 0,-1 1 0 0 0,1 0 0 0 0,0 0 0 0 0,0 0 0 0 0,-2-1 0 0 0,-2 1 0 0 0,2 0 0 0 0,0-1 0 0 0,0 1 0 0 0,1 0 0 0 0,-1-1 0 0 0,0 1 0 0 0,0-1 0 0 0,1 0 0 0 0,-1 0 0 0 0,0 0 0 0 0,1 0 0 0 0,-1 0 0 0 0,1-1 0 0 0,0 1 0 0 0,-1-1 0 0 0,1 0 0 0 0,0 0 0 0 0,0 1 0 0 0,0-1 0 0 0,-3-4 0 0 0,-2-2 0 0 0,-12-16-3431 0 0,16 18 1552 0 0,1 0-1 0 0,0-1 1 0 0,0 1-1 0 0,1-1 1 0 0,0 1-1 0 0,0-1 1 0 0,0 0 0 0 0,1-8-1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60 1948 0 0,'0'0'25993'0'0,"24"-2"-23127"0"0,32-12-1068 0 0,-15 3-2079 0 0,53-20 0 0 0,-92 30-556 0 0,-28 9-18044 0 0,21-6 11948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 13 1432 0 0,'0'0'4279'0'0,"-32"17"22043"0"0,54-19-25744 0 0,14-8-422 0 0,-12 6-156 0 0,0 1 0 0 0,38-1 0 0 0,73-2 0 0 0,-123 6 0 0 0,2 2 0 0 0,1-2-121 0 0,-12 0-865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6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0 528 0 0,'-3'1'28722'0'0,"-1"0"-26512"0"0,-10 4-6555 0 0,8-2 6774 0 0,-19 11-1784 0 0,1 1-1 0 0,1 1 1 0 0,1 1-1 0 0,-29 28 1 0 0,41-35-645 0 0,5-7 0 0 0,0 1 0 0 0,1 0 0 0 0,0 0 0 0 0,0 1 0 0 0,0-1 0 0 0,0 1 0 0 0,1 0 0 0 0,-1 0 0 0 0,1 0 0 0 0,-3 9 0 0 0,5-4 0 0 0,1-8 0 0 0,0-1 0 0 0,0 0 0 0 0,0 0 0 0 0,0 1 0 0 0,0-1 0 0 0,0 0 0 0 0,0 0 0 0 0,1 0 0 0 0,-1 1 0 0 0,0-1 0 0 0,1 0 0 0 0,-1 0 0 0 0,1 0 0 0 0,0 0 0 0 0,-1 0 0 0 0,1 0 0 0 0,0 0 0 0 0,0 0 0 0 0,-1 0 0 0 0,1 0 0 0 0,0 0 0 0 0,0 0 0 0 0,0-1 0 0 0,0 1 0 0 0,0 0 0 0 0,0 0 0 0 0,0-1 0 0 0,0 1 0 0 0,1-1 0 0 0,-1 1 0 0 0,0-1 0 0 0,0 0 0 0 0,0 1 0 0 0,1-1 0 0 0,1 0 0 0 0,23-2 0 0 0,7-3 0 0 0,-2-2 0 0 0,1-1 0 0 0,-1-2 0 0 0,0-1 0 0 0,-1-1 0 0 0,50-28 0 0 0,-41 14 0 0 0,-30 17 0 0 0,-9-1 0 0 0,-12-3 0 0 0,9 11 0 0 0,-1 0 0 0 0,0 0 0 0 0,0 1 0 0 0,0 0 0 0 0,-1 0 0 0 0,1 0 0 0 0,0 0 0 0 0,0 0 0 0 0,-1 1 0 0 0,1 0 0 0 0,0 0 0 0 0,-8 1 0 0 0,-20-3 0 0 0,26 3 0 0 0,-11 4 0 0 0,5 0 0 0 0,1 1 0 0 0,4-2-86 0 0,6-3-743 0 0,17 12-16371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29 1 1512,'4'7'30386,"-17"11"-29640,5-6-623,2-1-123,5 1 0,0-1 0,-2-1-118,2-8-765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44 1 160,'0'0'16828,"1"1"-14225,2 11-2045,-4-4 6566,-25 47-1630,23-45-5494,-2 3 0,-1 0 0,1 0 0,5-13 0,0 1 0,0 0 0,-1-1 0,1 1 0,0 0 0,0-1 0,0 1 0,0 0 0,0-1 0,0 1 0,0 0 0,0-1 0,0 1 0,0 0 0,0-1 0,0 1 0,1 0 0,-1-1 0,0 1 0,0-1 0,1 1 0,-1 0 0,1-1 0,-1 1 0,0-1 0,1 1 0,-1-1 0,1 1 0,-1-1 0,1 1 0,-1-1 0,1 0 0,-1 1 0,1-1 0,0 0 0,-1 1 0,1-1 0,-1 0 0,2 1 0,6 3 0,0-1 0,1 1 0,-1-1 0,1-1 0,-1 0 0,1 0 0,0 0 0,-1-1 0,1 0 0,0-1 0,0 0 0,10-2 0,33 4 0,-35-2 0,-4 0 0,-12 0-1,0 0 1,-1 1-1,1-1 0,0 0 1,0 0-1,-1 0 0,1 0 1,0 0-1,0 0 0,0 0 1,-1 0-1,1 0 0,0 0 0,0 0 1,-1 0-1,1-1 0,0 1 1,0 0-1,-1-1 0,1 1 1,0 0-1,-1-1 0,1 1 1,0-1-1,-1 1 0,1-1 1,-1 1-1,2-2 0,-1 1-192,1-1-1051,-13-19-16898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100 2 396,'1'-1'9910,"8"3"4020,-35 89-10295,-17 107 0,22-94-2374,4 33-1261,17-136 0,-1 0 0,1 1 0,0-1 0,-1 0 0,1 0 0,0 0 0,0 0 0,0 0 0,0 0 0,0 1 0,0-1 0,0 0 0,0 0 0,1 0 0,-1 0 0,0 0 0,1 0 0,-1 0 0,1 0 0,0 2 0,2 4 0,-2-7 0,-1 0 0,0 0 0,0 0 0,0 1 0,0-1 0,0 0 0,0 0 0,0 0 0,0 0 0,0 0 0,0 1 0,1-1 0,-1 0 0,0 0 0,0 0 0,0 0 0,0 0 0,0 0 0,1 0 0,-1 1 0,0-1 0,0 0 0,0 0 0,0 0 0,1 0 0,-1 0 0,0 0 0,0 0 0,0 0 0,1 0 0,-1 0 0,0 0 0,0 0 0,0 0 0,0 0 0,1 0 0,-1 0 0,0 0 0,0 0 0,0-1 0,0 1 0,1 0 0,-1 0 0,0 0 0,0 0 0,0 0 0,2-3 0,0 0 0,0 0 0,-1 0 0,1 0 0,-1 0 0,0-1 0,0 1 0,0 0 0,-1-1 0,2-5 0,1-6 0,4-12-3603,-7 24 2159,1 0 0,0-1 0,-1 1 0,0 0 0,0 0 1,0-1-1,0 1 0,-1 0 0,1-1 0,-1 1 0,-1-6 0,-4-2-5209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6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 0 460,'0'0'10386,"-1"5"-8003,0-3-3581,0 4 1135,0 1 7421,6-4 804,3-4-6795,-5 0-476,1 0-80,85-7 1399,-64 5-2181,31 5-173,-29 1-577,-12 2-3411,-10-2-2013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 17 188,'0'2'1170,"0"-1"0,-1 1-1,1-1 1,0 1 0,0-1 0,0 1-1,0 0 1,1-1 0,-1 1 0,0-1 0,1 1-1,-1-1 1,0 0 0,1 1 0,1 1-1,149-11 7870,-131 5-10090,1 0-1,36-12 0,-48 11-2285,-5-5-7526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193 10 2020,'3'-9'26593,"-10"8"-26455,1 2-1,0-1 1,-1 1 0,1 0 0,-1 0 0,1 0 0,0 1 0,0 0 0,0 1 0,0-1 0,0 1 0,1 0 0,-1 1 0,1-1-1,-1 1 1,-6 6 0,4-3 43,-1 0 0,1 1 0,0 0 0,1 0 0,0 0 0,1 1 0,-1 0 0,2 1 0,-8 13 0,11-19-181,1 0 0,0 0 0,0 0 0,0 0 0,0 0 0,0 0 0,1 0 0,0 0 0,0 0 0,0 0 0,0 0 0,1 0 0,-1 0 0,3 6 0,-2-7 0,0 0 0,1-1 0,-1 1 0,1-1 0,0 0 0,-1 1 0,1-1 0,0 0 0,1 0 0,-1 0 0,0 0 0,0 0 0,1-1 0,-1 1 0,1-1 0,2 2 0,5 0 0,0 0 0,0-1 0,0 0 0,0 0 0,0-1 0,0 0 0,0-1 0,0 0 0,1-1 0,12-2 0,-1 0 0,-1-2 0,1 0 0,-1-2 0,40-17 0,-54 21 0,1-1 0,-1 0 0,0 0 0,-1 0 0,1-1 0,-1 0 0,1-1 0,-2 1 0,1-1 0,0 0 0,-1 0 0,-1-1 0,1 0 0,-1 0 0,0 0 0,6-15 0,-10 20 0,1-1 0,-1 0 0,0 0 0,0 0 0,0 0 0,0 1 0,-1-1 0,1 0 0,-1 0 0,0 1 0,0-1 0,0 0 0,0 1 0,0-1 0,0 1 0,-1-1 0,1 1 0,-1-1 0,0 1 0,0 0 0,0 0 0,0 0 0,0 0 0,0 0 0,0 1 0,-1-1 0,1 0 0,0 1 0,-1 0 0,0 0 0,1 0 0,-1 0 0,0 0 0,-5-1 0,-5-1 0,-5 0 0,1 1 0,2 2 0,4 5 0,5 1 0,5 2-31,8 3-2297,9 0-12556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10 1 240,'9'11'3840,"-11"2"8996,-7 14-268,6 9-9285,3-25-3283,-1 2 0,-3-1 0,9-1 0,0-1 0,2 1 0,10 4-3838,6-16-8416,-19 0 9849,13-4-5616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7-08T15:44:11.87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49 1 224,'0'0'21775,"14"0"-20211,-12 5 7537,-3 6-9083,1 0 0,0 0 0,0 0 1,1 0-1,0 0 0,5 18 0,3 35-42,-4 119 24,-6-179 0,8 15 0,-6-9 0,-2-6 0,-13-44-1426,14 39 1354,0 1-1,0 0 0,0 0 1,0-1-1,-1 1 1,1 0-1,0 0 0,0 0 1,0-1-1,-1 1 0,1 0 1,0 0-1,0 0 0,-1-1 1,1 1-1,0 0 0,0 0 1,-1 0-1,1 0 1,0 0-1,0 0 0,-1 0 1,1 0-1,0 0 0,0 0 1,-1 0-1,1 0 0,0 0 1,-1 0-1,1 0 1,0 0-1,0 0 0,-1 0 1,1 0-1,0 0 0,0 0 1,-1 0-1,1 0 0,0 1 1,0-1-1,-1 0 1,-10 3-1773,-6 1-2900,0 0-3615,-6-1 860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13 1436 0 0,'0'0'7177'0'0,"15"-8"13534"0"0,-18 7-17287 0 0,-18-2-3405 0 0,11 3-19 0 0,1 0 0 0 0,-1 0 0 0 0,1 1 0 0 0,0 1 0 0 0,0-1 0 0 0,0 1 0 0 0,0 1 0 0 0,0 0 0 0 0,0 0 0 0 0,0 1 0 0 0,1 0 0 0 0,0 0 0 0 0,-1 1 0 0 0,2 0 0 0 0,-13 10 0 0 0,-10 4 0 0 0,24-12 0 0 0,1 5 0 0 0,11-1 0 0 0,7-7 0 0 0,0-5 0 0 0,0 0 0 0 0,0-1 0 0 0,0-1 0 0 0,0 0 0 0 0,0 0 0 0 0,15-7 0 0 0,-13 4 0 0 0,0 1 0 0 0,0 1 0 0 0,0 1 0 0 0,20-3 0 0 0,-30 6 0 0 0,-1 0 0 0 0,1 0 0 0 0,0 1 0 0 0,0-1 0 0 0,0 1 0 0 0,0 0 0 0 0,-1 0 0 0 0,1 1 0 0 0,0-1 0 0 0,-1 1 0 0 0,1 0 0 0 0,-1 0 0 0 0,0 1 0 0 0,0-1 0 0 0,1 1 0 0 0,-2 0 0 0 0,8 7 0 0 0,-3-3 0 0 0,-1 1 0 0 0,0 0 0 0 0,0 0 0 0 0,0 1 0 0 0,-1-1 0 0 0,-1 2 0 0 0,0-1 0 0 0,0 1 0 0 0,0-1 0 0 0,-1 1 0 0 0,-1 1 0 0 0,0-1 0 0 0,0 0 0 0 0,-1 1 0 0 0,1 14 0 0 0,-2-22 0 0 0,-1 0 0 0 0,0-1 0 0 0,0 1 0 0 0,0 0 0 0 0,-1 0 0 0 0,1-1 0 0 0,0 1 0 0 0,-1 0 0 0 0,0-1 0 0 0,0 1 0 0 0,0-1 0 0 0,0 1 0 0 0,0-1 0 0 0,0 1 0 0 0,-1-1 0 0 0,1 0 0 0 0,-1 0 0 0 0,1 1 0 0 0,-1-1 0 0 0,0 0 0 0 0,0 0 0 0 0,0-1 0 0 0,0 1 0 0 0,0 0 0 0 0,-1-1 0 0 0,1 1 0 0 0,0-1 0 0 0,-1 0 0 0 0,1 0 0 0 0,-1 0 0 0 0,1 0 0 0 0,-1 0 0 0 0,0 0 0 0 0,1-1 0 0 0,-1 0 0 0 0,0 1 0 0 0,1-1 0 0 0,-1 0 0 0 0,0 0 0 0 0,0 0 0 0 0,1 0 0 0 0,-1-1 0 0 0,-3 0 0 0 0,-11-2 0 0 0,0-1 0 0 0,1 0 0 0 0,-1-1 0 0 0,-28-13 0 0 0,43 17 0 0 0,-14-6 0 0 0,-71-39 0 0 0,73 38 0 0 0,70 26-26 0 0,-47-16-196 0 0,13 2-3845 0 0,-14-4-1537 0 0,-1 0-3562 0 0,8-3 1473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8 43 768 0 0,'-7'6'31119'0'0,"18"-4"-31050"0"0,-1-1 0 0 0,1-1 1 0 0,0 0-1 0 0,0 0 0 0 0,0-1 0 0 0,-1 0 0 0 0,1-1 1 0 0,0 0-1 0 0,-1-1 0 0 0,14-6 0 0 0,75-16 50 0 0,-85 21-119 0 0,-4 1-34 0 0,-8 2-311 0 0,-6 5-2160 0 0,-75 58-5424 0 0,32-26-4848 0 0,35-26 7616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 1 7705 0 0,'-6'8'8'0'0,"-3"6"1487"0"0,7 0 5490 0 0,-3-5 1908 0 0,9-7-8646 0 0,0 0 0 0 0,0 1 1 0 0,0-2-1 0 0,0 1 1 0 0,0 0-1 0 0,0-1 1 0 0,1 0-1 0 0,-1 0 0 0 0,1 0 1 0 0,-1 0-1 0 0,1-1 1 0 0,-1 0-1 0 0,1 0 1 0 0,-1 0-1 0 0,1 0 0 0 0,8-3 1 0 0,5 0 621 0 0,0-1-1 0 0,0 0 1 0 0,18-9 0 0 0,38-7-869 0 0,-24 9 0 0 0,-40 9-161 0 0,-8 2-758 0 0,-6 4-649 0 0,0-1 780 0 0,-17 13-2319 0 0,15-12-1826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325 162 1152 0 0,'0'0'3684'0'0,"37"-20"5291"0"0,-33 15-7759 0 0,-1 1 0 0 0,1-1 0 0 0,-1 0 0 0 0,-1 0 0 0 0,1 0 0 0 0,-1 0-1 0 0,0 0 1 0 0,0 0 0 0 0,0-1 0 0 0,-1 1 0 0 0,2-12 0 0 0,-3 16-573 0 0,-7-28 1950 0 0,2 25-2540 0 0,-1 0 1 0 0,1 0 0 0 0,-1 0 0 0 0,0 0-1 0 0,0 1 1 0 0,-1 0 0 0 0,1 1 0 0 0,-1-1 0 0 0,1 1-1 0 0,-1 0 1 0 0,0 1 0 0 0,0 0 0 0 0,1 0 0 0 0,-1 0-1 0 0,0 1 1 0 0,0 0 0 0 0,0 0 0 0 0,0 1-1 0 0,0-1 1 0 0,-10 4 0 0 0,-3 1-54 0 0,1 0 0 0 0,-1 1 0 0 0,1 2 0 0 0,0 0 0 0 0,-25 15 0 0 0,36-19 0 0 0,1 0 0 0 0,0 1 0 0 0,0 0 0 0 0,0 1 0 0 0,1-1 0 0 0,0 1 0 0 0,0 0 0 0 0,0 1 0 0 0,1 0 0 0 0,0 0 0 0 0,0 0 0 0 0,1 0 0 0 0,0 1 0 0 0,0-1 0 0 0,-4 15 0 0 0,7-20 0 0 0,0 0 0 0 0,1 0 0 0 0,-1 0 0 0 0,1 1 0 0 0,-1-1 0 0 0,1 0 0 0 0,0 1 0 0 0,0-1 0 0 0,0 0 0 0 0,1 1 0 0 0,-1-1 0 0 0,0 0 0 0 0,1 0 0 0 0,-1 1 0 0 0,1-1 0 0 0,0 0 0 0 0,2 4 0 0 0,-2-5 0 0 0,0 0 0 0 0,0 1 0 0 0,1-1 0 0 0,-1 0 0 0 0,0 0 0 0 0,1 0 0 0 0,-1 0 0 0 0,1 0 0 0 0,-1 0 0 0 0,1-1 0 0 0,0 1 0 0 0,-1 0 0 0 0,1-1 0 0 0,0 1 0 0 0,-1-1 0 0 0,1 0 0 0 0,3 1 0 0 0,2-1 0 0 0,1 0 0 0 0,0-1 0 0 0,0 1 0 0 0,0-2 0 0 0,-1 1 0 0 0,1-1 0 0 0,9-3 0 0 0,8-5 0 0 0,0 0 0 0 0,0-2 0 0 0,31-20 0 0 0,-48 27 0 0 0,-1 0 0 0 0,1 0 0 0 0,-1-1 0 0 0,0 0 0 0 0,-1 0 0 0 0,1-1 0 0 0,-1 1 0 0 0,0-1 0 0 0,-1-1 0 0 0,0 1 0 0 0,0-1 0 0 0,-1 0 0 0 0,7-15 0 0 0,-10 6-3163 0 0,-1 16 2000 0 0,0-1 1 0 0,0 0 0 0 0,-1 0 0 0 0,1 1 0 0 0,-1-1 0 0 0,1 0-1 0 0,-1 1 1 0 0,0-1 0 0 0,1 1 0 0 0,-1-1 0 0 0,0 1 0 0 0,0-1-1 0 0,-2-2 1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8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230 50 1916 0 0,'1'-46'16088'0'0,"1"43"-13378"0"0,-10 30 7551 0 0,5-9-8469 0 0,-6 32-1792 0 0,-3-1 0 0 0,-1 0 0 0 0,-33 76 0 0 0,2-3 0 0 0,31-82 0 0 0,-1 6 0 0 0,-27 57 0 0 0,31-71 0 0 0,-4 6 0 0 0,11-36 0 0 0,1 29 0 0 0,2-30 0 0 0,0-1 0 0 0,0 0 0 0 0,0 0 0 0 0,0 0 0 0 0,0 1 0 0 0,1-1 0 0 0,-1 0 0 0 0,0 0 0 0 0,0 0 0 0 0,0 1 0 0 0,0-1 0 0 0,1 0 0 0 0,-1 0 0 0 0,0 0 0 0 0,0 0 0 0 0,0 1 0 0 0,0-1 0 0 0,1 0 0 0 0,-1 0 0 0 0,0 0 0 0 0,0 0 0 0 0,1 0 0 0 0,-1 0 0 0 0,0 0 0 0 0,0 0 0 0 0,1 0 0 0 0,-1 0 0 0 0,0 0 0 0 0,0 0 0 0 0,0 0 0 0 0,1 0 0 0 0,-1 0 0 0 0,0 0 0 0 0,0 0 0 0 0,1 0 0 0 0,-1 0 0 0 0,0 0 0 0 0,0 0 0 0 0,1 0 0 0 0,-1 0 0 0 0,0 0 0 0 0,0 0 0 0 0,0-1 0 0 0,1 1 0 0 0,-1 0 0 0 0,0 0 0 0 0,0 0 0 0 0,0 0 0 0 0,0-1 0 0 0,1 1 0 0 0,-1 0 0 0 0,0 0 0 0 0,0 0 0 0 0,0-1 0 0 0,0 1 0 0 0,0 0 0 0 0,0 0 0 0 0,1 0 0 0 0,-1-1 0 0 0,0 1 0 0 0,0 0 0 0 0,0-1 0 0 0,11-11 0 0 0,22-51-911 0 0,-3 1-14584 0 0,-17 26 6299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79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318 0 192 0 0,'-4'7'2514'0'0,"-18"35"1622"0"0,-29 56 4055 0 0,-72 175 3646 0 0,69-97-7642 0 0,21-63-2493 0 0,22-84-1702 0 0,7-20 0 0 0,1-1 0 0 0,0 1 0 0 0,0 0 0 0 0,1 0 0 0 0,0 0 0 0 0,1 1 0 0 0,0-1 0 0 0,0 0 0 0 0,1 14 0 0 0,2-11 0 0 0,-2-11-4 0 0,0-1 0 0 0,0 0 0 0 0,0 0 1 0 0,0 0-1 0 0,0 1 0 0 0,0-1 0 0 0,0 0 0 0 0,0 0 0 0 0,1 0 1 0 0,-1 0-1 0 0,0 1 0 0 0,0-1 0 0 0,0 0 0 0 0,0 0 0 0 0,1 0 0 0 0,-1 0 1 0 0,0 0-1 0 0,0 0 0 0 0,0 0 0 0 0,1 0 0 0 0,-1 1 0 0 0,0-1 1 0 0,0 0-1 0 0,0 0 0 0 0,1 0 0 0 0,-1 0 0 0 0,0 0 0 0 0,0 0 0 0 0,0 0 1 0 0,1 0-1 0 0,-1 0 0 0 0,0 0 0 0 0,0 0 0 0 0,1 0 0 0 0,-1 0 1 0 0,0-1-1 0 0,0 1 0 0 0,0 0 0 0 0,1 0 0 0 0,-1 0 0 0 0,0 0 0 0 0,0 0 1 0 0,0 0-1 0 0,0 0 0 0 0,1-1 0 0 0,-1 1 0 0 0,0 0 0 0 0,0 0 1 0 0,0 0-1 0 0,0 0 0 0 0,0-1 0 0 0,26-31-3780 0 0,-18 18-1537 0 0,-1-1-3678 0 0,-2-1 865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0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171 8 180 0 0,'-8'-4'26154'0'0,"0"0"-22593"0"0,7 10-1565 0 0,11 12-1120 0 0,-4-3-876 0 0,-5-10 0 0 0,0 1 0 0 0,-1 0 0 0 0,0 0 0 0 0,0 0 0 0 0,0 0 0 0 0,-1 0 0 0 0,0 0 0 0 0,0 0 0 0 0,0 0 0 0 0,-1-1 0 0 0,-3 10 0 0 0,3-11 0 0 0,-12 28 0 0 0,-2 0 0 0 0,-2-2 0 0 0,-1 1 0 0 0,-31 38 0 0 0,37-56 0 0 0,10-11 0 0 0,0 1 0 0 0,1 0 0 0 0,-1 0 0 0 0,1 0 0 0 0,-1 0 0 0 0,1 1 0 0 0,0-1 0 0 0,-2 6 0 0 0,0 4 0 0 0,14-2 0 0 0,-3-10 0 0 0,0 1 0 0 0,0-1 0 0 0,0 0 0 0 0,1 0 0 0 0,-1-1 0 0 0,0 0 0 0 0,0-1 0 0 0,13-1 0 0 0,58-16 0 0 0,-3-5 0 0 0,-64 22 0 0 0,3 5 0 0 0,-1-9-73 0 0,1-2-1232 0 0,8-6-11115 0 0,-18 11 9590 0 0,9-7-6244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1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 1 1700 0 0,'-1'8'28140'0'0,"24"-5"-27520"0"0,1-1-1 0 0,-1-2 1 0 0,0 0-1 0 0,34-5 1 0 0,28-1-2576 0 0,-82 6 657 0 0,-1 2-822 0 0,5 1 1702 0 0,-8 2-6173 0 0,-20 9 2662 0 0,4-3-2329 0 0,10-3 433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2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40 67 908 0 0,'-9'8'1134'0'0,"-15"17"3385"0"0,18-5 7029 0 0,28-20-8114 0 0,-1-2-1642 0 0,0 0 0 0 0,-1-1 0 0 0,1-1 0 0 0,22-7 0 0 0,13-3-385 0 0,-24 7-2557 0 0,0-2 0 0 0,35-14-1 0 0,-25 5-4558 0 0,-2-1-5377 0 0,-23 11 4526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3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288 9 540 0 0,'0'0'27225'0'0,"-4"-1"-26356"0"0,-9-5 19 0 0,10 4 39 0 0,-1 4 39 0 0,-26 13-539 0 0,11-7-242 0 0,1 1 0 0 0,1 1 0 0 0,0 0 0 0 0,-29 23 0 0 0,18-10-185 0 0,15-14 0 0 0,0 2 0 0 0,1 0 0 0 0,-20 22 0 0 0,30-30 0 0 0,0-1 0 0 0,0 0 0 0 0,0 1 0 0 0,1-1 0 0 0,-1 1 0 0 0,1-1 0 0 0,0 1 0 0 0,0 0 0 0 0,0-1 0 0 0,0 1 0 0 0,0 0 0 0 0,0 0 0 0 0,1 0 0 0 0,-1 0 0 0 0,1 0 0 0 0,0 0 0 0 0,0-1 0 0 0,0 1 0 0 0,0 0 0 0 0,1 0 0 0 0,-1 0 0 0 0,1 0 0 0 0,0 0 0 0 0,0 0 0 0 0,0-1 0 0 0,0 1 0 0 0,2 3 0 0 0,-1-4 0 0 0,0 0 0 0 0,0 0 0 0 0,1 0 0 0 0,-1 0 0 0 0,1-1 0 0 0,-1 1 0 0 0,1-1 0 0 0,-1 0 0 0 0,1 1 0 0 0,0-1 0 0 0,0-1 0 0 0,0 1 0 0 0,-1 0 0 0 0,1-1 0 0 0,0 1 0 0 0,0-1 0 0 0,4 0 0 0 0,52-1 0 0 0,-30-2 0 0 0,46-12 0 0 0,-65 13 0 0 0,0-1 0 0 0,-1-1 0 0 0,1 1 0 0 0,-1-2 0 0 0,0 1 0 0 0,-1-1 0 0 0,1 0 0 0 0,9-9 0 0 0,-18 14 0 0 0,3-2 0 0 0,-1 1 0 0 0,0-1 0 0 0,0 0 0 0 0,0 0 0 0 0,-1-1 0 0 0,1 1 0 0 0,0 0 0 0 0,-1 0 0 0 0,1-1 0 0 0,-1 1 0 0 0,0-1 0 0 0,0 1 0 0 0,0-1 0 0 0,0 0 0 0 0,0 1 0 0 0,-1-1 0 0 0,1 0 0 0 0,-1-4 0 0 0,0-7 0 0 0,0 12 0 0 0,0 0 0 0 0,-1 1 0 0 0,1-1 0 0 0,-1 0 0 0 0,0 0 0 0 0,1 1 0 0 0,-1-1 0 0 0,0 1 0 0 0,0-1 0 0 0,0 1 0 0 0,0-1 0 0 0,0 1 0 0 0,-1-1 0 0 0,1 1 0 0 0,0 0 0 0 0,-1 0 0 0 0,1 0 0 0 0,0 0 0 0 0,-1 0 0 0 0,0 0 0 0 0,1 0 0 0 0,-1 0 0 0 0,1 0 0 0 0,-1 1 0 0 0,0-1 0 0 0,0 1 0 0 0,-2-1 0 0 0,3 0 0 0 0,-13-1 0 0 0,-3 1 0 0 0,3 0 0 0 0,0 2-418 0 0,12 0-2095 0 0,7 4-5659 0 0,12 4 1617 0 0,-3-5-1937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4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67 0 1300 0 0,'10'8'30305'0'0,"-25"10"-29650"0"0,6-8-554 0 0,1 1 1 0 0,0-1-1 0 0,1 1 0 0 0,-10 20 1 0 0,4-8-102 0 0,13-13 0 0 0,8-1 0 0 0,11-9-1 0 0,16-11-3198 0 0,-18 1-2559 0 0,0 0-3316 0 0,6-4 792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5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135 0 496 0 0,'0'0'26764'0'0,"-5"3"-25463"0"0,-10 7-700 0 0,0 0-1 0 0,1 1 1 0 0,0 0 0 0 0,1 1 0 0 0,0 0 0 0 0,-20 27 0 0 0,30-36-601 0 0,2-2 0 0 0,0 0 0 0 0,0 0 0 0 0,0 0 0 0 0,1 0 0 0 0,-1 0 0 0 0,0 0 0 0 0,1 0 0 0 0,-1 0 0 0 0,1 0 0 0 0,-1 0 0 0 0,1 0 0 0 0,-1 0 0 0 0,1 0 0 0 0,0 1 0 0 0,0-1 0 0 0,-1 0 0 0 0,1 0 0 0 0,0 0 0 0 0,0 1 0 0 0,0-1 0 0 0,0 0 0 0 0,1 2 0 0 0,4 12 0 0 0,-4-12 0 0 0,1-1 0 0 0,0 0 0 0 0,0 1 0 0 0,0-1 0 0 0,0 0 0 0 0,1 0 0 0 0,-1 0 0 0 0,0-1 0 0 0,1 1 0 0 0,-1 0 0 0 0,1-1 0 0 0,0 0 0 0 0,-1 1 0 0 0,1-1 0 0 0,0 0 0 0 0,0-1 0 0 0,0 1 0 0 0,0 0 0 0 0,0-1 0 0 0,0 0 0 0 0,0 1 0 0 0,0-1 0 0 0,-1 0 0 0 0,5-1 0 0 0,12 0 0 0 0,1-1 0 0 0,30-8 0 0 0,-32 7 0 0 0,0-1 0 0 0,1 2 0 0 0,0-2 0 0 0,-1 0 0 0 0,0-1 0 0 0,0-1 0 0 0,0 0 0 0 0,19-11 0 0 0,-34 16 0 0 0,-2 0 0 0 0,0 1 0 0 0,0-1 0 0 0,0 1 0 0 0,0-1 0 0 0,0 0 0 0 0,-1 1 0 0 0,1-1 0 0 0,0 0 0 0 0,0 0 0 0 0,0 0 0 0 0,-1 0 0 0 0,1 0 0 0 0,0 1 0 0 0,-1-1 0 0 0,1 0 0 0 0,-1-1 0 0 0,1 1 0 0 0,-1 0 0 0 0,1 0 0 0 0,-1 0 0 0 0,0 0 0 0 0,1 0 0 0 0,-1-2 0 0 0,0 1 0 0 0,0 0 0 0 0,0 0 0 0 0,0 0 0 0 0,0 0 0 0 0,0 0 0 0 0,0-1 0 0 0,-1 1 0 0 0,1 0 0 0 0,-1 0 0 0 0,0 0 0 0 0,1 0 0 0 0,-1 0 0 0 0,0 0 0 0 0,0 0 0 0 0,0 1 0 0 0,0-1 0 0 0,-1 0 0 0 0,1 0 0 0 0,0 1 0 0 0,-1-1 0 0 0,1 1 0 0 0,-1-1 0 0 0,0 1 0 0 0,1 0 0 0 0,-1 0 0 0 0,0-1 0 0 0,0 1 0 0 0,0 0 0 0 0,0 1 0 0 0,0-1 0 0 0,0 0 0 0 0,0 1 0 0 0,0-1 0 0 0,0 1 0 0 0,0-1 0 0 0,0 1 0 0 0,0 0 0 0 0,0 0 0 0 0,-4 0 0 0 0,1-1 0 0 0,-16-6 0 0 0,2 2 0 0 0,-48 6 0 0 0,49-1 0 0 0,7 0-175 0 0,9 0-1053 0 0,10 0-1845 0 0,2 2 1546 0 0,5-1-605 0 0,4 0-8243 0 0,-3-1 2359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6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203 24 1992 0 0,'0'-1'431'0'0,"1"1"0"0"0,-1 0 0 0 0,1-1 1 0 0,-1 1-1 0 0,0-1 0 0 0,1 1 0 0 0,-1 0 0 0 0,0-1 0 0 0,0 1 0 0 0,1-1 0 0 0,-1 1 0 0 0,0-1 0 0 0,0 1 1 0 0,0-1-1 0 0,0 1 0 0 0,1-1 0 0 0,-1 1 0 0 0,0-1 0 0 0,0 1 0 0 0,0-1 0 0 0,0 1 0 0 0,0-1 0 0 0,0 1 1 0 0,0-1-1 0 0,0 1 0 0 0,0-1 0 0 0,-1 1 0 0 0,1-1 0 0 0,0 1 0 0 0,0-1 0 0 0,0 1 0 0 0,-1 0 0 0 0,1-1 1 0 0,0 1-1 0 0,0-1 0 0 0,-1 1 0 0 0,1-1 0 0 0,0 1 0 0 0,-1-1 0 0 0,-24-3 7587 0 0,-31 12-2651 0 0,35-1-5331 0 0,0 2 1 0 0,1 0 0 0 0,-26 15-1 0 0,36-15-36 0 0,9-8 0 0 0,1-1 0 0 0,-1 1 0 0 0,1 0 0 0 0,0-1 0 0 0,-1 1 0 0 0,1 0 0 0 0,0 0 0 0 0,-1-1 0 0 0,1 1 0 0 0,0 0 0 0 0,0 0 0 0 0,-1 0 0 0 0,1-1 0 0 0,0 1 0 0 0,0 0 0 0 0,0 0 0 0 0,0 0 0 0 0,0 0 0 0 0,1-1 0 0 0,-1 1 0 0 0,0 0 0 0 0,0 0 0 0 0,0 0 0 0 0,1-1 0 0 0,-1 1 0 0 0,0 0 0 0 0,1 0 0 0 0,-1-1 0 0 0,1 1 0 0 0,0 1 0 0 0,10 6 0 0 0,9 2 0 0 0,0-1 0 0 0,30 10 0 0 0,-34-15 0 0 0,0 2 0 0 0,0 0 0 0 0,-1 1 0 0 0,0 0 0 0 0,-1 1 0 0 0,23 16 0 0 0,-34-22 0 0 0,0 1 0 0 0,1-1 0 0 0,-1 1 0 0 0,1-1 0 0 0,-1 1 0 0 0,0 0 0 0 0,0 1 0 0 0,0-1 0 0 0,-1 0 0 0 0,1 1 0 0 0,-1-1 0 0 0,1 1 0 0 0,-1 0 0 0 0,-1 0 0 0 0,1 0 0 0 0,0 0 0 0 0,1 6 0 0 0,-3-9 0 0 0,0 1 0 0 0,0 0 0 0 0,-1 0 0 0 0,1 0 0 0 0,0-1 0 0 0,0 1 0 0 0,-1 0 0 0 0,1 0 0 0 0,-1-1 0 0 0,0 1 0 0 0,1 0 0 0 0,-1-1 0 0 0,0 1 0 0 0,0-1 0 0 0,0 1 0 0 0,0-1 0 0 0,0 1 0 0 0,-1-1 0 0 0,1 0 0 0 0,0 1 0 0 0,0-1 0 0 0,-1 0 0 0 0,1 0 0 0 0,-1 0 0 0 0,1 0 0 0 0,-1 0 0 0 0,0-1 0 0 0,1 1 0 0 0,-1 0 0 0 0,0-1 0 0 0,1 1 0 0 0,-1-1 0 0 0,0 0 0 0 0,0 1 0 0 0,0-1 0 0 0,1 0 0 0 0,-1 0 0 0 0,0 0 0 0 0,0 0 0 0 0,0 0 0 0 0,1-1 0 0 0,-4 0 0 0 0,-1 0-462 0 0,-1 0-1 0 0,1 0 1 0 0,0-1-1 0 0,-1 1 1 0 0,1-2-1 0 0,0 1 1 0 0,0-1 0 0 0,-7-4-1 0 0,1-1-2122 0 0,-1-2 0 0 0,1 1 0 0 0,0-2 0 0 0,-15-17-1 0 0,7 6-6228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11.887"/>
    </inkml:context>
    <inkml:brush xml:id="br0">
      <inkml:brushProperty name="width" value="0.025" units="cm"/>
      <inkml:brushProperty name="height" value="0.025" units="cm"/>
      <inkml:brushProperty name="color" value="#5B2D90"/>
    </inkml:brush>
  </inkml:definitions>
  <inkml:trace contextRef="#ctx0" brushRef="#br0">0 173 2136 0 0,'25'-6'892'0'0,"37"-10"4457"0"0,79-31 13562 0 0,-57 7-13432 0 0,-67 30-5914 0 0,-4 3-1238 0 0,0 0-1 0 0,-1 0 0 0 0,0-2 1 0 0,13-10-1 0 0,-20 14-7395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03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513 40 732 0 0,'3'-1'3866'0'0,"11"-5"8729"0"0,-11-5-1867 0 0,-21-3-5882 0 0,4 9-4846 0 0,5 3 0 0 0,0 2 0 0 0,-1-1 0 0 0,1 1 0 0 0,0 1 0 0 0,0-1 0 0 0,0 2 0 0 0,0-1 0 0 0,0 1 0 0 0,0 1 0 0 0,0-1 0 0 0,0 2 0 0 0,1-1 0 0 0,-12 7 0 0 0,0-1 0 0 0,-13 5 0 0 0,0 2 0 0 0,1 1 0 0 0,1 1 0 0 0,-39 31 0 0 0,57-39 0 0 0,0 1 0 0 0,1 1 0 0 0,0-1 0 0 0,1 2 0 0 0,0 0 0 0 0,1 0 0 0 0,1 1 0 0 0,0 0 0 0 0,1 0 0 0 0,0 1 0 0 0,-10 29 0 0 0,15-34 0 0 0,1-1 0 0 0,0 1 0 0 0,1 0 0 0 0,-1-1 0 0 0,2 1 0 0 0,-1 0 0 0 0,2 0 0 0 0,-1 0 0 0 0,1-1 0 0 0,1 1 0 0 0,-1 0 0 0 0,2-1 0 0 0,5 18 0 0 0,-5-20 0 0 0,1-1 0 0 0,0 1 0 0 0,-1-1 0 0 0,2 0 0 0 0,-1 0 0 0 0,1 0 0 0 0,0-1 0 0 0,0 0 0 0 0,0 0 0 0 0,1 0 0 0 0,0 0 0 0 0,0-1 0 0 0,0 0 0 0 0,1-1 0 0 0,-1 1 0 0 0,1-1 0 0 0,0 0 0 0 0,-1-1 0 0 0,10 3 0 0 0,4-1 0 0 0,0-2 0 0 0,-1 0 0 0 0,1-1 0 0 0,0-1 0 0 0,0 0 0 0 0,0-2 0 0 0,0 0 0 0 0,0-2 0 0 0,-1 0 0 0 0,1-1 0 0 0,-1-1 0 0 0,-1 0 0 0 0,26-14 0 0 0,-42 20 0 0 0,30-19 0 0 0,-30 18 0 0 0,-1 0 0 0 0,1-1 0 0 0,0 1 0 0 0,-1 0 0 0 0,1-1 0 0 0,-1 1 0 0 0,1-1 0 0 0,-1 0 0 0 0,0 1 0 0 0,1-1 0 0 0,-1 0 0 0 0,0 0 0 0 0,0 1 0 0 0,0-1 0 0 0,-1 0 0 0 0,1 0 0 0 0,0 0 0 0 0,0-3 0 0 0,-3-10 0 0 0,-9 6 0 0 0,6 6 0 0 0,38 15-29 0 0,-24-16-471 0 0,-6 2-118 0 0,30-8-16589 0 0,-25 7 9103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494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9 3 944 0 0,'-8'-3'30806'0'0,"10"7"-30405"0"0,4 3 53 0 0,25-3-292 0 0,113-9-162 0 0,-2-2 0 0 0,-141 7-141 0 0,0 0-1 0 0,0 0 1 0 0,0 0-1 0 0,0 0 1 0 0,0 0-1 0 0,0 0 1 0 0,0 0-1 0 0,0 0 1 0 0,0 0-1 0 0,0 0 1 0 0,0 1-1 0 0,0-1 1 0 0,0 0-1 0 0,0 1 1 0 0,0-1-1 0 0,-1 1 1 0 0,1-1-1 0 0,0 1 1 0 0,1 0-1 0 0,-8 12-6412 0 0,-32 10-6126 0 0,25-16 6661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7.69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74 1 1884 0 0,'-23'13'2320'0'0,"15"-8"485"0"0,-1 0 0 0 0,1 1-1 0 0,1-1 1 0 0,-11 11 5512 0 0,42-4-5003 0 0,110 2-827 0 0,47 7 739 0 0,-171-18-5246 0 0,12 8-8997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8.40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68 39 1452 0 0,'-3'-23'9268'0'0,"2"8"2199"0"0,-14 47-5803 0 0,-1 32-748 0 0,0 24-4916 0 0,11-63 0 0 0,0 0 0 0 0,-2 46 0 0 0,7-60 0 0 0,1 1 0 0 0,0-1 0 0 0,0 1 0 0 0,4 12 0 0 0,0-12 0 0 0,6-6 0 0 0,3-9 0 0 0,-12 2-204 0 0,1-1 1 0 0,-1 0-1 0 0,1 1 0 0 0,-1-1 0 0 0,0 0 1 0 0,0 0-1 0 0,0 0 0 0 0,0 0 0 0 0,3-4 1 0 0,21-45-7558 0 0,-22 42-930 0 0,3 1 662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8.685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25 0 472 0 0,'0'0'31100'0'0,"-4"4"-30089"0"0,-12 11-827 0 0,12-5-387 0 0,4-8-2139 0 0,9 7 1980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9.12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158 22 1000 0 0,'0'-1'2882'0'0,"-1"-13"8957"0"0,0 13-11744 0 0,1 1 1 0 0,-1-1 0 0 0,1 1-1 0 0,-1-1 1 0 0,1 1 0 0 0,-1-1-1 0 0,1 1 1 0 0,-1 0 0 0 0,0-1-1 0 0,1 1 1 0 0,-1-1 0 0 0,0 1-1 0 0,1 0 1 0 0,-1 0 0 0 0,0 0-1 0 0,0-1 1 0 0,1 1 0 0 0,-1 0-1 0 0,0 0 1 0 0,0 0 0 0 0,1 0-1 0 0,-1 0 1 0 0,0 0 0 0 0,0 0-1 0 0,1 0 1 0 0,-1 1 0 0 0,0-1-1 0 0,0 0 1 0 0,1 0 0 0 0,-1 0-1 0 0,0 1 1 0 0,0 0 0 0 0,-33 20 5708 0 0,23-12-3782 0 0,1 1-1 0 0,-1 1 0 0 0,-10 15 0 0 0,10-11-2021 0 0,7-10 0 0 0,0 0 0 0 0,1 0 0 0 0,0 1 0 0 0,0 0 0 0 0,0 0 0 0 0,0 0 0 0 0,-2 10 0 0 0,3-10 0 0 0,0 1 0 0 0,1-1 0 0 0,0 1 0 0 0,0 0 0 0 0,1-1 0 0 0,0 13 0 0 0,0-17 0 0 0,1 1 0 0 0,-1-1 0 0 0,1 0 0 0 0,0 0 0 0 0,0 1 0 0 0,0-1 0 0 0,0 0 0 0 0,0 0 0 0 0,0 0 0 0 0,1 0 0 0 0,-1 0 0 0 0,1 0 0 0 0,-1-1 0 0 0,1 1 0 0 0,0 0 0 0 0,-1-1 0 0 0,1 1 0 0 0,0-1 0 0 0,0 0 0 0 0,0 0 0 0 0,0 1 0 0 0,0-1 0 0 0,0-1 0 0 0,4 2 0 0 0,6 2 0 0 0,1-1 0 0 0,0 0 0 0 0,0-1 0 0 0,0-1 0 0 0,0 0 0 0 0,1 0 0 0 0,-1-2 0 0 0,0 1 0 0 0,0-2 0 0 0,19-3 0 0 0,-6-1 0 0 0,0-2 0 0 0,0 0 0 0 0,-1-1 0 0 0,25-13 0 0 0,-44 18 0 0 0,-1 1 0 0 0,1-1 0 0 0,-1 0 0 0 0,0 0 0 0 0,0 0 0 0 0,0-1 0 0 0,-1 0 0 0 0,0 1 0 0 0,0-2 0 0 0,0 1 0 0 0,0 0 0 0 0,-1-1 0 0 0,0 0 0 0 0,0 0 0 0 0,0 0 0 0 0,1-7 0 0 0,-3 12 0 0 0,-1 0 0 0 0,0 0 0 0 0,0-1 0 0 0,0 1 0 0 0,1 0 0 0 0,-1 0 0 0 0,0 0 0 0 0,0 0 0 0 0,-1 0 0 0 0,1-1 0 0 0,0 1 0 0 0,0 0 0 0 0,0 0 0 0 0,-1 0 0 0 0,1 0 0 0 0,-1 0 0 0 0,1 0 0 0 0,-1 0 0 0 0,1 0 0 0 0,-1 0 0 0 0,0 0 0 0 0,1 0 0 0 0,-1 0 0 0 0,0 0 0 0 0,0 0 0 0 0,-1 0 0 0 0,1-1 0 0 0,-2-2-9 0 0,0 0 0 0 0,0 0 0 0 0,-1 0 0 0 0,0 0 0 0 0,1 1 0 0 0,-1-1-1 0 0,-1 1 1 0 0,1 0 0 0 0,0 0 0 0 0,-1 1 0 0 0,1-1 0 0 0,-1 1 0 0 0,0 0 0 0 0,0 0 0 0 0,0 1 0 0 0,0-1 0 0 0,0 1 0 0 0,0 0 0 0 0,0 1 0 0 0,-1-1-1 0 0,1 1 1 0 0,0 0 0 0 0,0 0 0 0 0,0 0 0 0 0,-7 2 0 0 0,5-1-92 0 0,0 0 0 0 0,1 0-1 0 0,-1 1 1 0 0,0-1 0 0 0,1 2-1 0 0,-1-1 1 0 0,1 1 0 0 0,-1 0-1 0 0,1 0 1 0 0,0 0 0 0 0,0 1-1 0 0,1 0 1 0 0,-1 1 0 0 0,1-1-1 0 0,0 1 1 0 0,0 0 0 0 0,1 0-1 0 0,-6 8 1 0 0,4-4-5117 0 0,0-2-4585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39.933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10 696 0 0,'0'0'31842'0'0,"5"0"-31634"0"0,16 2-187 0 0,-6 1-21 0 0,-4-1 0 0 0,0 0 0 0 0,0-1 0 0 0,0-1 0 0 0,0 1 0 0 0,0-2 0 0 0,11-1 0 0 0,17 0 0 0 0,174 8 0 0 0,728-7 0 0 0,-843-2 0 0 0,98-9 0 0 0,-181 10 0 0 0,-5 0-492 0 0,-8 1-2305 0 0,-16 1-4911 0 0,0 2 3895 0 0,6-1 742 0 0,0 0-5298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0.99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50 11 1192 0 0,'0'-2'3930'0'0,"9"-6"9498"0"0,-9 8-13259 0 0,0 0 0 0 0,0 0 1 0 0,1 0-1 0 0,-1 0 1 0 0,0 0-1 0 0,0 0 0 0 0,3 1 4743 0 0,-3-1-4742 0 0,0 0-1 0 0,0 0 0 0 0,0 0 1 0 0,0 0-1 0 0,0 0 0 0 0,0 1 1 0 0,0-1-1 0 0,0 0 1 0 0,0 0-1 0 0,0 0 0 0 0,0 0 1 0 0,0 0-1 0 0,0 0 0 0 0,0 0 1 0 0,0 1-1 0 0,0-1 1 0 0,0 0-1 0 0,0 0 0 0 0,0 0 1 0 0,-7 24 4562 0 0,-16 21-4732 0 0,18-35 0 0 0,-1-1 0 0 0,1 1 0 0 0,1 1 0 0 0,0-1 0 0 0,-3 13 0 0 0,6-10 0 0 0,1 1 0 0 0,0-1 0 0 0,0 0 0 0 0,2-1 0 0 0,8-5 0 0 0,-7-6 0 0 0,-1 0 0 0 0,1 0 0 0 0,0 0 0 0 0,0-1 0 0 0,-1 1 0 0 0,1-1 0 0 0,0 1 0 0 0,0-1 0 0 0,0 0 0 0 0,0 0 0 0 0,0-1 0 0 0,0 1 0 0 0,-1-1 0 0 0,1 1 0 0 0,0-1 0 0 0,4-2 0 0 0,4 0 0 0 0,145-28 0 0 0,47-9 0 0 0,-156 32-106 0 0,-45 8-622 0 0,-9 0-2854 0 0,-3 1 2552 0 0,-9-1 220 0 0,1-6-6479 0 0,11-3-6705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1.53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113 0 200 0 0,'0'0'14203'0'0,"-2"6"-12168"0"0,-35 210 13215 0 0,13-53-14171 0 0,-13 64-1079 0 0,33-165 0 0 0,5-50 0 0 0,-1 0 0 0 0,-1 0 0 0 0,0 0 0 0 0,0-1 0 0 0,-4 14 0 0 0,3-14 0 0 0,4 1 0 0 0,2-1 0 0 0,-2-1 0 0 0,-2 0 0 0 0,4-24-3842 0 0,5-30-8721 0 0,-5 30 3366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2.21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12 988 0 0,'0'0'19483'0'0,"16"1"-16119"0"0,13-1-2455 0 0,24 0 3103 0 0,73-11-1 0 0,-115 9-4111 0 0,-9 2-446 0 0,10 15-5319 0 0,-12-13 4173 0 0,-3 0-215 0 0,-11 9-314 0 0,-13 8-7939 0 0,15-10 4384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2.376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1 1212 0 0,'-1'11'9300'0'0,"1"6"1804"0"0,1-16-11036 0 0,-1-1 1 0 0,1 1 0 0 0,-1 0 0 0 0,1-1 0 0 0,-1 1 0 0 0,1-1-1 0 0,-1 1 1 0 0,1-1 0 0 0,-1 1 0 0 0,1-1 0 0 0,0 1 0 0 0,-1-1-1 0 0,1 1 1 0 0,0-1 0 0 0,0 0 0 0 0,-1 0 0 0 0,1 1-1 0 0,0-1 1 0 0,-1 0 0 0 0,1 0 0 0 0,0 0 0 0 0,0 0 0 0 0,1 0-1 0 0,111 10 3228 0 0,-1-14-8983 0 0,-83-3-4618 0 0,-16 4 4362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3.2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243 0 1204 0 0,'2'0'31464'0'0,"-28"17"-31439"0"0,2 1 0 0 0,0 1-1 0 0,1 1 1 0 0,-30 35 0 0 0,41-42-28 0 0,2 0 1 0 0,0 0 0 0 0,1 1 0 0 0,0 0-1 0 0,1 1 1 0 0,1 0 0 0 0,0 0 0 0 0,1 1-1 0 0,1 0 1 0 0,-5 18 0 0 0,10-30 2 0 0,-1 0 0 0 0,1-1 0 0 0,0 1 0 0 0,0-1 0 0 0,0 1 0 0 0,0-1 0 0 0,1 1 0 0 0,0-1 0 0 0,-1 1 0 0 0,1-1 0 0 0,0 1 0 0 0,1-1 0 0 0,-1 1 0 0 0,1-1 0 0 0,-1 0 0 0 0,1 0 0 0 0,0 0 0 0 0,0 0 0 0 0,0 0 0 0 0,1 0 0 0 0,-1-1 0 0 0,1 1 0 0 0,-1-1 0 0 0,1 0 0 0 0,0 1 0 0 0,0-1 0 0 0,0-1 0 0 0,0 1 0 0 0,0 0 0 0 0,1-1 0 0 0,-1 1 0 0 0,0-1 0 0 0,7 1 0 0 0,4 2 0 0 0,0 0 0 0 0,1-2 0 0 0,-1 1 0 0 0,1-2 0 0 0,-1 0 0 0 0,27-2 0 0 0,-27 0 0 0 0,0-1 0 0 0,0 0 0 0 0,0-1 0 0 0,0 0 0 0 0,-1-1 0 0 0,0 0 0 0 0,1-2 0 0 0,-2 1 0 0 0,1-2 0 0 0,0 1 0 0 0,-1-2 0 0 0,-1 1 0 0 0,1-2 0 0 0,-1 0 0 0 0,-1 0 0 0 0,13-14 0 0 0,-20 18 0 0 0,0 0 0 0 0,-1 0 0 0 0,0 0 0 0 0,1 0 0 0 0,-2 0 0 0 0,1-1 0 0 0,-1 1 0 0 0,1 0 0 0 0,-2-1 0 0 0,2-6 0 0 0,3-17 0 0 0,-5 25 0 0 0,0 0 0 0 0,0 1 0 0 0,0-1 0 0 0,0 0 0 0 0,-1 1 0 0 0,1-1 0 0 0,-1 1 0 0 0,0-1 0 0 0,0 1 0 0 0,-1-1 0 0 0,1 1 0 0 0,-1-1 0 0 0,1 1 0 0 0,-1 0 0 0 0,0 0 0 0 0,0 0 0 0 0,0 0 0 0 0,-1 0 0 0 0,1 0 0 0 0,-1 1 0 0 0,1-1 0 0 0,-1 1 0 0 0,0 0 0 0 0,0 0 0 0 0,-5-3 0 0 0,7 5 0 0 0,-5-3 0 0 0,-1 1 0 0 0,0 0 0 0 0,0 0 0 0 0,-1 0 0 0 0,1 1 0 0 0,0 0 0 0 0,0 1 0 0 0,-1 0 0 0 0,-10 0 0 0 0,-4 6 0 0 0,7 0 0 0 0,8 4 0 0 0,7-9-17 0 0,0 0 0 0 0,0-1 0 0 0,0 1 0 0 0,0 0 0 0 0,0 0 0 0 0,0-1 0 0 0,0 1 0 0 0,0 0 0 0 0,0 0-1 0 0,0-1 1 0 0,0 1 0 0 0,0 0 0 0 0,0 0 0 0 0,1-1 0 0 0,-1 1 0 0 0,0 0 0 0 0,1-1 0 0 0,-1 1 0 0 0,0 0 0 0 0,1-1 0 0 0,-1 1 0 0 0,1 0 0 0 0,-1-1 0 0 0,1 1 0 0 0,-1-1 0 0 0,2 1 0 0 0,5 2-2290 0 0,0 0-5918 0 0,-1-3 4343 0 0,-4 0 1200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3.501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6 0 2756 0 0,'0'2'18997'0'0,"0"9"-17039"0"0,0-8 2723 0 0,-2 43-306 0 0,0-30-4375 0 0,1-2 0 0 0,1 0 0 0 0,0-5-216 0 0,5-29-4839 0 0,0 10 1572 0 0,-2-3-4818 0 0,1-3-534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072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0 1 224 0 0,'0'0'21624'0'0,"5"0"-20383"0"0,8-1-669 0 0,-1 2 0 0 0,0-1 0 0 0,0 2 1 0 0,0-1-1 0 0,-1 2 0 0 0,1-1 0 0 0,0 2 1 0 0,20 8-1 0 0,-27-10-391 0 0,-1 0 0 0 0,1 0 0 0 0,-1 1 0 0 0,0-1 1 0 0,0 1-1 0 0,0 0 0 0 0,0 0 0 0 0,-1 1 0 0 0,1-1 0 0 0,-1 1 0 0 0,0-1 0 0 0,0 1 1 0 0,0 0-1 0 0,0 0 0 0 0,-1 1 0 0 0,1-1 0 0 0,-1 0 0 0 0,0 1 0 0 0,-1 0 0 0 0,1-1 1 0 0,-1 1-1 0 0,0 0 0 0 0,0 0 0 0 0,0 9 0 0 0,-1-6-181 0 0,0 0 0 0 0,-1 0 0 0 0,0 0 0 0 0,0 0 0 0 0,-1-1 0 0 0,0 1 0 0 0,0 0 0 0 0,-1-1 0 0 0,0 1 0 0 0,0-1 0 0 0,-1 0 0 0 0,-4 8 0 0 0,-4 0 0 0 0,-1 0 0 0 0,0-1 0 0 0,-24 20 0 0 0,11-10 0 0 0,20-18 0 0 0,-2 1 0 0 0,90-19 0 0 0,-24 1 0 0 0,-41 10 0 0 0,0 1 0 0 0,-4-2 0 0 0,1-1 0 0 0,-3 1-141 0 0,2-1-3070 0 0,16-11-14490 0 0,-21 9 11115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548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174 44 664 0 0,'3'-13'6063'0'0,"-2"11"-4877"0"0,-1 0 0 0 0,1 1 0 0 0,-1-1 1 0 0,1 0-1 0 0,-1 1 0 0 0,0-1 0 0 0,0 0 0 0 0,0 1 0 0 0,0-1 0 0 0,0 0 0 0 0,0 1 1 0 0,-1-1-1 0 0,1 0 0 0 0,-1-2 0 0 0,-3 3-908 0 0,-1 0 0 0 0,1 1 0 0 0,-1-1 0 0 0,1 1 0 0 0,-1 0 0 0 0,1 0 0 0 0,-1 1 0 0 0,1-1 0 0 0,0 1 0 0 0,-1 0 0 0 0,1 0 0 0 0,-1 0 0 0 0,1 1 0 0 0,0-1 0 0 0,-6 4-1 0 0,0 0 199 0 0,1 0-1 0 0,0 1 0 0 0,0 0 0 0 0,0 1 0 0 0,1 0 0 0 0,0 0 0 0 0,-8 9 0 0 0,6-4-475 0 0,6 1 0 0 0,8 2 0 0 0,-1-10 0 0 0,1-1 0 0 0,-1 0 0 0 0,1 0 0 0 0,0 0 0 0 0,0-1 0 0 0,0 1 0 0 0,0-1 0 0 0,1 0 0 0 0,-1 0 0 0 0,1-1 0 0 0,0 1 0 0 0,6 2 0 0 0,70 20 0 0 0,-49-17 0 0 0,-19-5 0 0 0,36 13 0 0 0,-46-15 0 0 0,0 0 0 0 0,-1 1 0 0 0,1-1 0 0 0,0 1 0 0 0,-1 0 0 0 0,0 0 0 0 0,1 0 0 0 0,-1 0 0 0 0,0 0 0 0 0,0 0 0 0 0,0 1 0 0 0,0-1 0 0 0,0 1 0 0 0,-1-1 0 0 0,1 1 0 0 0,0 3 0 0 0,3 6 0 0 0,-5 2 0 0 0,0-11 0 0 0,0-1 0 0 0,-1 1 0 0 0,1-1 0 0 0,-1 1 0 0 0,0-1 0 0 0,0 0 0 0 0,1 1 0 0 0,-2-1 0 0 0,1 0 0 0 0,0 0 0 0 0,0 1 0 0 0,-1-1 0 0 0,1 0 0 0 0,-1 0 0 0 0,0-1 0 0 0,1 1 0 0 0,-1 0 0 0 0,0 0 0 0 0,0-1 0 0 0,0 0 0 0 0,-1 1 0 0 0,1-1 0 0 0,0 0 0 0 0,0 0 0 0 0,-4 1 0 0 0,4-1 0 0 0,-10 2-375 0 0,1-1-1 0 0,-1 0 1 0 0,1 0 0 0 0,-1-2-1 0 0,0 1 1 0 0,1-1 0 0 0,-1-1-1 0 0,1 0 1 0 0,-1-1 0 0 0,1 0-1 0 0,-1-1 1 0 0,1 0 0 0 0,0-1-1 0 0,0 0 1 0 0,0-1 0 0 0,1 0-1 0 0,-15-9 1 0 0,15 6-4260 0 0,0-3-3581 0 0,-1-1 817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7-08T15:44:44.819"/>
    </inkml:context>
    <inkml:brush xml:id="br0">
      <inkml:brushProperty name="width" value="0.025" units="cm"/>
      <inkml:brushProperty name="height" value="0.025" units="cm"/>
    </inkml:brush>
  </inkml:definitions>
  <inkml:trace contextRef="#ctx0" brushRef="#br0">1 84 692 0 0,'14'3'7925'0'0,"38"7"2716"0"0,4-8-4461 0 0,-18-4-3920 0 0,-1-2 1 0 0,56-12 0 0 0,-34-5-2763 0 0,-7-10-4307 0 0,-46 23 2837 0 0,-5-5-7945 0 0,-1 9 6340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3.5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 1908 0 0,'0'0'7708'0'0,"4"-12"1953"0"0,-4 12-9494 0 0,0 1 0 0 0,0-1 1 0 0,0 0-1 0 0,1 0 0 0 0,-1 0 0 0 0,0 0 1 0 0,0 0-1 0 0,0 0 0 0 0,0 0 0 0 0,1 0 0 0 0,-1 0 1 0 0,0 0-1 0 0,0 0 0 0 0,0 0 0 0 0,0 0 1 0 0,1 0-1 0 0,-1 0 0 0 0,0 0 0 0 0,0 0 1 0 0,0 0-1 0 0,0 0 0 0 0,2-1 2174 0 0,-2 0-2173 0 0,0 1-1 0 0,0 0 0 0 0,1 0 0 0 0,-1 0 1 0 0,0 0-1 0 0,0 0 0 0 0,0-1 0 0 0,0 1 0 0 0,0 0 1 0 0,0 0-1 0 0,0 0 0 0 0,0 0 0 0 0,0-1 1 0 0,0 1-1 0 0,0 0 0 0 0,0 0 0 0 0,0 0 1 0 0,0 0-1 0 0,0-1 0 0 0,0 1 0 0 0,0 0 1 0 0,0 0-1 0 0,0 0 0 0 0,0 0 0 0 0,0 0 0 0 0,-1-1 1 0 0,10 30 324 0 0,-1-1 0 0 0,-2 1 1 0 0,-1 1-1 0 0,-1-1 1 0 0,-1 57-1 0 0,0-46-492 0 0,-2-32 0 0 0,-1 1 0 0 0,1-1 0 0 0,-1 1 0 0 0,0-1 0 0 0,-1 1 0 0 0,-2 9 0 0 0,-2 25 0 0 0,4-28 0 0 0,1-4 0 0 0,1 2 0 0 0,-1-13 0 0 0,0 1 0 0 0,0-1 0 0 0,0 0 0 0 0,0 0 0 0 0,0 0 0 0 0,1 0 0 0 0,-1 0 0 0 0,0 1 0 0 0,0-1 0 0 0,0 0 0 0 0,0 0 0 0 0,0 0 0 0 0,1 0 0 0 0,-1 0 0 0 0,0 0 0 0 0,0 1 0 0 0,0-1 0 0 0,0 0 0 0 0,1 0 0 0 0,-1 0 0 0 0,0 0 0 0 0,0 0 0 0 0,0 0 0 0 0,1 0 0 0 0,-1 0 0 0 0,0 0 0 0 0,0 0 0 0 0,0 0 0 0 0,1 0 0 0 0,-1 0 0 0 0,0 0 0 0 0,0 0 0 0 0,0 0 0 0 0,0 0 0 0 0,1 0 0 0 0,-1-1 0 0 0,0 1 0 0 0,0 0 0 0 0,0 0 0 0 0,1 0 0 0 0,-1 0 0 0 0,0 0 0 0 0,0 0 0 0 0,0 0 0 0 0,0-1 0 0 0,0 1 0 0 0,0 0 0 0 0,1 0 0 0 0,-1 0 0 0 0,0 0 0 0 0,0-1 0 0 0,0 1 0 0 0,0 0 0 0 0,0 0 0 0 0,0 0 0 0 0,0 0 0 0 0,0-1 0 0 0,0 1 0 0 0,0 0 0 0 0,0 0 0 0 0,0 0 0 0 0,0-1 0 0 0,0 1 0 0 0,0 0 0 0 0,7-11 0 0 0,-7 11 0 0 0,0 0 0 0 0,15-30-2638 0 0,-6 13-3154 0 0,0 0-4628 0 0,-2 5 2596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4.0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55 1484 0 0,'2'0'20703'0'0,"3"1"-16067"0"0,31 8-3271 0 0,124 14 3253 0 0,-80-18-4631 0 0,0-4 0 0 0,133-15 0 0 0,-40-10 13 0 0,-161 21 0 0 0,-3-1 0 0 0,4 1 0 0 0,2 1 0 0 0,-12-6-169 0 0,-4-1-3074 0 0,-3-8-11173 0 0,2 13 13076 0 0,-6-2-6306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4.7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68 1364 0 0,'0'0'22377'0'0,"0"17"-19370"0"0,2 31 3 0 0,12 74-1 0 0,-5-87-3009 0 0,-5-22 0 0 0,1-12 0 0 0,-2-10 0 0 0,1-14 0 0 0,-5-1 0 0 0,0 0 0 0 0,-10-45 0 0 0,8 53 0 0 0,2 11 0 0 0,0 0 0 0 0,0 0 0 0 0,1 0 0 0 0,-1 1 0 0 0,1-1 0 0 0,1 0 0 0 0,-1 0 0 0 0,1 0 0 0 0,1-8 0 0 0,-1 11 0 0 0,0 0 0 0 0,0-1 0 0 0,0 1 0 0 0,1 0 0 0 0,-1 0 0 0 0,1 0 0 0 0,-1 0 0 0 0,1 0 0 0 0,0 1 0 0 0,3-3 0 0 0,6-8 0 0 0,-8 9 0 0 0,1-1 0 0 0,1 1 0 0 0,-1-1 0 0 0,1 1 0 0 0,-1 0 0 0 0,1 1 0 0 0,0-1 0 0 0,0 1 0 0 0,0 0 0 0 0,0 0 0 0 0,0 1 0 0 0,6-2 0 0 0,3 0 0 0 0,0 0 0 0 0,0 1 0 0 0,20 0 0 0 0,-22 2 0 0 0,12 2 0 0 0,52 23 0 0 0,-62-22 0 0 0,-1-2-275 0 0,-10-1-1199 0 0,8-20-16520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6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243 68 584 0 0,'15'-2'9233'0'0,"5"11"-5324"0"0,-18-9-2274 0 0,10 2 5355 0 0,-12-10-6782 0 0,1 4-79 0 0,-1 0 0 0 0,0 1 0 0 0,0-1 0 0 0,-1 0 0 0 0,1 1 1 0 0,-1-1-1 0 0,0 0 0 0 0,-1-4 0 0 0,1 6-49 0 0,0 0 0 0 0,-1 0 0 0 0,1 0 0 0 0,-1 0 0 0 0,1 0 0 0 0,-1 0 0 0 0,0 1 0 0 0,1-1 0 0 0,-1 0 0 0 0,0 1 0 0 0,0 0 0 0 0,0-1 0 0 0,0 1 0 0 0,-1 0 0 0 0,1 0 0 0 0,0 0 0 0 0,0 0 0 0 0,-1 0 0 0 0,1 1 0 0 0,-1-1 0 0 0,1 1 0 0 0,0-1 0 0 0,-1 1 0 0 0,1 0 0 0 0,-1 0 0 0 0,1 0 0 0 0,-1 0 0 0 0,1 1 0 0 0,-1-1 0 0 0,1 1 0 0 0,0-1 0 0 0,-4 2 0 0 0,-7 2 232 0 0,0 0 0 0 0,1 1 0 0 0,-1 0 0 0 0,-14 9 0 0 0,14-6 13 0 0,0 0 1 0 0,1 1 0 0 0,0 1-1 0 0,0-1 1 0 0,-10 13 0 0 0,16-16-180 0 0,1 0 1 0 0,0 0 0 0 0,0 1-1 0 0,0-1 1 0 0,1 1 0 0 0,0 0-1 0 0,1 0 1 0 0,-1 0 0 0 0,1 1 0 0 0,1-1-1 0 0,-4 12 1 0 0,6-16-107 0 0,-1 0 0 0 0,1 0 0 0 0,0 0 0 0 0,0-1 0 0 0,0 1 0 0 0,0 0 0 0 0,0 0 1 0 0,0 0-1 0 0,1 0 0 0 0,0-1 0 0 0,-1 1 0 0 0,1 0 0 0 0,0 0 0 0 0,0-1 0 0 0,0 1 0 0 0,1-1 0 0 0,-1 1 0 0 0,1-1 0 0 0,-1 1 1 0 0,4 2-1 0 0,-2-3-20 0 0,0 1 1 0 0,0-1-1 0 0,1 0 1 0 0,-1 0-1 0 0,0 0 0 0 0,1-1 1 0 0,0 1-1 0 0,-1-1 1 0 0,1 0-1 0 0,0 0 1 0 0,0 0-1 0 0,0-1 1 0 0,4 1-1 0 0,9 0-19 0 0,-1-1 0 0 0,1-1-1 0 0,0-1 1 0 0,-1-1-1 0 0,28-7 1 0 0,-21 5-1 0 0,-2-2 0 0 0,1-1 0 0 0,-1 0 0 0 0,0-2 0 0 0,0 0 0 0 0,-1-1 0 0 0,-1-1 0 0 0,0-1 0 0 0,19-17 0 0 0,-36 28 0 0 0,0 0 0 0 0,1 0 0 0 0,-1-1 0 0 0,0 1 0 0 0,0-1 0 0 0,-1 1 0 0 0,1-1 0 0 0,0 0 0 0 0,-1 0 0 0 0,0 0 0 0 0,1 0 0 0 0,-1 0 0 0 0,0 0 0 0 0,-1 0 0 0 0,2-4 0 0 0,-2 5 0 0 0,0 0 0 0 0,0 0 0 0 0,-1 0 0 0 0,1 0 0 0 0,0 0 0 0 0,-1 0 0 0 0,1 0 0 0 0,-1 0 0 0 0,0 1 0 0 0,1-1 0 0 0,-1 0 0 0 0,0 0 0 0 0,0 0 0 0 0,-1 1 0 0 0,1-1 0 0 0,0 0 0 0 0,0 1 0 0 0,-1-1 0 0 0,-1 0 0 0 0,-1-1 0 0 0,0 0 0 0 0,-1 0 0 0 0,1 1 0 0 0,-1 0 0 0 0,0 0 0 0 0,0 0 0 0 0,0 0 0 0 0,0 1 0 0 0,0 0 0 0 0,0 0 0 0 0,0 0 0 0 0,0 0 0 0 0,0 1 0 0 0,0 0 0 0 0,-1 0 0 0 0,1 1 0 0 0,0-1 0 0 0,0 1 0 0 0,-10 3 0 0 0,14-4-109 0 0,0 0 0 0 0,0 0 1 0 0,-1 0-1 0 0,1 1 0 0 0,0-1 0 0 0,0 0 0 0 0,0 0 0 0 0,0 1 1 0 0,0-1-1 0 0,0 1 0 0 0,0-1 0 0 0,0 1 0 0 0,0-1 1 0 0,0 1-1 0 0,0 0 0 0 0,0-1 0 0 0,0 1 0 0 0,0 0 1 0 0,0 0-1 0 0,0 0 0 0 0,1 0 0 0 0,-1 0 0 0 0,0 0 0 0 0,1 0 1 0 0,-1 0-1 0 0,1 0 0 0 0,-1 0 0 0 0,1 0 0 0 0,-1 2 1 0 0,2-1-138 0 0,-1-1 0 0 0,1 1 0 0 0,0-1-1 0 0,0 1 1 0 0,0-1 0 0 0,0 0 0 0 0,0 0 0 0 0,0 1 0 0 0,0-1 0 0 0,0 0 0 0 0,0 0 0 0 0,1 0 0 0 0,-1 0 0 0 0,0 0 0 0 0,1 0 0 0 0,-1-1 0 0 0,1 1 0 0 0,2 1 0 0 0,-2-2-325 0 0,1 1-1 0 0,0-1 1 0 0,0 1-1 0 0,-1-1 1 0 0,1 0 0 0 0,0 0-1 0 0,-1 0 1 0 0,1-1-1 0 0,0 1 1 0 0,-1-1-1 0 0,1 1 1 0 0,0-1-1 0 0,-1 0 1 0 0,1 0 0 0 0,-1 0-1 0 0,1 0 1 0 0,3-3-1 0 0,2 0-4089 0 0,3-1-896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7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1 368 0 0,'-7'3'17730'0'0,"23"55"-14302"0"0,-6-20-963 0 0,6 42 0 0 0,-8-10 691 0 0,-3 130-1 0 0,-6-189-3155 0 0,-4 2 0 0 0,4-1-110 0 0,1-10-643 0 0,2-10-986 0 0,-1 4 611 0 0,6-24-21 0 0,-5 17-3358 0 0,-2-1-4905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8.1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 88 132 0 0,'0'0'9879'0'0,"-23"-16"12860"0"0,86 26-22735 0 0,1-3 0 0 0,-1-2 1 0 0,97-6-1 0 0,284-49-4 0 0,-433 48 0 0 0,4-3 0 0 0,-3 2 0 0 0,-2 0 0 0 0,7-4-6457 0 0,-19-2 3942 0 0,-12-1-474 0 0,6 6-1926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468 29 1160 0 0,'0'0'17838'0'0,"-4"-3"-17481"0"0,-3-1-104 0 0,-1 0 1 0 0,0 1-1 0 0,0 0 1 0 0,0 0-1 0 0,0 1 0 0 0,0 0 1 0 0,0 0-1 0 0,-1 1 1 0 0,1 0-1 0 0,-1 0 0 0 0,1 1 1 0 0,0 1-1 0 0,-17 1 1 0 0,-11 4 997 0 0,-66 19 0 0 0,91-22-930 0 0,-4 2 106 0 0,1 0 1 0 0,0 1 0 0 0,0 1 0 0 0,1 0 0 0 0,-25 18 0 0 0,30-20-204 0 0,1 0 1 0 0,1 1 0 0 0,-1 0-1 0 0,1 0 1 0 0,0 1 0 0 0,0 0-1 0 0,1 0 1 0 0,0 0 0 0 0,0 0-1 0 0,1 1 1 0 0,-5 10 0 0 0,8-16-188 0 0,1 0 0 0 0,-1 0 1 0 0,1 1-1 0 0,0-1 0 0 0,0 0 0 0 0,-1 1 1 0 0,1-1-1 0 0,1 0 0 0 0,-1 1 0 0 0,0-1 0 0 0,1 0 1 0 0,-1 0-1 0 0,1 1 0 0 0,-1-1 0 0 0,1 0 1 0 0,0 0-1 0 0,0 0 0 0 0,0 0 0 0 0,0 0 1 0 0,1 0-1 0 0,-1 0 0 0 0,0 0 0 0 0,1 0 1 0 0,0-1-1 0 0,-1 1 0 0 0,1 0 0 0 0,0-1 0 0 0,0 0 1 0 0,0 1-1 0 0,-1-1 0 0 0,1 0 0 0 0,1 0 1 0 0,-1 0-1 0 0,0 0 0 0 0,0 0 0 0 0,0-1 1 0 0,4 2-1 0 0,6 1 15 0 0,-1 0 0 0 0,1 0-1 0 0,0-1 1 0 0,-1-1 0 0 0,1 0 0 0 0,12 0 0 0 0,5-4-120 0 0,-1 0 1 0 0,0-3-1 0 0,1 0 0 0 0,-2-1 0 0 0,1-2 1 0 0,-1-1-1 0 0,-1-1 0 0 0,43-24 1 0 0,-64 32-32 0 0,0 0 0 0 0,0 0 0 0 0,-1-1 0 0 0,1 0 1 0 0,-1 1-1 0 0,0-2 0 0 0,0 1 0 0 0,0 0 0 0 0,-1-1 1 0 0,5-6-1 0 0,-8 9 77 0 0,1 1 1 0 0,0-1-1 0 0,-1 1 1 0 0,1-1-1 0 0,-1 1 1 0 0,0-1-1 0 0,0 0 1 0 0,1 1-1 0 0,-1-1 1 0 0,0 0-1 0 0,0 1 1 0 0,0-1-1 0 0,-1 1 1 0 0,1-1-1 0 0,0 0 0 0 0,0 1 1 0 0,-1-1-1 0 0,1 1 1 0 0,-1-1-1 0 0,0 1 1 0 0,1-1-1 0 0,-1 1 1 0 0,0 0-1 0 0,0-1 1 0 0,0 1-1 0 0,0 0 1 0 0,0-1-1 0 0,0 1 1 0 0,0 0-1 0 0,0 0 1 0 0,-1 0-1 0 0,1 0 1 0 0,0 0-1 0 0,-1 0 1 0 0,1 1-1 0 0,-1-1 1 0 0,1 0-1 0 0,-1 1 1 0 0,-1-1-1 0 0,-2-1-43 0 0,-1 0 1 0 0,1 1-1 0 0,0 0 0 0 0,-1 0 1 0 0,1 1-1 0 0,0-1 0 0 0,-1 1 1 0 0,1 0-1 0 0,-1 1 0 0 0,1-1 0 0 0,-1 1 1 0 0,1 0-1 0 0,0 0 0 0 0,0 1 1 0 0,-6 2-1 0 0,10-4 35 0 0,-1 1-362 0 0,32-11-8559 0 0,-3-6 4963 0 0,-17 5-2106 0 0,-9 9 4681 0 0,4-5-3258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9.1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1300 0 0,'0'0'9646'0'0,"2"6"-8048"0"0,12 42 2672 0 0,-1 2-1 0 0,8 84 0 0 0,-16-102-3149 0 0,-1 8 1348 0 0,-2 47 0 0 0,1-77-1814 0 0,0-7-577 0 0,-2 30 551 0 0,0-21-628 0 0,3-3-61 0 0,-4-7-269 0 0,0 1-3125 0 0,0-3 3355 0 0,0 0-1 0 0,1 1 1 0 0,-1-1 0 0 0,0 0-1 0 0,0 1 1 0 0,0-1-1 0 0,0 0 1 0 0,0 0 0 0 0,1 1-1 0 0,-1-1 1 0 0,0 0 0 0 0,0 0-1 0 0,0 1 1 0 0,1-1-1 0 0,-1 0 1 0 0,0 0 0 0 0,0 0-1 0 0,1 1 1 0 0,-1-1-1 0 0,0 0 1 0 0,0 0 0 0 0,1 0-1 0 0,-1 0 1 0 0,0 0-1 0 0,1 0 1 0 0,-1 0 0 0 0,0 1-1 0 0,0-1 1 0 0,1 0-1 0 0,-1 0 1 0 0,0 0 0 0 0,1 0-1 0 0,-1 0 1 0 0,0 0 0 0 0,1 0-1 0 0,-1-1 1 0 0,0 1-1 0 0,1 0 1 0 0,-1 0 0 0 0,0 0-1 0 0,0 0 1 0 0,1 0-1 0 0,-1 0 1 0 0,0-1 0 0 0,1 1-1 0 0,-1 0 1 0 0,0 0-1 0 0,1-1 1 0 0,15-10-3982 0 0,-15 11 4549 0 0,20-21-10554 0 0,-16 8 4295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19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1 153 1128 0 0,'5'27'12053'0'0,"-2"-17"-9560"0"0,19 97 7583 0 0,-16-84-8593 0 0,-3-6 604 0 0,-19-31-1639 0 0,15 13-458 0 0,-1 0 9 0 0,1-1-1 0 0,-1 1 1 0 0,1-1 0 0 0,0 0-1 0 0,-1 0 1 0 0,1 0-1 0 0,0 0 1 0 0,0 0 0 0 0,0 0-1 0 0,0 0 1 0 0,0 0 0 0 0,1 0-1 0 0,-1-1 1 0 0,1 1 0 0 0,-1 0-1 0 0,1 0 1 0 0,0-1-1 0 0,0 1 1 0 0,0 0 0 0 0,0-1-1 0 0,0 1 1 0 0,0 0 0 0 0,1 0-1 0 0,-1-1 1 0 0,1 1-1 0 0,0 0 1 0 0,-1 0 0 0 0,1 0-1 0 0,0 0 1 0 0,0 0 0 0 0,0 0-1 0 0,1 0 1 0 0,2-3 0 0 0,4-6-18 0 0,1 0 0 0 0,1 1 0 0 0,0 1 0 0 0,16-13 0 0 0,-8 6-2 0 0,5-5 361 0 0,0 1 1 0 0,1 1-1 0 0,0 1 0 0 0,54-29 1 0 0,-76 47 102 0 0,17 5 581 0 0,-13 2-1022 0 0,6-1-2 0 0,-11-6-79 0 0,0 0 1 0 0,-1 0-1 0 0,1 1 0 0 0,0-1 1 0 0,0 0-1 0 0,0 0 0 0 0,0 0 1 0 0,0-1-1 0 0,-1 1 0 0 0,1 0 1 0 0,0 0-1 0 0,0 0 0 0 0,0-1 1 0 0,0 1-1 0 0,-1 0 0 0 0,1-1 1 0 0,0 1-1 0 0,0 0 0 0 0,-1-1 1 0 0,1 1-1 0 0,0-1 0 0 0,0 0 0 0 0,-1 1 1 0 0,1-1-1 0 0,-1 1 0 0 0,1-1 1 0 0,-1 0-1 0 0,1 0 0 0 0,-1 1 1 0 0,1-1-1 0 0,-1 0 0 0 0,1-1 1 0 0,6-22-5440 0 0,-6 23 4521 0 0,-1-23-17419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2.4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334 0 500 0 0,'0'0'31974'0'0,"-7"3"-31806"0"0,-11 6-159 0 0,1 1 0 0 0,0 1 0 0 0,1 0 0 0 0,0 1 0 0 0,0 1 0 0 0,2 0 0 0 0,-1 1 0 0 0,2 1-1 0 0,0 0 1 0 0,1 1 0 0 0,0 0 0 0 0,1 1 0 0 0,-10 22 0 0 0,2 3-9 0 0,-1 0 0 0 0,2 0 0 0 0,-17 63 0 0 0,27-76 0 0 0,3 2 0 0 0,0-1 0 0 0,2 1 0 0 0,1-1 0 0 0,2 1 0 0 0,4 42 0 0 0,-2-59 0 0 0,1-1 0 0 0,0 0 0 0 0,1 1 0 0 0,0-2 0 0 0,1 1 0 0 0,1 0 0 0 0,0-1 0 0 0,0 0 0 0 0,11 14 0 0 0,-13-22 0 0 0,0 0 0 0 0,0 0 0 0 0,0 0 0 0 0,1 0 0 0 0,-1-1 0 0 0,1 0 0 0 0,0 0 0 0 0,0 0 0 0 0,0 0 0 0 0,0-1 0 0 0,1 0 0 0 0,-1 0 0 0 0,1 0 0 0 0,-1-1 0 0 0,10 2 0 0 0,1 0 0 0 0,-1-1 0 0 0,2-1 0 0 0,-15-1 6 0 0,0 0 0 0 0,0 0 0 0 0,0-1 0 0 0,0 1 1 0 0,0-1-1 0 0,0 1 0 0 0,0-1 0 0 0,0 0 0 0 0,-1 0 0 0 0,1 0 0 0 0,0 0 0 0 0,0 0 0 0 0,0 0 1 0 0,-1 0-1 0 0,1 0 0 0 0,-1-1 0 0 0,1 1 0 0 0,-1-1 0 0 0,0 1 0 0 0,3-3 0 0 0,13-27-2596 0 0,-16 29 1470 0 0,5-12-3820 0 0,-1-3-4555 0 0,-4 0 1202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3.18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4 263 888 0 0,'4'-8'300'0'0,"-4"7"269"0"0,1 0 0 0 0,0 0 0 0 0,0 0 0 0 0,-1 0 0 0 0,1 0 0 0 0,-1 0 0 0 0,1 0 0 0 0,-1 0 0 0 0,1 0 0 0 0,-1 0 0 0 0,0 0 0 0 0,1 0 0 0 0,-1-1 0 0 0,0 1 0 0 0,0 0 0 0 0,0 0 1 0 0,0 0-1 0 0,0-1 0 0 0,-7-13 18576 0 0,3 33-18032 0 0,3-17-1088 0 0,1 1 0 0 0,-1-1 1 0 0,1 0-1 0 0,0 0 1 0 0,-1 1-1 0 0,1-1 1 0 0,0 0-1 0 0,0 1 1 0 0,-1-1-1 0 0,1 0 1 0 0,0 0-1 0 0,0 1 1 0 0,1-1-1 0 0,-1 0 1 0 0,0 1-1 0 0,0-1 1 0 0,1 0-1 0 0,-1 0 1 0 0,1 2-1 0 0,29 70-25 0 0,-23-60 0 0 0,-2-1 0 0 0,2-2 0 0 0,0 0 0 0 0,-4-10 0 0 0,-2-9 0 0 0,1-22 0 0 0,-1 9 0 0 0,5-14 0 0 0,-2 6 0 0 0,2 0 0 0 0,14-40 0 0 0,-5 42 0 0 0,-12 23 0 0 0,0 0 0 0 0,0 0 0 0 0,0-1 0 0 0,0 1 0 0 0,-1-1 0 0 0,0 0 0 0 0,0 1 0 0 0,1-11 0 0 0,-3 11 0 0 0,2 1 0 0 0,13-20 0 0 0,-13 21 0 0 0,0 1 0 0 0,0 0 0 0 0,0-1 0 0 0,0 1 0 0 0,0 0 0 0 0,1 1 0 0 0,-1-1 0 0 0,1 0 0 0 0,-1 1 0 0 0,1-1 0 0 0,0 1 0 0 0,0 0 0 0 0,0 0 0 0 0,0 0 0 0 0,-1 0 0 0 0,1 0 0 0 0,0 1 0 0 0,0-1 0 0 0,0 1 0 0 0,1 0 0 0 0,3 0 0 0 0,0-1 0 0 0,8 0 0 0 0,-3-1 0 0 0,0 1 0 0 0,0 1 0 0 0,1 0 0 0 0,-1 1 0 0 0,0 0 0 0 0,0 1 0 0 0,13 4 0 0 0,-10-3 0 0 0,-7 4 0 0 0,-1 5 0 0 0,-4 2 0 0 0,-5 2 0 0 0,2-2 0 0 0,3-3-149 0 0,-2-9-881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4.0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298 64 324 0 0,'0'0'12282'0'0,"23"-14"-9450"0"0,-17 8 2003 0 0,-6 5-4662 0 0,0-1 0 0 0,0 0 0 0 0,0 1 0 0 0,0-1 1 0 0,-1 1-1 0 0,1-1 0 0 0,0 1 0 0 0,-1-1 0 0 0,0 1 0 0 0,1-1 0 0 0,-1 1 0 0 0,0 0 0 0 0,1-1 0 0 0,-1 1 0 0 0,0 0 0 0 0,0-1 0 0 0,0 1 1 0 0,0 0-1 0 0,-1 0 0 0 0,1 0 0 0 0,0 0 0 0 0,0 0 0 0 0,-3-1 0 0 0,1 0 45 0 0,-1 1 1 0 0,0-1-1 0 0,0 1 0 0 0,-1 0 1 0 0,1 0-1 0 0,0 0 0 0 0,0 0 1 0 0,-8 0-1 0 0,0 1 116 0 0,0 1-1 0 0,0 0 1 0 0,0 0 0 0 0,0 1-1 0 0,-20 7 1 0 0,9-1 340 0 0,1 2 1 0 0,-26 14-1 0 0,41-20-509 0 0,0 0 0 0 0,0 1-1 0 0,0-1 1 0 0,1 2 0 0 0,0-1 0 0 0,0 1-1 0 0,0 0 1 0 0,1 0 0 0 0,0 0-1 0 0,-7 10 1 0 0,7 6 233 0 0,5-20-392 0 0,0 0-1 0 0,1 0 1 0 0,-1 0 0 0 0,0 0-1 0 0,1 0 1 0 0,-1 0 0 0 0,1 0-1 0 0,0 0 1 0 0,0 0 0 0 0,0 0-1 0 0,0-1 1 0 0,0 1 0 0 0,0 0-1 0 0,0 0 1 0 0,0-1 0 0 0,1 1-1 0 0,-1-1 1 0 0,1 1 0 0 0,-1-1-1 0 0,1 0 1 0 0,0 1 0 0 0,-1-1-1 0 0,1 0 1 0 0,0 0 0 0 0,0 0-1 0 0,2 0 1 0 0,42 10-26 0 0,-44-11 27 0 0,30 2-7 0 0,0-2 0 0 0,-1-1 0 0 0,1-2 0 0 0,-1-1 0 0 0,1-2 0 0 0,-1 0 0 0 0,39-15 0 0 0,-60 16 0 0 0,-10-4 0 0 0,-15-2 0 0 0,5 8-42 0 0,0 1-1 0 0,0 1 1 0 0,0 0-1 0 0,-16 0 1 0 0,24 1-383 0 0,0 0-1196 0 0,-4-2 3373 0 0,4 1-3707 0 0,13 1-11178 0 0,8 2 11643 0 0,-4-6-4987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4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1 224 0 0,'0'0'22128'0'0,"0"8"-21222"0"0,0 12-433 0 0,6 150 5215 0 0,-2-137-4915 0 0,-3-20-559 0 0,0 0 1 0 0,1-1-1 0 0,0 1 1 0 0,1-1 0 0 0,0 0-1 0 0,1 1 1 0 0,0-2 0 0 0,1 1-1 0 0,1 0 1 0 0,0-1-1 0 0,7 11 1 0 0,32 34-215 0 0,-37-48 0 0 0,1-1-97 0 0,-7-5-575 0 0,-21-31-25581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6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13 764 0 0,'1'-1'407'0'0,"15"-5"967"0"0,9 0 24751 0 0,-29 23-25683 0 0,1 0 0 0 0,0-1 0 0 0,2 1 0 0 0,0 0 0 0 0,0 0 0 0 0,2 0 0 0 0,2 19 0 0 0,0-7 20 0 0,-1-12-442 0 0,1-1 0 0 0,0 0-1 0 0,0 0 1 0 0,8 18 0 0 0,-6-25-20 0 0,7 13-279 0 0,-11-20-221 0 0,17-23-6635 0 0,-17 19 6430 0 0,0 1-1 0 0,0-1 1 0 0,0 1 0 0 0,0-1-1 0 0,-1 1 1 0 0,1-1-1 0 0,0 0 1 0 0,-1 1 0 0 0,0-1-1 0 0,1 0 1 0 0,-1 0-1 0 0,0 1 1 0 0,0-1-1 0 0,0 0 1 0 0,0 0 0 0 0,0 1-1 0 0,0-1 1 0 0,0 0-1 0 0,-1 0 1 0 0,0-2 0 0 0,-6-8-4943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7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77 1548 0 0,'15'10'14800'0'0,"7"-2"-5838"0"0,35 5-3129 0 0,31-3-7303 0 0,-58-8 3844 0 0,45-4-2146 0 0,0-3 1 0 0,143-28-1 0 0,-81 10-193 0 0,59-23-35 0 0,-184 44 0 0 0,6 1 825 0 0,-15 1-1770 0 0,1 0 0 0 0,-1 0 0 0 0,1-1 0 0 0,-1 1 0 0 0,0-1 0 0 0,1 0 0 0 0,-1 0 0 0 0,7-2 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8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180 146 292 0 0,'0'0'2429'0'0,"46"-10"4379"0"0,-36 4-5114 0 0,0-1 0 0 0,0 0 1 0 0,-1-1-1 0 0,0 0 0 0 0,13-15 0 0 0,-21 21-1301 0 0,0 0 0 0 0,0 1 0 0 0,1-1 0 0 0,-1 0 0 0 0,0 0-1 0 0,-1 0 1 0 0,1 0 0 0 0,0 0 0 0 0,-1 0 0 0 0,1 0-1 0 0,-1 0 1 0 0,1 0 0 0 0,-1 0 0 0 0,0 0 0 0 0,0 0-1 0 0,0 0 1 0 0,0-1 0 0 0,0 1 0 0 0,-1-3 0 0 0,0 3-210 0 0,0 0 0 0 0,0 1 0 0 0,0-1 0 0 0,0 0 0 0 0,0 1 0 0 0,-1-1 0 0 0,1 1 1 0 0,0 0-1 0 0,-1-1 0 0 0,1 1 0 0 0,-1 0 0 0 0,1 0 0 0 0,-1 0 0 0 0,0 0 0 0 0,1 0 0 0 0,-1 0 0 0 0,-2 0 1 0 0,-4-1-40 0 0,1 0 0 0 0,0 0 0 0 0,-1 1-1 0 0,1 0 1 0 0,-1 0 0 0 0,1 1 0 0 0,-1 0 0 0 0,0 0 0 0 0,-8 2 0 0 0,0 1-60 0 0,0 1 0 0 0,1 1 0 0 0,0 0 0 0 0,0 1 0 0 0,-25 14 0 0 0,34-16-85 0 0,0-1-1 0 0,0 1 1 0 0,1 0-1 0 0,-1 0 1 0 0,1 1-1 0 0,0 0 1 0 0,0 0-1 0 0,1 0 1 0 0,-1 0 0 0 0,1 1-1 0 0,0-1 1 0 0,1 1-1 0 0,-1 0 1 0 0,1 0-1 0 0,-3 10 1 0 0,6-12 1 0 0,0 0 0 0 0,0 1 0 0 0,0-1 0 0 0,1 0 0 0 0,0 1 0 0 0,0-1 0 0 0,2 7 0 0 0,-2-8 0 0 0,1 0 0 0 0,0 0 0 0 0,1-1 0 0 0,-1 1 0 0 0,0 0 0 0 0,1-1 0 0 0,-1 0 0 0 0,1 1 0 0 0,0-1 0 0 0,0 0 0 0 0,0 0 0 0 0,0-1 0 0 0,0 1 0 0 0,0 0 0 0 0,0-1 0 0 0,1 0 0 0 0,-1 0 0 0 0,0 0 0 0 0,7 1 0 0 0,1 0 0 0 0,0-1 0 0 0,-1 1 0 0 0,1-2 0 0 0,0 0 0 0 0,10-1 0 0 0,-4 0-55 0 0,0 0 0 0 0,-1-2 0 0 0,1 0 1 0 0,-1-1-1 0 0,0 0 0 0 0,0-1 0 0 0,0-1 0 0 0,-1-1 0 0 0,28-16 0 0 0,-42 21-282 0 0,0 0 1 0 0,-1 0-1 0 0,1 1 0 0 0,-1-1 0 0 0,0 0 0 0 0,0 0 0 0 0,1 0 0 0 0,-1 0 0 0 0,0 0 1 0 0,-1 0-1 0 0,1 0 0 0 0,0 0 0 0 0,-1 0 0 0 0,1 0 0 0 0,-1 0 0 0 0,1 0 0 0 0,-1 0 1 0 0,-1-2-1 0 0,1 3-829 0 0,-7-9-2365 0 0,4 0-4384 0 0,4-2 2917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8.6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1 212 0 0,'-13'3'21691'0'0,"15"10"-20493"0"0,-1-1 0 0 0,2 0 0 0 0,4 17 0 0 0,6 23 935 0 0,-9-25-1346 0 0,-2-7-393 0 0,0 0 0 0 0,2 0 0 0 0,0-1 0 0 0,2 1 0 0 0,0-1 0 0 0,1 0 0 0 0,13 26 0 0 0,17-11-394 0 0,-36-33-345 0 0,1 1 0 0 0,0-1 0 0 0,-1 1 0 0 0,1-1 0 0 0,0 0 0 0 0,0 0 0 0 0,0 0 0 0 0,0 0 0 0 0,0 0 0 0 0,0 0 0 0 0,0 0 0 0 0,0 0 0 0 0,0-1 0 0 0,0 1 0 0 0,0-1 0 0 0,0 0 0 0 0,1 0 0 0 0,-1 0 0 0 0,0 0 0 0 0,0 0 0 0 0,0 0 0 0 0,1 0 0 0 0,-1-1 0 0 0,0 1-1 0 0,0-1 1 0 0,0 1 0 0 0,0-1 0 0 0,3-1 0 0 0,-3 1-1418 0 0,7-3-2191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29.1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25 107 452 0 0,'-8'-1'15218'0'0,"3"17"-13605"0"0,3-9-425 0 0,-1 0 0 0 0,1 1 0 0 0,1-1 0 0 0,0 0 0 0 0,-1 13 1 0 0,2-7-458 0 0,2 51 2994 0 0,-2-60-3458 0 0,1 0 1 0 0,-1 0 0 0 0,1 0 0 0 0,0 0 0 0 0,1 0 0 0 0,-1 0 0 0 0,1 0 0 0 0,-1 0 0 0 0,1-1 0 0 0,0 1 0 0 0,1 0-1 0 0,-1-1 1 0 0,3 4 0 0 0,2-2-136 0 0,-6-4-132 0 0,0-1 1 0 0,-1 1-1 0 0,1-1 0 0 0,0 0 1 0 0,-1 1-1 0 0,1-1 1 0 0,0 0-1 0 0,-1 0 1 0 0,1 1-1 0 0,0-1 1 0 0,0 0-1 0 0,-1 0 0 0 0,1 0 1 0 0,0 0-1 0 0,0 0 1 0 0,0 0-1 0 0,-1 0 1 0 0,1 0-1 0 0,0 0 1 0 0,0 0-1 0 0,-1-1 0 0 0,1 1 1 0 0,0 0-1 0 0,0 0 1 0 0,-1-1-1 0 0,1 1 1 0 0,0-1-1 0 0,-1 1 1 0 0,1 0-1 0 0,-1-1 0 0 0,1 1 1 0 0,0-1-1 0 0,-1 0 1 0 0,1 1-1 0 0,-1-1 1 0 0,1 1-1 0 0,-1-1 1 0 0,1-1-1 0 0,2 0 0 0 0,-1-1 0 0 0,0 0 0 0 0,1 0 0 0 0,-1 1 0 0 0,0-1 0 0 0,-1-1 0 0 0,1 1 0 0 0,0 0 0 0 0,-1 0 0 0 0,0-1 0 0 0,0 1 0 0 0,0 0 0 0 0,1-6 0 0 0,3-50 0 0 0,-3 19 0 0 0,-1 34 0 0 0,-1 0 0 0 0,0 1 0 0 0,0-1 0 0 0,-1 1 0 0 0,0-1 0 0 0,0 0 0 0 0,-2-5 0 0 0,-3-26 0 0 0,0 15 0 0 0,6 7 0 0 0,6 2 0 0 0,-4 11 0 0 0,0-1 0 0 0,0 1 0 0 0,0 0 0 0 0,0 0 0 0 0,1 1 0 0 0,-1-1 0 0 0,1 0 0 0 0,-1 1 0 0 0,1 0 0 0 0,0-1 0 0 0,-1 1 0 0 0,1 0 0 0 0,0 0 0 0 0,0 1 0 0 0,0-1 0 0 0,0 0 0 0 0,0 1 0 0 0,0 0 0 0 0,0 0 0 0 0,-1 0 0 0 0,1 0 0 0 0,0 0 0 0 0,5 2 0 0 0,-2-2 0 0 0,9 1 0 0 0,79 9 0 0 0,-30-1 0 0 0,-50-7 0 0 0,0-1 0 0 0,-1 1-105 0 0,-10-2-537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4:30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1456 0 0,'0'0'15650'0'0,"9"22"-12621"0"0,79 7 629 0 0,-73-26-3464 0 0,0 1 0 0 0,-1 1 1 0 0,1 0-1 0 0,-1 1 0 0 0,0 0 1 0 0,0 1-1 0 0,-1 1 0 0 0,0 0 0 0 0,17 15 1 0 0,-16-9-79 0 0,-1 1-1 0 0,0 1 1 0 0,-1 0 0 0 0,-1 1 0 0 0,-1 0 0 0 0,0 0-1 0 0,-1 1 1 0 0,-1 1 0 0 0,-1-1 0 0 0,-1 1 0 0 0,0 0-1 0 0,-2 1 1 0 0,0 0 0 0 0,2 23 0 0 0,-1 31 406 0 0,-3-1 0 0 0,-11 109 1 0 0,9-171-470 0 0,-5 25 408 0 0,-14 57-1 0 0,12-64 181 0 0,1 1 1 0 0,1-1-1 0 0,-1 37 1 0 0,7-60-582 0 0,0-8-17 0 0,-16 48 41 0 0,13-34-84 0 0,2-2 0 0 0,-5 1 0 0 0,-1 0 0 0 0,0-3 0 0 0,-2 6 0 0 0,0-1 0 0 0,1 1 0 0 0,0 0 0 0 0,-8 28 0 0 0,10-33-1 0 0,9-33-21113 0 0,-9 5 14562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44.8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8 792 0 0,'0'0'31730'0'0,"1"-2"-31514"0"0,7-4-187 0 0,8 7-29 0 0,6 2 0 0 0,60 7 0 0 0,-56-8 0 0 0,-25-4 0 0 0,-3 0 0 0 0,9 0 0 0 0,60 5 0 0 0,-52-3 0 0 0,0 2 0 0 0,-5 2-211 0 0,-8-3-887 0 0,1 14-8087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45.4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2 296 0 0,'-6'2'20233'0'0,"2"-2"-15819"0"0,-2 1-4009 0 0,13-3-1874 0 0,2 1 4258 0 0,6 0 3310 0 0,27 0-6099 0 0,1 3 0 0 0,0 0 0 0 0,52 12 0 0 0,-69-9 0 0 0,66 7 0 0 0,-77-10 0 0 0,0 0 0 0 0,-14-2-23 0 0,0 0 0 0 0,-1-1-1 0 0,1 1 1 0 0,0 0 0 0 0,-1 0 0 0 0,1 0 0 0 0,0 0-1 0 0,-1 0 1 0 0,1 1 0 0 0,0-1 0 0 0,0 0 0 0 0,-1 0-1 0 0,1 0 1 0 0,-1 1 0 0 0,1-1 0 0 0,0 0 0 0 0,-1 0 0 0 0,1 1-1 0 0,0-1 1 0 0,-1 1 0 0 0,1-1 0 0 0,-1 1 0 0 0,1-1-1 0 0,-1 1 1 0 0,1-1 0 0 0,-1 1 0 0 0,0-1 0 0 0,1 1-1 0 0,-1-1 1 0 0,1 1 0 0 0,-1 0 0 0 0,0-1 0 0 0,1 2-1 0 0,-13 19-25697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9:07:57.9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15 896 0 0,'-7'6'29603'0'0,"25"2"-29328"0"0,0-2-1 0 0,1 0 0 0 0,-1-1 0 0 0,1-1 0 0 0,0-1 0 0 0,1 0 0 0 0,-1-2 0 0 0,30 0 0 0 0,-8-4-324 0 0,1-1 0 0 0,-1-2 1 0 0,59-17-1 0 0,-94 21 50 0 0,-4-1 0 0 0,44-13 0 0 0,-46 16 0 0 0,0 0 0 0 0,1 0 0 0 0,-1 0 0 0 0,0 0 0 0 0,0 0 0 0 0,0 0 0 0 0,1 0 0 0 0,-1 0 0 0 0,0 0 0 0 0,0 0 0 0 0,1 0 0 0 0,-1 0 0 0 0,0 0 0 0 0,0 0 0 0 0,0 0 0 0 0,1 0 0 0 0,-1 0 0 0 0,0 0 0 0 0,0 0 0 0 0,1 0 0 0 0,-1 0 0 0 0,0 0 0 0 0,0 0 0 0 0,0 1 0 0 0,1-1 0 0 0,-1 0 0 0 0,0 0 0 0 0,0 0 0 0 0,0 0 0 0 0,0 0 0 0 0,1 1 0 0 0,-1-1 0 0 0,0 0 0 0 0,0 0 0 0 0,0 0 0 0 0,0 1 0 0 0,0-1 0 0 0,0 0 0 0 0,1 0 0 0 0,-1 0 0 0 0,0 1 0 0 0,0 4 0 0 0,0 1 0 0 0,0-1 0 0 0,-1 0 0 0 0,0 0 0 0 0,0 1 0 0 0,-2 7 0 0 0,-5 32 0 0 0,3-23 0 0 0,9-4 0 0 0,-3-2 0 0 0,0-2 0 0 0,3-5 0 0 0,4-1 0 0 0,4-4 0 0 0,2-4-293 0 0,-11 0-1358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1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360 37 224 0 0,'3'-10'13970'0'0,"-8"2"-5931"0"0,-22-3-3717 0 0,-20 3-6906 0 0,34 8 4934 0 0,1 2-2088 0 0,0 1 1 0 0,0 0-1 0 0,0 0 0 0 0,1 1 0 0 0,-1 1 1 0 0,1 0-1 0 0,0 0 0 0 0,1 1 1 0 0,-1 1-1 0 0,-13 10 0 0 0,7-3 190 0 0,0 0 0 0 0,1 1 0 0 0,0 1 0 0 0,-23 33 0 0 0,35-44-373 0 0,1 0 1 0 0,0 0 0 0 0,0 0 0 0 0,1 0-1 0 0,-1 1 1 0 0,1-1 0 0 0,0 1 0 0 0,1 0 0 0 0,-1 0-1 0 0,1 0 1 0 0,1-1 0 0 0,-1 1 0 0 0,1 0-1 0 0,0 8 1 0 0,1-10-76 0 0,-1-1-1 0 0,1 0 1 0 0,-1 0 0 0 0,1 0-1 0 0,1 0 1 0 0,-1 0-1 0 0,0 0 1 0 0,0 0 0 0 0,1 0-1 0 0,0 0 1 0 0,0-1 0 0 0,0 1-1 0 0,0-1 1 0 0,0 1-1 0 0,0-1 1 0 0,0 0 0 0 0,1 0-1 0 0,-1 0 1 0 0,1 0-1 0 0,0 0 1 0 0,-1 0 0 0 0,1-1-1 0 0,0 0 1 0 0,0 1 0 0 0,0-1-1 0 0,0 0 1 0 0,0 0-1 0 0,4 0 1 0 0,9 3-4 0 0,1-2 0 0 0,0 0 0 0 0,0 0 0 0 0,0-2 0 0 0,1 0 0 0 0,-1-1 0 0 0,0-1 0 0 0,-1 0 0 0 0,1-1 0 0 0,0-1 0 0 0,-1-1 0 0 0,1 0 0 0 0,-1-1 0 0 0,-1-1 0 0 0,1 0 0 0 0,-1-1 0 0 0,-1-1 0 0 0,1-1 0 0 0,-1 0 0 0 0,16-15 0 0 0,-28 23 0 0 0,-1 1 0 0 0,0 0 0 0 0,0 0 0 0 0,0 0 0 0 0,0 0 0 0 0,0 0 0 0 0,0 0 0 0 0,0 0 0 0 0,0-1 0 0 0,-1 1 0 0 0,1 0 0 0 0,0-1 0 0 0,-1 1 0 0 0,1-1 0 0 0,-1 1 0 0 0,1 0 0 0 0,-1-1 0 0 0,0 1 0 0 0,0-1 0 0 0,0 1 0 0 0,0-3 0 0 0,1 2 0 0 0,-1 0 0 0 0,0 0 0 0 0,0 0 0 0 0,0 0 0 0 0,0 0 0 0 0,0 0 0 0 0,0 0 0 0 0,-1 0 0 0 0,1 0 0 0 0,0 0 0 0 0,-1 0 0 0 0,0 0 0 0 0,1 0 0 0 0,-3-2 0 0 0,0-1 0 0 0,2 4 0 0 0,1-1 0 0 0,-1 1 0 0 0,0 0 0 0 0,1 0 0 0 0,-1 1 0 0 0,0-1 0 0 0,0 0 0 0 0,0 0 0 0 0,0 0 0 0 0,0 0 0 0 0,0 1 0 0 0,0-1 0 0 0,0 0 0 0 0,0 1 0 0 0,0-1 0 0 0,-1 1 0 0 0,1 0 0 0 0,0-1 0 0 0,0 1 0 0 0,0 0 0 0 0,-3-1 0 0 0,-2 0 0 0 0,-6-3 0 0 0,-2-1 0 0 0,-9-7-2837 0 0,34 5-2384 0 0,-10 6 4861 0 0,1 1 0 0 0,-1-1 1 0 0,1 0-1 0 0,-1 0 0 0 0,1 1 0 0 0,-1-1 0 0 0,1 0 1 0 0,-1 0-1 0 0,0 0 0 0 0,1 0 0 0 0,-1-1 0 0 0,0 1 1 0 0,0 0-1 0 0,0 0 0 0 0,0-1 0 0 0,1-1 0 0 0,9-20-8824 0 0,-6 12 3892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1.4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 17 720 0 0,'-7'-13'5368'0'0,"6"13"-5186"0"0,1 1 0 0 0,0-1 1 0 0,0 0-1 0 0,0 0 0 0 0,0 1 0 0 0,0-1 0 0 0,-1 0 1 0 0,1 0-1 0 0,0 0 0 0 0,0 0 0 0 0,0 1 0 0 0,0-1 1 0 0,-1 0-1 0 0,1 0 0 0 0,0 0 0 0 0,0 0 1 0 0,-1 0-1 0 0,1 0 0 0 0,0 0 0 0 0,0 0 0 0 0,-1 1 1 0 0,1-1-1 0 0,0 0 0 0 0,0 0 0 0 0,0 0 0 0 0,-1 0 1 0 0,1 0-1 0 0,0 0 0 0 0,0 0 0 0 0,-1 0 1 0 0,1-1-1 0 0,0 1 0 0 0,0 0 0 0 0,-1 0 0 0 0,1 0 1 0 0,0 0-1 0 0,0 0 0 0 0,-1 0 0 0 0,1 0 0 0 0,0 0 1 0 0,0-1-1 0 0,0 1 0 0 0,-1 0 0 0 0,1 0 1 0 0,0 0-1 0 0,0 0 0 0 0,0-1 0 0 0,0 1 0 0 0,0 0 1 0 0,-1 0-1 0 0,1 0 0 0 0,0-1 0 0 0,0 1 0 0 0,0 0 1 0 0,0 0-1 0 0,0-1 0 0 0,0 1 0 0 0,0 0 1 0 0,0 0-1 0 0,0-1 0 0 0,0 1 0 0 0,0 0 0 0 0,0 0 1 0 0,0-1-1 0 0,0 1 0 0 0,0 0 0 0 0,0-1 0 0 0,-11 34 3862 0 0,-3 43-1111 0 0,10-32-812 0 0,1 0 0 0 0,4 56 0 0 0,12 26-1172 0 0,-12-117-949 0 0,0 2 0 0 0,0-1 0 0 0,1 1 0 0 0,0 0 0 0 0,1-1 0 0 0,0 1 0 0 0,1-1 0 0 0,0 0 0 0 0,0 0 0 0 0,1 0 0 0 0,0 0 0 0 0,1-1 0 0 0,7 9 0 0 0,-3-8 0 0 0,-3-1 0 0 0,-7-9 0 0 0,0 0 0 0 0,0 0 0 0 0,0 0 0 0 0,0 0 0 0 0,1 0 0 0 0,-1 0 0 0 0,0 0 0 0 0,0 0 0 0 0,0 0 0 0 0,0 0 0 0 0,0 0 0 0 0,0 0 0 0 0,0 0 0 0 0,0-1 0 0 0,0 1 0 0 0,0 0 0 0 0,0 0 0 0 0,0 0 0 0 0,1 0 0 0 0,-1 0 0 0 0,0 0 0 0 0,0 0 0 0 0,0 0 0 0 0,0 0 0 0 0,0 0 0 0 0,0 0 0 0 0,0 0 0 0 0,0 0 0 0 0,0 0 0 0 0,1 0 0 0 0,-1 0 0 0 0,0 0 0 0 0,0 0 0 0 0,0 0 0 0 0,0 0 0 0 0,0 0 0 0 0,0 0 0 0 0,0 0 0 0 0,0 0 0 0 0,0 0 0 0 0,1 0 0 0 0,-1 0 0 0 0,0 1 0 0 0,0-1 0 0 0,0 0 0 0 0,0 0 0 0 0,0 0 0 0 0,0 0 0 0 0,0 0 0 0 0,0 0 0 0 0,0 0 0 0 0,0 0 0 0 0,0 0 0 0 0,0 0 0 0 0,0 0 0 0 0,0 1 0 0 0,0-1 0 0 0,0 0 0 0 0,0 0 0 0 0,0 0 0 0 0,0 0 0 0 0,0 0 0 0 0,0 0 0 0 0,0 0 0 0 0,0 0 0 0 0,0 0 0 0 0,0 1 0 0 0,0-1 0 0 0,1-20 0 0 0,-1-9-221 0 0,0 27-926 0 0,-2-4-1758 0 0,-6-15-13571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0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85 22 412 0 0,'-47'4'5715'0'0,"45"-3"-5065"0"0,-33 10 19559 0 0,40-12-20072 0 0,1 1 0 0 0,-1-1 0 0 0,0 1 0 0 0,1 0 0 0 0,-1 0 0 0 0,1 1 0 0 0,4 1 0 0 0,27 0 354 0 0,246-20 1867 0 0,57-1-897 0 0,-322 17-1384 0 0,6 0-337 0 0,28 6-9784 0 0,-102-2 6045 0 0,12 5-5470 0 0,20-2 4580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5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281 0 200 0 0,'-20'23'24525'0'0,"20"-24"-24494"0"0,0 0 0 0 0,0 1 0 0 0,0-1-1 0 0,0 1 1 0 0,0-1 0 0 0,0 1 0 0 0,-1-1 0 0 0,1 0 0 0 0,0 1 0 0 0,0-1-1 0 0,-1 1 1 0 0,1-1 0 0 0,0 1 0 0 0,-1-1 0 0 0,1 1 0 0 0,-1-1 0 0 0,1 1 0 0 0,-1 0-1 0 0,1-1 1 0 0,0 1 0 0 0,-1 0 0 0 0,1-1 0 0 0,-1 1 0 0 0,0 0 0 0 0,1-1 0 0 0,-1 1-1 0 0,1 0 1 0 0,-1 0 0 0 0,1 0 0 0 0,-1 0 0 0 0,0 0 0 0 0,1-1 0 0 0,-1 1-1 0 0,1 0 1 0 0,-1 0 0 0 0,0 1 0 0 0,-30 12 946 0 0,7 1-160 0 0,1 2-1 0 0,0 0 0 0 0,2 2 0 0 0,-24 23 0 0 0,36-32-674 0 0,2 0-1 0 0,-1 0 1 0 0,1 0 0 0 0,1 1-1 0 0,0 0 1 0 0,0 0 0 0 0,1 1 0 0 0,0-1-1 0 0,1 1 1 0 0,0 0 0 0 0,1 1-1 0 0,-3 17 1 0 0,5-25-142 0 0,1-1 0 0 0,-1 1 0 0 0,1-1 0 0 0,0 1 0 0 0,0 0 0 0 0,0 0 0 0 0,1-1 0 0 0,-1 1 0 0 0,1-1 0 0 0,0 1 0 0 0,0-1 0 0 0,0 1 0 0 0,0-1 0 0 0,1 1 0 0 0,-1-1 0 0 0,1 0 0 0 0,0 0 0 0 0,0 0 0 0 0,0 0 0 0 0,0 0 0 0 0,1 0 0 0 0,-1 0 0 0 0,1-1 0 0 0,0 1 0 0 0,0-1 0 0 0,0 0 0 0 0,0 0 0 0 0,0 0 0 0 0,0 0 0 0 0,0-1 0 0 0,1 1 0 0 0,-1-1 0 0 0,1 0 0 0 0,-1 0 0 0 0,1 0 0 0 0,-1 0 0 0 0,1 0 0 0 0,7-1 0 0 0,3 2 0 0 0,0-2 0 0 0,1 0 0 0 0,-1-1 0 0 0,1 0 0 0 0,-1-1 0 0 0,0 0 0 0 0,0-2 0 0 0,20-6 0 0 0,-24 6 5 0 0,0 0 0 0 0,-1-1-1 0 0,0 0 1 0 0,0 0 0 0 0,0-1 0 0 0,0 0 0 0 0,-1-1-1 0 0,0 0 1 0 0,13-14 0 0 0,-18 17-31 0 0,0 0 0 0 0,0 0 0 0 0,0 0 0 0 0,-1 0 0 0 0,0 0 1 0 0,1 0-1 0 0,-2-1 0 0 0,1 0 0 0 0,0 1 0 0 0,-1-1 0 0 0,0 0 0 0 0,0 1 0 0 0,0-1 0 0 0,-1 0 0 0 0,1 0 0 0 0,-1 0 0 0 0,0 0 1 0 0,-1 1-1 0 0,1-1 0 0 0,-1 0 0 0 0,0 0 0 0 0,-3-8 0 0 0,2 9-109 0 0,0 1 0 0 0,0-1-1 0 0,0 0 1 0 0,0 1 0 0 0,-1-1 0 0 0,0 1-1 0 0,1 0 1 0 0,-1 0 0 0 0,-1 0 0 0 0,1 0-1 0 0,0 0 1 0 0,-1 1 0 0 0,1 0 0 0 0,-1-1 0 0 0,0 1-1 0 0,1 1 1 0 0,-1-1 0 0 0,0 0 0 0 0,0 1-1 0 0,0 0 1 0 0,-6-1 0 0 0,9 2-306 0 0,-5-3-815 0 0,-2-1-4300 0 0,3-13-12827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2.8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 52 0 0,'5'-1'21426'0'0,"-14"48"-18019"0"0,-3 50 0 0 0,6-41-1624 0 0,6 37 528 0 0,-1-79-2284 0 0,0-1 0 0 0,1 1 0 0 0,0 0 1 0 0,1-1-1 0 0,0 1 0 0 0,1-1 0 0 0,1 1 1 0 0,0-1-1 0 0,1 0 0 0 0,1 0 0 0 0,0 0 1 0 0,0 0-1 0 0,9 12 0 0 0,-14-23-27 0 0,0-2 0 0 0,0 1 0 0 0,0 0 0 0 0,1-1 0 0 0,-1 1 0 0 0,0-1 0 0 0,1 1 0 0 0,-1 0 0 0 0,0-1 0 0 0,1 1 0 0 0,-1-1 0 0 0,0 1 0 0 0,1-1 0 0 0,-1 1 0 0 0,1-1 0 0 0,-1 1 0 0 0,1-1 0 0 0,-1 0 0 0 0,1 1 0 0 0,0-1 0 0 0,-1 0 0 0 0,1 1 0 0 0,-1-1 0 0 0,1 0 0 0 0,0 0 0 0 0,-1 1 0 0 0,1-1 0 0 0,0 0 0 0 0,-1 0 0 0 0,1 0 0 0 0,0 0 0 0 0,-1 0 0 0 0,1 0 0 0 0,1 0 0 0 0,16 1-133 0 0,-14-3-265 0 0,0 1 0 0 0,1-1 0 0 0,-1 0 1 0 0,-1-1-1 0 0,1 1 0 0 0,0-1 1 0 0,-1 1-1 0 0,1-1 0 0 0,-1 0 0 0 0,0-1 1 0 0,0 1-1 0 0,0-1 0 0 0,0 1 0 0 0,0-1 1 0 0,3-8-1 0 0,15-28-5029 0 0,-8 5-4455 0 0,-11 16 3717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3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1044 0 0,'0'0'16386'0'0,"0"7"-15257"0"0,5 181 7048 0 0,-6-121-6426 0 0,8-6-150 0 0,-6-59-1472 0 0,0 1 1 0 0,-1-1-1 0 0,1 1 1 0 0,0-1-1 0 0,0 1 0 0 0,1-1 1 0 0,-1 0-1 0 0,0 0 0 0 0,4 5 1 0 0,-4-6 528 0 0,4-15-594 0 0,-1-1 1 0 0,0 0 0 0 0,-1 0-1 0 0,-1 0 1 0 0,0 0 0 0 0,-1 0-1 0 0,0-1 1 0 0,-3-15 0 0 0,2 29-61 0 0,2-35 68 0 0,-1 19-55 0 0,-1-1 1 0 0,-1 1-1 0 0,-5-29 0 0 0,6 44-17 0 0,0 1 0 0 0,-1 0 0 0 0,1 0 0 0 0,0 0 0 0 0,0 0 0 0 0,0-1 0 0 0,0 1 0 0 0,0 0 0 0 0,1 0 0 0 0,-1 0 0 0 0,1 0 0 0 0,-1 0 0 0 0,1-1 0 0 0,0 1 0 0 0,0 0 0 0 0,0 1 0 0 0,0-1 0 0 0,0 0 0 0 0,0 0 0 0 0,0 0 0 0 0,1 0 0 0 0,-1 1 0 0 0,1-1 0 0 0,-1 1 0 0 0,1-1 0 0 0,0 1 0 0 0,-1 0 0 0 0,1 0 0 0 0,0-1 0 0 0,0 1 0 0 0,0 0 0 0 0,0 1 0 0 0,0-1 0 0 0,4-1 0 0 0,0-1 0 0 0,0 1 0 0 0,0 0 0 0 0,-1 0 0 0 0,2 1 0 0 0,-1-1 0 0 0,0 1 0 0 0,0 1 0 0 0,0-1 0 0 0,10 1 0 0 0,-10-2 0 0 0,53 7 0 0 0,-55-4 0 0 0,9 1 0 0 0,-3 4 0 0 0,-2 0 0 0 0,-4 1-57 0 0,-3-6-493 0 0,-1-24-6196 0 0,0 12-242 0 0,0 4 3726 0 0,0 2 929 0 0,0-9-4881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3.8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333 44 460 0 0,'-1'-3'477'0'0,"0"1"1"0"0,1 0-1 0 0,-1-1 1 0 0,0 1-1 0 0,-1 0 1 0 0,1 0-1 0 0,0-1 0 0 0,-1 1 1 0 0,1 0-1 0 0,-1 0 1 0 0,0 1-1 0 0,1-1 1 0 0,-1 0-1 0 0,0 0 0 0 0,0 1 1 0 0,0 0-1 0 0,0-1 1 0 0,-1 1-1 0 0,1 0 1 0 0,0 0-1 0 0,-5-2 0 0 0,3 3 49 0 0,0-1 0 0 0,0 1-1 0 0,0-1 1 0 0,-1 1-1 0 0,1 0 1 0 0,0 1 0 0 0,0-1-1 0 0,0 1 1 0 0,-1 0 0 0 0,1 0-1 0 0,0 0 1 0 0,-4 2-1 0 0,-1 1 125 0 0,0 0 0 0 0,0 1 1 0 0,0 0-1 0 0,1 0 0 0 0,0 1 0 0 0,0 0 0 0 0,0 0 0 0 0,1 1 0 0 0,0 0 0 0 0,-9 10 0 0 0,0 8 316 0 0,0 0 1 0 0,2 1-1 0 0,1 1 0 0 0,1 0 1 0 0,1 1-1 0 0,-13 53 1 0 0,13-26-835 0 0,3 0-1 0 0,2 1 1 0 0,2 0 0 0 0,3 0 0 0 0,2 0 0 0 0,3 0 0 0 0,15 78 0 0 0,-15-118-132 0 0,0-1 0 0 0,1 1 0 0 0,1-1 0 0 0,1 0 0 0 0,0 0 0 0 0,1-1 0 0 0,16 22 0 0 0,-19-28 0 0 0,1 0 0 0 0,0-1 0 0 0,1 0 0 0 0,0 0 0 0 0,0-1 0 0 0,0 1 0 0 0,1-2 0 0 0,0 1 0 0 0,0-1 0 0 0,1 0 0 0 0,-1-1 0 0 0,1 0 0 0 0,0 0 0 0 0,13 3 0 0 0,-10-6 0 0 0,4-3 0 0 0,6-4 0 0 0,-17-4 0 0 0,-3 2 0 0 0,0-5 0 0 0,2-1 0 0 0,-9 1 0 0 0,-12-25-1265 0 0,13 24-4449 0 0,2 2-6712 0 0,2 0 4913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4.4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47 892 0 0,'-12'32'10201'0'0,"11"-10"-6521"0"0,1-12-2648 0 0,-1-1 1 0 0,1 1 0 0 0,1 0 0 0 0,-1-1-1 0 0,2 0 1 0 0,4 19 0 0 0,2-1 1637 0 0,11 56-1 0 0,-12-60-845 0 0,-4-37-186 0 0,-4-41-729 0 0,-1 34-795 0 0,0-1 0 0 0,2 1 0 0 0,0-1-1 0 0,1 1 1 0 0,7-34 0 0 0,8 10 18 0 0,-15 42-118 0 0,1 0 0 0 0,-1 1 0 0 0,1-1 0 0 0,-1 1 0 0 0,1-1 0 0 0,0 1 0 0 0,0 0 0 0 0,0 0 0 0 0,0-1 0 0 0,0 1 0 0 0,0 1 0 0 0,1-1 0 0 0,-1 0-1 0 0,0 1 1 0 0,5-3 0 0 0,6 0 3 0 0,0 3-17 0 0,5 1 0 0 0,0 4 0 0 0,-6 2 0 0 0,0 2 0 0 0,-1 0 0 0 0,-5-1 0 0 0,1-1 0 0 0,2 1-147 0 0,-7-5-674 0 0,-6-31-13834 0 0,4 23 8168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4.8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256 62 360 0 0,'0'0'6917'0'0,"-2"-3"-5657"0"0,-19-25 4524 0 0,21 27-4755 0 0,-34-16 5051 0 0,23 20-5552 0 0,0 0-1 0 0,0 1 1 0 0,0 0 0 0 0,0 0-1 0 0,1 2 1 0 0,0-1 0 0 0,0 1-1 0 0,0 1 1 0 0,1 0 0 0 0,0 0-1 0 0,0 0 1 0 0,-11 14 0 0 0,15-15-293 0 0,-1 0 0 0 0,1 1 1 0 0,0 0-1 0 0,0 0 0 0 0,1 0 1 0 0,0 0-1 0 0,0 1 0 0 0,1-1 1 0 0,-1 1-1 0 0,2 0 0 0 0,-1 0 1 0 0,1 0-1 0 0,1 0 0 0 0,-1 1 1 0 0,1-1-1 0 0,1 0 0 0 0,0 1 1 0 0,0 9-1 0 0,1-15-235 0 0,0-1 0 0 0,0 1 1 0 0,0 0-1 0 0,0 0 0 0 0,0 0 0 0 0,1-1 0 0 0,-1 1 1 0 0,1-1-1 0 0,0 1 0 0 0,0-1 0 0 0,0 0 1 0 0,0 1-1 0 0,0-1 0 0 0,0 0 0 0 0,1 0 0 0 0,-1-1 1 0 0,0 1-1 0 0,1 0 0 0 0,0-1 0 0 0,-1 1 0 0 0,1-1 1 0 0,0 0-1 0 0,0 0 0 0 0,0 0 0 0 0,0-1 0 0 0,0 1 1 0 0,0 0-1 0 0,0-1 0 0 0,0 0 0 0 0,3 0 1 0 0,7 1-2 0 0,1-1 1 0 0,0 0 0 0 0,-1-1 0 0 0,1-1 0 0 0,20-5 0 0 0,-9 1-37 0 0,1-2 0 0 0,-1 0 0 0 0,0-2 0 0 0,39-22-1 0 0,-57 29-239 0 0,-1 0 0 0 0,0-1 0 0 0,0 0 0 0 0,0 0 0 0 0,0-1 0 0 0,-1 0 0 0 0,0 0 0 0 0,0 0 0 0 0,0 0-1 0 0,0-1 1 0 0,-1 0 0 0 0,0 0 0 0 0,0 0 0 0 0,-1 0 0 0 0,0-1 0 0 0,0 1 0 0 0,0-1 0 0 0,-1 0-1 0 0,0 0 1 0 0,0 0 0 0 0,1-14 0 0 0,-3 17-117 0 0,-1 0-1 0 0,1 0 1 0 0,-1 1 0 0 0,0-1-1 0 0,0 0 1 0 0,-1 0-1 0 0,1 0 1 0 0,-1 1 0 0 0,0-1-1 0 0,0 1 1 0 0,0-1-1 0 0,0 1 1 0 0,-1 0 0 0 0,1 0-1 0 0,-1 0 1 0 0,-4-4-1 0 0,2 3-1314 0 0,1 0 0 0 0,-1 0 1 0 0,0 0-1 0 0,-1 1 0 0 0,-9-5 0 0 0,-2 2-3650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1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0 1620 0 0,'-2'0'542'0'0,"0"0"0"0"0,0 0-1 0 0,-1 1 1 0 0,1-1 0 0 0,0 1 0 0 0,0-1 0 0 0,-1 1-1 0 0,1 0 1 0 0,0 0 0 0 0,0 0 0 0 0,0 0-1 0 0,0 0 1 0 0,0 0 0 0 0,0 0 0 0 0,1 1-1 0 0,-1-1 1 0 0,-3 4 0 0 0,2-2 54 0 0,1 1 0 0 0,-1 0 0 0 0,1 0 1 0 0,-1 0-1 0 0,1 1 0 0 0,0-1 0 0 0,1 0 0 0 0,-3 7 0 0 0,0 8 550 0 0,0 1 1 0 0,2 0-1 0 0,-1 25 0 0 0,2-26-5 0 0,0 25 578 0 0,3 1 1 0 0,1-1-1 0 0,3 0 0 0 0,12 51 0 0 0,19-2-11 0 0,-36-90-1706 0 0,-1 0-1 0 0,1 0 1 0 0,0 0 0 0 0,0 0 0 0 0,0 0-1 0 0,0 0 1 0 0,1 0 0 0 0,-1 0 0 0 0,3 3-1 0 0,15 4-3246 0 0,-18-10 3006 0 0,1 1-1158 0 0,10-20-5122 0 0,0 2-3776 0 0,-6 8 4058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1 372 0 0,'0'0'10246'0'0,"-1"7"-8788"0"0,-4 37 2053 0 0,2 0 1 0 0,4 48-1 0 0,0-26-1267 0 0,1-48-1690 0 0,0 0-1 0 0,1 0 1 0 0,1-1 0 0 0,8 21 0 0 0,-12-38-677 0 0,1 1-1 0 0,0 0 0 0 0,0 0 1 0 0,0-1-1 0 0,0 1 1 0 0,0 0-1 0 0,0-1 0 0 0,0 1 1 0 0,0-1-1 0 0,0 1 1 0 0,1-1-1 0 0,-1 0 0 0 0,0 0 1 0 0,0 1-1 0 0,0-1 1 0 0,0 0-1 0 0,1 0 0 0 0,-1 0 1 0 0,0 0-1 0 0,0 0 1 0 0,0 0-1 0 0,0-1 0 0 0,1 1 1 0 0,-1 0-1 0 0,0 0 1 0 0,0-1-1 0 0,0 1 0 0 0,2-2 1 0 0,20-36-4290 0 0,-6-7-5611 0 0,-12 21 4626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5.7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139 35 1392 0 0,'-22'-8'1997'0'0,"-41"-13"4219"0"0,21 16 2141 0 0,42 5-8226 0 0,-1 0 1 0 0,0 1 0 0 0,0-1 0 0 0,1 1 0 0 0,-1-1 0 0 0,0 1-1 0 0,1-1 1 0 0,-1 1 0 0 0,1 0 0 0 0,-1-1 0 0 0,1 1 0 0 0,-1 0-1 0 0,1-1 1 0 0,-1 1 0 0 0,1 0 0 0 0,-1 0 0 0 0,1-1-1 0 0,0 1 1 0 0,-1 0 0 0 0,1 0 0 0 0,0 0 0 0 0,0-1 0 0 0,0 1-1 0 0,0 0 1 0 0,0 0 0 0 0,0 0 0 0 0,0 1 0 0 0,0 0 1147 0 0,2 2-674 0 0,0 0-451 0 0,1-1 0 0 0,0 1 0 0 0,0-1 0 0 0,1 0-1 0 0,-1 1 1 0 0,1-1 0 0 0,-1-1 0 0 0,1 1 0 0 0,0-1 0 0 0,0 1 0 0 0,0-1 0 0 0,1 0 0 0 0,-1-1 0 0 0,0 1 0 0 0,1-1 0 0 0,-1 1 0 0 0,1-2 0 0 0,-1 1 0 0 0,1 0-1 0 0,0-1 1 0 0,7 0 0 0 0,18 1 228 0 0,-1-2 1 0 0,40-7-1 0 0,-25 4-6 0 0,35-10 81 0 0,-60 10 770 0 0,-1 0 0 0 0,38-2 0 0 0,-56 11-1063 0 0,-1 0-162 0 0,-1 1 0 0 0,1 0 0 0 0,-1 0 0 0 0,0-1 0 0 0,0 1 0 0 0,0-1 0 0 0,-1 0 1 0 0,0 1-1 0 0,-6 7 0 0 0,7-10-2 0 0,0 0 0 0 0,0 0-1 0 0,0 0 1 0 0,1 0 0 0 0,-1 0 0 0 0,1 0 0 0 0,-1 1 0 0 0,1-1 0 0 0,0 0 0 0 0,1 1 0 0 0,-1-1-1 0 0,0 1 1 0 0,1-1 0 0 0,0 1 0 0 0,0 4 0 0 0,0-6-7 0 0,-1 0-1 0 0,1 1 1 0 0,0-1-1 0 0,0 0 1 0 0,0 0-1 0 0,0 1 1 0 0,1-1-1 0 0,-1 0 1 0 0,1 0-1 0 0,-1 1 1 0 0,1-1 0 0 0,0 0-1 0 0,0 0 1 0 0,0 0-1 0 0,0 0 1 0 0,0 0-1 0 0,0 0 1 0 0,0 0-1 0 0,1 0 1 0 0,-1 0 0 0 0,1-1-1 0 0,2 3 1 0 0,-2-2-87 0 0,-1-1-245 0 0,1-1 1 0 0,-1 1 0 0 0,1 0-1 0 0,0-1 1 0 0,-1 1 0 0 0,1-1-1 0 0,-1 1 1 0 0,1-1 0 0 0,0 0-1 0 0,-1 0 1 0 0,1 0 0 0 0,0 0-1 0 0,0 0 1 0 0,-1 0 0 0 0,1 0-1 0 0,0-1 1 0 0,-1 1 0 0 0,1 0-1 0 0,-1-1 1 0 0,3-1 0 0 0,5-1-4341 0 0,-2 0-3388 0 0,9-5 953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6.2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95 860 0 0,'-12'5'3407'0'0,"-11"13"15119"0"0,27-17-17519 0 0,16 1-295 0 0,0 0 0 0 0,0-1 0 0 0,0-1-1 0 0,0-1 1 0 0,0-1 0 0 0,30-7 0 0 0,-5 3-205 0 0,695-72 2970 0 0,-491 51-3477 0 0,-259 36-101 0 0,-11 2-709 0 0,-53 10-5045 0 0,22-11-2621 0 0,30-6 1846 0 0,-2 3 503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7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401 0 568 0 0,'0'0'9291'0'0,"-14"6"-290"0"0,11-2-8429 0 0,0-1 0 0 0,0 1 0 0 0,0 0 0 0 0,1 0 0 0 0,-1 0 0 0 0,1 0 0 0 0,0 0 0 0 0,0 0 0 0 0,0 1 0 0 0,-2 7 0 0 0,-14 60 2057 0 0,13-49-1709 0 0,-2 17 707 0 0,-3 42 0 0 0,5-37-858 0 0,2-28-731 0 0,2-8-37 0 0,1 0 0 0 0,0 0-1 0 0,0-1 1 0 0,1 1 0 0 0,0 0-1 0 0,4 16 1 0 0,-3-10-1 0 0,-2-15 0 0 0,0-1 0 0 0,0 1 0 0 0,0 0 0 0 0,0 0 0 0 0,0 0 0 0 0,0 0 0 0 0,1 0 0 0 0,-1 0 0 0 0,0 0 0 0 0,0 0 0 0 0,0 0 0 0 0,0 0 0 0 0,0-1 0 0 0,0 1 0 0 0,1 0 0 0 0,-1 0 0 0 0,0 0 0 0 0,0 0 0 0 0,0 0 0 0 0,0 0 0 0 0,0 0 0 0 0,0 0 0 0 0,1 0 0 0 0,-1 0 0 0 0,0 0 0 0 0,0 0 0 0 0,0 0 0 0 0,0 0 0 0 0,0 0 0 0 0,0 0 0 0 0,1 0 0 0 0,-1 0 0 0 0,0 1 0 0 0,0-1 0 0 0,0 0 0 0 0,0 0 0 0 0,0 0 0 0 0,0 0 0 0 0,1 0 0 0 0,-1 0 0 0 0,0 0 0 0 0,0 0 0 0 0,0 0 0 0 0,0 0 0 0 0,0 1 0 0 0,0-1 0 0 0,0 0 0 0 0,0 0 0 0 0,0 0 0 0 0,0 0 0 0 0,0 0 0 0 0,0 0 0 0 0,1 1 0 0 0,-1-1 0 0 0,0 0 0 0 0,0 0 0 0 0,0 0 0 0 0,0 0 0 0 0,0 0 0 0 0,0 0 0 0 0,0 1 0 0 0,0-1 0 0 0,0 0 0 0 0,0 0 0 0 0,-1 0 0 0 0,1 0 0 0 0,5-25 0 0 0,-5 7 0 0 0,0 4 0 0 0,-3 2 0 0 0,2 0 0 0 0,0 1 0 0 0,-5 2 0 0 0,1 0 0 0 0,-2 0 0 0 0,1 1 0 0 0,3 6 0 0 0,0 0 0 0 0,-1 1 0 0 0,1 0 0 0 0,0-1 0 0 0,-1 1 0 0 0,0 0 0 0 0,1 1 0 0 0,-1-1 0 0 0,1 1 0 0 0,-1-1 0 0 0,0 1 0 0 0,1 0 0 0 0,-1 0 0 0 0,0 1 0 0 0,1-1 0 0 0,-1 1 0 0 0,-4 1 0 0 0,-1 0 0 0 0,-4 1 0 0 0,-1 1 0 0 0,2 0 0 0 0,-1 1 0 0 0,0 0 0 0 0,1 1 0 0 0,0 1 0 0 0,0 0 0 0 0,1 0 0 0 0,0 1 0 0 0,0 1 0 0 0,1 0 0 0 0,0 0 0 0 0,1 1 0 0 0,0 0 0 0 0,0 1 0 0 0,1 0 0 0 0,0 0 0 0 0,-9 20 0 0 0,16-29 0 0 0,-1 1 0 0 0,1-1 0 0 0,1 0 0 0 0,-1 0 0 0 0,0 1 0 0 0,0-1 0 0 0,1 0 0 0 0,0 1 0 0 0,-1-1 0 0 0,1 1 0 0 0,0-1 0 0 0,0 0 0 0 0,0 1 0 0 0,0-1 0 0 0,1 1 0 0 0,-1-1 0 0 0,1 0 0 0 0,0 1 0 0 0,-1-1 0 0 0,1 0 0 0 0,0 1 0 0 0,0-1 0 0 0,0 0 0 0 0,1 0 0 0 0,-1 0 0 0 0,0 0 0 0 0,1 0 0 0 0,-1 0 0 0 0,1 0 0 0 0,0-1 0 0 0,0 1 0 0 0,-1-1 0 0 0,1 1 0 0 0,0-1 0 0 0,1 0 0 0 0,-1 1 0 0 0,0-1 0 0 0,0 0 0 0 0,0 0 0 0 0,4 0 0 0 0,4 3 0 0 0,1-1 0 0 0,0-1 0 0 0,0 0 0 0 0,0 0 0 0 0,0-1 0 0 0,12 0 0 0 0,13-4 0 0 0,0-1 0 0 0,-1-1 0 0 0,0-2 0 0 0,0-2 0 0 0,-1-1 0 0 0,0-2 0 0 0,49-23 0 0 0,-78 33 0 0 0,-1 0 0 0 0,1 0 0 0 0,-1 0 0 0 0,1-1 0 0 0,-1 0 0 0 0,0 1 0 0 0,0-2 0 0 0,0 1 0 0 0,0 0 0 0 0,0-1 0 0 0,-1 0 0 0 0,0 1 0 0 0,0-1 0 0 0,0-1 0 0 0,0 1 0 0 0,4-8 0 0 0,-7 11 0 0 0,1-1 0 0 0,-1 1 0 0 0,1-1 0 0 0,-1 1 0 0 0,1-1 0 0 0,-1 1 0 0 0,0-1 0 0 0,0 1 0 0 0,1-1 0 0 0,-1 1 0 0 0,0-1 0 0 0,-1 1 0 0 0,1-1 0 0 0,0 1 0 0 0,0-1 0 0 0,-1 1 0 0 0,1-1 0 0 0,0 1 0 0 0,-1 0 0 0 0,0-1 0 0 0,1 1 0 0 0,-1-1 0 0 0,0 1 0 0 0,0 0 0 0 0,1 0 0 0 0,-1-1 0 0 0,0 1 0 0 0,0 0 0 0 0,-1 0 0 0 0,1 0 0 0 0,0 0 0 0 0,0 0 0 0 0,0 0 0 0 0,-1 1 0 0 0,1-1 0 0 0,-2-1 0 0 0,-3 0 0 0 0,-1 0 0 0 0,0 0 0 0 0,0 0 0 0 0,1 1 0 0 0,-15-1 0 0 0,9 1 0 0 0,-49 2-86 0 0,52-1-107 0 0,24-1-142 0 0,-9 1-420 0 0,-1-1 1 0 0,1 0-1 0 0,-1 0 1 0 0,1 0-1 0 0,-1-1 0 0 0,0 0 1 0 0,9-4-1 0 0,4-4-5093 0 0,-5 2-2250 0 0,-1 2 1256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7.6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41 1360 0 0,'0'0'1364'0'0,"-22"28"6141"0"0,21-21-6719 0 0,0 1 0 0 0,1 0 0 0 0,0 0 0 0 0,1-1 0 0 0,0 1 0 0 0,0 0 0 0 0,2 9 0 0 0,4 27 2274 0 0,-7-42-2840 0 0,0 1-1 0 0,0 0 1 0 0,1 0 0 0 0,-1 0-1 0 0,1 0 1 0 0,0-1 0 0 0,0 1 0 0 0,0 0-1 0 0,0-1 1 0 0,1 1 0 0 0,-1-1-1 0 0,1 1 1 0 0,-1-1 0 0 0,1 1-1 0 0,0-1 1 0 0,0 0 0 0 0,0 0-1 0 0,0 0 1 0 0,0 0 0 0 0,0-1-1 0 0,1 1 1 0 0,-1 0 0 0 0,1-1-1 0 0,3 2 1 0 0,-4-2 89 0 0,26-24 637 0 0,-24 15-853 0 0,0 1 1 0 0,-1-1 0 0 0,0 0 0 0 0,0 0-1 0 0,-1 0 1 0 0,0 0 0 0 0,0-1-1 0 0,-1 1 1 0 0,0-1 0 0 0,-1 1-1 0 0,0-9 1 0 0,5-33 359 0 0,-5 47-376 0 0,1 1 0 0 0,-1-1 1 0 0,1 0-1 0 0,0 0 1 0 0,0 1-1 0 0,0-1 1 0 0,1 0-1 0 0,-1 1 0 0 0,0-1 1 0 0,1 1-1 0 0,0 0 1 0 0,0-1-1 0 0,-1 1 1 0 0,1 0-1 0 0,1 0 1 0 0,-1 0-1 0 0,0 0 0 0 0,0 1 1 0 0,4-3-1 0 0,-1 2 162 0 0,-1 0-1 0 0,1 1 1 0 0,-1-1-1 0 0,1 1 1 0 0,0 0 0 0 0,-1 1-1 0 0,1-1 1 0 0,0 1-1 0 0,0 0 1 0 0,0 0-1 0 0,-1 0 1 0 0,7 2-1 0 0,-1-2-112 0 0,2 2-115 0 0,1 0 0 0 0,0 0 1 0 0,-1 2-1 0 0,1-1 1 0 0,-1 1-1 0 0,0 1 1 0 0,12 6-1 0 0,-13-5-11 0 0,-1-3-4 0 0,-8-2-273 0 0,-2-4-1556 0 0,0 1 1345 0 0,0 0 1 0 0,0 0-1 0 0,0 0 1 0 0,1 0-1 0 0,-1 0 0 0 0,1 0 1 0 0,-1 0-1 0 0,1 0 1 0 0,0 1-1 0 0,0-1 1 0 0,1-2-1 0 0,11-11-11770 0 0,-2 7 5207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0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5 1244 0 0,'-3'-1'657'0'0,"0"0"1"0"0,1 0-1 0 0,-1 1 0 0 0,0-1 1 0 0,0 1-1 0 0,0 0 0 0 0,1 0 0 0 0,-1 0 1 0 0,0 0-1 0 0,0 0 0 0 0,0 1 1 0 0,1-1-1 0 0,-1 1 0 0 0,0 0 0 0 0,1 0 1 0 0,-1 0-1 0 0,-4 3 2169 0 0,7-2-2503 0 0,0 1 1 0 0,1 0-1 0 0,0 0 0 0 0,0-1 0 0 0,-1 1 1 0 0,1-1-1 0 0,1 1 0 0 0,-1-1 0 0 0,0 1 1 0 0,1-1-1 0 0,-1 1 0 0 0,1-1 0 0 0,0 0 1 0 0,3 4-1 0 0,37 30 1181 0 0,-18-16-472 0 0,65 56 1106 0 0,-36-32-510 0 0,65 70-1 0 0,-103-97-1339 0 0,0 2 0 0 0,-1-1 1 0 0,-1 2-1 0 0,-1 0 0 0 0,0 0 0 0 0,-2 1 1 0 0,-1 0-1 0 0,8 24 0 0 0,-10-20-122 0 0,-1-1-1 0 0,-1 1 0 0 0,-2 0 1 0 0,0 0-1 0 0,-2 0 1 0 0,0 0-1 0 0,-2 0 1 0 0,-1 0-1 0 0,0 0 1 0 0,-2 0-1 0 0,-1 0 1 0 0,-17 46-1 0 0,7-36-165 0 0,-7 22 0 0 0,18-48 0 0 0,-5-4 0 0 0,-5-14 0 0 0,8-2 0 0 0,5 0 0 0 0,2-1 0 0 0,-1 10-78 0 0,0 0-1 0 0,0 0 1 0 0,1 0 0 0 0,-1 0-1 0 0,1 0 1 0 0,0 0 0 0 0,-1 0 0 0 0,1 0-1 0 0,0 0 1 0 0,0 1 0 0 0,0-1-1 0 0,1 0 1 0 0,-1 0 0 0 0,0 1-1 0 0,1-1 1 0 0,-1 1 0 0 0,1 0 0 0 0,-1-1-1 0 0,1 1 1 0 0,-1 0 0 0 0,4-2-1 0 0,3-3-1606 0 0,7-11-3701 0 0,2 0-5200 0 0,-1 3 3060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5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15 324 0 0,'-5'3'22191'0'0,"41"1"-21393"0"0,-1-2-1 0 0,1-2 1 0 0,0 0 0 0 0,0-3 0 0 0,68-13 0 0 0,-72 12-1548 0 0,-52 18-22086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18.8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12 732 0 0,'8'6'2517'0'0,"-1"-4"2916"0"0,82-10 5343 0 0,135-4-523 0 0,-209 17-11742 0 0,-17 3-1287 0 0,-8 2-2661 0 0,-3-3-4034 0 0,-1-1 3545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0.4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33 164 0 0,'0'0'2220'0'0,"-16"-23"190"0"0,16 13-2291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1.1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42 368 0 0,'0'0'2248'0'0,"12"-41"24297"0"0,-22 99-24724 0 0,1-13-722 0 0,-18 164-413 0 0,26-140-686 0 0,2-58 0 0 0,-1-11 0 0 0,0 0 0 0 0,0 1 0 0 0,0-1 0 0 0,0 0 0 0 0,0 0 0 0 0,1 1 0 0 0,-1-1 0 0 0,0 0 0 0 0,0 0 0 0 0,0 1 0 0 0,0-1 0 0 0,0 0 0 0 0,1 0 0 0 0,-1 1 0 0 0,0-1 0 0 0,0 0 0 0 0,0 0 0 0 0,1 0 0 0 0,-1 0 0 0 0,0 1 0 0 0,0-1 0 0 0,0 0 0 0 0,1 0 0 0 0,-1 0 0 0 0,0 0 0 0 0,0 0 0 0 0,1 0 0 0 0,-1 0 0 0 0,0 1 0 0 0,1-1 0 0 0,-1 0 0 0 0,0 0 0 0 0,0 0 0 0 0,1 0 0 0 0,-1 0 0 0 0,0 0 0 0 0,0 0 0 0 0,1-1 0 0 0,-1 1 0 0 0,0 0 0 0 0,1 0 0 0 0,-1 0 0 0 0,0 0 0 0 0,0 0 0 0 0,1 0 0 0 0,-1 0 0 0 0,0-1 0 0 0,0 1 0 0 0,0 0 0 0 0,1 0 0 0 0,-1 0 0 0 0,0 0 0 0 0,0-1 0 0 0,0 1 0 0 0,1 0 0 0 0,-1 0 0 0 0,0-1 0 0 0,0 1 0 0 0,0 0 0 0 0,8-9 0 0 0,-4 4-383 0 0,-1 0 0 0 0,-1 0 0 0 0,1 0 0 0 0,-1 0 0 0 0,0 0 0 0 0,0 0 0 0 0,2-11 0 0 0,-1-2-5446 0 0,-2-1-6101 0 0,-1 3 5214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1.5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213 50 980 0 0,'-11'-30'5000'0'0,"8"14"1005"0"0,-2 13-4479 0 0,0 5 4379 0 0,-8 8-4942 0 0,1 1 0 0 0,0 1-1 0 0,1 0 1 0 0,0 1 0 0 0,1 0 0 0 0,0 0 0 0 0,1 1 0 0 0,0 0 0 0 0,-8 21 0 0 0,-1 5 277 0 0,3 0 1 0 0,-17 63 0 0 0,29-92-1241 0 0,1 1 0 0 0,0-1 0 0 0,1 1 0 0 0,0 0 0 0 0,1-1 0 0 0,0 1 0 0 0,0 0 0 0 0,2 0 0 0 0,-1-1 0 0 0,2 1 0 0 0,5 17 0 0 0,-5-21 0 0 0,0 0 0 0 0,1 0 0 0 0,0 0 0 0 0,0-1 0 0 0,1 0 0 0 0,0 0 0 0 0,0 0 0 0 0,1-1 0 0 0,0 1 0 0 0,0-1 0 0 0,0-1 0 0 0,1 1 0 0 0,-1-1 0 0 0,2 0 0 0 0,-1 0 0 0 0,10 3 0 0 0,-12-5-51 0 0,2 0 1 0 0,-1-1-1 0 0,0 0 1 0 0,0 0-1 0 0,1 0 1 0 0,-1-1-1 0 0,1 0 1 0 0,-1 0-1 0 0,1-1 1 0 0,0 0-1 0 0,-1 0 1 0 0,1-1-1 0 0,-1 1 1 0 0,1-1-1 0 0,7-3 1 0 0,20-10-5641 0 0,-2-10-7330 0 0,-23 14 5571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0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4 0 0,'0'0'14069'0'0,"3"5"-12791"0"0,5 6-408 0 0,1-1 0 0 0,0 0 0 0 0,1-1 0 0 0,0 0 0 0 0,0-1 0 0 0,1 0 0 0 0,0 0 0 0 0,19 9-1 0 0,-15-9-365 0 0,-1 1 0 0 0,1 1 0 0 0,-2 1 0 0 0,1 0 0 0 0,-1 0 0 0 0,13 17 0 0 0,-13-13-191 0 0,-1 2-1 0 0,0-1 1 0 0,-2 1-1 0 0,0 1 1 0 0,-1 0-1 0 0,0 1 1 0 0,-2-1-1 0 0,0 1 1 0 0,-1 1-1 0 0,-2-1 1 0 0,1 1-1 0 0,-2 0 1 0 0,-1 0-1 0 0,0 39 1 0 0,-2-46-176 0 0,-1 0 0 0 0,-1-1 0 0 0,1 0 0 0 0,-2 1 0 0 0,0-1 0 0 0,-1 0 1 0 0,0 0-1 0 0,0 0 0 0 0,-8 13 0 0 0,5-14-137 0 0,-1 4 0 0 0,-1-1 0 0 0,-1 0 0 0 0,0 0 0 0 0,-14 13 0 0 0,15-26 0 0 0,5-16 0 0 0,5 7 0 0 0,0 1 0 0 0,0-1 0 0 0,0 1 0 0 0,1-1 0 0 0,0 1 0 0 0,1 0 0 0 0,0 0 0 0 0,0 0 0 0 0,0 0 0 0 0,1 0 0 0 0,0 0 0 0 0,0 1 0 0 0,1 0 0 0 0,8-9 0 0 0,13-21 0 0 0,-26 36-4 0 0,0-1 1 0 0,0 1-1 0 0,0-1 0 0 0,1 0 1 0 0,-1 1-1 0 0,0-1 0 0 0,1 1 1 0 0,-1-1-1 0 0,0 1 0 0 0,1-1 1 0 0,-1 1-1 0 0,1-1 0 0 0,-1 1 0 0 0,1-1 1 0 0,-1 1-1 0 0,1 0 0 0 0,-1-1 1 0 0,1 1-1 0 0,0 0 0 0 0,-1-1 1 0 0,1 1-1 0 0,-1 0 0 0 0,1 0 1 0 0,0 0-1 0 0,-1-1 0 0 0,2 1 1 0 0,-1 0-108 0 0,1-1-1015 0 0,4-2-1852 0 0,17-8-13824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5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270 1 224 0 0,'-6'0'14606'0'0,"-8"2"-6814"0"0,-4 3-4840 0 0,-37 13-3357 0 0,41-11 2576 0 0,-4 3-1354 0 0,1 1 0 0 0,1 1 0 0 0,-1 1 0 0 0,-17 18 0 0 0,28-25-714 0 0,0 0 1 0 0,0 1-1 0 0,1 0 0 0 0,0 0 0 0 0,1 1 0 0 0,-1-1 1 0 0,1 1-1 0 0,1 0 0 0 0,-1 0 0 0 0,1 1 1 0 0,1-1-1 0 0,-3 11 0 0 0,4-14-103 0 0,1-1 0 0 0,-1 0 0 0 0,1 1 0 0 0,0-1 0 0 0,0 1 0 0 0,0-1 0 0 0,0 1 0 0 0,1-1 0 0 0,0 1 0 0 0,0-1 0 0 0,0 0 0 0 0,0 1 0 0 0,4 6 0 0 0,-3-8 0 0 0,1 0 0 0 0,-1 0 0 0 0,1-1 0 0 0,-1 1 0 0 0,1-1 0 0 0,0 0 0 0 0,0 1 0 0 0,0-1 0 0 0,0-1 0 0 0,0 1 0 0 0,0 0 0 0 0,1-1 0 0 0,-1 0 0 0 0,0 1 0 0 0,1-1 0 0 0,0-1 0 0 0,-1 1 0 0 0,5 0 0 0 0,10 2 13 0 0,-1-1 0 0 0,1-1 0 0 0,0 0 0 0 0,0-2 0 0 0,0 0 0 0 0,33-7 0 0 0,-42 6-88 0 0,0 0 0 0 0,0-1 0 0 0,0 0 0 0 0,0 0 0 0 0,0-1 0 0 0,-1 0 0 0 0,1-1 0 0 0,-1 0 0 0 0,0 0 0 0 0,-1-1 0 0 0,0 0 0 0 0,1 0 0 0 0,-2-1 1 0 0,11-11-1 0 0,-16 16-63 0 0,-1 1 0 0 0,1 0 0 0 0,0 0 0 0 0,-1-1 0 0 0,1 1 0 0 0,-1 0 0 0 0,1-1 0 0 0,-1 1 0 0 0,1 0 0 0 0,-1-1-1 0 0,0 1 1 0 0,0-1 0 0 0,0 1 0 0 0,0-1 0 0 0,0 1 0 0 0,0 0 0 0 0,0-1 0 0 0,0 1 0 0 0,-1-1 0 0 0,1 1 0 0 0,0 0 0 0 0,-2-3 0 0 0,0 1-165 0 0,0-1-1 0 0,0 0 0 0 0,0 1 1 0 0,0 0-1 0 0,-1-1 0 0 0,0 1 1 0 0,-5-5-1 0 0,-28-19-5098 0 0,6 10-6691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2.9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 0 1396 0 0,'0'0'12141'0'0,"0"4"-10869"0"0,-10 147 8431 0 0,6-108-7282 0 0,2 51-1 0 0,2-75-1786 0 0,0-13-340 0 0,-1 22 120 0 0,1 0 0 0 0,2 0 1 0 0,0-1-1 0 0,2 1 1 0 0,12 43-1 0 0,-10-43-414 0 0,-5-23 0 0 0,0 0 0 0 0,0 0 0 0 0,0 0 0 0 0,1 0 0 0 0,0-1 0 0 0,0 1 0 0 0,0-1 0 0 0,0 1 0 0 0,0-1 0 0 0,1 0 0 0 0,0 0 0 0 0,0 0 0 0 0,0 0 0 0 0,5 4 0 0 0,-2-1 0 0 0,5-6 0 0 0,1-10 0 0 0,-9 5-265 0 0,-1 1-1 0 0,1-1 1 0 0,-1 0-1 0 0,0 0 1 0 0,1 0 0 0 0,-2 0-1 0 0,1-1 1 0 0,0 1-1 0 0,1-8 1 0 0,1-23-6886 0 0,0 7-3748 0 0,0 14 4116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3.2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 1384 0 0,'0'0'6802'0'0,"-3"5"-5167"0"0,-3 6-616 0 0,1 0 0 0 0,0 1 1 0 0,1 0-1 0 0,0-1 0 0 0,1 2 1 0 0,0-1-1 0 0,1 0 0 0 0,1 0 0 0 0,0 1 1 0 0,0-1-1 0 0,3 22 0 0 0,2 19 2093 0 0,17 72 0 0 0,-20-121-3200 0 0,0 1-1 0 0,1 0 1 0 0,0 0 0 0 0,0-1 0 0 0,0 1 0 0 0,0-1-1 0 0,1 1 1 0 0,0-1 0 0 0,0 0 0 0 0,0 0-1 0 0,5 5 1 0 0,-6-7-841 0 0,-1-6-3064 0 0,2-7 2415 0 0,0-11-8875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3.6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22 720 0 0,'0'0'2688'0'0,"0"-21"20348"0"0,-4 51-21255 0 0,35 2 1488 0 0,-23-28-3097 0 0,0-1 0 0 0,0 0-1 0 0,1 0 1 0 0,-1-1 0 0 0,1 0 0 0 0,0 0 0 0 0,14 0 0 0 0,68 0-374 0 0,-64-3 302 0 0,27 4-100 0 0,-51-3 0 0 0,-1 0 0 0 0,1 1 0 0 0,-1-1 0 0 0,1 1 0 0 0,-1-1 0 0 0,1 1 0 0 0,-1 0 0 0 0,0 0 0 0 0,0 0 0 0 0,1 1 0 0 0,-1-1 0 0 0,0 1 0 0 0,0-1 0 0 0,0 1 0 0 0,0-1 0 0 0,0 1 0 0 0,-1 0 0 0 0,1 0 0 0 0,-1 0 0 0 0,1 0 0 0 0,-1 0 0 0 0,1 0 0 0 0,-1 1 0 0 0,0-1 0 0 0,0 0 0 0 0,0 1 0 0 0,-1-1 0 0 0,1 0 0 0 0,0 1 0 0 0,-1-1 0 0 0,0 1 0 0 0,1-1 0 0 0,-1 1 0 0 0,0 3 0 0 0,1 80 0 0 0,2-72 0 0 0,-1-2 0 0 0,5-4 0 0 0,5-4-14 0 0,-9-4-350 0 0,1-4-2079 0 0,10-11-2084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4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93 776 0 0,'-4'10'9951'0'0,"7"-4"-3963"0"0,19-1-1899 0 0,35-10-2078 0 0,259-43 3994 0 0,-85 15-4040 0 0,-31 5-218 0 0,-192 28-4282 0 0,-21 4 765 0 0,-40 9-5483 0 0,30-7-2212 0 0,6-1 2996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4.8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382 0 112 0 0,'0'0'1826'0'0,"-2"4"-2"0"0,0 1-1682 0 0,-1 0 1373 0 0,1 0 1 0 0,0 0 0 0 0,0 0-1 0 0,1 0 1 0 0,-1 0-1 0 0,1 0 1 0 0,0 1-1 0 0,0 8 1 0 0,-1 83 5473 0 0,-11 46-797 0 0,7-118-5094 0 0,4-17-1019 0 0,1-1 0 0 0,0 1-1 0 0,0 0 1 0 0,0-1 0 0 0,1 1-1 0 0,1 0 1 0 0,-1-1-1 0 0,1 1 1 0 0,0 0 0 0 0,1-1-1 0 0,3 11 1 0 0,-3-4-79 0 0,2-2 0 0 0,2-3 0 0 0,2-3 0 0 0,6-16 0 0 0,-6-2 0 0 0,-7-2 0 0 0,-2 0 0 0 0,-5 3 0 0 0,2 1 0 0 0,1 1 0 0 0,-8 2 0 0 0,8 6 0 0 0,1-1 0 0 0,0 1 0 0 0,-1 0 0 0 0,1 0 0 0 0,-1 0 0 0 0,1 0 0 0 0,-1 0 0 0 0,0 1 0 0 0,1-1 0 0 0,-1 1 0 0 0,0-1 0 0 0,1 1 0 0 0,-1 0 0 0 0,0 0 0 0 0,0 0 0 0 0,1 1 0 0 0,-1-1 0 0 0,0 1 0 0 0,-3 1 0 0 0,-3 0 0 0 0,-20 7 0 0 0,1 1 0 0 0,0 1 0 0 0,1 1 0 0 0,0 2 0 0 0,1 1 0 0 0,0 0 0 0 0,-27 24 0 0 0,48-36 0 0 0,0 1 0 0 0,1 1 0 0 0,-1-1 0 0 0,1 1 0 0 0,0-1 0 0 0,0 1 0 0 0,0 0 0 0 0,1 1 0 0 0,0-1 0 0 0,0 1 0 0 0,0-1 0 0 0,-2 7 0 0 0,4-10 0 0 0,1 0 0 0 0,-1 0 0 0 0,1 0 0 0 0,0 0 0 0 0,-1 0 0 0 0,1 0 0 0 0,0 0 0 0 0,0 0 0 0 0,0 0 0 0 0,1 0 0 0 0,-1 0 0 0 0,0 0 0 0 0,1 0 0 0 0,-1 0 0 0 0,1 0 0 0 0,0 0 0 0 0,-1 0 0 0 0,1 0 0 0 0,0 0 0 0 0,0-1 0 0 0,0 1 0 0 0,1 0 0 0 0,-1-1 0 0 0,0 1 0 0 0,1-1 0 0 0,-1 1 0 0 0,1-1 0 0 0,-1 0 0 0 0,1 1 0 0 0,-1-1 0 0 0,1 0 0 0 0,0 0 0 0 0,0 0 0 0 0,0 0 0 0 0,0-1 0 0 0,-1 1 0 0 0,4 0 0 0 0,10 3 0 0 0,1 0 0 0 0,-1-2 0 0 0,1 0 0 0 0,0 0 0 0 0,0-2 0 0 0,0 0 0 0 0,0 0 0 0 0,-1-2 0 0 0,1 0 0 0 0,27-7 0 0 0,4-4 0 0 0,-1-2 0 0 0,52-24 0 0 0,-92 37 0 0 0,1-1 0 0 0,-1 1 0 0 0,0-1 0 0 0,-1 0 0 0 0,1-1 0 0 0,0 1 0 0 0,-1-1 0 0 0,0 0 0 0 0,0-1 0 0 0,0 1 0 0 0,0-1 0 0 0,-1 0 0 0 0,0 0 0 0 0,5-8 0 0 0,-9 11 0 0 0,1 1 0 0 0,-1 0 0 0 0,0-1 0 0 0,0 1 0 0 0,0-1 0 0 0,0 1 0 0 0,0-1 0 0 0,0 1 0 0 0,0-1 0 0 0,0 1 0 0 0,-1-1 0 0 0,1 1 0 0 0,0-1 0 0 0,-1 1 0 0 0,1 0 0 0 0,-1-1 0 0 0,0 1 0 0 0,0 0 0 0 0,1 0 0 0 0,-1-1 0 0 0,0 1 0 0 0,0 0 0 0 0,0 0 0 0 0,0 0 0 0 0,0 0 0 0 0,-2-1 0 0 0,-25-16 0 0 0,15 10 0 0 0,7 6 0 0 0,1-1 0 0 0,-1 1 0 0 0,0 0 0 0 0,1 0 0 0 0,-1 1 0 0 0,0 0 0 0 0,0 0 0 0 0,-11 0 0 0 0,4-3 0 0 0,2 0 0 0 0,11 4 0 0 0,0 0-1 0 0,0 0 1 0 0,0-1 0 0 0,-1 1-1 0 0,1 0 1 0 0,0 0 0 0 0,0 0-1 0 0,0-1 1 0 0,0 1 0 0 0,0 0-1 0 0,0 0 1 0 0,0 0 0 0 0,0-1-1 0 0,0 1 1 0 0,0 0 0 0 0,0 0-1 0 0,0 0 1 0 0,0-1 0 0 0,0 1 0 0 0,0 0-1 0 0,0 0 1 0 0,0 0 0 0 0,0-1-1 0 0,0 1 1 0 0,0 0 0 0 0,0 0-1 0 0,0 0 1 0 0,0-1 0 0 0,1 1-1 0 0,-1 0 1 0 0,0 0 0 0 0,0 0-1 0 0,0 0 1 0 0,0-1 0 0 0,0 1-1 0 0,1 0 1 0 0,-1 0 0 0 0,0 0-1 0 0,0 0 1 0 0,0 0 0 0 0,0 0-1 0 0,1 0 1 0 0,-1-1 0 0 0,0 1-1 0 0,0 0 1 0 0,0 0 0 0 0,1 0-1 0 0,-1 0 1 0 0,0 0 0 0 0,0 0-1 0 0,0 0 1 0 0,1 0 0 0 0,-1 0 0 0 0,0 0-1 0 0,13-5-123 0 0,-12 5 38 0 0,27-11-6783 0 0,-4 4-6331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5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36 61 832 0 0,'-4'5'1457'0'0,"-2"3"-848"0"0,-14 16 2914 0 0,14 22 4400 0 0,6 110 2460 0 0,0-154-10239 0 0,1 0-1 0 0,-1 0 1 0 0,0 1 0 0 0,0-1-1 0 0,1 0 1 0 0,-1 0 0 0 0,1 0-1 0 0,0 0 1 0 0,-1 0 0 0 0,1 0-1 0 0,0 0 1 0 0,0-1 0 0 0,1 1-1 0 0,-1 0 1 0 0,0 0 0 0 0,0-1-1 0 0,1 1 1 0 0,-1-1 0 0 0,1 1-1 0 0,-1-1 1 0 0,1 1 0 0 0,0-1-1 0 0,0 0 1 0 0,3 2 0 0 0,-3-3 196 0 0,2-2-42 0 0,2-3-219 0 0,0 0 0 0 0,1 0 0 0 0,-2-1 0 0 0,1 1 0 0 0,-1-1 0 0 0,0 0 0 0 0,0-1-1 0 0,-1 1 1 0 0,0-1 0 0 0,0 0 0 0 0,0 0 0 0 0,-1-1 0 0 0,0 1 0 0 0,0 0 0 0 0,-1-1-1 0 0,0 0 1 0 0,-1 0 0 0 0,2-12 0 0 0,-3 14-39 0 0,0-9 212 0 0,0-1 1 0 0,-1 0-1 0 0,-1 1 0 0 0,-1-1 1 0 0,0 1-1 0 0,-1-1 0 0 0,0 1 1 0 0,-8-17-1 0 0,11 31-252 0 0,1 1 0 0 0,0-1 0 0 0,0 0 0 0 0,0 0 0 0 0,0 0 0 0 0,0 1 0 0 0,0-1 0 0 0,0 0 0 0 0,0 0 0 0 0,0 0 0 0 0,1 1 0 0 0,-1-1 0 0 0,0 0 0 0 0,0 0 0 0 0,1 1 0 0 0,-1-1 0 0 0,0 0 0 0 0,1 0 0 0 0,-1 1 0 0 0,1-1 0 0 0,-1 0 0 0 0,1 1 0 0 0,-1-1 0 0 0,1 1 0 0 0,0-1 0 0 0,-1 1 0 0 0,1-1 0 0 0,-1 1 0 0 0,1-1 0 0 0,0 1 0 0 0,0-1 0 0 0,-1 1 0 0 0,2-1 0 0 0,6-2 0 0 0,0-1 0 0 0,1 1 0 0 0,-1 1 0 0 0,1-1 0 0 0,0 1 0 0 0,-1 1 0 0 0,1 0 0 0 0,0 0 0 0 0,0 1 0 0 0,0 0 0 0 0,17 2 0 0 0,2-1 0 0 0,24 2 0 0 0,-39-1 0 0 0,-1 1 0 0 0,-1 0 0 0 0,1 1 0 0 0,-2-1-325 0 0,-8-2-1378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16 804 0 0,'13'-16'26620'0'0,"-6"30"-25494"0"0,-1 0 0 0 0,-1 0 0 0 0,6 23 0 0 0,-3 2-667 0 0,3 47-1 0 0,6 38-536 0 0,-10-75 78 0 0,-4-39-63 0 0,-2-8-471 0 0,-3-27-4537 0 0,2 2-495 0 0,-4 7-3769 0 0,-2 7 2477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6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23 1052 0 0,'-25'-4'19136'0'0,"25"4"-19053"0"0,-1 1 1 0 0,1-1 0 0 0,0 0-1 0 0,0 0 1 0 0,-1 0 0 0 0,1 0-1 0 0,0 1 1 0 0,0-1 0 0 0,-1 0-1 0 0,1 0 1 0 0,0 1 0 0 0,0-1-1 0 0,0 0 1 0 0,-1 0-1 0 0,1 1 1 0 0,0-1 0 0 0,0 0-1 0 0,0 0 1 0 0,0 1 0 0 0,0-1-1 0 0,0 0 1 0 0,0 1 0 0 0,0-1-1 0 0,-1 0 1 0 0,1 0 0 0 0,0 1-1 0 0,0-1 1 0 0,0 0-1 0 0,0 1 1 0 0,1-1 0 0 0,-1 0-1 0 0,0 1 1 0 0,0-1 0 0 0,0 0-1 0 0,0 0 1 0 0,0 1 0 0 0,0-1-1 0 0,0 0 1 0 0,0 1 0 0 0,1-1-1 0 0,-1 0 1 0 0,0 0-1 0 0,0 1 1 0 0,0-1 0 0 0,1 0-1 0 0,-1 0 1 0 0,0 0 0 0 0,0 1-1 0 0,1-1 1 0 0,22 11 1217 0 0,36 1-180 0 0,-9-12-530 0 0,0-2 0 0 0,63-11 0 0 0,-77 6-2226 0 0,64-19 1 0 0,-93 23-1208 0 0,2-1 3115 0 0,-55 8-19220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7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26 127 1180 0 0,'-1'0'687'0'0,"-1"0"0"0"0,1 1 0 0 0,0-1 0 0 0,0 0 0 0 0,-1 1 0 0 0,1 0 0 0 0,0-1 0 0 0,0 1 0 0 0,0 0 0 0 0,0 0 0 0 0,-1-1 0 0 0,1 1 0 0 0,0 0 0 0 0,1 0 0 0 0,-1 0 0 0 0,0 0 0 0 0,0 1 1 0 0,0-1-1 0 0,1 0 0 0 0,-1 0 0 0 0,0 0 0 0 0,1 1 0 0 0,-1-1 0 0 0,1 0 0 0 0,-1 0 0 0 0,1 1 0 0 0,0-1 0 0 0,0 0 0 0 0,-1 2 0 0 0,5 17 3026 0 0,-1-8-4684 0 0,34 127 8059 0 0,-36-135-6988 0 0,0-1 1 0 0,0 0-1 0 0,0 1 0 0 0,1-1 0 0 0,-1 0 1 0 0,1 0-1 0 0,0 0 0 0 0,0 0 1 0 0,0 0-1 0 0,4 3 0 0 0,14 21-57 0 0,-13-24-43 0 0,3-16 0 0 0,-8 5 0 0 0,-1 0 0 0 0,0-1 0 0 0,0 1 0 0 0,-1-1 0 0 0,0 1 0 0 0,-1 0 0 0 0,0-1 0 0 0,0 1 0 0 0,-1 0 0 0 0,-3-13 0 0 0,-1-9 0 0 0,-5-19 0 0 0,7 36 0 0 0,1 1 0 0 0,1-1 0 0 0,0 1 0 0 0,0-1 0 0 0,1 0 0 0 0,1 0 0 0 0,0 0 0 0 0,3-16 0 0 0,-2 26 0 0 0,-1 0 0 0 0,1 0 0 0 0,0 1 0 0 0,0-1 0 0 0,0 0 0 0 0,1 1 0 0 0,-1-1 0 0 0,1 1 0 0 0,-1 0 0 0 0,1-1 0 0 0,0 1 0 0 0,0 0 0 0 0,0 0 0 0 0,0 0 0 0 0,0 0 0 0 0,0 0 0 0 0,1 1 0 0 0,-1-1 0 0 0,0 1 0 0 0,1-1 0 0 0,0 1 0 0 0,3-1 0 0 0,2-1 0 0 0,2 0 0 0 0,-1 1 0 0 0,0 0 0 0 0,16-1 0 0 0,-18 2 0 0 0,15-1 0 0 0,0 1 0 0 0,0 1 0 0 0,30 3 0 0 0,-46-3 0 0 0,1 1 0 0 0,-1 0 0 0 0,0 0 0 0 0,0 1 0 0 0,0 0 0 0 0,0 0 0 0 0,-1 0 0 0 0,1 1 0 0 0,-1-1 0 0 0,1 1 0 0 0,-1 1 0 0 0,0-1 0 0 0,0 1 0 0 0,0 0 0 0 0,0 0 0 0 0,7 9 0 0 0,-6 6 0 0 0,-3-2 0 0 0,-2 0 0 0 0,-2-9 0 0 0,-9 15 0 0 0,5-13-147 0 0,4-8-782 0 0,8-42-25318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8.8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486 26 1480 0 0,'-12'-25'16259'0'0,"10"26"-15912"0"0,1 0 0 0 0,0 0 0 0 0,0 0 0 0 0,0 0-1 0 0,0 0 1 0 0,0 0 0 0 0,0 1 0 0 0,0-1 0 0 0,0 0 0 0 0,0 0 0 0 0,1 1 0 0 0,-1-1 0 0 0,1 1-1 0 0,-1-1 1 0 0,1 1 0 0 0,-1-1 0 0 0,1 1 0 0 0,0-1 0 0 0,-1 3 0 0 0,-11 41 1537 0 0,-29 210 4146 0 0,34-202-5854 0 0,3-19-176 0 0,2 0 0 0 0,2 35 0 0 0,0 23 0 0 0,0-92 0 0 0,0 0 0 0 0,0 0 0 0 0,1 0 0 0 0,-1 1 0 0 0,0-1 0 0 0,0 0 0 0 0,0 0 0 0 0,0 0 0 0 0,0 0 0 0 0,0 1 0 0 0,0-1 0 0 0,0 0 0 0 0,1 0 0 0 0,-1 0 0 0 0,0 0 0 0 0,0 0 0 0 0,0 0 0 0 0,0 0 0 0 0,0 1 0 0 0,1-1 0 0 0,-1 0 0 0 0,0 0 0 0 0,0 0 0 0 0,0 0 0 0 0,0 0 0 0 0,1 0 0 0 0,-1 0 0 0 0,0 0 0 0 0,0 0 0 0 0,0 0 0 0 0,1 0 0 0 0,-1 0 0 0 0,0 0 0 0 0,0 0 0 0 0,0 0 0 0 0,0 0 0 0 0,1 0 0 0 0,-1 0 0 0 0,0 0 0 0 0,0 0 0 0 0,0 0 0 0 0,0-1 0 0 0,1 1 0 0 0,-1 0 0 0 0,0 0 0 0 0,0 0 0 0 0,0 0 0 0 0,0 0 0 0 0,0 0 0 0 0,1 0 0 0 0,-1-1 0 0 0,0 1 0 0 0,0 0 0 0 0,0 0 0 0 0,0 0 0 0 0,0 0 0 0 0,0 0 0 0 0,0-1 0 0 0,0 1 0 0 0,0 0 0 0 0,0 0 0 0 0,0-1 0 0 0,11-9 0 0 0,-10 9 0 0 0,1-3 0 0 0,1 0 0 0 0,-1-1 0 0 0,0 1 0 0 0,0-1 0 0 0,-1 1 0 0 0,1-1 0 0 0,-1 1 0 0 0,0-1 0 0 0,0 0 0 0 0,-1 0 0 0 0,1 0 0 0 0,-1 1 0 0 0,0-1 0 0 0,-2-9 0 0 0,1-12 0 0 0,1 22 0 0 0,0 1 0 0 0,-1-1 0 0 0,0 1 0 0 0,1 0 0 0 0,-1-1 0 0 0,-1 1 0 0 0,1 0 0 0 0,0 0 0 0 0,-1 0 0 0 0,0 0 0 0 0,1 0 0 0 0,-1 0 0 0 0,0 0 0 0 0,-1 1 0 0 0,1-1 0 0 0,0 1 0 0 0,-1-1 0 0 0,1 1 0 0 0,-1 0 0 0 0,0 0 0 0 0,0 0 0 0 0,0 0 0 0 0,-5-2 0 0 0,4 2 0 0 0,0 1 0 0 0,0-1 0 0 0,0 1 0 0 0,0-1 0 0 0,0 1 0 0 0,-1 1 0 0 0,1-1 0 0 0,0 0 0 0 0,-1 1 0 0 0,1 0 0 0 0,-1 0 0 0 0,1 0 0 0 0,0 1 0 0 0,-1 0 0 0 0,1-1 0 0 0,0 1 0 0 0,-1 1 0 0 0,-6 2 0 0 0,-2 2 0 0 0,1 0 0 0 0,0 1 0 0 0,-21 15 0 0 0,31-20 0 0 0,-28 20 0 0 0,1 2 0 0 0,-33 33 0 0 0,50-45 0 0 0,1 1 0 0 0,1 0 0 0 0,0 0 0 0 0,1 1 0 0 0,0 0 0 0 0,1 1 0 0 0,-10 22 0 0 0,16-32 0 0 0,1-1 0 0 0,-1 0 0 0 0,1 1 0 0 0,0-1 0 0 0,0 1 0 0 0,0 0 0 0 0,0-1 0 0 0,1 1 0 0 0,0 0 0 0 0,0-1 0 0 0,0 1 0 0 0,0 0 0 0 0,1-1 0 0 0,0 1 0 0 0,0 0 0 0 0,0-1 0 0 0,0 1 0 0 0,1-1 0 0 0,0 0 0 0 0,0 1 0 0 0,0-1 0 0 0,1 0 0 0 0,-1 0 0 0 0,1 0 0 0 0,0 0 0 0 0,0-1 0 0 0,0 1 0 0 0,0-1 0 0 0,1 0 0 0 0,-1 0 0 0 0,1 0 0 0 0,0 0 0 0 0,0-1 0 0 0,0 0 0 0 0,0 1 0 0 0,1-1 0 0 0,5 1 0 0 0,6 3 0 0 0,1-1 0 0 0,0-1 0 0 0,0 0 0 0 0,0-1 0 0 0,1-1 0 0 0,-1-1 0 0 0,1-1 0 0 0,29-2 0 0 0,-4-2 0 0 0,0-2 0 0 0,-1-2 0 0 0,0-2 0 0 0,0-2 0 0 0,74-31 0 0 0,-113 42 0 0 0,0-1 0 0 0,0 0 0 0 0,0 0 0 0 0,0 0 0 0 0,-1 0 0 0 0,1 0 0 0 0,0-1 0 0 0,-1 1 0 0 0,0-1 0 0 0,1 1 0 0 0,-1-1 0 0 0,0 0 0 0 0,-1 0 0 0 0,1 0 0 0 0,1-4 0 0 0,-3 6 0 0 0,1-1 0 0 0,-1 0 0 0 0,0 1 0 0 0,-1-1 0 0 0,1 0 0 0 0,0 1 0 0 0,0-1 0 0 0,-1 0 0 0 0,1 1 0 0 0,-1-1 0 0 0,1 1 0 0 0,-1-1 0 0 0,0 0 0 0 0,0 1 0 0 0,1 0 0 0 0,-1-1 0 0 0,0 1 0 0 0,0-1 0 0 0,-1 1 0 0 0,1 0 0 0 0,0 0 0 0 0,0 0 0 0 0,-1 0 0 0 0,1 0 0 0 0,0 0 0 0 0,-1 0 0 0 0,-1-1 0 0 0,2 1 0 0 0,-9-4 0 0 0,-1-1 0 0 0,1 2 0 0 0,-1-1 0 0 0,0 1 0 0 0,-1 1 0 0 0,1 0 0 0 0,0 1 0 0 0,-1 0 0 0 0,-15 0 0 0 0,-19 0 0 0 0,-52 5 0 0 0,81-1 0 0 0,12 0 0 0 0,7 0 0 0 0,25 3 0 0 0,-22-5-269 0 0,1-1 0 0 0,-1 1 0 0 0,1-1-1 0 0,-1 0 1 0 0,1-1 0 0 0,-1 1 0 0 0,0-1 0 0 0,0 0 0 0 0,6-3-1 0 0,26-15-11512 0 0,-29 15 6423 0 0,4-2-1914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9.5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0 1272 0 0,'0'0'3099'0'0,"-28"6"7552"0"0,36 17-5493 0 0,19 5-2155 0 0,-11-13-1917 0 0,-16-14-870 0 0,1-1-162 0 0,-1 0 0 0 0,1 1 0 0 0,-1-1 0 0 0,1 0 0 0 0,-1 1 0 0 0,0-1 0 0 0,1 1 0 0 0,-1-1 0 0 0,0 1 0 0 0,1-1 0 0 0,-1 1 0 0 0,0-1 0 0 0,0 1 0 0 0,1-1 0 0 0,-1 1 0 0 0,0-1 0 0 0,0 1-1 0 0,0 0 1 0 0,0-1 0 0 0,0 1 0 0 0,0-1 0 0 0,0 2 0 0 0,-5 7 206 0 0,-1-1 0 0 0,0 0-1 0 0,0 0 1 0 0,-1 0 0 0 0,0-1-1 0 0,-1 0 1 0 0,0 0 0 0 0,0-1-1 0 0,0 0 1 0 0,-11 6 0 0 0,-33 29 1004 0 0,51-41-1241 0 0,-1 1-1 0 0,1 0 1 0 0,0-1 0 0 0,0 1 0 0 0,0 0 0 0 0,0 0 0 0 0,1 0 0 0 0,-1 0 0 0 0,0 0-1 0 0,0 0 1 0 0,0 0 0 0 0,1 0 0 0 0,-1 0 0 0 0,1 1 0 0 0,-1-1 0 0 0,1 0-1 0 0,-1 0 1 0 0,1 0 0 0 0,0 1 0 0 0,-1-1 0 0 0,1 0 0 0 0,0 1 0 0 0,0-1 0 0 0,0 0-1 0 0,0 0 1 0 0,0 1 0 0 0,0-1 0 0 0,0 0 0 0 0,1 1 0 0 0,-1-1 0 0 0,0 0 0 0 0,1 0-1 0 0,-1 1 1 0 0,1-1 0 0 0,-1 0 0 0 0,1 0 0 0 0,0 0 0 0 0,0 0 0 0 0,-1 0-1 0 0,1 0 1 0 0,0 0 0 0 0,0 0 0 0 0,0 0 0 0 0,0 0 0 0 0,0 0 0 0 0,0-1 0 0 0,0 1-1 0 0,0 0 1 0 0,2 0 0 0 0,71 27 318 0 0,-62-25-71 0 0,-1-1 0 0 0,1 0 0 0 0,0-1 1 0 0,14 1-1 0 0,-25 1-104 0 0,0 0 1574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29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1 148 0 0,'0'0'1417'0'0,"5"26"5547"0"0,-7-1-4751 0 0,-1 0-1 0 0,-1-1 1 0 0,-12 41 0 0 0,-6 27 1408 0 0,-7 135 4005 0 0,28-212-7109 0 0,0 1 1 0 0,2 0-1 0 0,0-1 0 0 0,0 1 0 0 0,2-1 0 0 0,0 1 0 0 0,8 22 0 0 0,1-7-514 0 0,-5-23-3 0 0,4-4 0 0 0,-9-3 0 0 0,-1-1 0 0 0,0 0 0 0 0,0 0 0 0 0,0 1 0 0 0,0-1 0 0 0,0 0 0 0 0,0 0 0 0 0,0 0 0 0 0,0 0 0 0 0,1 0 0 0 0,-1 0 0 0 0,0-1 0 0 0,0 1 0 0 0,0 0 0 0 0,0-1 0 0 0,0 1 0 0 0,0 0 0 0 0,0-1 0 0 0,0 0 0 0 0,0 1 0 0 0,0-1 0 0 0,0 1 0 0 0,0-1 0 0 0,0 0 0 0 0,-1 0 0 0 0,1 1 0 0 0,0-1 0 0 0,0 0 0 0 0,-1 0 0 0 0,1 0 0 0 0,0 0 0 0 0,-1 0 0 0 0,1 0 0 0 0,0-2 0 0 0,0 1 0 0 0,2-3-170 0 0,0 0 1 0 0,-1 0-1 0 0,1 0 1 0 0,-1 0-1 0 0,0 0 1 0 0,-1-1-1 0 0,1 1 1 0 0,-1-1-1 0 0,0 1 0 0 0,0-1 1 0 0,-1 0-1 0 0,1 1 1 0 0,-2-11-1 0 0,-4-32-4620 0 0,-3 4-5049 0 0,6 32 5583 0 0,-4-6-2212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0.3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29 185 852 0 0,'-29'6'18563'0'0,"422"-158"-15655"0"0,-354 139-2787 0 0,27-12 1270 0 0,-64 24-220 0 0,-2 3-1026 0 0,1 0 0 0 0,-1 0 0 0 0,0 0-1 0 0,0 1 1 0 0,0-1 0 0 0,0 0-1 0 0,0 0 1 0 0,-1 0 0 0 0,1 0 0 0 0,0 0-1 0 0,-1 0 1 0 0,0 0 0 0 0,1 0 0 0 0,-1 0-1 0 0,0 0 1 0 0,-2 2 0 0 0,-15 37 1478 0 0,10-26-1226 0 0,1-3 175 0 0,1 1 1 0 0,0 0-1 0 0,-7 22 1 0 0,11-32-521 0 0,2 1 0 0 0,-1 0 0 0 0,0 0 0 0 0,1 0 0 0 0,-1-1 1 0 0,1 1-1 0 0,0 0 0 0 0,1 0 0 0 0,-1 0 0 0 0,1 0 0 0 0,-1 0 0 0 0,1-1 0 0 0,0 1 0 0 0,1 0 1 0 0,-1-1-1 0 0,1 1 0 0 0,-1-1 0 0 0,4 6 0 0 0,-3-7-92 0 0,-1 0 1 0 0,0 0-1 0 0,1 0 1 0 0,0 0-1 0 0,-1 0 1 0 0,1 0-1 0 0,0 0 1 0 0,0-1-1 0 0,0 1 1 0 0,0-1-1 0 0,0 1 1 0 0,0-1-1 0 0,0 0 1 0 0,1 0-1 0 0,-1 0 1 0 0,0 0-1 0 0,1 0 1 0 0,-1-1-1 0 0,1 1 1 0 0,-1-1-1 0 0,1 1 1 0 0,3-1-1 0 0,19-6-2294 0 0,-2-4-4987 0 0,-7 2-2992 0 0,-6 4 3627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0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6 229 932 0 0,'-6'-8'13056'0'0,"8"6"-12735"0"0,0 0 1 0 0,1 0-1 0 0,-1 0 0 0 0,0 0 0 0 0,0 1 1 0 0,1-1-1 0 0,-1 1 0 0 0,1-1 1 0 0,-1 1-1 0 0,1 0 0 0 0,0 0 0 0 0,-1 0 1 0 0,1 1-1 0 0,4-2 0 0 0,54-6 3950 0 0,-20 4-3164 0 0,818-154 7471 0 0,-828 153-8574 0 0,-8 1-4 0 0,0 0 0 0 0,33-12 0 0 0,-72 24-506 0 0,-1 0 0 0 0,1 1 0 0 0,-23 17 0 0 0,-12 7-5800 0 0,0-6-7358 0 0,33-20 7607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1.82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332 1 752 0 0,'0'0'17596'0'0,"-3"5"-16580"0"0,-3 5-326 0 0,1 2 0 0 0,0-1-1 0 0,1 1 1 0 0,0 0 0 0 0,1-1-1 0 0,0 2 1 0 0,1-1 0 0 0,-1 16-1 0 0,-1 112 2899 0 0,4-110-2914 0 0,0-17-418 0 0,-1 0-13 0 0,1 1 1 0 0,0-1-1 0 0,1 1 1 0 0,1-1-1 0 0,0 0 1 0 0,1 0-1 0 0,0 0 1 0 0,1 0-1 0 0,0 0 1 0 0,8 15-1 0 0,-7-16-243 0 0,2-1 0 0 0,-7-11 0 0 0,0 0 0 0 0,0 0 0 0 0,0 0 0 0 0,0 0 0 0 0,0 0 0 0 0,0 0 0 0 0,0 0 0 0 0,0 0 0 0 0,1 0 0 0 0,-1 0 0 0 0,0 0 0 0 0,0 0 0 0 0,0 0 0 0 0,0 0 0 0 0,0 0 0 0 0,0 0 0 0 0,0 0 0 0 0,0 0 0 0 0,0 0 0 0 0,1 0 0 0 0,-1 0 0 0 0,0 0 0 0 0,0 0 0 0 0,0 0 0 0 0,0 0 0 0 0,0 0 0 0 0,0 0 0 0 0,0 0 0 0 0,0 0 0 0 0,0 0 0 0 0,0 0 0 0 0,0 0 0 0 0,1 0 0 0 0,-1 0 0 0 0,0 0 0 0 0,0 0 0 0 0,0 0 0 0 0,0 1 0 0 0,0-1 0 0 0,0 0 0 0 0,0 0 0 0 0,0 0 0 0 0,0 0 0 0 0,0 0 0 0 0,0 0 0 0 0,0 0 0 0 0,0 0 0 0 0,0 0 0 0 0,-3-22 0 0 0,-1 8 0 0 0,1 7 0 0 0,-14-11 0 0 0,15 15 0 0 0,-1 0 0 0 0,0-1 0 0 0,0 2 0 0 0,0-1 0 0 0,-1 0 0 0 0,1 1 0 0 0,-1-1 0 0 0,1 1 0 0 0,-1 0 0 0 0,0 0 0 0 0,1 1 0 0 0,-1-1 0 0 0,0 1 0 0 0,0 0 0 0 0,0 0 0 0 0,-1 0 0 0 0,1 0 0 0 0,0 1 0 0 0,0 0 0 0 0,0 0 0 0 0,-5 0 0 0 0,-2 1 0 0 0,0 0 0 0 0,0 0 0 0 0,0 1 0 0 0,0 0 0 0 0,-18 7 0 0 0,7-2 0 0 0,12-4 0 0 0,1 1 0 0 0,-1 0 0 0 0,1 0 0 0 0,0 1 0 0 0,1 0 0 0 0,-1 1 0 0 0,1-1 0 0 0,0 2 0 0 0,1-1 0 0 0,-1 1 0 0 0,-8 11 0 0 0,13-7 0 0 0,1 5 0 0 0,2-13 0 0 0,0-1 0 0 0,0 0 0 0 0,1 0 0 0 0,-1 0 0 0 0,1 1 0 0 0,-1-1 0 0 0,1 0 0 0 0,0 0 0 0 0,0 0 0 0 0,0 0 0 0 0,0 0 0 0 0,0 0 0 0 0,0 0 0 0 0,0-1 0 0 0,1 1 0 0 0,-1 0 0 0 0,1-1 0 0 0,-1 1 0 0 0,1-1 0 0 0,0 1 0 0 0,0-1 0 0 0,-1 0 0 0 0,1 0 0 0 0,0 1 0 0 0,0-1 0 0 0,0-1 0 0 0,0 1 0 0 0,1 0 0 0 0,-1 0 0 0 0,0-1 0 0 0,0 1 0 0 0,0-1 0 0 0,0 0 0 0 0,4 0 0 0 0,-1 1 0 0 0,16 2 0 0 0,1-1 0 0 0,0-1 0 0 0,0-1 0 0 0,-1-1 0 0 0,1-1 0 0 0,0-1 0 0 0,-1-1 0 0 0,1 0 0 0 0,33-14 0 0 0,-49 16 0 0 0,0 0 0 0 0,-1-1 0 0 0,1 0 0 0 0,-1 0 0 0 0,0-1 0 0 0,0 1 0 0 0,0-1 0 0 0,8-8 0 0 0,-11 10 0 0 0,-1 0 0 0 0,1 0 0 0 0,0 0 0 0 0,-1 0 0 0 0,1-1 0 0 0,-1 1 0 0 0,0 0 0 0 0,0-1 0 0 0,0 1 0 0 0,0-1 0 0 0,0 1 0 0 0,0-1 0 0 0,-1 1 0 0 0,1-1 0 0 0,-1 1 0 0 0,0-1 0 0 0,0 0 0 0 0,0 1 0 0 0,0-1 0 0 0,0 1 0 0 0,-1-1 0 0 0,1 0 0 0 0,-1 1 0 0 0,1-1 0 0 0,-1 1 0 0 0,0-1 0 0 0,0 1 0 0 0,-2-4 0 0 0,-2-3 0 0 0,2 3 0 0 0,1 1 0 0 0,-1 0 0 0 0,0 1 0 0 0,0-1 0 0 0,-1 1 0 0 0,1-1 0 0 0,-1 1 0 0 0,0 0 0 0 0,0 0 0 0 0,0 0 0 0 0,-1 1 0 0 0,0 0 0 0 0,1 0 0 0 0,-7-3 0 0 0,0 2 0 0 0,-1 1 0 0 0,6-1 0 0 0,-2-1 0 0 0,-1 2-109 0 0,30 10-1844 0 0,5 1-3983 0 0,1-4-6929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2.4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38 161 788 0 0,'0'0'5289'0'0,"-5"2"-4331"0"0,-20 6 1928 0 0,18 48 7264 0 0,7-52-9740 0 0,0 0 1 0 0,0 1 0 0 0,0-1-1 0 0,1 0 1 0 0,0 0 0 0 0,0 0-1 0 0,0 0 1 0 0,0 0 0 0 0,0 0 0 0 0,4 5-1 0 0,13 36 3853 0 0,-17-44-3707 0 0,4 4-93 0 0,-5-8 2415 0 0,-3-6-2876 0 0,1 0 0 0 0,0 0-1 0 0,0-1 1 0 0,1 1 0 0 0,0 0-1 0 0,1-1 1 0 0,0 1 0 0 0,0-1 0 0 0,1 1-1 0 0,0-1 1 0 0,4-13 0 0 0,-1 8-3 0 0,0 1 1 0 0,1 0 0 0 0,1-1 0 0 0,0 2-1 0 0,0-1 1 0 0,10-13 0 0 0,-9 19 0 0 0,0 0 0 0 0,0 1 0 0 0,1 0 0 0 0,0 0 0 0 0,0 1 0 0 0,0 0 0 0 0,1 0 0 0 0,0 1 0 0 0,0 1 0 0 0,1-1 0 0 0,-1 1 0 0 0,1 1 0 0 0,0 0 0 0 0,13-3 0 0 0,-9 5 0 0 0,7 2 0 0 0,-7 1 0 0 0,-2 3 0 0 0,-1 3 0 0 0,-5 0 0 0 0,0 1 0 0 0,0-1 0 0 0,6-6 0 0 0,4-10 0 0 0,-8 0 0 0 0,3-6-1098 0 0,-6 4-6955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2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 1 404 0 0,'0'0'4727'0'0,"-13"14"-1333"0"0,10-4 8734 0 0,8-7-11638 0 0,-1-1-1 0 0,1-1 1 0 0,0 1 0 0 0,0-1-1 0 0,0 0 1 0 0,0 0 0 0 0,1 0-1 0 0,-1-1 1 0 0,0 0-1 0 0,0 0 1 0 0,0 0 0 0 0,10-2-1 0 0,-5 1-136 0 0,0 0-1 0 0,-1 1 1 0 0,1 0 0 0 0,11 2-1 0 0,-15-1-130 0 0,-1 1 0 0 0,1-1 0 0 0,0 1 0 0 0,-1 0 0 0 0,0 0 0 0 0,1 0 0 0 0,7 5 0 0 0,-12-5-135 0 0,1-1 1 0 0,0 1-1 0 0,-1-1 0 0 0,1 1 1 0 0,-1 0-1 0 0,0-1 0 0 0,0 1 1 0 0,0 0-1 0 0,0 0 0 0 0,0 0 1 0 0,0 0-1 0 0,0 0 0 0 0,0 0 1 0 0,-1 0-1 0 0,1 0 0 0 0,-1 0 1 0 0,0 0-1 0 0,1 0 0 0 0,-1 0 1 0 0,0 0-1 0 0,0 0 0 0 0,0 0 1 0 0,-1 1-1 0 0,1 1 0 0 0,-2 7-82 0 0,-1 0-1 0 0,0-1 1 0 0,0 1-1 0 0,-1-1 1 0 0,-9 17-1 0 0,-5-2-4 0 0,12-15 0 0 0,8-1 0 0 0,14-2 0 0 0,-8-7 0 0 0,-1 0 0 0 0,0 0 0 0 0,1-1 0 0 0,-1 1 0 0 0,1-2 0 0 0,-1 1 0 0 0,0-1 0 0 0,0 0 0 0 0,9-4 0 0 0,4-1 0 0 0,0 1 0 0 0,0 0 0 0 0,26-2 0 0 0,-37 6 0 0 0,-2 1-1694 0 0,1 6 5162 0 0,-7-1-4758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9.5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70 0 324 0 0,'-2'2'17039'0'0,"-2"7"-8552"0"0,-3 6-5734 0 0,-11 26-4858 0 0,14-30 4889 0 0,-6 18-1622 0 0,1-1-1 0 0,-7 45 1 0 0,16-58-1162 0 0,5 0 0 0 0,1-5 0 0 0,-5-9-89 0 0,0 0 0 0 0,0 0 0 0 0,1-1 0 0 0,-1 1 1 0 0,0 0-1 0 0,0 0 0 0 0,1-1 0 0 0,-1 1 0 0 0,0-1 0 0 0,1 1 0 0 0,-1-1 0 0 0,0 0 1 0 0,1 1-1 0 0,-1-1 0 0 0,0 0 0 0 0,1 0 0 0 0,-1 0 0 0 0,1 0 0 0 0,-1 0 0 0 0,1 0 1 0 0,1-1-1 0 0,26-7-5008 0 0,-25 7 4047 0 0,-2 0-1356 0 0,8-2-8611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39.9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59 75 228 0 0,'-40'11'11193'0'0,"22"-7"-1032"0"0,20-4-10036 0 0,0 0 1 0 0,0 0-1 0 0,0 0 1 0 0,0 0-1 0 0,0 0 1 0 0,0 1-1 0 0,0-1 1 0 0,0 1-1 0 0,0-1 1 0 0,0 1-1 0 0,0 0 1 0 0,2 1-1 0 0,7 1 198 0 0,23-2 478 0 0,0-1 1 0 0,0-1 0 0 0,0-2 0 0 0,48-11 0 0 0,-11 3-54 0 0,326-56 3210 0 0,-374 63-3552 0 0,-26 8-256 0 0,-41 14-216 0 0,16-7 92 0 0,9-2-776 0 0,1 1 0 0 0,-21 14 0 0 0,18-7-3683 0 0,0 3-4165 0 0,19-8-4132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0.5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 24 748 0 0,'0'0'13439'0'0,"-13"0"-9530"0"0,8 7-2896 0 0,0 1 1 0 0,1 1 0 0 0,0-1-1 0 0,1 1 1 0 0,-1-1 0 0 0,-2 13 0 0 0,3-7-233 0 0,1-1 1 0 0,0 0-1 0 0,1 1 1 0 0,0-1 0 0 0,1 1-1 0 0,3 24 1 0 0,12 15 1309 0 0,-10-44-2078 0 0,-5-9-13 0 0,0 0 0 0 0,0 0 0 0 0,1 0 0 0 0,-1 0 0 0 0,0 0 0 0 0,0 0 0 0 0,0 0 0 0 0,1 0 0 0 0,-1 1 0 0 0,0-1 0 0 0,0 0 0 0 0,0 0 0 0 0,1 0 0 0 0,-1 0 0 0 0,0 0 0 0 0,0 0 0 0 0,1 0 0 0 0,-1-1 0 0 0,0 1 0 0 0,0 0 0 0 0,1 0 0 0 0,-1 0 0 0 0,0 0 0 0 0,0 0 0 0 0,0 0 0 0 0,1 0 0 0 0,-1 0 0 0 0,0 0 0 0 0,0-1 0 0 0,0 1 0 0 0,0 0 0 0 0,1 0 0 0 0,-1 0 0 0 0,0 0 0 0 0,0-1 0 0 0,0 1 0 0 0,0 0 0 0 0,0 0 0 0 0,1 0 0 0 0,-1-1 0 0 0,0 1 0 0 0,0 0 0 0 0,0 0 0 0 0,0 0 0 0 0,0-1 0 0 0,0 1 0 0 0,0 0 0 0 0,0 0 0 0 0,0-1 0 0 0,0 1 0 0 0,0 0 0 0 0,0 0 0 0 0,0 0 0 0 0,0-1 0 0 0,0 1 0 0 0,0 0 0 0 0,0 0 0 0 0,0-1 0 0 0,0 1 0 0 0,-1 0 0 0 0,1 0 0 0 0,0-1 0 0 0,2-14 0 0 0,-5-33 0 0 0,1 41 0 0 0,1-1 0 0 0,1 1 0 0 0,-1 0 0 0 0,1-1 0 0 0,1 1 0 0 0,1-12 0 0 0,1 7 0 0 0,-2 3 0 0 0,1 0 0 0 0,1-1 0 0 0,-1 1 0 0 0,7-12 0 0 0,-7 17 0 0 0,0 1 0 0 0,0 0 0 0 0,0 0 0 0 0,1 0 0 0 0,0 0 0 0 0,-1 0 0 0 0,1 0 0 0 0,0 1 0 0 0,0 0 0 0 0,0-1 0 0 0,1 1 0 0 0,-1 0 0 0 0,0 0 0 0 0,5-1 0 0 0,8-3 0 0 0,0 1 0 0 0,0 0 0 0 0,1 1 0 0 0,-1 0 0 0 0,1 2 0 0 0,0 0 0 0 0,0 1 0 0 0,0 0 0 0 0,0 2 0 0 0,0 0 0 0 0,0 0 0 0 0,0 2 0 0 0,27 7 0 0 0,-27-4 0 0 0,-17-6 0 0 0,1 0 0 0 0,0 0 0 0 0,-1 1 0 0 0,1-1 0 0 0,0 0 0 0 0,-1 0 0 0 0,1 1 0 0 0,0-1 0 0 0,-1 1 0 0 0,1-1 0 0 0,-1 1 0 0 0,1-1 0 0 0,0 1 0 0 0,-1-1 0 0 0,0 1 0 0 0,1-1 0 0 0,-1 1 0 0 0,1-1 0 0 0,-1 1 0 0 0,0 0 0 0 0,1-1 0 0 0,-1 1 0 0 0,0 0 0 0 0,1 0 0 0 0,0 1 0 0 0,4 10 0 0 0,-3-1 0 0 0,-4 5 0 0 0,-3-5 0 0 0,-2-6 0 0 0,-4-17 0 0 0,5 0 989 0 0,4 1-3663 0 0,7-12-12777 0 0,-4 21 13207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0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259 164 4 0 0,'0'0'7688'0'0,"2"-3"-5329"0"0,11-16 9109 0 0,-11 15-10259 0 0,50-79 3632 0 0,-51 82-4783 0 0,0 0-1 0 0,-1 0 1 0 0,1 0-1 0 0,-1 0 0 0 0,1 0 1 0 0,-1 0-1 0 0,1 0 1 0 0,-1-1-1 0 0,1 1 1 0 0,-1 0-1 0 0,0 0 0 0 0,0 0 1 0 0,0 0-1 0 0,0-1 1 0 0,0 1-1 0 0,0 0 1 0 0,0 0-1 0 0,0 0 0 0 0,0 0 1 0 0,0-1-1 0 0,-1 1 1 0 0,1 0-1 0 0,0 0 1 0 0,-1 0-1 0 0,1 0 1 0 0,-1 0-1 0 0,1 0 0 0 0,-1 0 1 0 0,0 0-1 0 0,1 0 1 0 0,-1 0-1 0 0,0 0 1 0 0,0 0-1 0 0,0 1 0 0 0,-1-3 1 0 0,0 2 73 0 0,-1-1 0 0 0,1 0-1 0 0,-1 1 1 0 0,1 0 0 0 0,-1-1 0 0 0,1 1 0 0 0,-1 0 0 0 0,0 0-1 0 0,0 1 1 0 0,-5-2 0 0 0,1 2 25 0 0,-1 0 0 0 0,0 1-1 0 0,1 0 1 0 0,-1 0 0 0 0,1 1-1 0 0,0 0 1 0 0,0 0 0 0 0,-1 1-1 0 0,1 0 1 0 0,-7 4 0 0 0,-63 45-250 0 0,45-29 166 0 0,-25 24-72 0 0,54-45 0 0 0,0 1 0 0 0,0 1 0 0 0,0-1 0 0 0,0 0 0 0 0,1 1 0 0 0,-1-1 0 0 0,1 1 0 0 0,0 0 0 0 0,0-1 0 0 0,0 1 0 0 0,1 0 0 0 0,-1 0 0 0 0,1 1 0 0 0,-1 7 0 0 0,2-10 0 0 0,0 0 0 0 0,0 0 0 0 0,0 0 0 0 0,0 0 0 0 0,0 0 0 0 0,1 0 0 0 0,-1 0 0 0 0,1 0 0 0 0,0 0 0 0 0,-1 0 0 0 0,1 0 0 0 0,0 0 0 0 0,0 0 0 0 0,0 0 0 0 0,0-1 0 0 0,1 1 0 0 0,-1 0 0 0 0,0-1 0 0 0,1 1 0 0 0,-1-1 0 0 0,1 0 0 0 0,-1 1 0 0 0,1-1 0 0 0,0 0 0 0 0,-1 0 0 0 0,1 0 0 0 0,0 0 0 0 0,0 0 0 0 0,0 0 0 0 0,0-1 0 0 0,3 2 0 0 0,2-1 0 0 0,0 0 0 0 0,0 0 0 0 0,1-1 0 0 0,-1 0 0 0 0,0 0 0 0 0,9-2 0 0 0,-11 2 0 0 0,18-3 102 0 0,0-1 0 0 0,0-1 0 0 0,39-13 0 0 0,1-11-1493 0 0,-55 24 92 0 0,0-1 0 0 0,0 1 0 0 0,0-1 0 0 0,10-11 0 0 0,-7 1-4414 0 0,-4 6-2339 0 0,-1 2 1572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114 14 44 0 0,'0'-9'2621'0'0,"-2"6"1249"0"0,1 3-3450 0 0,0-1 1 0 0,0 1-1 0 0,0 0 1 0 0,0 0 0 0 0,0 0-1 0 0,0 0 1 0 0,0 0-1 0 0,0 0 1 0 0,0 0-1 0 0,0 0 1 0 0,0 0 0 0 0,0 0-1 0 0,-1 0 1 0 0,1 1-1 0 0,0-1 1 0 0,0 0 0 0 0,1 1-1 0 0,-1-1 1 0 0,0 1-1 0 0,0-1 1 0 0,0 1-1 0 0,0-1 1 0 0,0 1 0 0 0,0 0-1 0 0,1-1 1 0 0,-2 3-1 0 0,-21 32 4150 0 0,-3 46-454 0 0,-4 59 1279 0 0,28-120-5236 0 0,0 1 1 0 0,1-1-1 0 0,1 1 0 0 0,4 38 0 0 0,-3-45-159 0 0,-1-12 0 0 0,0 0 0 0 0,0 0 0 0 0,1-1 0 0 0,-1 1 0 0 0,0 0 0 0 0,1 0 0 0 0,-1-1 0 0 0,1 1 0 0 0,-1 0 0 0 0,1 0 0 0 0,0-1 0 0 0,1 3 0 0 0,2 5 0 0 0,-1 5 0 0 0,6-3 0 0 0,-1-3 0 0 0,3-1 0 0 0,-10-6-5 0 0,0-1-1 0 0,-1 0 1 0 0,1 1 0 0 0,0-1-1 0 0,0 1 1 0 0,-1-1 0 0 0,1 0-1 0 0,0 0 1 0 0,0 1 0 0 0,0-1-1 0 0,0 0 1 0 0,-1 0 0 0 0,1 0-1 0 0,0 0 1 0 0,0 0 0 0 0,0 0-1 0 0,0 0 1 0 0,-1 0 0 0 0,1 0-1 0 0,0-1 1 0 0,0 1 0 0 0,0 0-1 0 0,0 0 1 0 0,-1-1 0 0 0,1 1-1 0 0,0-1 1 0 0,0 1 0 0 0,-1 0-1 0 0,1-1 1 0 0,0 0 0 0 0,-1 1-1 0 0,1-1 1 0 0,-1 1 0 0 0,2-2-1 0 0,1 1-1036 0 0,15-8-6889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1.8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35 152 100 0 0,'-17'0'6274'0'0,"-1"-3"3962"0"0,19 1-9903 0 0,0 1 1 0 0,0-1 0 0 0,0 0 0 0 0,0 0 0 0 0,0 1 0 0 0,1-1 0 0 0,-1 0 0 0 0,0 1 0 0 0,1-1 0 0 0,-1 1 0 0 0,1 0 0 0 0,0-1 0 0 0,-1 1 0 0 0,1 0 0 0 0,0 0 0 0 0,0 0 0 0 0,0 0 0 0 0,-1 1 0 0 0,1-1 0 0 0,4-1 0 0 0,52-17 897 0 0,-48 16-551 0 0,113-27 2472 0 0,230-24-1 0 0,-261 42-2221 0 0,-81 11-930 0 0,3 1 0 0 0,-14 0-7 0 0,0 0 1 0 0,0 0-1 0 0,0 1 0 0 0,0-1 0 0 0,1 0 1 0 0,-1 0-1 0 0,0 1 0 0 0,0-1 0 0 0,0 0 1 0 0,0 0-1 0 0,0 1 0 0 0,0-1 0 0 0,0 0 1 0 0,0 1-1 0 0,0-1 0 0 0,1 0 0 0 0,-1 0 1 0 0,0 1-1 0 0,-1-1 0 0 0,1 0 0 0 0,0 0 1 0 0,0 1-1 0 0,0-1 0 0 0,0 0 1 0 0,0 1-1 0 0,0-1 0 0 0,0 0 0 0 0,0 0 1 0 0,0 1-1 0 0,-1-1 0 0 0,1 0 0 0 0,0 0 1 0 0,0 1-1 0 0,0-1 0 0 0,0 0 0 0 0,-1 0 1 0 0,1 0-1 0 0,0 0 0 0 0,0 1 0 0 0,0-1 1 0 0,-1 0-1 0 0,1 0 0 0 0,0 0 0 0 0,0 0 1 0 0,-1 0-1 0 0,1 1 0 0 0,0-1 0 0 0,-1 0 1 0 0,-19 17-1322 0 0,-2-4-1657 0 0,-11 7-3386 0 0,12-5-4104 0 0,9-7 4133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2.6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353 40 836 0 0,'24'-40'31692'0'0,"-28"46"-31660"0"0,1 0 1 0 0,-1-1 0 0 0,1 1 0 0 0,0 0 0 0 0,0 1 0 0 0,1-1-1 0 0,-4 14 1 0 0,-11 58-76 0 0,14-60 63 0 0,0-5-20 0 0,0 40 0 0 0,3-3 0 0 0,3-44 0 0 0,9-22 0 0 0,-10 12 0 0 0,1-1 0 0 0,-1 0 0 0 0,0-1 0 0 0,-1 1 0 0 0,1 0 0 0 0,-1 0 0 0 0,0-1 0 0 0,0-7 0 0 0,-1 9 0 0 0,0 0 0 0 0,0-1 0 0 0,0 1 0 0 0,-1 0 0 0 0,0 0 0 0 0,1 0 0 0 0,-2 0 0 0 0,1 1 0 0 0,0-1 0 0 0,-3-5 0 0 0,3 7 0 0 0,0 1 0 0 0,0-1 0 0 0,-1 1 0 0 0,1-1 0 0 0,0 1 0 0 0,0 0 0 0 0,-1 0 0 0 0,1 0 0 0 0,-1 0 0 0 0,1 0 0 0 0,-1 0 0 0 0,1 0 0 0 0,-1 0 0 0 0,0 0 0 0 0,1 1 0 0 0,-3-1 0 0 0,0 0 0 0 0,-1 1 0 0 0,0-1 0 0 0,0 1 0 0 0,1 0 0 0 0,-1 1 0 0 0,0-1 0 0 0,1 1 0 0 0,-1 0 0 0 0,0 0 0 0 0,-4 2 0 0 0,-1 0 0 0 0,-1-1 0 0 0,-1 0 0 0 0,1 0 0 0 0,0 2 0 0 0,0-1 0 0 0,0 1 0 0 0,0 1 0 0 0,1 0 0 0 0,0 0 0 0 0,0 1 0 0 0,0 1 0 0 0,0 0 0 0 0,-13 12 0 0 0,11-7 0 0 0,1 0 0 0 0,0 0 0 0 0,1 1 0 0 0,1 1 0 0 0,0-1 0 0 0,0 1 0 0 0,1 1 0 0 0,-6 17 0 0 0,13-30 0 0 0,0 0 0 0 0,0 0 0 0 0,0 0 0 0 0,1 0 0 0 0,-1 0 0 0 0,1 0 0 0 0,-1 1 0 0 0,1-1 0 0 0,0 0 0 0 0,0 0 0 0 0,0 0 0 0 0,0 0 0 0 0,0 1 0 0 0,1-1 0 0 0,-1 0 0 0 0,0 0 0 0 0,1 0 0 0 0,0 0 0 0 0,-1 0 0 0 0,1 0 0 0 0,0 0 0 0 0,0 0 0 0 0,0 0 0 0 0,0 0 0 0 0,1-1 0 0 0,-1 1 0 0 0,0 0 0 0 0,1-1 0 0 0,-1 1 0 0 0,1-1 0 0 0,0 1 0 0 0,-1-1 0 0 0,1 0 0 0 0,0 0 0 0 0,0 0 0 0 0,0 0 0 0 0,0 0 0 0 0,0 0 0 0 0,0 0 0 0 0,0-1 0 0 0,0 1 0 0 0,0-1 0 0 0,4 1 0 0 0,5 1 0 0 0,-1 0 0 0 0,1-1 0 0 0,0 0 0 0 0,-1-1 0 0 0,1 0 0 0 0,0-1 0 0 0,18-3 0 0 0,5-4 0 0 0,-1-1 0 0 0,0-1 0 0 0,0-2 0 0 0,-2-2 0 0 0,1-1 0 0 0,-2-1 0 0 0,45-32 0 0 0,-71 45 0 0 0,0 0 0 0 0,-1-1 0 0 0,1 0 0 0 0,-1 1 0 0 0,0-2 0 0 0,0 1 0 0 0,0 0 0 0 0,-1 0 0 0 0,1-1 0 0 0,-1 1 0 0 0,0-1 0 0 0,-1 0 0 0 0,3-9 0 0 0,-4 13 0 0 0,1 0 0 0 0,-1 0 0 0 0,0 0 0 0 0,0 0 0 0 0,0 0 0 0 0,0 0 0 0 0,0 0 0 0 0,0 0 0 0 0,0 0 0 0 0,0 0 0 0 0,0 0 0 0 0,0 0 0 0 0,0 0 0 0 0,-1 0 0 0 0,1 0 0 0 0,0 0 0 0 0,-1 0 0 0 0,1 0 0 0 0,-1 0 0 0 0,1 0 0 0 0,-1 0 0 0 0,1 1 0 0 0,-1-1 0 0 0,0 0 0 0 0,0 0 0 0 0,1 1 0 0 0,-1-1 0 0 0,-1 0 0 0 0,1 0 0 0 0,-1-1 0 0 0,0 0 0 0 0,0 0 0 0 0,0 0 0 0 0,-1 0 0 0 0,1 1 0 0 0,-1-1 0 0 0,1 1 0 0 0,-1 0 0 0 0,1-1 0 0 0,-1 1 0 0 0,0 1 0 0 0,0-1 0 0 0,1 0 0 0 0,-1 0 0 0 0,0 1 0 0 0,0 0 0 0 0,-4 0 0 0 0,-49 0 0 0 0,32 4 0 0 0,-47 4 0 0 0,59-6 0 0 0,12-2 0 0 0,0 0 0 0 0,0 0 0 0 0,0 0 0 0 0,0 0 0 0 0,0 0 0 0 0,1 0 0 0 0,-1 0 0 0 0,0 0 0 0 0,0 0 0 0 0,0 0 0 0 0,0 0 0 0 0,0 0 0 0 0,0 0 0 0 0,0 0 0 0 0,1 0 0 0 0,-1 1 0 0 0,0-1 0 0 0,0 0 0 0 0,0 0 0 0 0,0 0 0 0 0,0 0 0 0 0,0 0 0 0 0,0 0 0 0 0,0 0 0 0 0,0 1 0 0 0,0-1 0 0 0,0 0 0 0 0,0 0 0 0 0,0 0 0 0 0,0 0 0 0 0,0 0 0 0 0,0 0 0 0 0,0 1 0 0 0,0-1 0 0 0,0 0 0 0 0,0 0 0 0 0,0 0 0 0 0,0 0 0 0 0,0 0 0 0 0,0 1 0 0 0,0-1 0 0 0,0 0 0 0 0,0 0 0 0 0,0 0 0 0 0,0 0 0 0 0,0 0 0 0 0,0 0 0 0 0,0 0 0 0 0,0 1 0 0 0,0-1 0 0 0,0 0 0 0 0,-1 0 0 0 0,1 0 0 0 0,0 0 0 0 0,0 0 0 0 0,0 0 0 0 0,0 0 0 0 0,0 0 0 0 0,0 0 0 0 0,0 0 0 0 0,-1 0 0 0 0,1 0 0 0 0,0 1 0 0 0,0-1 0 0 0,0 0 0 0 0,0 0 0 0 0,0 0 0 0 0,0 0 0 0 0,-1 0 0 0 0,29 3 0 0 0,-16-4-756 0 0,-1 0 0 0 0,0 0 0 0 0,19-5 1 0 0,11-5-9931 0 0,-26 6 3374 0 0,-1 1 706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3.1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78 76 420 0 0,'0'0'9403'0'0,"-5"2"-8028"0"0,2 1-957 0 0,0-1 1 0 0,-1 1 0 0 0,1-1 0 0 0,0 1-1 0 0,1 0 1 0 0,-1 0 0 0 0,1 0-1 0 0,-1 1 1 0 0,1-1 0 0 0,0 1-1 0 0,0-1 1 0 0,0 1 0 0 0,1 0 0 0 0,-1-1-1 0 0,1 1 1 0 0,0 0 0 0 0,0 0-1 0 0,0 0 1 0 0,0 0 0 0 0,1 0-1 0 0,0 0 1 0 0,0 0 0 0 0,0 7 0 0 0,0-2 342 0 0,0 1 0 0 0,1 0 0 0 0,0 0 0 0 0,1-1 0 0 0,0 1 0 0 0,0-1 0 0 0,1 1 0 0 0,0-1 0 0 0,1 0 0 0 0,0 0 0 0 0,8 15 0 0 0,-10-23 1278 0 0,-4-12-2004 0 0,0-1 0 0 0,0 1-1 0 0,-1 0 1 0 0,0 0 0 0 0,-1 0 0 0 0,-1 0 0 0 0,1 0 0 0 0,-2 1 0 0 0,-11-18 0 0 0,-1-27-35 0 0,18 54 0 0 0,0-1 0 0 0,0 1 0 0 0,1-1 0 0 0,-1 1 0 0 0,0-1 0 0 0,1 1 0 0 0,-1-1 0 0 0,1 1 0 0 0,0-1 0 0 0,-1 1 0 0 0,1 0 0 0 0,0-1 0 0 0,0 1 0 0 0,0 0 0 0 0,0 0 0 0 0,0 0 0 0 0,0 0 0 0 0,0 0 0 0 0,0 0 0 0 0,0 0 0 0 0,1 0 0 0 0,0-1 0 0 0,31-11 0 0 0,-24 10 0 0 0,15-6 0 0 0,1 1 0 0 0,0 1 0 0 0,1 1 0 0 0,0 1 0 0 0,0 2 0 0 0,0 0 0 0 0,26 2 0 0 0,-38 0 0 0 0,-4 2-210 0 0,-8 0-911 0 0,-9-29-25215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3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254 38 1528 0 0,'-11'-16'5935'0'0,"-7"-5"4033"0"0,17 20-8531 0 0,-19 4 2609 0 0,10 3-3302 0 0,1 0-1 0 0,-1 1 0 0 0,1 0 1 0 0,0 1-1 0 0,1 0 1 0 0,0 0-1 0 0,0 0 0 0 0,1 1 1 0 0,0 1-1 0 0,1-1 1 0 0,-9 17-1 0 0,-1 3-432 0 0,2 1-1 0 0,-20 61 1 0 0,24-54-311 0 0,2 1 0 0 0,2 0 0 0 0,1 0 0 0 0,2 0 0 0 0,1 1 0 0 0,7 64 0 0 0,-3-86 0 0 0,2-1 0 0 0,0-1 0 0 0,0 1 0 0 0,2 0 0 0 0,0-1 0 0 0,0 0 0 0 0,2-1 0 0 0,0 1 0 0 0,0-1 0 0 0,2-1 0 0 0,-1 0 0 0 0,2 0 0 0 0,0-1 0 0 0,0 0 0 0 0,18 13 0 0 0,-9-13 30 0 0,36 9-440 0 0,-58-23-2833 0 0,-5-16 2917 0 0,6 13-4536 0 0,5-13-13009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4.1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27 227 1292 0 0,'-9'-2'20311'0'0,"7"3"-20031"0"0,1 0-1 0 0,0 1 0 0 0,0-1 1 0 0,0 1-1 0 0,0 0 0 0 0,1-1 1 0 0,-1 1-1 0 0,0 0 0 0 0,1-1 0 0 0,-1 1 1 0 0,1 0-1 0 0,-1 0 0 0 0,1 0 1 0 0,0 0-1 0 0,0-1 0 0 0,0 5 1 0 0,-4 23 3246 0 0,2-23-3041 0 0,2 9 1250 0 0,4 7-1147 0 0,7 30-507 0 0,-7-41-81 0 0,-4-81 0 0 0,-1 53 0 0 0,1 0 0 0 0,0 0 0 0 0,1 0 0 0 0,1 1 0 0 0,1-1 0 0 0,0 0 0 0 0,1 1 0 0 0,1 0 0 0 0,0 0 0 0 0,1 0 0 0 0,14-25 0 0 0,-16 34 0 0 0,0 1 0 0 0,0-1 0 0 0,0 1 0 0 0,1 0 0 0 0,0 0 0 0 0,1 1 0 0 0,-1-1 0 0 0,1 1 0 0 0,0 0 0 0 0,0 1 0 0 0,1-1 0 0 0,-1 1 0 0 0,1 0 0 0 0,0 1 0 0 0,0 0 0 0 0,0 0 0 0 0,1 0 0 0 0,-1 1 0 0 0,0 0 0 0 0,1 1 0 0 0,14-2 0 0 0,-10 2 0 0 0,-10 0 0 0 0,-1 1 0 0 0,0 0 0 0 0,1 0 0 0 0,-1-1 0 0 0,0 1 0 0 0,1 0 0 0 0,-1 0 0 0 0,0 0 0 0 0,0 1 0 0 0,1-1 0 0 0,-1 0 0 0 0,0 0 0 0 0,1 1 0 0 0,-1-1 0 0 0,0 1 0 0 0,0-1 0 0 0,0 1 0 0 0,1 0 0 0 0,-1-1 0 0 0,0 1 0 0 0,0 0 0 0 0,1 1 0 0 0,0-1 0 0 0,8 7 0 0 0,-4 2 0 0 0,0-1 0 0 0,0 2 0 0 0,-1-6-259 0 0,-3-4-1192 0 0,-2-28-23325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323 21 324 0 0,'0'0'2733'0'0,"-14"-20"21196"0"0,9 27-23415 0 0,1 0-1 0 0,0 1 1 0 0,1-1 0 0 0,-1 1-1 0 0,1 0 1 0 0,1 0 0 0 0,0 0 0 0 0,-1 9-1 0 0,-7 76 755 0 0,0-1-1378 0 0,7-61 110 0 0,4 28 0 0 0,1-44 0 0 0,3-2 0 0 0,-5-13 0 0 0,0 0 0 0 0,0 0 0 0 0,0 0 0 0 0,0 0 0 0 0,0 1 0 0 0,0-1 0 0 0,0 0 0 0 0,0 0 0 0 0,0 0 0 0 0,0 0 0 0 0,0 0 0 0 0,0 1 0 0 0,0-1 0 0 0,0 0 0 0 0,0 0 0 0 0,0 0 0 0 0,0 0 0 0 0,0 0 0 0 0,0 0 0 0 0,0 1 0 0 0,0-1 0 0 0,1 0 0 0 0,-1 0 0 0 0,0 0 0 0 0,0 0 0 0 0,0 0 0 0 0,0 0 0 0 0,0 0 0 0 0,0 0 0 0 0,0 1 0 0 0,0-1 0 0 0,1 0 0 0 0,-1 0 0 0 0,0 0 0 0 0,0 0 0 0 0,0 0 0 0 0,0 0 0 0 0,0 0 0 0 0,1 0 0 0 0,-1 0 0 0 0,0 0 0 0 0,0 0 0 0 0,0 0 0 0 0,0 0 0 0 0,0 0 0 0 0,0 0 0 0 0,1 0 0 0 0,-1 0 0 0 0,0 0 0 0 0,0 0 0 0 0,0 0 0 0 0,0 0 0 0 0,0 0 0 0 0,1 0 0 0 0,-1 0 0 0 0,0 0 0 0 0,0-1 0 0 0,0 1 0 0 0,0 0 0 0 0,0 0 0 0 0,0 0 0 0 0,1 0 0 0 0,4-21 0 0 0,14-59 0 0 0,-18 63 0 0 0,-1 8 0 0 0,-2-9 0 0 0,-4 8 0 0 0,5 9 0 0 0,0-1 0 0 0,0 1 0 0 0,0 0 0 0 0,-1 0 0 0 0,1 0 0 0 0,0 0 0 0 0,0 0 0 0 0,-1 0 0 0 0,1 0 0 0 0,-1 0 0 0 0,1 0 0 0 0,-1 0 0 0 0,1 1 0 0 0,-1-1 0 0 0,1 1 0 0 0,-1-1 0 0 0,1 1 0 0 0,-1 0 0 0 0,0-1 0 0 0,1 1 0 0 0,-1 0 0 0 0,0 0 0 0 0,-2 1 0 0 0,-24 2 0 0 0,13 1 0 0 0,0 0 0 0 0,0 2 0 0 0,0-1 0 0 0,1 2 0 0 0,0 0 0 0 0,0 0 0 0 0,0 1 0 0 0,1 1 0 0 0,1 1 0 0 0,-1 0 0 0 0,1 0 0 0 0,1 1 0 0 0,-13 15 0 0 0,7 9 0 0 0,17-33 0 0 0,-1-1 0 0 0,1 1 0 0 0,-1 0 0 0 0,1-1 0 0 0,-1 1 0 0 0,1 0 0 0 0,0-1 0 0 0,0 1 0 0 0,0 0 0 0 0,0-1 0 0 0,0 1 0 0 0,0 0 0 0 0,1-1 0 0 0,-1 1 0 0 0,0 0 0 0 0,1-1 0 0 0,-1 1 0 0 0,1 0 0 0 0,0-1 0 0 0,0 1 0 0 0,-1-1 0 0 0,1 1 0 0 0,2 1 0 0 0,4 2 0 0 0,0 0 0 0 0,1-1 0 0 0,0 0 0 0 0,0 0 0 0 0,0-1 0 0 0,1 0 0 0 0,-1 0 0 0 0,1-1 0 0 0,-1 0 0 0 0,1 0 0 0 0,0-1 0 0 0,-1-1 0 0 0,1 1 0 0 0,0-1 0 0 0,12-2 0 0 0,14-1 0 0 0,-1-2 0 0 0,53-14 0 0 0,-79 17 0 0 0,-4 2 0 0 0,1-1 0 0 0,-1 0 0 0 0,0 0 0 0 0,0-1 0 0 0,1 1 0 0 0,-1-1 0 0 0,0 0 0 0 0,-1 0 0 0 0,1 0 0 0 0,0 0 0 0 0,0-1 0 0 0,-1 0 0 0 0,0 1 0 0 0,1-1 0 0 0,-1-1 0 0 0,5-6 0 0 0,-4-2 0 0 0,-3 11 0 0 0,-1-1 0 0 0,0 1 0 0 0,0 0 0 0 0,1 0 0 0 0,-1 0 0 0 0,0 0 0 0 0,0 0 0 0 0,0-1 0 0 0,-1 1 0 0 0,1 0 0 0 0,0 0 0 0 0,0 0 0 0 0,-1 0 0 0 0,1 0 0 0 0,0 0 0 0 0,-1 0 0 0 0,1 0 0 0 0,-1 0 0 0 0,1 0 0 0 0,-1 0 0 0 0,0 0 0 0 0,1 0 0 0 0,-1 0 0 0 0,-1-1 0 0 0,0 0 0 0 0,1 0 0 0 0,0 0 0 0 0,-1 0 0 0 0,1 0 0 0 0,0 0 0 0 0,0 0 0 0 0,-1 0 0 0 0,0 0 0 0 0,1 0 0 0 0,-1 1 0 0 0,0-1 0 0 0,0 1 0 0 0,1-1 0 0 0,-5-1 0 0 0,0-1 0 0 0,0 0 0 0 0,1 0 0 0 0,0 0 0 0 0,-1-1 0 0 0,-7-10 0 0 0,6 9 0 0 0,-3-1 0 0 0,35 16-2397 0 0,-10-6-3035 0 0,1 0-6271 0 0,-1-2 4265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34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42 88 0 0,'0'-4'20'0'0,"-1"-11"4610"0"0,1 13-3664 0 0,0 1 1 0 0,0-1-1 0 0,-1 1 0 0 0,1 0 0 0 0,-1-1 1 0 0,1 1-1 0 0,-9-11 13760 0 0,3 98-9409 0 0,0 4-4095 0 0,6-84-1222 0 0,0 0 0 0 0,-1 0 0 0 0,1 0 0 0 0,0 0 0 0 0,1 1 0 0 0,0-1 0 0 0,0 0 0 0 0,0 0 0 0 0,1 0 0 0 0,0 0 0 0 0,3 9 0 0 0,3-5 0 0 0,5-6-58 0 0,-11-5-201 0 0,1 0 0 0 0,-1 0 0 0 0,0 0 0 0 0,1 0 0 0 0,-1 0 0 0 0,0-1 0 0 0,0 1 0 0 0,0-1 0 0 0,0 0 0 0 0,0 0 0 0 0,0 1 0 0 0,-1-1 0 0 0,1 0 0 0 0,0-1 0 0 0,-1 1 0 0 0,0 0 0 0 0,1 0 0 0 0,-1-1 0 0 0,0 1 0 0 0,0 0 0 0 0,0-1 0 0 0,0-4 0 0 0,3-6-3585 0 0,0 0 1 0 0,-1 0-1 0 0,2-18 0 0 0,-5 8-2553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5.68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146 150 108 0 0,'-13'-8'1494'0'0,"-1"0"1"0"0,0 0-1 0 0,0 2 0 0 0,-20-8 1 0 0,-14-6 7563 0 0,46 19-8016 0 0,-5-2 161 0 0,7 3-1128 0 0,0 0-1 0 0,1 0 1 0 0,-1 0-1 0 0,0 0 1 0 0,0 0-1 0 0,0 0 1 0 0,0 0-1 0 0,0 0 1 0 0,0 0-1 0 0,0 0 1 0 0,0 0-1 0 0,0 0 1 0 0,1 0 0 0 0,-1 0-1 0 0,0 0 1 0 0,0 0-1 0 0,0-1 1 0 0,0 1-1 0 0,0 0 1 0 0,0 0-1 0 0,0 0 1 0 0,0 0-1 0 0,0 0 1 0 0,0 0-1 0 0,0 0 1 0 0,0 0 0 0 0,0-1-1 0 0,0 1 1 0 0,0 0-1 0 0,0 0 1 0 0,0 0-1 0 0,0 0 1 0 0,0 0-1 0 0,0 0 1 0 0,0 0-1 0 0,0 0 1 0 0,0-1-1 0 0,0 1 1 0 0,0 0 0 0 0,0 0-1 0 0,0 0 1 0 0,0 0-1 0 0,0 0 1 0 0,0 0-1 0 0,0 0 1 0 0,0 0-1 0 0,0-1 1 0 0,0 1-1 0 0,0 0 1 0 0,0 0-1 0 0,0 0 1 0 0,-1 0 0 0 0,1 0-1 0 0,0 0 1 0 0,0 0-1 0 0,0 0 1 0 0,0 0-1 0 0,0 0 1 0 0,440-75 6045 0 0,-432 73-5550 0 0,16 1 2178 0 0,-16 7-2700 0 0,-6 5-48 0 0,-2 5 0 0 0,0 31 0 0 0,2-40 0 0 0,-1 0 0 0 0,1 0 0 0 0,1-1 0 0 0,-1 1 0 0 0,1-1 0 0 0,1 0 0 0 0,-1 1 0 0 0,8 9 0 0 0,-10-15-12 0 0,0 0-1 0 0,0 0 1 0 0,0 0 0 0 0,0 0-1 0 0,0 0 1 0 0,0 0 0 0 0,0 0-1 0 0,1 0 1 0 0,-1 0 0 0 0,0 0-1 0 0,0-1 1 0 0,1 1 0 0 0,-1-1-1 0 0,3 2 1 0 0,23-1-4414 0 0,-24-1 3803 0 0,1 0-2306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6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113 102 864 0 0,'-38'-8'8101'0'0,"22"6"-6312"0"0,11 1-163 0 0,1 0-1 0 0,-1 0 1 0 0,0 1-1 0 0,0 0 1 0 0,0 0 0 0 0,0 0-1 0 0,0 0 1 0 0,1 1-1 0 0,-12 3 3558 0 0,137 2-2983 0 0,204-44-2200 0 0,-175 15 0 0 0,-57 7 0 0 0,-52 8 0 0 0,0 2 0 0 0,67-3 0 0 0,-105 12-1 0 0,-10 4-3 0 0,-7 3-34 0 0,-33 16-2867 0 0,2-2-3970 0 0,14-10-4413 0 0,15-8 4736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6.8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462 1 344 0 0,'0'0'14875'0'0,"-3"5"-13486"0"0,-9 14 274 0 0,1 0-1 0 0,1 1 1 0 0,1 1-1 0 0,1-1 1 0 0,1 2-1 0 0,-7 28 1 0 0,6-11-533 0 0,2 0 0 0 0,2 1 1 0 0,0 47-1 0 0,5-70-1130 0 0,5-3 0 0 0,1-4 0 0 0,0-4 0 0 0,9-9 0 0 0,-14 2 0 0 0,0 0 0 0 0,1-1 0 0 0,-1 1 0 0 0,0 0 0 0 0,0-1 0 0 0,0 0 0 0 0,0 1 0 0 0,0-1 0 0 0,0 0 0 0 0,-1 0 0 0 0,1 0 0 0 0,0 0 0 0 0,-1-1 0 0 0,0 1 0 0 0,1 0 0 0 0,-1-1 0 0 0,0 1 0 0 0,0 0 0 0 0,1-4 0 0 0,-2 5 0 0 0,1-10 0 0 0,0-3 0 0 0,2 0 0 0 0,-3 1 0 0 0,-5 0 0 0 0,-1 3 0 0 0,1 1 0 0 0,3 7 0 0 0,0 0 0 0 0,0 1 0 0 0,-1-1 0 0 0,1 0 0 0 0,0 1 0 0 0,-1 0 0 0 0,1 0 0 0 0,0-1 0 0 0,-1 1 0 0 0,0 1 0 0 0,1-1 0 0 0,-1 0 0 0 0,1 1 0 0 0,-1-1 0 0 0,0 1 0 0 0,-4 0 0 0 0,-33 1 0 0 0,18 4 0 0 0,0 1 0 0 0,0 1 0 0 0,0 0 0 0 0,1 2 0 0 0,1 1 0 0 0,0 1 0 0 0,0 0 0 0 0,-30 23 0 0 0,38-26 0 0 0,0 1 0 0 0,1 0 0 0 0,-1 1 0 0 0,2 0 0 0 0,-1 1 0 0 0,2 0 0 0 0,-1 0 0 0 0,2 1 0 0 0,-14 23 0 0 0,21-34 0 0 0,0 0 0 0 0,1 1 0 0 0,-1-1 0 0 0,1 1 0 0 0,-1-1 0 0 0,1 0 0 0 0,0 1 0 0 0,0-1 0 0 0,-1 1 0 0 0,1-1 0 0 0,0 1 0 0 0,0-1 0 0 0,0 1 0 0 0,1 0 0 0 0,-1-1 0 0 0,0 0 0 0 0,0 1 0 0 0,1-1 0 0 0,-1 1 0 0 0,1-1 0 0 0,-1 1 0 0 0,1-1 0 0 0,0 0 0 0 0,0 1 0 0 0,-1-1 0 0 0,1 0 0 0 0,2 2 0 0 0,0-1 0 0 0,0 0 0 0 0,0 1 0 0 0,0-1 0 0 0,0-1 0 0 0,1 1 0 0 0,-1-1 0 0 0,1 1 0 0 0,-1-1 0 0 0,1 0 0 0 0,7 1 0 0 0,6 1 0 0 0,1-2 0 0 0,-1 0 0 0 0,30-2 0 0 0,-15-3 0 0 0,-1-1 0 0 0,1-1 0 0 0,-1-2 0 0 0,-1-1 0 0 0,0-1 0 0 0,0-2 0 0 0,-1-1 0 0 0,28-17 0 0 0,-52 27 0 0 0,-1 0 0 0 0,0 0 0 0 0,0 0 0 0 0,0-1 0 0 0,0 0 0 0 0,-1 0 0 0 0,1 0 0 0 0,-1 0 0 0 0,0-1 0 0 0,3-5 0 0 0,-5 9 0 0 0,-1 0 0 0 0,1-1 0 0 0,0 1 0 0 0,-1-1 0 0 0,1 1 0 0 0,-1-1 0 0 0,1 0 0 0 0,-1 1 0 0 0,0-1 0 0 0,0 1 0 0 0,0-1 0 0 0,0 0 0 0 0,0 1 0 0 0,0-1 0 0 0,0 1 0 0 0,0-1 0 0 0,-1 0 0 0 0,1 1 0 0 0,-1-1 0 0 0,1 1 0 0 0,-1-1 0 0 0,1 1 0 0 0,-1-1 0 0 0,0 1 0 0 0,0 0 0 0 0,0-1 0 0 0,0 1 0 0 0,0 0 0 0 0,0 0 0 0 0,0-1 0 0 0,0 1 0 0 0,0 0 0 0 0,-1 0 0 0 0,1 0 0 0 0,0 1 0 0 0,-1-1 0 0 0,-2-1 0 0 0,-3-2 0 0 0,-25-8 0 0 0,-40 10 0 0 0,65 2 0 0 0,-6-1 0 0 0,51-6-1704 0 0,-8 1-4483 0 0,-5 1-5249 0 0,-10 4 3881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7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2 102 600 0 0,'0'0'15339'0'0,"-1"5"-14171"0"0,0 5-457 0 0,1 0 1 0 0,1 0-1 0 0,0 0 1 0 0,0 0-1 0 0,1 0 1 0 0,0-1-1 0 0,3 11 1 0 0,-1-7 484 0 0,-1-1 0 0 0,-1 1 0 0 0,2 23 0 0 0,8-8 3973 0 0,-12-44-5167 0 0,0 0-1 0 0,2-1 1 0 0,0 1 0 0 0,0 0 0 0 0,2 0 0 0 0,0 0 0 0 0,1 0-1 0 0,8-17 1 0 0,-9 25-2 0 0,1-1 0 0 0,0 0 0 0 0,1 1 0 0 0,0 0 0 0 0,0 0 0 0 0,0 1 0 0 0,1 0 0 0 0,0 0 0 0 0,1 1 0 0 0,0-1-1 0 0,0 2 1 0 0,0-1 0 0 0,1 1 0 0 0,-1 0 0 0 0,15-5 0 0 0,-10 7 0 0 0,2 1 0 0 0,-12 2 0 0 0,-3-1 0 0 0,1 1 0 0 0,0-1 0 0 0,0 1 0 0 0,0 0 0 0 0,0 0 0 0 0,0-1 0 0 0,0 1 0 0 0,0 0 0 0 0,0 0 0 0 0,0 0 0 0 0,0 0 0 0 0,0 0 0 0 0,0 0 0 0 0,0 0 0 0 0,0 1 0 0 0,0-1 0 0 0,0 0 0 0 0,0 0 0 0 0,-1 1 0 0 0,1-1 0 0 0,0 1 0 0 0,0-1 0 0 0,0 1 0 0 0,0-1 0 0 0,0 1 0 0 0,0 0 0 0 0,9 7 0 0 0,1 0 0 0 0,-5 2 0 0 0,0 2 0 0 0,-4-2 0 0 0,-2-9-4 0 0,0-1 0 0 0,0 0 1 0 0,0 0-1 0 0,0 1 0 0 0,0-1 0 0 0,0 0 0 0 0,0 0 0 0 0,0 0 1 0 0,0 1-1 0 0,0-1 0 0 0,1 0 0 0 0,-1 0 0 0 0,0 0 0 0 0,0 1 1 0 0,0-1-1 0 0,0 0 0 0 0,0 0 0 0 0,1 0 0 0 0,-1 0 1 0 0,0 1-1 0 0,0-1 0 0 0,0 0 0 0 0,1 0 0 0 0,-1 0 0 0 0,0 0 1 0 0,0 0-1 0 0,0 0 0 0 0,1 0 0 0 0,-1 0 0 0 0,0 0 1 0 0,0 1-1 0 0,1-1 0 0 0,-1 0 0 0 0,0 0 0 0 0,0 0 0 0 0,1 0 1 0 0,-1 0-1 0 0,0-1 0 0 0,0 1 0 0 0,1 0 0 0 0,26-16-2076 0 0,-8-2-2148 0 0,6-5-8466 0 0,-3 9 5043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7.75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3 1420 0 0,'-8'-2'9670'0'0,"6"2"-9405"0"0,1 0-1 0 0,-1 1 0 0 0,1-1 0 0 0,-1 1 0 0 0,1 0 0 0 0,0-1 1 0 0,-1 1-1 0 0,1 0 0 0 0,0 0 0 0 0,0 0 0 0 0,-1 0 1 0 0,1 0-1 0 0,0 0 0 0 0,0 0 0 0 0,0 0 0 0 0,0 0 0 0 0,0 0 1 0 0,1 1-1 0 0,-1-1 0 0 0,0 0 0 0 0,0 1 0 0 0,1-1 0 0 0,-1 1 1 0 0,1-1-1 0 0,-1 1 0 0 0,1-1 0 0 0,0 3 0 0 0,-1 1 188 0 0,1-1 0 0 0,1 1 0 0 0,-1 0 0 0 0,1 0 0 0 0,0 0 0 0 0,0 0 0 0 0,0 0 0 0 0,4 8 0 0 0,3 6 493 0 0,1-1-1 0 0,0 0 1 0 0,17 22 0 0 0,112 124 3698 0 0,-3-4-2805 0 0,-120-139-1846 0 0,-1 0 0 0 0,0 1 0 0 0,-2 1 0 0 0,-1 0 0 0 0,16 48 0 0 0,-23-55 8 0 0,-1 0 0 0 0,-1 1 0 0 0,0-1 0 0 0,-1 1 0 0 0,-1-1 0 0 0,0 1 0 0 0,-2-1 0 0 0,1 1 0 0 0,-2-1 0 0 0,-1 0 0 0 0,0 0 0 0 0,0 0 0 0 0,-11 21 0 0 0,8-21 0 0 0,0 0 0 0 0,-2 0 0 0 0,0-1 0 0 0,0 0 0 0 0,-2-1 0 0 0,0 0 0 0 0,0-1 0 0 0,-1 0 0 0 0,-1-1 0 0 0,0 0 0 0 0,-1-1 0 0 0,-23 15 0 0 0,35-24 0 0 0,-19 3 0 0 0,19-4 0 0 0,0-1 0 0 0,-1 1 0 0 0,1-1 0 0 0,0 0 0 0 0,0 0 0 0 0,0 0 0 0 0,-1 0 0 0 0,1-1 0 0 0,0 1 0 0 0,0-1 0 0 0,0 1 0 0 0,0-1 0 0 0,0 0 0 0 0,0 1 0 0 0,0-1 0 0 0,0 0 0 0 0,0 0 0 0 0,0-1 0 0 0,0 1 0 0 0,0 0 0 0 0,1-1 0 0 0,-1 1 0 0 0,-2-4 0 0 0,3 4-235 0 0,0-1 0 0 0,1 1 0 0 0,-1-1 0 0 0,1 1 0 0 0,-1-1 0 0 0,1 1 0 0 0,0-1 0 0 0,0 0 0 0 0,0 1 0 0 0,-1-1 1 0 0,1 1-1 0 0,1-1 0 0 0,-1 1 0 0 0,0-1 0 0 0,0 0 0 0 0,1 1 0 0 0,-1-1 0 0 0,1 1 0 0 0,-1-1 0 0 0,1 1 0 0 0,-1-1 0 0 0,3-1 0 0 0,9-15-9476 0 0,-5 8-2124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8.4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51 1016 0 0,'-8'-2'27909'0'0,"50"3"-27303"0"0,1-1 1 0 0,-1-1-1 0 0,1-3 0 0 0,60-13 0 0 0,-11 3-1252 0 0,-10 7-1335 0 0,-5 1-4731 0 0,-75 6 4511 0 0,8 6-7903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48.6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7 732 0 0,'-5'2'1608'0'0,"1"1"-1"0"0,-1-1 1 0 0,1 1-1 0 0,-1-1 0 0 0,0-1 1 0 0,0 1-1 0 0,-9 1 6409 0 0,22-3-6811 0 0,129-8 4405 0 0,52-4-2334 0 0,-177 11-3999 0 0,54-2-323 0 0,-45 5-4479 0 0,-4 2-5850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0.6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5 1856 0 0,'-7'-4'28470'0'0,"10"6"-28340"0"0,-1 0-1 0 0,1 1 1 0 0,0 0-1 0 0,-1-1 1 0 0,0 1-1 0 0,1 0 1 0 0,-1 1-1 0 0,-1-1 1 0 0,1 0-1 0 0,0 0 1 0 0,-1 1-1 0 0,1-1 1 0 0,-1 1-1 0 0,0-1 1 0 0,0 1-1 0 0,0 3 1 0 0,0 2-96 0 0,0-1 0 0 0,0 0 0 0 0,-1 1 0 0 0,0-1 1 0 0,0 1-1 0 0,-4 15 0 0 0,4-19-34 0 0,-1-1 0 0 0,0 1 0 0 0,1-1 0 0 0,0 1 0 0 0,0-1 0 0 0,0 1 0 0 0,1-1 0 0 0,1 7 0 0 0,3 44 0 0 0,-6-33 0 0 0,0-21 0 0 0,1-1 0 0 0,0 1 0 0 0,0-1 0 0 0,0 0 0 0 0,0 1 0 0 0,0-1 0 0 0,0 0 0 0 0,0 1 0 0 0,0-1 0 0 0,0 0 0 0 0,0 1 0 0 0,0-1 0 0 0,0 1 0 0 0,0-1 0 0 0,0 0 0 0 0,1 1 0 0 0,-1-1 0 0 0,0 0 0 0 0,0 1 0 0 0,0-1 0 0 0,0 0 0 0 0,1 1 0 0 0,-1-1 0 0 0,0 0 0 0 0,0 0 0 0 0,1 1 0 0 0,-1-1 0 0 0,0 0 0 0 0,1 0 0 0 0,-1 1 0 0 0,0-1 0 0 0,0 0 0 0 0,1 0 0 0 0,0 0 0 0 0,1 3 0 0 0,10 4 0 0 0,13-3 0 0 0,-18-9 0 0 0,-7 4 0 0 0,6-1-252 0 0,-1-1 0 0 0,0 0 1 0 0,0 0-1 0 0,-1 0 0 0 0,9-8 0 0 0,10-7-4771 0 0,-17 10-273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1.0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45 147 1564 0 0,'-17'0'1683'0'0,"3"0"3813"0"0,1 0 10417 0 0,18 1-11306 0 0,11 2-5843 0 0,-2-2 1591 0 0,0-1 0 0 0,0 0 0 0 0,0-1 0 0 0,0 0 0 0 0,0-1 0 0 0,19-5 0 0 0,0 0 42 0 0,308-66 1467 0 0,-137 26-1870 0 0,-146 33 6 0 0,-87 42 0 0 0,-27 9-82 0 0,27-19-749 0 0,2 1 1 0 0,-39 35-1 0 0,64-52 451 0 0,1 0-1 0 0,-1 0 0 0 0,1 0 1 0 0,-1 0-1 0 0,1 0 0 0 0,0 0 0 0 0,0 1 1 0 0,0-1-1 0 0,0 0 0 0 0,1 1 0 0 0,-2 3 1 0 0,1 6-4505 0 0,0-2-4393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1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47 380 0 0,'0'0'7769'0'0,"-19"16"-542"0"0,11 47-656 0 0,0 9-3162 0 0,7-51-2603 0 0,1-10-340 0 0,0 0-1 0 0,0 0 1 0 0,1 0-1 0 0,0 0 1 0 0,1 0-1 0 0,0 0 1 0 0,4 11-1 0 0,1-1 233 0 0,-6-18-594 0 0,-1 0 0 0 0,2 1 0 0 0,-1-1 0 0 0,0 0 0 0 0,1 0 0 0 0,-1 0-1 0 0,1 0 1 0 0,0 0 0 0 0,0 0 0 0 0,0 0 0 0 0,0-1 0 0 0,0 1 0 0 0,1-1 0 0 0,-1 1 0 0 0,1-1 0 0 0,0 0 0 0 0,0 0 0 0 0,0 0 0 0 0,0-1 0 0 0,5 3 0 0 0,4 0-104 0 0,2-10 0 0 0,-12 4 0 0 0,-1-1 0 0 0,1 1 0 0 0,-1-1 0 0 0,1 0 0 0 0,-1 1 0 0 0,0-1 0 0 0,0 0 0 0 0,0 0 0 0 0,-1 0 0 0 0,1 0 0 0 0,-1 0 0 0 0,1-6 0 0 0,-1-45 0 0 0,-1 36 0 0 0,1-18 0 0 0,8-58 0 0 0,-7 84 0 0 0,1 0 0 0 0,0-1 0 0 0,1 1 0 0 0,0 0 0 0 0,1 0 0 0 0,0 1 0 0 0,0-1 0 0 0,1 1 0 0 0,1 0 0 0 0,7-11 0 0 0,-9 16 0 0 0,0 1 0 0 0,1 0 0 0 0,-1 0 0 0 0,1 0 0 0 0,-1 1 0 0 0,1-1 0 0 0,0 1 0 0 0,0 0 0 0 0,0 1 0 0 0,0-1 0 0 0,0 1 0 0 0,0 0 0 0 0,1 0 0 0 0,-1 1 0 0 0,0-1 0 0 0,1 1 0 0 0,-1 0 0 0 0,0 1 0 0 0,0-1 0 0 0,9 3 0 0 0,13 2 0 0 0,-1 0 0 0 0,39 15 0 0 0,-65-20 0 0 0,6 3 0 0 0,13 2 0 0 0,0 2 0 0 0,-1 0 0 0 0,0 1 0 0 0,0 1 0 0 0,22 15 0 0 0,-34-17 0 0 0,2 3 0 0 0,2-1 0 0 0,-4-2 0 0 0,1-5 0 0 0,3-14-123 0 0,-7 9 318 0 0,4-7-5403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2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302 9 824 0 0,'-13'6'23845'0'0,"11"-7"-23696"0"0,0-1 1 0 0,0 1-1 0 0,0 0 1 0 0,0-1-1 0 0,0 1 1 0 0,0 0-1 0 0,0 0 1 0 0,0 0-1 0 0,0 1 1 0 0,0-1-1 0 0,-1 0 1 0 0,1 1-1 0 0,0 0 1 0 0,-1-1-1 0 0,1 1 1 0 0,0 0-1 0 0,0 0 1 0 0,-1 0-1 0 0,1 0 1 0 0,0 1-1 0 0,-1-1 0 0 0,1 1 1 0 0,0-1-1 0 0,0 1 1 0 0,-1 0-1 0 0,1 0 1 0 0,0 0-1 0 0,-2 1 1 0 0,-12 6 479 0 0,1 0 0 0 0,-26 18 0 0 0,35-22-444 0 0,-12 8 138 0 0,1 1-1 0 0,1 1 1 0 0,0 0-1 0 0,-17 22 1 0 0,28-31-318 0 0,0 0-1 0 0,1 1 1 0 0,0-1-1 0 0,0 1 1 0 0,1 0 0 0 0,-1 0-1 0 0,1 1 1 0 0,1-1-1 0 0,-1 1 1 0 0,1-1-1 0 0,0 1 1 0 0,1 0 0 0 0,0 0-1 0 0,0 0 1 0 0,0 0-1 0 0,1 13 1 0 0,0-17-5 0 0,1 0 0 0 0,0 0 0 0 0,0 0 0 0 0,0 0 0 0 0,1 0 0 0 0,-1 0 0 0 0,1 0 0 0 0,0 0 0 0 0,-1-1 0 0 0,1 1 0 0 0,0-1 0 0 0,1 1 0 0 0,-1-1 0 0 0,0 0 0 0 0,1 0 0 0 0,-1 0 0 0 0,1 0 0 0 0,-1 0 0 0 0,1-1 0 0 0,0 1 0 0 0,0-1 0 0 0,0 1 0 0 0,0-1 0 0 0,0 0 0 0 0,0 0 0 0 0,0-1 0 0 0,0 1 0 0 0,1-1 0 0 0,-1 1 0 0 0,0-1 0 0 0,6-1 0 0 0,5 2 0 0 0,1-2 0 0 0,0 0 0 0 0,0-1 0 0 0,0 0 0 0 0,22-7 0 0 0,-18 3 43 0 0,-1 0-1 0 0,1-2 1 0 0,-1 0-1 0 0,0 0 1 0 0,19-14 0 0 0,-33 20-214 0 0,0-1 0 0 0,0 0 1 0 0,0 0-1 0 0,0 0 1 0 0,0 0-1 0 0,0-1 1 0 0,-1 0-1 0 0,0 1 0 0 0,0-1 1 0 0,0 0-1 0 0,0-1 1 0 0,-1 1-1 0 0,1 0 0 0 0,-1-1 1 0 0,0 1-1 0 0,0-1 1 0 0,-1 0-1 0 0,1 0 0 0 0,-1 0 1 0 0,0 0-1 0 0,-1 1 1 0 0,1-1-1 0 0,-1 0 0 0 0,0 0 1 0 0,0 0-1 0 0,-1-6 1 0 0,0 8-137 0 0,0 0 1 0 0,-1 1 0 0 0,1-1 0 0 0,0 1-1 0 0,-1-1 1 0 0,0 1 0 0 0,1-1 0 0 0,-1 1-1 0 0,0 0 1 0 0,0 0 0 0 0,0 0-1 0 0,-1 0 1 0 0,1 0 0 0 0,0 0 0 0 0,-1 1-1 0 0,1-1 1 0 0,-5-1 0 0 0,-23-9-4600 0 0,3 5-4050 0 0,15 3 3874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5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57 6 404 0 0,'0'0'244'0'0,"-1"-1"-1"0"0,1 1 1 0 0,0 0 0 0 0,-1-1 0 0 0,1 1-1 0 0,-1-1 1 0 0,1 1 0 0 0,-1 0-1 0 0,0-1 1 0 0,1 1 0 0 0,-1 0-1 0 0,1 0 1 0 0,-1-1 0 0 0,1 1 0 0 0,-1 0-1 0 0,0 0 1 0 0,1 0 0 0 0,-1 0-1 0 0,1 0 1 0 0,-1 0 0 0 0,0 0-1 0 0,1 0 1 0 0,-1 0 0 0 0,0 0-1 0 0,1 0 1 0 0,-1 0 0 0 0,1 0 0 0 0,-1 0-1 0 0,0 1 1 0 0,1-1 0 0 0,-1 0-1 0 0,0 1 1 0 0,-13 20 4192 0 0,-1 32 462 0 0,15-51-4506 0 0,-5 42 2230 0 0,2 0-1 0 0,2 0 0 0 0,2 0 1 0 0,8 58-1 0 0,-8-93-2232 0 0,23 91 710 0 0,-2-64-1099 0 0,-17-30 0 0 0,3 1 0 0 0,4-5-49 0 0,-10-2-202 0 0,-1-1 0 0 0,1 0 0 0 0,0 0 1 0 0,-1 0-1 0 0,1 0 0 0 0,0 0 0 0 0,-1-1 1 0 0,0 1-1 0 0,1 0 0 0 0,-1-1 0 0 0,0 1 1 0 0,1-1-1 0 0,-1 1 0 0 0,1-3 0 0 0,8-12-5881 0 0,-3-1-3597 0 0,-2 4 2367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2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128 1 1504 0 0,'-3'0'530'0'0,"0"0"1"0"0,0 1-1 0 0,0-1 0 0 0,0 1 1 0 0,0 0-1 0 0,0 0 0 0 0,0 0 1 0 0,0 0-1 0 0,0 1 0 0 0,0-1 0 0 0,0 1 1 0 0,1-1-1 0 0,-1 1 0 0 0,1 0 1 0 0,-1 0-1 0 0,1 0 0 0 0,0 1 1 0 0,0-1-1 0 0,0 0 0 0 0,0 1 0 0 0,0 0 1 0 0,0-1-1 0 0,-1 5 0 0 0,-6 7 786 0 0,2 0 0 0 0,0 0 0 0 0,-7 20-1 0 0,8-14-495 0 0,0 0-1 0 0,1 0 1 0 0,1 0-1 0 0,1 1 1 0 0,1 0 0 0 0,0 0-1 0 0,2 0 1 0 0,1-1-1 0 0,0 1 1 0 0,1 0-1 0 0,2 0 1 0 0,6 23-1 0 0,-9-41-839 0 0,0 0-1 0 0,0-1 0 0 0,0 1 1 0 0,1 0-1 0 0,-1-1 1 0 0,1 1-1 0 0,0-1 1 0 0,0 1-1 0 0,0-1 0 0 0,0 0 1 0 0,0 0-1 0 0,0 1 1 0 0,0-2-1 0 0,1 1 1 0 0,-1 0-1 0 0,1 0 1 0 0,0-1-1 0 0,-1 0 0 0 0,1 1 1 0 0,4 0-1 0 0,-5-2-167 0 0,0 1 1 0 0,0-1-1 0 0,0 0 0 0 0,0 0 0 0 0,0-1 0 0 0,0 1 0 0 0,0 0 0 0 0,0-1 0 0 0,0 1 0 0 0,0-1 0 0 0,0 0 0 0 0,0 1 1 0 0,0-1-1 0 0,0 0 0 0 0,0 0 0 0 0,-1 0 0 0 0,1-1 0 0 0,0 1 0 0 0,-1 0 0 0 0,1-1 0 0 0,-1 1 0 0 0,1-1 1 0 0,-1 1-1 0 0,0-1 0 0 0,0 0 0 0 0,0 1 0 0 0,0-1 0 0 0,0 0 0 0 0,0 0 0 0 0,0 0 0 0 0,1-2 0 0 0,10-28-4441 0 0,-5 0-3570 0 0,-3 10 2084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3.0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97 752 0 0,'-1'0'197'0'0,"0"0"1"0"0,1 0-1 0 0,-1 0 1 0 0,1 0-1 0 0,-1-1 1 0 0,0 1-1 0 0,1 0 0 0 0,-1 0 1 0 0,1 0-1 0 0,-1-1 1 0 0,1 1-1 0 0,-1 0 0 0 0,1-1 1 0 0,-1 1-1 0 0,1 0 1 0 0,-1-1-1 0 0,1 1 1 0 0,0-1-1 0 0,-1 1 0 0 0,1-1 1 0 0,0 1-1 0 0,-1-1 1 0 0,1 1-1 0 0,0-1 0 0 0,-1 1 1 0 0,1-1-1 0 0,0 1 1 0 0,0-1-1 0 0,0 1 1 0 0,0-1-1 0 0,-1 0 0 0 0,1 1 1 0 0,0-1-1 0 0,0 1 1 0 0,0-1-1 0 0,0 0 0 0 0,0 1 1 0 0,0-1-1 0 0,1 1 1 0 0,-1-1-1 0 0,0 0 0 0 0,0 1 1 0 0,0-1-1 0 0,0 1 1 0 0,1-1-1 0 0,-1 1 1 0 0,0-1-1 0 0,1 1 0 0 0,-1-1 1 0 0,0 1-1 0 0,1-1 1 0 0,-1 1-1 0 0,1-1 0 0 0,-1 1 1 0 0,0 0-1 0 0,1-1 1 0 0,-1 1-1 0 0,1 0 1 0 0,-1-1-1 0 0,1 1 0 0 0,1-1 1 0 0,1-1 399 0 0,1 0 1 0 0,1 0-1 0 0,-1 0 1 0 0,0 0-1 0 0,0 1 1 0 0,1-1-1 0 0,5 0 1 0 0,229-29 5175 0 0,-111 7-2579 0 0,-125 24-1546 0 0,-2 1-1569 0 0,-1 0 0 0 0,1-1 1 0 0,0 1-1 0 0,-1 0 1 0 0,1 0-1 0 0,-1 0 1 0 0,1 0-1 0 0,-1 0 0 0 0,0 0 1 0 0,1 0-1 0 0,-1 0 1 0 0,0 0-1 0 0,0 0 0 0 0,1 0 1 0 0,-1 0-1 0 0,0 0 1 0 0,0 0-1 0 0,0 0 1 0 0,0 0-1 0 0,0 0 0 0 0,-1 0 1 0 0,1 0-1 0 0,0 0 1 0 0,0 0-1 0 0,-1 0 0 0 0,1 0 1 0 0,-1 1-1 0 0,-9 28 875 0 0,6-18-1000 0 0,1-1-1 0 0,0 1 1 0 0,0 0-1 0 0,1 0 0 0 0,0 18 1 0 0,2-29-260 0 0,1 0 0 0 0,0 1 0 0 0,-1-1 0 0 0,1 0 0 0 0,0 0 0 0 0,0 0-1 0 0,0 1 1 0 0,0-1 0 0 0,0 0 0 0 0,0 0 0 0 0,0-1 0 0 0,1 1 0 0 0,-1 0 0 0 0,0 0 0 0 0,0 0 0 0 0,1-1 0 0 0,1 2 0 0 0,6 1-4705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3.5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1 128 436 0 0,'6'0'11394'0'0,"14"-2"-5454"0"0,129-15-2006 0 0,532-91 6048 0 0,-679 107-9320 0 0,-23 19-2129 0 0,-28 19-3521 0 0,33-25-103 0 0,0 0-4981 0 0,5-6 4038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4.3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267 1 1224 0 0,'0'0'7659'0'0,"-2"3"-6332"0"0,-1 11 1250 0 0,0 0 0 0 0,1 1 0 0 0,0 18 1 0 0,2-31-1940 0 0,-1 19 3745 0 0,2-19-3115 0 0,3 0-949 0 0,-3-2-272 0 0,-1 0 0 0 0,0 0 0 0 0,1 0-1 0 0,-1 0 1 0 0,0 0 0 0 0,0 0 0 0 0,1 1-1 0 0,-1-1 1 0 0,0 0 0 0 0,1 0 0 0 0,-1 0-1 0 0,0 0 1 0 0,0 0 0 0 0,1 0 0 0 0,-1 0-1 0 0,0 1 1 0 0,0-1 0 0 0,0 0 0 0 0,1 0-1 0 0,-1 0 1 0 0,0 1 0 0 0,0-1 0 0 0,0 0-1 0 0,1 0 1 0 0,-1 0 0 0 0,0 1 0 0 0,0-1 0 0 0,0 0-1 0 0,0 0 1 0 0,0 1 0 0 0,0-1 0 0 0,0 0-1 0 0,1 1 1 0 0,-1-1 0 0 0,0 0 0 0 0,0 1-1 0 0,-12 180 3864 0 0,13-166-3910 0 0,3 0 0 0 0,1-3 0 0 0,-3 0 0 0 0,3-4 0 0 0,0 2 0 0 0,-2-4 0 0 0,5-24 0 0 0,23-70 0 0 0,-26 67 0 0 0,-4 18 0 0 0,-1 0 0 0 0,0 0 0 0 0,0 0 0 0 0,0 0 0 0 0,0 0 0 0 0,-1 0 0 0 0,1 0 0 0 0,-1 0 0 0 0,0 0 0 0 0,1 0 0 0 0,-1 0 0 0 0,-1 0 0 0 0,1 0 0 0 0,0 1 0 0 0,-1-1 0 0 0,1 0 0 0 0,-1 1 0 0 0,0-1 0 0 0,0 1 0 0 0,-3-3 0 0 0,5 5 0 0 0,-4-3 0 0 0,1 1 0 0 0,0-1 0 0 0,-1 1 0 0 0,0 0 0 0 0,1 0 0 0 0,-1 1 0 0 0,0-1 0 0 0,0 1 0 0 0,0 0 0 0 0,0 0 0 0 0,0 0 0 0 0,0 1 0 0 0,0-1 0 0 0,0 1 0 0 0,0 0 0 0 0,0 0 0 0 0,0 0 0 0 0,-1 1 0 0 0,1-1 0 0 0,0 1 0 0 0,0 0-1 0 0,-7 3 1 0 0,-9 3 1 0 0,0 1-1 0 0,-38 20 0 0 0,55-26 0 0 0,-7 4 0 0 0,1 0 0 0 0,0 0 0 0 0,0 1 0 0 0,0 1 0 0 0,1-1 0 0 0,0 1 0 0 0,1 1 0 0 0,0-1 0 0 0,-8 14 0 0 0,13-20 0 0 0,1 0 0 0 0,-1 0 0 0 0,1 0 0 0 0,0 0 0 0 0,0 0 0 0 0,0 1 0 0 0,0-1 0 0 0,0 0 0 0 0,0 1 0 0 0,1-1 0 0 0,-1 1 0 0 0,1-1 0 0 0,0 1 0 0 0,-1-1 0 0 0,1 1 0 0 0,0-1 0 0 0,1 1 0 0 0,-1-1 0 0 0,0 1 0 0 0,1-1 0 0 0,-1 1 0 0 0,1-1 0 0 0,0 1 0 0 0,0-1 0 0 0,0 0 0 0 0,0 0 0 0 0,0 1 0 0 0,0-1 0 0 0,1 0 0 0 0,-1 0 0 0 0,1 0 0 0 0,0 0 0 0 0,-1 0 0 0 0,1-1 0 0 0,0 1 0 0 0,0 0 0 0 0,0-1 0 0 0,0 1 0 0 0,0-1 0 0 0,1 0 0 0 0,-1 0 0 0 0,0 0 0 0 0,0 0 0 0 0,1 0 0 0 0,3 0 0 0 0,7 4 0 0 0,1-1 0 0 0,-1-1 0 0 0,1 0 0 0 0,0-1 0 0 0,0-1 0 0 0,0 0 0 0 0,0 0 0 0 0,0-2 0 0 0,0 0 0 0 0,0 0 0 0 0,20-6 0 0 0,-14 2 0 0 0,0-1 0 0 0,-1-1 0 0 0,0-1 0 0 0,0-1 0 0 0,0 0 0 0 0,-2-1 0 0 0,19-14 0 0 0,-30 17 0 0 0,-4-7 0 0 0,-2 12 0 0 0,-1 0 0 0 0,1 0 0 0 0,0 1 0 0 0,0-1 0 0 0,-1 0 0 0 0,1 0 0 0 0,-1 1 0 0 0,0-1 0 0 0,1 0 0 0 0,-1 0 0 0 0,0 1 0 0 0,0-1 0 0 0,0 1 0 0 0,0-1 0 0 0,0 1 0 0 0,0-1 0 0 0,-1 1 0 0 0,1 0 0 0 0,0 0 0 0 0,-1-1 0 0 0,1 1 0 0 0,-1 0 0 0 0,1 0 0 0 0,-3 0 0 0 0,-4-3 0 0 0,-1 0 0 0 0,0 1 0 0 0,0 0 0 0 0,-16-3 0 0 0,70-8-4621 0 0,-20 5-1098 0 0,-5 2-4268 0 0,-2 3 2991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4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40 170 1196 0 0,'-20'5'11628'0'0,"17"-1"-10884"0"0,1 0 0 0 0,0 1 0 0 0,-1-1 0 0 0,2 1 0 0 0,-1 0 0 0 0,0 0 0 0 0,1-1 0 0 0,0 1 0 0 0,0 0 0 0 0,0 8 0 0 0,1 56 3258 0 0,1-37-1830 0 0,0-30-1976 0 0,-1-1 0 0 0,1 1 1 0 0,-1 0-1 0 0,1-1 0 0 0,0 1 1 0 0,-1-1-1 0 0,1 1 0 0 0,0-1 1 0 0,0 1-1 0 0,0-1 0 0 0,0 0 0 0 0,1 0 1 0 0,-1 1-1 0 0,0-1 0 0 0,0 0 1 0 0,1 0-1 0 0,-1 0 0 0 0,3 1 0 0 0,3-24 60 0 0,-1-1 0 0 0,4-35 0 0 0,-8 39-160 0 0,1 1-1 0 0,1-1 1 0 0,0 1-1 0 0,2 0 1 0 0,0 0-1 0 0,14-28 1 0 0,-17 39-80 0 0,1 0 0 0 0,0 0 0 0 0,1 1 0 0 0,0 0 0 0 0,0-1 0 0 0,0 2 1 0 0,1-1-1 0 0,-1 1 0 0 0,1-1 0 0 0,1 2 0 0 0,-1-1 0 0 0,1 1 0 0 0,0 0 0 0 0,0 0 1 0 0,0 1-1 0 0,0-1 0 0 0,0 2 0 0 0,1-1 0 0 0,0 1 0 0 0,-1 0 0 0 0,1 1 0 0 0,0 0 1 0 0,0 0-1 0 0,0 1 0 0 0,8 0 0 0 0,16 1-16 0 0,-14 0 0 0 0,0 0 0 0 0,0 1 0 0 0,0 1 0 0 0,20 6 0 0 0,-26-5 0 0 0,-6 0-161 0 0,-4-3-680 0 0,-9-2-4650 0 0,4 1 4724 0 0,-24-5-1108 0 0,17 1-2714 0 0,2-4-4270 0 0,2 0 3131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5.1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4 1180 0 0,'-12'-3'11866'0'0,"4"5"-4319"0"0,2 13-1535 0 0,12 35-5795 0 0,-4-42 1871 0 0,5 29-486 0 0,-1-5-474 0 0,17 53-1 0 0,1-28-722 0 0,-8-19-5465 0 0,-16-36 3222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5.3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48 1056 0 0,'-24'11'7604'0'0,"24"-11"-7493"0"0,0 0 0 0 0,0 0-1 0 0,0 0 1 0 0,0 1 0 0 0,0-1 0 0 0,-1 0-1 0 0,1 0 1 0 0,0 0 0 0 0,0 0-1 0 0,0 0 1 0 0,0 1 0 0 0,0-1 0 0 0,0 0-1 0 0,0 0 1 0 0,0 0 0 0 0,0 0 0 0 0,0 1-1 0 0,0-1 1 0 0,0 0 0 0 0,0 0-1 0 0,0 0 1 0 0,0 0 0 0 0,0 1 0 0 0,0-1-1 0 0,0 0 1 0 0,0 0 0 0 0,0 0 0 0 0,0 0-1 0 0,0 1 1 0 0,0-1 0 0 0,0 0-1 0 0,0 0 1 0 0,0 0 0 0 0,0 0 0 0 0,0 0-1 0 0,1 1 1 0 0,-1-1 0 0 0,0 0-1 0 0,0 0 1 0 0,0 0 0 0 0,0 0 0 0 0,0 0-1 0 0,0 0 1 0 0,1 0 0 0 0,-1 1 0 0 0,0-1-1 0 0,0 0 1 0 0,0 0 0 0 0,0 0-1 0 0,0 0 1 0 0,1 0 0 0 0,-1 0 0 0 0,0 0-1 0 0,0 0 1 0 0,0 0 0 0 0,1 0 0 0 0,19 4 3805 0 0,8-3-3590 0 0,178-6 4918 0 0,-69-13-5472 0 0,-75-2-3964 0 0,-24 1-5792 0 0,-25 11 4330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282 13 384 0 0,'3'-13'20371'0'0,"-5"25"-12804"0"0,1 19-4162 0 0,2 80-2365 0 0,1-64-1040 0 0,6 30 0 0 0,-7-50 0 0 0,0-3 0 0 0,20 45 0 0 0,0-137 0 0 0,-19 57 0 0 0,1 0 0 0 0,-1-1 0 0 0,0 0 0 0 0,-1 1 0 0 0,0-23 0 0 0,-1 33 0 0 0,-1-1 0 0 0,1 0 0 0 0,0 0 0 0 0,0 0 0 0 0,-1 1 0 0 0,1-1 0 0 0,-1 0 0 0 0,0 1 0 0 0,1-1 0 0 0,-1 0 0 0 0,0 1 0 0 0,0-1 0 0 0,0 1 0 0 0,0-1 0 0 0,0 1 0 0 0,-1 0 0 0 0,1-1 0 0 0,0 1 0 0 0,0 0 0 0 0,-1 0 0 0 0,1 0 0 0 0,-1 0 0 0 0,1 0 0 0 0,-1 0 0 0 0,0 0 0 0 0,1 1 0 0 0,-1-1 0 0 0,0 1 0 0 0,1-1 0 0 0,-1 1 0 0 0,0-1 0 0 0,-2 1 0 0 0,-5-1 0 0 0,0 0 0 0 0,1 0 0 0 0,-1 1 0 0 0,-13 2 0 0 0,22-2 0 0 0,-15 2 0 0 0,1 0 0 0 0,0 2 0 0 0,0-1 0 0 0,0 2 0 0 0,0 0 0 0 0,1 0 0 0 0,-1 1 0 0 0,2 1 0 0 0,-1 0 0 0 0,1 1 0 0 0,0 1 0 0 0,0-1 0 0 0,1 2 0 0 0,0 0 0 0 0,1 0 0 0 0,0 1 0 0 0,-13 18 0 0 0,21-27 0 0 0,1 0 0 0 0,0 0 0 0 0,-1 0 0 0 0,1 1 0 0 0,0-1 0 0 0,0 0 0 0 0,0 0 0 0 0,0 1 0 0 0,0-1 0 0 0,1 1 0 0 0,-1-1 0 0 0,1 0 0 0 0,0 1 0 0 0,-1-1 0 0 0,1 1 0 0 0,0-1 0 0 0,1 1 0 0 0,-1-1 0 0 0,0 1 0 0 0,1-1 0 0 0,-1 1 0 0 0,1-1 0 0 0,1 4 0 0 0,0-2 0 0 0,1-1 0 0 0,-1 0 0 0 0,1 0 0 0 0,-1 0 0 0 0,1 0 0 0 0,0-1 0 0 0,0 1 0 0 0,1-1 0 0 0,-1 0 0 0 0,0 0 0 0 0,1 0 0 0 0,-1 0 0 0 0,6 2 0 0 0,6 1 0 0 0,0 0 0 0 0,0-1 0 0 0,0-1 0 0 0,0 0 0 0 0,0-1 0 0 0,26 0 0 0 0,-25-2 0 0 0,0 0 0 0 0,0-2 0 0 0,0 0 0 0 0,0 0 0 0 0,0-2 0 0 0,0 0 0 0 0,-1 0 0 0 0,1-2 0 0 0,-1 0 0 0 0,19-11 0 0 0,-31 16 0 0 0,7-13 0 0 0,-9 12 0 0 0,-1 1 0 0 0,1 0 0 0 0,-1-1 0 0 0,1 1 0 0 0,-1-1 0 0 0,0 1 0 0 0,1-1 0 0 0,-1 1 0 0 0,0-1 0 0 0,0 1 0 0 0,0-1 0 0 0,0 1 0 0 0,0-1 0 0 0,0 1 0 0 0,-1-1 0 0 0,1 1 0 0 0,0-1 0 0 0,-1 1 0 0 0,1 0 0 0 0,-1-1 0 0 0,0 1 0 0 0,1-1 0 0 0,-1 1 0 0 0,0 0 0 0 0,0 0 0 0 0,0-1 0 0 0,-2-1 0 0 0,-22-16 0 0 0,24 18 0 0 0,-56-27 0 0 0,41 16 0 0 0,15 12 0 0 0,1 0 1 0 0,0-1-1 0 0,0 1 0 0 0,0-1 0 0 0,0 1 1 0 0,0 0-1 0 0,0-1 0 0 0,0 1 0 0 0,0-1 1 0 0,0 1-1 0 0,0 0 0 0 0,0-1 0 0 0,0 1 1 0 0,0-1-1 0 0,0 1 0 0 0,0 0 0 0 0,0-1 1 0 0,0 1-1 0 0,0-1 0 0 0,0 1 1 0 0,1 0-1 0 0,-1-1 0 0 0,0 1 0 0 0,0 0 1 0 0,0-1-1 0 0,1 1 0 0 0,-1 0 0 0 0,0-1 1 0 0,1 1-1 0 0,-1 0 0 0 0,0-1 0 0 0,1 1 1 0 0,-1 0-1 0 0,0 0 0 0 0,1-1 0 0 0,-1 1 1 0 0,0 0-1 0 0,1 0 0 0 0,-1 0 0 0 0,1 0 1 0 0,-1 0-1 0 0,0 0 0 0 0,1-1 1 0 0,-1 1-1 0 0,1 0 0 0 0,19-9-195 0 0,39-17-7344 0 0,-23 6-5214 0 0,-23 8 5841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108 1 1164 0 0,'-6'0'1200'0'0,"0"0"1"0"0,0 1-1 0 0,0 0 1 0 0,0 1-1 0 0,0-1 0 0 0,0 1 1 0 0,0 0-1 0 0,0 1 0 0 0,1-1 1 0 0,-1 1-1 0 0,1 0 1 0 0,0 0-1 0 0,0 1 0 0 0,0 0 1 0 0,0 0-1 0 0,1 0 0 0 0,-8 9 1 0 0,10-12 398 0 0,17 23 330 0 0,1-18-1358 0 0,1-1 1 0 0,-1 0-1 0 0,1-2 0 0 0,0 0 0 0 0,32 2 1 0 0,6-1 933 0 0,-53-4-316 0 0,-3 2-1160 0 0,0 0 0 0 0,0 0 0 0 0,-1 0 0 0 0,1-1 1 0 0,-1 1-1 0 0,1-1 0 0 0,-1 1 0 0 0,0-1 0 0 0,0 0 0 0 0,-3 3 0 0 0,3-3-3 0 0,-29 24-26 0 0,16-14 0 0 0,0 2 0 0 0,0 0 0 0 0,-25 29 0 0 0,36-32 0 0 0,4-9 0 0 0,0-1 0 0 0,-1 1 0 0 0,1 0 0 0 0,0 0 0 0 0,0 0 0 0 0,0 0 0 0 0,0 0 0 0 0,0 0 0 0 0,0 0 0 0 0,0 0 0 0 0,0-1 0 0 0,0 1 0 0 0,0 0 0 0 0,0 0 0 0 0,1 0 0 0 0,-1 0 0 0 0,0 0 0 0 0,1-1 0 0 0,-1 1 0 0 0,1 0 0 0 0,-1 0 0 0 0,1 0 0 0 0,-1-1 0 0 0,1 1 0 0 0,-1 0 0 0 0,1-1 0 0 0,0 1 0 0 0,-1-1 0 0 0,1 1 0 0 0,0 0 0 0 0,-1-1 0 0 0,1 0 0 0 0,0 1 0 0 0,0-1 0 0 0,0 1 0 0 0,0-1 0 0 0,-1 0 0 0 0,1 0 0 0 0,0 1 0 0 0,0-1 0 0 0,0 0 0 0 0,0 0 0 0 0,0 0 0 0 0,0 0 0 0 0,1 0 0 0 0,-1 0 0 0 0,3 1-1 0 0,0 0 0 0 0,0-1 0 0 0,0 0 0 0 0,0 0 0 0 0,0 0 0 0 0,0 0 0 0 0,0 0 0 0 0,0-1 0 0 0,0 0 1 0 0,0 0-1 0 0,0 0 0 0 0,0 0 0 0 0,4-2 0 0 0,9-3-144 0 0,51-14-3174 0 0,-24 3-2822 0 0,-9 3-3551 0 0,-8 3 2124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6.8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47 0 188 0 0,'0'0'3633'0'0,"-19"13"4610"0"0,16 21-2610 0 0,-6 17-1748 0 0,-2 10-865 0 0,9-46-2337 0 0,1-7-177 0 0,0 0-1 0 0,1 0 1 0 0,0-1 0 0 0,0 1 0 0 0,2 14 0 0 0,0-10 250 0 0,-1 0 1 0 0,-1 0-1 0 0,-1 20 1 0 0,0-9-253 0 0,1-23-543 0 0,0 0-1 0 0,0 1 1 0 0,0-1-1 0 0,0 1 1 0 0,0-1-1 0 0,0 0 1 0 0,-1 1-1 0 0,1-1 1 0 0,0 1 0 0 0,0-1-1 0 0,0 1 1 0 0,1-1-1 0 0,-1 0 1 0 0,0 1-1 0 0,0-1 1 0 0,0 1-1 0 0,0-1 1 0 0,0 0-1 0 0,0 1 1 0 0,1-1-1 0 0,-1 0 1 0 0,0 1-1 0 0,0-1 1 0 0,0 1-1 0 0,1-1 1 0 0,-1 0 0 0 0,0 0-1 0 0,1 1 1 0 0,-1-1-1 0 0,0 0 1 0 0,1 1-1 0 0,-1-1 1 0 0,0 0-1 0 0,1 0 1 0 0,-1 0-1 0 0,0 1 1 0 0,1-1-1 0 0,-1 0 1 0 0,1 0-1 0 0,-1 0 1 0 0,0 0-1 0 0,1 0 1 0 0,-1 0 0 0 0,1 0-1 0 0,-1 0 1 0 0,0 0-1 0 0,1 0 1 0 0,-1 0-1 0 0,1 0 1 0 0,-1 0-1 0 0,1 0 1 0 0,-1 0-1 0 0,0 0 1 0 0,1 0-1 0 0,-1-1 1 0 0,0 1-1 0 0,1 0 1 0 0,-1 0-1 0 0,1 0 1 0 0,-1-1 0 0 0,0 1-1 0 0,1 0 1 0 0,-1 0-1 0 0,1-1 1 0 0,17-17-3041 0 0,-15 13 2258 0 0,0-1 0 0 0,0 0 0 0 0,0 0 0 0 0,-1-1 0 0 0,0 1-1 0 0,0 0 1 0 0,0-1 0 0 0,-1 1 0 0 0,1-10 0 0 0,-1-19-7610 0 0,-1 18 3060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7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52 121 920 0 0,'-47'-25'9758'0'0,"47"25"-9643"0"0,-1 0 0 0 0,1 0 0 0 0,0 0 0 0 0,0 0 0 0 0,0 0 0 0 0,-1 0-1 0 0,1 0 1 0 0,0 0 0 0 0,0 0 0 0 0,0-1 0 0 0,-1 1 0 0 0,1 0 0 0 0,0 0 0 0 0,0 0-1 0 0,0 0 1 0 0,-1 0 0 0 0,1-1 0 0 0,0 1 0 0 0,0 0 0 0 0,0 0 0 0 0,0 0 0 0 0,0-1-1 0 0,0 1 1 0 0,-1 0 0 0 0,1 0 0 0 0,0 0 0 0 0,0-1 0 0 0,0 1 0 0 0,0 0-1 0 0,0 0 1 0 0,0 0 0 0 0,0-1 0 0 0,0 1 0 0 0,0 0 0 0 0,0 0 0 0 0,0-1 0 0 0,0 1-1 0 0,0 0 1 0 0,0 0 0 0 0,0-1 0 0 0,0 1 0 0 0,0 0 0 0 0,0 0 0 0 0,1-1 0 0 0,10-6 1369 0 0,16-1-520 0 0,34-1 748 0 0,140-28-1699 0 0,-96 12-3166 0 0,-103 24 3159 0 0,-1 1 122 0 0,0-1 0 0 0,0 1 0 0 0,0 0 0 0 0,0 0 0 0 0,0 0-1 0 0,0 0 1 0 0,0 0 0 0 0,0 0 0 0 0,0 0 0 0 0,0 1 0 0 0,0-1 0 0 0,0 0 0 0 0,0 0-1 0 0,0 1 1 0 0,0-1 0 0 0,0 1 0 0 0,-1-1 0 0 0,1 1 0 0 0,0-1 0 0 0,0 1 0 0 0,0-1-1 0 0,-1 1 1 0 0,1 0 0 0 0,0-1 0 0 0,-1 1 0 0 0,1 0 0 0 0,0 0 0 0 0,0 1 0 0 0,-1 17 1407 0 0,1-7-626 0 0,-1 0 1 0 0,-1 1-1 0 0,0-1 1 0 0,-4 21-1 0 0,5-28-697 0 0,0 0 0 0 0,0 0 1 0 0,0 0-1 0 0,1 0 0 0 0,0 0 0 0 0,0 0 0 0 0,0 0 0 0 0,1-1 0 0 0,2 6 1 0 0,-4-9-322 0 0,0-1 1 0 0,1 1-1 0 0,-1 0 1 0 0,0-1 0 0 0,1 1-1 0 0,-1 0 1 0 0,0-1-1 0 0,1 1 1 0 0,-1 0 0 0 0,1-1-1 0 0,-1 1 1 0 0,1-1 0 0 0,-1 1-1 0 0,1-1 1 0 0,0 1-1 0 0,-1-1 1 0 0,1 1 0 0 0,0-1-1 0 0,-1 0 1 0 0,1 1-1 0 0,0-1 1 0 0,0 0 0 0 0,-1 0-1 0 0,1 0 1 0 0,0 1-1 0 0,0-1 1 0 0,-1 0 0 0 0,1 0-1 0 0,0 0 1 0 0,0 0-1 0 0,-1 0 1 0 0,1 0 0 0 0,0 0-1 0 0,0-1 1 0 0,-1 1-1 0 0,1 0 1 0 0,0 0 0 0 0,0 0-1 0 0,-1-1 1 0 0,1 1-1 0 0,0-1 1 0 0,-1 1 0 0 0,2-1-1 0 0,13-10-4069 0 0,-4 1-4605 0 0,-6 3 2567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8.1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67 158 100 0 0,'-42'-6'7951'0'0,"17"4"2260"0"0,34 0-4656 0 0,52-4-2646 0 0,275-37 2393 0 0,-167 16-4564 0 0,-112 19-737 0 0,307-36-1 0 0,-228 24 0 0 0,-205 36-1646 0 0,16 0-4336 0 0,4 0-6613 0 0,25-10 5544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8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463 1 1684 0 0,'-1'0'518'0'0,"-1"0"-1"0"0,1 0 1 0 0,0 1-1 0 0,-1-1 1 0 0,1 1 0 0 0,0-1-1 0 0,0 1 1 0 0,0 0-1 0 0,-1 0 1 0 0,1-1-1 0 0,0 1 1 0 0,0 0 0 0 0,0 0-1 0 0,0 0 1 0 0,0 0-1 0 0,0 0 1 0 0,-1 2 0 0 0,-14 30 5195 0 0,-5 51-277 0 0,14-52-3338 0 0,0-4-267 0 0,2 0-1 0 0,0 1 0 0 0,-1 47 1 0 0,3-66-1338 0 0,-1-1-108 0 0,10 27-66 0 0,-3-24-319 0 0,6-4 0 0 0,-8-7 0 0 0,0-1 0 0 0,0 1 0 0 0,0-1 0 0 0,0 0 0 0 0,0 1 0 0 0,1-1 0 0 0,-1 0 0 0 0,0 0 0 0 0,0 0 0 0 0,0 0 0 0 0,1 0 0 0 0,-1 0 0 0 0,0 0 0 0 0,0-1 0 0 0,0 1 0 0 0,0 0 0 0 0,1-1 0 0 0,-1 1 0 0 0,0-1 0 0 0,0 1 0 0 0,0-1 0 0 0,0 1 0 0 0,1-2 0 0 0,-1 2 0 0 0,1-1-207 0 0,0 1-1 0 0,0-1 1 0 0,0 0 0 0 0,1 1 0 0 0,-1-1-1 0 0,0 0 1 0 0,-1 0 0 0 0,1 0-1 0 0,0-1 1 0 0,0 1 0 0 0,0 0 0 0 0,-1-1-1 0 0,1 1 1 0 0,0-1 0 0 0,-1 1-1 0 0,0-1 1 0 0,1 0 0 0 0,-1 0 0 0 0,0 0-1 0 0,0 0 1 0 0,0 0 0 0 0,0 0-1 0 0,0 0 1 0 0,0 0 0 0 0,-1 0 0 0 0,1 0-1 0 0,-1 0 1 0 0,1 0 0 0 0,-1-1-1 0 0,0 1 1 0 0,0 0 0 0 0,0 0 0 0 0,0 0-1 0 0,0-1 1 0 0,-1 1 0 0 0,1 0-1 0 0,-1 0 1 0 0,1 0 0 0 0,-2-2 0 0 0,1 2-210 0 0,-17-35-1335 0 0,14 32 1854 0 0,1 1 0 0 0,-2-1 0 0 0,1 1 0 0 0,0-1 0 0 0,-1 1 0 0 0,0 1 0 0 0,0-1 0 0 0,0 1 0 0 0,0-1 0 0 0,0 1 0 0 0,-1 1 0 0 0,0-1 0 0 0,1 1 0 0 0,-11-3 0 0 0,6 4 119 0 0,1-1 0 0 0,-1 1 0 0 0,0 1 0 0 0,0 0 0 0 0,1 0 1 0 0,-1 1-1 0 0,0 0 0 0 0,-15 4 0 0 0,3 1 318 0 0,1 2 1 0 0,-1 0-1 0 0,1 1 1 0 0,1 1-1 0 0,0 1 1 0 0,0 1-1 0 0,-22 18 1 0 0,37-26-374 0 0,0 0 0 0 0,0 0 0 0 0,0 1 0 0 0,1 0 0 0 0,-1 0 0 0 0,1 0 1 0 0,1 0-1 0 0,-1 0 0 0 0,1 1 0 0 0,0 0 0 0 0,0-1 0 0 0,0 1 0 0 0,-2 11 0 0 0,4-14-157 0 0,1-1-1 0 0,0 1 0 0 0,0-1 0 0 0,0 1 1 0 0,0-1-1 0 0,0 1 0 0 0,1 0 1 0 0,-1-1-1 0 0,1 0 0 0 0,-1 1 1 0 0,1-1-1 0 0,0 1 0 0 0,0-1 0 0 0,0 0 1 0 0,0 1-1 0 0,1-1 0 0 0,-1 0 1 0 0,1 0-1 0 0,-1 0 0 0 0,1 0 1 0 0,0 0-1 0 0,-1-1 0 0 0,1 1 0 0 0,0 0 1 0 0,0-1-1 0 0,0 1 0 0 0,1-1 1 0 0,-1 0-1 0 0,0 0 0 0 0,0 0 0 0 0,1 0 1 0 0,-1 0-1 0 0,1 0 0 0 0,-1 0 1 0 0,3 0-1 0 0,14 3-8 0 0,0 0 0 0 0,0-1 0 0 0,0-1 0 0 0,0 0 0 0 0,0-2 0 0 0,0 0 0 0 0,0-1 0 0 0,0-1 0 0 0,0-1 0 0 0,0 0 0 0 0,0-2 0 0 0,-1 0 0 0 0,0-1 0 0 0,0-1 0 0 0,0-1 0 0 0,-1 0 0 0 0,0-1 0 0 0,-1-1 0 0 0,0 0 0 0 0,22-20 0 0 0,-36 29 0 0 0,-1 1 0 0 0,0-1 0 0 0,-1 1 0 0 0,1 0 0 0 0,0-1 0 0 0,-1 1 0 0 0,1-1 0 0 0,-1 1 0 0 0,1-1 0 0 0,-1 0 0 0 0,1 1 0 0 0,-1-1 0 0 0,1 0 0 0 0,-1 1 0 0 0,0-1 0 0 0,1 0 0 0 0,-1 1 0 0 0,0-1 0 0 0,1 0 0 0 0,-1 1 0 0 0,0-1 0 0 0,0 0 0 0 0,0 0 0 0 0,0 0 0 0 0,0 1 0 0 0,0-1 0 0 0,0-1 0 0 0,0 0 0 0 0,0 0 0 0 0,0-1 0 0 0,0 1 0 0 0,0 0 0 0 0,-1 0 0 0 0,1 0 0 0 0,-1 0 0 0 0,1 0 0 0 0,-1 0 0 0 0,0 0 0 0 0,0 0 0 0 0,0 0 0 0 0,0 0 0 0 0,0 0 0 0 0,0 0 0 0 0,-1 1 0 0 0,1-1 0 0 0,0 1 0 0 0,-1-1 0 0 0,1 1 0 0 0,-1-1 0 0 0,0 1 0 0 0,0 0 0 0 0,1-1 0 0 0,-1 1 0 0 0,0 0 0 0 0,0 0 0 0 0,0 1 0 0 0,0-1 0 0 0,0 0 0 0 0,0 1 0 0 0,-4-2 0 0 0,4 2 0 0 0,-51-15-115 0 0,51 14-506 0 0,60-8-9732 0 0,-31 1-125 0 0,-11 2 4182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9.2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53 163 460 0 0,'0'0'15114'0'0,"-6"2"-13982"0"0,-17 3-32 0 0,21-3-829 0 0,0 1 0 0 0,1-1 0 0 0,-1 0 0 0 0,1 0 0 0 0,0 1 0 0 0,0-1 0 0 0,0 1 0 0 0,0-1 0 0 0,0 1 0 0 0,0-1 0 0 0,1 1 0 0 0,-1-1 0 0 0,1 1 0 0 0,-1 0 0 0 0,1-1 0 0 0,0 4 0 0 0,-1 3 367 0 0,-1 5 406 0 0,0 1 0 0 0,1 0 0 0 0,1 0 0 0 0,0 0 0 0 0,1 0 0 0 0,3 15 0 0 0,2-19 1215 0 0,-6-32-1901 0 0,-8-45-567 0 0,7 61 209 0 0,-1-1 0 0 0,1 1 0 0 0,1-1 0 0 0,-1 0 0 0 0,1 1 0 0 0,0-1 0 0 0,0 0 0 0 0,1 0 0 0 0,0 1 0 0 0,0-1 0 0 0,0 1 0 0 0,1-1 0 0 0,0 1 0 0 0,0-1 0 0 0,0 1 0 0 0,0 0 0 0 0,1 0 0 0 0,0 0 0 0 0,0 0 0 0 0,0 0 0 0 0,1 1 0 0 0,0 0 0 0 0,-1-1 0 0 0,1 1 0 0 0,1 1 0 0 0,-1-1 0 0 0,1 1 0 0 0,-1-1 0 0 0,1 1 0 0 0,9-4 0 0 0,5-1 0 0 0,0 0 0 0 0,0 1 0 0 0,1 1 0 0 0,0 0 0 0 0,30-3 0 0 0,117-1 0 0 0,-60 6 0 0 0,-93 4 0 0 0,0 0 0 0 0,-6-4-57 0 0,-10-7-1189 0 0,-1 5-410 0 0,2 0-4110 0 0,1-8-3331 0 0,0 2 697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11:59.8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0 952 0 0,'2'2'20833'0'0,"18"3"-20196"0"0,-13-5 22 0 0,1-1-1 0 0,-1 2 1 0 0,0-1 0 0 0,1 1 0 0 0,-1 1-1 0 0,0-1 1 0 0,0 1 0 0 0,0 0 0 0 0,0 1-1 0 0,0 0 1 0 0,-1 0 0 0 0,1 0 0 0 0,-1 1-1 0 0,9 6 1 0 0,-14-9-647 0 0,0 0 1 0 0,0 1-1 0 0,0-1 0 0 0,0 1 0 0 0,0-1 1 0 0,-1 1-1 0 0,1 0 0 0 0,0-1 1 0 0,-1 1-1 0 0,1 0 0 0 0,-1 0 0 0 0,0-1 1 0 0,1 1-1 0 0,-1 0 0 0 0,0 0 1 0 0,0-1-1 0 0,0 1 0 0 0,0 0 0 0 0,-1 0 1 0 0,1-1-1 0 0,0 1 0 0 0,-1 0 1 0 0,1 0-1 0 0,-1-1 0 0 0,0 1 0 0 0,1 0 1 0 0,-1-1-1 0 0,0 1 0 0 0,0-1 1 0 0,0 1-1 0 0,0-1 0 0 0,0 0 0 0 0,-1 1 1 0 0,-1 1-1 0 0,-4 7 22 0 0,6-7-34 0 0,0-1 0 0 0,0 1 0 0 0,-1-1 0 0 0,1 1 0 0 0,-1-1 0 0 0,0 0 0 0 0,0 0 0 0 0,0 1 0 0 0,0-1 0 0 0,0 0 0 0 0,0-1 0 0 0,-1 1 0 0 0,-2 1 0 0 0,0 1 0 0 0,0 0 0 0 0,0 0 0 0 0,1 0 0 0 0,-1 1 0 0 0,1-1 0 0 0,0 1 0 0 0,0 0 0 0 0,1 0 0 0 0,-1 1 0 0 0,-2 5 0 0 0,2-1 0 0 0,10 4 0 0 0,-3-11 0 0 0,1-1 0 0 0,-1 1 0 0 0,0-1 0 0 0,1 0 0 0 0,-1 0 0 0 0,1-1 0 0 0,0 1 0 0 0,0-1 0 0 0,0 1 0 0 0,-1-1 0 0 0,1 0 0 0 0,0-1 0 0 0,5 1 0 0 0,56 0 0 0 0,-39-2 0 0 0,32 0-323 0 0,-56 1-1828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6.0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40 36 0 0,'0'0'4723'0'0,"-3"-5"-3706"0"0,-1 0-223 0 0,-5-8-889 0 0,6-4 17299 0 0,6 24-16890 0 0,4 20 159 0 0,-1 0 0 0 0,4 51 1 0 0,7 36 313 0 0,-12-83-613 0 0,-4-22-103 0 0,0-1 0 0 0,1 0 0 0 0,0 0 0 0 0,0 1 1 0 0,0-1-1 0 0,1 0 0 0 0,8 14 0 0 0,-9-41 427 0 0,-1 0 0 0 0,-1-1 0 0 0,-1-20 1 0 0,0 2-218 0 0,1 36-279 0 0,0 0 0 0 0,0 1 1 0 0,0-1-1 0 0,0 0 1 0 0,0 0-1 0 0,-1 0 0 0 0,1 1 1 0 0,-1-1-1 0 0,1 0 1 0 0,-1 0-1 0 0,1 1 0 0 0,-1-1 1 0 0,0 1-1 0 0,0-1 1 0 0,0 0-1 0 0,0 1 0 0 0,0 0 1 0 0,0-1-1 0 0,0 1 1 0 0,-1 0-1 0 0,1-1 0 0 0,0 1 1 0 0,-1 0-1 0 0,-1-1 0 0 0,0 0-9 0 0,-1 1 0 0 0,1 0 0 0 0,0 0 0 0 0,-1 1 0 0 0,1-1 0 0 0,0 1 0 0 0,-1-1 0 0 0,1 1 0 0 0,-1 0 0 0 0,1 0 0 0 0,-7 2 0 0 0,-6 1 23 0 0,0 1-1 0 0,1 1 1 0 0,0 0-1 0 0,-18 9 1 0 0,21-8 92 0 0,1 1 1 0 0,0 0-1 0 0,0 1 0 0 0,0 0 1 0 0,1 0-1 0 0,0 1 0 0 0,1 0 1 0 0,0 1-1 0 0,-14 19 0 0 0,18-21-62 0 0,0-1-1 0 0,0 1 0 0 0,0 0 0 0 0,1 1 1 0 0,1-1-1 0 0,0 1 0 0 0,0-1 0 0 0,0 1 1 0 0,1 0-1 0 0,0 0 0 0 0,1 0 0 0 0,0 0 1 0 0,1 1-1 0 0,0-1 0 0 0,1 9 1 0 0,-1-14-32 0 0,1 0 0 0 0,-1 0 0 0 0,1-1 0 0 0,0 1 0 0 0,0 0 0 0 0,1-1 0 0 0,-1 1 0 0 0,1-1 0 0 0,0 0 0 0 0,0 1 0 0 0,0-1 0 0 0,0 0 0 0 0,1 0 0 0 0,-1 0 0 0 0,1-1 0 0 0,-1 1 0 0 0,1 0 0 0 0,0-1 0 0 0,4 3 0 0 0,-2-3-21 0 0,0 1 0 0 0,1-1 0 0 0,-1 0-1 0 0,1 0 1 0 0,0-1 0 0 0,0 0 0 0 0,-1 0 0 0 0,1 0-1 0 0,0 0 1 0 0,0-1 0 0 0,7-1 0 0 0,5 0-86 0 0,0-2 0 0 0,-1 0 0 0 0,0-1 0 0 0,0-1 0 0 0,0 0 0 0 0,-1-1 0 0 0,22-11-1 0 0,-28 11 20 0 0,-1 0 0 0 0,1 0 0 0 0,-1-1 0 0 0,0 0-1 0 0,-1 0 1 0 0,8-10 0 0 0,-12 14 50 0 0,-1-1 1 0 0,1 0-1 0 0,-1-1 0 0 0,-1 1 1 0 0,1-1-1 0 0,0 1 0 0 0,-1-1 0 0 0,0 0 1 0 0,0 0-1 0 0,-1 0 0 0 0,1 0 1 0 0,-1 0-1 0 0,0 0 0 0 0,0-9 1 0 0,-1 11 35 0 0,0 1 1 0 0,0-1-1 0 0,-1 1 0 0 0,0-1 1 0 0,1 1-1 0 0,-1-1 0 0 0,0 1 1 0 0,0 0-1 0 0,0-1 1 0 0,-1 1-1 0 0,1 0 0 0 0,-1 0 1 0 0,1 0-1 0 0,-1 0 1 0 0,0 0-1 0 0,1 0 0 0 0,-1 0 1 0 0,0 1-1 0 0,0-1 1 0 0,0 0-1 0 0,0 1 0 0 0,-1 0 1 0 0,1 0-1 0 0,0-1 1 0 0,-1 1-1 0 0,1 1 0 0 0,-1-1 1 0 0,1 0-1 0 0,-1 0 1 0 0,1 1-1 0 0,-1 0 0 0 0,-3-1 1 0 0,-6 0 73 0 0,0 0 0 0 0,0 0 0 0 0,1 1 0 0 0,-1 1 1 0 0,-19 3-1 0 0,26-3-85 0 0,-3 0-21 0 0,0 1 0 0 0,0-1-1 0 0,0 2 1 0 0,0-1-1 0 0,0 1 1 0 0,-10 5-1 0 0,17-7-213 0 0,23 5-1976 0 0,-10-7 1173 0 0,85-34-3338 0 0,-62 18 38 0 0,-4 0-3517 0 0,-12 8 2012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6.8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 81 892 0 0,'-1'-2'915'0'0,"0"0"-1"0"0,-1 1 1 0 0,1-1 0 0 0,-1 0 0 0 0,1 0-1 0 0,-1 1 1 0 0,0-1 0 0 0,0 1-1 0 0,0 0 1 0 0,0-1 0 0 0,0 1-1 0 0,0 0 1 0 0,0 0 0 0 0,0 0-1 0 0,0 0 1 0 0,0 1 0 0 0,-1-1-1 0 0,1 0 1 0 0,-5 0 4900 0 0,14 4-5310 0 0,14 2-202 0 0,0 0 1 0 0,0-1-1 0 0,1-1 1 0 0,-1-1-1 0 0,1-1 1 0 0,37-3-1 0 0,143-25 555 0 0,-73 8-388 0 0,-46 8-246 0 0,90-7-174 0 0,-112 25-1382 0 0,-66-6 1095 0 0,0 0 1 0 0,1 1-1 0 0,-1-1 0 0 0,0 1 1 0 0,1 0-1 0 0,-7 5 0 0 0,-11 4-841 0 0,5-6-903 0 0,0-1 1 0 0,-1 0 0 0 0,-31 2 0 0 0,19-3-5504 0 0,13 0 2511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3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433 187 740 0 0,'0'0'5896'0'0,"4"0"-4990"0"0,12-3-19 0 0,-12 2 2645 0 0,1-9-2230 0 0,-4 4 2035 0 0,-3 2-3090 0 0,1 1 0 0 0,0 0 0 0 0,-1 0 0 0 0,0 0 0 0 0,0 0 1 0 0,0 0-1 0 0,0 0 0 0 0,0 0 0 0 0,-1 1 0 0 0,1-1 1 0 0,-1 1-1 0 0,1 0 0 0 0,-1 0 0 0 0,0 0 0 0 0,0 0 0 0 0,0 0 1 0 0,0 0-1 0 0,-6-1 0 0 0,1 0-32 0 0,1 2-1 0 0,-1-1 1 0 0,1 1-1 0 0,-1 0 1 0 0,1 0-1 0 0,-1 1 1 0 0,1 0-1 0 0,-12 2 1 0 0,-3 2 157 0 0,2 0 0 0 0,-1 1 0 0 0,0 2 0 0 0,1 0 1 0 0,-32 16-1 0 0,36-16-92 0 0,0 1-1 0 0,1 1 1 0 0,0 0 0 0 0,1 1 0 0 0,0 0 0 0 0,0 1 0 0 0,1 1-1 0 0,0 0 1 0 0,1 1 0 0 0,-12 16 0 0 0,23-26-235 0 0,-1-1 1 0 0,1 1-1 0 0,-1-1 0 0 0,1 1 1 0 0,0 0-1 0 0,0-1 0 0 0,1 1 1 0 0,-1 0-1 0 0,0 0 0 0 0,1 0 1 0 0,0-1-1 0 0,-1 7 0 0 0,2-8-19 0 0,-1 1 0 0 0,0-1 0 0 0,1 0 0 0 0,-1 1-1 0 0,0-1 1 0 0,1 1 0 0 0,0-1 0 0 0,-1 0 0 0 0,1 1 0 0 0,0-1 0 0 0,0 0-1 0 0,0 0 1 0 0,0 0 0 0 0,0 1 0 0 0,0-1 0 0 0,0 0 0 0 0,0 0-1 0 0,2 1 1 0 0,1 0-12 0 0,0-1 0 0 0,0 1-1 0 0,0-1 1 0 0,0 1 0 0 0,0-1 0 0 0,0 0-1 0 0,0-1 1 0 0,0 1 0 0 0,1-1-1 0 0,-1 0 1 0 0,0 0 0 0 0,0 0 0 0 0,0-1-1 0 0,1 1 1 0 0,-1-1 0 0 0,4-1-1 0 0,10-3-143 0 0,-1-1-1 0 0,1-1 1 0 0,-1 0-1 0 0,0-1 1 0 0,-1-1-1 0 0,0 0 1 0 0,-1-2-1 0 0,17-13 1 0 0,-22 16-81 0 0,-1 0 1 0 0,-1 0-1 0 0,0-1 1 0 0,0 0-1 0 0,0-1 1 0 0,-1 1-1 0 0,-1-2 1 0 0,0 1-1 0 0,0-1 1 0 0,-1 1-1 0 0,0-2 1 0 0,-1 1-1 0 0,5-20 1 0 0,-8 29 158 0 0,-1 0 0 0 0,0 0 1 0 0,0 0-1 0 0,0 0 0 0 0,0 0 1 0 0,0-1-1 0 0,0 1 0 0 0,-1 0 1 0 0,1 0-1 0 0,-1 0 0 0 0,1 0 1 0 0,-1 1-1 0 0,0-1 0 0 0,1 0 0 0 0,-1 0 1 0 0,0 0-1 0 0,0 0 0 0 0,-1 1 1 0 0,1-1-1 0 0,0 1 0 0 0,-1-1 1 0 0,1 1-1 0 0,0-1 0 0 0,-1 1 1 0 0,-1-2-1 0 0,0 1-6 0 0,-1 0 0 0 0,1 0 0 0 0,0 1 0 0 0,0-1 0 0 0,-1 1 0 0 0,1 0 0 0 0,-1 0 0 0 0,0 0 0 0 0,1 0 0 0 0,-1 0 0 0 0,-6 1 0 0 0,8 0-27 0 0,-12 4 63 0 0,14-4-34 0 0,-1 0 0 0 0,1 0-1 0 0,0 0 1 0 0,0 0-1 0 0,0 0 1 0 0,-1 0 0 0 0,1 0-1 0 0,0 0 1 0 0,0 0 0 0 0,-1 0-1 0 0,1 0 1 0 0,0 0-1 0 0,0 0 1 0 0,-1 0 0 0 0,1 0-1 0 0,0 0 1 0 0,0 0 0 0 0,0 0-1 0 0,-1 1 1 0 0,1-1-1 0 0,0 0 1 0 0,0 0 0 0 0,0 0-1 0 0,-1 0 1 0 0,1 1 0 0 0,0-1-1 0 0,0 0 1 0 0,0 0-1 0 0,0 0 1 0 0,0 1 0 0 0,0-1-1 0 0,-1 0 1 0 0,1 0 0 0 0,0 0-1 0 0,0 1 1 0 0,0-1-1 0 0,0 0 1 0 0,0 0 0 0 0,0 1-1 0 0,0-1 1 0 0,0 0 0 0 0,0 0-1 0 0,0 1 1 0 0,0-1-1 0 0,0 0 1 0 0,0 0 0 0 0,0 1-1 0 0,0-1 1 0 0,0 0 0 0 0,0 0-1 0 0,0 0 1 0 0,1 1-1 0 0,-1-1 1 0 0,0 0 0 0 0,0 0-1 0 0,0 0 1 0 0,0 1 0 0 0,0-1-1 0 0,1 0 1 0 0,-1 0 0 0 0,2 1-104 0 0,0 0 0 0 0,0 0 0 0 0,0-1 0 0 0,0 1 0 0 0,0-1 0 0 0,0 1 0 0 0,0-1-1 0 0,0 0 1 0 0,0 0 0 0 0,1 0 0 0 0,-1 0 0 0 0,0-1 0 0 0,0 1 0 0 0,0 0 0 0 0,0-1 0 0 0,0 1 0 0 0,0-1 0 0 0,0 0 0 0 0,0 0 0 0 0,0 0 0 0 0,0 0 0 0 0,0 0 0 0 0,2-2 0 0 0,0-1-949 0 0,0 0-1 0 0,0 0 0 0 0,-1 0 1 0 0,0-1-1 0 0,0 1 0 0 0,0-1 1 0 0,0 0-1 0 0,3-9 0 0 0,-1 1-2443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6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1048 0 0,'0'0'12273'0'0,"-1"6"-11421"0"0,-6 22 494 0 0,1 0-1 0 0,1 0 0 0 0,0 37 1 0 0,-8 45 1605 0 0,10-90-2531 0 0,-1-6 2 0 0,1 1-1 0 0,1-1 1 0 0,1 1-1 0 0,0-1 1 0 0,1 1-1 0 0,0-1 1 0 0,3 18-1 0 0,14 55 1952 0 0,-17-87-2420 0 0,0 1 0 0 0,0-1 1 0 0,0 0-1 0 0,0 0 1 0 0,1 1-1 0 0,-1-1 1 0 0,0 0-1 0 0,0 0 0 0 0,0 0 1 0 0,0 0-1 0 0,0 1 1 0 0,0-1-1 0 0,1 0 1 0 0,-1 0-1 0 0,0 0 0 0 0,0 0 1 0 0,0 1-1 0 0,0-1 1 0 0,1 0-1 0 0,-1 0 1 0 0,0 0-1 0 0,0 0 0 0 0,0 0 1 0 0,1 0-1 0 0,-1 0 1 0 0,0 1-1 0 0,0-1 1 0 0,0 0-1 0 0,1 0 0 0 0,-1 0 1 0 0,0 0-1 0 0,0 0 1 0 0,1 0-1 0 0,-1 0 1 0 0,0 0-1 0 0,0 0 0 0 0,0 0 1 0 0,1 0-1 0 0,-1-1 1 0 0,0 1-1 0 0,0 0 1 0 0,0 0-1 0 0,1 0 0 0 0,-1 0 1 0 0,0 0-1 0 0,0 0 1 0 0,0 0-1 0 0,1 0 1 0 0,-1-1-1 0 0,0 1 0 0 0,0 0 1 0 0,0 0-1 0 0,0 0 1 0 0,1 0-1 0 0,-1-1 1 0 0,0 1-1 0 0,0 0 0 0 0,14-21-2106 0 0,6-28-6356 0 0,-16 35 2717 0 0,3 2 441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7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188 0 524 0 0,'-2'1'11494'0'0,"-6"6"-5497"0"0,-7 5-4728 0 0,1 1 1 0 0,-18 21 0 0 0,2 5 305 0 0,20-28-1195 0 0,0 0 0 0 0,1 1 0 0 0,1 0 0 0 0,0 1 0 0 0,0-1 1 0 0,2 2-1 0 0,-1-1 0 0 0,2 1 0 0 0,-5 14 0 0 0,8-17 32 0 0,1-9-616 0 0,1 1 0 0 0,-1 0 0 0 0,1-1 0 0 0,-1 1 0 0 0,1 0 0 0 0,0 0 0 0 0,0-1 0 0 0,0 1 0 0 0,0 0 0 0 0,1 0 0 0 0,-1-1 0 0 0,2 6 0 0 0,-1-6-798 0 0,3-6-1551 0 0,20-37-1237 0 0,-11 7-4820 0 0,-7 16 3545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10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0 984 0 0,'-23'13'7207'0'0,"23"-11"-6824"0"0,-1 0 0 0 0,1-1 0 0 0,-1 1 0 0 0,1 0 0 0 0,0 0 0 0 0,-1 0 0 0 0,1-1 0 0 0,0 1 0 0 0,0 0 0 0 0,0 0 0 0 0,1 0 0 0 0,-1 0-1 0 0,0-1 1 0 0,1 1 0 0 0,-1 0 0 0 0,1 0 0 0 0,0 1 0 0 0,1 1 58 0 0,0 0 0 0 0,0-1-1 0 0,1 0 1 0 0,-1 1 0 0 0,1-1 0 0 0,0 0-1 0 0,4 4 1 0 0,6 3 606 0 0,1 0 0 0 0,29 16 0 0 0,-32-20-179 0 0,5 2-291 0 0,0-1 1 0 0,0-1-1 0 0,0 0 1 0 0,1-1-1 0 0,30 5 1 0 0,-44-10-703 0 0,-1 1 0 0 0,1-1 1 0 0,-1 0-1 0 0,1-1 0 0 0,-1 1 1 0 0,1 0-1 0 0,-1-1 0 0 0,1 1 0 0 0,-1-1 1 0 0,0 0-1 0 0,1 0 0 0 0,-1 0 1 0 0,0 0-1 0 0,0 0 0 0 0,0-1 1 0 0,1 1-1 0 0,-1-1 0 0 0,-1 1 1 0 0,1-1-1 0 0,0 0 0 0 0,0 1 0 0 0,-1-1 1 0 0,1 0-1 0 0,-1 0 0 0 0,1 0 1 0 0,-1-1-1 0 0,0 1 0 0 0,2-4 1 0 0,10-32-4191 0 0,-6 3-3661 0 0,-1 7 2255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46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255 13 1352 0 0,'-1'-1'490'0'0,"0"-1"0"0"0,0 1-1 0 0,0 0 1 0 0,0 0 0 0 0,0 1-1 0 0,0-1 1 0 0,-1 0 0 0 0,1 0-1 0 0,0 1 1 0 0,-1-1 0 0 0,1 0-1 0 0,0 1 1 0 0,-1-1 0 0 0,1 1 0 0 0,-1 0-1 0 0,1-1 1 0 0,0 1 0 0 0,-1 0-1 0 0,1 0 1 0 0,-1 0 0 0 0,1 0-1 0 0,-3 1 1 0 0,1-1-114 0 0,0 1-1 0 0,0 0 1 0 0,1 1-1 0 0,-1-1 1 0 0,0 0-1 0 0,1 1 1 0 0,-1 0-1 0 0,1-1 1 0 0,-1 1-1 0 0,-2 3 1 0 0,-5 6 229 0 0,0 0 0 0 0,1 1 0 0 0,-11 18 0 0 0,17-26-84 0 0,-12 23 555 0 0,0 1-1 0 0,2 0 0 0 0,0 1 1 0 0,-15 61-1 0 0,-15 125 2368 0 0,39-196-3138 0 0,1 0 1 0 0,1 1-1 0 0,0-1 0 0 0,2 1 0 0 0,0 0 0 0 0,1-1 1 0 0,1 1-1 0 0,1-1 0 0 0,1 0 0 0 0,1 0 0 0 0,13 35 1 0 0,-17-52-265 0 0,4 10 77 0 0,0-1 0 0 0,1 0 0 0 0,1-1-1 0 0,15 20 1 0 0,-19-28-122 0 0,0 1-1 0 0,-1 0 0 0 0,1-1 1 0 0,1 0-1 0 0,-1 0 0 0 0,0 0 1 0 0,0 0-1 0 0,1 0 1 0 0,-1-1-1 0 0,1 1 0 0 0,-1-1 1 0 0,1 0-1 0 0,0 0 0 0 0,0-1 1 0 0,-1 1-1 0 0,1-1 1 0 0,0 1-1 0 0,0-1 0 0 0,0-1 1 0 0,6 0-1 0 0,-3 0-237 0 0,1-1-1 0 0,-1 0 1 0 0,1 0-1 0 0,-1-1 1 0 0,0 1-1 0 0,0-2 1 0 0,0 1 0 0 0,-1-1-1 0 0,1 0 1 0 0,-1 0-1 0 0,0-1 1 0 0,0 0-1 0 0,0 0 1 0 0,-1-1-1 0 0,0 1 1 0 0,5-8 0 0 0,-4 5-767 0 0,0-1 1 0 0,0 0-1 0 0,-1 0 1 0 0,7-17 0 0 0,-9 16-1316 0 0,1 0-1 0 0,-2 0 1 0 0,1 0 0 0 0,1-17 0 0 0,-4-2-4375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8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302 8 388 0 0,'0'0'6995'0'0,"-9"-7"-4364"0"0,2 7 3331 0 0,-1 4-5411 0 0,0 0 0 0 0,1 0 0 0 0,-1 1 0 0 0,1 1 0 0 0,0-1 0 0 0,0 1 0 0 0,1 0 0 0 0,-1 1 0 0 0,-9 12 0 0 0,-50 78 1857 0 0,50-72-1650 0 0,-18 26 308 0 0,19-32-578 0 0,2 0 1 0 0,0 1 0 0 0,1 1 0 0 0,2 0 0 0 0,-16 41 0 0 0,30-50-2457 0 0,-4-12 1909 0 0,0 0 0 0 0,0 1 0 0 0,0-1 1 0 0,0 0-1 0 0,1 0 0 0 0,-1 1 0 0 0,0-1 0 0 0,0 0 0 0 0,0 0 1 0 0,0 0-1 0 0,0 1 0 0 0,0-1 0 0 0,1 0 0 0 0,-1 0 1 0 0,0 0-1 0 0,0 0 0 0 0,0 1 0 0 0,0-1 0 0 0,1 0 1 0 0,-1 0-1 0 0,0 0 0 0 0,0 0 0 0 0,0 0 0 0 0,1 0 0 0 0,-1 0 1 0 0,0 0-1 0 0,0 0 0 0 0,1 1 0 0 0,-1-1 0 0 0,0 0 1 0 0,0 0-1 0 0,0 0 0 0 0,1 0 0 0 0,-1 0 0 0 0,0 0 0 0 0,0 0 1 0 0,1 0-1 0 0,-1-1 0 0 0,0 1 0 0 0,0 0 0 0 0,0 0 1 0 0,1 0-1 0 0,-1 0 0 0 0,0 0 0 0 0,0 0 0 0 0,0 0 1 0 0,1 0-1 0 0,-1-1 0 0 0,0 1 0 0 0,0 0 0 0 0,0 0 0 0 0,1 0 1 0 0,-1-1-1 0 0,13-16-1910 0 0,18-27-8739 0 0,-19 20 4618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0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0 408 0 0,'-1'2'429'0'0,"0"-1"1"0"0,0 0-1 0 0,0 1 1 0 0,1-1-1 0 0,-1 1 1 0 0,0-1-1 0 0,1 1 1 0 0,-1-1-1 0 0,1 1 1 0 0,-1 0-1 0 0,1-1 0 0 0,-1 1 1 0 0,1 0-1 0 0,0-1 1 0 0,0 1-1 0 0,0 0 1 0 0,0-1-1 0 0,0 1 1 0 0,1 0-1 0 0,-1-1 0 0 0,0 1 1 0 0,2 3-1 0 0,-1-3-81 0 0,1 0-1 0 0,-1 1 1 0 0,1-1 0 0 0,0 0-1 0 0,0 0 1 0 0,0 1-1 0 0,0-2 1 0 0,0 1-1 0 0,1 0 1 0 0,-1 0-1 0 0,1-1 1 0 0,3 3-1 0 0,9 3 407 0 0,1-1 0 0 0,0 0 0 0 0,29 5 0 0 0,-31-7 225 0 0,1 0-543 0 0,13 3 283 0 0,0 0 0 0 0,0-2 1 0 0,43 3-1 0 0,-70-8-858 0 0,1 0 0 0 0,-1 0 0 0 0,0 0 1 0 0,1 0-1 0 0,-1-1 0 0 0,0 1 0 0 0,0-1 1 0 0,1 1-1 0 0,-1-1 0 0 0,0 1 0 0 0,0-1 1 0 0,0 0-1 0 0,0 0 0 0 0,0 1 0 0 0,0-1 1 0 0,0 0-1 0 0,0 0 0 0 0,0 0 0 0 0,0 0 1 0 0,0 0-1 0 0,-1 0 0 0 0,1 0 0 0 0,0-1 1 0 0,-1 1-1 0 0,1 0 0 0 0,-1 0 0 0 0,1-1 1 0 0,-1 1-1 0 0,1-2 0 0 0,3-35-9217 0 0,-4 37 9263 0 0,0-14-4686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34 220 0 0,'-13'3'7411'0'0,"22"-3"-2745"0"0,21-3-3120 0 0,127-27 1699 0 0,-156 30-3194 0 0,0-1 1 0 0,0 1-1 0 0,1-1 0 0 0,-1 1 1 0 0,0-1-1 0 0,0 1 0 0 0,1 0 0 0 0,-1 0 1 0 0,0-1-1 0 0,0 1 0 0 0,1 0 0 0 0,-1 0 1 0 0,0 0-1 0 0,0 1 0 0 0,1-1 0 0 0,-1 0 1 0 0,0 0-1 0 0,0 1 0 0 0,1-1 1 0 0,-1 0-1 0 0,0 1 0 0 0,0 0 0 0 0,0-1 1 0 0,0 1-1 0 0,2 1 0 0 0,-3-1 21 0 0,0 1 0 0 0,0-1 0 0 0,0 0 0 0 0,0 1 0 0 0,0-1-1 0 0,-1 1 1 0 0,1-1 0 0 0,0 0 0 0 0,-1 1 0 0 0,1-1 0 0 0,-1 0 0 0 0,0 0 0 0 0,1 1 0 0 0,-1-1 0 0 0,0 0 0 0 0,0 0-1 0 0,0 0 1 0 0,-1 1 0 0 0,-50 52 2064 0 0,-17 6 687 0 0,68-59-2227 0 0,2 0-590 0 0,0 0 1 0 0,0 0-1 0 0,0 0 0 0 0,1 0 1 0 0,-1 0-1 0 0,0 0 1 0 0,0 0-1 0 0,1-1 1 0 0,-1 1-1 0 0,0 0 1 0 0,1-1-1 0 0,-1 1 1 0 0,1-1-1 0 0,-1 0 0 0 0,0 1 1 0 0,1-1-1 0 0,-1 0 1 0 0,1 0-1 0 0,-1 0 1 0 0,1 0-1 0 0,-1 0 1 0 0,1 0-1 0 0,-1 0 1 0 0,1 0-1 0 0,1-1 0 0 0,1 0-12 0 0,69-10-2717 0 0,88-25 1 0 0,-132 26 67 0 0,-13-1-6011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39.8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1592 0 0,'0'0'4550'0'0,"14"16"-306"0"0,5 7-2439 0 0,2-1-1 0 0,1-1 1 0 0,44 34-1 0 0,6 6 102 0 0,-50-43-1529 0 0,-2 1 0 0 0,0 1-1 0 0,-1 0 1 0 0,-2 2 0 0 0,0 0-1 0 0,-1 1 1 0 0,-1 1-1 0 0,14 29 1 0 0,-20-32-212 0 0,-1 1 0 0 0,-1 1 0 0 0,-1 0-1 0 0,-1 0 1 0 0,0 0 0 0 0,-2 0 0 0 0,0 31 0 0 0,-3-39-154 0 0,0 0 1 0 0,-1 1 0 0 0,-1-1 0 0 0,-1 0 0 0 0,0 0-1 0 0,-1 0 1 0 0,0-1 0 0 0,-1 1 0 0 0,-1-1 0 0 0,0 0 0 0 0,-1 0-1 0 0,-13 18 1 0 0,15-25-85 0 0,0-1 0 0 0,-1 0-1 0 0,1 0 1 0 0,-1-1 0 0 0,0 0-1 0 0,-1 0 1 0 0,1 0-1 0 0,-1 0 1 0 0,0-1 0 0 0,0-1-1 0 0,-1 1 1 0 0,1-1 0 0 0,-1 0-1 0 0,0-1 1 0 0,-9 3 0 0 0,11-4-322 0 0,0 0 1 0 0,0-1-1 0 0,-1 1 0 0 0,1-1 1 0 0,0 0-1 0 0,0-1 1 0 0,-1 0-1 0 0,1 0 1 0 0,0 0-1 0 0,0 0 0 0 0,0-1 1 0 0,0 0-1 0 0,0-1 1 0 0,0 1-1 0 0,1-1 1 0 0,-1 0-1 0 0,1 0 1 0 0,0-1-1 0 0,-9-7 0 0 0,-11-15-5397 0 0,0-5 441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2.3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84 48 0 0,'0'0'1761'0'0,"14"6"14575"0"0,-17-10-16190 0 0,2 3-58 0 0,0 0-1 0 0,0 0 1 0 0,0 0-1 0 0,0 0 1 0 0,0 0-1 0 0,1 0 1 0 0,-1-1-1 0 0,0 1 1 0 0,1 0-1 0 0,-1 0 1 0 0,1 0-1 0 0,0-1 1 0 0,-1 1-1 0 0,1 0 1 0 0,0-1-1 0 0,0 1 1 0 0,-1-4 5517 0 0,-10-9-1999 0 0,11 12-3167 0 0,0-2-575 0 0,2-3-5130 0 0,4 3 5387 0 0,10-10-7564 0 0,-13 7 1885 0 0,-2-1-709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3.1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0 872 0 0,'0'0'21015'0'0,"-3"6"-19935"0"0,-2 4-578 0 0,0 0 0 0 0,1 0 0 0 0,1 1 0 0 0,0 0-1 0 0,0 0 1 0 0,1 0 0 0 0,1 0 0 0 0,-1 0 0 0 0,2 0-1 0 0,0 19 1 0 0,3 7 1339 0 0,14 73-1 0 0,0-67-1241 0 0,-12-34-599 0 0,-4-9-38 0 0,-1 0-1 0 0,1-1 1 0 0,0 1 0 0 0,-1 0 0 0 0,1-1-1 0 0,-1 1 1 0 0,1-1 0 0 0,-1 1 0 0 0,1 0-1 0 0,-1-1 1 0 0,1 0 0 0 0,-1 1 0 0 0,1-1-1 0 0,-1 1 1 0 0,0-1 0 0 0,1 1 0 0 0,-1-1-1 0 0,0 0 1 0 0,1 1 0 0 0,-1-1 0 0 0,0 0-1 0 0,0 1 1 0 0,0-1 0 0 0,0 0 0 0 0,1 1-1 0 0,-1-1 1 0 0,0 0 0 0 0,0 1 0 0 0,-1-2-1 0 0,2 0-230 0 0,0 0-1 0 0,-1 0 1 0 0,1 1-1 0 0,-1-1 1 0 0,0 0-1 0 0,0 0 0 0 0,0 0 1 0 0,0 0-1 0 0,0 0 1 0 0,0 0-1 0 0,0 0 1 0 0,0 1-1 0 0,-1-1 0 0 0,0-2 1 0 0,-9-6-2115 0 0,9 10 1784 0 0,0-1-1 0 0,0 1 1 0 0,-1-1 0 0 0,1 1 0 0 0,0-1-1 0 0,0 1 1 0 0,0 0 0 0 0,0 0-1 0 0,-1-1 1 0 0,1 1 0 0 0,0 0 0 0 0,0 0-1 0 0,0 0 1 0 0,0 0 0 0 0,-1 1-1 0 0,1-1 1 0 0,0 0 0 0 0,0 0 0 0 0,0 1-1 0 0,0-1 1 0 0,0 1 0 0 0,-1-1-1 0 0,1 1 1 0 0,-1 0 0 0 0,-11 7-5129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3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 46 740 0 0,'-9'1'2950'0'0,"3"0"1364"0"0,-3 0-2285 0 0,-13 1 847 0 0,7-2 7015 0 0,17 0-9820 0 0,-1 0-1 0 0,1 0 1 0 0,-1 0-1 0 0,1 0 1 0 0,-1 0-1 0 0,1 1 1 0 0,-1-1-1 0 0,1 0 1 0 0,-1 1-1 0 0,0 0 1 0 0,1-1-1 0 0,-1 1 1 0 0,1 0-1 0 0,1 1 1 0 0,23 8 607 0 0,26-7 97 0 0,1-3 0 0 0,-1-2-1 0 0,73-12 1 0 0,86-4 378 0 0,-120 20-230 0 0,-87-2-735 0 0,2-8-4184 0 0,4 0 636 0 0,-8-2-3189 0 0,-2-2 497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5.4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1 84 0 0,'0'0'6179'0'0,"-11"14"9874"0"0,27-19-10320 0 0,-1 2-9010 0 0,-12 3 3483 0 0,25 12 763 0 0,-25-8-852 0 0,1 0 0 0 0,-1 0 0 0 0,-1 1 0 0 0,1-1 0 0 0,0 1 0 0 0,-1 0 0 0 0,0-1 0 0 0,0 1 0 0 0,-1 0 0 0 0,1 0 0 0 0,-1 0 0 0 0,0 0 0 0 0,0 1 0 0 0,-1-1 0 0 0,1 0 0 0 0,-1 0 0 0 0,-1 1 0 0 0,1-1 0 0 0,-1 0 0 0 0,1 0 0 0 0,-1 0 0 0 0,-1 0 0 0 0,1 0 0 0 0,-1 0 0 0 0,0 0 0 0 0,0 0 0 0 0,0 0 0 0 0,-1-1 0 0 0,-3 6 0 0 0,-1-1 17 0 0,1 0 0 0 0,-2 0 0 0 0,1-1-1 0 0,-1 0 1 0 0,0 0 0 0 0,-1 0 0 0 0,0-1 0 0 0,0-1 0 0 0,0 0 0 0 0,-1 0 0 0 0,0 0 0 0 0,-18 6 0 0 0,19-9-102 0 0,-12 5 98 0 0,-44 9 0 0 0,60-16-167 0 0,-1 0 0 0 0,1 0 0 0 0,-1-1 0 0 0,0 0 0 0 0,1 0 0 0 0,-1 0 0 0 0,1-1 0 0 0,-1 1 0 0 0,0-2 0 0 0,1 1 0 0 0,-1 0 0 0 0,1-1 0 0 0,-7-3 0 0 0,11 4 5 0 0,0 1 1 0 0,-1-1 0 0 0,1 0 0 0 0,0 0 0 0 0,0 0 0 0 0,0 0 0 0 0,0 1 0 0 0,0-1 0 0 0,0-1 0 0 0,0 1 0 0 0,0 0 0 0 0,0 0 0 0 0,0 0 0 0 0,1 0 0 0 0,-1-1 0 0 0,0 1 0 0 0,1 0 0 0 0,-1-1 0 0 0,1 1 0 0 0,0 0 0 0 0,-1-1 0 0 0,1 1-1 0 0,0 0 1 0 0,0-1 0 0 0,0-1 0 0 0,0 0-16 0 0,1 0-1 0 0,-1-1 1 0 0,1 1-1 0 0,0 0 1 0 0,0 0-1 0 0,0 0 1 0 0,1 0-1 0 0,-1 0 0 0 0,1 0 1 0 0,3-4-1 0 0,1-1-21 0 0,-1 1-1 0 0,2 0 1 0 0,-1 1-1 0 0,1-1 0 0 0,0 1 1 0 0,0 0-1 0 0,10-5 1 0 0,-12 8 82 0 0,1 1 1 0 0,0 0-1 0 0,0 0 1 0 0,0 0-1 0 0,-1 1 0 0 0,1 0 1 0 0,1 0-1 0 0,-1 0 1 0 0,0 1-1 0 0,0 0 1 0 0,0 0-1 0 0,0 1 1 0 0,0 0-1 0 0,0 0 1 0 0,0 0-1 0 0,0 0 1 0 0,0 1-1 0 0,6 3 1 0 0,-1 0 158 0 0,0 0 0 0 0,0 1 0 0 0,-1 0 0 0 0,0 1 0 0 0,0 0 0 0 0,0 1 0 0 0,-1 0 0 0 0,10 11 0 0 0,22 27 845 0 0,-40-44-940 0 0,2 0 81 0 0,3 1-182 0 0,8-16 674 0 0,-4 1-2713 0 0,0 2 0 0 0,0-1 0 0 0,14-9 0 0 0,7-7-10648 0 0,-19 14 6075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6.0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202 13 724 0 0,'0'0'7855'0'0,"-15"-12"4238"0"0,5 24-11305 0 0,1 1 0 0 0,0 0 0 0 0,1 1 0 0 0,0 0 0 0 0,1 0 0 0 0,0 0 0 0 0,-8 30 0 0 0,-15 31 812 0 0,19-51-801 0 0,2-1-1 0 0,-12 47 1 0 0,8-23 80 0 0,3-21-2452 0 0,9-36-3064 0 0,1 4 3727 0 0,0 0-1 0 0,-1 0 1 0 0,1-1 0 0 0,-1 1 0 0 0,-1 0 0 0 0,-1-7 0 0 0,-2 0-2163 0 0,2 0-3407 0 0,-1 2 1015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46.2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53 208 0 0,'0'0'3876'0'0,"18"-24"1179"0"0,-13 20-4497 0 0,0 1-1 0 0,0 0 1 0 0,1 0 0 0 0,-1 0 0 0 0,1 1 0 0 0,0-1 0 0 0,0 1-1 0 0,0 1 1 0 0,0-1 0 0 0,0 1 0 0 0,0 0 0 0 0,0 1 0 0 0,12-1-1 0 0,-11 2-183 0 0,-1 0-1 0 0,1 0 1 0 0,-1 1-1 0 0,1 0 1 0 0,-1 0-1 0 0,1 0 0 0 0,-1 1 1 0 0,0 0-1 0 0,0 1 1 0 0,-1-1-1 0 0,7 5 1 0 0,1 3 119 0 0,-1 0 1 0 0,-1 1 0 0 0,0 0 0 0 0,0 1-1 0 0,-1 0 1 0 0,-1 1 0 0 0,0 0 0 0 0,-1 0-1 0 0,10 24 1 0 0,-10-21 1 0 0,-5-14-364 0 0,-2 1 1 0 0,1-1-1 0 0,0 0 1 0 0,-1 1-1 0 0,1 0 1 0 0,-1-1-1 0 0,0 1 1 0 0,0 0-1 0 0,0 6 1 0 0,-1-10-148 0 0,0 1 0 0 0,0-1 0 0 0,0 0 0 0 0,0 0 1 0 0,0 1-1 0 0,0-1 0 0 0,0 0 0 0 0,1 0 1 0 0,-1 1-1 0 0,0-1 0 0 0,0 0 0 0 0,0 0 1 0 0,0 1-1 0 0,0-1 0 0 0,1 0 0 0 0,-1 0 0 0 0,0 0 1 0 0,0 1-1 0 0,0-1 0 0 0,1 0 0 0 0,-1 0 1 0 0,0 0-1 0 0,0 0 0 0 0,0 0 0 0 0,1 1 0 0 0,-1-1 1 0 0,0 0-1 0 0,0 0 0 0 0,1 0 0 0 0,-1 0 1 0 0,0 0-1 0 0,1 0 0 0 0,-1 0 0 0 0,0 0 0 0 0,0 0 1 0 0,1 0-1 0 0,-1 0 0 0 0,0 0 0 0 0,0 0 1 0 0,1 0-1 0 0,-1 0 0 0 0,0 0 0 0 0,0 0 0 0 0,1 0 1 0 0,-1 0-1 0 0,0-1 0 0 0,0 1 0 0 0,1 0 1 0 0,-1 0-1 0 0,0 0 0 0 0,0 0 0 0 0,1-1 1 0 0,-1 1-1 0 0,0 0 0 0 0,0 0 0 0 0,0-1 0 0 0,15-9-1102 0 0,-14 10 1130 0 0,3-7-737 0 0,-1 1 0 0 0,0 0 0 0 0,0-1 0 0 0,0 0 0 0 0,-1 0 0 0 0,0 1-1 0 0,1-11 1 0 0,1-25-9259 0 0,-4 19 4142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3.3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457 10 1024 0 0,'0'0'13051'0'0,"-3"-10"-1243"0"0,-3 11-11538 0 0,1-1-1 0 0,-1 1 1 0 0,1 0-1 0 0,-1 1 1 0 0,1-1-1 0 0,0 1 1 0 0,0 0-1 0 0,0 0 1 0 0,0 1 0 0 0,0-1-1 0 0,0 1 1 0 0,1 0-1 0 0,-1 0 1 0 0,-3 5-1 0 0,-67 63-27 0 0,44-40 288 0 0,-78 85 588 0 0,29-27-244 0 0,2 7-1200 0 0,77-95-224 0 0,22-23-20425 0 0,-11 9 14880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3.9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5 820 0 0,'-7'-4'17776'0'0,"35"17"-16489"0"0,0 2 0 0 0,-1 1 0 0 0,45 35 0 0 0,72 74 664 0 0,-127-109-1683 0 0,10 7 702 0 0,0-2 0 0 0,49 29 0 0 0,-58-43 2633 0 0,-6-7-7189 0 0,-24-18-15522 0 0,3 12 13610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4.8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0 256 0 0,'0'0'5557'0'0,"-19"12"6042"0"0,19 153-5748 0 0,8-143-4463 0 0,-4-43-1358 0 0,0 1-1 0 0,2 0 1 0 0,0 0-1 0 0,15-31 1 0 0,7-4-261 0 0,-28 54 221 0 0,0 1 1 0 0,0-1 0 0 0,0 1 0 0 0,0-1-1 0 0,1 1 1 0 0,-1-1 0 0 0,0 1 0 0 0,0 0 0 0 0,1-1-1 0 0,-1 1 1 0 0,0-1 0 0 0,1 1 0 0 0,-1 0-1 0 0,0-1 1 0 0,1 1 0 0 0,-1 0 0 0 0,0-1 0 0 0,1 1-1 0 0,-1 0 1 0 0,1-1 0 0 0,-1 1 0 0 0,1 0-1 0 0,-1 0 1 0 0,1 0 0 0 0,-1 0 0 0 0,1-1 0 0 0,-1 1-1 0 0,1 0 1 0 0,-1 0 0 0 0,1 0 0 0 0,8 14 67 0 0,0 41 546 0 0,-6-36-315 0 0,-1-12-189 0 0,-1 0-1 0 0,1-1 1 0 0,1 1 0 0 0,-1-1 0 0 0,7 10 0 0 0,-8-15-134 0 0,0 1 0 0 0,0-1 0 0 0,0 0 1 0 0,0 0-1 0 0,0 0 0 0 0,1 0 0 0 0,-1 0 1 0 0,0 0-1 0 0,1 0 0 0 0,-1 0 0 0 0,1-1 1 0 0,-1 1-1 0 0,0 0 0 0 0,1-1 1 0 0,0 1-1 0 0,-1-1 0 0 0,1 0 0 0 0,-1 0 1 0 0,1 1-1 0 0,0-1 0 0 0,-1 0 0 0 0,1 0 1 0 0,-1 0-1 0 0,1-1 0 0 0,0 1 0 0 0,-1 0 1 0 0,3-1-1 0 0,-1 0-461 0 0,3 1-393 0 0,4 0 653 0 0,-3-5-2692 0 0,-1 1-773 0 0,1-8-9450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5.1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10 1152 0 0,'0'0'10975'0'0,"-4"4"-9869"0"0,-8 8-670 0 0,5-8 2697 0 0,20 17-1470 0 0,-8-20-1510 0 0,0 0 0 0 0,0 0-1 0 0,-1 0 1 0 0,1 0 0 0 0,0-1 0 0 0,0 1 0 0 0,0-1-1 0 0,0-1 1 0 0,0 1 0 0 0,9-3 0 0 0,61-14 308 0 0,-48 11-375 0 0,79-23-1039 0 0,-105 28 793 0 0,-4 4-1806 0 0,-4 3 2237 0 0,2-1-1905 0 0,28-19-11685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5.5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1 156 0 0,'1'2'17898'0'0,"2"11"-17456"0"0,-11 51 3045 0 0,6-56-3221 0 0,1 0 1 0 0,0 0 0 0 0,0 1-1 0 0,0-1 1 0 0,1 0-1 0 0,0 1 1 0 0,2 9 0 0 0,-2-14-139 0 0,1 1 1 0 0,0-1 0 0 0,0 1 0 0 0,1-1 0 0 0,-1 1 0 0 0,1-1 0 0 0,0 0 0 0 0,0 0 0 0 0,0 0 0 0 0,4 6 0 0 0,-4-9-144 0 0,-1 0 0 0 0,1 1 0 0 0,0-1 1 0 0,0 0-1 0 0,-1 0 0 0 0,1 0 0 0 0,0 0 0 0 0,0 0 0 0 0,0-1 1 0 0,0 1-1 0 0,0 0 0 0 0,0-1 0 0 0,0 0 0 0 0,0 1 0 0 0,1-1 1 0 0,-1 0-1 0 0,0 0 0 0 0,0 0 0 0 0,0 0 0 0 0,0-1 0 0 0,0 1 1 0 0,0-1-1 0 0,0 1 0 0 0,2-2 0 0 0,0 1-269 0 0,-1-1 0 0 0,0 0 0 0 0,0 0 0 0 0,0 0 0 0 0,0 0-1 0 0,0-1 1 0 0,-1 1 0 0 0,1-1 0 0 0,-1 0 0 0 0,1 1 0 0 0,-1-1 0 0 0,0 0 0 0 0,0-1 0 0 0,0 1 0 0 0,-1 0 0 0 0,1 0 0 0 0,-1-1-1 0 0,0 1 1 0 0,0-1 0 0 0,0 1 0 0 0,0-1 0 0 0,0-5 0 0 0,-1 8-962 0 0,-4-7-1850 0 0,0 0 1087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6.2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 51 1060 0 0,'-14'9'12056'0'0,"15"-2"-6627"0"0,1-5-5247 0 0,1-1 1 0 0,0 0 0 0 0,-1 1-1 0 0,1-1 1 0 0,0-1 0 0 0,0 1-1 0 0,0 0 1 0 0,0-1 0 0 0,4 1-1 0 0,50 2 1042 0 0,1-2-1 0 0,-1-3 1 0 0,78-12 0 0 0,-2 0-278 0 0,1009-14 3349 0 0,-1060 28-4031 0 0,90 4 1700 0 0,-159-4-1932 0 0,-7-4-36 0 0,-5 3-111 0 0,-6-1-5721 0 0,3 1 5556 0 0,-34-10-4219 0 0,7 6-6732 0 0,12 3 5157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7.1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7 124 84 0 0,'0'0'19012'0'0,"-1"6"-18181"0"0,-1-1-514 0 0,1 0 1 0 0,0 0-1 0 0,0 1 0 0 0,1-1 0 0 0,-1 0 1 0 0,1 0-1 0 0,0 1 0 0 0,1-1 0 0 0,-1 0 1 0 0,1 1-1 0 0,0-1 0 0 0,2 5 1 0 0,1 28 1515 0 0,-4-35-1707 0 0,0 1 0 0 0,0-1 0 0 0,0 0 0 0 0,0 1-1 0 0,1-1 1 0 0,-1 1 0 0 0,1-1 0 0 0,0 0 0 0 0,0 1 0 0 0,0-1-1 0 0,2 3 1 0 0,4 35 1129 0 0,-6-40-1102 0 0,10-18 156 0 0,-1 0-1 0 0,-1 0 0 0 0,8-21 1 0 0,-11 20-355 0 0,2 1 1 0 0,0-1-1 0 0,1 1 0 0 0,1 1 1 0 0,1-1-1 0 0,0 2 1 0 0,22-25-1 0 0,-15 19-42 0 0,-11 11 26 0 0,1 2 1 0 0,0-1-1 0 0,0 1 0 0 0,12-9 0 0 0,-19 16 32 0 0,0 1 29 0 0,-1-1 0 0 0,0 1 0 0 0,0 0 0 0 0,0 0-1 0 0,0-1 1 0 0,0 1 0 0 0,0 0 0 0 0,0 0 0 0 0,0 0 0 0 0,0 0-1 0 0,0-1 1 0 0,0 1 0 0 0,0 0 0 0 0,1 0 0 0 0,-1 0-1 0 0,0 0 1 0 0,0-1 0 0 0,0 1 0 0 0,0 0 0 0 0,0 0-1 0 0,1 0 1 0 0,-1 0 0 0 0,0 0 0 0 0,0 0 0 0 0,0-1 0 0 0,1 1-1 0 0,-1 0 1 0 0,0 0 0 0 0,0 0 0 0 0,0 0 0 0 0,1 0-1 0 0,-1 0 1 0 0,0 0 0 0 0,0 0 0 0 0,0 0 0 0 0,1 0 0 0 0,-1 0-1 0 0,0 0 1 0 0,0 0 0 0 0,0 0 0 0 0,1 0 0 0 0,-1 0-1 0 0,0 0 1 0 0,0 0 0 0 0,0 1 0 0 0,1-1 0 0 0,-1 0 0 0 0,0 0-1 0 0,0 0 1 0 0,0 0 0 0 0,0 0 0 0 0,1 0 0 0 0,-1 1-1 0 0,0-1 1 0 0,0 0 0 0 0,0 0 0 0 0,0 0 0 0 0,4 11 93 0 0,-1 0 1 0 0,-1 1 0 0 0,0-1 0 0 0,-1 0-1 0 0,0 1 1 0 0,-1-1 0 0 0,-1 16-1 0 0,3 37 469 0 0,1-31-249 0 0,-3-25-239 0 0,0 0 1 0 0,0 0 0 0 0,1 1 0 0 0,0-1-1 0 0,1 0 1 0 0,0 0 0 0 0,0 0 0 0 0,1 0-1 0 0,0 0 1 0 0,0-1 0 0 0,7 12 0 0 0,0 0 228 0 0,4 3 392 0 0,-13-21-620 0 0,6-10-3897 0 0,20-20-7968 0 0,-19 22 5308 0 0,-3 0 494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7.6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63 1276 0 0,'-7'11'11852'0'0,"19"-16"-5159"0"0,2-1-7396 0 0,210-47 4332 0 0,-216 52-3472 0 0,0-1 121 0 0,-1 1-1 0 0,1 0 1 0 0,0 0-1 0 0,0 1 0 0 0,9 0 1 0 0,-15 0 1885 0 0,5-2-420 0 0,-4 1-3176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21:58:58.5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1 944 0 0,'0'0'14883'0'0,"-1"6"-13648"0"0,0 7-325 0 0,1 1 1 0 0,0 0 0 0 0,1 0 0 0 0,0-1-1 0 0,1 1 1 0 0,1-1 0 0 0,4 15 0 0 0,6 12 621 0 0,-4-11-429 0 0,1-1 0 0 0,1 0 0 0 0,24 42 0 0 0,-21-51-515 0 0,-11-16-576 0 0,0 0 0 0 0,0 0 1 0 0,-1 0-1 0 0,0 0 1 0 0,1 1-1 0 0,-1-1 0 0 0,-1 1 1 0 0,1-1-1 0 0,0 1 0 0 0,-1-1 1 0 0,2 9-1 0 0,-2-12-340 0 0,0 0 0 0 0,0 0 0 0 0,-1 1-1 0 0,1-1 1 0 0,0 0 0 0 0,0 0 0 0 0,-1 0-1 0 0,1 0 1 0 0,0 0 0 0 0,0 0 0 0 0,-1-1 0 0 0,1 1-1 0 0,0 0 1 0 0,0 0 0 0 0,-1 0 0 0 0,1-1 0 0 0,0 1-1 0 0,0 0 1 0 0,-1-1 0 0 0,1 1 0 0 0,0-1 0 0 0,-1 1-1 0 0,1-1 1 0 0,-1 1 0 0 0,1-1 0 0 0,-1 1 0 0 0,1-1-1 0 0,-1 0 1 0 0,1 1 0 0 0,-1-1 0 0 0,1 1-1 0 0,-1-1 1 0 0,0 0 0 0 0,1 0 0 0 0,-1 1 0 0 0,0-1-1 0 0,0 0 1 0 0,0 0 0 0 0,1 1 0 0 0,-1-2 0 0 0,0-5-6320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3.7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131 504 992 0 0,'4'-11'10238'0'0,"-3"6"-4862"0"0,-3 9-1365 0 0,-21 41-2602 0 0,-29 59 1697 0 0,34-70-2262 0 0,14-28-668 0 0,0 0-1 0 0,1 0 1 0 0,0 0 0 0 0,0 0-1 0 0,1 1 1 0 0,-3 7-1 0 0,-11 31 1913 0 0,27-66-1837 0 0,113-172-19 0 0,-39 65-307 0 0,-50 74 9 0 0,2 2-1 0 0,62-67 1 0 0,-75 94 33 0 0,1 1 0 0 0,1 1-1 0 0,1 1 1 0 0,1 1 0 0 0,1 1 0 0 0,31-15-1 0 0,18 3 91 0 0,-77 32-44 0 0,0-1 1 0 0,-1 1-1 0 0,1 0 0 0 0,0 0 1 0 0,0-1-1 0 0,0 1 0 0 0,0 0 1 0 0,0 0-1 0 0,0 0 1 0 0,0 0-1 0 0,0 0 0 0 0,0 0 1 0 0,0 0-1 0 0,0 1 0 0 0,0-1 1 0 0,0 0-1 0 0,0 0 0 0 0,0 1 1 0 0,0-1-1 0 0,-1 1 0 0 0,1-1 1 0 0,0 1-1 0 0,0-1 0 0 0,0 1 1 0 0,-1-1-1 0 0,2 2 1 0 0,11 25 432 0 0,-11-18-310 0 0,-1 0 1 0 0,0 0-1 0 0,0 0 0 0 0,-1 16 1 0 0,-44 204 1343 0 0,1-6-1008 0 0,40-209-476 0 0,1-9 0 0 0,1 0 1 0 0,-1 0-1 0 0,1 0 1 0 0,1 0-1 0 0,-1 1 1 0 0,1-1-1 0 0,0 0 1 0 0,0 0-1 0 0,0 0 1 0 0,1 0-1 0 0,-1 0 1 0 0,1 0-1 0 0,1 0 1 0 0,2 7-1 0 0,-3-10-324 0 0,1-3-1393 0 0,-1 0 1531 0 0,0 0 0 0 0,0 0 0 0 0,0 0 0 0 0,0 0 0 0 0,-1 0 0 0 0,1 0 0 0 0,0 0 0 0 0,0 0 0 0 0,-1 0 0 0 0,1-1 0 0 0,-1 1 0 0 0,1 0 0 0 0,-1 0 0 0 0,0 0 0 0 0,1-1 0 0 0,-1 1 0 0 0,0 0 0 0 0,0-1 0 0 0,0 1 0 0 0,0 0 0 0 0,0 0 0 0 0,0-1 0 0 0,0 1 0 0 0,0 0 0 0 0,0-1 0 0 0,-1 1 0 0 0,1 0 0 0 0,-1-2 0 0 0,-6-41-14599 0 0,3 35 8963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3.9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1 240 0 0,'-7'3'16415'0'0,"6"-3"-16250"0"0,28 9 1794 0 0,44 6-643 0 0,107 4 792 0 0,-60-12-4809 0 0,-78-9-704 0 0,-14-4-4484 0 0,-14 4 3273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4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82 108 0 0,'0'0'20338'0'0,"-3"5"-19473"0"0,0 0-464 0 0,1 0 1 0 0,0 0 0 0 0,0 0-1 0 0,0 1 1 0 0,1-1 0 0 0,0 0 0 0 0,0 1-1 0 0,0-1 1 0 0,0 9 0 0 0,1-11-21 0 0,1-3-332 0 0,-1 1 0 0 0,0-1-1 0 0,0 1 1 0 0,0-1 0 0 0,1 1 0 0 0,-1-1-1 0 0,0 1 1 0 0,1-1 0 0 0,-1 1 0 0 0,0-1-1 0 0,1 1 1 0 0,-1-1 0 0 0,1 0 0 0 0,-1 1-1 0 0,0-1 1 0 0,1 0 0 0 0,-1 1 0 0 0,1-1-1 0 0,-1 0 1 0 0,1 1 0 0 0,-1-1 0 0 0,1 0-1 0 0,0 0 1 0 0,29-11-144 0 0,-2-2-1 0 0,1-1 1 0 0,-2-2-1 0 0,0 0 1 0 0,25-21-1 0 0,-36 25-89 0 0,-8 7 184 0 0,-1 0 0 0 0,0 0-1 0 0,0-1 1 0 0,-1 0-1 0 0,7-7 1 0 0,-12 12 1570 0 0,-3 8-1276 0 0,-1 4-88 0 0,0-1-1 0 0,2 1 1 0 0,-1 0-1 0 0,1 0 1 0 0,1 0-1 0 0,0 0 1 0 0,0 0 0 0 0,4 15-1 0 0,-4-23-194 0 0,1 0-1 0 0,-1 1 1 0 0,1-1-1 0 0,0 0 0 0 0,1 0 1 0 0,-1 0-1 0 0,0 0 1 0 0,1 0-1 0 0,0 0 1 0 0,-1-1-1 0 0,1 1 1 0 0,0 0-1 0 0,1-1 1 0 0,-1 1-1 0 0,0-1 1 0 0,1 0-1 0 0,-1 0 1 0 0,1 0-1 0 0,0 0 1 0 0,-1 0-1 0 0,1-1 1 0 0,0 1-1 0 0,0-1 1 0 0,0 0-1 0 0,0 0 1 0 0,1 0-1 0 0,-1 0 1 0 0,0 0-1 0 0,0-1 1 0 0,1 1-1 0 0,-1-1 1 0 0,0 0-1 0 0,0 0 1 0 0,5-1-1 0 0,-1 0-341 0 0,0 0 0 0 0,1 0 0 0 0,-1-1-1 0 0,0 0 1 0 0,1 0 0 0 0,-1-1 0 0 0,-1 0 0 0 0,1 0-1 0 0,7-5 1 0 0,18-20-4318 0 0,-30 26 3491 0 0,0-1 1 0 0,0 0-1 0 0,0 0 0 0 0,0 0 0 0 0,-1 0 1 0 0,1-1-1 0 0,-1 1 0 0 0,0 0 0 0 0,1-6 0 0 0,2-4-4793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7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0 684 0 0,'0'0'19445'0'0,"-1"7"-18489"0"0,-8 67 2925 0 0,1 113 0 0 0,7-186-4016 0 0,1-1-1 0 0,0 1 1 0 0,0-1-1 0 0,-1 1 1 0 0,1-1-1 0 0,0 1 1 0 0,0 0 0 0 0,0-1-1 0 0,0 1 1 0 0,0-1-1 0 0,0 1 1 0 0,0-1-1 0 0,0 1 1 0 0,0 0-1 0 0,0-1 1 0 0,0 1-1 0 0,1-1 1 0 0,-1 1-1 0 0,0-1 1 0 0,0 1-1 0 0,0-1 1 0 0,1 1 0 0 0,-1-1-1 0 0,0 1 1 0 0,1-1-1 0 0,-1 1 1 0 0,0-1-1 0 0,1 1 1 0 0,-1-1-1 0 0,1 1 1 0 0,-1-1-1 0 0,1 0 1 0 0,-1 1-1 0 0,1-1 1 0 0,-1 0-1 0 0,1 0 1 0 0,-1 1 0 0 0,1-1-1 0 0,-1 0 1 0 0,1 0-1 0 0,-1 0 1 0 0,1 1-1 0 0,0-1 1 0 0,-1 0-1 0 0,1 0 1 0 0,-1 0-1 0 0,1 0 1 0 0,-1 0-1 0 0,1 0 1 0 0,0 0-1 0 0,-1-1 1 0 0,1 1-1 0 0,-1 0 1 0 0,1 0 0 0 0,0 0-1 0 0,8-5-216 0 0,-7 3-266 0 0,-1 1 0 0 0,0-1 0 0 0,1 0 0 0 0,-1 0 0 0 0,0 0 0 0 0,0 0-1 0 0,0 0 1 0 0,0 0 0 0 0,-1 0 0 0 0,1 0 0 0 0,0 0 0 0 0,-1 0 0 0 0,1-3 0 0 0,0 1-2074 0 0,0-10-2688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4.91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33 1036 0 0,'-16'1'17756'0'0,"37"4"-17075"0"0,0-1-1 0 0,0-1 1 0 0,0 0 0 0 0,1-2 0 0 0,-1 0-1 0 0,30-4 1 0 0,-21 0-1936 0 0,-2-1-1 0 0,36-9 1 0 0,-25-2-5089 0 0,-28 10 1901 0 0,6-3-621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5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 1300 0 0,'0'0'1646'0'0,"-8"23"3317"0"0,2 24-772 0 0,2 0 1 0 0,3 66-1 0 0,1-70-2163 0 0,3-34-1369 0 0,1 8-68 0 0,-4-15-808 0 0,0-10-2602 0 0,-1-66-1003 0 0,-3 19-4746 0 0,2 29 3881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05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13 156 1196 0 0,'0'0'205'0'0,"-1"0"-1"0"0,0-1 0 0 0,1 1 1 0 0,-1 0-1 0 0,0-1 1 0 0,1 1-1 0 0,-1 0 1 0 0,0-1-1 0 0,1 1 1 0 0,-1-1-1 0 0,1 1 1 0 0,-1-1-1 0 0,1 1 0 0 0,-1-1 1 0 0,1 1-1 0 0,-1-1 1 0 0,1 1-1 0 0,0-1 1 0 0,-1 0-1 0 0,1 1 1 0 0,0-1-1 0 0,-1 0 1 0 0,1 1-1 0 0,0-1 0 0 0,0 0 1 0 0,0 0-1 0 0,0 1 1 0 0,0-1-1 0 0,0 0 1 0 0,0 1-1 0 0,0-1 1 0 0,0 0-1 0 0,0 0 1 0 0,0 1-1 0 0,0-2 0 0 0,28-17 3279 0 0,-26 18-3486 0 0,23-9 662 0 0,0 0-1 0 0,1 2 1 0 0,0 1-1 0 0,33-5 0 0 0,0-1 12 0 0,37-6 169 0 0,1 4 0 0 0,167-4-1 0 0,-253 19-774 0 0,-3-1-28 0 0,0 1-1 0 0,0-1 0 0 0,0 1 1 0 0,0 1-1 0 0,0 0 0 0 0,0 0 1 0 0,0 0-1 0 0,-1 1 0 0 0,13 4 1 0 0,-20-5-18 0 0,1-1 0 0 0,-1 1 0 0 0,1-1 0 0 0,-1 1 0 0 0,1-1 0 0 0,-1 1 0 0 0,0-1 0 0 0,1 1 0 0 0,-1 0 0 0 0,0-1 0 0 0,1 1 1 0 0,-1 0-1 0 0,0-1 0 0 0,0 1 0 0 0,1 0 0 0 0,-1-1 0 0 0,0 1 0 0 0,0 0 0 0 0,0-1 0 0 0,0 1 0 0 0,0 0 0 0 0,0-1 0 0 0,0 1 0 0 0,0 0 0 0 0,0-1 0 0 0,-1 1 0 0 0,1 0 1 0 0,0-1-1 0 0,0 1 0 0 0,0 0 0 0 0,-1-1 0 0 0,1 1 0 0 0,0 0 0 0 0,-1-1 0 0 0,1 1 0 0 0,-1-1 0 0 0,1 1 0 0 0,-1-1 0 0 0,1 1 0 0 0,-1-1 0 0 0,1 1 0 0 0,-1-1 0 0 0,1 1 1 0 0,-1-1-1 0 0,1 0 0 0 0,-1 1 0 0 0,-1-1 0 0 0,-34 23 563 0 0,30-20-378 0 0,-149 75 2286 0 0,42-24-443 0 0,112-53-2013 0 0,-1-1 0 0 0,1 1 1 0 0,-1 0-1 0 0,0 0 1 0 0,1 1-1 0 0,0-1 1 0 0,-1 0-1 0 0,1 0 1 0 0,0 1-1 0 0,-1-1 0 0 0,1 0 1 0 0,0 1-1 0 0,0-1 1 0 0,0 1-1 0 0,0 0 1 0 0,1-1-1 0 0,-1 1 0 0 0,0 0 1 0 0,1 0-1 0 0,-2 3 1 0 0,2-3-26 0 0,33 17 40 0 0,-25-16-49 0 0,0-1-1 0 0,0 1 1 0 0,0-2 0 0 0,0 1 0 0 0,16 0 0 0 0,6 3 3 0 0,38 11 32 0 0,-36-10 111 0 0,0 1 1 0 0,0 2-1 0 0,-1 1 0 0 0,0 2 1 0 0,-1 0-1 0 0,46 28 0 0 0,-74-39-103 0 0,0 0-1 0 0,0 0 1 0 0,0 1-1 0 0,0-1 0 0 0,-1 1 1 0 0,1-1-1 0 0,0 1 1 0 0,-1 0-1 0 0,1 0 0 0 0,-1 0 1 0 0,1 0-1 0 0,-1 0 1 0 0,0 0-1 0 0,0 0 0 0 0,0 0 1 0 0,0 0-1 0 0,0 1 1 0 0,-1-1-1 0 0,1 0 0 0 0,-1 1 1 0 0,1-1-1 0 0,-1 0 1 0 0,0 1-1 0 0,0 3 0 0 0,-1-2 43 0 0,0 0 0 0 0,-1 0 0 0 0,1 0-1 0 0,-1 0 1 0 0,0 0 0 0 0,0 0-1 0 0,0-1 1 0 0,-1 1 0 0 0,1-1 0 0 0,-1 1-1 0 0,0-1 1 0 0,-5 5 0 0 0,-8 6 193 0 0,0-1 0 0 0,-1-1 0 0 0,-1 0 0 0 0,-25 12 0 0 0,8-6 130 0 0,-1-2 0 0 0,-54 18 0 0 0,79-31-348 0 0,0 0 1 0 0,0 0-1 0 0,0-1 1 0 0,0-1-1 0 0,0 0 1 0 0,-1 0-1 0 0,1-1 0 0 0,0 0 1 0 0,-1-1-1 0 0,1-1 1 0 0,0 1-1 0 0,0-2 1 0 0,-16-5-1 0 0,22 6-330 0 0,0 0 1 0 0,0-1-1 0 0,1 0 0 0 0,-1 0 0 0 0,0 0 0 0 0,1-1 0 0 0,0 1 0 0 0,-5-6 0 0 0,7 7-360 0 0,1 0 0 0 0,0 0 0 0 0,0 1 0 0 0,-1-1 0 0 0,1 0-1 0 0,0 0 1 0 0,0 0 0 0 0,1 0 0 0 0,-1 0 0 0 0,0 0 0 0 0,1 0 0 0 0,-1-1 0 0 0,1 1-1 0 0,0-2 1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1.7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401 21 212 0 0,'22'-20'30406'0'0,"-24"20"-29723"0"0,-44 21-190 0 0,1 2 0 0 0,-74 52 0 0 0,18-10-506 0 0,74-51 13 0 0,18-11 0 0 0,1 2 0 0 0,-1-1 0 0 0,1 1 0 0 0,0 0 0 0 0,1 1 0 0 0,-1 0 0 0 0,-9 10 0 0 0,11-8 0 0 0,5-7 0 0 0,1 0 0 0 0,-1 0 0 0 0,1 0 0 0 0,0 0 0 0 0,0 0 0 0 0,0 0 0 0 0,-1 1 0 0 0,1-1 0 0 0,0 0 0 0 0,0 0 0 0 0,1 0 0 0 0,-1 0 0 0 0,0 0 0 0 0,0 0 0 0 0,0 0 0 0 0,1 0 0 0 0,-1 0 0 0 0,0 0 0 0 0,1 0 0 0 0,-1 0 0 0 0,1 0 0 0 0,-1-1 0 0 0,1 1 0 0 0,0 0 0 0 0,-1 0 0 0 0,1 0 0 0 0,0-1 0 0 0,-1 1 0 0 0,1 0 0 0 0,0-1 0 0 0,0 1 0 0 0,0 0 0 0 0,0-1 0 0 0,0 1 0 0 0,-1-1 0 0 0,1 1 0 0 0,0-1 0 0 0,0 0 0 0 0,2 1 0 0 0,-2-1 0 0 0,50 19 0 0 0,2-2 0 0 0,0-3 0 0 0,95 14 0 0 0,-144-27 0 0 0,312 33 0 0 0,-237-32 0 0 0,-64-2 0 0 0,-5-1-8 0 0,-4 1-381 0 0,-2 2 6 0 0,-2-2 116 0 0,0 1-872 0 0,4 2-3355 0 0,-2 0 1841 0 0,16-4-15869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4.8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91 415 128 0 0,'0'0'1953'0'0,"-24"41"4410"0"0,13 14 1783 0 0,-8-20-4315 0 0,-15 33 160 0 0,31-64-1734 0 0,5-11-918 0 0,11-33-555 0 0,21-56-761 0 0,-4 27 77 0 0,2 1 0 0 0,4 2 0 0 0,73-102 0 0 0,-91 145-61 0 0,35-36 0 0 0,-34 40-11 0 0,-19 19-27 0 0,0 0 0 0 0,1-1 0 0 0,-1 1 0 0 0,0 0 0 0 0,1 0 0 0 0,-1-1 0 0 0,1 1 0 0 0,-1 0 0 0 0,1 0 0 0 0,-1 0 0 0 0,1-1 0 0 0,-1 1 0 0 0,1 0 0 0 0,-1 0 0 0 0,1 0 0 0 0,-1 0-1 0 0,1 0 1 0 0,-1 0 0 0 0,1 0 0 0 0,-1 0 0 0 0,1 0 0 0 0,-1 0 0 0 0,0 0 0 0 0,1 1 0 0 0,-1-1 0 0 0,1 0 0 0 0,-1 0 0 0 0,1 0 0 0 0,-1 1 0 0 0,1-1 0 0 0,-1 0 0 0 0,0 0 0 0 0,1 1 0 0 0,-1-1 0 0 0,1 0-1 0 0,0 1 1 0 0,10 13 39 0 0,-11-13-37 0 0,7 11 67 0 0,-2 0 0 0 0,0 0 1 0 0,0 1-1 0 0,-2 0 0 0 0,1 0 1 0 0,-1 0-1 0 0,-1 0 0 0 0,-1 0 1 0 0,1 1-1 0 0,-3 22 0 0 0,4 15 151 0 0,1 48 207 0 0,-3-64-228 0 0,0-1 0 0 0,10 52 0 0 0,-5-30 51 0 0,-6-48-198 0 0,1 0 1 0 0,-1-1 0 0 0,1 1 0 0 0,1 0 0 0 0,-1 0 0 0 0,1 0 0 0 0,0-1 0 0 0,1 1 0 0 0,0-1-1 0 0,4 8 1 0 0,11 29 52 0 0,-16-43-264 0 0,-6-13-15540 0 0,-2-5 13779 0 0,-3 3-3815 0 0,4 7 753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5.1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26 172 0 0,'-8'0'526'0'0,"-93"-3"5189"0"0,37-9 4514 0 0,71 10-3952 0 0,22 3-4995 0 0,8-1-712 0 0,50-2 930 0 0,-54 2-2137 0 0,64-7 1 0 0,-57 11-4431 0 0,-30-2-6119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5.7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58 392 0 0,'0'0'12967'0'0,"0"4"-12156"0"0,0 15 350 0 0,4 46 2068 0 0,-3-61-3069 0 0,0 0 0 0 0,0 0 0 0 0,0 0 0 0 0,0-1 1 0 0,1 1-1 0 0,0 0 0 0 0,0-1 0 0 0,0 1 0 0 0,0-1 0 0 0,1 0 0 0 0,-1 0 1 0 0,1 0-1 0 0,0 0 0 0 0,3 3 0 0 0,-4-4-111 0 0,0-1 1 0 0,1 0-1 0 0,-1 0 1 0 0,0 0-1 0 0,0 0 1 0 0,0-1-1 0 0,1 1 1 0 0,-1-1-1 0 0,0 1 1 0 0,1-1-1 0 0,-1 0 1 0 0,0 0-1 0 0,1 0 1 0 0,-1 0-1 0 0,0 0 1 0 0,5-1-1 0 0,34-12 237 0 0,-26 6-336 0 0,0-2-1 0 0,-1 1 0 0 0,0-2 0 0 0,-1 0 0 0 0,21-19 0 0 0,-26 22 12 0 0,0-1 1 0 0,-1 0-1 0 0,0-1 0 0 0,0 0 0 0 0,-1 0 0 0 0,0 0 0 0 0,-1-1 1 0 0,0 0-1 0 0,5-14 0 0 0,-10 23 162 0 0,0 0 1 0 0,0 0 0 0 0,1 0-1 0 0,-1 0 1 0 0,0 0-1 0 0,0 0 1 0 0,1 0-1 0 0,-1 0 1 0 0,0 0-1 0 0,1 0 1 0 0,-1 1-1 0 0,1-1 1 0 0,-1 0-1 0 0,1 0 1 0 0,0 0-1 0 0,-1 1 1 0 0,1-1-1 0 0,0 0 1 0 0,-1 1-1 0 0,1-1 1 0 0,0 1-1 0 0,1-2 1 0 0,-1 3-63 0 0,0-1 0 0 0,-1 1 0 0 0,1-1 0 0 0,0 1 0 0 0,-1-1 0 0 0,1 1 0 0 0,0-1 0 0 0,-1 1 0 0 0,1 0 0 0 0,-1-1 0 0 0,1 1 0 0 0,-1 0 0 0 0,1 0 0 0 0,-1-1 1 0 0,0 1-1 0 0,1 0 0 0 0,-1 0 0 0 0,0 0 0 0 0,1 1 0 0 0,14 62 880 0 0,-13-50-206 0 0,27 77 1460 0 0,-29-89-2135 0 0,1 0-1 0 0,-1 1 0 0 0,1-1 0 0 0,0 0 0 0 0,0 1 0 0 0,0-1 0 0 0,0 0 1 0 0,0 0-1 0 0,0 0 0 0 0,1 0 0 0 0,-1 0 0 0 0,1 0 0 0 0,-1 0 0 0 0,1 0 1 0 0,0-1-1 0 0,0 1 0 0 0,0 0 0 0 0,-1-1 0 0 0,2 0 0 0 0,-1 1 0 0 0,0-1 1 0 0,0 0-1 0 0,0 0 0 0 0,0 0 0 0 0,1-1 0 0 0,-1 1 0 0 0,4 0 1 0 0,-3 0 127 0 0,11-3 512 0 0,-5 4-1010 0 0,12 0-7462 0 0,-20-2 7132 0 0,0 0 0 0 0,0-1 0 0 0,0 1 0 0 0,0 0 0 0 0,0 0 0 0 0,0 0 0 0 0,0-1-1 0 0,-1 1 1 0 0,1 0 0 0 0,0-1 0 0 0,0 1 0 0 0,0-1 0 0 0,0 1 0 0 0,-1-1-1 0 0,1 1 1 0 0,0-1 0 0 0,-1 0 0 0 0,1 1 0 0 0,0-1 0 0 0,-1 0 0 0 0,1-1 0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6.2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0 796 0 0,'0'0'5957'0'0,"-19"2"5098"0"0,14 160-2977 0 0,0-128-7178 0 0,4-30-768 0 0,0 1 0 0 0,0 0-1 0 0,0 0 1 0 0,1-1 0 0 0,-1 1 0 0 0,1 0 0 0 0,0 0 0 0 0,0 0-1 0 0,1 0 1 0 0,0 0 0 0 0,1 7 0 0 0,3 42 386 0 0,-4-51-673 0 0,-1 4 400 0 0,1-4-3071 0 0,4-12-7163 0 0,3-6 9343 0 0,-5-1-7175 0 0,-3 2 3495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6.56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20 760 0 0,'-7'4'16266'0'0,"14"0"-15873"0"0,1-1 0 0 0,0 0 0 0 0,0-1 0 0 0,0 0 0 0 0,0 0 0 0 0,0-1 0 0 0,0 0 0 0 0,0 0 0 0 0,16-1 0 0 0,88-9 2046 0 0,-79 5-1876 0 0,218-23 3859 0 0,-244 26-5717 0 0,-1 0 3572 0 0,-3 1-1096 0 0,0 0-3972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19.6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63 1 1224 0 0,'0'0'15638'0'0,"-4"4"-14694"0"0,0 2-579 0 0,0 0 0 0 0,0 1 0 0 0,1 0 0 0 0,-1-1 0 0 0,2 1 0 0 0,-1 0 0 0 0,1 0 0 0 0,0 1 0 0 0,-2 14 0 0 0,-8 81 2284 0 0,10-84-2228 0 0,-3 25 440 0 0,2-29-621 0 0,1 0-1 0 0,1 0 1 0 0,0 0 0 0 0,1 0-1 0 0,0 0 1 0 0,2 0-1 0 0,3 18 1 0 0,-1-1 15 0 0,-3-23-5622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20.2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14 171 1192 0 0,'-10'-3'5125'0'0,"7"-5"4825"0"0,37-13-8996 0 0,2 3 0 0 0,0 1 0 0 0,1 1-1 0 0,71-18 1 0 0,-67 22-617 0 0,8-2 229 0 0,60-9 1 0 0,-95 21-431 0 0,1 1 1 0 0,-1 0-1 0 0,1 1 1 0 0,-1 0-1 0 0,1 1 1 0 0,-1 1-1 0 0,1 0 1 0 0,25 8-1 0 0,-39-9-120 0 0,-1-1 0 0 0,1 0 0 0 0,0 1 1 0 0,-1 0-1 0 0,1-1 0 0 0,-1 1 0 0 0,1-1 0 0 0,-1 1 0 0 0,0 0 0 0 0,1-1 0 0 0,-1 1 0 0 0,1 0 0 0 0,-1-1 1 0 0,0 1-1 0 0,0 0 0 0 0,1-1 0 0 0,-1 1 0 0 0,0 0 0 0 0,0 0 0 0 0,0-1 0 0 0,0 1 0 0 0,0 0 0 0 0,0 0 1 0 0,0 0-1 0 0,0-1 0 0 0,0 1 0 0 0,0 0 0 0 0,-1 0 0 0 0,1-1 0 0 0,0 1 0 0 0,0 0 0 0 0,-1 0 0 0 0,-11 25 531 0 0,-8-5 34 0 0,0 0 1 0 0,-1-2-1 0 0,-36 26 0 0 0,-19 18 925 0 0,68-56-1202 0 0,3-3-198 0 0,1-1 1 0 0,0 1-1 0 0,0-1 1 0 0,0 1-1 0 0,0 0 1 0 0,1 1-1 0 0,0-1 1 0 0,0 1 0 0 0,-3 5-1 0 0,6-9-99 0 0,1 0-1 0 0,-1 0 1 0 0,1 0 0 0 0,-1 1-1 0 0,1-1 1 0 0,0 0-1 0 0,0 0 1 0 0,-1 0 0 0 0,1 0-1 0 0,0 0 1 0 0,0 0-1 0 0,0 0 1 0 0,0 0 0 0 0,0 0-1 0 0,0-1 1 0 0,0 1 0 0 0,1 0-1 0 0,-1-1 1 0 0,0 1-1 0 0,0 0 1 0 0,1-1 0 0 0,-1 0-1 0 0,0 1 1 0 0,0-1-1 0 0,1 0 1 0 0,1 1 0 0 0,45 6 81 0 0,-35-5-66 0 0,-2 0-11 0 0,19 3 4 0 0,0 1-1 0 0,0 1 0 0 0,37 16 0 0 0,-60-21-14 0 0,0 1-1 0 0,-1 0 1 0 0,0 0-1 0 0,0 0 1 0 0,0 1-1 0 0,0 0 1 0 0,0 0-1 0 0,-1 1 1 0 0,0 0-1 0 0,0 0 0 0 0,0 0 1 0 0,0 0-1 0 0,-1 1 1 0 0,0 0-1 0 0,0 0 1 0 0,-1 0-1 0 0,1 0 1 0 0,-1 0-1 0 0,-1 1 1 0 0,4 10-1 0 0,-5-14 12 0 0,0 1 0 0 0,-1 0 0 0 0,0 0 0 0 0,1 0 0 0 0,-1 1 0 0 0,-1-1 0 0 0,1 0 0 0 0,0 0 0 0 0,-1 0 0 0 0,0-1 0 0 0,0 1 0 0 0,0 0 0 0 0,-1 0 0 0 0,1 0 0 0 0,-1-1 0 0 0,0 1 0 0 0,0-1 0 0 0,-3 5 0 0 0,0-2 15 0 0,0-1-1 0 0,0 1 1 0 0,-1-1 0 0 0,0 0 0 0 0,0-1 0 0 0,0 1-1 0 0,0-1 1 0 0,-1 0 0 0 0,-7 3 0 0 0,-14 4 122 0 0,0-1 1 0 0,-1-1 0 0 0,-51 8-1 0 0,78-16-138 0 0,-24 4 176 0 0,-1-1 1 0 0,1-1-1 0 0,-1-2 1 0 0,0 0-1 0 0,0-2 1 0 0,-48-6-1 0 0,75 7-244 0 0,0 0-1 0 0,0 0 1 0 0,0 0-1 0 0,0 0 1 0 0,0 0-1 0 0,-1 0 1 0 0,1 0-1 0 0,0 0 1 0 0,0 0-1 0 0,0 0 0 0 0,0-1 1 0 0,0 1-1 0 0,0 0 1 0 0,0 0-1 0 0,-1 0 1 0 0,1 0-1 0 0,0 0 1 0 0,0 0-1 0 0,0 0 1 0 0,0 0-1 0 0,0 0 1 0 0,0 0-1 0 0,0 0 0 0 0,0 0 1 0 0,0-1-1 0 0,-1 1 1 0 0,1 0-1 0 0,0 0 1 0 0,0 0-1 0 0,0 0 1 0 0,0 0-1 0 0,0 0 1 0 0,0 0-1 0 0,0 0 1 0 0,0-1-1 0 0,0 1 1 0 0,0 0-1 0 0,0 0 0 0 0,0 0 1 0 0,0 0-1 0 0,0 0 1 0 0,0 0-1 0 0,0-1 1 0 0,0 1-1 0 0,0 0 1 0 0,0 0-1 0 0,0 0 1 0 0,0 0-1 0 0,0 0 1 0 0,0 0-1 0 0,0 0 0 0 0,0-1 1 0 0,0 1-1 0 0,1 0 1 0 0,-1 0-1 0 0,0 0 1 0 0,0 0-1 0 0,0 0 1 0 0,0 0-1 0 0,0 0 1 0 0,0 0-1 0 0,0 0 1 0 0,0-1-1 0 0,0 1 1 0 0,1 0-1 0 0,12-8-1091 0 0,20-7-1571 0 0,25 5-5899 0 0,-40 7 2993 0 0,2-1-418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20.7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60 98 1852 0 0,'0'0'4009'0'0,"-4"-1"-2059"0"0,2 0-2057 0 0,-10-2 2017 0 0,-2 3 5063 0 0,3 12-998 0 0,7 4-5841 0 0,-7 27 2663 0 0,10-34-2409 0 0,1-7-251 0 0,0 0 1 0 0,0 0-1 0 0,0-1 1 0 0,0 1 0 0 0,0 0-1 0 0,0 0 1 0 0,1 0-1 0 0,-1 0 1 0 0,1-1 0 0 0,-1 1-1 0 0,1 0 1 0 0,0-1-1 0 0,-1 1 1 0 0,2 2 0 0 0,0-2 28 0 0,2-3-24 0 0,9-6-196 0 0,1 1 0 0 0,-1-2 0 0 0,0 0-1 0 0,0 0 1 0 0,-1-1 0 0 0,0-1 0 0 0,-1 0-1 0 0,19-22 1 0 0,30-23-371 0 0,-42 36 446 0 0,17-12 1121 0 0,-33 33-1063 0 0,1 1 0 0 0,-1-1-1 0 0,0 1 1 0 0,0-1 0 0 0,0 1-1 0 0,0 0 1 0 0,-1 0 0 0 0,1 0-1 0 0,1 5 1 0 0,1 0 122 0 0,9 14 51 0 0,-5-7-96 0 0,1 0 0 0 0,0-1 0 0 0,1 0 1 0 0,1-1-1 0 0,0 0 0 0 0,24 22 0 0 0,-22-26-71 0 0,1 1-1 0 0,0-1 1 0 0,0-1-1 0 0,1-1 1 0 0,0 0-1 0 0,0-1 1 0 0,21 6 0 0 0,-26-9-445 0 0,1-1 0 0 0,0 0 1 0 0,0 0-1 0 0,0-1 0 0 0,-1-1 1 0 0,1 0-1 0 0,0 0 1 0 0,0-1-1 0 0,0 0 0 0 0,0-1 1 0 0,20-6-1 0 0,-16-6-1776 0 0,-7 4-4909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4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 1 1480 0 0,'0'0'13070'0'0,"-2"5"-11809"0"0,-7 18 559 0 0,1 0-1 0 0,2 1 0 0 0,0 0 0 0 0,1 0 0 0 0,-1 30 0 0 0,6-47-1361 0 0,1 1 1 0 0,0-1 0 0 0,0 0 0 0 0,1 0-1 0 0,4 11 1 0 0,-6-18-433 0 0,0 1 0 0 0,0-1 0 0 0,1 1 0 0 0,-1-1 0 0 0,0 0 0 0 0,1 1 0 0 0,-1-1 0 0 0,0 0 0 0 0,1 1 0 0 0,-1-1 0 0 0,1 0 0 0 0,-1 1 0 0 0,0-1 0 0 0,1 0 0 0 0,-1 0 0 0 0,1 0 0 0 0,-1 1 0 0 0,1-1-1 0 0,-1 0 1 0 0,1 0 0 0 0,-1 0 0 0 0,1 0 0 0 0,-1 0 0 0 0,1 0 0 0 0,-1 0 0 0 0,1 0 0 0 0,-1 0 0 0 0,1 0 0 0 0,-1 0 0 0 0,1 0 0 0 0,-1 0 0 0 0,1 0 0 0 0,-1-1 0 0 0,0 1 0 0 0,1 0 0 0 0,0-1 0 0 0,15-9 360 0 0,-14 9-449 0 0,11-8 65 0 0,-1-1 0 0 0,0-1-1 0 0,-1 0 1 0 0,15-18 0 0 0,28-26-377 0 0,11 1-70 0 0,-64 53 596 0 0,19 12 223 0 0,-18-10-315 0 0,0 1-1 0 0,-1 0 1 0 0,1 0-1 0 0,-1 0 1 0 0,1-1-1 0 0,-1 1 1 0 0,1 1 0 0 0,-1-1-1 0 0,0 0 1 0 0,0 0-1 0 0,0 0 1 0 0,1 5-1 0 0,5 9 283 0 0,17 26 496 0 0,-16-28-778 0 0,0-1 0 0 0,0 1-1 0 0,2-1 1 0 0,0-1-1 0 0,20 20 1 0 0,-22-23-59 0 0,-5 0 0 0 0,2-2 0 0 0,0 0-85 0 0,-4-6-571 0 0,2-4-1052 0 0,25-27-5374 0 0,-12 13-3274 0 0,-4 4 3113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7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1208 0 0,'0'0'6470'0'0,"6"8"-3974"0"0,-5-2 2503 0 0,-6 76 3274 0 0,2-54-6259 0 0,2 1 0 0 0,3 49 0 0 0,9 19 935 0 0,-10-93-3052 0 0,-1-1 0 0 0,1 0 0 0 0,-1 0 0 0 0,1 0 0 0 0,0 0-1 0 0,0 0 1 0 0,1 0 0 0 0,-1 0 0 0 0,1-1 0 0 0,2 4 0 0 0,-4-5 14 0 0,0-1 1 0 0,1 0-1 0 0,-1 0 1 0 0,0 0-1 0 0,1 0 0 0 0,-1 0 1 0 0,0 0-1 0 0,1 0 1 0 0,-1 0-1 0 0,0 0 0 0 0,1 0 1 0 0,-1 0-1 0 0,1 0 0 0 0,-1 0 1 0 0,0 0-1 0 0,1 0 1 0 0,-1 0-1 0 0,0-1 0 0 0,1 1 1 0 0,-1 0-1 0 0,0 0 1 0 0,1 0-1 0 0,-1-1 0 0 0,0 1 1 0 0,0 0-1 0 0,1 0 1 0 0,-1-1-1 0 0,0 1 0 0 0,0 0 1 0 0,1 0-1 0 0,-1-1 0 0 0,0 1 1 0 0,0 0-1 0 0,0-1 1 0 0,0 1-1 0 0,1 0 0 0 0,-1-1 1 0 0,0 1-1 0 0,0 0 1 0 0,0-1-1 0 0,0 1 0 0 0,0 0 1 0 0,0-1-1 0 0,3-6-1144 0 0,-1 0 1 0 0,0 0-1 0 0,-1 0 1 0 0,1-1-1 0 0,-1-7 0 0 0,5-17-8664 0 0,-5 18 4214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7.97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40 12 284 0 0,'-39'10'14847'0'0,"53"-9"-11044"0"0,87-3-1049 0 0,-8-2-1341 0 0,-39 3-2958 0 0,-1-5-6110 0 0,-48 4 2393 0 0,5-5 403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8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1112 0 0,'3'1'688'0'0,"0"0"0"0"0,0 0 0 0 0,0 1 0 0 0,-1-1 0 0 0,1 1 0 0 0,0-1 0 0 0,-1 1 0 0 0,0 0 0 0 0,1 0 0 0 0,-1 0 0 0 0,2 3-1 0 0,19 31 3785 0 0,-17-21-3409 0 0,-1 0-1 0 0,-1 1 1 0 0,4 21-1 0 0,-3 4 864 0 0,0 72 0 0 0,-5-110-2365 0 0,-3-8-3513 0 0,-15-25 1097 0 0,4 3-3863 0 0,3 9 2233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8.7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9 132 212 0 0,'-8'-18'13093'0'0,"15"13"-12568"0"0,0 0-1 0 0,0 1 0 0 0,0 0 1 0 0,1 0-1 0 0,0 1 0 0 0,-1 0 1 0 0,16-3-1 0 0,71-13 1392 0 0,-36 8-1067 0 0,50-8 1260 0 0,191-10 1 0 0,-298 28-2052 0 0,0 1 1 0 0,0 0 0 0 0,0-1 0 0 0,1 1 0 0 0,-1 0-1 0 0,0 0 1 0 0,0 0 0 0 0,0 0 0 0 0,0 0 0 0 0,0 0-1 0 0,1 0 1 0 0,-1 1 0 0 0,0-1 0 0 0,0 0 0 0 0,0 1-1 0 0,0-1 1 0 0,0 0 0 0 0,0 1 0 0 0,0-1 0 0 0,0 1-1 0 0,0 0 1 0 0,0-1 0 0 0,0 1 0 0 0,0 0 0 0 0,0 0-1 0 0,1 1 1 0 0,-3-1 30 0 0,1 0-1 0 0,0 1 1 0 0,0-1-1 0 0,-1 0 1 0 0,1 1 0 0 0,-1-1-1 0 0,1 0 1 0 0,-1 0-1 0 0,0 1 1 0 0,1-1-1 0 0,-1 0 1 0 0,0 0 0 0 0,0 0-1 0 0,0 0 1 0 0,0 0-1 0 0,0 0 1 0 0,-2 1-1 0 0,-59 45 1875 0 0,61-46-1947 0 0,-59 34 1140 0 0,37-22-629 0 0,0 0 0 0 0,-31 26 1 0 0,34-26-261 0 0,16-11-255 0 0,0 1 0 0 0,0-1-1 0 0,1 1 1 0 0,-1-1 0 0 0,1 1 0 0 0,-1 0 0 0 0,1 1-1 0 0,0-1 1 0 0,-4 7 0 0 0,0-1-12 0 0,3 0 0 0 0,4-8 0 0 0,0 1 0 0 0,-1-1 0 0 0,1 0 0 0 0,0 0 0 0 0,0 0 0 0 0,0 0 0 0 0,0 0 0 0 0,0 0 0 0 0,0 0 0 0 0,0 0 0 0 0,0 0 0 0 0,1 0 0 0 0,-1 1 0 0 0,0-1 0 0 0,1 0 0 0 0,-1 0 0 0 0,1 0 0 0 0,-1 0 0 0 0,1 0 0 0 0,-1-1 0 0 0,1 1 0 0 0,0 0 0 0 0,-1 0 0 0 0,1 0 0 0 0,0 0 0 0 0,1 0 0 0 0,-1 0 0 0 0,4 6 0 0 0,1-1 0 0 0,-1 0 0 0 0,1 0 0 0 0,1 0 0 0 0,-1-1 0 0 0,1 0 0 0 0,0 0 0 0 0,0-1 0 0 0,12 6 0 0 0,7 5 0 0 0,5 6 0 0 0,-4-5 0 0 0,-1 1 0 0 0,-2 1 0 0 0,46 43 0 0 0,-68-60 0 0 0,0 1 0 0 0,-1 0 0 0 0,1 0 0 0 0,-1 0 0 0 0,1 0 0 0 0,-1 0 0 0 0,0 1 0 0 0,0-1 0 0 0,0 0 0 0 0,0 1 0 0 0,0-1 0 0 0,0 0 0 0 0,-1 1 0 0 0,1-1 0 0 0,-1 1 0 0 0,0-1 0 0 0,1 1 0 0 0,-1-1 0 0 0,0 1 0 0 0,-1-1 0 0 0,1 1 0 0 0,0-1 0 0 0,-1 1 0 0 0,1-1 0 0 0,-1 1 0 0 0,0-1 0 0 0,0 0 0 0 0,0 1 0 0 0,0-1 0 0 0,0 0 0 0 0,-1 0 0 0 0,1 0 0 0 0,0 0 0 0 0,-1 0 0 0 0,0 0 0 0 0,1 0 0 0 0,-1 0 0 0 0,0-1 0 0 0,0 1 0 0 0,-4 2 0 0 0,-6 4 0 0 0,0 0 0 0 0,-1 0 0 0 0,1-1 0 0 0,-27 9 0 0 0,39-16 0 0 0,-15 6 0 0 0,-1-2 0 0 0,0 1 0 0 0,0-2 0 0 0,0 0 0 0 0,-27 1 0 0 0,34-4 0 0 0,0 0 0 0 0,0 0 0 0 0,0-1 0 0 0,0 0 0 0 0,0 0 0 0 0,1-1 0 0 0,-1 0 0 0 0,0-1 0 0 0,1 0 0 0 0,0 0 0 0 0,-14-8 0 0 0,21 11-6 0 0,0-1 0 0 0,0 1 0 0 0,-1-1-1 0 0,1 0 1 0 0,0 1 0 0 0,0-1 0 0 0,0 0 0 0 0,0 0 0 0 0,0 0-1 0 0,0 0 1 0 0,0 1 0 0 0,0-1 0 0 0,0-1 0 0 0,0 1 0 0 0,1 0-1 0 0,-1 0 1 0 0,0 0 0 0 0,1 0 0 0 0,-1-1 0 0 0,1 1 0 0 0,-1 0-1 0 0,1 0 1 0 0,0-1 0 0 0,-1 1 0 0 0,1 0 0 0 0,0-1 0 0 0,0 1-1 0 0,0 0 1 0 0,0-1 0 0 0,0 1 0 0 0,0 0 0 0 0,0-1 0 0 0,1 1-1 0 0,-1 0 1 0 0,0-1 0 0 0,1 1 0 0 0,-1 0 0 0 0,1 0 0 0 0,0-2-1 0 0,2 0-474 0 0,0 0-1 0 0,0-1 0 0 0,0 2 0 0 0,0-1 1 0 0,0 0-1 0 0,1 1 0 0 0,-1-1 0 0 0,8-3 1 0 0,90-35-15872 0 0,-60 29 9697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49.3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275 0 1192 0 0,'0'0'4054'0'0,"1"2"-4310"0"0,5 13 15745 0 0,-3-11-12780 0 0,-1-4-785 0 0,2 10 636 0 0,-4-9-2447 0 0,0 0 0 0 0,1-1 0 0 0,-1 1 0 0 0,1 0-1 0 0,-1 0 1 0 0,0-1 0 0 0,1 1 0 0 0,-1 0 0 0 0,0 0 0 0 0,0 0 0 0 0,0 0 0 0 0,0-1-1 0 0,1 1 1 0 0,-1 0 0 0 0,0 0 0 0 0,-1 0 0 0 0,1 0 0 0 0,0 0 0 0 0,0-1 0 0 0,0 1-1 0 0,0 0 1 0 0,-1 1 0 0 0,-5 13 187 0 0,0-1 0 0 0,-1 1 0 0 0,0-1 0 0 0,-1-1 0 0 0,-1 0 1 0 0,0 0-1 0 0,-1-1 0 0 0,-16 17 0 0 0,5-8-351 0 0,-2-1 1 0 0,0-1-1 0 0,-42 26 1 0 0,-8-1 50 0 0,84-47 0 0 0,-1 0 0 0 0,1 1 0 0 0,0 0 0 0 0,0 1 0 0 0,0 0 0 0 0,14 1 0 0 0,83 4 0 0 0,-47 4 0 0 0,43 11 0 0 0,-91-17 0 0 0,-3 1-21 0 0,-8-3-357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0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91 190 1144 0 0,'0'0'2057'0'0,"-19"-6"6641"0"0,13 7-1283 0 0,3 9-6486 0 0,0 0 1 0 0,0 1 0 0 0,1-1-1 0 0,1 0 1 0 0,-1 18-1 0 0,-8 44 1775 0 0,-18 66 1189 0 0,14-90-2614 0 0,29-83-1257 0 0,28-47-1 0 0,18-40-547 0 0,-38 72-493 0 0,32-50-1 0 0,-14 29 420 0 0,-38 65 676 0 0,0 1 0 0 0,0 0 0 0 0,1 0 0 0 0,0 0 0 0 0,0 0 0 0 0,0 1 0 0 0,0-1 1 0 0,1 1-1 0 0,0 0 0 0 0,0 1 0 0 0,0-1 0 0 0,6-2 0 0 0,-10 5 159 0 0,20 10 31 0 0,-16-5-197 0 0,1 0 0 0 0,0 1 0 0 0,-1 0 0 0 0,0-1 0 0 0,0 2 0 0 0,0-1 0 0 0,-1 1 0 0 0,0-1 0 0 0,0 1 0 0 0,5 11 0 0 0,7 8 135 0 0,3 5-93 0 0,-1 2 1 0 0,-1-1-1 0 0,-2 2 1 0 0,-2 0-1 0 0,18 63 1 0 0,-22-79-112 0 0,-7-13 0 0 0,1 0 0 0 0,-1-1 0 0 0,0 1 0 0 0,0 0 0 0 0,-1 0 0 0 0,1 0 0 0 0,-1 0 0 0 0,0 1 0 0 0,0-1 0 0 0,0 0 0 0 0,0 7 0 0 0,1 3-9221 0 0,-7-27 7123 0 0,-6-16-1075 0 0,3 13-5423 0 0,1 7 3153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46 1336 0 0,'-24'-5'7851'0'0,"22"4"-5795"0"0,-3-4 4145 0 0,31-3-4876 0 0,1 1-1 0 0,0 2 1 0 0,0 1-1 0 0,28-1 1 0 0,120 1-269 0 0,-141 4-1712 0 0,-13 1-688 0 0,8-1-1451 0 0,-6-1-7866 0 0,-8 0 5226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5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1 616 0 0,'0'2'29141'0'0,"0"1"-27339"0"0,0 9-5427 0 0,0-5 5604 0 0,0 7-1503 0 0,1 0 1 0 0,0 0-1 0 0,1 0 0 0 0,0-1 0 0 0,1 1 0 0 0,9 26 0 0 0,25 30-6165 0 0,-25-79-2636 0 0,-5-9-6139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7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36 1092 0 0,'4'6'16369'0'0,"14"-3"-13132"0"0,8-1-4929 0 0,-14-2 3793 0 0,180-15 2182 0 0,-129 4-8692 0 0,-3-5-6769 0 0,-46 11 5667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1.99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1576 0 0,'0'0'1702'0'0,"5"11"1058"0"0,-5-4 1079 0 0,-1 3-2721 0 0,-1-1 0 0 0,1 1 1 0 0,1 0-1 0 0,0 0 0 0 0,0 0 1 0 0,3 15-1 0 0,0 19 1310 0 0,-1 10 1007 0 0,0-29-5450 0 0,-2-14-2753 0 0,0-1-3566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2.5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 29 1560 0 0,'-16'-5'5951'0'0,"6"-2"5584"0"0,39 2-10567 0 0,1 0-1 0 0,0 3 1 0 0,61 1-1 0 0,-22 1-494 0 0,-25-1-273 0 0,-12-1-108 0 0,1 1 0 0 0,-1 2 0 0 0,50 8 0 0 0,-82-9-69 0 0,1 0-1 0 0,0 0 1 0 0,-1 0 0 0 0,1 0 0 0 0,0 0 0 0 0,-1 0-1 0 0,1 1 1 0 0,0-1 0 0 0,-1 0 0 0 0,1 0 0 0 0,0 1-1 0 0,-1-1 1 0 0,1 0 0 0 0,-1 1 0 0 0,1-1 0 0 0,0 0-1 0 0,-1 1 1 0 0,1-1 0 0 0,-1 1 0 0 0,1-1 0 0 0,-1 1-1 0 0,0-1 1 0 0,1 1 0 0 0,-1-1 0 0 0,1 1 0 0 0,-1 0-1 0 0,0-1 1 0 0,0 1 0 0 0,1 0 0 0 0,-1 0 0 0 0,-11 15 352 0 0,-29 9 396 0 0,27-20-523 0 0,-66 32 1212 0 0,72-34-1276 0 0,1 1 0 0 0,-1 0 0 0 0,1 1-1 0 0,0 0 1 0 0,0-1 0 0 0,1 2 0 0 0,-1-1 0 0 0,-7 11 0 0 0,12-14-66 0 0,5 6 27 0 0,-3-7-137 0 0,-1 0 0 0 0,0 0-1 0 0,0-1 1 0 0,0 1-1 0 0,1 0 1 0 0,-1 0-1 0 0,1 0 1 0 0,-1 0-1 0 0,0-1 1 0 0,1 1-1 0 0,-1 0 1 0 0,1 0 0 0 0,0-1-1 0 0,-1 1 1 0 0,1 0-1 0 0,0-1 1 0 0,-1 1-1 0 0,1-1 1 0 0,1 1-1 0 0,85 27 188 0 0,-49-17-158 0 0,-1 1 1 0 0,37 18-1 0 0,-43-13 10 0 0,-1 2-1 0 0,27 21 0 0 0,-52-35-2 0 0,-1-1 0 0 0,0 1 0 0 0,0 0 0 0 0,0 1-1 0 0,0-1 1 0 0,-1 1 0 0 0,0-1 0 0 0,5 12 0 0 0,0-1 219 0 0,-8-15-231 0 0,1 1 0 0 0,-1-1 1 0 0,1 0-1 0 0,-1 0 0 0 0,1 0 0 0 0,-1 0 0 0 0,0 1 1 0 0,0-1-1 0 0,0 0 0 0 0,1 0 0 0 0,-1 1 1 0 0,0-1-1 0 0,-1 0 0 0 0,1 0 0 0 0,0 0 1 0 0,0 1-1 0 0,0-1 0 0 0,-1 0 0 0 0,1 0 1 0 0,-1 0-1 0 0,1 0 0 0 0,-1 1 0 0 0,1-1 1 0 0,-1 0-1 0 0,0 0 0 0 0,1 0 0 0 0,-1 0 1 0 0,0 0-1 0 0,0 0 0 0 0,0-1 0 0 0,0 1 0 0 0,0 0 1 0 0,0 0-1 0 0,0-1 0 0 0,0 1 0 0 0,0 0 1 0 0,0-1-1 0 0,0 1 0 0 0,-2 0 0 0 0,-3 1 95 0 0,0 1-1 0 0,0-1 0 0 0,0-1 0 0 0,0 1 0 0 0,-12 1 1 0 0,10-3-172 0 0,-1 1 1 0 0,0-1 0 0 0,0-1-1 0 0,1 0 1 0 0,-1 0 0 0 0,1 0-1 0 0,-1-1 1 0 0,1-1 0 0 0,-1 1-1 0 0,1-1 1 0 0,0-1 0 0 0,0 1-1 0 0,1-2 1 0 0,-1 1 0 0 0,-9-8 0 0 0,10 7-460 0 0,2-1 0 0 0,-1 1 0 0 0,0-1 0 0 0,1 0 0 0 0,0-1 0 0 0,0 1 0 0 0,1-1 0 0 0,0 0 1 0 0,0 0-1 0 0,-5-15 0 0 0,-21-35-5627 0 0,6 22-3616 0 0,6 15 3783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3.0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547 1 1108 0 0,'0'0'11950'0'0,"-5"1"-10997"0"0,-16 6 303 0 0,1 0 0 0 0,0 2 0 0 0,1 0 1 0 0,0 1-1 0 0,1 1 0 0 0,0 1 0 0 0,-21 17 1 0 0,3-3-444 0 0,6-3-12 0 0,1 1 0 0 0,1 2 0 0 0,1 1 0 0 0,1 1 0 0 0,2 2 0 0 0,0 0 0 0 0,-35 63 0 0 0,46-71-602 0 0,1 1 0 0 0,1 1 0 0 0,1 0 0 0 0,1 1 0 0 0,1 0 0 0 0,1 0 0 0 0,-6 42 0 0 0,12-58-203 0 0,1-1 0 0 0,-1 1 1 0 0,2-1-1 0 0,-1 0 0 0 0,1 1 0 0 0,0-1 0 0 0,1 0 1 0 0,0 1-1 0 0,0-1 0 0 0,1 0 0 0 0,0-1 0 0 0,0 1 0 0 0,1 0 1 0 0,0-1-1 0 0,0 0 0 0 0,1 0 0 0 0,0 0 0 0 0,0 0 0 0 0,1-1 1 0 0,0 0-1 0 0,0 0 0 0 0,0-1 0 0 0,1 1 0 0 0,-1-1 0 0 0,1-1 1 0 0,1 1-1 0 0,8 3 0 0 0,1 0 63 0 0,0-1-1 0 0,1-1 1 0 0,0 0-1 0 0,1-1 1 0 0,34 4 0 0 0,95-1-4421 0 0,-115-5-12235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3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36 1032 0 0,'-4'-17'4982'0'0,"0"-1"5416"0"0,12 18-1566 0 0,15 12-6762 0 0,25 16-1336 0 0,-35-19-405 0 0,49 30 957 0 0,-1 3 0 0 0,73 67 0 0 0,-119-96-1248 0 0,-1 1 0 0 0,-1 0 0 0 0,0 2 0 0 0,0-1 0 0 0,-2 2 0 0 0,0-1 0 0 0,-1 1 0 0 0,0 1 0 0 0,-2 0 0 0 0,0 0 0 0 0,-1 1 0 0 0,-1 0 0 0 0,7 37 0 0 0,-11-46-38 0 0,-1-1 0 0 0,0 1 0 0 0,-1-1 0 0 0,1 1 0 0 0,-2-1 0 0 0,0 1 0 0 0,0-1 0 0 0,-1 1 0 0 0,0-1 0 0 0,0 0 0 0 0,-1 0 0 0 0,0 0 0 0 0,-1 0 0 0 0,0 0 0 0 0,0-1 0 0 0,-1 1 0 0 0,-9 12 0 0 0,14-20 0 0 0,-2 4 0 0 0,-22 2 0 0 0,11-6-338 0 0,10-1-1469 0 0,12-7-9171 0 0,10 2 7315 0 0,-16 4 1668 0 0,13-6-5870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5:54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55 1324 0 0,'-4'-4'24846'0'0,"4"37"-23023"0"0,3 0 1 0 0,6 40-1 0 0,-8-70-1707 0 0,-1-1-77 0 0,0 0 0 0 0,1 0 0 0 0,-1 0-1 0 0,1 1 1 0 0,-1-1 0 0 0,1 0 0 0 0,0 0 0 0 0,0 0 0 0 0,0 0 0 0 0,0 0 0 0 0,0 0 0 0 0,0 0-1 0 0,1-1 1 0 0,-1 1 0 0 0,1 0 0 0 0,-1-1 0 0 0,1 1 0 0 0,0-1 0 0 0,-1 1 0 0 0,1-1 0 0 0,0 0-1 0 0,0 0 1 0 0,0 0 0 0 0,0 0 0 0 0,4 1 0 0 0,0 0-39 0 0,1-2 0 0 0,0 1 0 0 0,-1-1 0 0 0,1 0 0 0 0,0-1 0 0 0,-1 1 0 0 0,1-1 0 0 0,-1-1 1 0 0,1 1-1 0 0,-1-1 0 0 0,1 0 0 0 0,-1 0 0 0 0,0-1 0 0 0,0 0 0 0 0,0 0 0 0 0,0-1 0 0 0,7-5 0 0 0,14-11-3 0 0,-1-1 0 0 0,29-29 1 0 0,-34 30-8 0 0,0-1-222 0 0,36-44 0 0 0,-53 54 394 0 0,1 12-38 0 0,-2 22 71 0 0,-4-12-195 0 0,2 0 0 0 0,-1 0 0 0 0,2 1 0 0 0,0-1 0 0 0,0 0 0 0 0,1 0 0 0 0,0 0 0 0 0,0-1 0 0 0,11 21 0 0 0,-10-25 0 0 0,0 0 0 0 0,0-1 0 0 0,1 1 0 0 0,-1-1 0 0 0,2 0 0 0 0,-1 0 0 0 0,0 0 0 0 0,1-1 0 0 0,0 0 0 0 0,0 0 0 0 0,0 0 0 0 0,0-1 0 0 0,1 0 0 0 0,-1 0 0 0 0,1-1 0 0 0,0 0 0 0 0,0 0 0 0 0,0 0 0 0 0,8 0 0 0 0,3 0 0 0 0,0-1-1567 0 0,1 0 4144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06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413 69 496 0 0,'3'-10'5967'0'0,"0"-6"2176"0"0,-3 9-2460 0 0,-1 4-5474 0 0,0 1 1 0 0,-1 0 0 0 0,1 0 0 0 0,0 0 0 0 0,-1 1 0 0 0,1-1 0 0 0,-1 0 0 0 0,0 1 0 0 0,0-1-1 0 0,1 0 1 0 0,-1 1 0 0 0,0 0 0 0 0,0 0 0 0 0,-1-1 0 0 0,1 1 0 0 0,0 0 0 0 0,0 1-1 0 0,-3-2 1 0 0,-2 1 124 0 0,1-1-1 0 0,-1 1 0 0 0,0 0 0 0 0,0 1 1 0 0,0 0-1 0 0,-8 0 0 0 0,-8 3 504 0 0,0 0 1 0 0,-41 13-1 0 0,48-11-580 0 0,0 1-1 0 0,1 1 1 0 0,0 0-1 0 0,1 1 1 0 0,0 0-1 0 0,0 1 0 0 0,0 1 1 0 0,1 0-1 0 0,1 1 1 0 0,0 0-1 0 0,0 1 1 0 0,1 0-1 0 0,-17 26 1 0 0,27-37-255 0 0,-1 1 0 0 0,1 0 0 0 0,0-1 1 0 0,1 1-1 0 0,-1 0 0 0 0,0 0 1 0 0,0-1-1 0 0,1 1 0 0 0,-1 0 0 0 0,1 0 1 0 0,-1 0-1 0 0,1 0 0 0 0,0 0 0 0 0,0 0 1 0 0,0 0-1 0 0,0 0 0 0 0,0 0 0 0 0,1 0 1 0 0,-1 0-1 0 0,0 0 0 0 0,1 0 0 0 0,1 3 1 0 0,-1-2-3 0 0,1-1 1 0 0,0 1 0 0 0,0-1-1 0 0,1 1 1 0 0,-1-1-1 0 0,0 1 1 0 0,1-1 0 0 0,-1 0-1 0 0,1 0 1 0 0,0-1 0 0 0,0 1-1 0 0,4 2 1 0 0,5 1-2 0 0,0-1 0 0 0,0 1 0 0 0,0-2 1 0 0,1 0-1 0 0,20 2 0 0 0,3-2 1 0 0,-1-1 0 0 0,0-2 0 0 0,1-2 0 0 0,-1-1 0 0 0,66-15 0 0 0,-92 14 0 0 0,-6-1 0 0 0,-28 7 0 0 0,5 2 0 0 0,8 1 0 0 0,5 2-103 0 0,6-5-573 0 0,8-2-2671 0 0,35-2-1377 0 0,-6-8-5967 0 0,-13 1 3254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4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48 101 624 0 0,'-30'2'6297'0'0,"12"-1"9437"0"0,107-32-13721 0 0,45-15-598 0 0,-41 22-3603 0 0,-72 23 569 0 0,-9 0-1707 0 0,-3 0-7331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6.6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 21 792 0 0,'0'0'1320'0'0,"-7"9"7876"0"0,21-5-8266 0 0,0-2 0 0 0,0 1-1 0 0,0-2 1 0 0,0 0-1 0 0,0 0 1 0 0,0-1-1 0 0,23-4 1 0 0,34-8 744 0 0,-4-3-4389 0 0,-66 15 2639 0 0,15-11-6430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1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24 356 828 0 0,'0'0'7239'0'0,"-2"4"-6137"0"0,-1 5 216 0 0,0 0 1 0 0,1 0 0 0 0,0 0-1 0 0,1 0 1 0 0,-1 16 0 0 0,-6 32 3372 0 0,8-55-4475 0 0,0 1 0 0 0,0-1 0 0 0,0 1 0 0 0,0-1 0 0 0,0 0 0 0 0,0 1 0 0 0,1-1 0 0 0,-1 1 0 0 0,1-1 0 0 0,0 0 0 0 0,1 4 0 0 0,4 18 2662 0 0,-3-30-2791 0 0,0 0-1 0 0,0 1 1 0 0,0-1 0 0 0,1 1 0 0 0,0 0 0 0 0,6-6-1 0 0,-5 5 16 0 0,7-11 0 0 0,-1-1-1 0 0,0 0 1 0 0,9-23 0 0 0,-12 24-70 0 0,1-1 0 0 0,1 2 0 0 0,0-1 1 0 0,13-15-1 0 0,43-57 52 0 0,-44 57-37 0 0,44-50 0 0 0,9-5 702 0 0,-71 83-584 0 0,-4 4-143 0 0,0-1 1 0 0,1 1-1 0 0,-1 0 1 0 0,0-1-1 0 0,1 1 1 0 0,-1 0-1 0 0,0 0 1 0 0,1-1-1 0 0,-1 1 1 0 0,0 0-1 0 0,1 0 1 0 0,-1-1-1 0 0,1 1 1 0 0,-1 0 0 0 0,1 0-1 0 0,-1 0 1 0 0,0 0-1 0 0,1 0 1 0 0,-1 0-1 0 0,1 0 1 0 0,-1 0-1 0 0,1 0 1 0 0,-1 0-1 0 0,1 0 1 0 0,-1 0-1 0 0,1 0 1 0 0,-1 0-1 0 0,0 0 1 0 0,1 0-1 0 0,0 1-36 0 0,2-1 257 0 0,10 42 875 0 0,-4 21-240 0 0,-4-20-827 0 0,2 0 0 0 0,2-1 1 0 0,1 0-1 0 0,32 78 0 0 0,-41-116-269 0 0,17 29 41 0 0,-7-21-6910 0 0,-14-17 4742 0 0,0-2 978 0 0,-4-6-875 0 0,-5 1-5487 0 0,2 3 1203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3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50 1596 0 0,'24'-3'13747'0'0,"49"-3"-8490"0"0,20-2-3279 0 0,43-1 279 0 0,-10 1-5088 0 0,-43-5-9494 0 0,-70 11 6882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6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1256 0 0,'0'0'4154'0'0,"15"6"9540"0"0,-11-2-12396 0 0,-11 142 5946 0 0,6-145-7318 0 0,1 0 1 0 0,0 0-1 0 0,0 0 1 0 0,0 0-1 0 0,0 0 1 0 0,-1 0-1 0 0,1 0 1 0 0,1 0-1 0 0,-1 0 1 0 0,0 0-1 0 0,0 0 1 0 0,0 0-1 0 0,0 0 1 0 0,1 0 0 0 0,-1-1-1 0 0,0 1 1 0 0,1 0-1 0 0,-1 0 1 0 0,1 0-1 0 0,-1 0 1 0 0,1 0-1 0 0,-1-1 1 0 0,1 1-1 0 0,0 0 1 0 0,-1 0-1 0 0,1-1 1 0 0,0 1-1 0 0,0 0 1 0 0,0-1-1 0 0,-1 1 1 0 0,1-1-1 0 0,0 1 1 0 0,0-1-1 0 0,0 0 1 0 0,0 1-1 0 0,0-1 1 0 0,0 0-1 0 0,0 1 1 0 0,0-1-1 0 0,0 0 1 0 0,0 0-1 0 0,0 0 1 0 0,0 0-1 0 0,0 0 1 0 0,0 0-1 0 0,0 0 1 0 0,0 0-1 0 0,0-1 1 0 0,0 1-1 0 0,-1 0 1 0 0,3-1-1 0 0,21-13-4857 0 0,-7-4-3971 0 0,-12 7 3283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7.8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34 764 0 0,'-8'6'4370'0'0,"8"-6"-4245"0"0,-1 0 0 0 0,1 0-1 0 0,0 0 1 0 0,0 0 0 0 0,0 0 0 0 0,0 0 0 0 0,-1 0-1 0 0,1 0 1 0 0,0 0 0 0 0,0 0 0 0 0,0 0 0 0 0,0 0-1 0 0,0 1 1 0 0,-1-1 0 0 0,1 0 0 0 0,0 0 0 0 0,0 0 0 0 0,0 0-1 0 0,0 0 1 0 0,0 1 0 0 0,0-1 0 0 0,0 0 0 0 0,-1 0-1 0 0,1 0 1 0 0,0 0 0 0 0,0 1 0 0 0,0-1 0 0 0,0 0-1 0 0,0 0 1 0 0,0 0 0 0 0,0 0 0 0 0,0 1 0 0 0,0-1-1 0 0,0 0 1 0 0,0 0 0 0 0,0 0 0 0 0,0 1 0 0 0,0-1-1 0 0,0 0 1 0 0,0 0 0 0 0,0 0 0 0 0,0 0 0 0 0,1 1-1 0 0,-1-1 1 0 0,0 0 0 0 0,0 0 0 0 0,0 0 0 0 0,0 0-1 0 0,0 1 1 0 0,0-1 0 0 0,0 0 0 0 0,1 0 0 0 0,-1 0 0 0 0,0 0-1 0 0,0 0 1 0 0,9 3 482 0 0,-1-1 0 0 0,1-1-1 0 0,0 0 1 0 0,0 0 0 0 0,-1 0 0 0 0,1-1-1 0 0,14-2 1 0 0,72-13 2423 0 0,-28 4-1663 0 0,18-2-1192 0 0,-33-1-7931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8.0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0 396 0 0,'0'0'8005'0'0,"-2"5"-6566"0"0,-1 15 711 0 0,1 0 0 0 0,1 0 0 0 0,1 30 0 0 0,1-18-1068 0 0,-2-30-1118 0 0,1-1 0 0 0,0 0 0 0 0,0 1-1 0 0,0-1 1 0 0,0 1 0 0 0,0-1 0 0 0,0 0-1 0 0,0 1 1 0 0,0-1 0 0 0,0 0 0 0 0,1 1-1 0 0,-1-1 1 0 0,0 0 0 0 0,1 1 0 0 0,0-1-1 0 0,-1 0 1 0 0,1 1 0 0 0,0-1-1 0 0,-1 0 1 0 0,1 0 0 0 0,0 0 0 0 0,0 0-1 0 0,0 0 1 0 0,0 0 0 0 0,0 0 0 0 0,0 0-1 0 0,0 0 1 0 0,0 0 0 0 0,0-1 0 0 0,1 1-1 0 0,-1 0 1 0 0,0-1 0 0 0,1 1 0 0 0,-1-1-1 0 0,0 0 1 0 0,1 1 0 0 0,0-1-1 0 0,22-5-3351 0 0,-3-9-3814 0 0,-15 5 2952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08.61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55 122 708 0 0,'-4'-2'186'0'0,"-2"0"1250"0"0,1-1 1 0 0,-1 1 0 0 0,1-1 0 0 0,0-1-1 0 0,0 1 1 0 0,0-1 0 0 0,-8-8 1600 0 0,33 1-1004 0 0,-1 7-1412 0 0,102-22 2450 0 0,182-16 1 0 0,-257 38-1467 0 0,-44 4 61 0 0,-7 4-1084 0 0,-168 93 3331 0 0,171-96-3901 0 0,1 0 0 0 0,-1 1-1 0 0,0-1 1 0 0,1 0 0 0 0,-1 1-1 0 0,1-1 1 0 0,-1 1 0 0 0,1-1-1 0 0,-1 1 1 0 0,1-1 0 0 0,0 1-1 0 0,0 0 1 0 0,0 0-1 0 0,0 0 1 0 0,0 0 0 0 0,1 0-1 0 0,-1 0 1 0 0,0 0 0 0 0,1 0-1 0 0,0 0 1 0 0,-1 0 0 0 0,1 0-1 0 0,0 2 1 0 0,1-2-29 0 0,0 0 13 0 0,0-1 1 0 0,0 1-1 0 0,0-1 0 0 0,0 1 1 0 0,0-1-1 0 0,0 1 0 0 0,1-1 1 0 0,-1 0-1 0 0,1 1 0 0 0,-1-1 1 0 0,1 0-1 0 0,2 2 0 0 0,-1-1-2 0 0,26 10 30 0 0,49 13-1 0 0,-54-19-4 0 0,0 2 0 0 0,-1 1 0 0 0,26 12 0 0 0,-37-14 30 0 0,-2-2 22 0 0,0 0 1 0 0,0 0 0 0 0,0 1-1 0 0,-1 0 1 0 0,1 1 0 0 0,-2 0-1 0 0,1 1 1 0 0,-1 0 0 0 0,14 17-1 0 0,-21-24-39 0 0,-1 0-1 0 0,1 1 1 0 0,-1-1-1 0 0,1 0 1 0 0,-1 0-1 0 0,0 0 1 0 0,0 1-1 0 0,1-1 1 0 0,-1 0-1 0 0,0 0 1 0 0,0 1-1 0 0,0-1 1 0 0,-1 0-1 0 0,1 0 1 0 0,0 0-1 0 0,0 1 1 0 0,-1-1-1 0 0,1 0 1 0 0,0 0-1 0 0,-1 0 1 0 0,1 0-1 0 0,-1 1 1 0 0,0-1-1 0 0,1 0 1 0 0,-1 0-1 0 0,0 0 1 0 0,0 0-1 0 0,0 0 1 0 0,1-1-1 0 0,-1 1 1 0 0,-2 1-1 0 0,-28 16 80 0 0,5-11-111 0 0,-1-2 0 0 0,0-1 0 0 0,0-1 0 0 0,0-1 0 0 0,0-1 0 0 0,-1-2 0 0 0,-28-4 0 0 0,7-5 6 0 0,46 9-11 0 0,0 1-1 0 0,0-1 1 0 0,0-1 0 0 0,-1 1 0 0 0,1-1 0 0 0,0 1-1 0 0,1-1 1 0 0,-1 0 0 0 0,0 0 0 0 0,0 0-1 0 0,1 0 1 0 0,-1 0 0 0 0,-3-5 0 0 0,3-3-2583 0 0,-2-15-15593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0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4 572 0 0,'5'-3'18541'0'0,"-3"40"-15356"0"0,1 0 0 0 0,10 41 1 0 0,-13-76-3051 0 0,0 0 1 0 0,1 0 0 0 0,-1 0-1 0 0,1 0 1 0 0,-1 0 0 0 0,1 0-1 0 0,0 0 1 0 0,0 0 0 0 0,0 0-1 0 0,0 0 1 0 0,0 0 0 0 0,0 0-1 0 0,0-1 1 0 0,1 1 0 0 0,-1 0 0 0 0,0-1-1 0 0,1 1 1 0 0,0-1 0 0 0,2 2-1 0 0,-2-2-39 0 0,3-4-188 0 0,6-4-157 0 0,-1-1 1 0 0,0 0 0 0 0,0-1 0 0 0,-1 0 0 0 0,11-14 0 0 0,-9 10-259 0 0,1 1 0 0 0,0 0 1 0 0,21-15-1 0 0,-12 8 1 0 0,-20 17 542 0 0,1 0 0 0 0,0 0 0 0 0,0 0-1 0 0,0 0 1 0 0,0 0 0 0 0,1 0 0 0 0,-1 1-1 0 0,1-1 1 0 0,-1 1 0 0 0,1-1 0 0 0,-1 1 0 0 0,1 0-1 0 0,0 0 1 0 0,-1 0 0 0 0,1 1 0 0 0,5-2 0 0 0,-4 6 254 0 0,1 0 0 0 0,-1 0 1 0 0,0 0-1 0 0,0 1 1 0 0,0 0-1 0 0,5 9 0 0 0,-2-6-58 0 0,58 69 2027 0 0,-58-71-2108 0 0,11 11-2346 0 0,1-40-1589 0 0,-16 18 2856 0 0,-1 0 0 0 0,1 1 0 0 0,0 0 0 0 0,0-1 0 0 0,0 1 0 0 0,0 1 0 0 0,5-5 0 0 0,10-13-7860 0 0,-10 7 2908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0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 1372 0 0,'6'-2'344'0'0,"12"-4"10466"0"0,-12 26-6965 0 0,-12-1-3013 0 0,1 0 0 0 0,2 1 0 0 0,0-1 0 0 0,0 1 0 0 0,2-1 0 0 0,1 1 0 0 0,0-1 0 0 0,1 1 1 0 0,1 0-1 0 0,1-1 0 0 0,7 23 0 0 0,5-15-8175 0 0,-5-25 1522 0 0,0-18 1552 0 0,-4 0-750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1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 17 628 0 0,'-8'5'3182'0'0,"-4"4"-49"0"0,2 1 7608 0 0,16-9-9650 0 0,28 6 332 0 0,0-2 1 0 0,59 1-1 0 0,20-13-1698 0 0,-19-9-4135 0 0,-3-11-5455 0 0,-62 17 5086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5 796 0 0,'-14'35'12160'0'0,"10"-22"-9513"0"0,22 82 5024 0 0,-18-94-7257 0 0,1 0-523 0 0,-1 0-1 0 0,1 0 1 0 0,-1-1-1 0 0,1 1 1 0 0,0 0-1 0 0,0-1 1 0 0,-1 1 0 0 0,1 0-1 0 0,0-1 1 0 0,0 1-1 0 0,-1-1 1 0 0,1 1-1 0 0,0-1 1 0 0,0 0-1 0 0,0 1 1 0 0,0-1-1 0 0,0 0 1 0 0,0 1 0 0 0,0-1-1 0 0,0 0 1 0 0,0 0-1 0 0,-1 0 1 0 0,3 0-1 0 0,2-10-748 0 0,-1-1 0 0 0,0 1 0 0 0,-1-1 0 0 0,0 0 0 0 0,2-12 0 0 0,-4-35-7439 0 0,-5 32 4013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1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66 165 2612 0 0,'-6'-8'883'0'0,"0"0"1"0"0,0 0-1 0 0,-1 1 0 0 0,0 0 0 0 0,-11-9 0 0 0,4 4 1380 0 0,14 11-2161 0 0,0 1 1 0 0,-1-1-1 0 0,1 1 1 0 0,0-1-1 0 0,0 0 1 0 0,0 1-1 0 0,-1-1 0 0 0,1 1 1 0 0,0-1-1 0 0,0 1 1 0 0,0-1-1 0 0,0 0 1 0 0,0 1-1 0 0,0-1 1 0 0,0 0-1 0 0,1 1 1 0 0,-1-1-1 0 0,0 1 1 0 0,0-1-1 0 0,0 1 1 0 0,0-1-1 0 0,1 1 1 0 0,-1-1-1 0 0,0 0 1 0 0,1 1-1 0 0,-1-1 1 0 0,0 1-1 0 0,1 0 1 0 0,-1-1-1 0 0,1 1 1 0 0,-1-1-1 0 0,1 1 1 0 0,-1 0-1 0 0,2-1 1 0 0,14-12 618 0 0,4 5-127 0 0,2 1 0 0 0,-1 1-1 0 0,1 2 1 0 0,35-5 0 0 0,-56 9-586 0 0,43-6 512 0 0,43-6 1253 0 0,109-2 0 0 0,-196 14-1720 0 0,1-1 0 0 0,-1 1 0 0 0,1 0 0 0 0,-1 0 0 0 0,1 0-1 0 0,-1 0 1 0 0,1 0 0 0 0,-1 0 0 0 0,1 0 0 0 0,0 0 0 0 0,-1 1-1 0 0,1-1 1 0 0,-1 0 0 0 0,1 0 0 0 0,-1 0 0 0 0,1 0 0 0 0,-1 1 0 0 0,1-1-1 0 0,-1 0 1 0 0,1 1 0 0 0,-1-1 0 0 0,0 0 0 0 0,1 1 0 0 0,-1-1 0 0 0,1 0-1 0 0,-1 1 1 0 0,0-1 0 0 0,1 1 0 0 0,-1-1 0 0 0,0 1 0 0 0,0-1-1 0 0,1 1 1 0 0,-1-1 0 0 0,0 2 0 0 0,-7 18 1113 0 0,-25 15 385 0 0,-55 35 725 0 0,57-47-1356 0 0,-31 29-1 0 0,60-52-912 0 0,1 1-1 0 0,-1 0 0 0 0,0-1 1 0 0,1 1-1 0 0,-1 0 0 0 0,0-1 0 0 0,1 1 1 0 0,-1 0-1 0 0,1 0 0 0 0,-1-1 0 0 0,1 1 1 0 0,0 0-1 0 0,-1 0 0 0 0,1 0 1 0 0,0 0-1 0 0,-1-1 0 0 0,1 1 0 0 0,0 0 1 0 0,0 0-1 0 0,0 0 0 0 0,0 0 0 0 0,0 0 1 0 0,0 0-1 0 0,0 0 0 0 0,0 0 1 0 0,0 0-1 0 0,1-1 0 0 0,-1 1 0 0 0,0 0 1 0 0,0 0-1 0 0,1 0 0 0 0,-1 0 1 0 0,1 0-1 0 0,-1-1 0 0 0,1 1 0 0 0,-1 0 1 0 0,1 0-1 0 0,-1-1 0 0 0,1 1 0 0 0,0 0 1 0 0,-1-1-1 0 0,1 1 0 0 0,0-1 1 0 0,-1 1-1 0 0,1-1 0 0 0,0 1 0 0 0,0-1 1 0 0,0 1-1 0 0,0-1 0 0 0,-1 0 0 0 0,1 0 1 0 0,2 1-1 0 0,49 15 90 0 0,-48-15-81 0 0,36 5 45 0 0,43 11-56 0 0,-79-16 23 0 0,1 1 0 0 0,0-1 0 0 0,-1 1 0 0 0,1 0 0 0 0,-1 0 0 0 0,1 1 0 0 0,-1-1 0 0 0,0 1-1 0 0,0 0 1 0 0,0 0 0 0 0,-1 1 0 0 0,1-1 0 0 0,3 5 0 0 0,-6-6 48 0 0,1 1-1 0 0,-1-1 1 0 0,0 0-1 0 0,0 1 0 0 0,0-1 1 0 0,0 1-1 0 0,0 0 1 0 0,0-1-1 0 0,-1 1 1 0 0,0-1-1 0 0,1 1 1 0 0,-1 0-1 0 0,0-1 1 0 0,0 1-1 0 0,0 0 1 0 0,-1-1-1 0 0,1 1 0 0 0,-2 4 1 0 0,0-2-38 0 0,0 1 0 0 0,0-1 0 0 0,-1 0 0 0 0,1 0 0 0 0,-1 0 0 0 0,-1-1 0 0 0,1 1 0 0 0,-7 6 0 0 0,1-2-48 0 0,-1 0 1 0 0,-1 0 0 0 0,0-1-1 0 0,0 0 1 0 0,0-1-1 0 0,-23 11 1 0 0,28-16-61 0 0,0-1-1 0 0,0 0 1 0 0,0 0-1 0 0,0-1 1 0 0,0 1-1 0 0,0-1 1 0 0,0-1-1 0 0,0 1 1 0 0,0-1-1 0 0,0 0 1 0 0,0 0-1 0 0,0-1 1 0 0,0 0-1 0 0,1 0 1 0 0,-1 0-1 0 0,1-1 1 0 0,-1 1-1 0 0,1-1 1 0 0,0-1-1 0 0,0 1 1 0 0,0-1-1 0 0,0 0 1 0 0,1 0-1 0 0,-1 0 1 0 0,1-1-1 0 0,-5-7 1 0 0,8 10-138 0 0,0 1 0 0 0,0-1 0 0 0,1 1-1 0 0,-1-1 1 0 0,1 0 0 0 0,-1 1 0 0 0,1-1 0 0 0,0 1 0 0 0,0-1 0 0 0,0 0 0 0 0,0 1 0 0 0,0-1 0 0 0,0 0-1 0 0,0 1 1 0 0,0-1 0 0 0,1 0 0 0 0,-1 1 0 0 0,0-1 0 0 0,1 1 0 0 0,0-1 0 0 0,-1 0 0 0 0,1 1 0 0 0,0 0-1 0 0,0-1 1 0 0,0 1 0 0 0,0-1 0 0 0,0 1 0 0 0,0 0 0 0 0,0 0 0 0 0,0 0 0 0 0,0-1 0 0 0,1 1 0 0 0,-1 0-1 0 0,0 1 1 0 0,1-1 0 0 0,2-1 0 0 0,34-13-5665 0 0,-15 9-1138 0 0,-20 6 5960 0 0,9-3-4102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2.6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224 0 448 0 0,'0'0'26352'0'0,"-3"3"-25637"0"0,-159 147 4495 0 0,113-106-5168 0 0,40-36-42 0 0,9-8 0 0 0,0 1 0 0 0,0-1 0 0 0,0 0 0 0 0,0 0 0 0 0,0 0 0 0 0,0 0 0 0 0,-1 1 0 0 0,1-1 0 0 0,0 0 0 0 0,0 0 0 0 0,0 0 0 0 0,0 1 0 0 0,0-1 0 0 0,0 0 0 0 0,0 0 0 0 0,0 0 0 0 0,0 1 0 0 0,0-1 0 0 0,0 0 0 0 0,0 0 0 0 0,0 0 0 0 0,0 1 0 0 0,0-1 0 0 0,0 0 0 0 0,0 0 0 0 0,0 0 0 0 0,1 1 0 0 0,-1-1 0 0 0,0 0 0 0 0,0 0 0 0 0,0 0 0 0 0,0 1 0 0 0,0-1 0 0 0,0 0 0 0 0,0 0 0 0 0,1 0 0 0 0,-1 0 0 0 0,0 0 0 0 0,0 0 0 0 0,0 1 0 0 0,0-1 0 0 0,1 0 0 0 0,-1 0 0 0 0,0 0 0 0 0,22 2 0 0 0,16-3 0 0 0,47-8 0 0 0,-50 3 0 0 0,1 3 0 0 0,-1 1 0 0 0,1 1 0 0 0,52 7 0 0 0,-75-4 0 0 0,-3 1-46 0 0,-8-2-317 0 0,-22 12-20688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2.90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48 0 148 0 0,'-17'4'2683'0'0,"-13"1"11269"0"0,34-1-13118 0 0,4 2-410 0 0,0 0 0 0 0,1-1 0 0 0,0 1 0 0 0,1-2 0 0 0,-1 1 0 0 0,1-1 0 0 0,0-1 0 0 0,-1 0 0 0 0,2 0 0 0 0,-1-1 0 0 0,0 0 0 0 0,19 0 0 0 0,22 1 474 0 0,67-6 0 0 0,-77 1-611 0 0,-29 2-456 0 0,0-1 0 0 0,-1 0 1 0 0,21-6-1 0 0,-29 6-235 0 0,1 0-1 0 0,-1 0 1 0 0,1-1-1 0 0,-1 0 1 0 0,0 1-1 0 0,1-1 1 0 0,-1 0-1 0 0,4-4 1 0 0,-7 6 316 0 0,1-1 1 0 0,-1 1 0 0 0,0 0 0 0 0,0 0 0 0 0,0-1-1 0 0,0 1 1 0 0,1 0 0 0 0,-1-1 0 0 0,0 1 0 0 0,0 0-1 0 0,0 0 1 0 0,0-1 0 0 0,0 1 0 0 0,0 0 0 0 0,0-1-1 0 0,0 1 1 0 0,0 0 0 0 0,0-1 0 0 0,0 1 0 0 0,0 0-1 0 0,0-1 1 0 0,0 1 0 0 0,0 0 0 0 0,0-1-1 0 0,0 1 1 0 0,0 0 0 0 0,0-1 0 0 0,0 1 0 0 0,0 0-1 0 0,-1 0 1 0 0,1-1 0 0 0,0 1 0 0 0,0 0 0 0 0,0 0-1 0 0,-1-1 1 0 0,1 1 0 0 0,0 0 0 0 0,0 0 0 0 0,-1-1-1 0 0,1 1 1 0 0,0 0 0 0 0,0 0 0 0 0,-1 0 0 0 0,1 0-1 0 0,0 0 1 0 0,-1-1 0 0 0,-10-4-1374 0 0,-10-6-6129 0 0,9 7 3235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3.8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422 8 948 0 0,'0'0'16987'0'0,"18"-7"-7609"0"0,-30 7-9151 0 0,0 1 1 0 0,0 1-1 0 0,0 0 1 0 0,0 1-1 0 0,0 0 1 0 0,1 0-1 0 0,-1 2 1 0 0,1-1-1 0 0,0 1 1 0 0,-12 8-1 0 0,-12 8 965 0 0,-59 46 0 0 0,67-46-986 0 0,1 1-1 0 0,-37 40 1 0 0,58-56-209 0 0,-1 1 0 0 0,1-1 0 0 0,0 1 0 0 0,1 0 0 0 0,0 0 1 0 0,0 0-1 0 0,0 1 0 0 0,1-1 0 0 0,0 1 0 0 0,0 0 0 0 0,1 0 0 0 0,0 0 0 0 0,0 0 1 0 0,1 0-1 0 0,0 0 0 0 0,1 14 0 0 0,0-18 3 0 0,1-1 0 0 0,-1 1 0 0 0,1-1 0 0 0,0 1 0 0 0,1-1 0 0 0,-1 0 0 0 0,0 1 0 0 0,1-1 0 0 0,0 0 0 0 0,0 0 0 0 0,0 0 0 0 0,0 0 0 0 0,0 0 0 0 0,0-1 0 0 0,1 1 0 0 0,-1-1 0 0 0,1 1 0 0 0,3 1 0 0 0,0 0 0 0 0,1-1 0 0 0,-1 1 0 0 0,1-1 0 0 0,0-1 0 0 0,-1 1 0 0 0,1-1 0 0 0,0-1 0 0 0,11 2 0 0 0,9 0 0 0 0,-1-2 0 0 0,0-1 0 0 0,49-7 0 0 0,-42 3 0 0 0,-1-2 0 0 0,1-1 0 0 0,-1-2 0 0 0,0-1 0 0 0,-1-1 0 0 0,31-16 0 0 0,-55 21 0 0 0,-7 6 0 0 0,0 0 0 0 0,0 0 0 0 0,1 0 0 0 0,-1 0 0 0 0,0 0 0 0 0,0 0 0 0 0,0 0 0 0 0,0 0 0 0 0,0 0 0 0 0,0 0 0 0 0,0 0 0 0 0,0 0 0 0 0,1 0 0 0 0,-1 0 0 0 0,0-1 0 0 0,0 1 0 0 0,0 0 0 0 0,0 0 0 0 0,0 0 0 0 0,0 0 0 0 0,0 0 0 0 0,0 0 0 0 0,0 0 0 0 0,0 0 0 0 0,0-1 0 0 0,0 1 0 0 0,0 0 0 0 0,0 0 0 0 0,0 0 0 0 0,0 0 0 0 0,0 0 0 0 0,0 0 0 0 0,0 0 0 0 0,0 0 0 0 0,0-1 0 0 0,0 1 0 0 0,0 0 0 0 0,0 0 0 0 0,0 0 0 0 0,0 0 0 0 0,0 0 0 0 0,0 0 0 0 0,0 0 0 0 0,0-1 0 0 0,0 1 0 0 0,0 0 0 0 0,0 0 0 0 0,0 0 0 0 0,0 0 0 0 0,0 0 0 0 0,0 0 0 0 0,0 0 0 0 0,0 0 0 0 0,-1 0 0 0 0,1 0 0 0 0,0-1 0 0 0,0 1 0 0 0,0 0 0 0 0,0 0 0 0 0,0 0 0 0 0,0 0 0 0 0,0 0 0 0 0,-1 0 0 0 0,-21 0 0 0 0,4 5 0 0 0,12-1-103 0 0,5-4-631 0 0,8 1-6646 0 0,-1 3 6577 0 0,1 0-1851 0 0,4-4-5687 0 0,5-2 1170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37.6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 31 228 0 0,'-1'7'18205'0'0,"3"-6"-18010"0"0,-1-1 0 0 0,1 1 0 0 0,-1 0 1 0 0,1-1-1 0 0,-1 1 0 0 0,0 0 0 0 0,1 0 0 0 0,-1 0 0 0 0,0 0 0 0 0,1 0 1 0 0,-1 0-1 0 0,0 0 0 0 0,0 0 0 0 0,0 0 0 0 0,0 1 0 0 0,0-1 0 0 0,0 0 1 0 0,-1 1-1 0 0,1-1 0 0 0,0 1 0 0 0,-1-1 0 0 0,1 1 0 0 0,-1-1 0 0 0,1 1 0 0 0,-1 0 1 0 0,0-1-1 0 0,1 1 0 0 0,-1-1 0 0 0,0 1 0 0 0,0 0 0 0 0,0-1 0 0 0,-1 1 1 0 0,1-1-1 0 0,0 1 0 0 0,0 0 0 0 0,-1-1 0 0 0,1 1 0 0 0,-1-1 0 0 0,0 1 1 0 0,1-1-1 0 0,-1 1 0 0 0,0-1 0 0 0,-1 2 0 0 0,-16 48 2731 0 0,17-48-2648 0 0,0 1 0 0 0,0-1 0 0 0,0 1 0 0 0,0 0 0 0 0,0-1 1 0 0,1 1-1 0 0,0 0 0 0 0,0 5 0 0 0,0-8-140 0 0,3 1 18 0 0,-1-2-155 0 0,0 0 0 0 0,0 1 0 0 0,0-1 0 0 0,0 0 0 0 0,0 0 0 0 0,0-1 0 0 0,0 1 0 0 0,0 0 0 0 0,0-1 0 0 0,0 1 0 0 0,0-1 0 0 0,0 0 0 0 0,-1 1 0 0 0,1-1 0 0 0,0 0 0 0 0,0 0 0 0 0,-1 0 0 0 0,1-1 0 0 0,0 1 0 0 0,-1 0 0 0 0,1 0 0 0 0,1-3 0 0 0,5-3 1 0 0,19-14 87 0 0,18-13-948 0 0,1 1-1 0 0,71-37 0 0 0,-90 62 497 0 0,-26 8 386 0 0,-1 1 0 0 0,1-1 1 0 0,-1 0-1 0 0,1 0 0 0 0,0 0 0 0 0,-1 0 0 0 0,1 0 1 0 0,-1 1-1 0 0,1-1 0 0 0,-1 0 0 0 0,1 0 0 0 0,-1 1 1 0 0,1-1-1 0 0,-1 0 0 0 0,1 1 0 0 0,-1-1 0 0 0,1 1 1 0 0,-1-1-1 0 0,0 0 0 0 0,1 1 0 0 0,-1-1 0 0 0,1 1 0 0 0,-1-1 1 0 0,0 1-1 0 0,0-1 0 0 0,1 1 0 0 0,-1 0 0 0 0,0-1 1 0 0,0 1-1 0 0,0-1 0 0 0,0 1 0 0 0,1-1 0 0 0,-1 1 1 0 0,0 0-1 0 0,0-1 0 0 0,0 1 0 0 0,0-1 0 0 0,-1 1 1 0 0,1 0-1 0 0,0-1 0 0 0,0 1 0 0 0,0-1 0 0 0,0 1 1 0 0,0-1-1 0 0,-1 1 0 0 0,1 0 0 0 0,0-1 0 0 0,-1 1 0 0 0,1-1 1 0 0,-1 1-1 0 0,-11 87 1626 0 0,13-83-1648 0 0,-1 0 0 0 0,1 0 0 0 0,-1 0 0 0 0,1 0 0 0 0,1 1 0 0 0,-1-2 0 0 0,1 1 0 0 0,0 0 0 0 0,0 0 0 0 0,0 0 0 0 0,1-1 0 0 0,0 1 0 0 0,-1-1 0 0 0,2 0 0 0 0,-1 0 0 0 0,0 0 0 0 0,1 0 0 0 0,0-1 0 0 0,0 1 0 0 0,6 4 0 0 0,2-1-1 0 0,-2-3 0 0 0,10 0 0 0 0,-11-2-1396 0 0,11-1 3642 0 0,-13-1-4585 0 0,-2-1-4852 0 0,-35 6-12456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49.6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 2 1308 0 0,'-58'-1'14502'0'0,"56"1"-13758"0"0,0 0 0 0 0,1 0-1 0 0,-1 0 1 0 0,0 0 0 0 0,1 1 0 0 0,-1-1-1 0 0,0 1 1 0 0,1-1 0 0 0,-1 1-1 0 0,1 0 1 0 0,-1-1 0 0 0,1 1 0 0 0,-1 0-1 0 0,1 0 1 0 0,-2 1 0 0 0,-16 24 3633 0 0,-7 42-4817 0 0,19-45 1560 0 0,1-8-1120 0 0,-3 8 0 0 0,1 0 0 0 0,1 1 0 0 0,1 0 0 0 0,2 0 0 0 0,-4 36 0 0 0,9-48 0 0 0,5 3 0 0 0,-1-2 0 0 0,1-7-119 0 0,-5-5-571 0 0,20-19-1954 0 0,-18 14 1961 0 0,0-1 1 0 0,0 1-1 0 0,0 0 1 0 0,0-1-1 0 0,-1 0 1 0 0,0 1-1 0 0,0-1 1 0 0,0 0-1 0 0,0 0 0 0 0,0-7 1 0 0,5-26-10043 0 0,-4 18 4496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0.3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93 1100 0 0,'-71'-29'18857'0'0,"78"27"-18339"0"0,76-17 787 0 0,1 3 1 0 0,1 4 0 0 0,141-2 0 0 0,-223 14-990 0 0,-3 0-283 0 0,1 0 1 0 0,-1 0-1 0 0,1 0 1 0 0,-1 1 0 0 0,1-1-1 0 0,-1 0 1 0 0,0 0-1 0 0,1 0 1 0 0,-1 1 0 0 0,1-1-1 0 0,-1 0 1 0 0,0 1-1 0 0,1-1 1 0 0,-1 0 0 0 0,0 1-1 0 0,1-1 1 0 0,-1 0-1 0 0,0 1 1 0 0,1-1-1 0 0,-1 0 1 0 0,0 1 0 0 0,0-1-1 0 0,0 1 1 0 0,1-1-1 0 0,-1 1 1 0 0,0-1 0 0 0,0 1-1 0 0,0-1 1 0 0,0 1-1 0 0,0-1 1 0 0,0 1 0 0 0,0-1-1 0 0,0 1 1 0 0,0-1-1 0 0,0 1 1 0 0,0-1 0 0 0,0 0-1 0 0,0 1 1 0 0,0-1-1 0 0,0 1 1 0 0,-1-1-1 0 0,1 1 1 0 0,0-1 0 0 0,0 1-1 0 0,0-1 1 0 0,-1 0-1 0 0,1 1 1 0 0,0-1 0 0 0,-1 1-1 0 0,1-1 1 0 0,0 0-1 0 0,-1 1 1 0 0,1-1 0 0 0,-1 0-1 0 0,1 0 1 0 0,0 1-1 0 0,-1-1 1 0 0,1 0-1 0 0,-1 0 1 0 0,1 0 0 0 0,-1 1-1 0 0,-29 21 1083 0 0,-45 16 924 0 0,53-28-1662 0 0,1 1 1 0 0,0 0 0 0 0,-37 29 0 0 0,49-32-379 0 0,9 3 0 0 0,1-9 0 0 0,1 0 0 0 0,-1 0 0 0 0,1-1 0 0 0,-1 1 0 0 0,1-1 0 0 0,0 1 0 0 0,-1-1 0 0 0,1 0 0 0 0,0 0 0 0 0,0 0 0 0 0,0 0 0 0 0,0 0 0 0 0,0 0 0 0 0,0 0 0 0 0,0-1 0 0 0,0 1 0 0 0,1-1 0 0 0,2 1 0 0 0,50 4 0 0 0,-32-3 0 0 0,38 4 0 0 0,50 6 0 0 0,-98-10 0 0 0,-1 1 0 0 0,0 1 0 0 0,0-1 0 0 0,-1 2 0 0 0,1-1 0 0 0,17 11 0 0 0,-29-14 0 0 0,1 0 0 0 0,0 0 0 0 0,0 0 0 0 0,-1 0 0 0 0,1 0 0 0 0,0 0 0 0 0,-1 0 0 0 0,1 0 0 0 0,-1 0 0 0 0,1 0 0 0 0,-1 0 0 0 0,0 0 0 0 0,1 0 0 0 0,-1 0 0 0 0,0 0 0 0 0,0 0 0 0 0,0 1 0 0 0,1-1 0 0 0,-2 0 0 0 0,1 0 0 0 0,0 0 0 0 0,0 0 0 0 0,0 0 0 0 0,0 1 0 0 0,-1-1 0 0 0,1 0 0 0 0,0 0 0 0 0,-1 0 0 0 0,1 0 0 0 0,-1 0 0 0 0,1 0 0 0 0,-1 0 0 0 0,0 0 0 0 0,0 1 0 0 0,0-1 0 0 0,-5 11 0 0 0,0 0 0 0 0,-1 0 0 0 0,0-1 0 0 0,-1 0 0 0 0,-1-1 0 0 0,1 0 0 0 0,-1 0 0 0 0,-1 0 0 0 0,-11 8 0 0 0,-14 9 0 0 0,-54 31 0 0 0,74-49 0 0 0,-1-1 0 0 0,0 0 0 0 0,0-2 0 0 0,-1 0 0 0 0,-30 7 0 0 0,32-11 0 0 0,12-2 0 0 0,1 0 0 0 0,0 0 0 0 0,-1-1 0 0 0,1 1 0 0 0,-1 0 0 0 0,1-1 0 0 0,0 0 0 0 0,-1 1 0 0 0,1-1 0 0 0,0 0 0 0 0,0 0 0 0 0,-4-2 0 0 0,-2-15 0 0 0,7 13 0 0 0,-2-7 0 0 0,2 0 0 0 0,0 1 0 0 0,-4 0 0 0 0,4 1 0 0 0,1 1-21 0 0,0 8-281 0 0,19 27-27002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0.8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190 0 1340 0 0,'0'0'23176'0'0,"-4"5"-22216"0"0,-69 68 2885 0 0,50-53-2984 0 0,1 1 1 0 0,2 2-1 0 0,-23 29 1 0 0,41-51-862 0 0,-1 16 0 0 0,3-16 0 0 0,0 1 0 0 0,0-1 0 0 0,1 1 0 0 0,-1-1 0 0 0,0 1 0 0 0,1-1 0 0 0,-1 1 0 0 0,1-1 0 0 0,0 1 0 0 0,-1-1 0 0 0,1 0 0 0 0,0 1 0 0 0,0-1 0 0 0,0 0 0 0 0,0 0 0 0 0,0 0 0 0 0,0 0 0 0 0,0 0 0 0 0,0 0 0 0 0,0 0 0 0 0,0 0 0 0 0,1 0 0 0 0,-1 0 0 0 0,0 0 0 0 0,1-1 0 0 0,-1 1 0 0 0,0-1 0 0 0,1 1 0 0 0,-1-1 0 0 0,1 1 0 0 0,-1-1 0 0 0,1 0 0 0 0,-1 0 0 0 0,1 0 0 0 0,-1 0 0 0 0,1 0 0 0 0,0 0 0 0 0,-1 0 0 0 0,1 0 0 0 0,1-1 0 0 0,0 1 0 0 0,71-3 0 0 0,0-3 0 0 0,77-18 0 0 0,-135 23 0 0 0,0-1 0 0 0,-5 2-7 0 0,-21 27-2696 0 0,3-15-7034 0 0,-1-4 1632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1.2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62 1160 0 0,'0'0'1655'0'0,"-11"3"2496"0"0,-2 2 9154 0 0,14-4-13024 0 0,1 0 0 0 0,-1-1 1 0 0,1 1-1 0 0,0-1 0 0 0,-1 1 1 0 0,1-1-1 0 0,0 1 0 0 0,0-1 1 0 0,-1 0-1 0 0,1 0 0 0 0,0 0 1 0 0,0 0-1 0 0,0 0 0 0 0,-1 0 0 0 0,1-1 1 0 0,0 1-1 0 0,-1-1 0 0 0,4 0 1 0 0,56-9 941 0 0,113-19 1715 0 0,-52 10-1006 0 0,-75 12-874 0 0,-41 4-1201 0 0,-5 3-694 0 0,2 4-3159 0 0,0 3 2991 0 0,18-14-13604 0 0,-13 0 7760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2.9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53 369 540 0 0,'0'0'2771'0'0,"2"-21"18896"0"0,-5 28-21375 0 0,-1 1 0 0 0,1 0-1 0 0,0 0 1 0 0,1 0 0 0 0,0 0-1 0 0,0 0 1 0 0,1 1 0 0 0,0-1-1 0 0,0 12 1 0 0,-9 47 876 0 0,6-47-803 0 0,0-1-1 0 0,-1 29 0 0 0,-5 23 503 0 0,10-51-358 0 0,3-6 711 0 0,12-37-1216 0 0,-2 0 0 0 0,0-1 0 0 0,10-30 0 0 0,22-41-5 0 0,-1 13 1 0 0,40-66 0 0 0,-69 126 0 0 0,0 1 0 0 0,2 1 0 0 0,0 0 0 0 0,31-27 0 0 0,-12 12 0 0 0,-19 18 0 0 0,0 0 0 0 0,1 1 0 0 0,28-18 0 0 0,-45 34 0 0 0,-1 0 0 0 0,0 0 0 0 0,0 0 0 0 0,0 0 0 0 0,0 0 0 0 0,0 0 0 0 0,0 0 0 0 0,0 0 0 0 0,0 1 0 0 0,0-1 0 0 0,0 0 0 0 0,0 0 0 0 0,0 0 0 0 0,0 0 0 0 0,0 0 0 0 0,0 0 0 0 0,0 0 0 0 0,0 1 0 0 0,0-1 0 0 0,0 0 0 0 0,0 0 0 0 0,0 0 0 0 0,0 0 0 0 0,1 0 0 0 0,-1 0 0 0 0,0 0 0 0 0,0 0 0 0 0,0 0 0 0 0,0 0 0 0 0,0 1 0 0 0,0-1 0 0 0,0 0 0 0 0,0 0 0 0 0,0 0 0 0 0,1 0 0 0 0,-1 0 0 0 0,0 0 0 0 0,0 0 0 0 0,0 0 0 0 0,0 0 0 0 0,0 0 0 0 0,0 0 0 0 0,0 0 0 0 0,1 0 0 0 0,-1 0 0 0 0,0 0 0 0 0,0 0 0 0 0,0 0 0 0 0,0 0 0 0 0,0 0 0 0 0,0 0 0 0 0,0 0 0 0 0,1 0 0 0 0,-1 0 0 0 0,0 0 0 0 0,-13 53 0 0 0,7-33 0 0 0,1 0 0 0 0,1 1 0 0 0,-2 34 0 0 0,5-15 0 0 0,0-13 0 0 0,0 1 0 0 0,2-1 0 0 0,2 1 0 0 0,0-1 0 0 0,1 1 0 0 0,2-1 0 0 0,10 30 0 0 0,9 26 0 0 0,-21-71-111 0 0,-3-9-523 0 0,-1 6-5213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3.3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72 1124 0 0,'-8'7'12093'0'0,"14"-3"-11678"0"0,0-1-1 0 0,1 0 1 0 0,-1 0-1 0 0,1-1 1 0 0,-1 1-1 0 0,1-1 1 0 0,0-1-1 0 0,0 1 1 0 0,0-1-1 0 0,0-1 1 0 0,0 1-1 0 0,0-1 1 0 0,9-1-1 0 0,21-2 1288 0 0,45-9 0 0 0,-57 8-1183 0 0,15-2 487 0 0,0-2-1 0 0,0-2 1 0 0,-1-2 0 0 0,45-19 0 0 0,-44 18 468 0 0,-39 12-1089 0 0,7-1 129 0 0,-5 1-392 0 0,-7 3 587 0 0,-121 46-6618 0 0,81-27-209 0 0,3 3-3981 0 0,26-15 5009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7.0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95 384 860 0 0,'0'0'17110'0'0,"-3"7"-16119"0"0,-3 10-197 0 0,-16 47 2382 0 0,-19 89 0 0 0,31-116-2276 0 0,0 10 278 0 0,9-41-948 0 0,-1 7 310 0 0,2-13-519 0 0,1 0-1 0 0,-1 0 0 0 0,0 0 1 0 0,0 0-1 0 0,0 0 1 0 0,0 0-1 0 0,0 0 1 0 0,0 0-1 0 0,0 0 1 0 0,0 0-1 0 0,0 0 0 0 0,0 0 1 0 0,1 0-1 0 0,-1 0 1 0 0,0 0-1 0 0,0 0 1 0 0,0 0-1 0 0,0 0 1 0 0,0 0-1 0 0,0 1 0 0 0,0-1 1 0 0,0 0-1 0 0,0 0 1 0 0,0 0-1 0 0,0 0 1 0 0,0 0-1 0 0,0 0 0 0 0,1 0 1 0 0,-1 0-1 0 0,0 0 1 0 0,0 0-1 0 0,0 0 1 0 0,0 0-1 0 0,0 1 1 0 0,0-1-1 0 0,0 0 0 0 0,0 0 1 0 0,0 0-1 0 0,0 0 1 0 0,0 0-1 0 0,0 0 1 0 0,0 0-1 0 0,0 0 1 0 0,0 0-1 0 0,0 1 0 0 0,0-1 1 0 0,0 0-1 0 0,0 0 1 0 0,0 0-1 0 0,0 0 1 0 0,-1 0-1 0 0,33-53 230 0 0,45-100 0 0 0,-70 138-263 0 0,106-222-386 0 0,-83 170 290 0 0,24-43-45 0 0,-39 72 72 0 0,-13 32 125 0 0,-1 1-1 0 0,1-1 1 0 0,1 1-1 0 0,-1 0 1 0 0,1 0-1 0 0,0 0 1 0 0,5-8-1 0 0,-7 13 42 0 0,2-7-10 0 0,-3 7-61 0 0,0 0 1 0 0,0 0 0 0 0,0 0 0 0 0,0 0 0 0 0,0 0 0 0 0,0 0 0 0 0,0 1 0 0 0,0-1 0 0 0,0 0 0 0 0,0 0 0 0 0,0 0 0 0 0,0 0-1 0 0,0 0 1 0 0,0 0 0 0 0,0 1 0 0 0,0-1 0 0 0,0 0 0 0 0,0 0 0 0 0,0 0 0 0 0,0 0 0 0 0,1 0 0 0 0,-1 0 0 0 0,0 0-1 0 0,0 1 1 0 0,0-1 0 0 0,0 0 0 0 0,0 0 0 0 0,0 0 0 0 0,0 0 0 0 0,0 0 0 0 0,0 0 0 0 0,1 0 0 0 0,-1 0 0 0 0,0 0 0 0 0,0 0-1 0 0,0 0 1 0 0,0 0 0 0 0,0 0 0 0 0,0 1 0 0 0,0-1 0 0 0,1 0 0 0 0,-1 0 0 0 0,0 0 0 0 0,0 0 0 0 0,0 0 0 0 0,0 0-1 0 0,0 0 1 0 0,0 0 0 0 0,1 0 0 0 0,-1-1 0 0 0,-3 66 449 0 0,1-38-167 0 0,0 1-1 0 0,3 0 1 0 0,4 43 0 0 0,31 67-139 0 0,-12-51-161 0 0,19 53 4 0 0,-31-94 0 0 0,-11-39 207 0 0,1 1-9426 0 0,-11-23-4524 0 0,-3 2 8115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7.3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49 592 0 0,'2'25'8001'0'0,"3"-21"-7447"0"0,1 0 0 0 0,-1-1 0 0 0,1 1 0 0 0,0-1 0 0 0,-1 0 0 0 0,1-1 0 0 0,1 1 0 0 0,-1-1 0 0 0,0-1 0 0 0,0 1 0 0 0,1-1 0 0 0,-1 0 0 0 0,1 0 0 0 0,-1-1 0 0 0,1 0 0 0 0,8 0 0 0 0,18-3 1124 0 0,64-12 0 0 0,-73 10-973 0 0,177-44 3053 0 0,-112 26-2616 0 0,-62 13-3061 0 0,-48 8-2237 0 0,-42 7-6753 0 0,38 0 5293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1.80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314 32 28 0 0,'0'0'6408'0'0,"12"-19"11668"0"0,-15 17-17859 0 0,-1 0 0 0 0,1 1 0 0 0,0-1 0 0 0,0 1 1 0 0,-1 0-1 0 0,1 0 0 0 0,0 0 0 0 0,-1 0 1 0 0,1 1-1 0 0,-1-1 0 0 0,1 1 0 0 0,-1 0 0 0 0,1 0 1 0 0,-1 0-1 0 0,1 1 0 0 0,-1-1 0 0 0,1 1 1 0 0,-1 0-1 0 0,1 0 0 0 0,-6 2 0 0 0,-10 4 408 0 0,0 0 1 0 0,-26 13-1 0 0,23-9-165 0 0,1 1 0 0 0,0 1 0 0 0,-29 24-1 0 0,46-34-460 0 0,0 1 1 0 0,-1 0-1 0 0,1 0 0 0 0,1 0 0 0 0,-1 0 0 0 0,1 1 0 0 0,-1 0 0 0 0,1-1 0 0 0,1 1 0 0 0,-1 0 0 0 0,1 0 0 0 0,0 1 0 0 0,0-1 0 0 0,0 0 0 0 0,1 1 0 0 0,-1-1 0 0 0,1 1 0 0 0,1 0 0 0 0,-1-1 0 0 0,1 1 0 0 0,1 7 0 0 0,-1-8 1 0 0,1-1 0 0 0,0 1 0 0 0,1 0 0 0 0,-1-1 0 0 0,1 1 0 0 0,0-1 0 0 0,0 0 0 0 0,0 0 0 0 0,1 0 0 0 0,-1 0 0 0 0,1 0 0 0 0,0 0 0 0 0,0 0 0 0 0,1-1 0 0 0,-1 0 0 0 0,5 4 0 0 0,0-2 0 0 0,0 1 0 0 0,0-1 0 0 0,1-1 0 0 0,0 0 0 0 0,0 0 0 0 0,0-1 0 0 0,15 4 0 0 0,9-1 0 0 0,1-1 0 0 0,0-2 0 0 0,50-1 0 0 0,1-2 0 0 0,-78-3 0 0 0,-23-5 0 0 0,5 5-57 0 0,9 3-476 0 0,23 8-17457 0 0,-17-5 15829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3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1 64 0 0,'0'0'21471'0'0,"0"5"-20505"0"0,-1 18-20 0 0,-1-16-383 0 0,2 0 1 0 0,-1 0-1 0 0,1 0 1 0 0,0 0-1 0 0,0-1 1 0 0,1 1-1 0 0,0 0 0 0 0,0 0 1 0 0,1 0-1 0 0,-1 0 1 0 0,5 9-1 0 0,-5-15-517 0 0,1 0 1 0 0,-1 0-1 0 0,0 0 0 0 0,0 0 0 0 0,1-1 0 0 0,-1 1 1 0 0,1 0-1 0 0,-1-1 0 0 0,1 1 0 0 0,-1-1 0 0 0,1 1 1 0 0,-1-1-1 0 0,1 0 0 0 0,0 1 0 0 0,-1-1 0 0 0,1 0 1 0 0,-1 0-1 0 0,1 0 0 0 0,0-1 0 0 0,-1 1 0 0 0,1 0 1 0 0,-1 0-1 0 0,1-1 0 0 0,-1 1 0 0 0,1-1 0 0 0,-1 0 1 0 0,1 1-1 0 0,-1-1 0 0 0,3-1 0 0 0,47-25-115 0 0,-50 27 75 0 0,24-17-286 0 0,-1 0 1 0 0,35-33-1 0 0,-58 49 350 0 0,-1 0-27 0 0,1 1 1 0 0,-1-1 0 0 0,1 0-1 0 0,-1 1 1 0 0,1-1-1 0 0,0 0 1 0 0,-1 1 0 0 0,1-1-1 0 0,0 1 1 0 0,-1-1-1 0 0,1 1 1 0 0,0 0-1 0 0,0-1 1 0 0,0 1 0 0 0,-1 0-1 0 0,1-1 1 0 0,0 1-1 0 0,0 0 1 0 0,0 0 0 0 0,0 0-1 0 0,-1 0 1 0 0,1 0-1 0 0,0 0 1 0 0,0 0 0 0 0,0 0-1 0 0,0 0 1 0 0,0 0-1 0 0,-1 0 1 0 0,1 0 0 0 0,0 1-1 0 0,0-1 1 0 0,0 0-1 0 0,0 1 1 0 0,-1-1 0 0 0,1 1-1 0 0,0-1 1 0 0,-1 1-1 0 0,1-1 1 0 0,0 1-1 0 0,-1-1 1 0 0,1 1 0 0 0,0 0-1 0 0,-1-1 1 0 0,1 1-1 0 0,0 1 1 0 0,83 79-44 0 0,-78-74 0 0 0,-2 0-177 0 0,-3-6-783 0 0,-1-33-25398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6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1776 0 0,'0'0'12451'0'0,"3"2"-11101"0"0,3 5-598 0 0,0-1 0 0 0,-1 1 0 0 0,0 0-1 0 0,0 0 1 0 0,-1 1 0 0 0,0 0 0 0 0,0-1-1 0 0,3 10 1 0 0,21 76 2681 0 0,-9-28-1764 0 0,-13-46-1250 0 0,16 41 577 0 0,-4-26-3446 0 0,-17-32 1470 0 0,1-22-7956 0 0,-1 3 6224 0 0,-5 2-1950 0 0,-2-1-470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2.79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0 424 0 0,'-21'2'1505'0'0,"17"-2"-878"0"0,1 0-1 0 0,-1 0 0 0 0,1 0 1 0 0,-1 0-1 0 0,0 1 1 0 0,1 0-1 0 0,-1-1 1 0 0,1 1-1 0 0,-1 1 0 0 0,1-1 1 0 0,-1 0-1 0 0,1 1 1 0 0,0 0-1 0 0,0-1 1 0 0,0 1-1 0 0,0 1 0 0 0,0-1 1 0 0,-3 3-1 0 0,5-3 655 0 0,33 27 4278 0 0,-19-25-5047 0 0,1-1-1 0 0,-1 0 1 0 0,1-1 0 0 0,0 0-1 0 0,0-1 1 0 0,-1 0 0 0 0,17-2-1 0 0,1-1-1075 0 0,0-2 1 0 0,37-9-1 0 0,-26-3-3606 0 0,-14 1-5247 0 0,-15 8 4083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3.7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4 472 0 0,'-4'-4'19885'0'0,"114"148"-9604"0"0,-103-137-9997 0 0,-7-6-287 0 0,1 0 1 0 0,0 0-1 0 0,0 1 1 0 0,1-1-1 0 0,-1 0 0 0 0,0 0 1 0 0,0 0-1 0 0,0 0 1 0 0,1 0-1 0 0,-1 0 0 0 0,1-1 1 0 0,-1 1-1 0 0,3 1 1 0 0,27-12-715 0 0,42-29-958 0 0,-54 27 1354 0 0,2 1-1 0 0,28-11 1 0 0,-49 21 383 0 0,1 1 0 0 0,-1 0 1 0 0,1-1-1 0 0,-1 1 0 0 0,1-1 0 0 0,-1 1 0 0 0,1 0 1 0 0,-1 0-1 0 0,1-1 0 0 0,-1 1 0 0 0,1 0 1 0 0,0 0-1 0 0,-1 0 0 0 0,1 0 0 0 0,-1-1 0 0 0,1 1 1 0 0,0 0-1 0 0,-1 0 0 0 0,1 0 0 0 0,0 0 1 0 0,-1 0-1 0 0,1 1 0 0 0,-1-1 0 0 0,1 0 0 0 0,0 0 1 0 0,-1 0-1 0 0,1 0 0 0 0,-1 1 0 0 0,1-1 1 0 0,-1 0-1 0 0,1 1 0 0 0,-1-1 0 0 0,1 0 0 0 0,-1 1 1 0 0,1-1-1 0 0,-1 1 0 0 0,1-1 0 0 0,-1 0 1 0 0,0 1-1 0 0,1-1 0 0 0,-1 1 0 0 0,0-1 0 0 0,1 1 1 0 0,-1 0-1 0 0,0-1 0 0 0,0 1 0 0 0,1-1 1 0 0,-1 1-1 0 0,0-1 0 0 0,0 1 0 0 0,0 0 0 0 0,0-1 1 0 0,0 1-1 0 0,0 0 0 0 0,0-1 0 0 0,0 1 1 0 0,0-1-1 0 0,0 2 0 0 0,3 13 23 0 0,-1-9-12 0 0,1 0 0 0 0,-1 1 0 0 0,1-1 0 0 0,0 0 0 0 0,1 0-1 0 0,0-1 1 0 0,0 1 0 0 0,0-1 0 0 0,0 0 0 0 0,1 0 0 0 0,0 0 0 0 0,0-1 0 0 0,9 7 0 0 0,24 16-3720 0 0,-15-11-1668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9.57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46 579 1064 0 0,'-3'5'13213'0'0,"-11"14"-10402"0"0,-10 42 1782 0 0,20-44-2311 0 0,13-39-1725 0 0,12-35-179 0 0,61-197 404 0 0,-60 177-524 0 0,56-128 0 0 0,-74 195-218 0 0,-1 5 62 0 0,-1 0 0 0 0,0 0 0 0 0,0 1 0 0 0,-1-1 0 0 0,1 0 0 0 0,-1-1 0 0 0,0-5 0 0 0,-1 10 64 0 0,3-8 0 0 0,-3 9-150 0 0,0 1-1 0 0,0-1 1 0 0,0 0 0 0 0,0 0 0 0 0,0 0-1 0 0,0 0 1 0 0,0 0 0 0 0,0 1 0 0 0,0-1-1 0 0,0 0 1 0 0,1 0 0 0 0,-1 0 0 0 0,0 0-1 0 0,0 0 1 0 0,0 1 0 0 0,0-1 0 0 0,0 0-1 0 0,0 0 1 0 0,0 0 0 0 0,0 0 0 0 0,0 0-1 0 0,1 0 1 0 0,-1 0 0 0 0,0 0 0 0 0,0 0 0 0 0,0 1-1 0 0,0-1 1 0 0,0 0 0 0 0,1 0 0 0 0,-1 0-1 0 0,0 0 1 0 0,0 0 0 0 0,0 0 0 0 0,0 0-1 0 0,0 0 1 0 0,1 0 0 0 0,-1 0 0 0 0,0 0-1 0 0,0 0 1 0 0,0 0 0 0 0,0 0 0 0 0,1 0-1 0 0,-1 0 1 0 0,0 0 0 0 0,0 0 0 0 0,0 0-1 0 0,0-1 1 0 0,0 1 0 0 0,0 0 0 0 0,1 0-1 0 0,-1 0 1 0 0,0 0 0 0 0,0 0 0 0 0,0 0-1 0 0,0 0 1 0 0,0 0 0 0 0,0-1 0 0 0,0 1-1 0 0,1 0 1 0 0,-1 0 0 0 0,0 0 0 0 0,0 0-1 0 0,0 0 1 0 0,0 0 0 0 0,0-1 0 0 0,0 1-1 0 0,0 0 1 0 0,17 46 565 0 0,-3 1 0 0 0,17 94-1 0 0,-3-9 63 0 0,7 54 208 0 0,-32-170-784 0 0,-3-9-23 0 0,1-1 0 0 0,0 0 0 0 0,0 1 0 0 0,1-1 0 0 0,4 12 0 0 0,-5-16-48 0 0,1-9-1002 0 0,-1 0-1 0 0,0 0 1 0 0,-1 0-1 0 0,1 0 1 0 0,-1 0-1 0 0,-1 0 1 0 0,1 0-1 0 0,-1 1 1 0 0,-1-1-1 0 0,1 0 1 0 0,-1 0-1 0 0,-3-6 1 0 0,1 3-816 0 0,-5-9-5718 0 0,-1 7 2156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09.7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44 608 0 0,'0'0'6417'0'0,"8"0"-5275"0"0,111-14 2812 0 0,140-11-791 0 0,-188 21-6098 0 0,-65 13-3178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4.8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105 0 380 0 0,'0'0'19784'0'0,"-2"5"-18404"0"0,-31 71 2342 0 0,22-54-2749 0 0,1 1 1 0 0,1 0 0 0 0,0 1 0 0 0,-8 43 0 0 0,11-32-243 0 0,4-27-560 0 0,0 0 0 0 0,0-1 1 0 0,1 1-1 0 0,1 0 0 0 0,-1-1 1 0 0,1 1-1 0 0,0 0 0 0 0,3 11 1 0 0,-2-2-243 0 0,-1-15-38 0 0,0 0 0 0 0,0-1 0 0 0,0 1 0 0 0,0 0 0 0 0,1-1 0 0 0,-1 1 1 0 0,0 0-1 0 0,1-1 0 0 0,-1 1 0 0 0,1-1 0 0 0,-1 1 0 0 0,1-1 0 0 0,0 1 0 0 0,-1-1 0 0 0,1 1 0 0 0,0-1 0 0 0,2 2 0 0 0,-2-2-703 0 0,13-18-3889 0 0,-13 16 4518 0 0,1 0 0 0 0,-1 0 0 0 0,0 0 0 0 0,0-1 0 0 0,0 1 0 0 0,0 0 0 0 0,0 0 0 0 0,0-1 0 0 0,0 1 0 0 0,0 0 0 0 0,0-1 0 0 0,0 1 0 0 0,-1-1 0 0 0,1 1 0 0 0,-1-1 0 0 0,1 1 0 0 0,-1-1 0 0 0,0 1 0 0 0,1-1 0 0 0,-1-3 0 0 0,4-31-10200 0 0,-3 18 4402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5.4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24 118 1164 0 0,'-19'-20'7378'0'0,"15"11"-1080"0"0,6 7-6118 0 0,0 0-1 0 0,0 0 1 0 0,0 0-1 0 0,0 1 1 0 0,0-1 0 0 0,0 1-1 0 0,0-1 1 0 0,1 1-1 0 0,-1-1 1 0 0,1 1 0 0 0,-1 0-1 0 0,1 0 1 0 0,0 1-1 0 0,-1-1 1 0 0,1 0 0 0 0,0 1-1 0 0,2-1 1 0 0,69-10 1477 0 0,-46 7-1250 0 0,59-13 534 0 0,-31 5 261 0 0,0 3 0 0 0,78-3 0 0 0,-132 12 1206 0 0,-7 4-1931 0 0,-9 5-60 0 0,1-1 0 0 0,-1 0 0 0 0,-1-1 0 0 0,0-1 0 0 0,-16 6 0 0 0,6-3 481 0 0,0 2 1 0 0,-34 19 0 0 0,50-22-899 0 0,10 3 0 0 0,2-8 0 0 0,-1 0 0 0 0,2-1 0 0 0,-1 0 0 0 0,0 1 0 0 0,0-1 0 0 0,1 0 0 0 0,-1-1 0 0 0,1 1 0 0 0,-1-1 0 0 0,1 1 0 0 0,0-1 0 0 0,0 0 0 0 0,5 0 0 0 0,64 10 0 0 0,-40-8 0 0 0,-11 1 0 0 0,0 0 0 0 0,-1 2 0 0 0,31 11 0 0 0,-45-15 0 0 0,0 1 0 0 0,0 1 0 0 0,-1-1 0 0 0,1 1 0 0 0,-1 0 0 0 0,1 1 0 0 0,-1 0 0 0 0,-1 0 0 0 0,1 0 0 0 0,-1 0 0 0 0,0 1 0 0 0,0 0 0 0 0,7 10 0 0 0,-12-14 0 0 0,1 0 0 0 0,-1 1 0 0 0,0-1 0 0 0,0 0 0 0 0,0 0 0 0 0,0 0 0 0 0,0 1 0 0 0,0-1 0 0 0,0 0 0 0 0,-1 0 0 0 0,1 0 0 0 0,-1 0 0 0 0,1 1 0 0 0,-1-1 0 0 0,0 0 0 0 0,0 0 0 0 0,-2 3 0 0 0,-3 3 0 0 0,0-1 0 0 0,-1 0 0 0 0,0 0 0 0 0,0-1 0 0 0,0 0 0 0 0,-1 0 0 0 0,0-1 0 0 0,0 0 0 0 0,0 0 0 0 0,-1-1 0 0 0,1 0 0 0 0,-1 0 0 0 0,-11 2 0 0 0,-11 3 0 0 0,0-2 0 0 0,0-2 0 0 0,-33 3 0 0 0,49-8 0 0 0,0 2 0 0 0,2-1-41 0 0,10-1-344 0 0,10-3-774 0 0,130-60-6883 0 0,-74 36 3213 0 0,-2-1-3774 0 0,-27 11 3143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5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0 1008 0 0,'0'0'21901'0'0,"-4"5"-20691"0"0,-59 85 4538 0 0,50-68-5334 0 0,0-1 0 0 0,-2-1 1 0 0,0 0-1 0 0,-1-1 0 0 0,-1-1 1 0 0,-22 18-1 0 0,34-32-414 0 0,-2 2 0 0 0,-6 15 0 0 0,13-11 0 0 0,17-3 0 0 0,-5-4 0 0 0,0-1 0 0 0,0 0 0 0 0,1-1 0 0 0,-1 0 0 0 0,20-2 0 0 0,9 1 0 0 0,292 15 0 0 0,-318-14-32 0 0,-12 0-345 0 0,-41 5-26452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7.9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374 29 416 0 0,'15'-14'28272'0'0,"-20"12"-28106"0"0,-1-1 0 0 0,0 1-1 0 0,0 0 1 0 0,1 1 0 0 0,-1 0 0 0 0,0-1 0 0 0,0 2-1 0 0,-1-1 1 0 0,1 1 0 0 0,0 0 0 0 0,0 0 0 0 0,0 1 0 0 0,0-1-1 0 0,0 1 1 0 0,0 1 0 0 0,0-1 0 0 0,0 1 0 0 0,1 0-1 0 0,-11 5 1 0 0,15-6-148 0 0,-38 19 384 0 0,-43 30 1 0 0,70-41-410 0 0,0 0-1 0 0,1 1 1 0 0,0 0-1 0 0,1 0 1 0 0,0 1-1 0 0,1 1 1 0 0,-12 18-1 0 0,15-20 8 0 0,0 0 0 0 0,1 1 0 0 0,0 0 0 0 0,0 0 0 0 0,1 0 0 0 0,1 1 0 0 0,-4 17 0 0 0,6-23 0 0 0,1-1 0 0 0,0 1 0 0 0,0-1 0 0 0,0 1 0 0 0,1-1 0 0 0,-1 1 0 0 0,1-1 0 0 0,1 0 0 0 0,-1 1 0 0 0,1-1 0 0 0,0 0 0 0 0,0 0 0 0 0,0 0 0 0 0,1 0 0 0 0,0 0 0 0 0,0-1 0 0 0,0 1 0 0 0,7 7 0 0 0,-3-5 0 0 0,-1-1 0 0 0,1 1 0 0 0,1-1 0 0 0,-1 0 0 0 0,1-1 0 0 0,0 0 0 0 0,0 0 0 0 0,0-1 0 0 0,12 5 0 0 0,4-2 0 0 0,0-1 0 0 0,37 4 0 0 0,46 9 0 0 0,-130-18-284 0 0,16-2-1176 0 0,7-2-1763 0 0,2-16-9469 0 0,2 12 9718 0 0,1-5-3848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4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301 11 708 0 0,'-2'-1'6576'0'0,"-20"-8"-1191"0"0,15 9-327 0 0,-1 4-4088 0 0,-61 35 5098 0 0,47-25-4552 0 0,1 0-1 0 0,-37 33 1 0 0,48-38-1171 0 0,0 1 1 0 0,1 1-1 0 0,0-1 1 0 0,1 2-1 0 0,0-1 0 0 0,1 1 1 0 0,0 0-1 0 0,-9 22 0 0 0,15-30-334 0 0,-1 0-1 0 0,1 0 1 0 0,0 0-1 0 0,0 0 1 0 0,1 0-1 0 0,-1 0 1 0 0,1 1-1 0 0,-1-1 1 0 0,2 0-1 0 0,-1 0 1 0 0,0 0-1 0 0,1 1 1 0 0,-1-1-1 0 0,1 0 1 0 0,0 0-1 0 0,1 0 1 0 0,-1 0-1 0 0,1 0 1 0 0,0-1-1 0 0,0 1 1 0 0,0 0-1 0 0,0-1 1 0 0,0 1-1 0 0,1-1 1 0 0,0 0-1 0 0,0 0 1 0 0,0 0-1 0 0,0 0 1 0 0,0 0-1 0 0,0-1 1 0 0,1 1-1 0 0,3 1 1 0 0,3 1-11 0 0,0 0 0 0 0,0-1 0 0 0,1-1 0 0 0,-1 0 0 0 0,1 0 0 0 0,-1-1 0 0 0,1-1 0 0 0,0 1 0 0 0,0-2 0 0 0,-1 1 0 0 0,13-2 0 0 0,20-3 0 0 0,57-11 0 0 0,-90 13 0 0 0,76-17 0 0 0,-75 14 0 0 0,-11 5 0 0 0,0 0 0 0 0,0 0 0 0 0,0 0 0 0 0,0 0 0 0 0,0 0 0 0 0,1 0 0 0 0,-1 0 0 0 0,0 0 0 0 0,0-1 0 0 0,0 1 0 0 0,0 0 0 0 0,0 0 0 0 0,1 0 0 0 0,-1 0 0 0 0,0 0 0 0 0,0 0 0 0 0,0-1 0 0 0,0 1 0 0 0,0 0 0 0 0,0 0 0 0 0,0 0 0 0 0,0 0 0 0 0,0-1 0 0 0,0 1 0 0 0,0 0 0 0 0,0 0 0 0 0,0 0 0 0 0,0 0 0 0 0,0-1 0 0 0,0 1 0 0 0,0 0 0 0 0,0 0 0 0 0,0 0 0 0 0,0 0 0 0 0,0-1 0 0 0,0 1 0 0 0,0 0 0 0 0,0 0 0 0 0,0 0 0 0 0,0 0 0 0 0,0-1 0 0 0,0 1 0 0 0,0 0 0 0 0,-1 0 0 0 0,1 0 0 0 0,0 0 0 0 0,0 0 0 0 0,0-1 0 0 0,-18-7 0 0 0,-1 7 0 0 0,3 3 0 0 0,3 0 0 0 0,1 2 0 0 0,3-1-69 0 0,7-2-349 0 0,31 1-21072 0 0,-23-1 15424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76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1000 0 0,'0'0'11568'0'0,"0"4"-10373"0"0,4 16 717 0 0,-2 0-1 0 0,0 0 1 0 0,-1 1-1 0 0,-1-1 1 0 0,-5 39-1 0 0,1 31 1191 0 0,4-91-3216 0 0,0 1 0 0 0,0 0 0 0 0,0 0 0 0 0,1 0 0 0 0,-1 0 1 0 0,0 0-1 0 0,0 0 0 0 0,0 0 0 0 0,1-1 0 0 0,-1 1 0 0 0,0 0 0 0 0,0 0 0 0 0,0 0 0 0 0,1 0 0 0 0,-1 0 0 0 0,0 0 1 0 0,0 0-1 0 0,1 0 0 0 0,-1 0 0 0 0,0 0 0 0 0,0 0 0 0 0,1 0 0 0 0,-1 0 0 0 0,0 0 0 0 0,0 0 0 0 0,0 1 1 0 0,1-1-1 0 0,-1 0 0 0 0,0 0 0 0 0,0 0 0 0 0,0 0 0 0 0,1 0 0 0 0,-1 0 0 0 0,0 1 0 0 0,0-1 0 0 0,0 0 1 0 0,0 0-1 0 0,1 0 0 0 0,-1 0 0 0 0,0 1 0 0 0,0-1 0 0 0,0 0 0 0 0,0 0 0 0 0,0 0 0 0 0,0 1 0 0 0,0-1 1 0 0,0 0-1 0 0,1 0 0 0 0,-1 0 0 0 0,0 1 0 0 0,0-1 0 0 0,0 1 0 0 0,1-3-252 0 0,-1 1 0 0 0,1-1 1 0 0,0 1-1 0 0,0-1 0 0 0,-1 1 0 0 0,1-1 0 0 0,-1 0 1 0 0,1 1-1 0 0,-1-1 0 0 0,0 0 0 0 0,0 1 0 0 0,0-1 0 0 0,0-2 1 0 0,-4-10-2611 0 0,-1-1-2556 0 0,3 4 656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6:58.9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29 2 1224 0 0,'-15'-2'3514'0'0,"2"5"966"0"0,13 3 891 0 0,10 3-1664 0 0,8-1-4221 0 0,-1-3 1071 0 0,1 0 0 0 0,0-1 1 0 0,1-1-1 0 0,-1-1 1 0 0,1-1-1 0 0,32-1 0 0 0,1-1-2671 0 0,-49 1 1325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1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26 480 920 0 0,'0'0'5995'0'0,"-13"9"3250"0"0,10 2-8318 0 0,0 1 1 0 0,1-1-1 0 0,0 1 0 0 0,1-1 1 0 0,0 1-1 0 0,1 0 0 0 0,0 0 1 0 0,3 21-1 0 0,0 22 2290 0 0,7-20-1246 0 0,30-137-2106 0 0,40-113-420 0 0,21-52-417 0 0,-83 211 687 0 0,-15 45 220 0 0,0 0 0 0 0,1 0 1 0 0,0 1-1 0 0,6-11 0 0 0,21 179 2810 0 0,-15-83-2095 0 0,3 0 0 0 0,4 0-1 0 0,56 123 1 0 0,-69-177 1260 0 0,-4-1-7751 0 0,-12-15-1115 0 0,-12-11 3816 0 0,-10-8-6142 0 0,10 9 3964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1.4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24 340 0 0,'-2'-6'10805'0'0,"191"-10"-2470"0"0,-133 14-8030 0 0,78 7 0 0 0,-125-2-600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2.1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29 640 0 0,'-15'1'-80'0'0,"-4"-7"19117"0"0,32-5-18114 0 0,-8 9-701 0 0,0 0 1 0 0,0 0 0 0 0,0 1-1 0 0,0-1 1 0 0,0 1-1 0 0,0 0 1 0 0,0 0 0 0 0,1 1-1 0 0,-1-1 1 0 0,0 1-1 0 0,0 1 1 0 0,1-1 0 0 0,8 2-1 0 0,68 19 1247 0 0,-75-19-1328 0 0,14 6 123 0 0,0 0 1 0 0,-1 1-1 0 0,0 1 1 0 0,0 1-1 0 0,-1 1 1 0 0,-1 0-1 0 0,0 2 1 0 0,0 0-1 0 0,-2 1 1 0 0,0 0-1 0 0,19 24 1 0 0,-23-24-107 0 0,-1 1 1 0 0,0 0-1 0 0,-2 0 1 0 0,1 1-1 0 0,-2 0 1 0 0,0 1-1 0 0,-2 0 0 0 0,1 0 1 0 0,-2 0-1 0 0,-1 1 1 0 0,0 0-1 0 0,-1 0 1 0 0,0 29-1 0 0,-4-39-21 0 0,-1 0 1 0 0,0 0-1 0 0,0 0 0 0 0,-1 0 0 0 0,0 0 0 0 0,0-1 1 0 0,-1 1-1 0 0,0-1 0 0 0,-1 0 0 0 0,0-1 1 0 0,0 1-1 0 0,0-1 0 0 0,-8 8 0 0 0,-6 11 71 0 0,17-24-208 0 0,0 1 0 0 0,0 0 0 0 0,-1-1 0 0 0,1 0 0 0 0,0 1 0 0 0,-1-1 0 0 0,0 0 0 0 0,1 0 0 0 0,-1 0 0 0 0,0-1 0 0 0,0 1 0 0 0,0-1 0 0 0,0 0 0 0 0,-5 2 0 0 0,3-1 0 0 0,-6 1 0 0 0,0-9 0 0 0,5-5 0 0 0,6-4-45 0 0,3 10-455 0 0,-1 0 0 0 0,1 1 0 0 0,-1-1 0 0 0,1 1 1 0 0,1 0-1 0 0,-1 0 0 0 0,0 0 0 0 0,1 1 0 0 0,0-1 0 0 0,0 1 1 0 0,0-1-1 0 0,0 2 0 0 0,1-1 0 0 0,6-4 0 0 0,44-13-14520 0 0,-39 16 9280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2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 4 144 0 0,'-10'-1'15490'0'0,"7"7"-14999"0"0,0 1 0 0 0,0 0 0 0 0,1 0 0 0 0,0 0 1 0 0,0 0-1 0 0,0 0 0 0 0,1 0 0 0 0,0 1 0 0 0,1-1 0 0 0,-1 0 0 0 0,1 1 0 0 0,1-1 0 0 0,-1 0 0 0 0,1 1 0 0 0,3 7 0 0 0,-4-12-316 0 0,1 0 0 0 0,0 1-1 0 0,0-1 1 0 0,0 0 0 0 0,1 0-1 0 0,-1 1 1 0 0,1-1 0 0 0,-1 0-1 0 0,1-1 1 0 0,0 1 0 0 0,0 0-1 0 0,1 0 1 0 0,-1-1 0 0 0,0 0-1 0 0,1 1 1 0 0,0-1-1 0 0,3 2 1 0 0,-4-3-150 0 0,0 0 1 0 0,1 0-1 0 0,-1 0 1 0 0,0-1-1 0 0,1 1 0 0 0,-1-1 1 0 0,1 1-1 0 0,-1-1 0 0 0,0 0 1 0 0,1 0-1 0 0,-1 0 0 0 0,1-1 1 0 0,-1 1-1 0 0,0 0 1 0 0,1-1-1 0 0,-1 0 0 0 0,0 1 1 0 0,1-1-1 0 0,-1 0 0 0 0,0 0 1 0 0,0-1-1 0 0,0 1 0 0 0,0 0 1 0 0,0-1-1 0 0,2-1 1 0 0,31-25-562 0 0,-2-2 1 0 0,36-43 0 0 0,-35 36 424 0 0,-33 37 158 0 0,-1 0-1 0 0,0 0 1 0 0,0 0 0 0 0,1 0 0 0 0,-1 0 0 0 0,0 0 0 0 0,1 0 0 0 0,-1 0 0 0 0,0-1 0 0 0,1 1 0 0 0,-1 0 0 0 0,0 1-1 0 0,1-1 1 0 0,-1 0 0 0 0,0 0 0 0 0,1 0 0 0 0,-1 0 0 0 0,0 0 0 0 0,1 0 0 0 0,-1 0 0 0 0,0 0 0 0 0,1 1-1 0 0,-1-1 1 0 0,0 0 0 0 0,1 0 0 0 0,-1 0 0 0 0,0 1 0 0 0,0-1 0 0 0,1 0 0 0 0,-1 0 0 0 0,0 0 0 0 0,0 1-1 0 0,0-1 1 0 0,1 0 0 0 0,-1 1 0 0 0,0-1 0 0 0,0 0 0 0 0,0 1 0 0 0,0-1 0 0 0,0 0 0 0 0,0 1 0 0 0,0-1-1 0 0,1 0 1 0 0,-1 1 0 0 0,11 25 222 0 0,-2-5 353 0 0,5-1-239 0 0,1-1 0 0 0,0 0 0 0 0,1 0 1 0 0,1-2-1 0 0,33 27 0 0 0,-6-12 269 0 0,70 39 0 0 0,-82-57-440 0 0,38 12 161 0 0,-61-23-382 0 0,-7-2-143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5T15:47:16.9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19 196 280 0 0,'0'-4'910'0'0,"0"1"0"0"0,0 0 0 0 0,-1-1 0 0 0,1 1 0 0 0,-1-1 1 0 0,0 1-1 0 0,0 0 0 0 0,0 0 0 0 0,0-1 0 0 0,-3-4 0 0 0,3 7-345 0 0,0 0 0 0 0,0 0 0 0 0,1 0-1 0 0,-1 0 1 0 0,0 0 0 0 0,1 0 0 0 0,-1 0 0 0 0,1 0 0 0 0,-1 0 0 0 0,1 0 0 0 0,0 0-1 0 0,-1 0 1 0 0,1 0 0 0 0,0 0 0 0 0,0-1 0 0 0,0 1 0 0 0,0-2 0 0 0,10-10 3791 0 0,32-1-3340 0 0,-32 12-436 0 0,375-77 3330 0 0,-345 74-2746 0 0,60-1-1 0 0,-100 7-1079 0 0,-1 1-82 0 0,0 0 0 0 0,0 0 0 0 0,0-1 0 0 0,0 1-1 0 0,0-1 1 0 0,0 1 0 0 0,-1-1 0 0 0,1 1 0 0 0,0-1 0 0 0,-1 1 0 0 0,1-1 0 0 0,-1 0 0 0 0,1 0 0 0 0,-1 0 0 0 0,0 0 0 0 0,0 0 0 0 0,-2 1 0 0 0,-7 2-2 0 0,6 0-171 0 0,4-3-802 0 0,12-32-17975 0 0,-3 12 11822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3.0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78 9481 0 0,'-5'-13'-116'0'0,"-2"-1"-428"0"0,-5 1-712 0 0,-1-1-8 0 0,-6 3-1365 0 0,-6-1 605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6.9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97 1260 0 0,'6'-55'8504'0'0,"1"40"-6329"0"0,2 2-421 0 0,-7 12-1227 0 0,-2 0-380 0 0,1 0 1 0 0,-1 0-1 0 0,1 0 0 0 0,-1 1 0 0 0,1-1 1 0 0,0 0-1 0 0,-1 0 0 0 0,1 1 1 0 0,0-1-1 0 0,-1 1 0 0 0,1-1 1 0 0,0 1-1 0 0,0-1 0 0 0,0 1 0 0 0,-1-1 1 0 0,1 1-1 0 0,0-1 0 0 0,0 1 1 0 0,0 0-1 0 0,0 0 0 0 0,0-1 1 0 0,0 1-1 0 0,0 0 0 0 0,0 0 0 0 0,0 0 1 0 0,1 0-1 0 0,2 10 93 0 0,0 0-1 0 0,0 0 1 0 0,-1 0 0 0 0,0 0-1 0 0,-1 1 1 0 0,0-1 0 0 0,-1 1-1 0 0,1 18 1 0 0,8 45 410 0 0,10 51 177 0 0,-12-101-680 0 0,0 6 132 0 0,-8-30-277 0 0,0 0 0 0 0,0 0 1 0 0,0-1-1 0 0,0 1 0 0 0,0 0 1 0 0,1 0-1 0 0,-1 0 0 0 0,0 0 1 0 0,0-1-1 0 0,0 1 0 0 0,0 0 0 0 0,1 0 1 0 0,-1 0-1 0 0,0 0 0 0 0,0 0 1 0 0,0 0-1 0 0,0-1 0 0 0,1 1 1 0 0,-1 0-1 0 0,0 0 0 0 0,0 0 1 0 0,1 0-1 0 0,-1 0 0 0 0,0 0 0 0 0,0 0 1 0 0,0 0-1 0 0,1 0 0 0 0,-1 0 1 0 0,0 0-1 0 0,0 0 0 0 0,1 0 1 0 0,-1 0-1 0 0,0 0 0 0 0,0 0 1 0 0,0 0-1 0 0,1 0 0 0 0,-1 1 1 0 0,0-1-1 0 0,0 0 0 0 0,0 0 0 0 0,1 0 1 0 0,-1 0-1 0 0,0 0 0 0 0,0 0 1 0 0,0 1-1 0 0,0-1 0 0 0,0 0 1 0 0,1 0-1 0 0,-1 0 0 0 0,0 0 1 0 0,0 1-1 0 0,0-1 0 0 0,0 0 0 0 0,0 0 1 0 0,0 0-1 0 0,0 1 0 0 0,0-1 1 0 0,1 0-1 0 0,-1 0 0 0 0,0 1 1 0 0,9-25-356 0 0,-9 1-2004 0 0,0 18-1907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7.3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 6 528 0 0,'-20'-6'5759'0'0,"8"6"1856"0"0,12 1-7544 0 0,19 11 402 0 0,1-1 1 0 0,0 0-1 0 0,1-1 0 0 0,0-1 0 0 0,0-1 0 0 0,44 9 0 0 0,147 19 800 0 0,-177-32-997 0 0,206 16 1375 0 0,-233-20-1566 0 0,-1 0 1 0 0,1 0-1 0 0,-1-1 1 0 0,1 0-1 0 0,-1 0 1 0 0,1-1 0 0 0,-1 0-1 0 0,13-5 1 0 0,-18 7-77 0 0,-1-1 1 0 0,1 1-1 0 0,-1-1 1 0 0,1 0-1 0 0,-1 1 1 0 0,1-1-1 0 0,-1 0 1 0 0,1 0 0 0 0,-1 0-1 0 0,0 0 1 0 0,1 0-1 0 0,-1 0 1 0 0,0-1-1 0 0,0 1 1 0 0,0 0-1 0 0,0-1 1 0 0,0 1-1 0 0,0-1 1 0 0,-1 1-1 0 0,1-1 1 0 0,0 1-1 0 0,-1-1 1 0 0,1 1-1 0 0,-1-1 1 0 0,1 0-1 0 0,-1 1 1 0 0,0-1-1 0 0,0 0 1 0 0,0 1 0 0 0,0-1-1 0 0,0 0 1 0 0,0 1-1 0 0,0-1 1 0 0,0 0-1 0 0,-1 1 1 0 0,1-1-1 0 0,-1 0 1 0 0,1 1-1 0 0,-1-1 1 0 0,0 1-1 0 0,1-1 1 0 0,-1 1-1 0 0,0-1 1 0 0,-1-1-1 0 0,1 2-112 0 0,-1-1-1 0 0,1 0 0 0 0,-1 1 1 0 0,1-1-1 0 0,-1 1 0 0 0,1-1 0 0 0,-1 1 1 0 0,0 0-1 0 0,0 0 0 0 0,0 0 1 0 0,0 0-1 0 0,0 0 0 0 0,0 0 1 0 0,0 0-1 0 0,0 1 0 0 0,0-1 0 0 0,0 1 1 0 0,0-1-1 0 0,0 1 0 0 0,0 0 1 0 0,-1 0-1 0 0,-2 0 0 0 0,-22 3-3237 0 0,4 3-4012 0 0,21-5 6562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37.9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25 188 1372 0 0,'0'0'13231'0'0,"-11"25"-10891"0"0,5 9-363 0 0,-1 61 0 0 0,7-92-1849 0 0,0 0 0 0 0,0 1 0 0 0,0-1 0 0 0,1 1 0 0 0,0-1 0 0 0,-1 0 0 0 0,1 0-1 0 0,1 1 1 0 0,1 4 0 0 0,5-4 610 0 0,2-17-485 0 0,-2-10-183 0 0,-2 0 1 0 0,0 1-1 0 0,4-43 0 0 0,-8 43-67 0 0,1 0-1 0 0,1 1 0 0 0,2-1 0 0 0,9-26 1 0 0,-12 42-9 0 0,0-1 1 0 0,1 1-1 0 0,-1 0 1 0 0,1 0-1 0 0,0 1 1 0 0,1-1-1 0 0,-1 1 1 0 0,1 0-1 0 0,0 0 1 0 0,1 0-1 0 0,-1 1 1 0 0,1 0-1 0 0,0 0 1 0 0,0 0-1 0 0,0 1 1 0 0,0 0-1 0 0,12-4 1 0 0,-9 4 27 0 0,0 1 1 0 0,1 0 0 0 0,-1 0-1 0 0,1 1 1 0 0,-1 0 0 0 0,1 1-1 0 0,-1 0 1 0 0,1 0-1 0 0,-1 1 1 0 0,1 1 0 0 0,-1-1-1 0 0,1 2 1 0 0,-1-1-1 0 0,0 1 1 0 0,0 0 0 0 0,0 1-1 0 0,-1 0 1 0 0,1 1 0 0 0,-1 0-1 0 0,0 0 1 0 0,0 0-1 0 0,-1 1 1 0 0,1 0 0 0 0,-1 1-1 0 0,-1 0 1 0 0,1 0 0 0 0,6 10-1 0 0,29 42 1570 0 0,-41-57-1287 0 0,1 0-28 0 0,-2-1-259 0 0,0-1-1 0 0,0 0 1 0 0,0 0-1 0 0,0 0 1 0 0,0 0 0 0 0,0 1-1 0 0,0-1 1 0 0,0 0-1 0 0,0 0 1 0 0,0 0-1 0 0,0 0 1 0 0,0 1-1 0 0,0-1 1 0 0,0 0 0 0 0,0 0-1 0 0,1 0 1 0 0,-1 0-1 0 0,0 0 1 0 0,0 0-1 0 0,0 1 1 0 0,0-1-1 0 0,0 0 1 0 0,1 0 0 0 0,-1 0-1 0 0,0 0 1 0 0,0 0-1 0 0,0 0 1 0 0,0 0-1 0 0,0 0 1 0 0,1 0-1 0 0,-1 0 1 0 0,0 0 0 0 0,0 0-1 0 0,0 0 1 0 0,0 0-1 0 0,1 0 1 0 0,-1 0-1 0 0,0 0 1 0 0,0 0-1 0 0,0 0 1 0 0,1 0 0 0 0,-1 0-1 0 0,0 0 1 0 0,0 0-1 0 0,0 0 1 0 0,0 0-1 0 0,0 0 1 0 0,1 0 0 0 0,-1 0-1 0 0,0 0 1 0 0,0 0-1 0 0,0-1 1 0 0,0 1-1 0 0,0 0 1 0 0,1 0-1 0 0,-1 0 1 0 0,0 0 0 0 0,0 0-1 0 0,0 0 1 0 0,0-1-1 0 0,4-8-80 0 0,-1-1 0 0 0,-1 0 0 0 0,0 0 0 0 0,2-20 0 0 0,-4 28-320 0 0,0-5-637 0 0,-9-14-9023 0 0,7 17 4503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3.9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330 144 968 0 0,'0'-2'357'0'0,"0"1"0"0"0,0-1 0 0 0,0 1 0 0 0,-1 0 0 0 0,1-1 0 0 0,0 1 0 0 0,-1 0 0 0 0,0-1 0 0 0,1 1-1 0 0,-1 0 1 0 0,0 0 0 0 0,1-1 0 0 0,-1 1 0 0 0,0 0 0 0 0,0 0 0 0 0,0 0 0 0 0,0 0 0 0 0,0 0 0 0 0,0 0 0 0 0,0 0 0 0 0,0 1 0 0 0,-1-1 0 0 0,1 0 0 0 0,-2 0 0 0 0,-31-9 4106 0 0,32 10-3238 0 0,-23-20 7845 0 0,18 13-9000 0 0,6 5-2 0 0,-1 1 1 0 0,1-1-1 0 0,0 1 0 0 0,-1 0 0 0 0,1-1 0 0 0,-1 1 1 0 0,1 0-1 0 0,-1 0 0 0 0,0 0 0 0 0,1 0 0 0 0,-1 0 1 0 0,0 0-1 0 0,0 0 0 0 0,1 1 0 0 0,-1-1 0 0 0,0 1 0 0 0,0-1 1 0 0,0 1-1 0 0,0 0 0 0 0,-2 0 0 0 0,-1 0-11 0 0,0 0 0 0 0,1 1 0 0 0,-1 0 0 0 0,0 0 1 0 0,0 0-1 0 0,1 0 0 0 0,-1 1 0 0 0,-4 2 0 0 0,-6 3 62 0 0,-1 2 0 0 0,1 0 0 0 0,-22 19 0 0 0,26-20-45 0 0,-30 26 126 0 0,39-32-185 0 0,0 0 1 0 0,0 0 0 0 0,0 0-1 0 0,1 0 1 0 0,-1 0-1 0 0,0 0 1 0 0,1 1-1 0 0,0-1 1 0 0,-1 1-1 0 0,1-1 1 0 0,0 1 0 0 0,0-1-1 0 0,0 1 1 0 0,0 4-1 0 0,1-5-8 0 0,1-1 1 0 0,-1 1-1 0 0,1-1 0 0 0,-1 1 0 0 0,1-1 0 0 0,0 1 0 0 0,-1-1 1 0 0,1 1-1 0 0,0-1 0 0 0,0 0 0 0 0,0 1 0 0 0,0-1 1 0 0,1 0-1 0 0,-1 0 0 0 0,0 0 0 0 0,0 0 0 0 0,1 0 0 0 0,-1 0 1 0 0,0 0-1 0 0,1 0 0 0 0,-1 0 0 0 0,1-1 0 0 0,0 1 1 0 0,-1-1-1 0 0,1 1 0 0 0,-1-1 0 0 0,3 1 0 0 0,44 7 50 0 0,-19-8-249 0 0,0-1 1 0 0,0-2 0 0 0,0-1 0 0 0,0-1 0 0 0,0-1 0 0 0,-1-1 0 0 0,0-2 0 0 0,-1-1 0 0 0,51-26 0 0 0,-72 33 134 0 0,0 0 0 0 0,-1-1 1 0 0,1 0-1 0 0,0 0 1 0 0,-1 0-1 0 0,0-1 0 0 0,0 0 1 0 0,-1 0-1 0 0,1 0 1 0 0,-1-1-1 0 0,5-7 0 0 0,-7 10 19 0 0,-1-1-1 0 0,1 1 1 0 0,-1 0 0 0 0,0-1-1 0 0,0 1 1 0 0,0-1 0 0 0,0 1-1 0 0,0-1 1 0 0,-1 1-1 0 0,0-1 1 0 0,0 1 0 0 0,0-1-1 0 0,0 0 1 0 0,0 1-1 0 0,-1-1 1 0 0,1 1 0 0 0,-1-1-1 0 0,0 1 1 0 0,0-1-1 0 0,0 1 1 0 0,-3-5 0 0 0,2 6-22 0 0,1 0 0 0 0,-1 0 1 0 0,0 1-1 0 0,0-1 0 0 0,0 1 1 0 0,1 0-1 0 0,-1-1 1 0 0,0 1-1 0 0,-1 0 0 0 0,1 0 1 0 0,0 0-1 0 0,0 1 0 0 0,0-1 1 0 0,-1 0-1 0 0,1 1 1 0 0,0 0-1 0 0,0-1 0 0 0,-1 1 1 0 0,1 0-1 0 0,-4 0 0 0 0,-43 4-3135 0 0,40 2 1342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4.3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12 1096 0 0,'-7'-12'17706'0'0,"13"16"-17386"0"0,-3-3-169 0 0,-1 0 0 0 0,0 1 0 0 0,1-1 1 0 0,-1 1-1 0 0,0 0 0 0 0,0 0 0 0 0,0 0 0 0 0,0 0 0 0 0,2 3 0 0 0,-3-1 116 0 0,0 0-1 0 0,-1 0 1 0 0,1 0-1 0 0,-1 0 0 0 0,0 0 1 0 0,0 0-1 0 0,-1 0 1 0 0,1 0-1 0 0,-1-1 1 0 0,0 1-1 0 0,0 0 1 0 0,0 0-1 0 0,0 0 1 0 0,-3 4-1 0 0,0 5 315 0 0,-3 9 146 0 0,-2-1 0 0 0,0 0 0 0 0,-2 0 0 0 0,0-1 0 0 0,-23 31 0 0 0,-15 28 906 0 0,14-14-215 0 0,33-61-1330 0 0,-4 4-41 0 0,0 2-39 0 0,0-3-25 0 0,5-5-91 0 0,5-8-871 0 0,16-25-259 0 0,22-32-5781 0 0,-14 28-6289 0 0,-17 26 7630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5.0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0 224 724 0 0,'0'0'6297'0'0,"3"-6"-5370"0"0,-1 0-530 0 0,1 0 1 0 0,1 1-1 0 0,-1 0 0 0 0,1-1 0 0 0,0 1 1 0 0,0 1-1 0 0,0-1 0 0 0,1 0 0 0 0,-1 1 0 0 0,1 0 1 0 0,1 0-1 0 0,-1 1 0 0 0,0-1 0 0 0,1 1 1 0 0,-1 0-1 0 0,1 1 0 0 0,0-1 0 0 0,0 1 1 0 0,0 0-1 0 0,11-1 0 0 0,-4 1 140 0 0,1 0 0 0 0,0 2 0 0 0,0 0 0 0 0,-1 0-1 0 0,1 1 1 0 0,20 5 0 0 0,-18-4-163 0 0,0 0 0 0 0,0 0 0 0 0,27-2 0 0 0,58-15 868 0 0,160-43 0 0 0,-173 36-402 0 0,17-4 910 0 0,-104 26-2117 0 0,7-2-4619 0 0,4-5-6879 0 0,-2-5 6577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5.7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314 141 772 0 0,'0'0'909'0'0,"5"-1"-34"0"0,2-1-2192 0 0,5-2 4124 0 0,-10 3-2116 0 0,-1 1 0 0 0,0-1 1 0 0,1 0-1 0 0,-1 1 0 0 0,0-1 1 0 0,1 0-1 0 0,-1 0 1 0 0,0 0-1 0 0,0 0 0 0 0,0 0 1 0 0,0 0-1 0 0,0 0 0 0 0,0 0 1 0 0,0-1-1 0 0,0 1 0 0 0,0 0 1 0 0,-1 0-1 0 0,1-1 0 0 0,0-2 1 0 0,2-12 53 0 0,-3 12-616 0 0,0 0 0 0 0,0 0 0 0 0,-1 0 0 0 0,1 1 0 0 0,-1-1 0 0 0,0 0 0 0 0,0 0 0 0 0,0 1 1 0 0,0-1-1 0 0,-1 0 0 0 0,0 1 0 0 0,1-1 0 0 0,-1 1 0 0 0,-1 0 0 0 0,1-1 0 0 0,0 1 0 0 0,-1 0 0 0 0,1 1 0 0 0,-1-1 1 0 0,0 0-1 0 0,0 1 0 0 0,0-1 0 0 0,0 1 0 0 0,-1 0 0 0 0,1 0 0 0 0,-1 0 0 0 0,1 1 0 0 0,-1-1 0 0 0,1 1 1 0 0,-1 0-1 0 0,0 0 0 0 0,0 0 0 0 0,0 0 0 0 0,1 1 0 0 0,-1 0 0 0 0,0-1 0 0 0,-5 2 0 0 0,-2-1 99 0 0,1 0-1 0 0,-1 1 0 0 0,1 0 1 0 0,-1 1-1 0 0,1 1 0 0 0,0-1 1 0 0,0 1-1 0 0,0 1 0 0 0,0 0 0 0 0,1 0 1 0 0,0 1-1 0 0,0 0 0 0 0,-11 9 1 0 0,8-4 18 0 0,0 1 1 0 0,1 0-1 0 0,0 1 1 0 0,1 1-1 0 0,0 0 1 0 0,1 0-1 0 0,-11 22 0 0 0,17-29-164 0 0,0 0 0 0 0,0 0-1 0 0,0 0 1 0 0,1 1 0 0 0,0-1-1 0 0,1 1 1 0 0,0 0 0 0 0,0-1-1 0 0,0 1 1 0 0,1 0 0 0 0,-1 0-1 0 0,2-1 1 0 0,-1 1 0 0 0,1 0-1 0 0,0-1 1 0 0,0 1 0 0 0,1 0-1 0 0,0-1 1 0 0,0 1-1 0 0,5 9 1 0 0,-3-12-49 0 0,-1 1 1 0 0,1-1-1 0 0,0 0 0 0 0,0 0 1 0 0,0 0-1 0 0,0-1 0 0 0,1 0 0 0 0,-1 1 1 0 0,1-1-1 0 0,0-1 0 0 0,0 1 1 0 0,0-1-1 0 0,0 0 0 0 0,1 0 0 0 0,-1-1 1 0 0,1 1-1 0 0,-1-1 0 0 0,1 0 1 0 0,-1-1-1 0 0,1 1 0 0 0,-1-1 0 0 0,1 0 1 0 0,7-1-1 0 0,3 0-54 0 0,0-1 0 0 0,0 0 1 0 0,-1-1-1 0 0,1-1 0 0 0,-1-1 0 0 0,0 0 1 0 0,16-7-1 0 0,-18 5-49 0 0,-1 0 1 0 0,0-1-1 0 0,0 0 0 0 0,-1-1 1 0 0,0 0-1 0 0,-1-1 0 0 0,0 0 1 0 0,0-1-1 0 0,-1 0 0 0 0,-1 0 1 0 0,0-1-1 0 0,10-18 0 0 0,-15 22 20 0 0,0-1-1 0 0,-1 0 0 0 0,0 1 0 0 0,0-1 1 0 0,-1 0-1 0 0,0 0 0 0 0,-1 0 0 0 0,0-9 0 0 0,0 13 20 0 0,0 1 0 0 0,-1 0 0 0 0,0 0 0 0 0,1-1 0 0 0,-2 1 0 0 0,1 0 0 0 0,0 0 0 0 0,-1 0 0 0 0,1 0 0 0 0,-1 0 0 0 0,0 1 0 0 0,-1-1-1 0 0,1 0 1 0 0,-1 1 0 0 0,1 0 0 0 0,-1-1 0 0 0,0 1 0 0 0,-4-3 0 0 0,6 5-21 0 0,-16 2-2190 0 0,17-1 2068 0 0,-1 0 0 0 0,1 1-1 0 0,-1-1 1 0 0,1 1 0 0 0,0-1 0 0 0,-1 1 0 0 0,1-1 0 0 0,0 1 0 0 0,0-1 0 0 0,-1 1 0 0 0,1-1 0 0 0,0 1-1 0 0,0-1 1 0 0,0 1 0 0 0,0 0 0 0 0,0-1 0 0 0,-1 1 0 0 0,1-1 0 0 0,0 1 0 0 0,0-1 0 0 0,1 1 0 0 0,-1 0-1 0 0,0-1 1 0 0,0 1 0 0 0,0-1 0 0 0,0 1 0 0 0,0-1 0 0 0,1 1 0 0 0,-1-1 0 0 0,0 1 0 0 0,0-1 0 0 0,1 1-1 0 0,-1-1 1 0 0,0 1 0 0 0,1-1 0 0 0,-1 1 0 0 0,1-1 0 0 0,-1 1 0 0 0,0-1 0 0 0,1 0 0 0 0,-1 1-1 0 0,1-1 1 0 0,-1 0 0 0 0,1 1 0 0 0,-1-1 0 0 0,2 0 0 0 0,-1 2 575 0 0,2 0-3936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6.1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107 0 1076 0 0,'0'0'17599'0'0,"-2"6"-16622"0"0,-19 52 1172 0 0,-31 105 2582 0 0,43-127-4014 0 0,3-15-256 0 0,1 0-1 0 0,1 0 1 0 0,1 0-1 0 0,1 1 1 0 0,0-1-1 0 0,2 1 1 0 0,2 22 0 0 0,-2-42-425 0 0,1 0 0 0 0,-1 0 1 0 0,1 0-1 0 0,-1 0 1 0 0,1 0-1 0 0,0 0 0 0 0,0 0 1 0 0,0-1-1 0 0,0 1 1 0 0,0 0-1 0 0,0-1 0 0 0,0 1 1 0 0,1 0-1 0 0,1 1 1 0 0,-1-2-131 0 0,0-1 0 0 0,0 1 0 0 0,0-1 1 0 0,0 0-1 0 0,0 0 0 0 0,0 0 1 0 0,0 0-1 0 0,0 0 0 0 0,0 0 0 0 0,0 0 1 0 0,-1-1-1 0 0,1 1 0 0 0,0-1 1 0 0,0 1-1 0 0,0-1 0 0 0,0 0 1 0 0,-1 0-1 0 0,1 1 0 0 0,2-3 0 0 0,25-25-3342 0 0,-5-5-4163 0 0,-23 31 6450 0 0,5-5-631 0 0,-5-9-11137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46.8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84 64 0 0,'-15'30'9285'0'0,"10"-19"-7746"0"0,-2 5 179 0 0,1 1 0 0 0,1-1 0 0 0,0 1 1 0 0,-3 26-1 0 0,-3 8 578 0 0,7-15-1007 0 0,4-31-1041 0 0,0-1-1 0 0,-1 1 1 0 0,0 0 0 0 0,1 0-1 0 0,-2 0 1 0 0,-2 9 0 0 0,3-12-16 0 0,1 5 20 0 0,0-7-219 0 0,0 0 0 0 0,0 0-1 0 0,0 0 1 0 0,0 0 0 0 0,0 0 0 0 0,0 0 0 0 0,0 0 0 0 0,0 0-1 0 0,0 0 1 0 0,0 0 0 0 0,-1 0 0 0 0,1 0 0 0 0,0 0 0 0 0,0 0-1 0 0,0 0 1 0 0,0 0 0 0 0,0 0 0 0 0,0 0 0 0 0,0 0 0 0 0,0 0-1 0 0,0 0 1 0 0,0 0 0 0 0,0 0 0 0 0,-1 0 0 0 0,1 0 0 0 0,0 0-1 0 0,0 0 1 0 0,0 0 0 0 0,0 1 0 0 0,0-1 0 0 0,0 0-1 0 0,0 0 1 0 0,0 0 0 0 0,0 0 0 0 0,0 0 0 0 0,-4-11 3 0 0,0 0 1 0 0,1-1 0 0 0,0 1-1 0 0,1-1 1 0 0,0 0 0 0 0,1 1-1 0 0,0-1 1 0 0,1 0 0 0 0,0 0-1 0 0,1 0 1 0 0,1 0 0 0 0,4-19-1 0 0,-4 22-31 0 0,1 0 0 0 0,-1 0 0 0 0,2 0 0 0 0,0 0 0 0 0,0 0 0 0 0,0 1 0 0 0,1-1 0 0 0,0 1 0 0 0,1 0 0 0 0,0 1 0 0 0,0-1 0 0 0,1 1 0 0 0,0 1 0 0 0,0-1 0 0 0,0 1 0 0 0,15-9 0 0 0,-16 12 3 0 0,6-5 23 0 0,0 1 0 0 0,1 0 0 0 0,0 1-1 0 0,0 0 1 0 0,1 1 0 0 0,-1 1 0 0 0,1 0 0 0 0,0 0-1 0 0,24-1 1 0 0,-37 5 10 0 0,0 0 0 0 0,1 0 0 0 0,-1 0-1 0 0,1 0 1 0 0,-1 0 0 0 0,0 1 0 0 0,1-1 0 0 0,-1 0-1 0 0,0 1 1 0 0,1-1 0 0 0,-1 1 0 0 0,0 0 0 0 0,0-1-1 0 0,1 1 1 0 0,-1 0 0 0 0,0 0 0 0 0,0 0 0 0 0,0 0-1 0 0,0 0 1 0 0,0 0 0 0 0,0 0 0 0 0,0 0 0 0 0,0 0-1 0 0,-1 0 1 0 0,1 0 0 0 0,0 1 0 0 0,-1-1 0 0 0,1 0-1 0 0,-1 1 1 0 0,1-1 0 0 0,0 2 0 0 0,1 48 1815 0 0,-3-33-1186 0 0,-6 30 561 0 0,7-46-873 0 0,3-6-717 0 0,0 1 185 0 0,-1 0 0 0 0,0-1 0 0 0,-1 1 0 0 0,1-1 0 0 0,-1 0 0 0 0,1 1 0 0 0,-1-1 0 0 0,0 0 0 0 0,-1 0 0 0 0,2-5 0 0 0,0 0-1906 0 0,5-20-3861 0 0,-9 20-5319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0.20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459 4 1280 0 0,'-2'-1'702'0'0,"0"1"-1"0"0,0-1 1 0 0,0 1-1 0 0,0-1 1 0 0,0 1-1 0 0,0-1 1 0 0,-1 1-1 0 0,1 0 1 0 0,0 0-1 0 0,0 0 1 0 0,0 0-1 0 0,-1 1 1 0 0,1-1-1 0 0,0 1 1 0 0,0-1-1 0 0,0 1 1 0 0,0 0-1 0 0,0 0 1 0 0,0-1 0 0 0,0 1-1 0 0,0 1 1 0 0,0-1-1 0 0,1 0 1 0 0,-3 2-1 0 0,-50 40 4644 0 0,47-36-5670 0 0,-49 43 2495 0 0,-81 94-1 0 0,120-122-1832 0 0,0 0-1 0 0,2 1 1 0 0,0 1 0 0 0,2 0-1 0 0,1 1 1 0 0,0 1 0 0 0,-14 50-1 0 0,18-40 31 0 0,1 1-1 0 0,3 0 0 0 0,-2 70 1 0 0,26 49 64 0 0,-20-141-431 0 0,4 66 0 0 0,-2-62 0 0 0,-3-15 0 0 0,1 0 0 0 0,0 0 0 0 0,0-1 0 0 0,1 1 0 0 0,-1 0 0 0 0,1 0 0 0 0,0 0 0 0 0,0-1 0 0 0,0 1 0 0 0,0 0 0 0 0,1-1 0 0 0,-1 1 0 0 0,1-1 0 0 0,0 0 0 0 0,0 1 0 0 0,0-1 0 0 0,1 0 0 0 0,-1 0 0 0 0,1 0 0 0 0,-1-1 0 0 0,1 1 0 0 0,0 0 0 0 0,0-1 0 0 0,6 3 0 0 0,-6-3 0 0 0,1 0 0 0 0,0-1 0 0 0,0 0 0 0 0,0 0 0 0 0,0 0 0 0 0,0 0 0 0 0,0-1 0 0 0,0 1 0 0 0,0-1 0 0 0,0 0 0 0 0,0 0 0 0 0,0-1 0 0 0,0 1 0 0 0,0-1 0 0 0,0 0 0 0 0,0 0 0 0 0,6-3 0 0 0,12-1 0 0 0,-9 2 0 0 0,2-2 0 0 0,-1 1 0 0 0,0 0 0 0 0,-2 1 0 0 0,-2 1-225 0 0,-8 2-991 0 0,-2 0 1008 0 0,-1-1 1 0 0,1 1-1 0 0,-1 0 1 0 0,1-1 0 0 0,0 1-1 0 0,-1 0 1 0 0,1-1 0 0 0,-1 1-1 0 0,1-1 1 0 0,0 1 0 0 0,-1 0-1 0 0,1-1 1 0 0,0 1 0 0 0,0-1-1 0 0,-1 1 1 0 0,1-1 0 0 0,0 1-1 0 0,0-1 1 0 0,0 0 0 0 0,0 1-1 0 0,-1-1 1 0 0,1 1 0 0 0,0-1-1 0 0,0 1 1 0 0,0-1 0 0 0,0 1-1 0 0,0-1 1 0 0,1 1-1 0 0,-1-1 1 0 0,0 0 0 0 0,0 1-1 0 0,0-1 1 0 0,0 1 0 0 0,1-1-1 0 0,-1 0 1 0 0,6-22-8603 0 0,-6 22 7330 0 0,12-15-6150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1.3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25 109 656 0 0,'0'0'4812'0'0,"14"-1"2831"0"0,-11 12-6769 0 0,-1-1 1 0 0,0 1 0 0 0,0 0 0 0 0,-1 0 0 0 0,0 0-1 0 0,-2 14 1 0 0,1-11-275 0 0,0 0-1 0 0,1 0 1 0 0,5 23-1 0 0,-1-19 209 0 0,3 23 594 0 0,-8-40-1018 0 0,5 6-165 0 0,-5-7-162 0 0,0 0 1 0 0,0 0-1 0 0,0 0 0 0 0,0 0 1 0 0,0 0-1 0 0,0 0 0 0 0,0 0 1 0 0,-1 0-1 0 0,1 0 0 0 0,0 0 1 0 0,0 0-1 0 0,0 0 1 0 0,0 0-1 0 0,0 0 0 0 0,0 0 1 0 0,0 0-1 0 0,0 0 0 0 0,-1 0 1 0 0,1 0-1 0 0,0 1 0 0 0,0-1 1 0 0,0 0-1 0 0,0 0 0 0 0,0 0 1 0 0,0 0-1 0 0,0 0 1 0 0,0 0-1 0 0,0 0 0 0 0,0 0 1 0 0,0 0-1 0 0,0 0 0 0 0,0 0 1 0 0,0 0-1 0 0,-1 1 0 0 0,1-1 1 0 0,0 0-1 0 0,-6-5 2 0 0,1 0-1 0 0,-1 0 1 0 0,1 0 0 0 0,0-1-1 0 0,0 1 1 0 0,1-1-1 0 0,0 0 1 0 0,0-1 0 0 0,0 1-1 0 0,1-1 1 0 0,-1 0 0 0 0,2 0-1 0 0,-1 0 1 0 0,-2-13-1 0 0,3 14-33 0 0,1 0-1 0 0,0 0 0 0 0,1 0 1 0 0,-1 0-1 0 0,1 0 0 0 0,0 0 1 0 0,0 0-1 0 0,1 0 0 0 0,0 0 1 0 0,0 0-1 0 0,0 1 0 0 0,1-1 0 0 0,0 0 1 0 0,0 0-1 0 0,1 1 0 0 0,-1-1 1 0 0,1 1-1 0 0,0 0 0 0 0,8-10 1 0 0,0 4 25 0 0,1 0 1 0 0,0 0 0 0 0,1 1 0 0 0,1 1-1 0 0,-1 0 1 0 0,1 1 0 0 0,1 0 0 0 0,-1 1 0 0 0,1 0-1 0 0,1 2 1 0 0,-1 0 0 0 0,1 0 0 0 0,0 2-1 0 0,0 0 1 0 0,0 0 0 0 0,0 2 0 0 0,0 0 0 0 0,20 2-1 0 0,-34-1-12 0 0,0 0 0 0 0,0 0-1 0 0,0 0 1 0 0,1 1-1 0 0,-1-1 1 0 0,0 1 0 0 0,0 0-1 0 0,0-1 1 0 0,0 1-1 0 0,0 0 1 0 0,0 0 0 0 0,0 0-1 0 0,0 1 1 0 0,0-1-1 0 0,-1 0 1 0 0,1 1 0 0 0,0-1-1 0 0,-1 1 1 0 0,1-1 0 0 0,-1 1-1 0 0,2 3 1 0 0,-3-4 195 0 0,0 2-116 0 0,0 0-1 0 0,0 0 1 0 0,0 0-1 0 0,0 0 0 0 0,-1 1 1 0 0,0-1-1 0 0,1 0 1 0 0,-1 0-1 0 0,0 0 1 0 0,0-1-1 0 0,-1 1 1 0 0,1 0-1 0 0,-1 0 1 0 0,1-1-1 0 0,-1 1 1 0 0,-2 2-1 0 0,5-21-16712 0 0,2 10 13912 0 0,5-6-4429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2.2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264 44 152 0 0,'0'0'13952'0'0,"-2"-5"-13748"0"0,1-1-110 0 0,0 5-56 0 0,1-1 1 0 0,0 1-1 0 0,-1-1 1 0 0,1 1-1 0 0,-1-1 1 0 0,1 1-1 0 0,-1-1 0 0 0,0 1 1 0 0,0 0-1 0 0,0 0 1 0 0,1-1-1 0 0,-1 1 1 0 0,0 0-1 0 0,-1 0 1 0 0,1 0-1 0 0,-2-2 0 0 0,2 2 151 0 0,-34-5 892 0 0,27 6-826 0 0,0-1-1 0 0,0 1 0 0 0,0 0 0 0 0,0 1 0 0 0,1 0 0 0 0,-1 0 0 0 0,0 0 0 0 0,0 1 0 0 0,1 1 0 0 0,-1-1 0 0 0,1 1 0 0 0,0 0 0 0 0,-1 1 0 0 0,-7 5 0 0 0,9-5-110 0 0,-1-1-1 0 0,1 2 1 0 0,0-1-1 0 0,0 1 0 0 0,0 0 1 0 0,1 0-1 0 0,0 1 1 0 0,0-1-1 0 0,0 1 0 0 0,1 0 1 0 0,0 0-1 0 0,0 1 1 0 0,0-1-1 0 0,1 1 0 0 0,-4 10 1 0 0,6-13-95 0 0,0-1 0 0 0,1 1-1 0 0,-1-1 1 0 0,1 1 0 0 0,-1-1 0 0 0,1 1 0 0 0,0-1 0 0 0,1 1 0 0 0,-1-1 0 0 0,1 1 0 0 0,-1-1 0 0 0,1 1 0 0 0,0-1 0 0 0,0 1 0 0 0,1-1 0 0 0,-1 0-1 0 0,1 1 1 0 0,-1-1 0 0 0,1 0 0 0 0,0 0 0 0 0,0 0 0 0 0,0-1 0 0 0,1 1 0 0 0,-1 0 0 0 0,1-1 0 0 0,0 0 0 0 0,-1 1 0 0 0,1-1 0 0 0,0 0 0 0 0,0 0-1 0 0,0-1 1 0 0,1 1 0 0 0,-1-1 0 0 0,4 2 0 0 0,3 0 4 0 0,0 0-1 0 0,0 0 1 0 0,0-1-1 0 0,0-1 1 0 0,0 1-1 0 0,1-2 1 0 0,-1 1-1 0 0,0-2 1 0 0,0 1-1 0 0,19-5 1 0 0,-22 4-37 0 0,16-3 46 0 0,-1-2 0 0 0,1 0-1 0 0,29-14 1 0 0,-45 17-50 0 0,-1 0 0 0 0,0-1 0 0 0,0 0 0 0 0,0 0 0 0 0,0 0 0 0 0,-1-1 0 0 0,0 0 0 0 0,0 0 0 0 0,0 0 0 0 0,0-1 0 0 0,-1 1 0 0 0,0-1 0 0 0,0 0 0 0 0,0-1 0 0 0,3-9 0 0 0,-5 13-8 0 0,-1 0 0 0 0,0 1 0 0 0,0-1 0 0 0,0 0 0 0 0,0 0-1 0 0,0 0 1 0 0,-1 1 0 0 0,1-1 0 0 0,-1 0 0 0 0,0 0 0 0 0,0 0 0 0 0,0 0 0 0 0,0 0-1 0 0,0 0 1 0 0,-1 0 0 0 0,1 0 0 0 0,-1 0 0 0 0,0 0 0 0 0,0 1 0 0 0,0-1-1 0 0,0 0 1 0 0,0 1 0 0 0,-1-1 0 0 0,1 1 0 0 0,-1-1 0 0 0,0 1 0 0 0,0-1-1 0 0,0 1 1 0 0,0 0 0 0 0,0 0 0 0 0,0 0 0 0 0,0 0 0 0 0,-1 1 0 0 0,1-1 0 0 0,-1 0-1 0 0,1 1 1 0 0,-1 0 0 0 0,-4-2 0 0 0,-28-6 131 0 0,34 9-173 0 0,1-1 0 0 0,-1 1 0 0 0,0 0 0 0 0,0-1 0 0 0,0 1 0 0 0,0 0 0 0 0,0 0 0 0 0,0 0 0 0 0,0 0-1 0 0,0 0 1 0 0,1 0 0 0 0,-1 0 0 0 0,0 0 0 0 0,0 0 0 0 0,0 0 0 0 0,0 0 0 0 0,0 0 0 0 0,0 1 0 0 0,0-1 0 0 0,1 0-1 0 0,-1 1 1 0 0,0-1 0 0 0,0 1 0 0 0,0-1 0 0 0,1 1 0 0 0,-1-1 0 0 0,0 1 0 0 0,0 0 0 0 0,1-1 0 0 0,-1 1 0 0 0,0 1 0 0 0,2 0-105 0 0,-1 0 1 0 0,1 0-1 0 0,0-1 1 0 0,0 1 0 0 0,1 0-1 0 0,-1-1 1 0 0,0 1 0 0 0,1-1-1 0 0,-1 1 1 0 0,1-1 0 0 0,-1 1-1 0 0,1-1 1 0 0,2 2 0 0 0,0 0-1506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2.7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77 1 1116 0 0,'0'0'151'0'0,"2"3"3621"0"0,-2-3-3621 0 0,0 0-1 0 0,0 0 1 0 0,0 0 0 0 0,0 0 0 0 0,1 0 0 0 0,-1 0 0 0 0,0 0 0 0 0,0 0-1 0 0,0 0 1 0 0,0 0 0 0 0,3-1 3621 0 0,-3 1-3621 0 0,0-1 0 0 0,1 1 0 0 0,-1 0-1 0 0,0 0 1 0 0,0 0 0 0 0,0 0 0 0 0,0-1 0 0 0,-1 20 3554 0 0,-5 17-1813 0 0,-3-11-319 0 0,-31 106 3577 0 0,23-16-2411 0 0,9-49-1386 0 0,6 21 533 0 0,3-57-1084 0 0,-1-27-678 0 0,0-1-1 0 0,1 0 0 0 0,-1 0 0 0 0,1 1 0 0 0,-1-1 0 0 0,1 0 0 0 0,0 0 0 0 0,0 0 0 0 0,0 0 0 0 0,0 0 0 0 0,0 0 0 0 0,1 0 0 0 0,-1-1 0 0 0,0 1 0 0 0,4 3 0 0 0,9-10-102 0 0,-6 1-21 0 0,9-9 0 0 0,-10 2 0 0 0,-2 1 0 0 0,2-1 0 0 0,-3 2 0 0 0,-3 0-75 0 0,6-8-3526 0 0,-2 6-1936 0 0,-2-1-5645 0 0,-3 0 4226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3.1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66 1 680 0 0,'0'0'3692'0'0,"-13"20"8260"0"0,8-10-11842 0 0,-3 14 1551 0 0,-1 2-546 0 0,1 0 1 0 0,1 1-1 0 0,2 0 1 0 0,0 0-1 0 0,0 32 1 0 0,5-51-969 0 0,0 0 83 0 0,0-1-1 0 0,0 1 1 0 0,1 0 0 0 0,0-1 0 0 0,2 9 0 0 0,-2-14-202 0 0,-1 0-1 0 0,1 0 1 0 0,0 0-1 0 0,0 0 1 0 0,0-1-1 0 0,0 1 1 0 0,0 0-1 0 0,0-1 1 0 0,1 1-1 0 0,-1-1 0 0 0,0 1 1 0 0,1-1-1 0 0,-1 0 1 0 0,1 1-1 0 0,0-1 1 0 0,-1 0-1 0 0,1 0 1 0 0,0 0-1 0 0,0 0 1 0 0,0-1-1 0 0,-1 1 1 0 0,1 0-1 0 0,0-1 1 0 0,3 1-1 0 0,-3-1-177 0 0,1 0-1 0 0,0 0 0 0 0,-1 0 1 0 0,1 0-1 0 0,-1-1 0 0 0,1 1 1 0 0,0-1-1 0 0,-1 1 0 0 0,1-1 1 0 0,-1 0-1 0 0,1 0 1 0 0,-1 0-1 0 0,0-1 0 0 0,1 1 1 0 0,-1 0-1 0 0,0-1 0 0 0,0 1 1 0 0,0-1-1 0 0,0 0 0 0 0,0 0 1 0 0,0 0-1 0 0,-1 0 1 0 0,1 0-1 0 0,-1 0 0 0 0,1 0 1 0 0,-1-1-1 0 0,0 1 0 0 0,1 0 1 0 0,-1-1-1 0 0,0-3 0 0 0,3-3-1664 0 0,-1 1-1 0 0,0-2 1 0 0,0 1-1 0 0,-1 0 0 0 0,-1 0 1 0 0,2-18-1 0 0,-3 3-3594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3.5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11 99 1552 0 0,'-9'-6'10065'0'0,"9"6"-9923"0"0,0 0 0 0 0,0 0 1 0 0,0-1-1 0 0,0 1 0 0 0,0 0 0 0 0,0 0 0 0 0,0 0 0 0 0,1 0 1 0 0,-1 0-1 0 0,0 0 0 0 0,0-1 0 0 0,-2-1 3270 0 0,2 2-3270 0 0,0-1 1 0 0,109 2 2438 0 0,58-3-1584 0 0,-94-3-795 0 0,63-8-314 0 0,-117 10 127 0 0,0 0-1 0 0,-1-2 0 0 0,0 0 1 0 0,34-15-1 0 0,-51 20 63 0 0,0-1 0 0 0,-1 1 0 0 0,1 0 0 0 0,0 0 0 0 0,-1-1 0 0 0,1 1 0 0 0,0 0 0 0 0,-1 0 0 0 0,1-1 0 0 0,0 1 0 0 0,-1-1 0 0 0,1 1 0 0 0,-1-1 0 0 0,1 1 0 0 0,-1-1 0 0 0,1 1 0 0 0,-1-1 0 0 0,1 1 0 0 0,-1-1 1 0 0,0 0-1 0 0,1 1 0 0 0,-1-1 0 0 0,0 1 0 0 0,0-1 0 0 0,1 0 0 0 0,-1 0 0 0 0,0 1 0 0 0,0-1 0 0 0,0 0 0 0 0,0 1 0 0 0,0-1 0 0 0,0 0 0 0 0,0 0 0 0 0,0 1 0 0 0,0-1 0 0 0,0 0 0 0 0,0 0 0 0 0,-1 0 6 0 0,0 0 0 0 0,0 0 0 0 0,1 0 0 0 0,-1 0 0 0 0,0 1 0 0 0,0-1 0 0 0,0 0 0 0 0,0 1 0 0 0,0-1 0 0 0,0 0 0 0 0,0 1 0 0 0,0 0 0 0 0,-1-1 0 0 0,1 1 0 0 0,0-1 0 0 0,0 1 0 0 0,0 0-1 0 0,0 0 1 0 0,-1 0 0 0 0,1 0 0 0 0,-1 0 0 0 0,-1 0 311 0 0,-18 15 342 0 0,17-10-636 0 0,1 0-1 0 0,0-1 0 0 0,0 1 0 0 0,0 1 0 0 0,0-1 0 0 0,1 0 0 0 0,0 1 0 0 0,0-1 0 0 0,0 1 1 0 0,1 0-1 0 0,0-1 0 0 0,0 1 0 0 0,0 0 0 0 0,1 0 0 0 0,0 0 0 0 0,0 0 0 0 0,2 11 0 0 0,0-3 25 0 0,0 0 0 0 0,1-1 0 0 0,1 1 0 0 0,0-1 0 0 0,1 0 0 0 0,8 15 0 0 0,-12-26-291 0 0,1 0 0 0 0,-1 0-1 0 0,1 0 1 0 0,0 0 0 0 0,0 0 0 0 0,0-1 0 0 0,0 1 0 0 0,0 0-1 0 0,0-1 1 0 0,0 0 0 0 0,0 1 0 0 0,0-1 0 0 0,1 0 0 0 0,-1 0-1 0 0,1 0 1 0 0,-1-1 0 0 0,0 1 0 0 0,1-1 0 0 0,4 1-1 0 0,-5-1-181 0 0,-1 0-1 0 0,1 0 0 0 0,-1 0 0 0 0,1 0 0 0 0,0 0 0 0 0,-1 0 0 0 0,1-1 1 0 0,-1 1-1 0 0,1 0 0 0 0,-1-1 0 0 0,1 0 0 0 0,-1 1 0 0 0,0-1 0 0 0,2-1 0 0 0,-2 1-148 0 0,0 1 0 0 0,0-1 0 0 0,0 0 0 0 0,0 0 0 0 0,-1 0 0 0 0,1 0 0 0 0,0 0 0 0 0,-1 0 0 0 0,1 0-1 0 0,0 0 1 0 0,-1-1 0 0 0,0 1 0 0 0,1 0 0 0 0,-1 0 0 0 0,0 0 0 0 0,1-1 0 0 0,-1 1 0 0 0,0 0-1 0 0,0 0 1 0 0,0-2 0 0 0,0-8-5260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4.2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9 141 788 0 0,'-8'-3'20145'0'0,"20"-5"-19612"0"0,0 1 1 0 0,0 1-1 0 0,1 0 0 0 0,0 0 0 0 0,0 2 0 0 0,1-1 0 0 0,26-4 0 0 0,111-9 877 0 0,-131 17-1213 0 0,396-29 1444 0 0,-380 29-1534 0 0,-24 2-37 0 0,0-1 1 0 0,1-1-1 0 0,-1 0 0 0 0,0-1 0 0 0,23-5 1 0 0,-33 6-44 0 0,36-9 28 0 0,-15 2-454 0 0,-20 7 197 0 0,6-2 1189 0 0,-4-1-4296 0 0,-39 6-19297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6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316 86 244 0 0,'0'0'763'0'0,"-14"3"13895"0"0,6-2-14369 0 0,8-1-248 0 0,1 0 1 0 0,-1 0 0 0 0,0 0 0 0 0,0 0 0 0 0,0 0 0 0 0,0 0 0 0 0,0-1 0 0 0,0 1 0 0 0,0 0 0 0 0,0 0 0 0 0,0 0 0 0 0,0 0 0 0 0,0 0 0 0 0,0 0 0 0 0,0 0 0 0 0,1 0 0 0 0,-1 0 0 0 0,0-1 0 0 0,0 1 0 0 0,0 0 0 0 0,0 0 0 0 0,0 0 0 0 0,0 0 0 0 0,0 0 0 0 0,0 0 0 0 0,0 0 0 0 0,0 0 0 0 0,0-1 0 0 0,0 1 0 0 0,0 0 0 0 0,0 0 0 0 0,0 0 0 0 0,0 0 0 0 0,-1 0 0 0 0,1 0 0 0 0,0 0 0 0 0,0 0 0 0 0,0 0 0 0 0,0-1 0 0 0,0 1 0 0 0,0 0 0 0 0,0 0 0 0 0,0 0 0 0 0,0 0 0 0 0,0 0-1 0 0,0 0 1 0 0,0 0 0 0 0,0 0 0 0 0,-1 0 0 0 0,1 0 0 0 0,0 0 0 0 0,0 0 0 0 0,0 0 0 0 0,0-1-32 0 0,2-1-3 0 0,-1 1 1 0 0,0-1 0 0 0,0 1 0 0 0,1 0-1 0 0,-1-1 1 0 0,1 1 0 0 0,0 0 0 0 0,-1 0 0 0 0,1 0-1 0 0,0 0 1 0 0,3-2 141 0 0,-7-12 253 0 0,-3 13-279 0 0,1 0 0 0 0,-1 0 0 0 0,0 1-1 0 0,0-1 1 0 0,0 1 0 0 0,0 0 0 0 0,0 0-1 0 0,0 1 1 0 0,0 0 0 0 0,0-1 0 0 0,0 2-1 0 0,0-1 1 0 0,0 1 0 0 0,0-1 0 0 0,0 1-1 0 0,-7 3 1 0 0,-14 3 807 0 0,-42 18 0 0 0,56-20-658 0 0,0 0 0 0 0,1 1 0 0 0,-1 1 0 0 0,2-1 0 0 0,-1 2 0 0 0,1 0 0 0 0,0 0 0 0 0,-9 10 0 0 0,17-16-228 0 0,0 0 0 0 0,0 0-1 0 0,0 1 1 0 0,0-1 0 0 0,1 1 0 0 0,-1-1-1 0 0,1 1 1 0 0,0 0 0 0 0,-1-1 0 0 0,1 1-1 0 0,0 0 1 0 0,1 0 0 0 0,-1 0 0 0 0,0 0-1 0 0,1 0 1 0 0,-1 0 0 0 0,1 0 0 0 0,0 0-1 0 0,0 0 1 0 0,1 0 0 0 0,-1 0 0 0 0,0 0-1 0 0,1 0 1 0 0,0 0 0 0 0,0-1 0 0 0,0 1-1 0 0,0 0 1 0 0,0 0 0 0 0,0-1 0 0 0,1 1-1 0 0,-1 0 1 0 0,1-1 0 0 0,0 0 0 0 0,0 1-1 0 0,0-1 1 0 0,0 0 0 0 0,0 0 0 0 0,0 0-1 0 0,4 3 1 0 0,1 0-38 0 0,1-1 1 0 0,-1 0-1 0 0,1 0 0 0 0,0 0 1 0 0,0-1-1 0 0,0 0 0 0 0,0-1 1 0 0,0 1-1 0 0,0-2 0 0 0,1 1 1 0 0,-1-1-1 0 0,1-1 0 0 0,0 1 1 0 0,13-2-1 0 0,9-2-382 0 0,0 0-1 0 0,50-13 1 0 0,-66 12 167 0 0,-1 0-1 0 0,1 0 1 0 0,-1-2 0 0 0,0 0-1 0 0,-1 0 1 0 0,0-1 0 0 0,21-14 0 0 0,-31 18 177 0 0,1 0 0 0 0,-1 1 0 0 0,0-1 0 0 0,0 0 1 0 0,0-1-1 0 0,-1 1 0 0 0,1 0 0 0 0,-1-1 1 0 0,0 1-1 0 0,0-1 0 0 0,0 0 0 0 0,0 0 1 0 0,-1 0-1 0 0,1 0 0 0 0,-1 0 0 0 0,0 0 1 0 0,0 0-1 0 0,-1 0 0 0 0,1-1 0 0 0,-1 1 1 0 0,0 0-1 0 0,0 0 0 0 0,0-1 0 0 0,-1 1 0 0 0,1 0 1 0 0,-1 0-1 0 0,0 0 0 0 0,0 0 0 0 0,-1 0 1 0 0,1 0-1 0 0,-4-5 0 0 0,2 2 129 0 0,-1 1 0 0 0,0 0 1 0 0,0 0-1 0 0,0 0 0 0 0,-1 0 0 0 0,0 1 0 0 0,0-1 0 0 0,-1 1 1 0 0,1 1-1 0 0,-10-7 0 0 0,1-2 539 0 0,14 13-724 0 0,0-1 1 0 0,-1 1-1 0 0,1-1 0 0 0,0 1 1 0 0,-1-1-1 0 0,1 1 1 0 0,-1 0-1 0 0,1-1 1 0 0,0 1-1 0 0,-1 0 0 0 0,1-1 1 0 0,-1 1-1 0 0,1 0 1 0 0,-1-1-1 0 0,0 1 1 0 0,1 0-1 0 0,-1 0 0 0 0,1 0 1 0 0,-1 0-1 0 0,1-1 1 0 0,-1 1-1 0 0,1 0 1 0 0,-1 0-1 0 0,0 0 0 0 0,1 0 1 0 0,-1 0-1 0 0,1 0 1 0 0,-1 1-1 0 0,1-1 1 0 0,-1 0-1 0 0,0 0 1 0 0,1 0-1 0 0,-1 0 0 0 0,1 1 1 0 0,-1-1-1 0 0,1 0 1 0 0,-1 0-1 0 0,1 1 1 0 0,-1-1-1 0 0,1 0 0 0 0,-1 1 1 0 0,1-1-1 0 0,0 1 1 0 0,-1-1-1 0 0,0 2 1 0 0,-2 0-801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7.2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167 12 764 0 0,'-20'-12'13583'0'0,"16"16"-13209"0"0,-1 0 0 0 0,1 0 1 0 0,1 0-1 0 0,-1 1 0 0 0,1-1 0 0 0,-1 1 1 0 0,1 0-1 0 0,0 0 0 0 0,1 0 1 0 0,-1 0-1 0 0,1 0 0 0 0,-1 6 0 0 0,-20 78 3027 0 0,17-60-2487 0 0,-62 237 5275 0 0,62-192-4459 0 0,6-70-1599 0 0,0-2-83 0 0,0-1 0 0 0,-1 1 0 0 0,1 0 0 0 0,0 0-1 0 0,0-1 1 0 0,0 1 0 0 0,1 0 0 0 0,-1-1 0 0 0,0 1 0 0 0,1 0 0 0 0,-1-1-1 0 0,1 1 1 0 0,0 1 0 0 0,0-2-38 0 0,-1-1 1 0 0,0 0-1 0 0,1 0 0 0 0,-1 1 1 0 0,1-1-1 0 0,-1 0 0 0 0,0 0 0 0 0,1 0 1 0 0,-1 1-1 0 0,1-1 0 0 0,-1 0 0 0 0,1 0 1 0 0,-1 0-1 0 0,1 0 0 0 0,-1 0 0 0 0,0 0 1 0 0,1 0-1 0 0,-1 0 0 0 0,1 0 0 0 0,-1 0 1 0 0,1 0-1 0 0,-1 0 0 0 0,1 0 1 0 0,-1 0-1 0 0,1-1 0 0 0,-1 1 0 0 0,1 0 1 0 0,26-20 156 0 0,-26 19-331 0 0,16-24-6875 0 0,4 10 720 0 0,-5 4-1920 0 0,-4 2 2086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7.9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86 164 796 0 0,'0'0'2735'0'0,"-15"-4"7379"0"0,7 16-9160 0 0,-1 0 1 0 0,2 0 0 0 0,-1 0 0 0 0,2 1 0 0 0,0 0-1 0 0,-7 21 1 0 0,0-2 414 0 0,13-28-1120 0 0,0-1 0 0 0,0 1 1 0 0,0-1-1 0 0,0 1 1 0 0,1-1-1 0 0,-1 1 1 0 0,1-1-1 0 0,0 1 0 0 0,0-1 1 0 0,2 5-1 0 0,8-22-162 0 0,-1 0-1 0 0,0-1 1 0 0,-2-1-1 0 0,0 1 0 0 0,10-26 1 0 0,-10 20-34 0 0,1 2 0 0 0,1-1 0 0 0,24-35 1 0 0,-25 43 56 0 0,1 0 1 0 0,0 1-1 0 0,0 0 1 0 0,2 0-1 0 0,-1 1 1 0 0,1 1-1 0 0,1 0 1 0 0,-1 0 0 0 0,19-8-1 0 0,-30 17-73 0 0,0-1-1 0 0,0 1 1 0 0,1 0-1 0 0,-1 0 1 0 0,0 0 0 0 0,0 0-1 0 0,0 0 1 0 0,0 0-1 0 0,0 0 1 0 0,0 0 0 0 0,0 0-1 0 0,0 0 1 0 0,0 0 0 0 0,1 1-1 0 0,-1-1 1 0 0,0 0-1 0 0,0 1 1 0 0,0-1 0 0 0,0 1-1 0 0,0-1 1 0 0,-1 1-1 0 0,1 0 1 0 0,0-1 0 0 0,0 1-1 0 0,0 0 1 0 0,0 0-1 0 0,-1-1 1 0 0,2 3 0 0 0,18 28 932 0 0,-13-18-496 0 0,-6-12-336 0 0,6 8 406 0 0,-5-5 2745 0 0,-15-19-3302 0 0,10 12-193 0 0,-1-6-2334 0 0,4-1-6563 0 0,1 3 7636 0 0,3-2-6809 0 0,2-2 2015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37:58.8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4 884 0 0,'0'0'1404'0'0,"-15"-3"9401"0"0,15 3-10728 0 0,0 0 1 0 0,0 0 0 0 0,-1 0-1 0 0,1 0 1 0 0,0 0-1 0 0,0 1 1 0 0,-1-1 0 0 0,1 0-1 0 0,0 0 1 0 0,0 0 0 0 0,0 1-1 0 0,-1-1 1 0 0,1 0 0 0 0,0 0-1 0 0,0 1 1 0 0,0-1 0 0 0,0 0-1 0 0,0 0 1 0 0,-1 1 0 0 0,1-1-1 0 0,0 0 1 0 0,0 0 0 0 0,0 1-1 0 0,0-1 1 0 0,0 0 0 0 0,0 1-1 0 0,0-1 1 0 0,0 0 0 0 0,0 1-1 0 0,0-1 1 0 0,0 0-1 0 0,0 0 1 0 0,0 1 0 0 0,0-1-1 0 0,0 0 1 0 0,1 1 0 0 0,-1-1-1 0 0,0 0 1 0 0,0 0 0 0 0,0 1-1 0 0,0-1 1 0 0,1 0 0 0 0,-1 0-1 0 0,0 1 1 0 0,17 18 1551 0 0,32 23-652 0 0,-37-33-375 0 0,87 81 874 0 0,-83-75-1282 0 0,-1 0 1 0 0,0 1-1 0 0,-1 1 1 0 0,-1 0 0 0 0,-1 1-1 0 0,16 28 1 0 0,-10-10 167 0 0,-2 0 0 0 0,18 59 0 0 0,-29-75-192 0 0,-2-1 1 0 0,0 1 0 0 0,0-1-1 0 0,-2 1 1 0 0,-1 0 0 0 0,0-1-1 0 0,-6 39 1 0 0,0-24 225 0 0,-2 1 1 0 0,-1-1-1 0 0,-21 52 1 0 0,7-32 618 0 0,-47 78 0 0 0,54-107-469 0 0,-1 0-1 0 0,-1-1 1 0 0,0-1 0 0 0,-43 39-1 0 0,37-27 493 0 0,22-34-858 0 0,0-4-76 0 0,-7-12-87 0 0,4 2-17 0 0,5 0 0 0 0,3-1 0 0 0,-1 0 0 0 0,3 4-158 0 0,-3 9-681 0 0,-12-3-8853 0 0,-20 3-6905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7.5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98 0 1024 0 0,'0'0'28442'0'0,"-4"2"-28339"0"0,2-1-80 0 0,-1 1 0 0 0,0 0 0 0 0,1 1-1 0 0,0-1 1 0 0,-1 0 0 0 0,1 1 0 0 0,0-1 0 0 0,0 1 0 0 0,0 0 0 0 0,1-1 0 0 0,-1 1 0 0 0,1 0 0 0 0,0 0 0 0 0,-1 0 0 0 0,1 0 0 0 0,0 1 0 0 0,1-1 0 0 0,-1 3-1 0 0,-18 82 313 0 0,14-63-185 0 0,-3 16 85 0 0,-2-1 414 0 0,3 1 0 0 0,-4 80-1 0 0,12-119-574 0 0,5 7-53 0 0,11-11-19 0 0,-14 1 1 0 0,-1-1 0 0 0,1 1 0 0 0,0-1 0 0 0,-1 0 0 0 0,1 0 0 0 0,-1 0 0 0 0,1 0 0 0 0,-1 0 0 0 0,0-1 1 0 0,0 1-1 0 0,0-1 0 0 0,0 1 0 0 0,-1-1 0 0 0,1 0 0 0 0,-1 0 0 0 0,1 0 0 0 0,1-4 0 0 0,-1-1-453 0 0,0 0 1 0 0,0 1-1 0 0,-1-1 0 0 0,0 0 1 0 0,0-13-1 0 0,-1 20 340 0 0,-1 0 1 0 0,1 1-1 0 0,0-1 0 0 0,0 0 1 0 0,-1 1-1 0 0,1-1 0 0 0,-1 1 0 0 0,1-1 1 0 0,-1 0-1 0 0,1 1 0 0 0,-1-1 1 0 0,1 1-1 0 0,-1-1 0 0 0,1 1 0 0 0,-1-1 1 0 0,0 1-1 0 0,1 0 0 0 0,-1-1 1 0 0,0 1-1 0 0,1 0 0 0 0,-1-1 1 0 0,0 1-1 0 0,0 0 0 0 0,1 0 0 0 0,-1 0 1 0 0,0 0-1 0 0,0-1 0 0 0,1 1 1 0 0,-1 0-1 0 0,0 0 0 0 0,-1 1 0 0 0,-25 2-6270 0 0,25-2 5731 0 0,-8 4-2314 0 0,2-1-3444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7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278 3 676 0 0,'-1'-1'774'0'0,"-9"0"2080"0"0,0 2 2042 0 0,-16 8-1808 0 0,24-8-2052 0 0,-48 14 5061 0 0,37-6-5462 0 0,0 0-1 0 0,0 0 1 0 0,1 2 0 0 0,0-1-1 0 0,1 1 1 0 0,0 1-1 0 0,1 0 1 0 0,0 1 0 0 0,1 0-1 0 0,0 0 1 0 0,1 1-1 0 0,0 0 1 0 0,-10 30 0 0 0,13-32-477 0 0,1 1 1 0 0,1 0 0 0 0,0 0-1 0 0,0 0 1 0 0,2 0 0 0 0,-1 1-1 0 0,2-1 1 0 0,0 0 0 0 0,0 1-1 0 0,1-1 1 0 0,1 0 0 0 0,0 0-1 0 0,1 0 1 0 0,0 0 0 0 0,1 0-1 0 0,1 0 1 0 0,7 13 0 0 0,-11-22-186 0 0,1 0 0 0 0,1-1 0 0 0,-1 1 0 0 0,0-1 0 0 0,1 0 0 0 0,0 1 0 0 0,0-1 0 0 0,0 0 1 0 0,0-1-1 0 0,0 1 0 0 0,0 0 0 0 0,1-1 0 0 0,0 0 0 0 0,-1 0 0 0 0,1 0 0 0 0,0 0 0 0 0,0-1 1 0 0,7 3-1 0 0,-5-3-144 0 0,0-1 0 0 0,0 0 1 0 0,0 0-1 0 0,0 0 0 0 0,0 0 0 0 0,0-1 1 0 0,0 0-1 0 0,-1 0 0 0 0,1-1 0 0 0,0 0 1 0 0,10-4-1 0 0,-3 0-1021 0 0,1-1 0 0 0,-2-1-1 0 0,1 0 1 0 0,14-12 0 0 0,-14 9-2890 0 0,1-1 0 0 0,17-22-1 0 0,-17 15-1763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8.4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45 0 344 0 0,'0'0'10620'0'0,"-4"3"-9348"0"0,-1 0-442 0 0,0 1-1 0 0,-1 0 1 0 0,2 0-1 0 0,-1 0 1 0 0,0 0-1 0 0,-3 6 0 0 0,7-6-548 0 0,0 0-1 0 0,0 1 0 0 0,1-1 1 0 0,0 0-1 0 0,0 0 0 0 0,0 1 1 0 0,1-1-1 0 0,-1 0 0 0 0,1 0 1 0 0,0 0-1 0 0,0 0 0 0 0,3 7 1 0 0,14 25 467 0 0,2-1 0 0 0,1-1 1 0 0,2-1-1 0 0,49 55 0 0 0,-34-43-318 0 0,-25-29-145 0 0,-1 0-1 0 0,0 0 1 0 0,-1 1-1 0 0,-1 1 0 0 0,0 0 1 0 0,11 32-1 0 0,-19-43-127 0 0,0 0 0 0 0,0 1 1 0 0,-1-1-1 0 0,0 1 0 0 0,0-1 0 0 0,-1 1 0 0 0,0-1 0 0 0,0 1 0 0 0,-1-1 0 0 0,0 1 0 0 0,0-1 0 0 0,-1 1 0 0 0,0-1 1 0 0,0 0-1 0 0,-1 0 0 0 0,0 0 0 0 0,0 0 0 0 0,-1 0 0 0 0,1-1 0 0 0,-10 12 0 0 0,9-12-22 0 0,0-1 0 0 0,-1 0 0 0 0,0 0 0 0 0,0 0 0 0 0,0 0 0 0 0,0-1 0 0 0,-1 0-1 0 0,0 0 1 0 0,1 0 0 0 0,-2-1 0 0 0,-9 4 0 0 0,3-6-135 0 0,12 0 0 0 0,0-1 0 0 0,1 0 0 0 0,-1 0 0 0 0,0 0 0 0 0,0 0 0 0 0,1 0 0 0 0,-1 0 0 0 0,0 0 0 0 0,0 0 0 0 0,1 0 0 0 0,-1 0 0 0 0,0-1 0 0 0,1 1 0 0 0,-1 0 0 0 0,0 0 0 0 0,0-1 0 0 0,1 1 0 0 0,-1 0 0 0 0,1-1 0 0 0,-1 1 0 0 0,0-1 0 0 0,1 1 0 0 0,-1-1 0 0 0,1 1 0 0 0,-1-1 0 0 0,1 1 0 0 0,-1-1 0 0 0,1 0 0 0 0,-1 1 0 0 0,1-1 0 0 0,0 0 0 0 0,-1 1 0 0 0,1-1 0 0 0,0 0 0 0 0,0 1 0 0 0,-1-1 0 0 0,1 0 0 0 0,0 0 0 0 0,0 1 0 0 0,0-1 0 0 0,0 0 0 0 0,0 0 0 0 0,0 1 0 0 0,0-1 0 0 0,0 0 0 0 0,0 1 0 0 0,1-2 0 0 0,-1-4-33 0 0,1 0-1 0 0,0 0 1 0 0,1 0 0 0 0,0 0-1 0 0,0 0 1 0 0,0 0 0 0 0,0 1-1 0 0,1-1 1 0 0,0 1-1 0 0,0-1 1 0 0,0 1 0 0 0,1 0-1 0 0,0 1 1 0 0,5-6 0 0 0,7-7-1217 0 0,1 1 0 0 0,25-19 0 0 0,19-6-3480 0 0,-39 28 292 0 0,0 1-3382 0 0,-4 3 1339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49.3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275 1 320 0 0,'-1'2'20268'0'0,"-4"20"-19949"0"0,2-14 173 0 0,0 0-1 0 0,1 0 1 0 0,1 1-1 0 0,0-1 1 0 0,-1 9-1 0 0,-1 9 388 0 0,0 7 322 0 0,1 0 0 0 0,2 45 0 0 0,1-27-457 0 0,-1-48-615 0 0,1 4-18 0 0,-1-7-123 0 0,0 0 0 0 0,0 0 1 0 0,0 0-1 0 0,0 0 0 0 0,0 0 0 0 0,0-1 1 0 0,-1 1-1 0 0,1 0 0 0 0,0 0 0 0 0,0 0 1 0 0,0 0-1 0 0,0 0 0 0 0,0 0 0 0 0,0 0 1 0 0,0 0-1 0 0,0 0 0 0 0,0 0 1 0 0,0 0-1 0 0,-1 0 0 0 0,1 0 0 0 0,0 0 1 0 0,0 0-1 0 0,0 0 0 0 0,0 0 0 0 0,0 0 1 0 0,0 0-1 0 0,0 0 0 0 0,0 0 0 0 0,-1 0 1 0 0,1 0-1 0 0,0 0 0 0 0,0 0 1 0 0,0 0-1 0 0,0 0 0 0 0,0 0 0 0 0,0 0 1 0 0,0 0-1 0 0,0 0 0 0 0,0 0 0 0 0,0 1 1 0 0,-1-1-1 0 0,1 0 0 0 0,0 0 0 0 0,0 0 1 0 0,0 0-1 0 0,0 0 0 0 0,0 0 0 0 0,0 0 1 0 0,0 0-1 0 0,0 1 0 0 0,-8-11-114 0 0,0 1 0 0 0,0 0-1 0 0,-1 1 1 0 0,0 0-1 0 0,0 0 1 0 0,-11-6 0 0 0,-28-5-84 0 0,46 18 182 0 0,-36-5-113 0 0,31 14 187 0 0,0 0 0 0 0,0 1-1 0 0,1-1 1 0 0,0 1 0 0 0,0 0 0 0 0,1 1 0 0 0,1-1 0 0 0,0 1 0 0 0,0 0 0 0 0,-3 14 0 0 0,-6 21 229 0 0,11-40-247 0 0,0 0 1 0 0,0 0-1 0 0,1 1 0 0 0,0-1 1 0 0,-1 1-1 0 0,2-1 1 0 0,-1 1-1 0 0,1-1 0 0 0,0 1 1 0 0,0-1-1 0 0,1 11 1 0 0,0-11 3 0 0,0-1 1 0 0,0 1 0 0 0,0-1 0 0 0,1 1-1 0 0,-1-1 1 0 0,1 0 0 0 0,0 0 0 0 0,1 0 0 0 0,-1 0-1 0 0,0 0 1 0 0,6 6 0 0 0,-5-8-19 0 0,0 0 1 0 0,0 0-1 0 0,1 0 0 0 0,-1 0 1 0 0,0-1-1 0 0,1 1 1 0 0,-1-1-1 0 0,1 0 0 0 0,-1 0 1 0 0,1-1-1 0 0,-1 1 1 0 0,1-1-1 0 0,-1 1 0 0 0,1-1 1 0 0,0 0-1 0 0,4-1 1 0 0,12-1-16 0 0,1-1 1 0 0,-1 0-1 0 0,0-2 0 0 0,-1 0 1 0 0,34-14-1 0 0,-19 4-339 0 0,-1-1-1 0 0,40-26 1 0 0,-68 39 291 0 0,-1 1 0 0 0,0-1-1 0 0,0 0 1 0 0,0 0 0 0 0,0 0 0 0 0,0 0 0 0 0,-1-1 0 0 0,0 0 0 0 0,1 1-1 0 0,-1-1 1 0 0,-1 0 0 0 0,1-1 0 0 0,0 1 0 0 0,-1 0 0 0 0,0-1-1 0 0,0 1 1 0 0,1-7 0 0 0,-3 10 57 0 0,-1-1 1 0 0,1 0-1 0 0,-1 0 0 0 0,1 1 1 0 0,-1-1-1 0 0,0 0 0 0 0,1 1 0 0 0,-1-1 1 0 0,0 1-1 0 0,0-1 0 0 0,0 1 1 0 0,-1-1-1 0 0,1 1 0 0 0,0 0 0 0 0,0-1 1 0 0,-1 1-1 0 0,1 0 0 0 0,-1 0 1 0 0,1 0-1 0 0,-1 0 0 0 0,1 0 0 0 0,-1 0 1 0 0,0 1-1 0 0,1-1 0 0 0,-1 0 1 0 0,0 1-1 0 0,0 0 0 0 0,1-1 0 0 0,-4 1 1 0 0,-52-5 442 0 0,28 8-181 0 0,0 1 0 0 0,0 1 0 0 0,-44 15 0 0 0,52-14-307 0 0,17-5-212 0 0,13-1-3238 0 0,4-2 2603 0 0,-1 1 0 0 0,1-2-1 0 0,20-6 1 0 0,-7 0-3279 0 0,0-1-3318 0 0,-9 3 1782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0.3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20 17 812 0 0,'0'0'22140'0'0,"-17"-14"-28582"0"0,14 11 3382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0.99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14 616 0 0,'-15'-14'15795'0'0,"14"22"-9102"0"0,-1 6-9310 0 0,-9 84 7043 0 0,4 153-1 0 0,7-228-3922 0 0,15 16 453 0 0,-10-30-5271 0 0,-2-12 3834 0 0,0 0 0 0 0,-1 0 0 0 0,1 0 0 0 0,-1-1-1 0 0,0 1 1 0 0,0 0 0 0 0,0-1 0 0 0,0 1 0 0 0,-1-1-1 0 0,1 0 1 0 0,-1 0 0 0 0,0 1 0 0 0,0-1 0 0 0,0 0-1 0 0,0-7 1 0 0,5-17-8635 0 0,0 14 3681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1.4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 77 276 0 0,'-33'14'11008'0'0,"47"-17"-2841"0"0,13-3-5902 0 0,45-10-2146 0 0,-18-2 392 0 0,-24 7-510 0 0,1 2-1 0 0,-1 1 0 0 0,2 1 1 0 0,60-5-1 0 0,-90 12 12 0 0,-1 0 0 0 0,1 1 0 0 0,-1-1 0 0 0,0 0 0 0 0,1 1 0 0 0,-1-1 0 0 0,0 1 0 0 0,1 0 0 0 0,-1-1 0 0 0,0 1 0 0 0,0 0 0 0 0,0 0 0 0 0,0 0 0 0 0,0 0 0 0 0,0 0 0 0 0,0 0 0 0 0,0 0 0 0 0,0 0 0 0 0,0 0 0 0 0,0 0 0 0 0,-1 1 0 0 0,1-1 0 0 0,0 0 0 0 0,-1 0 0 0 0,1 1 0 0 0,-1-1 0 0 0,0 1 0 0 0,1-1 0 0 0,-1 0 0 0 0,0 1 0 0 0,0-1 0 0 0,0 1 0 0 0,0-1 0 0 0,0 0 0 0 0,0 1 0 0 0,0-1 0 0 0,-1 2 0 0 0,1 3 135 0 0,0 0-1 0 0,-1 0 0 0 0,0 0 1 0 0,0 0-1 0 0,-1 0 0 0 0,1 0 1 0 0,-5 9-1 0 0,-10 11 520 0 0,11-19-429 0 0,0 1 0 0 0,0-1 0 0 0,1 1 0 0 0,0 0-1 0 0,1 0 1 0 0,-1 0 0 0 0,2 1 0 0 0,-1-1-1 0 0,-1 12 1 0 0,2-2 307 0 0,1-18-540 0 0,1 1 1 0 0,0 0 0 0 0,-1-1-1 0 0,1 1 1 0 0,0 0 0 0 0,0-1-1 0 0,0 1 1 0 0,-1 0 0 0 0,1-1-1 0 0,0 1 1 0 0,0 0 0 0 0,0 0 0 0 0,0-1-1 0 0,0 1 1 0 0,0 0 0 0 0,1 0-1 0 0,-1-1 1 0 0,0 1 0 0 0,0 0-1 0 0,0-1 1 0 0,1 1 0 0 0,-1 0-1 0 0,0-1 1 0 0,1 1 0 0 0,-1 0 0 0 0,1-1-1 0 0,-1 1 1 0 0,0-1 0 0 0,1 1-1 0 0,-1-1 1 0 0,1 1 0 0 0,0-1-1 0 0,-1 1 1 0 0,1-1 0 0 0,-1 1-1 0 0,1-1 1 0 0,0 0 0 0 0,-1 1 0 0 0,1-1-1 0 0,0 0 1 0 0,-1 0 0 0 0,1 1-1 0 0,0-1 1 0 0,-1 0 0 0 0,1 0-1 0 0,0 0 1 0 0,0 0 0 0 0,-1 0-1 0 0,1 0 1 0 0,1 0 0 0 0,0 0-260 0 0,1 0 132 0 0,0-1 1 0 0,0 0-1 0 0,0 0 1 0 0,0 0 0 0 0,0 0-1 0 0,0 0 1 0 0,-1 0-1 0 0,1-1 1 0 0,0 1 0 0 0,-1-1-1 0 0,1 0 1 0 0,-1 0-1 0 0,0 0 1 0 0,3-3 0 0 0,9-17-4472 0 0,-13 21 3892 0 0,-1-1 0 0 0,0 1-1 0 0,0 0 1 0 0,1-1 0 0 0,-1 1 0 0 0,0 0-1 0 0,0-1 1 0 0,0 1 0 0 0,0-1 0 0 0,-1 1-1 0 0,1 0 1 0 0,0-1 0 0 0,0 1 0 0 0,-1 0-1 0 0,1-1 1 0 0,-2-1 0 0 0,-2-5-4455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1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1120 0 0,'3'2'11710'0'0,"20"1"-11161"0"0,-2-5 437 0 0,38 1 1555 0 0,-57 1-2453 0 0,1 0-1 0 0,0 0 1 0 0,0 0 0 0 0,-1 1 0 0 0,1-1-1 0 0,0 1 1 0 0,0 0 0 0 0,-1 0 0 0 0,1 0-1 0 0,-1 0 1 0 0,1 0 0 0 0,-1 1 0 0 0,1-1 0 0 0,2 3-1 0 0,-3-2 3 0 0,-1 1 0 0 0,1-1 0 0 0,-1 1 1 0 0,0-1-1 0 0,0 1 0 0 0,0-1 0 0 0,0 1 0 0 0,0 0 0 0 0,-1-1 0 0 0,1 1 0 0 0,-1 0 0 0 0,0 0 0 0 0,1-1 0 0 0,-1 1 0 0 0,-1 0 0 0 0,1 0 0 0 0,0 0 0 0 0,-1-1 0 0 0,1 1 0 0 0,-1 0 0 0 0,0-1 0 0 0,0 1 0 0 0,-1 3 0 0 0,-5 9 481 0 0,0 0-1 0 0,-14 24 0 0 0,14-29-205 0 0,-6 13 235 0 0,-29 54 2186 0 0,43-76-2765 0 0,-1 0-1 0 0,0 0 1 0 0,0 0-1 0 0,0-1 1 0 0,1 1-1 0 0,-1 0 1 0 0,0-1-1 0 0,1 1 1 0 0,-1 0-1 0 0,1-1 1 0 0,-1 1-1 0 0,1 0 1 0 0,-1-1-1 0 0,1 1 1 0 0,-1-1-1 0 0,1 1 1 0 0,-1-1-1 0 0,1 1 1 0 0,0-1-1 0 0,-1 1 1 0 0,1-1-1 0 0,0 0 1 0 0,0 1-1 0 0,-1-1 1 0 0,1 0-1 0 0,0 0 1 0 0,0 1 0 0 0,-1-1-1 0 0,1 0 1 0 0,0 0-1 0 0,0 0 1 0 0,-1 0-1 0 0,1 0 1 0 0,0 0-1 0 0,0 0 1 0 0,1-1-1 0 0,30 3 199 0 0,3-9-417 0 0,62-20 1 0 0,-64 16-1870 0 0,62-11 1 0 0,-93 21 1372 0 0,-4 6-601 0 0,1-1 797 0 0,0 1-1 0 0,-1-1 1 0 0,0 0 0 0 0,0 1-1 0 0,-1-1 1 0 0,1 0-1 0 0,-1 0 1 0 0,0-1 0 0 0,0 1-1 0 0,0 0 1 0 0,0-1-1 0 0,0 0 1 0 0,-6 4 0 0 0,-6 8-4184 0 0,-4 6-181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2.4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50 139 1524 0 0,'-4'1'1916'0'0,"-30"1"4606"0"0,23-8 2564 0 0,17 7-8251 0 0,29 7-37 0 0,1-1 0 0 0,0-2-1 0 0,0-2 1 0 0,0-1 0 0 0,0-2 0 0 0,0-1 0 0 0,62-11-1 0 0,253-69 2245 0 0,-345 80-2982 0 0,199-62 1770 0 0,-205 63-1879 0 0,0 0 0 0 0,0 0 1 0 0,0-1-1 0 0,1 1 0 0 0,-1 0 0 0 0,0 0 1 0 0,0-1-1 0 0,1 1 0 0 0,-1 0 0 0 0,0 0 1 0 0,0 0-1 0 0,1 0 0 0 0,-1-1 0 0 0,0 1 1 0 0,1 0-1 0 0,-1 0 0 0 0,0 0 0 0 0,1 0 1 0 0,-1 0-1 0 0,0 0 0 0 0,1 0 0 0 0,-1 0 1 0 0,0 0-1 0 0,1 0 0 0 0,-1 0 0 0 0,0 0 0 0 0,1 0 1 0 0,-1 0-1 0 0,0 0 0 0 0,0 0 0 0 0,1 0 1 0 0,-1 0-1 0 0,0 1 0 0 0,1-1 0 0 0,-1 0 1 0 0,0 0-1 0 0,0 0 0 0 0,1 0 0 0 0,-1 1 1 0 0,0-1-1 0 0,0 0 0 0 0,1 0 0 0 0,-1 1 1 0 0,0-1-1 0 0,0 0 0 0 0,0 0 0 0 0,1 1 1 0 0,-1-1-1 0 0,0 0 0 0 0,0 0 0 0 0,0 1 1 0 0,-13 19-1195 0 0,-37 23-3249 0 0,14-20-349 0 0,5-3-2888 0 0,5-3 1908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3.4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322 1 436 0 0,'0'0'5786'0'0,"-3"1"-4454"0"0,0 1-995 0 0,1 0 0 0 0,0 0 0 0 0,-1 1 0 0 0,1-1 0 0 0,0 0 0 0 0,0 1 0 0 0,0 0 0 0 0,1-1 0 0 0,-1 1 0 0 0,1 0 0 0 0,-1 0 0 0 0,1 0 0 0 0,0 0 0 0 0,0 0 0 0 0,0 0 0 0 0,1 0 0 0 0,-1 6 0 0 0,-8 68 2735 0 0,7-60-2558 0 0,-16 331 8092 0 0,35-293-5638 0 0,-17-56-2968 0 0,0 1-1 0 0,0 0 1 0 0,0-1 0 0 0,0 1 0 0 0,1-1-1 0 0,-1 1 1 0 0,0 0 0 0 0,0-1 0 0 0,0 1-1 0 0,0 0 1 0 0,1-1 0 0 0,-1 1-1 0 0,0 0 1 0 0,0 0 0 0 0,1-1 0 0 0,-1 1-1 0 0,0 0 1 0 0,1-1 0 0 0,-1 1 0 0 0,0 0-1 0 0,1 0 1 0 0,-1 0 0 0 0,0 0-1 0 0,1-1 1 0 0,-1 1 0 0 0,0 0 0 0 0,1 0-1 0 0,-1 0 1 0 0,0 0 0 0 0,1 0 0 0 0,0 0-12 0 0,0 0 0 0 0,-1-1 0 0 0,1 1 0 0 0,-1 0 0 0 0,1 0 0 0 0,-1 0 0 0 0,1 0 0 0 0,-1-1 0 0 0,1 1 0 0 0,-1 0 1 0 0,0-1-1 0 0,1 1 0 0 0,-1 0 0 0 0,1-1 0 0 0,-1 1 0 0 0,1 0 0 0 0,-1-1 0 0 0,0 1 0 0 0,1-1 0 0 0,-1 1 1 0 0,0-1-1 0 0,0 1 0 0 0,1-1 0 0 0,-1 1 0 0 0,0-1 0 0 0,0 1 0 0 0,0-1 0 0 0,0 1 0 0 0,0-1 0 0 0,1 1 0 0 0,-1-1 1 0 0,0 0-1 0 0,1-30-831 0 0,0 20 396 0 0,-1-1 1 0 0,0 0 0 0 0,0 1-1 0 0,-1-1 1 0 0,0 1-1 0 0,-5-19 1 0 0,5 27 383 0 0,0 1 0 0 0,0 0 0 0 0,0-1 0 0 0,0 1 0 0 0,0-1 0 0 0,-1 1 0 0 0,1 0 0 0 0,0 0 0 0 0,-1 0 0 0 0,0 0 0 0 0,0 0 0 0 0,1 0 0 0 0,-1 0 1 0 0,0 1-1 0 0,0-1 0 0 0,-1 0 0 0 0,1 1 0 0 0,0 0 0 0 0,0 0 0 0 0,-1 0 0 0 0,1 0 0 0 0,-1 0 0 0 0,1 0 0 0 0,-4-1 0 0 0,-1 2 47 0 0,1 0-1 0 0,0 1 1 0 0,0 0 0 0 0,-1 0 0 0 0,1 0-1 0 0,0 0 1 0 0,0 1 0 0 0,0 0-1 0 0,-10 5 1 0 0,1 1 300 0 0,-1 0 1 0 0,2 1-1 0 0,-1 1 1 0 0,1 1-1 0 0,1 0 0 0 0,0 0 1 0 0,0 1-1 0 0,1 1 0 0 0,1 0 1 0 0,0 1-1 0 0,-13 21 0 0 0,24-32-236 0 0,0-1 0 0 0,1 1 0 0 0,-1-1 0 0 0,1 1 0 0 0,0-1 0 0 0,-1 0-1 0 0,1 1 1 0 0,0-1 0 0 0,1 0 0 0 0,-1 1 0 0 0,0-1 0 0 0,0 0 0 0 0,1 0-1 0 0,0 0 1 0 0,-1 0 0 0 0,1 0 0 0 0,0-1 0 0 0,2 3 0 0 0,3 0 11 0 0,-1-1-1 0 0,1 0 1 0 0,0 0 0 0 0,1-1-1 0 0,-1 0 1 0 0,0 0 0 0 0,0 0 0 0 0,1-1-1 0 0,-1 0 1 0 0,1-1 0 0 0,-1 1-1 0 0,1-2 1 0 0,-1 1 0 0 0,10-2 0 0 0,13-3 7 0 0,-1 0 1 0 0,30-11 0 0 0,-7-2-774 0 0,81-39 0 0 0,-132 57 702 0 0,-1 0 0 0 0,0 0-1 0 0,0 0 1 0 0,0 0 0 0 0,1 0-1 0 0,-1 0 1 0 0,0 0 0 0 0,0 0 0 0 0,0 0-1 0 0,1 0 1 0 0,-1 0 0 0 0,0-1-1 0 0,0 1 1 0 0,0 0 0 0 0,0 0 0 0 0,1 0-1 0 0,-1 0 1 0 0,0 0 0 0 0,0 0-1 0 0,0-1 1 0 0,0 1 0 0 0,0 0 0 0 0,1 0-1 0 0,-1 0 1 0 0,0-1 0 0 0,0 1-1 0 0,0 0 1 0 0,0 0 0 0 0,0 0 0 0 0,0-1-1 0 0,0 1 1 0 0,0 0 0 0 0,0 0-1 0 0,0 0 1 0 0,0-1 0 0 0,0 1 0 0 0,0 0-1 0 0,0 0 1 0 0,0 0 0 0 0,0-1-1 0 0,0 1 1 0 0,0 0 0 0 0,0 0 0 0 0,0 0-1 0 0,0-1 1 0 0,0 1 0 0 0,-1 0-1 0 0,-10-7-40 0 0,-15 1 71 0 0,-86 4-623 0 0,111 2 502 0 0,1-1 0 0 0,-1 1-1 0 0,1 0 1 0 0,-1 0-1 0 0,1-1 1 0 0,-1 1-1 0 0,1-1 1 0 0,-1 1 0 0 0,1 0-1 0 0,0-1 1 0 0,-1 1-1 0 0,1-1 1 0 0,-1 1-1 0 0,1-1 1 0 0,0 1 0 0 0,0-1-1 0 0,-1 1 1 0 0,1-1-1 0 0,0 1 1 0 0,0-1-1 0 0,0 1 1 0 0,0-1 0 0 0,-1 0-1 0 0,1 1 1 0 0,0-1-1 0 0,0 1 1 0 0,0-1-1 0 0,0 1 1 0 0,0-1 0 0 0,0 0-1 0 0,1 1 1 0 0,-1-1-1 0 0,0 1 1 0 0,0-1-1 0 0,0 1 1 0 0,0-1 0 0 0,1 1-1 0 0,-1-1 1 0 0,0 1-1 0 0,1-1 1 0 0,-1 1-1 0 0,0-1 1 0 0,1 1 0 0 0,-1-1-1 0 0,0 1 1 0 0,1 0-1 0 0,-1-1 1 0 0,1 0-1 0 0,20-27-2630 0 0,-21 28 2692 0 0,15-16-2617 0 0,-4 5-1902 0 0,-7 7 1714 0 0,7-3-1805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4.0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19 243 904 0 0,'0'0'13523'0'0,"-13"30"-8334"0"0,14-10-4196 0 0,-2-1 0 0 0,-5 27-1 0 0,9 5 143 0 0,0-21-484 0 0,-3-28-599 0 0,0 0-1 0 0,0-1 1 0 0,0 1-1 0 0,0-1 1 0 0,1 1-1 0 0,-1-1 1 0 0,0 1 0 0 0,1-1-1 0 0,-1 1 1 0 0,1-1-1 0 0,-1 1 1 0 0,1-1-1 0 0,-1 1 1 0 0,1-1-1 0 0,2 3 1 0 0,-3-4-32 0 0,1 1 0 0 0,-1-1 0 0 0,1 1 1 0 0,0-1-1 0 0,-1 0 0 0 0,1 0 0 0 0,-1 1 0 0 0,1-1 1 0 0,0 0-1 0 0,-1 0 0 0 0,1 0 0 0 0,0 0 0 0 0,-1 1 1 0 0,1-1-1 0 0,0 0 0 0 0,-1 0 0 0 0,1 0 0 0 0,0-1 1 0 0,-1 1-1 0 0,1 0 0 0 0,0 0 0 0 0,-1 0 0 0 0,1 0 1 0 0,0-1-1 0 0,0 1 0 0 0,1-1-14 0 0,1-1 0 0 0,-1 1 0 0 0,0-1 0 0 0,0 1 0 0 0,0-1 1 0 0,0 0-1 0 0,0 0 0 0 0,0 0 0 0 0,0 0 0 0 0,0 0 0 0 0,-1 0 0 0 0,1-1 0 0 0,-1 1 0 0 0,0-1 1 0 0,2-3-1 0 0,7-35-179 0 0,-2 1-1 0 0,-2-1 1 0 0,-2 0 0 0 0,-1-1 0 0 0,-4-44 0 0 0,1 77 165 0 0,0 2 72 0 0,0 0 0 0 0,1 0 1 0 0,0 1-1 0 0,1-1 0 0 0,-1 0 0 0 0,5-12 0 0 0,-2 14-17 0 0,0 1-1 0 0,0-1 0 0 0,1 1 1 0 0,-1-1-1 0 0,1 1 0 0 0,0 1 1 0 0,0-1-1 0 0,0 1 1 0 0,1-1-1 0 0,-1 2 0 0 0,1-1 1 0 0,-1 1-1 0 0,1-1 0 0 0,0 2 1 0 0,8-3-1 0 0,7-1 392 0 0,1 1 0 0 0,39-3 0 0 0,-56 7-251 0 0,1-1 0 0 0,-1 1 0 0 0,0 0 0 0 0,1 1-1 0 0,-1-1 1 0 0,0 1 0 0 0,1 0 0 0 0,-1 0 0 0 0,0 1-1 0 0,0-1 1 0 0,0 1 0 0 0,0 0 0 0 0,8 5-1 0 0,-12-6 248 0 0,12 3 466 0 0,-6 0-1984 0 0,-12 2-6150 0 0,-21 8 4610 0 0,11-5-8961 0 0,11-6 6685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1:55.4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 45 796 0 0,'-4'4'28483'0'0,"9"-8"-28431"0"0,-1-1 0 0 0,1 1 0 0 0,0 0 0 0 0,1 0 0 0 0,-1 0 0 0 0,1 1 0 0 0,-1-1 0 0 0,1 1 0 0 0,0 1 0 0 0,10-4 0 0 0,-12 5-22 0 0,0-1-1 0 0,0 1 1 0 0,0 1 0 0 0,0-1-1 0 0,0 1 1 0 0,0-1 0 0 0,0 1-1 0 0,0 0 1 0 0,1 1 0 0 0,-1-1-1 0 0,0 1 1 0 0,0 0 0 0 0,0-1-1 0 0,0 2 1 0 0,0-1 0 0 0,0 0-1 0 0,-1 1 1 0 0,8 4 0 0 0,-9-5-8 0 0,0 1 1 0 0,-1 0-1 0 0,1-1 1 0 0,-1 1-1 0 0,1 0 1 0 0,-1-1-1 0 0,0 1 1 0 0,0 0-1 0 0,1 0 1 0 0,-1 0-1 0 0,-1 0 1 0 0,1 0 0 0 0,0 0-1 0 0,0 0 1 0 0,-1 1-1 0 0,1-1 1 0 0,-1 0-1 0 0,0 0 1 0 0,0 1-1 0 0,0-1 1 0 0,0 0-1 0 0,0 3 1 0 0,-1 2 38 0 0,0 1 1 0 0,-1-1-1 0 0,1 0 1 0 0,-2 0-1 0 0,-2 9 1 0 0,-3-2-12 0 0,1 1 1 0 0,-2-2-1 0 0,0 1 1 0 0,-1-1 0 0 0,0-1-1 0 0,0 0 1 0 0,-2 0 0 0 0,1-1-1 0 0,-2 0 1 0 0,1-1-1 0 0,-1-1 1 0 0,-1 0 0 0 0,-14 7-1 0 0,24-12-403 0 0,17-7 171 0 0,43-13 137 0 0,9-1 92 0 0,-23 6 56 0 0,-11 3 194 0 0,1 2 0 0 0,0 1-1 0 0,60-1 1 0 0,-76 5-297 0 0,-6-2 0 0 0,4 6-27 0 0,-11-3-159 0 0,-10-2-8346 0 0,4 2 8279 0 0,1 0 0 0 0,0-1 0 0 0,-1 1 0 0 0,1 0 0 0 0,-1 0 0 0 0,1 0 0 0 0,-1 1 0 0 0,1-1 0 0 0,-4 1 0 0 0,-2 0-524 0 0,0-1-274 0 0,2 0-860 0 0,-1 0-5386 0 0,-9 0 1417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0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16 1504 0 0,'-15'-9'7015'0'0,"5"2"656"0"0,11 32-789 0 0,-1 48-5576 0 0,0-58-266 0 0,-4 68 1142 0 0,2-43-2262 0 0,1 1-4196 0 0,1-39 2936 0 0,-13-36-16484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0.6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73 560 0 0,'63'-21'12146'0'0,"66"-2"-8530"0"0,-60 11-1841 0 0,-27 6-966 0 0,1 1-1 0 0,48 0 1 0 0,-89 5-843 0 0,-1 0 0 0 0,0 0 1 0 0,0 0-1 0 0,1 0 0 0 0,-1 0 0 0 0,0 0 0 0 0,0 0 0 0 0,0 0 0 0 0,1 0 0 0 0,-1 1 0 0 0,0-1 1 0 0,0 1-1 0 0,0-1 0 0 0,0 1 0 0 0,1-1 0 0 0,-1 1 0 0 0,0-1 0 0 0,0 1 0 0 0,0 0 0 0 0,1 1 1 0 0,-2-1 3 0 0,0 0 1 0 0,1 0 0 0 0,-1-1 0 0 0,0 1 0 0 0,0 0 0 0 0,0 0 0 0 0,0 0 0 0 0,0 0-1 0 0,0-1 1 0 0,0 1 0 0 0,0 0 0 0 0,-1 0 0 0 0,1 0 0 0 0,0-1 0 0 0,0 1 0 0 0,-1 0-1 0 0,1 0 1 0 0,0-1 0 0 0,-1 1 0 0 0,1 0 0 0 0,-1 0 0 0 0,0 0 0 0 0,-39 40-6399 0 0,32-34 1136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1.3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93 32 0 0,'0'0'12662'0'0,"1"25"-8117"0"0,2-6-2666 0 0,1-5-1001 0 0,-5-1-397 0 0,2 0-1 0 0,0-1 0 0 0,0 1 0 0 0,1-1 0 0 0,1 1 0 0 0,0-1 1 0 0,1 0-1 0 0,0 0 0 0 0,1 0 0 0 0,0 0 0 0 0,7 11 0 0 0,-11-22-22 0 0,3-4-360 0 0,0-1-80 0 0,-1 1 0 0 0,1-1 0 0 0,-1 1 0 0 0,0-1 0 0 0,0 0 1 0 0,-1 0-1 0 0,1-1 0 0 0,-1 1 0 0 0,0 0 0 0 0,0-1 0 0 0,0 1 0 0 0,-1-1 1 0 0,0 0-1 0 0,0 0 0 0 0,1-7 0 0 0,0-7 43 0 0,-2 0 0 0 0,-2-35 0 0 0,-1 0 28 0 0,1 35-3 0 0,2 17-47 0 0,-1-1 0 0 0,1 0 0 0 0,-1 1 1 0 0,1-1-1 0 0,0 1 0 0 0,0-1 0 0 0,0 1 0 0 0,1-1 1 0 0,-1 0-1 0 0,1 1 0 0 0,-1-1 0 0 0,1 1 0 0 0,1-3 1 0 0,-1 3-8 0 0,0 0 0 0 0,0 1 0 0 0,0-1 1 0 0,0 1-1 0 0,0-1 0 0 0,1 0 0 0 0,-1 1 1 0 0,0 0-1 0 0,1-1 0 0 0,-1 1 1 0 0,1 0-1 0 0,0 0 0 0 0,-1 0 0 0 0,1 0 1 0 0,0 0-1 0 0,0 0 0 0 0,0 1 0 0 0,2-2 1 0 0,2 1 37 0 0,0 0 0 0 0,0 0 1 0 0,1 0-1 0 0,-1 1 0 0 0,0 0 1 0 0,6 0-1 0 0,11 3 294 0 0,0 0 0 0 0,31 10 0 0 0,175 63 2695 0 0,-214-71-3114 0 0,-12-5-295 0 0,-10 1-364 0 0,-46 13-2888 0 0,32-5-2167 0 0,0 3-5490 0 0,11-6 5065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2.64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236 21 1184 0 0,'0'0'2432'0'0,"19"-13"1829"0"0,-1 5 9543 0 0,-33 172-9175 0 0,2-39-2846 0 0,9-84-1236 0 0,2-22-209 0 0,0-1 0 0 0,2 1 0 0 0,0 0 1 0 0,1 0-1 0 0,4 21 0 0 0,-2-9 232 0 0,-3-26-438 0 0,0 1 1 0 0,1-1-1 0 0,0 0 0 0 0,0 1 1 0 0,0-1-1 0 0,0 0 1 0 0,3 5-1 0 0,-3-7 271 0 0,-1-2-352 0 0,0 7-39 0 0,0-6-38 0 0,-1-8-71 0 0,-2-13 20 0 0,3 12-48 0 0,0 0 0 0 0,-1 0 0 0 0,0 0 0 0 0,0 1 0 0 0,-1-1 1 0 0,0 0-1 0 0,0 1 0 0 0,-1-1 0 0 0,0 1 0 0 0,-4-7 0 0 0,-1-17-1349 0 0,-3 22 1165 0 0,10 6 273 0 0,-1 1 0 0 0,0-1 0 0 0,0 1 0 0 0,0-1 0 0 0,0 1 0 0 0,0 0 0 0 0,-1 0 0 0 0,1-1 0 0 0,0 2 0 0 0,-1-1 0 0 0,1 0 0 0 0,0 0 0 0 0,-1 1 0 0 0,1-1 0 0 0,-1 1-1 0 0,1 0 1 0 0,-1 0 0 0 0,1 0 0 0 0,-1 0 0 0 0,1 0 0 0 0,-1 1 0 0 0,1-1 0 0 0,-1 1 0 0 0,1-1 0 0 0,0 1 0 0 0,-5 2 0 0 0,-6 1 164 0 0,1 1 0 0 0,0 0 0 0 0,0 0 0 0 0,0 2 0 0 0,0-1 0 0 0,1 1 0 0 0,-20 17 0 0 0,28-21-90 0 0,1-1 0 0 0,-1 1 0 0 0,1-1 0 0 0,0 1 0 0 0,0 0 0 0 0,0 0 0 0 0,0-1 0 0 0,0 2 0 0 0,1-1-1 0 0,-1 0 1 0 0,1 0 0 0 0,0 0 0 0 0,0 1 0 0 0,0-1 0 0 0,0 0 0 0 0,1 1 0 0 0,-1-1 0 0 0,1 1 0 0 0,0-1 0 0 0,0 1 0 0 0,0-1 0 0 0,0 1-1 0 0,1-1 1 0 0,0 1 0 0 0,-1-1 0 0 0,1 0 0 0 0,0 1 0 0 0,1-1 0 0 0,-1 0 0 0 0,0 0 0 0 0,1 0 0 0 0,0 0 0 0 0,0 0 0 0 0,3 4-1 0 0,-1-2-7 0 0,0-1 0 0 0,1 0 0 0 0,-1-1-1 0 0,1 1 1 0 0,-1-1 0 0 0,1 0-1 0 0,0 0 1 0 0,0 0 0 0 0,1-1-1 0 0,-1 0 1 0 0,0 0 0 0 0,1 0-1 0 0,5 1 1 0 0,7 1 50 0 0,0-1-1 0 0,31 2 1 0 0,-29-5-72 0 0,1-2-1 0 0,-1 0 0 0 0,0-1 1 0 0,0-1-1 0 0,0-1 1 0 0,-1 0-1 0 0,0-2 0 0 0,0 0 1 0 0,0-1-1 0 0,-1-1 1 0 0,18-12-1 0 0,-33 19-5 0 0,0 0 1 0 0,0 0-1 0 0,0 0 1 0 0,-1-1-1 0 0,1 1 0 0 0,0-1 1 0 0,-1 1-1 0 0,0-1 1 0 0,0 0-1 0 0,0 0 1 0 0,0 0-1 0 0,0 0 0 0 0,-1 0 1 0 0,1-1-1 0 0,-1 1 1 0 0,0 0-1 0 0,0-1 1 0 0,0 1-1 0 0,0-1 1 0 0,-1 1-1 0 0,1-1 0 0 0,-1 1 1 0 0,0-1-1 0 0,0 1 1 0 0,0-1-1 0 0,-1 1 1 0 0,1-1-1 0 0,-3-6 0 0 0,2 5 22 0 0,-1 1 0 0 0,0-1 1 0 0,0 1-1 0 0,0 0 0 0 0,-1-1 0 0 0,1 1 0 0 0,-1 0 0 0 0,0 1 0 0 0,0-1 0 0 0,-1 0 0 0 0,1 1 0 0 0,-1 0 0 0 0,0 0 0 0 0,0 0 0 0 0,0 0 0 0 0,0 1 0 0 0,0-1 0 0 0,0 1 0 0 0,-1 0 0 0 0,-8-2 0 0 0,5 2-21 0 0,-1 0 0 0 0,0 1 0 0 0,0 1 0 0 0,0-1 0 0 0,0 1 0 0 0,0 1-1 0 0,0 0 1 0 0,-10 2 0 0 0,17-2-223 0 0,1-1 0 0 0,-1 1 0 0 0,1-1-1 0 0,0 1 1 0 0,-1-1 0 0 0,1 1-1 0 0,0 0 1 0 0,-1 0 0 0 0,1 0 0 0 0,0 0-1 0 0,0 0 1 0 0,0 0 0 0 0,0 0 0 0 0,0 0-1 0 0,0 0 1 0 0,0 0 0 0 0,0 1 0 0 0,-1 1-1 0 0,1 10-6053 0 0,14-4-5343 0 0,3-4 5963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8.6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71 14 432 0 0,'-13'-13'20251'0'0,"12"28"-14919"0"0,1-2-7074 0 0,1 3 2233 0 0,-1 0 0 0 0,0-1 0 0 0,-1 1 0 0 0,-1 0 0 0 0,-1-1 0 0 0,0 0 0 0 0,-6 17 0 0 0,-8 49 1009 0 0,7-39-788 0 0,7-35-549 0 0,1 0 0 0 0,0 0 0 0 0,1 0 0 0 0,0 1-1 0 0,-1 8 1 0 0,1 8 776 0 0,2-11-2541 0 0,17-24 18 0 0,-9 3 602 0 0,0 0 1 0 0,0 0-1 0 0,-1-1 0 0 0,13-18 0 0 0,-2-1-5291 0 0,-7 10-1829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9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4 120 1148 0 0,'-1'-1'395'0'0,"1"0"0"0"0,-1-1 0 0 0,1 1 0 0 0,-1 0 0 0 0,1 0-1 0 0,0 0 1 0 0,0-1 0 0 0,-1 1 0 0 0,1 0 0 0 0,0 0 0 0 0,0-1 0 0 0,0 1 0 0 0,0 0 0 0 0,1 0-1 0 0,-1-1 1 0 0,0 1 0 0 0,0 0 0 0 0,1 0 0 0 0,-1 0 0 0 0,2-2 0 0 0,18-22 3116 0 0,-11 18-2809 0 0,-1 1 1 0 0,1 1-1 0 0,19-10 0 0 0,-11 8-151 0 0,0 1-1 0 0,1 1 1 0 0,-1 1-1 0 0,1 0 1 0 0,33-2-1 0 0,-44 5-435 0 0,0 0-1 0 0,1 1 1 0 0,-1 0 0 0 0,1 0-1 0 0,-1 1 1 0 0,0 0-1 0 0,1 1 1 0 0,-1-1 0 0 0,0 1-1 0 0,0 1 1 0 0,0-1 0 0 0,0 1-1 0 0,0 1 1 0 0,-1-1-1 0 0,1 1 1 0 0,8 7 0 0 0,-12-8 33 0 0,0 1 0 0 0,0 0 0 0 0,-1 0 0 0 0,1 0 0 0 0,-1 0 0 0 0,0 1 0 0 0,0-1 0 0 0,0 1 0 0 0,-1-1 0 0 0,1 1 0 0 0,-1 0 0 0 0,0-1 0 0 0,-1 1 1 0 0,1 0-1 0 0,-1 0 0 0 0,0 7 0 0 0,-1 8 884 0 0,-2 1-1 0 0,-6 30 1 0 0,6-38-532 0 0,-1 37 2246 0 0,4-48-2173 0 0,0-43-26553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09.97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 20 1156 0 0,'0'0'20969'0'0,"5"-1"-20823"0"0,81-17 1355 0 0,-84 18-1415 0 0,1 0 11 0 0,-1 0 0 0 0,1 0 0 0 0,-1 0 0 0 0,1 0 1 0 0,-1 1-1 0 0,0-1 0 0 0,1 1 0 0 0,-1-1 1 0 0,1 1-1 0 0,-1 0 0 0 0,3 1 0 0 0,-6 2 7 0 0,0-1 0 0 0,0 0-1 0 0,0 0 1 0 0,0 0-1 0 0,-1 0 1 0 0,0 0 0 0 0,1 0-1 0 0,-1 0 1 0 0,0 0-1 0 0,0-1 1 0 0,0 1 0 0 0,-1-1-1 0 0,-4 5 1 0 0,-45 37 1228 0 0,33-29-843 0 0,-13 8 543 0 0,31-22-931 0 0,0-1-84 0 0,1 0 1 0 0,-1 1 0 0 0,0-1 0 0 0,0 0-1 0 0,1 1 1 0 0,-1-1 0 0 0,0 0-1 0 0,1 1 1 0 0,-1-1 0 0 0,0 1 0 0 0,1-1-1 0 0,-1 1 1 0 0,1-1 0 0 0,-1 1-1 0 0,0-1 1 0 0,1 1 0 0 0,0 0 0 0 0,-1-1-1 0 0,1 1 1 0 0,-1 0 0 0 0,1 0 0 0 0,0-1-1 0 0,-1 1 1 0 0,1 0 0 0 0,0 0-1 0 0,3 3-15 0 0,1-1-1 0 0,-1 1 1 0 0,1-1-1 0 0,0 0 1 0 0,0 0-1 0 0,1-1 0 0 0,-1 1 1 0 0,0-1-1 0 0,1 0 1 0 0,-1 0-1 0 0,1-1 1 0 0,0 1-1 0 0,6 0 1 0 0,14 6 8 0 0,-10 0-8 0 0,-1 0-1 0 0,1 0 0 0 0,-1 2 1 0 0,-1 0-1 0 0,0 0 1 0 0,21 22-1 0 0,-30-28 4 0 0,0 0-1 0 0,-1 1 1 0 0,1-1 0 0 0,-1 1-1 0 0,0 0 1 0 0,0 0 0 0 0,-1 0-1 0 0,4 8 1 0 0,-6-11-2 0 0,0 0-1 0 0,1-1 1 0 0,-1 1-1 0 0,0 0 1 0 0,0 0-1 0 0,0 0 1 0 0,-1 0-1 0 0,1 0 1 0 0,0 0-1 0 0,-1 0 1 0 0,1 0-1 0 0,-1 0 1 0 0,0 0-1 0 0,0-1 1 0 0,1 1-1 0 0,-1 0 1 0 0,0 0-1 0 0,0-1 1 0 0,-1 1-1 0 0,1-1 0 0 0,0 1 1 0 0,-1-1-1 0 0,1 0 1 0 0,0 1-1 0 0,-1-1 1 0 0,0 0-1 0 0,1 0 1 0 0,-1 0-1 0 0,0 0 1 0 0,-1 1-1 0 0,-1 0 28 0 0,0 0 0 0 0,0-1 0 0 0,1 1 1 0 0,-1-1-1 0 0,0 0 0 0 0,0 0 0 0 0,0 0 0 0 0,0 0 0 0 0,-1-1 0 0 0,1 0 0 0 0,0 0 0 0 0,0 0 0 0 0,0 0 0 0 0,0-1 0 0 0,-6 0 0 0 0,-58-22 1331 0 0,65 21-1245 0 0,1 1 43 0 0,-9-3 852 0 0,6 2-2114 0 0,11 3-6696 0 0,24 10 6494 0 0,-19-3-2969 0 0,-4 2-4311 0 0,-1 4 2902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1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10 239 484 0 0,'-9'-4'26937'0'0,"13"-2"-26822"0"0,14-14 708 0 0,-17 19-431 0 0,2-1-119 0 0,0 0-1 0 0,0 1 1 0 0,0-1-1 0 0,0 1 1 0 0,1-1-1 0 0,-1 1 1 0 0,0 0-1 0 0,1 0 1 0 0,-1 0-1 0 0,1 1 1 0 0,-1-1 0 0 0,5 1-1 0 0,-2-1-804 0 0,72-15 513 0 0,38-12 16 0 0,192-51 28 0 0,-165 45-19 0 0,44 0 187 0 0,-186 34-35 0 0,10 2-274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2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269 46 492 0 0,'0'0'2333'0'0,"24"-32"4817"0"0,-22 19 2612 0 0,-2 26-5581 0 0,-1 0-5735 0 0,-7 33 2297 0 0,2 0-1 0 0,2-1 1 0 0,2 1-1 0 0,5 59 1 0 0,12-21 130 0 0,-11-66-474 0 0,0 0 1 0 0,2 38-1 0 0,9-19 768 0 0,-12-59 646 0 0,-3 15-1808 0 0,0 0 1 0 0,1 0 0 0 0,0 0-1 0 0,0 0 1 0 0,3-11 0 0 0,-2 11-54 0 0,-1-1 0 0 0,-1 0 1 0 0,1 1-1 0 0,-1-1 1 0 0,-2-14-1 0 0,1 16 33 0 0,2 4-3 0 0,-1 0 0 0 0,0-1-1 0 0,0 1 1 0 0,0-1 0 0 0,-1 1 0 0 0,1-1 0 0 0,-1 1 0 0 0,1 0 0 0 0,-1-1-1 0 0,0 1 1 0 0,0 0 0 0 0,0 0 0 0 0,0-1 0 0 0,0 1 0 0 0,0 0 0 0 0,0 0 0 0 0,-1 0-1 0 0,1 0 1 0 0,-1 1 0 0 0,0-1 0 0 0,1 0 0 0 0,-1 1 0 0 0,0-1 0 0 0,-3-1-1 0 0,1 1 2 0 0,0 1-1 0 0,0 0 1 0 0,-1 0-1 0 0,1 0 0 0 0,0 0 1 0 0,0 1-1 0 0,0-1 1 0 0,-1 1-1 0 0,1 0 0 0 0,0 1 1 0 0,0-1-1 0 0,-9 3 1 0 0,-2 0-8 0 0,1 2 1 0 0,-1 0 0 0 0,1 1 0 0 0,0 0 0 0 0,0 1 0 0 0,-22 15-1 0 0,29-17 18 0 0,-9 6 42 0 0,1 1 0 0 0,1 0 0 0 0,-1 2 0 0 0,-14 18 0 0 0,26-30-21 0 0,1 1 0 0 0,-1 0 0 0 0,1 0 0 0 0,0 0 1 0 0,0 0-1 0 0,1 0 0 0 0,-1 1 0 0 0,1-1 0 0 0,-1 1 0 0 0,1-1 0 0 0,0 1 0 0 0,1-1 1 0 0,-1 1-1 0 0,0-1 0 0 0,1 1 0 0 0,0 0 0 0 0,0-1 0 0 0,0 1 0 0 0,0 0 1 0 0,1-1-1 0 0,-1 1 0 0 0,1-1 0 0 0,0 1 0 0 0,0-1 0 0 0,0 1 0 0 0,1-1 0 0 0,-1 1 1 0 0,1-1-1 0 0,3 6 0 0 0,-1-5-4 0 0,1 1 1 0 0,-1-1-1 0 0,1 0 0 0 0,0 0 1 0 0,0-1-1 0 0,0 0 0 0 0,1 0 1 0 0,-1 0-1 0 0,1 0 0 0 0,-1-1 1 0 0,1 0-1 0 0,0 0 0 0 0,0 0 1 0 0,0-1-1 0 0,0 0 0 0 0,0 0 1 0 0,0-1-1 0 0,7 1 1 0 0,10-1 10 0 0,-1 0 0 0 0,1-2 0 0 0,34-7-1 0 0,-43 7-12 0 0,8-1-109 0 0,1-2-1 0 0,-1 0 1 0 0,0-1 0 0 0,-1-1 0 0 0,0-1-1 0 0,0-1 1 0 0,23-13 0 0 0,-43 22 93 0 0,-1-1 1 0 0,1 1 0 0 0,0-1-1 0 0,0 1 1 0 0,0-1 0 0 0,0 0-1 0 0,-1 1 1 0 0,1-1 0 0 0,0 0 0 0 0,0 1-1 0 0,-1-1 1 0 0,1 0 0 0 0,-1 0-1 0 0,1 0 1 0 0,-1 0 0 0 0,1 0-1 0 0,-1 0 1 0 0,1 0 0 0 0,-1 0-1 0 0,0 1 1 0 0,1-1 0 0 0,-1-1-1 0 0,0 1 1 0 0,0 0 0 0 0,0 0-1 0 0,0 0 1 0 0,0 0 0 0 0,0 0-1 0 0,0 0 1 0 0,-1-1 0 0 0,0-1 3 0 0,0 1 0 0 0,-1 0-1 0 0,1 1 1 0 0,-1-1 0 0 0,1 0 0 0 0,-1 0 0 0 0,0 1 0 0 0,1-1 0 0 0,-1 1 0 0 0,0-1-1 0 0,0 1 1 0 0,-4-2 0 0 0,-7-3 54 0 0,0 0 0 0 0,0 1 1 0 0,-24-5-1 0 0,10 4 159 0 0,0 2 0 0 0,-45-1 0 0 0,70 5-256 0 0,7-3-2082 0 0,17-7 377 0 0,0 1-1 0 0,30-8 1 0 0,-15 8-3306 0 0,-1 2-3694 0 0,-18 5 3473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3.0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0 186 176 0 0,'0'0'12567'0'0,"0"4"-11680"0"0,1 5-432 0 0,1 0 0 0 0,-1-1 1 0 0,2 1-1 0 0,-1-1 0 0 0,1 0 0 0 0,0 0 1 0 0,1 0-1 0 0,0 0 0 0 0,0-1 0 0 0,0 1 1 0 0,10 10-1 0 0,21 43 1687 0 0,-34-58-1985 0 0,0 0-1 0 0,0 0 1 0 0,0-1 0 0 0,1 1 0 0 0,-1 0 0 0 0,1-1 0 0 0,0 1 0 0 0,0-1 0 0 0,0 1 0 0 0,0-1 0 0 0,4 4-1 0 0,-4-5 88 0 0,-57-157 1714 0 0,54 148-1925 0 0,0 0-1 0 0,0 0 1 0 0,0 1 0 0 0,1-1 0 0 0,0 0-1 0 0,1 0 1 0 0,0 0 0 0 0,0 0-1 0 0,0 1 1 0 0,1-1 0 0 0,0 0 0 0 0,1 1-1 0 0,5-12 1 0 0,-5 14 106 0 0,0 0 0 0 0,0 0 0 0 0,0 1 0 0 0,1-1 0 0 0,-1 1-1 0 0,1 0 1 0 0,0 0 0 0 0,1 0 0 0 0,-1 0 0 0 0,1 1 0 0 0,-1 0 0 0 0,1 0 0 0 0,0 0 0 0 0,0 1 0 0 0,0-1-1 0 0,1 1 1 0 0,-1 0 0 0 0,0 1 0 0 0,1-1 0 0 0,8 0 0 0 0,2 0 759 0 0,1 0 1 0 0,29 3-1 0 0,-44-1-638 0 0,19-2 719 0 0,-12 1-867 0 0,-7 1-168 0 0,4 2-3460 0 0,1-11-3537 0 0,-7 8 6894 0 0,1-2-555 0 0,4-8-3169 0 0,0 1-2399 0 0,2 0 53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8-17T18:42:13.5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73 7 88 0 0,'-4'-1'1285'0'0,"1"0"-731"0"0,0 0 1 0 0,1 0-1 0 0,-1 0 0 0 0,0 1 0 0 0,1-1 0 0 0,-1 1 1 0 0,0 0-1 0 0,0-1 0 0 0,0 1 0 0 0,1 1 0 0 0,-1-1 0 0 0,0 0 1 0 0,0 1-1 0 0,0-1 0 0 0,1 1 0 0 0,-6 2 3445 0 0,-4-3-2951 0 0,7 1-292 0 0,11 0 3874 0 0,276-3 1689 0 0,-280 2-6235 0 0,0-1 0 0 0,0 1 0 0 0,-1 0 0 0 0,1 0 0 0 0,0 1 0 0 0,-1-1 0 0 0,1 0 0 0 0,0 1 0 0 0,-1-1 0 0 0,1 1 0 0 0,0-1 0 0 0,-1 1 0 0 0,1 0 0 0 0,-1 0 0 0 0,1-1 0 0 0,-1 1 0 0 0,1 0 0 0 0,-1 1 0 0 0,0-1 0 0 0,1 0 0 0 0,-1 0 0 0 0,0 0 0 0 0,0 1 0 0 0,2 1 0 0 0,-2 0-6 0 0,-1 0 0 0 0,1 0-1 0 0,0-1 1 0 0,-1 1-1 0 0,1 0 1 0 0,-1 0 0 0 0,0 0-1 0 0,0 0 1 0 0,0 0-1 0 0,0 0 1 0 0,0-1 0 0 0,-1 1-1 0 0,0 4 1 0 0,-3 5 153 0 0,0 1 0 0 0,-1 0 0 0 0,0-1 1 0 0,-13 21-1 0 0,4-5 141 0 0,12-22-287 0 0,-1 0 1 0 0,0 0-1 0 0,0-1 1 0 0,0 1-1 0 0,-1-1 1 0 0,-5 7-1 0 0,-2 16 371 0 0,28-17-450 0 0,3-9-6 0 0,10-6 0 0 0,1-2 0 0 0,32-10 0 0 0,-41 10 0 0 0,-2-1-216 0 0,9-3-548 0 0,-15 11-3689 0 0,-13 0 4320 0 0,-1-1 0 0 0,1 1 0 0 0,-1 0 0 0 0,1 0 0 0 0,-1 0 0 0 0,1 0 0 0 0,-1 0 0 0 0,0 0 0 0 0,1 0 0 0 0,-1 0 0 0 0,0 0 0 0 0,0 0 0 0 0,0 0 0 0 0,0 0 0 0 0,0 0-1 0 0,0 0 1 0 0,0 0 0 0 0,0 0 0 0 0,0 0 0 0 0,0 0 0 0 0,0 0 0 0 0,-1 0 0 0 0,1 0 0 0 0,0 0 0 0 0,-1 0 0 0 0,1 0 0 0 0,-1-1 0 0 0,1 1 0 0 0,-1 0 0 0 0,0 1 0 0 0,-18 29-3869 0 0,9-18 508 0 0,3-5-3512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DC0B92-86BB-488C-AC51-AA1AC5CA7E1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723C8D-6238-470E-9A9E-4B0E661AE2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1708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8100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E27DE6-CA59-A064-4490-3F5933F80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657162-D9B1-7F43-55CA-75DED7768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C213F-ACFE-9A80-26B3-CBC5F8700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9BECE-D1B6-A8F2-EDE0-97061C8FAF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5601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F7213-E2E1-B803-E5EA-2402DFA16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22BD05-3B10-988B-0487-9029C0A6C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FEFF33-7452-9D99-0DDA-C3DB77C90D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80DB97-BF72-3787-1853-7D52B707B1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F723C8D-6238-470E-9A9E-4B0E661AE2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9841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1C07DF-0BE3-9317-FBAC-D73561AB9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560886-1752-F0A7-4895-79DCDBFA03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F6874B-E7E3-F530-F76C-2E1A19FC7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AFBB3-D65B-F8D4-1D66-EABC51520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8BE2E-7C8F-46C2-EA58-02CF6829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438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E71A8-1F0B-4734-E865-9EAC3E62A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3E1651-D859-4450-020C-448BD97B5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C43909-70BB-231D-0A23-3F70773D1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2BF56C-4FD0-63DE-0DFE-A2E1757C21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75571A-1B1B-C30E-7BAB-0ABA995340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573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B0727-2FB4-B739-92CE-85A56A15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9F892D-A229-7AB6-006E-0FF71B589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0C51B-BB71-1C3C-0913-3B58E3CD38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48B29-6A81-D3F4-2468-CD64C8733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F477-7980-0CDB-5CF3-9A7A939A8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8625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8D92A-D818-4CE9-F116-59312C9F0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C537-D639-19D8-4344-64149ECD6F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090520-7C89-D592-86BC-AA68025A5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1D5177-2834-2C45-DED9-3ED7DEFCBC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F26B34-6BBC-9AE8-7775-209F48B2B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5CBA23-EF29-E23D-0449-C7C635688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49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04735-212D-792F-2622-89ED4AC61A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81DCAD-536F-EE7B-775F-A119E936F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43954-4E52-3DDE-4A96-2AD032B538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A862A-6B12-AD66-89FE-8041881BF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4AD808-11B1-932B-E73E-B81F79BE218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AC1CC-D6E2-BD82-9BF2-0C33BC5BD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2D578B2-3F13-CD73-84EF-4420E01AA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50AD3A-8FC0-96F0-DD89-F5BB8726D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324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7AFA-F240-9512-D9F2-B4E414E62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D1C4D1-43FF-75BB-41EB-7F7F402FA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85BF7-F55C-3640-DA40-215E12A19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F445612-B882-0B30-B712-08F7E5252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3262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9BED90-F36F-6753-8C8C-2A1A97BA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92F6A1-09E0-24FC-FD4F-C9176D5E4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629C4-1129-FB17-0668-071CBA19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3143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D791E-8A7B-B1B1-6CA0-127C7FBE9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E9DF2-A98C-5ABC-F581-423CDC1F4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9B11A0-09A6-D1EB-FD72-721E8D3589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B1F671-6E3E-1A72-34FD-7870430B5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51BCD8-6744-3EB9-F93D-D2D52976D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5D16B-9400-6994-0D00-E3ACF61B5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252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E23DA-4B82-3925-7FFC-2AB78DA1A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8A7F3BC-1701-5456-BC7E-F48B77550B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915813-63A7-A60E-3299-2C1D4486F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CDBDA2-3BED-32AA-EBEA-332C2EF63E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383673-9033-E885-ADD3-77DAABE20B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7633D-BA0D-B45F-E6EA-3C28CA368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151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9212-DAD9-9E4E-EF5F-AD740B99E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C765C28-3F30-40B1-DBC0-907435FBC7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4FE56-9CFA-6EB7-B2A8-FE31875A9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33F3D-743C-90B6-41D1-A4027C9315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86E94-9F18-C379-92C7-37DBC74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021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271C-0418-B2D8-8E1B-9B9CCFBC72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7113CA-4AF0-AC91-6962-35AE9B5A6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0B96E4-C052-C2EC-49A0-66BA6ED8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85B57-27FC-2EA9-A888-A9ED08C87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07A12-C407-0D6D-FD36-A850B73903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089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18DEEB-D843-E39A-608D-8B0B622B1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A8F5CDB-8648-1806-4B1E-5DC1F4B95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56FE3-D812-1D5B-E6A3-2DA5687F67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1C9E07-C9CF-4572-A13A-B8CA6171BFD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CD62CC-2652-B16C-C01D-044958B1C9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246A9-6FCC-05AC-CF28-9AF2F80A77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74408E-7633-4A70-A833-F56B6D883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453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.xml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63" Type="http://schemas.openxmlformats.org/officeDocument/2006/relationships/image" Target="../media/image31.png"/><Relationship Id="rId68" Type="http://schemas.openxmlformats.org/officeDocument/2006/relationships/customXml" Target="../ink/ink34.xml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8" Type="http://schemas.openxmlformats.org/officeDocument/2006/relationships/customXml" Target="../ink/ink29.xml"/><Relationship Id="rId66" Type="http://schemas.openxmlformats.org/officeDocument/2006/relationships/customXml" Target="../ink/ink33.xml"/><Relationship Id="rId5" Type="http://schemas.openxmlformats.org/officeDocument/2006/relationships/image" Target="../media/image2.png"/><Relationship Id="rId61" Type="http://schemas.openxmlformats.org/officeDocument/2006/relationships/image" Target="../media/image30.png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56" Type="http://schemas.openxmlformats.org/officeDocument/2006/relationships/customXml" Target="../ink/ink28.xml"/><Relationship Id="rId64" Type="http://schemas.openxmlformats.org/officeDocument/2006/relationships/customXml" Target="../ink/ink32.xml"/><Relationship Id="rId69" Type="http://schemas.openxmlformats.org/officeDocument/2006/relationships/image" Target="../media/image34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59" Type="http://schemas.openxmlformats.org/officeDocument/2006/relationships/image" Target="../media/image29.png"/><Relationship Id="rId67" Type="http://schemas.openxmlformats.org/officeDocument/2006/relationships/image" Target="../media/image33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54" Type="http://schemas.openxmlformats.org/officeDocument/2006/relationships/customXml" Target="../ink/ink27.xml"/><Relationship Id="rId62" Type="http://schemas.openxmlformats.org/officeDocument/2006/relationships/customXml" Target="../ink/ink31.xml"/><Relationship Id="rId70" Type="http://schemas.openxmlformats.org/officeDocument/2006/relationships/customXml" Target="../ink/ink35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Relationship Id="rId57" Type="http://schemas.openxmlformats.org/officeDocument/2006/relationships/image" Target="../media/image28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60" Type="http://schemas.openxmlformats.org/officeDocument/2006/relationships/customXml" Target="../ink/ink30.xml"/><Relationship Id="rId65" Type="http://schemas.openxmlformats.org/officeDocument/2006/relationships/image" Target="../media/image32.png"/><Relationship Id="rId73" Type="http://schemas.openxmlformats.org/officeDocument/2006/relationships/image" Target="../media/image36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" Type="http://schemas.openxmlformats.org/officeDocument/2006/relationships/image" Target="../media/image3.png"/><Relationship Id="rId71" Type="http://schemas.openxmlformats.org/officeDocument/2006/relationships/image" Target="../media/image35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42.xml"/><Relationship Id="rId18" Type="http://schemas.openxmlformats.org/officeDocument/2006/relationships/image" Target="../media/image47.png"/><Relationship Id="rId26" Type="http://schemas.openxmlformats.org/officeDocument/2006/relationships/image" Target="../media/image51.png"/><Relationship Id="rId3" Type="http://schemas.openxmlformats.org/officeDocument/2006/relationships/customXml" Target="../ink/ink37.xml"/><Relationship Id="rId21" Type="http://schemas.openxmlformats.org/officeDocument/2006/relationships/customXml" Target="../ink/ink46.xml"/><Relationship Id="rId7" Type="http://schemas.openxmlformats.org/officeDocument/2006/relationships/customXml" Target="../ink/ink39.xml"/><Relationship Id="rId12" Type="http://schemas.openxmlformats.org/officeDocument/2006/relationships/image" Target="../media/image44.png"/><Relationship Id="rId17" Type="http://schemas.openxmlformats.org/officeDocument/2006/relationships/customXml" Target="../ink/ink44.xml"/><Relationship Id="rId25" Type="http://schemas.openxmlformats.org/officeDocument/2006/relationships/customXml" Target="../ink/ink48.xml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46.png"/><Relationship Id="rId20" Type="http://schemas.openxmlformats.org/officeDocument/2006/relationships/image" Target="../media/image48.png"/><Relationship Id="rId29" Type="http://schemas.openxmlformats.org/officeDocument/2006/relationships/customXml" Target="../ink/ink5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11" Type="http://schemas.openxmlformats.org/officeDocument/2006/relationships/customXml" Target="../ink/ink41.xml"/><Relationship Id="rId24" Type="http://schemas.openxmlformats.org/officeDocument/2006/relationships/image" Target="../media/image50.png"/><Relationship Id="rId32" Type="http://schemas.openxmlformats.org/officeDocument/2006/relationships/image" Target="../media/image54.png"/><Relationship Id="rId5" Type="http://schemas.openxmlformats.org/officeDocument/2006/relationships/customXml" Target="../ink/ink38.xml"/><Relationship Id="rId15" Type="http://schemas.openxmlformats.org/officeDocument/2006/relationships/customXml" Target="../ink/ink43.xml"/><Relationship Id="rId23" Type="http://schemas.openxmlformats.org/officeDocument/2006/relationships/customXml" Target="../ink/ink47.xml"/><Relationship Id="rId28" Type="http://schemas.openxmlformats.org/officeDocument/2006/relationships/image" Target="../media/image52.png"/><Relationship Id="rId10" Type="http://schemas.openxmlformats.org/officeDocument/2006/relationships/image" Target="../media/image43.png"/><Relationship Id="rId19" Type="http://schemas.openxmlformats.org/officeDocument/2006/relationships/customXml" Target="../ink/ink45.xml"/><Relationship Id="rId31" Type="http://schemas.openxmlformats.org/officeDocument/2006/relationships/customXml" Target="../ink/ink51.xml"/><Relationship Id="rId4" Type="http://schemas.openxmlformats.org/officeDocument/2006/relationships/image" Target="../media/image40.png"/><Relationship Id="rId9" Type="http://schemas.openxmlformats.org/officeDocument/2006/relationships/customXml" Target="../ink/ink40.xml"/><Relationship Id="rId14" Type="http://schemas.openxmlformats.org/officeDocument/2006/relationships/image" Target="../media/image45.png"/><Relationship Id="rId22" Type="http://schemas.openxmlformats.org/officeDocument/2006/relationships/image" Target="../media/image49.png"/><Relationship Id="rId27" Type="http://schemas.openxmlformats.org/officeDocument/2006/relationships/customXml" Target="../ink/ink49.xml"/><Relationship Id="rId30" Type="http://schemas.openxmlformats.org/officeDocument/2006/relationships/image" Target="../media/image53.png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09.xml"/><Relationship Id="rId299" Type="http://schemas.openxmlformats.org/officeDocument/2006/relationships/customXml" Target="../ink/ink200.xml"/><Relationship Id="rId21" Type="http://schemas.openxmlformats.org/officeDocument/2006/relationships/customXml" Target="../ink/ink61.xml"/><Relationship Id="rId63" Type="http://schemas.openxmlformats.org/officeDocument/2006/relationships/customXml" Target="../ink/ink82.xml"/><Relationship Id="rId159" Type="http://schemas.openxmlformats.org/officeDocument/2006/relationships/customXml" Target="../ink/ink130.xml"/><Relationship Id="rId324" Type="http://schemas.openxmlformats.org/officeDocument/2006/relationships/image" Target="../media/image212.png"/><Relationship Id="rId366" Type="http://schemas.openxmlformats.org/officeDocument/2006/relationships/image" Target="../media/image233.png"/><Relationship Id="rId170" Type="http://schemas.openxmlformats.org/officeDocument/2006/relationships/image" Target="../media/image135.png"/><Relationship Id="rId226" Type="http://schemas.openxmlformats.org/officeDocument/2006/relationships/image" Target="../media/image163.png"/><Relationship Id="rId268" Type="http://schemas.openxmlformats.org/officeDocument/2006/relationships/image" Target="../media/image184.png"/><Relationship Id="rId32" Type="http://schemas.openxmlformats.org/officeDocument/2006/relationships/image" Target="../media/image66.png"/><Relationship Id="rId74" Type="http://schemas.openxmlformats.org/officeDocument/2006/relationships/image" Target="../media/image87.png"/><Relationship Id="rId128" Type="http://schemas.openxmlformats.org/officeDocument/2006/relationships/image" Target="../media/image114.png"/><Relationship Id="rId335" Type="http://schemas.openxmlformats.org/officeDocument/2006/relationships/customXml" Target="../ink/ink218.xml"/><Relationship Id="rId5" Type="http://schemas.openxmlformats.org/officeDocument/2006/relationships/customXml" Target="../ink/ink53.xml"/><Relationship Id="rId181" Type="http://schemas.openxmlformats.org/officeDocument/2006/relationships/customXml" Target="../ink/ink141.xml"/><Relationship Id="rId237" Type="http://schemas.openxmlformats.org/officeDocument/2006/relationships/customXml" Target="../ink/ink169.xml"/><Relationship Id="rId279" Type="http://schemas.openxmlformats.org/officeDocument/2006/relationships/customXml" Target="../ink/ink190.xml"/><Relationship Id="rId43" Type="http://schemas.openxmlformats.org/officeDocument/2006/relationships/customXml" Target="../ink/ink72.xml"/><Relationship Id="rId139" Type="http://schemas.openxmlformats.org/officeDocument/2006/relationships/customXml" Target="../ink/ink120.xml"/><Relationship Id="rId290" Type="http://schemas.openxmlformats.org/officeDocument/2006/relationships/image" Target="../media/image195.png"/><Relationship Id="rId304" Type="http://schemas.openxmlformats.org/officeDocument/2006/relationships/image" Target="../media/image202.png"/><Relationship Id="rId346" Type="http://schemas.openxmlformats.org/officeDocument/2006/relationships/image" Target="../media/image223.png"/><Relationship Id="rId85" Type="http://schemas.openxmlformats.org/officeDocument/2006/relationships/customXml" Target="../ink/ink93.xml"/><Relationship Id="rId150" Type="http://schemas.openxmlformats.org/officeDocument/2006/relationships/image" Target="../media/image125.png"/><Relationship Id="rId192" Type="http://schemas.openxmlformats.org/officeDocument/2006/relationships/image" Target="../media/image146.png"/><Relationship Id="rId206" Type="http://schemas.openxmlformats.org/officeDocument/2006/relationships/image" Target="../media/image153.png"/><Relationship Id="rId248" Type="http://schemas.openxmlformats.org/officeDocument/2006/relationships/image" Target="../media/image174.png"/><Relationship Id="rId12" Type="http://schemas.openxmlformats.org/officeDocument/2006/relationships/image" Target="../media/image57.png"/><Relationship Id="rId108" Type="http://schemas.openxmlformats.org/officeDocument/2006/relationships/image" Target="../media/image104.png"/><Relationship Id="rId315" Type="http://schemas.openxmlformats.org/officeDocument/2006/relationships/customXml" Target="../ink/ink208.xml"/><Relationship Id="rId357" Type="http://schemas.openxmlformats.org/officeDocument/2006/relationships/customXml" Target="../ink/ink229.xml"/><Relationship Id="rId54" Type="http://schemas.openxmlformats.org/officeDocument/2006/relationships/image" Target="../media/image77.png"/><Relationship Id="rId96" Type="http://schemas.openxmlformats.org/officeDocument/2006/relationships/image" Target="../media/image98.png"/><Relationship Id="rId161" Type="http://schemas.openxmlformats.org/officeDocument/2006/relationships/customXml" Target="../ink/ink131.xml"/><Relationship Id="rId217" Type="http://schemas.openxmlformats.org/officeDocument/2006/relationships/customXml" Target="../ink/ink159.xml"/><Relationship Id="rId259" Type="http://schemas.openxmlformats.org/officeDocument/2006/relationships/customXml" Target="../ink/ink180.xml"/><Relationship Id="rId23" Type="http://schemas.openxmlformats.org/officeDocument/2006/relationships/customXml" Target="../ink/ink62.xml"/><Relationship Id="rId119" Type="http://schemas.openxmlformats.org/officeDocument/2006/relationships/customXml" Target="../ink/ink110.xml"/><Relationship Id="rId270" Type="http://schemas.openxmlformats.org/officeDocument/2006/relationships/image" Target="../media/image185.png"/><Relationship Id="rId326" Type="http://schemas.openxmlformats.org/officeDocument/2006/relationships/image" Target="../media/image213.png"/><Relationship Id="rId65" Type="http://schemas.openxmlformats.org/officeDocument/2006/relationships/customXml" Target="../ink/ink83.xml"/><Relationship Id="rId130" Type="http://schemas.openxmlformats.org/officeDocument/2006/relationships/image" Target="../media/image115.png"/><Relationship Id="rId368" Type="http://schemas.openxmlformats.org/officeDocument/2006/relationships/image" Target="../media/image234.png"/><Relationship Id="rId172" Type="http://schemas.openxmlformats.org/officeDocument/2006/relationships/image" Target="../media/image136.png"/><Relationship Id="rId228" Type="http://schemas.openxmlformats.org/officeDocument/2006/relationships/image" Target="../media/image164.png"/><Relationship Id="rId281" Type="http://schemas.openxmlformats.org/officeDocument/2006/relationships/customXml" Target="../ink/ink191.xml"/><Relationship Id="rId337" Type="http://schemas.openxmlformats.org/officeDocument/2006/relationships/customXml" Target="../ink/ink219.xml"/><Relationship Id="rId34" Type="http://schemas.openxmlformats.org/officeDocument/2006/relationships/image" Target="../media/image67.png"/><Relationship Id="rId76" Type="http://schemas.openxmlformats.org/officeDocument/2006/relationships/image" Target="../media/image88.png"/><Relationship Id="rId141" Type="http://schemas.openxmlformats.org/officeDocument/2006/relationships/customXml" Target="../ink/ink121.xml"/><Relationship Id="rId7" Type="http://schemas.openxmlformats.org/officeDocument/2006/relationships/customXml" Target="../ink/ink54.xml"/><Relationship Id="rId183" Type="http://schemas.openxmlformats.org/officeDocument/2006/relationships/customXml" Target="../ink/ink142.xml"/><Relationship Id="rId239" Type="http://schemas.openxmlformats.org/officeDocument/2006/relationships/customXml" Target="../ink/ink170.xml"/><Relationship Id="rId250" Type="http://schemas.openxmlformats.org/officeDocument/2006/relationships/image" Target="../media/image175.png"/><Relationship Id="rId292" Type="http://schemas.openxmlformats.org/officeDocument/2006/relationships/image" Target="../media/image196.png"/><Relationship Id="rId306" Type="http://schemas.openxmlformats.org/officeDocument/2006/relationships/image" Target="../media/image203.png"/><Relationship Id="rId45" Type="http://schemas.openxmlformats.org/officeDocument/2006/relationships/customXml" Target="../ink/ink73.xml"/><Relationship Id="rId87" Type="http://schemas.openxmlformats.org/officeDocument/2006/relationships/customXml" Target="../ink/ink94.xml"/><Relationship Id="rId110" Type="http://schemas.openxmlformats.org/officeDocument/2006/relationships/image" Target="../media/image105.png"/><Relationship Id="rId348" Type="http://schemas.openxmlformats.org/officeDocument/2006/relationships/image" Target="../media/image224.png"/><Relationship Id="rId152" Type="http://schemas.openxmlformats.org/officeDocument/2006/relationships/image" Target="../media/image126.png"/><Relationship Id="rId194" Type="http://schemas.openxmlformats.org/officeDocument/2006/relationships/image" Target="../media/image147.png"/><Relationship Id="rId208" Type="http://schemas.openxmlformats.org/officeDocument/2006/relationships/image" Target="../media/image154.png"/><Relationship Id="rId261" Type="http://schemas.openxmlformats.org/officeDocument/2006/relationships/customXml" Target="../ink/ink181.xml"/><Relationship Id="rId14" Type="http://schemas.openxmlformats.org/officeDocument/2006/relationships/image" Target="../media/image58.png"/><Relationship Id="rId56" Type="http://schemas.openxmlformats.org/officeDocument/2006/relationships/image" Target="../media/image78.png"/><Relationship Id="rId317" Type="http://schemas.openxmlformats.org/officeDocument/2006/relationships/customXml" Target="../ink/ink209.xml"/><Relationship Id="rId359" Type="http://schemas.openxmlformats.org/officeDocument/2006/relationships/customXml" Target="../ink/ink230.xml"/><Relationship Id="rId98" Type="http://schemas.openxmlformats.org/officeDocument/2006/relationships/image" Target="../media/image99.png"/><Relationship Id="rId121" Type="http://schemas.openxmlformats.org/officeDocument/2006/relationships/customXml" Target="../ink/ink111.xml"/><Relationship Id="rId163" Type="http://schemas.openxmlformats.org/officeDocument/2006/relationships/customXml" Target="../ink/ink132.xml"/><Relationship Id="rId219" Type="http://schemas.openxmlformats.org/officeDocument/2006/relationships/customXml" Target="../ink/ink160.xml"/><Relationship Id="rId370" Type="http://schemas.openxmlformats.org/officeDocument/2006/relationships/image" Target="../media/image235.png"/><Relationship Id="rId230" Type="http://schemas.openxmlformats.org/officeDocument/2006/relationships/image" Target="../media/image165.png"/><Relationship Id="rId25" Type="http://schemas.openxmlformats.org/officeDocument/2006/relationships/customXml" Target="../ink/ink63.xml"/><Relationship Id="rId67" Type="http://schemas.openxmlformats.org/officeDocument/2006/relationships/customXml" Target="../ink/ink84.xml"/><Relationship Id="rId272" Type="http://schemas.openxmlformats.org/officeDocument/2006/relationships/image" Target="../media/image186.png"/><Relationship Id="rId328" Type="http://schemas.openxmlformats.org/officeDocument/2006/relationships/image" Target="../media/image214.png"/><Relationship Id="rId132" Type="http://schemas.openxmlformats.org/officeDocument/2006/relationships/image" Target="../media/image116.png"/><Relationship Id="rId174" Type="http://schemas.openxmlformats.org/officeDocument/2006/relationships/image" Target="../media/image137.png"/><Relationship Id="rId241" Type="http://schemas.openxmlformats.org/officeDocument/2006/relationships/customXml" Target="../ink/ink171.xml"/><Relationship Id="rId15" Type="http://schemas.openxmlformats.org/officeDocument/2006/relationships/customXml" Target="../ink/ink58.xml"/><Relationship Id="rId36" Type="http://schemas.openxmlformats.org/officeDocument/2006/relationships/image" Target="../media/image68.png"/><Relationship Id="rId57" Type="http://schemas.openxmlformats.org/officeDocument/2006/relationships/customXml" Target="../ink/ink79.xml"/><Relationship Id="rId262" Type="http://schemas.openxmlformats.org/officeDocument/2006/relationships/image" Target="../media/image181.png"/><Relationship Id="rId283" Type="http://schemas.openxmlformats.org/officeDocument/2006/relationships/customXml" Target="../ink/ink192.xml"/><Relationship Id="rId318" Type="http://schemas.openxmlformats.org/officeDocument/2006/relationships/image" Target="../media/image209.png"/><Relationship Id="rId339" Type="http://schemas.openxmlformats.org/officeDocument/2006/relationships/customXml" Target="../ink/ink220.xml"/><Relationship Id="rId78" Type="http://schemas.openxmlformats.org/officeDocument/2006/relationships/image" Target="../media/image89.png"/><Relationship Id="rId99" Type="http://schemas.openxmlformats.org/officeDocument/2006/relationships/customXml" Target="../ink/ink100.xml"/><Relationship Id="rId101" Type="http://schemas.openxmlformats.org/officeDocument/2006/relationships/customXml" Target="../ink/ink101.xml"/><Relationship Id="rId122" Type="http://schemas.openxmlformats.org/officeDocument/2006/relationships/image" Target="../media/image111.png"/><Relationship Id="rId143" Type="http://schemas.openxmlformats.org/officeDocument/2006/relationships/customXml" Target="../ink/ink122.xml"/><Relationship Id="rId164" Type="http://schemas.openxmlformats.org/officeDocument/2006/relationships/image" Target="../media/image132.png"/><Relationship Id="rId185" Type="http://schemas.openxmlformats.org/officeDocument/2006/relationships/customXml" Target="../ink/ink143.xml"/><Relationship Id="rId350" Type="http://schemas.openxmlformats.org/officeDocument/2006/relationships/image" Target="../media/image225.png"/><Relationship Id="rId9" Type="http://schemas.openxmlformats.org/officeDocument/2006/relationships/customXml" Target="../ink/ink55.xml"/><Relationship Id="rId210" Type="http://schemas.openxmlformats.org/officeDocument/2006/relationships/image" Target="../media/image155.png"/><Relationship Id="rId26" Type="http://schemas.openxmlformats.org/officeDocument/2006/relationships/image" Target="../media/image63.png"/><Relationship Id="rId231" Type="http://schemas.openxmlformats.org/officeDocument/2006/relationships/customXml" Target="../ink/ink166.xml"/><Relationship Id="rId252" Type="http://schemas.openxmlformats.org/officeDocument/2006/relationships/image" Target="../media/image176.png"/><Relationship Id="rId273" Type="http://schemas.openxmlformats.org/officeDocument/2006/relationships/customXml" Target="../ink/ink187.xml"/><Relationship Id="rId294" Type="http://schemas.openxmlformats.org/officeDocument/2006/relationships/image" Target="../media/image197.png"/><Relationship Id="rId308" Type="http://schemas.openxmlformats.org/officeDocument/2006/relationships/image" Target="../media/image204.png"/><Relationship Id="rId329" Type="http://schemas.openxmlformats.org/officeDocument/2006/relationships/customXml" Target="../ink/ink215.xml"/><Relationship Id="rId47" Type="http://schemas.openxmlformats.org/officeDocument/2006/relationships/customXml" Target="../ink/ink74.xml"/><Relationship Id="rId68" Type="http://schemas.openxmlformats.org/officeDocument/2006/relationships/image" Target="../media/image84.png"/><Relationship Id="rId89" Type="http://schemas.openxmlformats.org/officeDocument/2006/relationships/customXml" Target="../ink/ink95.xml"/><Relationship Id="rId112" Type="http://schemas.openxmlformats.org/officeDocument/2006/relationships/image" Target="../media/image106.png"/><Relationship Id="rId133" Type="http://schemas.openxmlformats.org/officeDocument/2006/relationships/customXml" Target="../ink/ink117.xml"/><Relationship Id="rId154" Type="http://schemas.openxmlformats.org/officeDocument/2006/relationships/image" Target="../media/image127.png"/><Relationship Id="rId175" Type="http://schemas.openxmlformats.org/officeDocument/2006/relationships/customXml" Target="../ink/ink138.xml"/><Relationship Id="rId340" Type="http://schemas.openxmlformats.org/officeDocument/2006/relationships/image" Target="../media/image220.png"/><Relationship Id="rId361" Type="http://schemas.openxmlformats.org/officeDocument/2006/relationships/customXml" Target="../ink/ink231.xml"/><Relationship Id="rId196" Type="http://schemas.openxmlformats.org/officeDocument/2006/relationships/image" Target="../media/image148.png"/><Relationship Id="rId200" Type="http://schemas.openxmlformats.org/officeDocument/2006/relationships/image" Target="../media/image150.png"/><Relationship Id="rId16" Type="http://schemas.openxmlformats.org/officeDocument/2006/relationships/image" Target="../media/image59.png"/><Relationship Id="rId221" Type="http://schemas.openxmlformats.org/officeDocument/2006/relationships/customXml" Target="../ink/ink161.xml"/><Relationship Id="rId242" Type="http://schemas.openxmlformats.org/officeDocument/2006/relationships/image" Target="../media/image171.png"/><Relationship Id="rId263" Type="http://schemas.openxmlformats.org/officeDocument/2006/relationships/customXml" Target="../ink/ink182.xml"/><Relationship Id="rId284" Type="http://schemas.openxmlformats.org/officeDocument/2006/relationships/image" Target="../media/image192.png"/><Relationship Id="rId319" Type="http://schemas.openxmlformats.org/officeDocument/2006/relationships/customXml" Target="../ink/ink210.xml"/><Relationship Id="rId37" Type="http://schemas.openxmlformats.org/officeDocument/2006/relationships/customXml" Target="../ink/ink69.xml"/><Relationship Id="rId58" Type="http://schemas.openxmlformats.org/officeDocument/2006/relationships/image" Target="../media/image79.png"/><Relationship Id="rId79" Type="http://schemas.openxmlformats.org/officeDocument/2006/relationships/customXml" Target="../ink/ink90.xml"/><Relationship Id="rId102" Type="http://schemas.openxmlformats.org/officeDocument/2006/relationships/image" Target="../media/image101.png"/><Relationship Id="rId123" Type="http://schemas.openxmlformats.org/officeDocument/2006/relationships/customXml" Target="../ink/ink112.xml"/><Relationship Id="rId144" Type="http://schemas.openxmlformats.org/officeDocument/2006/relationships/image" Target="../media/image122.png"/><Relationship Id="rId330" Type="http://schemas.openxmlformats.org/officeDocument/2006/relationships/image" Target="../media/image215.png"/><Relationship Id="rId90" Type="http://schemas.openxmlformats.org/officeDocument/2006/relationships/image" Target="../media/image95.png"/><Relationship Id="rId165" Type="http://schemas.openxmlformats.org/officeDocument/2006/relationships/customXml" Target="../ink/ink133.xml"/><Relationship Id="rId186" Type="http://schemas.openxmlformats.org/officeDocument/2006/relationships/image" Target="../media/image143.png"/><Relationship Id="rId351" Type="http://schemas.openxmlformats.org/officeDocument/2006/relationships/customXml" Target="../ink/ink226.xml"/><Relationship Id="rId211" Type="http://schemas.openxmlformats.org/officeDocument/2006/relationships/customXml" Target="../ink/ink156.xml"/><Relationship Id="rId232" Type="http://schemas.openxmlformats.org/officeDocument/2006/relationships/image" Target="../media/image166.png"/><Relationship Id="rId253" Type="http://schemas.openxmlformats.org/officeDocument/2006/relationships/customXml" Target="../ink/ink177.xml"/><Relationship Id="rId274" Type="http://schemas.openxmlformats.org/officeDocument/2006/relationships/image" Target="../media/image187.png"/><Relationship Id="rId295" Type="http://schemas.openxmlformats.org/officeDocument/2006/relationships/customXml" Target="../ink/ink198.xml"/><Relationship Id="rId309" Type="http://schemas.openxmlformats.org/officeDocument/2006/relationships/customXml" Target="../ink/ink205.xml"/><Relationship Id="rId27" Type="http://schemas.openxmlformats.org/officeDocument/2006/relationships/customXml" Target="../ink/ink64.xml"/><Relationship Id="rId48" Type="http://schemas.openxmlformats.org/officeDocument/2006/relationships/image" Target="../media/image74.png"/><Relationship Id="rId69" Type="http://schemas.openxmlformats.org/officeDocument/2006/relationships/customXml" Target="../ink/ink85.xml"/><Relationship Id="rId113" Type="http://schemas.openxmlformats.org/officeDocument/2006/relationships/customXml" Target="../ink/ink107.xml"/><Relationship Id="rId134" Type="http://schemas.openxmlformats.org/officeDocument/2006/relationships/image" Target="../media/image117.png"/><Relationship Id="rId320" Type="http://schemas.openxmlformats.org/officeDocument/2006/relationships/image" Target="../media/image210.png"/><Relationship Id="rId80" Type="http://schemas.openxmlformats.org/officeDocument/2006/relationships/image" Target="../media/image90.png"/><Relationship Id="rId155" Type="http://schemas.openxmlformats.org/officeDocument/2006/relationships/customXml" Target="../ink/ink128.xml"/><Relationship Id="rId176" Type="http://schemas.openxmlformats.org/officeDocument/2006/relationships/image" Target="../media/image138.png"/><Relationship Id="rId197" Type="http://schemas.openxmlformats.org/officeDocument/2006/relationships/customXml" Target="../ink/ink149.xml"/><Relationship Id="rId341" Type="http://schemas.openxmlformats.org/officeDocument/2006/relationships/customXml" Target="../ink/ink221.xml"/><Relationship Id="rId362" Type="http://schemas.openxmlformats.org/officeDocument/2006/relationships/image" Target="../media/image231.png"/><Relationship Id="rId201" Type="http://schemas.openxmlformats.org/officeDocument/2006/relationships/customXml" Target="../ink/ink151.xml"/><Relationship Id="rId222" Type="http://schemas.openxmlformats.org/officeDocument/2006/relationships/image" Target="../media/image161.png"/><Relationship Id="rId243" Type="http://schemas.openxmlformats.org/officeDocument/2006/relationships/customXml" Target="../ink/ink172.xml"/><Relationship Id="rId264" Type="http://schemas.openxmlformats.org/officeDocument/2006/relationships/image" Target="../media/image182.png"/><Relationship Id="rId285" Type="http://schemas.openxmlformats.org/officeDocument/2006/relationships/customXml" Target="../ink/ink193.xml"/><Relationship Id="rId17" Type="http://schemas.openxmlformats.org/officeDocument/2006/relationships/customXml" Target="../ink/ink59.xml"/><Relationship Id="rId38" Type="http://schemas.openxmlformats.org/officeDocument/2006/relationships/image" Target="../media/image69.png"/><Relationship Id="rId59" Type="http://schemas.openxmlformats.org/officeDocument/2006/relationships/customXml" Target="../ink/ink80.xml"/><Relationship Id="rId103" Type="http://schemas.openxmlformats.org/officeDocument/2006/relationships/customXml" Target="../ink/ink102.xml"/><Relationship Id="rId124" Type="http://schemas.openxmlformats.org/officeDocument/2006/relationships/image" Target="../media/image112.png"/><Relationship Id="rId310" Type="http://schemas.openxmlformats.org/officeDocument/2006/relationships/image" Target="../media/image205.png"/><Relationship Id="rId70" Type="http://schemas.openxmlformats.org/officeDocument/2006/relationships/image" Target="../media/image85.png"/><Relationship Id="rId91" Type="http://schemas.openxmlformats.org/officeDocument/2006/relationships/customXml" Target="../ink/ink96.xml"/><Relationship Id="rId145" Type="http://schemas.openxmlformats.org/officeDocument/2006/relationships/customXml" Target="../ink/ink123.xml"/><Relationship Id="rId166" Type="http://schemas.openxmlformats.org/officeDocument/2006/relationships/image" Target="../media/image133.png"/><Relationship Id="rId187" Type="http://schemas.openxmlformats.org/officeDocument/2006/relationships/customXml" Target="../ink/ink144.xml"/><Relationship Id="rId331" Type="http://schemas.openxmlformats.org/officeDocument/2006/relationships/customXml" Target="../ink/ink216.xml"/><Relationship Id="rId352" Type="http://schemas.openxmlformats.org/officeDocument/2006/relationships/image" Target="../media/image226.png"/><Relationship Id="rId1" Type="http://schemas.openxmlformats.org/officeDocument/2006/relationships/slideLayout" Target="../slideLayouts/slideLayout7.xml"/><Relationship Id="rId212" Type="http://schemas.openxmlformats.org/officeDocument/2006/relationships/image" Target="../media/image156.png"/><Relationship Id="rId233" Type="http://schemas.openxmlformats.org/officeDocument/2006/relationships/customXml" Target="../ink/ink167.xml"/><Relationship Id="rId254" Type="http://schemas.openxmlformats.org/officeDocument/2006/relationships/image" Target="../media/image177.png"/><Relationship Id="rId28" Type="http://schemas.openxmlformats.org/officeDocument/2006/relationships/image" Target="../media/image64.png"/><Relationship Id="rId49" Type="http://schemas.openxmlformats.org/officeDocument/2006/relationships/customXml" Target="../ink/ink75.xml"/><Relationship Id="rId114" Type="http://schemas.openxmlformats.org/officeDocument/2006/relationships/image" Target="../media/image107.png"/><Relationship Id="rId275" Type="http://schemas.openxmlformats.org/officeDocument/2006/relationships/customXml" Target="../ink/ink188.xml"/><Relationship Id="rId296" Type="http://schemas.openxmlformats.org/officeDocument/2006/relationships/image" Target="../media/image198.png"/><Relationship Id="rId300" Type="http://schemas.openxmlformats.org/officeDocument/2006/relationships/image" Target="../media/image200.png"/><Relationship Id="rId60" Type="http://schemas.openxmlformats.org/officeDocument/2006/relationships/image" Target="../media/image80.png"/><Relationship Id="rId81" Type="http://schemas.openxmlformats.org/officeDocument/2006/relationships/customXml" Target="../ink/ink91.xml"/><Relationship Id="rId135" Type="http://schemas.openxmlformats.org/officeDocument/2006/relationships/customXml" Target="../ink/ink118.xml"/><Relationship Id="rId156" Type="http://schemas.openxmlformats.org/officeDocument/2006/relationships/image" Target="../media/image128.png"/><Relationship Id="rId177" Type="http://schemas.openxmlformats.org/officeDocument/2006/relationships/customXml" Target="../ink/ink139.xml"/><Relationship Id="rId198" Type="http://schemas.openxmlformats.org/officeDocument/2006/relationships/image" Target="../media/image149.png"/><Relationship Id="rId321" Type="http://schemas.openxmlformats.org/officeDocument/2006/relationships/customXml" Target="../ink/ink211.xml"/><Relationship Id="rId342" Type="http://schemas.openxmlformats.org/officeDocument/2006/relationships/image" Target="../media/image221.png"/><Relationship Id="rId363" Type="http://schemas.openxmlformats.org/officeDocument/2006/relationships/customXml" Target="../ink/ink232.xml"/><Relationship Id="rId202" Type="http://schemas.openxmlformats.org/officeDocument/2006/relationships/image" Target="../media/image151.png"/><Relationship Id="rId223" Type="http://schemas.openxmlformats.org/officeDocument/2006/relationships/customXml" Target="../ink/ink162.xml"/><Relationship Id="rId244" Type="http://schemas.openxmlformats.org/officeDocument/2006/relationships/image" Target="../media/image172.png"/><Relationship Id="rId18" Type="http://schemas.openxmlformats.org/officeDocument/2006/relationships/image" Target="../media/image47.png"/><Relationship Id="rId39" Type="http://schemas.openxmlformats.org/officeDocument/2006/relationships/customXml" Target="../ink/ink70.xml"/><Relationship Id="rId265" Type="http://schemas.openxmlformats.org/officeDocument/2006/relationships/customXml" Target="../ink/ink183.xml"/><Relationship Id="rId286" Type="http://schemas.openxmlformats.org/officeDocument/2006/relationships/image" Target="../media/image193.png"/><Relationship Id="rId50" Type="http://schemas.openxmlformats.org/officeDocument/2006/relationships/image" Target="../media/image75.png"/><Relationship Id="rId104" Type="http://schemas.openxmlformats.org/officeDocument/2006/relationships/image" Target="../media/image102.png"/><Relationship Id="rId125" Type="http://schemas.openxmlformats.org/officeDocument/2006/relationships/customXml" Target="../ink/ink113.xml"/><Relationship Id="rId146" Type="http://schemas.openxmlformats.org/officeDocument/2006/relationships/image" Target="../media/image123.png"/><Relationship Id="rId167" Type="http://schemas.openxmlformats.org/officeDocument/2006/relationships/customXml" Target="../ink/ink134.xml"/><Relationship Id="rId188" Type="http://schemas.openxmlformats.org/officeDocument/2006/relationships/image" Target="../media/image144.png"/><Relationship Id="rId311" Type="http://schemas.openxmlformats.org/officeDocument/2006/relationships/customXml" Target="../ink/ink206.xml"/><Relationship Id="rId332" Type="http://schemas.openxmlformats.org/officeDocument/2006/relationships/image" Target="../media/image216.png"/><Relationship Id="rId353" Type="http://schemas.openxmlformats.org/officeDocument/2006/relationships/customXml" Target="../ink/ink227.xml"/><Relationship Id="rId71" Type="http://schemas.openxmlformats.org/officeDocument/2006/relationships/customXml" Target="../ink/ink86.xml"/><Relationship Id="rId92" Type="http://schemas.openxmlformats.org/officeDocument/2006/relationships/image" Target="../media/image96.png"/><Relationship Id="rId213" Type="http://schemas.openxmlformats.org/officeDocument/2006/relationships/customXml" Target="../ink/ink157.xml"/><Relationship Id="rId234" Type="http://schemas.openxmlformats.org/officeDocument/2006/relationships/image" Target="../media/image167.png"/><Relationship Id="rId2" Type="http://schemas.openxmlformats.org/officeDocument/2006/relationships/notesSlide" Target="../notesSlides/notesSlide3.xml"/><Relationship Id="rId29" Type="http://schemas.openxmlformats.org/officeDocument/2006/relationships/customXml" Target="../ink/ink65.xml"/><Relationship Id="rId255" Type="http://schemas.openxmlformats.org/officeDocument/2006/relationships/customXml" Target="../ink/ink178.xml"/><Relationship Id="rId276" Type="http://schemas.openxmlformats.org/officeDocument/2006/relationships/image" Target="../media/image188.png"/><Relationship Id="rId297" Type="http://schemas.openxmlformats.org/officeDocument/2006/relationships/customXml" Target="../ink/ink199.xml"/><Relationship Id="rId40" Type="http://schemas.openxmlformats.org/officeDocument/2006/relationships/image" Target="../media/image70.png"/><Relationship Id="rId115" Type="http://schemas.openxmlformats.org/officeDocument/2006/relationships/customXml" Target="../ink/ink108.xml"/><Relationship Id="rId136" Type="http://schemas.openxmlformats.org/officeDocument/2006/relationships/image" Target="../media/image118.png"/><Relationship Id="rId157" Type="http://schemas.openxmlformats.org/officeDocument/2006/relationships/customXml" Target="../ink/ink129.xml"/><Relationship Id="rId178" Type="http://schemas.openxmlformats.org/officeDocument/2006/relationships/image" Target="../media/image139.png"/><Relationship Id="rId301" Type="http://schemas.openxmlformats.org/officeDocument/2006/relationships/customXml" Target="../ink/ink201.xml"/><Relationship Id="rId322" Type="http://schemas.openxmlformats.org/officeDocument/2006/relationships/image" Target="../media/image211.png"/><Relationship Id="rId343" Type="http://schemas.openxmlformats.org/officeDocument/2006/relationships/customXml" Target="../ink/ink222.xml"/><Relationship Id="rId364" Type="http://schemas.openxmlformats.org/officeDocument/2006/relationships/image" Target="../media/image232.png"/><Relationship Id="rId61" Type="http://schemas.openxmlformats.org/officeDocument/2006/relationships/customXml" Target="../ink/ink81.xml"/><Relationship Id="rId82" Type="http://schemas.openxmlformats.org/officeDocument/2006/relationships/image" Target="../media/image91.png"/><Relationship Id="rId199" Type="http://schemas.openxmlformats.org/officeDocument/2006/relationships/customXml" Target="../ink/ink150.xml"/><Relationship Id="rId203" Type="http://schemas.openxmlformats.org/officeDocument/2006/relationships/customXml" Target="../ink/ink152.xml"/><Relationship Id="rId19" Type="http://schemas.openxmlformats.org/officeDocument/2006/relationships/customXml" Target="../ink/ink60.xml"/><Relationship Id="rId224" Type="http://schemas.openxmlformats.org/officeDocument/2006/relationships/image" Target="../media/image162.png"/><Relationship Id="rId245" Type="http://schemas.openxmlformats.org/officeDocument/2006/relationships/customXml" Target="../ink/ink173.xml"/><Relationship Id="rId266" Type="http://schemas.openxmlformats.org/officeDocument/2006/relationships/image" Target="../media/image183.png"/><Relationship Id="rId287" Type="http://schemas.openxmlformats.org/officeDocument/2006/relationships/customXml" Target="../ink/ink194.xml"/><Relationship Id="rId30" Type="http://schemas.openxmlformats.org/officeDocument/2006/relationships/image" Target="../media/image65.png"/><Relationship Id="rId105" Type="http://schemas.openxmlformats.org/officeDocument/2006/relationships/customXml" Target="../ink/ink103.xml"/><Relationship Id="rId126" Type="http://schemas.openxmlformats.org/officeDocument/2006/relationships/image" Target="../media/image113.png"/><Relationship Id="rId147" Type="http://schemas.openxmlformats.org/officeDocument/2006/relationships/customXml" Target="../ink/ink124.xml"/><Relationship Id="rId168" Type="http://schemas.openxmlformats.org/officeDocument/2006/relationships/image" Target="../media/image134.png"/><Relationship Id="rId312" Type="http://schemas.openxmlformats.org/officeDocument/2006/relationships/image" Target="../media/image206.png"/><Relationship Id="rId333" Type="http://schemas.openxmlformats.org/officeDocument/2006/relationships/customXml" Target="../ink/ink217.xml"/><Relationship Id="rId354" Type="http://schemas.openxmlformats.org/officeDocument/2006/relationships/image" Target="../media/image227.png"/><Relationship Id="rId51" Type="http://schemas.openxmlformats.org/officeDocument/2006/relationships/customXml" Target="../ink/ink76.xml"/><Relationship Id="rId72" Type="http://schemas.openxmlformats.org/officeDocument/2006/relationships/image" Target="../media/image86.png"/><Relationship Id="rId93" Type="http://schemas.openxmlformats.org/officeDocument/2006/relationships/customXml" Target="../ink/ink97.xml"/><Relationship Id="rId189" Type="http://schemas.openxmlformats.org/officeDocument/2006/relationships/customXml" Target="../ink/ink145.xml"/><Relationship Id="rId3" Type="http://schemas.openxmlformats.org/officeDocument/2006/relationships/customXml" Target="../ink/ink52.xml"/><Relationship Id="rId214" Type="http://schemas.openxmlformats.org/officeDocument/2006/relationships/image" Target="../media/image157.png"/><Relationship Id="rId235" Type="http://schemas.openxmlformats.org/officeDocument/2006/relationships/customXml" Target="../ink/ink168.xml"/><Relationship Id="rId256" Type="http://schemas.openxmlformats.org/officeDocument/2006/relationships/image" Target="../media/image178.png"/><Relationship Id="rId277" Type="http://schemas.openxmlformats.org/officeDocument/2006/relationships/customXml" Target="../ink/ink189.xml"/><Relationship Id="rId298" Type="http://schemas.openxmlformats.org/officeDocument/2006/relationships/image" Target="../media/image199.png"/><Relationship Id="rId116" Type="http://schemas.openxmlformats.org/officeDocument/2006/relationships/image" Target="../media/image108.png"/><Relationship Id="rId137" Type="http://schemas.openxmlformats.org/officeDocument/2006/relationships/customXml" Target="../ink/ink119.xml"/><Relationship Id="rId158" Type="http://schemas.openxmlformats.org/officeDocument/2006/relationships/image" Target="../media/image129.png"/><Relationship Id="rId302" Type="http://schemas.openxmlformats.org/officeDocument/2006/relationships/image" Target="../media/image201.png"/><Relationship Id="rId323" Type="http://schemas.openxmlformats.org/officeDocument/2006/relationships/customXml" Target="../ink/ink212.xml"/><Relationship Id="rId344" Type="http://schemas.openxmlformats.org/officeDocument/2006/relationships/image" Target="../media/image222.png"/><Relationship Id="rId20" Type="http://schemas.openxmlformats.org/officeDocument/2006/relationships/image" Target="../media/image60.png"/><Relationship Id="rId41" Type="http://schemas.openxmlformats.org/officeDocument/2006/relationships/customXml" Target="../ink/ink71.xml"/><Relationship Id="rId62" Type="http://schemas.openxmlformats.org/officeDocument/2006/relationships/image" Target="../media/image81.png"/><Relationship Id="rId83" Type="http://schemas.openxmlformats.org/officeDocument/2006/relationships/customXml" Target="../ink/ink92.xml"/><Relationship Id="rId179" Type="http://schemas.openxmlformats.org/officeDocument/2006/relationships/customXml" Target="../ink/ink140.xml"/><Relationship Id="rId365" Type="http://schemas.openxmlformats.org/officeDocument/2006/relationships/customXml" Target="../ink/ink233.xml"/><Relationship Id="rId190" Type="http://schemas.openxmlformats.org/officeDocument/2006/relationships/image" Target="../media/image145.png"/><Relationship Id="rId204" Type="http://schemas.openxmlformats.org/officeDocument/2006/relationships/image" Target="../media/image152.png"/><Relationship Id="rId225" Type="http://schemas.openxmlformats.org/officeDocument/2006/relationships/customXml" Target="../ink/ink163.xml"/><Relationship Id="rId246" Type="http://schemas.openxmlformats.org/officeDocument/2006/relationships/image" Target="../media/image173.png"/><Relationship Id="rId267" Type="http://schemas.openxmlformats.org/officeDocument/2006/relationships/customXml" Target="../ink/ink184.xml"/><Relationship Id="rId288" Type="http://schemas.openxmlformats.org/officeDocument/2006/relationships/image" Target="../media/image194.png"/><Relationship Id="rId106" Type="http://schemas.openxmlformats.org/officeDocument/2006/relationships/image" Target="../media/image103.png"/><Relationship Id="rId127" Type="http://schemas.openxmlformats.org/officeDocument/2006/relationships/customXml" Target="../ink/ink114.xml"/><Relationship Id="rId313" Type="http://schemas.openxmlformats.org/officeDocument/2006/relationships/customXml" Target="../ink/ink207.xml"/><Relationship Id="rId10" Type="http://schemas.openxmlformats.org/officeDocument/2006/relationships/image" Target="../media/image43.png"/><Relationship Id="rId31" Type="http://schemas.openxmlformats.org/officeDocument/2006/relationships/customXml" Target="../ink/ink66.xml"/><Relationship Id="rId52" Type="http://schemas.openxmlformats.org/officeDocument/2006/relationships/image" Target="../media/image76.png"/><Relationship Id="rId73" Type="http://schemas.openxmlformats.org/officeDocument/2006/relationships/customXml" Target="../ink/ink87.xml"/><Relationship Id="rId94" Type="http://schemas.openxmlformats.org/officeDocument/2006/relationships/image" Target="../media/image97.png"/><Relationship Id="rId148" Type="http://schemas.openxmlformats.org/officeDocument/2006/relationships/image" Target="../media/image124.png"/><Relationship Id="rId169" Type="http://schemas.openxmlformats.org/officeDocument/2006/relationships/customXml" Target="../ink/ink135.xml"/><Relationship Id="rId334" Type="http://schemas.openxmlformats.org/officeDocument/2006/relationships/image" Target="../media/image217.png"/><Relationship Id="rId355" Type="http://schemas.openxmlformats.org/officeDocument/2006/relationships/customXml" Target="../ink/ink228.xml"/><Relationship Id="rId4" Type="http://schemas.openxmlformats.org/officeDocument/2006/relationships/image" Target="../media/image55.png"/><Relationship Id="rId180" Type="http://schemas.openxmlformats.org/officeDocument/2006/relationships/image" Target="../media/image140.png"/><Relationship Id="rId215" Type="http://schemas.openxmlformats.org/officeDocument/2006/relationships/customXml" Target="../ink/ink158.xml"/><Relationship Id="rId236" Type="http://schemas.openxmlformats.org/officeDocument/2006/relationships/image" Target="../media/image168.png"/><Relationship Id="rId257" Type="http://schemas.openxmlformats.org/officeDocument/2006/relationships/customXml" Target="../ink/ink179.xml"/><Relationship Id="rId278" Type="http://schemas.openxmlformats.org/officeDocument/2006/relationships/image" Target="../media/image189.png"/><Relationship Id="rId303" Type="http://schemas.openxmlformats.org/officeDocument/2006/relationships/customXml" Target="../ink/ink202.xml"/><Relationship Id="rId42" Type="http://schemas.openxmlformats.org/officeDocument/2006/relationships/image" Target="../media/image71.png"/><Relationship Id="rId84" Type="http://schemas.openxmlformats.org/officeDocument/2006/relationships/image" Target="../media/image92.png"/><Relationship Id="rId138" Type="http://schemas.openxmlformats.org/officeDocument/2006/relationships/image" Target="../media/image119.png"/><Relationship Id="rId345" Type="http://schemas.openxmlformats.org/officeDocument/2006/relationships/customXml" Target="../ink/ink223.xml"/><Relationship Id="rId191" Type="http://schemas.openxmlformats.org/officeDocument/2006/relationships/customXml" Target="../ink/ink146.xml"/><Relationship Id="rId205" Type="http://schemas.openxmlformats.org/officeDocument/2006/relationships/customXml" Target="../ink/ink153.xml"/><Relationship Id="rId247" Type="http://schemas.openxmlformats.org/officeDocument/2006/relationships/customXml" Target="../ink/ink174.xml"/><Relationship Id="rId107" Type="http://schemas.openxmlformats.org/officeDocument/2006/relationships/customXml" Target="../ink/ink104.xml"/><Relationship Id="rId289" Type="http://schemas.openxmlformats.org/officeDocument/2006/relationships/customXml" Target="../ink/ink195.xml"/><Relationship Id="rId11" Type="http://schemas.openxmlformats.org/officeDocument/2006/relationships/customXml" Target="../ink/ink56.xml"/><Relationship Id="rId53" Type="http://schemas.openxmlformats.org/officeDocument/2006/relationships/customXml" Target="../ink/ink77.xml"/><Relationship Id="rId149" Type="http://schemas.openxmlformats.org/officeDocument/2006/relationships/customXml" Target="../ink/ink125.xml"/><Relationship Id="rId314" Type="http://schemas.openxmlformats.org/officeDocument/2006/relationships/image" Target="../media/image207.png"/><Relationship Id="rId356" Type="http://schemas.openxmlformats.org/officeDocument/2006/relationships/image" Target="../media/image228.png"/><Relationship Id="rId95" Type="http://schemas.openxmlformats.org/officeDocument/2006/relationships/customXml" Target="../ink/ink98.xml"/><Relationship Id="rId160" Type="http://schemas.openxmlformats.org/officeDocument/2006/relationships/image" Target="../media/image130.png"/><Relationship Id="rId216" Type="http://schemas.openxmlformats.org/officeDocument/2006/relationships/image" Target="../media/image158.png"/><Relationship Id="rId258" Type="http://schemas.openxmlformats.org/officeDocument/2006/relationships/image" Target="../media/image179.png"/><Relationship Id="rId22" Type="http://schemas.openxmlformats.org/officeDocument/2006/relationships/image" Target="../media/image61.png"/><Relationship Id="rId64" Type="http://schemas.openxmlformats.org/officeDocument/2006/relationships/image" Target="../media/image82.png"/><Relationship Id="rId118" Type="http://schemas.openxmlformats.org/officeDocument/2006/relationships/image" Target="../media/image109.png"/><Relationship Id="rId325" Type="http://schemas.openxmlformats.org/officeDocument/2006/relationships/customXml" Target="../ink/ink213.xml"/><Relationship Id="rId367" Type="http://schemas.openxmlformats.org/officeDocument/2006/relationships/customXml" Target="../ink/ink234.xml"/><Relationship Id="rId171" Type="http://schemas.openxmlformats.org/officeDocument/2006/relationships/customXml" Target="../ink/ink136.xml"/><Relationship Id="rId227" Type="http://schemas.openxmlformats.org/officeDocument/2006/relationships/customXml" Target="../ink/ink164.xml"/><Relationship Id="rId269" Type="http://schemas.openxmlformats.org/officeDocument/2006/relationships/customXml" Target="../ink/ink185.xml"/><Relationship Id="rId33" Type="http://schemas.openxmlformats.org/officeDocument/2006/relationships/customXml" Target="../ink/ink67.xml"/><Relationship Id="rId129" Type="http://schemas.openxmlformats.org/officeDocument/2006/relationships/customXml" Target="../ink/ink115.xml"/><Relationship Id="rId280" Type="http://schemas.openxmlformats.org/officeDocument/2006/relationships/image" Target="../media/image190.png"/><Relationship Id="rId336" Type="http://schemas.openxmlformats.org/officeDocument/2006/relationships/image" Target="../media/image218.png"/><Relationship Id="rId75" Type="http://schemas.openxmlformats.org/officeDocument/2006/relationships/customXml" Target="../ink/ink88.xml"/><Relationship Id="rId140" Type="http://schemas.openxmlformats.org/officeDocument/2006/relationships/image" Target="../media/image120.png"/><Relationship Id="rId182" Type="http://schemas.openxmlformats.org/officeDocument/2006/relationships/image" Target="../media/image141.png"/><Relationship Id="rId6" Type="http://schemas.openxmlformats.org/officeDocument/2006/relationships/image" Target="../media/image41.png"/><Relationship Id="rId238" Type="http://schemas.openxmlformats.org/officeDocument/2006/relationships/image" Target="../media/image169.png"/><Relationship Id="rId291" Type="http://schemas.openxmlformats.org/officeDocument/2006/relationships/customXml" Target="../ink/ink196.xml"/><Relationship Id="rId305" Type="http://schemas.openxmlformats.org/officeDocument/2006/relationships/customXml" Target="../ink/ink203.xml"/><Relationship Id="rId347" Type="http://schemas.openxmlformats.org/officeDocument/2006/relationships/customXml" Target="../ink/ink224.xml"/><Relationship Id="rId44" Type="http://schemas.openxmlformats.org/officeDocument/2006/relationships/image" Target="../media/image72.png"/><Relationship Id="rId86" Type="http://schemas.openxmlformats.org/officeDocument/2006/relationships/image" Target="../media/image93.png"/><Relationship Id="rId151" Type="http://schemas.openxmlformats.org/officeDocument/2006/relationships/customXml" Target="../ink/ink126.xml"/><Relationship Id="rId193" Type="http://schemas.openxmlformats.org/officeDocument/2006/relationships/customXml" Target="../ink/ink147.xml"/><Relationship Id="rId207" Type="http://schemas.openxmlformats.org/officeDocument/2006/relationships/customXml" Target="../ink/ink154.xml"/><Relationship Id="rId249" Type="http://schemas.openxmlformats.org/officeDocument/2006/relationships/customXml" Target="../ink/ink175.xml"/><Relationship Id="rId13" Type="http://schemas.openxmlformats.org/officeDocument/2006/relationships/customXml" Target="../ink/ink57.xml"/><Relationship Id="rId109" Type="http://schemas.openxmlformats.org/officeDocument/2006/relationships/customXml" Target="../ink/ink105.xml"/><Relationship Id="rId260" Type="http://schemas.openxmlformats.org/officeDocument/2006/relationships/image" Target="../media/image180.png"/><Relationship Id="rId316" Type="http://schemas.openxmlformats.org/officeDocument/2006/relationships/image" Target="../media/image208.png"/><Relationship Id="rId55" Type="http://schemas.openxmlformats.org/officeDocument/2006/relationships/customXml" Target="../ink/ink78.xml"/><Relationship Id="rId97" Type="http://schemas.openxmlformats.org/officeDocument/2006/relationships/customXml" Target="../ink/ink99.xml"/><Relationship Id="rId120" Type="http://schemas.openxmlformats.org/officeDocument/2006/relationships/image" Target="../media/image110.png"/><Relationship Id="rId358" Type="http://schemas.openxmlformats.org/officeDocument/2006/relationships/image" Target="../media/image229.png"/><Relationship Id="rId162" Type="http://schemas.openxmlformats.org/officeDocument/2006/relationships/image" Target="../media/image131.png"/><Relationship Id="rId218" Type="http://schemas.openxmlformats.org/officeDocument/2006/relationships/image" Target="../media/image159.png"/><Relationship Id="rId271" Type="http://schemas.openxmlformats.org/officeDocument/2006/relationships/customXml" Target="../ink/ink186.xml"/><Relationship Id="rId24" Type="http://schemas.openxmlformats.org/officeDocument/2006/relationships/image" Target="../media/image62.png"/><Relationship Id="rId66" Type="http://schemas.openxmlformats.org/officeDocument/2006/relationships/image" Target="../media/image83.png"/><Relationship Id="rId131" Type="http://schemas.openxmlformats.org/officeDocument/2006/relationships/customXml" Target="../ink/ink116.xml"/><Relationship Id="rId327" Type="http://schemas.openxmlformats.org/officeDocument/2006/relationships/customXml" Target="../ink/ink214.xml"/><Relationship Id="rId369" Type="http://schemas.openxmlformats.org/officeDocument/2006/relationships/customXml" Target="../ink/ink235.xml"/><Relationship Id="rId173" Type="http://schemas.openxmlformats.org/officeDocument/2006/relationships/customXml" Target="../ink/ink137.xml"/><Relationship Id="rId229" Type="http://schemas.openxmlformats.org/officeDocument/2006/relationships/customXml" Target="../ink/ink165.xml"/><Relationship Id="rId240" Type="http://schemas.openxmlformats.org/officeDocument/2006/relationships/image" Target="../media/image170.png"/><Relationship Id="rId35" Type="http://schemas.openxmlformats.org/officeDocument/2006/relationships/customXml" Target="../ink/ink68.xml"/><Relationship Id="rId77" Type="http://schemas.openxmlformats.org/officeDocument/2006/relationships/customXml" Target="../ink/ink89.xml"/><Relationship Id="rId100" Type="http://schemas.openxmlformats.org/officeDocument/2006/relationships/image" Target="../media/image100.png"/><Relationship Id="rId282" Type="http://schemas.openxmlformats.org/officeDocument/2006/relationships/image" Target="../media/image191.png"/><Relationship Id="rId338" Type="http://schemas.openxmlformats.org/officeDocument/2006/relationships/image" Target="../media/image219.png"/><Relationship Id="rId8" Type="http://schemas.openxmlformats.org/officeDocument/2006/relationships/image" Target="../media/image56.png"/><Relationship Id="rId142" Type="http://schemas.openxmlformats.org/officeDocument/2006/relationships/image" Target="../media/image121.png"/><Relationship Id="rId184" Type="http://schemas.openxmlformats.org/officeDocument/2006/relationships/image" Target="../media/image142.png"/><Relationship Id="rId251" Type="http://schemas.openxmlformats.org/officeDocument/2006/relationships/customXml" Target="../ink/ink176.xml"/><Relationship Id="rId46" Type="http://schemas.openxmlformats.org/officeDocument/2006/relationships/image" Target="../media/image73.png"/><Relationship Id="rId293" Type="http://schemas.openxmlformats.org/officeDocument/2006/relationships/customXml" Target="../ink/ink197.xml"/><Relationship Id="rId307" Type="http://schemas.openxmlformats.org/officeDocument/2006/relationships/customXml" Target="../ink/ink204.xml"/><Relationship Id="rId349" Type="http://schemas.openxmlformats.org/officeDocument/2006/relationships/customXml" Target="../ink/ink225.xml"/><Relationship Id="rId88" Type="http://schemas.openxmlformats.org/officeDocument/2006/relationships/image" Target="../media/image94.png"/><Relationship Id="rId111" Type="http://schemas.openxmlformats.org/officeDocument/2006/relationships/customXml" Target="../ink/ink106.xml"/><Relationship Id="rId153" Type="http://schemas.openxmlformats.org/officeDocument/2006/relationships/customXml" Target="../ink/ink127.xml"/><Relationship Id="rId195" Type="http://schemas.openxmlformats.org/officeDocument/2006/relationships/customXml" Target="../ink/ink148.xml"/><Relationship Id="rId209" Type="http://schemas.openxmlformats.org/officeDocument/2006/relationships/customXml" Target="../ink/ink155.xml"/><Relationship Id="rId360" Type="http://schemas.openxmlformats.org/officeDocument/2006/relationships/image" Target="../media/image230.png"/><Relationship Id="rId220" Type="http://schemas.openxmlformats.org/officeDocument/2006/relationships/image" Target="../media/image160.png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customXml" Target="../ink/ink248.xml"/><Relationship Id="rId21" Type="http://schemas.openxmlformats.org/officeDocument/2006/relationships/image" Target="../media/image245.png"/><Relationship Id="rId42" Type="http://schemas.openxmlformats.org/officeDocument/2006/relationships/customXml" Target="../ink/ink256.xml"/><Relationship Id="rId47" Type="http://schemas.openxmlformats.org/officeDocument/2006/relationships/image" Target="../media/image258.png"/><Relationship Id="rId63" Type="http://schemas.openxmlformats.org/officeDocument/2006/relationships/image" Target="../media/image266.png"/><Relationship Id="rId68" Type="http://schemas.openxmlformats.org/officeDocument/2006/relationships/customXml" Target="../ink/ink269.xml"/><Relationship Id="rId84" Type="http://schemas.openxmlformats.org/officeDocument/2006/relationships/customXml" Target="../ink/ink277.xml"/><Relationship Id="rId89" Type="http://schemas.openxmlformats.org/officeDocument/2006/relationships/image" Target="../media/image279.png"/><Relationship Id="rId16" Type="http://schemas.openxmlformats.org/officeDocument/2006/relationships/customXml" Target="../ink/ink243.xml"/><Relationship Id="rId11" Type="http://schemas.openxmlformats.org/officeDocument/2006/relationships/image" Target="../media/image240.png"/><Relationship Id="rId32" Type="http://schemas.openxmlformats.org/officeDocument/2006/relationships/customXml" Target="../ink/ink251.xml"/><Relationship Id="rId37" Type="http://schemas.openxmlformats.org/officeDocument/2006/relationships/image" Target="../media/image253.png"/><Relationship Id="rId53" Type="http://schemas.openxmlformats.org/officeDocument/2006/relationships/image" Target="../media/image261.png"/><Relationship Id="rId58" Type="http://schemas.openxmlformats.org/officeDocument/2006/relationships/customXml" Target="../ink/ink264.xml"/><Relationship Id="rId74" Type="http://schemas.openxmlformats.org/officeDocument/2006/relationships/customXml" Target="../ink/ink272.xml"/><Relationship Id="rId79" Type="http://schemas.openxmlformats.org/officeDocument/2006/relationships/image" Target="../media/image274.png"/><Relationship Id="rId5" Type="http://schemas.openxmlformats.org/officeDocument/2006/relationships/image" Target="../media/image237.png"/><Relationship Id="rId90" Type="http://schemas.openxmlformats.org/officeDocument/2006/relationships/customXml" Target="../ink/ink280.xml"/><Relationship Id="rId14" Type="http://schemas.openxmlformats.org/officeDocument/2006/relationships/customXml" Target="../ink/ink242.xml"/><Relationship Id="rId22" Type="http://schemas.openxmlformats.org/officeDocument/2006/relationships/customXml" Target="../ink/ink246.xml"/><Relationship Id="rId27" Type="http://schemas.openxmlformats.org/officeDocument/2006/relationships/image" Target="../media/image248.png"/><Relationship Id="rId30" Type="http://schemas.openxmlformats.org/officeDocument/2006/relationships/customXml" Target="../ink/ink250.xml"/><Relationship Id="rId35" Type="http://schemas.openxmlformats.org/officeDocument/2006/relationships/image" Target="../media/image252.png"/><Relationship Id="rId43" Type="http://schemas.openxmlformats.org/officeDocument/2006/relationships/image" Target="../media/image256.png"/><Relationship Id="rId48" Type="http://schemas.openxmlformats.org/officeDocument/2006/relationships/customXml" Target="../ink/ink259.xml"/><Relationship Id="rId56" Type="http://schemas.openxmlformats.org/officeDocument/2006/relationships/customXml" Target="../ink/ink263.xml"/><Relationship Id="rId64" Type="http://schemas.openxmlformats.org/officeDocument/2006/relationships/customXml" Target="../ink/ink267.xml"/><Relationship Id="rId69" Type="http://schemas.openxmlformats.org/officeDocument/2006/relationships/image" Target="../media/image269.png"/><Relationship Id="rId77" Type="http://schemas.openxmlformats.org/officeDocument/2006/relationships/image" Target="../media/image273.png"/><Relationship Id="rId8" Type="http://schemas.openxmlformats.org/officeDocument/2006/relationships/customXml" Target="../ink/ink239.xml"/><Relationship Id="rId51" Type="http://schemas.openxmlformats.org/officeDocument/2006/relationships/image" Target="../media/image260.png"/><Relationship Id="rId72" Type="http://schemas.openxmlformats.org/officeDocument/2006/relationships/customXml" Target="../ink/ink271.xml"/><Relationship Id="rId80" Type="http://schemas.openxmlformats.org/officeDocument/2006/relationships/customXml" Target="../ink/ink275.xml"/><Relationship Id="rId85" Type="http://schemas.openxmlformats.org/officeDocument/2006/relationships/image" Target="../media/image277.png"/><Relationship Id="rId3" Type="http://schemas.openxmlformats.org/officeDocument/2006/relationships/image" Target="../media/image236.png"/><Relationship Id="rId12" Type="http://schemas.openxmlformats.org/officeDocument/2006/relationships/customXml" Target="../ink/ink241.xml"/><Relationship Id="rId17" Type="http://schemas.openxmlformats.org/officeDocument/2006/relationships/image" Target="../media/image243.png"/><Relationship Id="rId25" Type="http://schemas.openxmlformats.org/officeDocument/2006/relationships/image" Target="../media/image247.png"/><Relationship Id="rId33" Type="http://schemas.openxmlformats.org/officeDocument/2006/relationships/image" Target="../media/image251.png"/><Relationship Id="rId38" Type="http://schemas.openxmlformats.org/officeDocument/2006/relationships/customXml" Target="../ink/ink254.xml"/><Relationship Id="rId46" Type="http://schemas.openxmlformats.org/officeDocument/2006/relationships/customXml" Target="../ink/ink258.xml"/><Relationship Id="rId59" Type="http://schemas.openxmlformats.org/officeDocument/2006/relationships/image" Target="../media/image264.png"/><Relationship Id="rId67" Type="http://schemas.openxmlformats.org/officeDocument/2006/relationships/image" Target="../media/image268.png"/><Relationship Id="rId20" Type="http://schemas.openxmlformats.org/officeDocument/2006/relationships/customXml" Target="../ink/ink245.xml"/><Relationship Id="rId41" Type="http://schemas.openxmlformats.org/officeDocument/2006/relationships/image" Target="../media/image255.png"/><Relationship Id="rId54" Type="http://schemas.openxmlformats.org/officeDocument/2006/relationships/customXml" Target="../ink/ink262.xml"/><Relationship Id="rId62" Type="http://schemas.openxmlformats.org/officeDocument/2006/relationships/customXml" Target="../ink/ink266.xml"/><Relationship Id="rId70" Type="http://schemas.openxmlformats.org/officeDocument/2006/relationships/customXml" Target="../ink/ink270.xml"/><Relationship Id="rId75" Type="http://schemas.openxmlformats.org/officeDocument/2006/relationships/image" Target="../media/image272.png"/><Relationship Id="rId83" Type="http://schemas.openxmlformats.org/officeDocument/2006/relationships/image" Target="../media/image276.png"/><Relationship Id="rId88" Type="http://schemas.openxmlformats.org/officeDocument/2006/relationships/customXml" Target="../ink/ink279.xml"/><Relationship Id="rId91" Type="http://schemas.openxmlformats.org/officeDocument/2006/relationships/image" Target="../media/image2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38.xml"/><Relationship Id="rId15" Type="http://schemas.openxmlformats.org/officeDocument/2006/relationships/image" Target="../media/image242.png"/><Relationship Id="rId23" Type="http://schemas.openxmlformats.org/officeDocument/2006/relationships/image" Target="../media/image246.png"/><Relationship Id="rId28" Type="http://schemas.openxmlformats.org/officeDocument/2006/relationships/customXml" Target="../ink/ink249.xml"/><Relationship Id="rId36" Type="http://schemas.openxmlformats.org/officeDocument/2006/relationships/customXml" Target="../ink/ink253.xml"/><Relationship Id="rId49" Type="http://schemas.openxmlformats.org/officeDocument/2006/relationships/image" Target="../media/image259.png"/><Relationship Id="rId57" Type="http://schemas.openxmlformats.org/officeDocument/2006/relationships/image" Target="../media/image263.png"/><Relationship Id="rId10" Type="http://schemas.openxmlformats.org/officeDocument/2006/relationships/customXml" Target="../ink/ink240.xml"/><Relationship Id="rId31" Type="http://schemas.openxmlformats.org/officeDocument/2006/relationships/image" Target="../media/image250.png"/><Relationship Id="rId44" Type="http://schemas.openxmlformats.org/officeDocument/2006/relationships/customXml" Target="../ink/ink257.xml"/><Relationship Id="rId52" Type="http://schemas.openxmlformats.org/officeDocument/2006/relationships/customXml" Target="../ink/ink261.xml"/><Relationship Id="rId60" Type="http://schemas.openxmlformats.org/officeDocument/2006/relationships/customXml" Target="../ink/ink265.xml"/><Relationship Id="rId65" Type="http://schemas.openxmlformats.org/officeDocument/2006/relationships/image" Target="../media/image267.png"/><Relationship Id="rId73" Type="http://schemas.openxmlformats.org/officeDocument/2006/relationships/image" Target="../media/image271.png"/><Relationship Id="rId78" Type="http://schemas.openxmlformats.org/officeDocument/2006/relationships/customXml" Target="../ink/ink274.xml"/><Relationship Id="rId81" Type="http://schemas.openxmlformats.org/officeDocument/2006/relationships/image" Target="../media/image275.png"/><Relationship Id="rId86" Type="http://schemas.openxmlformats.org/officeDocument/2006/relationships/customXml" Target="../ink/ink278.xml"/><Relationship Id="rId4" Type="http://schemas.openxmlformats.org/officeDocument/2006/relationships/customXml" Target="../ink/ink237.xml"/><Relationship Id="rId9" Type="http://schemas.openxmlformats.org/officeDocument/2006/relationships/image" Target="../media/image239.png"/><Relationship Id="rId13" Type="http://schemas.openxmlformats.org/officeDocument/2006/relationships/image" Target="../media/image241.png"/><Relationship Id="rId18" Type="http://schemas.openxmlformats.org/officeDocument/2006/relationships/customXml" Target="../ink/ink244.xml"/><Relationship Id="rId39" Type="http://schemas.openxmlformats.org/officeDocument/2006/relationships/image" Target="../media/image254.png"/><Relationship Id="rId34" Type="http://schemas.openxmlformats.org/officeDocument/2006/relationships/customXml" Target="../ink/ink252.xml"/><Relationship Id="rId50" Type="http://schemas.openxmlformats.org/officeDocument/2006/relationships/customXml" Target="../ink/ink260.xml"/><Relationship Id="rId55" Type="http://schemas.openxmlformats.org/officeDocument/2006/relationships/image" Target="../media/image262.png"/><Relationship Id="rId76" Type="http://schemas.openxmlformats.org/officeDocument/2006/relationships/customXml" Target="../ink/ink273.xml"/><Relationship Id="rId7" Type="http://schemas.openxmlformats.org/officeDocument/2006/relationships/image" Target="../media/image238.png"/><Relationship Id="rId71" Type="http://schemas.openxmlformats.org/officeDocument/2006/relationships/image" Target="../media/image270.png"/><Relationship Id="rId2" Type="http://schemas.openxmlformats.org/officeDocument/2006/relationships/customXml" Target="../ink/ink236.xml"/><Relationship Id="rId29" Type="http://schemas.openxmlformats.org/officeDocument/2006/relationships/image" Target="../media/image249.png"/><Relationship Id="rId24" Type="http://schemas.openxmlformats.org/officeDocument/2006/relationships/customXml" Target="../ink/ink247.xml"/><Relationship Id="rId40" Type="http://schemas.openxmlformats.org/officeDocument/2006/relationships/customXml" Target="../ink/ink255.xml"/><Relationship Id="rId45" Type="http://schemas.openxmlformats.org/officeDocument/2006/relationships/image" Target="../media/image257.png"/><Relationship Id="rId66" Type="http://schemas.openxmlformats.org/officeDocument/2006/relationships/customXml" Target="../ink/ink268.xml"/><Relationship Id="rId87" Type="http://schemas.openxmlformats.org/officeDocument/2006/relationships/image" Target="../media/image278.png"/><Relationship Id="rId61" Type="http://schemas.openxmlformats.org/officeDocument/2006/relationships/image" Target="../media/image265.png"/><Relationship Id="rId82" Type="http://schemas.openxmlformats.org/officeDocument/2006/relationships/customXml" Target="../ink/ink276.xml"/><Relationship Id="rId19" Type="http://schemas.openxmlformats.org/officeDocument/2006/relationships/image" Target="../media/image244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0.png"/><Relationship Id="rId671" Type="http://schemas.openxmlformats.org/officeDocument/2006/relationships/image" Target="../media/image370.png"/><Relationship Id="rId21" Type="http://schemas.openxmlformats.org/officeDocument/2006/relationships/image" Target="../media/image4610.png"/><Relationship Id="rId324" Type="http://schemas.openxmlformats.org/officeDocument/2006/relationships/customXml" Target="../ink/ink442.xml"/><Relationship Id="rId531" Type="http://schemas.openxmlformats.org/officeDocument/2006/relationships/customXml" Target="../ink/ink546.xml"/><Relationship Id="rId629" Type="http://schemas.openxmlformats.org/officeDocument/2006/relationships/image" Target="../media/image349.png"/><Relationship Id="rId170" Type="http://schemas.openxmlformats.org/officeDocument/2006/relationships/customXml" Target="../ink/ink365.xml"/><Relationship Id="rId268" Type="http://schemas.openxmlformats.org/officeDocument/2006/relationships/customXml" Target="../ink/ink414.xml"/><Relationship Id="rId475" Type="http://schemas.openxmlformats.org/officeDocument/2006/relationships/image" Target="../media/image2730.png"/><Relationship Id="rId682" Type="http://schemas.openxmlformats.org/officeDocument/2006/relationships/customXml" Target="../ink/ink622.xml"/><Relationship Id="rId32" Type="http://schemas.openxmlformats.org/officeDocument/2006/relationships/customXml" Target="../ink/ink296.xml"/><Relationship Id="rId128" Type="http://schemas.openxmlformats.org/officeDocument/2006/relationships/customXml" Target="../ink/ink344.xml"/><Relationship Id="rId335" Type="http://schemas.openxmlformats.org/officeDocument/2006/relationships/image" Target="../media/image2030.png"/><Relationship Id="rId542" Type="http://schemas.openxmlformats.org/officeDocument/2006/relationships/image" Target="../media/image306.png"/><Relationship Id="rId181" Type="http://schemas.openxmlformats.org/officeDocument/2006/relationships/image" Target="../media/image1260.png"/><Relationship Id="rId402" Type="http://schemas.openxmlformats.org/officeDocument/2006/relationships/customXml" Target="../ink/ink481.xml"/><Relationship Id="rId279" Type="http://schemas.openxmlformats.org/officeDocument/2006/relationships/image" Target="../media/image1750.png"/><Relationship Id="rId486" Type="http://schemas.openxmlformats.org/officeDocument/2006/relationships/customXml" Target="../ink/ink523.xml"/><Relationship Id="rId693" Type="http://schemas.openxmlformats.org/officeDocument/2006/relationships/image" Target="../media/image381.png"/><Relationship Id="rId43" Type="http://schemas.openxmlformats.org/officeDocument/2006/relationships/image" Target="../media/image5711.png"/><Relationship Id="rId139" Type="http://schemas.openxmlformats.org/officeDocument/2006/relationships/image" Target="../media/image1050.png"/><Relationship Id="rId346" Type="http://schemas.openxmlformats.org/officeDocument/2006/relationships/customXml" Target="../ink/ink453.xml"/><Relationship Id="rId553" Type="http://schemas.openxmlformats.org/officeDocument/2006/relationships/customXml" Target="../ink/ink557.xml"/><Relationship Id="rId192" Type="http://schemas.openxmlformats.org/officeDocument/2006/relationships/customXml" Target="../ink/ink376.xml"/><Relationship Id="rId206" Type="http://schemas.openxmlformats.org/officeDocument/2006/relationships/customXml" Target="../ink/ink383.xml"/><Relationship Id="rId413" Type="http://schemas.openxmlformats.org/officeDocument/2006/relationships/image" Target="../media/image2420.png"/><Relationship Id="rId497" Type="http://schemas.openxmlformats.org/officeDocument/2006/relationships/customXml" Target="../ink/ink529.xml"/><Relationship Id="rId620" Type="http://schemas.openxmlformats.org/officeDocument/2006/relationships/customXml" Target="../ink/ink591.xml"/><Relationship Id="rId357" Type="http://schemas.openxmlformats.org/officeDocument/2006/relationships/image" Target="../media/image2140.png"/><Relationship Id="rId54" Type="http://schemas.openxmlformats.org/officeDocument/2006/relationships/customXml" Target="../ink/ink307.xml"/><Relationship Id="rId217" Type="http://schemas.openxmlformats.org/officeDocument/2006/relationships/image" Target="../media/image1440.png"/><Relationship Id="rId564" Type="http://schemas.openxmlformats.org/officeDocument/2006/relationships/image" Target="../media/image317.png"/><Relationship Id="rId424" Type="http://schemas.openxmlformats.org/officeDocument/2006/relationships/customXml" Target="../ink/ink492.xml"/><Relationship Id="rId631" Type="http://schemas.openxmlformats.org/officeDocument/2006/relationships/image" Target="../media/image350.png"/><Relationship Id="rId270" Type="http://schemas.openxmlformats.org/officeDocument/2006/relationships/customXml" Target="../ink/ink415.xml"/><Relationship Id="rId65" Type="http://schemas.openxmlformats.org/officeDocument/2006/relationships/image" Target="../media/image680.png"/><Relationship Id="rId130" Type="http://schemas.openxmlformats.org/officeDocument/2006/relationships/customXml" Target="../ink/ink345.xml"/><Relationship Id="rId368" Type="http://schemas.openxmlformats.org/officeDocument/2006/relationships/customXml" Target="../ink/ink464.xml"/><Relationship Id="rId575" Type="http://schemas.openxmlformats.org/officeDocument/2006/relationships/customXml" Target="../ink/ink568.xml"/><Relationship Id="rId228" Type="http://schemas.openxmlformats.org/officeDocument/2006/relationships/customXml" Target="../ink/ink394.xml"/><Relationship Id="rId435" Type="http://schemas.openxmlformats.org/officeDocument/2006/relationships/image" Target="../media/image2530.png"/><Relationship Id="rId642" Type="http://schemas.openxmlformats.org/officeDocument/2006/relationships/customXml" Target="../ink/ink602.xml"/><Relationship Id="rId281" Type="http://schemas.openxmlformats.org/officeDocument/2006/relationships/image" Target="../media/image1760.png"/><Relationship Id="rId502" Type="http://schemas.openxmlformats.org/officeDocument/2006/relationships/image" Target="../media/image286.png"/><Relationship Id="rId76" Type="http://schemas.openxmlformats.org/officeDocument/2006/relationships/customXml" Target="../ink/ink318.xml"/><Relationship Id="rId141" Type="http://schemas.openxmlformats.org/officeDocument/2006/relationships/image" Target="../media/image1060.png"/><Relationship Id="rId379" Type="http://schemas.openxmlformats.org/officeDocument/2006/relationships/image" Target="../media/image2250.png"/><Relationship Id="rId586" Type="http://schemas.openxmlformats.org/officeDocument/2006/relationships/customXml" Target="../ink/ink574.xml"/><Relationship Id="rId7" Type="http://schemas.openxmlformats.org/officeDocument/2006/relationships/image" Target="../media/image3910.png"/><Relationship Id="rId239" Type="http://schemas.openxmlformats.org/officeDocument/2006/relationships/image" Target="../media/image1550.png"/><Relationship Id="rId446" Type="http://schemas.openxmlformats.org/officeDocument/2006/relationships/customXml" Target="../ink/ink503.xml"/><Relationship Id="rId653" Type="http://schemas.openxmlformats.org/officeDocument/2006/relationships/image" Target="../media/image361.png"/><Relationship Id="rId292" Type="http://schemas.openxmlformats.org/officeDocument/2006/relationships/customXml" Target="../ink/ink426.xml"/><Relationship Id="rId306" Type="http://schemas.openxmlformats.org/officeDocument/2006/relationships/customXml" Target="../ink/ink433.xml"/><Relationship Id="rId87" Type="http://schemas.openxmlformats.org/officeDocument/2006/relationships/image" Target="../media/image790.png"/><Relationship Id="rId513" Type="http://schemas.openxmlformats.org/officeDocument/2006/relationships/customXml" Target="../ink/ink537.xml"/><Relationship Id="rId597" Type="http://schemas.openxmlformats.org/officeDocument/2006/relationships/image" Target="../media/image333.png"/><Relationship Id="rId152" Type="http://schemas.openxmlformats.org/officeDocument/2006/relationships/customXml" Target="../ink/ink356.xml"/><Relationship Id="rId457" Type="http://schemas.openxmlformats.org/officeDocument/2006/relationships/image" Target="../media/image2640.png"/><Relationship Id="rId664" Type="http://schemas.openxmlformats.org/officeDocument/2006/relationships/customXml" Target="../ink/ink613.xml"/><Relationship Id="rId14" Type="http://schemas.openxmlformats.org/officeDocument/2006/relationships/customXml" Target="../ink/ink287.xml"/><Relationship Id="rId317" Type="http://schemas.openxmlformats.org/officeDocument/2006/relationships/image" Target="../media/image1940.png"/><Relationship Id="rId524" Type="http://schemas.openxmlformats.org/officeDocument/2006/relationships/image" Target="../media/image297.png"/><Relationship Id="rId98" Type="http://schemas.openxmlformats.org/officeDocument/2006/relationships/customXml" Target="../ink/ink329.xml"/><Relationship Id="rId163" Type="http://schemas.openxmlformats.org/officeDocument/2006/relationships/image" Target="../media/image1170.png"/><Relationship Id="rId370" Type="http://schemas.openxmlformats.org/officeDocument/2006/relationships/customXml" Target="../ink/ink465.xml"/><Relationship Id="rId230" Type="http://schemas.openxmlformats.org/officeDocument/2006/relationships/customXml" Target="../ink/ink395.xml"/><Relationship Id="rId468" Type="http://schemas.openxmlformats.org/officeDocument/2006/relationships/customXml" Target="../ink/ink514.xml"/><Relationship Id="rId675" Type="http://schemas.openxmlformats.org/officeDocument/2006/relationships/image" Target="../media/image372.png"/><Relationship Id="rId25" Type="http://schemas.openxmlformats.org/officeDocument/2006/relationships/image" Target="../media/image4811.png"/><Relationship Id="rId328" Type="http://schemas.openxmlformats.org/officeDocument/2006/relationships/customXml" Target="../ink/ink444.xml"/><Relationship Id="rId535" Type="http://schemas.openxmlformats.org/officeDocument/2006/relationships/customXml" Target="../ink/ink548.xml"/><Relationship Id="rId174" Type="http://schemas.openxmlformats.org/officeDocument/2006/relationships/customXml" Target="../ink/ink367.xml"/><Relationship Id="rId381" Type="http://schemas.openxmlformats.org/officeDocument/2006/relationships/image" Target="../media/image2260.png"/><Relationship Id="rId602" Type="http://schemas.openxmlformats.org/officeDocument/2006/relationships/customXml" Target="../ink/ink582.xml"/><Relationship Id="rId241" Type="http://schemas.openxmlformats.org/officeDocument/2006/relationships/image" Target="../media/image1560.png"/><Relationship Id="rId479" Type="http://schemas.openxmlformats.org/officeDocument/2006/relationships/image" Target="../media/image2750.png"/><Relationship Id="rId686" Type="http://schemas.openxmlformats.org/officeDocument/2006/relationships/customXml" Target="../ink/ink624.xml"/><Relationship Id="rId36" Type="http://schemas.openxmlformats.org/officeDocument/2006/relationships/customXml" Target="../ink/ink298.xml"/><Relationship Id="rId339" Type="http://schemas.openxmlformats.org/officeDocument/2006/relationships/image" Target="../media/image2050.png"/><Relationship Id="rId546" Type="http://schemas.openxmlformats.org/officeDocument/2006/relationships/image" Target="../media/image308.png"/><Relationship Id="rId101" Type="http://schemas.openxmlformats.org/officeDocument/2006/relationships/image" Target="../media/image860.png"/><Relationship Id="rId185" Type="http://schemas.openxmlformats.org/officeDocument/2006/relationships/image" Target="../media/image1280.png"/><Relationship Id="rId406" Type="http://schemas.openxmlformats.org/officeDocument/2006/relationships/customXml" Target="../ink/ink483.xml"/><Relationship Id="rId392" Type="http://schemas.openxmlformats.org/officeDocument/2006/relationships/customXml" Target="../ink/ink476.xml"/><Relationship Id="rId613" Type="http://schemas.openxmlformats.org/officeDocument/2006/relationships/image" Target="../media/image341.png"/><Relationship Id="rId697" Type="http://schemas.openxmlformats.org/officeDocument/2006/relationships/image" Target="../media/image383.png"/><Relationship Id="rId252" Type="http://schemas.openxmlformats.org/officeDocument/2006/relationships/customXml" Target="../ink/ink406.xml"/><Relationship Id="rId47" Type="http://schemas.openxmlformats.org/officeDocument/2006/relationships/image" Target="../media/image5911.png"/><Relationship Id="rId112" Type="http://schemas.openxmlformats.org/officeDocument/2006/relationships/customXml" Target="../ink/ink336.xml"/><Relationship Id="rId557" Type="http://schemas.openxmlformats.org/officeDocument/2006/relationships/customXml" Target="../ink/ink559.xml"/><Relationship Id="rId196" Type="http://schemas.openxmlformats.org/officeDocument/2006/relationships/customXml" Target="../ink/ink378.xml"/><Relationship Id="rId417" Type="http://schemas.openxmlformats.org/officeDocument/2006/relationships/image" Target="../media/image2440.png"/><Relationship Id="rId624" Type="http://schemas.openxmlformats.org/officeDocument/2006/relationships/customXml" Target="../ink/ink593.xml"/><Relationship Id="rId263" Type="http://schemas.openxmlformats.org/officeDocument/2006/relationships/image" Target="../media/image1670.png"/><Relationship Id="rId470" Type="http://schemas.openxmlformats.org/officeDocument/2006/relationships/customXml" Target="../ink/ink515.xml"/><Relationship Id="rId58" Type="http://schemas.openxmlformats.org/officeDocument/2006/relationships/customXml" Target="../ink/ink309.xml"/><Relationship Id="rId123" Type="http://schemas.openxmlformats.org/officeDocument/2006/relationships/image" Target="../media/image970.png"/><Relationship Id="rId330" Type="http://schemas.openxmlformats.org/officeDocument/2006/relationships/customXml" Target="../ink/ink445.xml"/><Relationship Id="rId568" Type="http://schemas.openxmlformats.org/officeDocument/2006/relationships/image" Target="../media/image319.png"/><Relationship Id="rId428" Type="http://schemas.openxmlformats.org/officeDocument/2006/relationships/customXml" Target="../ink/ink494.xml"/><Relationship Id="rId635" Type="http://schemas.openxmlformats.org/officeDocument/2006/relationships/image" Target="../media/image352.png"/><Relationship Id="rId274" Type="http://schemas.openxmlformats.org/officeDocument/2006/relationships/customXml" Target="../ink/ink417.xml"/><Relationship Id="rId481" Type="http://schemas.openxmlformats.org/officeDocument/2006/relationships/image" Target="../media/image2760.png"/><Relationship Id="rId69" Type="http://schemas.openxmlformats.org/officeDocument/2006/relationships/image" Target="../media/image700.png"/><Relationship Id="rId134" Type="http://schemas.openxmlformats.org/officeDocument/2006/relationships/customXml" Target="../ink/ink347.xml"/><Relationship Id="rId579" Type="http://schemas.openxmlformats.org/officeDocument/2006/relationships/customXml" Target="../ink/ink570.xml"/><Relationship Id="rId341" Type="http://schemas.openxmlformats.org/officeDocument/2006/relationships/image" Target="../media/image2060.png"/><Relationship Id="rId439" Type="http://schemas.openxmlformats.org/officeDocument/2006/relationships/image" Target="../media/image2550.png"/><Relationship Id="rId646" Type="http://schemas.openxmlformats.org/officeDocument/2006/relationships/customXml" Target="../ink/ink604.xml"/><Relationship Id="rId201" Type="http://schemas.openxmlformats.org/officeDocument/2006/relationships/image" Target="../media/image1360.png"/><Relationship Id="rId285" Type="http://schemas.openxmlformats.org/officeDocument/2006/relationships/image" Target="../media/image1780.png"/><Relationship Id="rId506" Type="http://schemas.openxmlformats.org/officeDocument/2006/relationships/image" Target="../media/image288.png"/><Relationship Id="rId492" Type="http://schemas.openxmlformats.org/officeDocument/2006/relationships/image" Target="../media/image281.png"/><Relationship Id="rId145" Type="http://schemas.openxmlformats.org/officeDocument/2006/relationships/image" Target="../media/image1080.png"/><Relationship Id="rId352" Type="http://schemas.openxmlformats.org/officeDocument/2006/relationships/customXml" Target="../ink/ink456.xml"/><Relationship Id="rId212" Type="http://schemas.openxmlformats.org/officeDocument/2006/relationships/customXml" Target="../ink/ink386.xml"/><Relationship Id="rId657" Type="http://schemas.openxmlformats.org/officeDocument/2006/relationships/image" Target="../media/image363.png"/><Relationship Id="rId296" Type="http://schemas.openxmlformats.org/officeDocument/2006/relationships/customXml" Target="../ink/ink428.xml"/><Relationship Id="rId517" Type="http://schemas.openxmlformats.org/officeDocument/2006/relationships/customXml" Target="../ink/ink539.xml"/><Relationship Id="rId60" Type="http://schemas.openxmlformats.org/officeDocument/2006/relationships/customXml" Target="../ink/ink310.xml"/><Relationship Id="rId156" Type="http://schemas.openxmlformats.org/officeDocument/2006/relationships/customXml" Target="../ink/ink358.xml"/><Relationship Id="rId363" Type="http://schemas.openxmlformats.org/officeDocument/2006/relationships/image" Target="../media/image2170.png"/><Relationship Id="rId570" Type="http://schemas.openxmlformats.org/officeDocument/2006/relationships/image" Target="../media/image320.png"/><Relationship Id="rId223" Type="http://schemas.openxmlformats.org/officeDocument/2006/relationships/image" Target="../media/image1470.png"/><Relationship Id="rId430" Type="http://schemas.openxmlformats.org/officeDocument/2006/relationships/customXml" Target="../ink/ink495.xml"/><Relationship Id="rId668" Type="http://schemas.openxmlformats.org/officeDocument/2006/relationships/customXml" Target="../ink/ink615.xml"/><Relationship Id="rId18" Type="http://schemas.openxmlformats.org/officeDocument/2006/relationships/customXml" Target="../ink/ink289.xml"/><Relationship Id="rId265" Type="http://schemas.openxmlformats.org/officeDocument/2006/relationships/image" Target="../media/image1680.png"/><Relationship Id="rId472" Type="http://schemas.openxmlformats.org/officeDocument/2006/relationships/customXml" Target="../ink/ink516.xml"/><Relationship Id="rId528" Type="http://schemas.openxmlformats.org/officeDocument/2006/relationships/image" Target="../media/image299.png"/><Relationship Id="rId125" Type="http://schemas.openxmlformats.org/officeDocument/2006/relationships/image" Target="../media/image980.png"/><Relationship Id="rId167" Type="http://schemas.openxmlformats.org/officeDocument/2006/relationships/image" Target="../media/image1190.png"/><Relationship Id="rId332" Type="http://schemas.openxmlformats.org/officeDocument/2006/relationships/customXml" Target="../ink/ink446.xml"/><Relationship Id="rId374" Type="http://schemas.openxmlformats.org/officeDocument/2006/relationships/customXml" Target="../ink/ink467.xml"/><Relationship Id="rId581" Type="http://schemas.openxmlformats.org/officeDocument/2006/relationships/image" Target="../media/image325.png"/><Relationship Id="rId71" Type="http://schemas.openxmlformats.org/officeDocument/2006/relationships/image" Target="../media/image710.png"/><Relationship Id="rId234" Type="http://schemas.openxmlformats.org/officeDocument/2006/relationships/customXml" Target="../ink/ink397.xml"/><Relationship Id="rId637" Type="http://schemas.openxmlformats.org/officeDocument/2006/relationships/image" Target="../media/image353.png"/><Relationship Id="rId679" Type="http://schemas.openxmlformats.org/officeDocument/2006/relationships/image" Target="../media/image374.png"/><Relationship Id="rId2" Type="http://schemas.openxmlformats.org/officeDocument/2006/relationships/customXml" Target="../ink/ink281.xml"/><Relationship Id="rId29" Type="http://schemas.openxmlformats.org/officeDocument/2006/relationships/image" Target="../media/image5011.png"/><Relationship Id="rId276" Type="http://schemas.openxmlformats.org/officeDocument/2006/relationships/customXml" Target="../ink/ink418.xml"/><Relationship Id="rId441" Type="http://schemas.openxmlformats.org/officeDocument/2006/relationships/image" Target="../media/image2560.png"/><Relationship Id="rId483" Type="http://schemas.openxmlformats.org/officeDocument/2006/relationships/image" Target="../media/image2770.png"/><Relationship Id="rId539" Type="http://schemas.openxmlformats.org/officeDocument/2006/relationships/customXml" Target="../ink/ink550.xml"/><Relationship Id="rId690" Type="http://schemas.openxmlformats.org/officeDocument/2006/relationships/customXml" Target="../ink/ink626.xml"/><Relationship Id="rId40" Type="http://schemas.openxmlformats.org/officeDocument/2006/relationships/customXml" Target="../ink/ink300.xml"/><Relationship Id="rId136" Type="http://schemas.openxmlformats.org/officeDocument/2006/relationships/customXml" Target="../ink/ink348.xml"/><Relationship Id="rId178" Type="http://schemas.openxmlformats.org/officeDocument/2006/relationships/customXml" Target="../ink/ink369.xml"/><Relationship Id="rId301" Type="http://schemas.openxmlformats.org/officeDocument/2006/relationships/image" Target="../media/image1860.png"/><Relationship Id="rId343" Type="http://schemas.openxmlformats.org/officeDocument/2006/relationships/image" Target="../media/image2070.png"/><Relationship Id="rId550" Type="http://schemas.openxmlformats.org/officeDocument/2006/relationships/image" Target="../media/image310.png"/><Relationship Id="rId82" Type="http://schemas.openxmlformats.org/officeDocument/2006/relationships/customXml" Target="../ink/ink321.xml"/><Relationship Id="rId203" Type="http://schemas.openxmlformats.org/officeDocument/2006/relationships/image" Target="../media/image1370.png"/><Relationship Id="rId385" Type="http://schemas.openxmlformats.org/officeDocument/2006/relationships/image" Target="../media/image2280.png"/><Relationship Id="rId592" Type="http://schemas.openxmlformats.org/officeDocument/2006/relationships/customXml" Target="../ink/ink577.xml"/><Relationship Id="rId606" Type="http://schemas.openxmlformats.org/officeDocument/2006/relationships/customXml" Target="../ink/ink584.xml"/><Relationship Id="rId648" Type="http://schemas.openxmlformats.org/officeDocument/2006/relationships/customXml" Target="../ink/ink605.xml"/><Relationship Id="rId245" Type="http://schemas.openxmlformats.org/officeDocument/2006/relationships/image" Target="../media/image1580.png"/><Relationship Id="rId287" Type="http://schemas.openxmlformats.org/officeDocument/2006/relationships/image" Target="../media/image1790.png"/><Relationship Id="rId410" Type="http://schemas.openxmlformats.org/officeDocument/2006/relationships/customXml" Target="../ink/ink485.xml"/><Relationship Id="rId452" Type="http://schemas.openxmlformats.org/officeDocument/2006/relationships/customXml" Target="../ink/ink506.xml"/><Relationship Id="rId494" Type="http://schemas.openxmlformats.org/officeDocument/2006/relationships/image" Target="../media/image282.png"/><Relationship Id="rId508" Type="http://schemas.openxmlformats.org/officeDocument/2006/relationships/image" Target="../media/image289.png"/><Relationship Id="rId105" Type="http://schemas.openxmlformats.org/officeDocument/2006/relationships/image" Target="../media/image880.png"/><Relationship Id="rId147" Type="http://schemas.openxmlformats.org/officeDocument/2006/relationships/image" Target="../media/image1090.png"/><Relationship Id="rId312" Type="http://schemas.openxmlformats.org/officeDocument/2006/relationships/customXml" Target="../ink/ink436.xml"/><Relationship Id="rId354" Type="http://schemas.openxmlformats.org/officeDocument/2006/relationships/customXml" Target="../ink/ink457.xml"/><Relationship Id="rId51" Type="http://schemas.openxmlformats.org/officeDocument/2006/relationships/image" Target="../media/image610.png"/><Relationship Id="rId93" Type="http://schemas.openxmlformats.org/officeDocument/2006/relationships/image" Target="../media/image820.png"/><Relationship Id="rId189" Type="http://schemas.openxmlformats.org/officeDocument/2006/relationships/image" Target="../media/image1300.png"/><Relationship Id="rId396" Type="http://schemas.openxmlformats.org/officeDocument/2006/relationships/customXml" Target="../ink/ink478.xml"/><Relationship Id="rId561" Type="http://schemas.openxmlformats.org/officeDocument/2006/relationships/customXml" Target="../ink/ink561.xml"/><Relationship Id="rId617" Type="http://schemas.openxmlformats.org/officeDocument/2006/relationships/image" Target="../media/image343.png"/><Relationship Id="rId659" Type="http://schemas.openxmlformats.org/officeDocument/2006/relationships/image" Target="../media/image364.png"/><Relationship Id="rId214" Type="http://schemas.openxmlformats.org/officeDocument/2006/relationships/customXml" Target="../ink/ink387.xml"/><Relationship Id="rId256" Type="http://schemas.openxmlformats.org/officeDocument/2006/relationships/customXml" Target="../ink/ink408.xml"/><Relationship Id="rId298" Type="http://schemas.openxmlformats.org/officeDocument/2006/relationships/customXml" Target="../ink/ink429.xml"/><Relationship Id="rId421" Type="http://schemas.openxmlformats.org/officeDocument/2006/relationships/image" Target="../media/image2460.png"/><Relationship Id="rId463" Type="http://schemas.openxmlformats.org/officeDocument/2006/relationships/image" Target="../media/image2670.png"/><Relationship Id="rId519" Type="http://schemas.openxmlformats.org/officeDocument/2006/relationships/customXml" Target="../ink/ink540.xml"/><Relationship Id="rId670" Type="http://schemas.openxmlformats.org/officeDocument/2006/relationships/customXml" Target="../ink/ink616.xml"/><Relationship Id="rId116" Type="http://schemas.openxmlformats.org/officeDocument/2006/relationships/customXml" Target="../ink/ink338.xml"/><Relationship Id="rId158" Type="http://schemas.openxmlformats.org/officeDocument/2006/relationships/customXml" Target="../ink/ink359.xml"/><Relationship Id="rId323" Type="http://schemas.openxmlformats.org/officeDocument/2006/relationships/image" Target="../media/image1970.png"/><Relationship Id="rId530" Type="http://schemas.openxmlformats.org/officeDocument/2006/relationships/image" Target="../media/image300.png"/><Relationship Id="rId20" Type="http://schemas.openxmlformats.org/officeDocument/2006/relationships/customXml" Target="../ink/ink290.xml"/><Relationship Id="rId62" Type="http://schemas.openxmlformats.org/officeDocument/2006/relationships/customXml" Target="../ink/ink311.xml"/><Relationship Id="rId365" Type="http://schemas.openxmlformats.org/officeDocument/2006/relationships/image" Target="../media/image2180.png"/><Relationship Id="rId572" Type="http://schemas.openxmlformats.org/officeDocument/2006/relationships/image" Target="../media/image321.png"/><Relationship Id="rId628" Type="http://schemas.openxmlformats.org/officeDocument/2006/relationships/customXml" Target="../ink/ink595.xml"/><Relationship Id="rId225" Type="http://schemas.openxmlformats.org/officeDocument/2006/relationships/image" Target="../media/image1480.png"/><Relationship Id="rId267" Type="http://schemas.openxmlformats.org/officeDocument/2006/relationships/image" Target="../media/image1690.png"/><Relationship Id="rId432" Type="http://schemas.openxmlformats.org/officeDocument/2006/relationships/customXml" Target="../ink/ink496.xml"/><Relationship Id="rId474" Type="http://schemas.openxmlformats.org/officeDocument/2006/relationships/customXml" Target="../ink/ink517.xml"/><Relationship Id="rId127" Type="http://schemas.openxmlformats.org/officeDocument/2006/relationships/image" Target="../media/image990.png"/><Relationship Id="rId681" Type="http://schemas.openxmlformats.org/officeDocument/2006/relationships/image" Target="../media/image375.png"/><Relationship Id="rId31" Type="http://schemas.openxmlformats.org/officeDocument/2006/relationships/image" Target="../media/image5111.png"/><Relationship Id="rId73" Type="http://schemas.openxmlformats.org/officeDocument/2006/relationships/image" Target="../media/image720.png"/><Relationship Id="rId169" Type="http://schemas.openxmlformats.org/officeDocument/2006/relationships/image" Target="../media/image1200.png"/><Relationship Id="rId334" Type="http://schemas.openxmlformats.org/officeDocument/2006/relationships/customXml" Target="../ink/ink447.xml"/><Relationship Id="rId376" Type="http://schemas.openxmlformats.org/officeDocument/2006/relationships/customXml" Target="../ink/ink468.xml"/><Relationship Id="rId541" Type="http://schemas.openxmlformats.org/officeDocument/2006/relationships/customXml" Target="../ink/ink551.xml"/><Relationship Id="rId583" Type="http://schemas.openxmlformats.org/officeDocument/2006/relationships/image" Target="../media/image326.png"/><Relationship Id="rId639" Type="http://schemas.openxmlformats.org/officeDocument/2006/relationships/image" Target="../media/image354.png"/><Relationship Id="rId4" Type="http://schemas.openxmlformats.org/officeDocument/2006/relationships/customXml" Target="../ink/ink282.xml"/><Relationship Id="rId180" Type="http://schemas.openxmlformats.org/officeDocument/2006/relationships/customXml" Target="../ink/ink370.xml"/><Relationship Id="rId236" Type="http://schemas.openxmlformats.org/officeDocument/2006/relationships/customXml" Target="../ink/ink398.xml"/><Relationship Id="rId278" Type="http://schemas.openxmlformats.org/officeDocument/2006/relationships/customXml" Target="../ink/ink419.xml"/><Relationship Id="rId401" Type="http://schemas.openxmlformats.org/officeDocument/2006/relationships/image" Target="../media/image2360.png"/><Relationship Id="rId443" Type="http://schemas.openxmlformats.org/officeDocument/2006/relationships/image" Target="../media/image2570.png"/><Relationship Id="rId650" Type="http://schemas.openxmlformats.org/officeDocument/2006/relationships/customXml" Target="../ink/ink606.xml"/><Relationship Id="rId303" Type="http://schemas.openxmlformats.org/officeDocument/2006/relationships/image" Target="../media/image1870.png"/><Relationship Id="rId485" Type="http://schemas.openxmlformats.org/officeDocument/2006/relationships/image" Target="../media/image2780.png"/><Relationship Id="rId692" Type="http://schemas.openxmlformats.org/officeDocument/2006/relationships/customXml" Target="../ink/ink627.xml"/><Relationship Id="rId42" Type="http://schemas.openxmlformats.org/officeDocument/2006/relationships/customXml" Target="../ink/ink301.xml"/><Relationship Id="rId84" Type="http://schemas.openxmlformats.org/officeDocument/2006/relationships/customXml" Target="../ink/ink322.xml"/><Relationship Id="rId138" Type="http://schemas.openxmlformats.org/officeDocument/2006/relationships/customXml" Target="../ink/ink349.xml"/><Relationship Id="rId345" Type="http://schemas.openxmlformats.org/officeDocument/2006/relationships/image" Target="../media/image2080.png"/><Relationship Id="rId387" Type="http://schemas.openxmlformats.org/officeDocument/2006/relationships/image" Target="../media/image2290.png"/><Relationship Id="rId510" Type="http://schemas.openxmlformats.org/officeDocument/2006/relationships/image" Target="../media/image290.png"/><Relationship Id="rId552" Type="http://schemas.openxmlformats.org/officeDocument/2006/relationships/image" Target="../media/image311.png"/><Relationship Id="rId594" Type="http://schemas.openxmlformats.org/officeDocument/2006/relationships/customXml" Target="../ink/ink578.xml"/><Relationship Id="rId608" Type="http://schemas.openxmlformats.org/officeDocument/2006/relationships/customXml" Target="../ink/ink585.xml"/><Relationship Id="rId191" Type="http://schemas.openxmlformats.org/officeDocument/2006/relationships/image" Target="../media/image1310.png"/><Relationship Id="rId205" Type="http://schemas.openxmlformats.org/officeDocument/2006/relationships/image" Target="../media/image1380.png"/><Relationship Id="rId247" Type="http://schemas.openxmlformats.org/officeDocument/2006/relationships/image" Target="../media/image1590.png"/><Relationship Id="rId412" Type="http://schemas.openxmlformats.org/officeDocument/2006/relationships/customXml" Target="../ink/ink486.xml"/><Relationship Id="rId107" Type="http://schemas.openxmlformats.org/officeDocument/2006/relationships/image" Target="../media/image890.png"/><Relationship Id="rId289" Type="http://schemas.openxmlformats.org/officeDocument/2006/relationships/image" Target="../media/image1800.png"/><Relationship Id="rId454" Type="http://schemas.openxmlformats.org/officeDocument/2006/relationships/customXml" Target="../ink/ink507.xml"/><Relationship Id="rId496" Type="http://schemas.openxmlformats.org/officeDocument/2006/relationships/image" Target="../media/image283.png"/><Relationship Id="rId661" Type="http://schemas.openxmlformats.org/officeDocument/2006/relationships/image" Target="../media/image365.png"/><Relationship Id="rId11" Type="http://schemas.openxmlformats.org/officeDocument/2006/relationships/image" Target="../media/image4110.png"/><Relationship Id="rId53" Type="http://schemas.openxmlformats.org/officeDocument/2006/relationships/image" Target="../media/image620.png"/><Relationship Id="rId149" Type="http://schemas.openxmlformats.org/officeDocument/2006/relationships/image" Target="../media/image1100.png"/><Relationship Id="rId314" Type="http://schemas.openxmlformats.org/officeDocument/2006/relationships/customXml" Target="../ink/ink437.xml"/><Relationship Id="rId356" Type="http://schemas.openxmlformats.org/officeDocument/2006/relationships/customXml" Target="../ink/ink458.xml"/><Relationship Id="rId398" Type="http://schemas.openxmlformats.org/officeDocument/2006/relationships/customXml" Target="../ink/ink479.xml"/><Relationship Id="rId521" Type="http://schemas.openxmlformats.org/officeDocument/2006/relationships/customXml" Target="../ink/ink541.xml"/><Relationship Id="rId563" Type="http://schemas.openxmlformats.org/officeDocument/2006/relationships/customXml" Target="../ink/ink562.xml"/><Relationship Id="rId619" Type="http://schemas.openxmlformats.org/officeDocument/2006/relationships/image" Target="../media/image344.png"/><Relationship Id="rId95" Type="http://schemas.openxmlformats.org/officeDocument/2006/relationships/image" Target="../media/image830.png"/><Relationship Id="rId160" Type="http://schemas.openxmlformats.org/officeDocument/2006/relationships/customXml" Target="../ink/ink360.xml"/><Relationship Id="rId216" Type="http://schemas.openxmlformats.org/officeDocument/2006/relationships/customXml" Target="../ink/ink388.xml"/><Relationship Id="rId423" Type="http://schemas.openxmlformats.org/officeDocument/2006/relationships/image" Target="../media/image2470.png"/><Relationship Id="rId258" Type="http://schemas.openxmlformats.org/officeDocument/2006/relationships/customXml" Target="../ink/ink409.xml"/><Relationship Id="rId465" Type="http://schemas.openxmlformats.org/officeDocument/2006/relationships/image" Target="../media/image2680.png"/><Relationship Id="rId630" Type="http://schemas.openxmlformats.org/officeDocument/2006/relationships/customXml" Target="../ink/ink596.xml"/><Relationship Id="rId672" Type="http://schemas.openxmlformats.org/officeDocument/2006/relationships/customXml" Target="../ink/ink617.xml"/><Relationship Id="rId22" Type="http://schemas.openxmlformats.org/officeDocument/2006/relationships/customXml" Target="../ink/ink291.xml"/><Relationship Id="rId64" Type="http://schemas.openxmlformats.org/officeDocument/2006/relationships/customXml" Target="../ink/ink312.xml"/><Relationship Id="rId118" Type="http://schemas.openxmlformats.org/officeDocument/2006/relationships/customXml" Target="../ink/ink339.xml"/><Relationship Id="rId325" Type="http://schemas.openxmlformats.org/officeDocument/2006/relationships/image" Target="../media/image1980.png"/><Relationship Id="rId367" Type="http://schemas.openxmlformats.org/officeDocument/2006/relationships/image" Target="../media/image2190.png"/><Relationship Id="rId532" Type="http://schemas.openxmlformats.org/officeDocument/2006/relationships/image" Target="../media/image301.png"/><Relationship Id="rId574" Type="http://schemas.openxmlformats.org/officeDocument/2006/relationships/image" Target="../media/image322.png"/><Relationship Id="rId171" Type="http://schemas.openxmlformats.org/officeDocument/2006/relationships/image" Target="../media/image1210.png"/><Relationship Id="rId227" Type="http://schemas.openxmlformats.org/officeDocument/2006/relationships/image" Target="../media/image1490.png"/><Relationship Id="rId269" Type="http://schemas.openxmlformats.org/officeDocument/2006/relationships/image" Target="../media/image1700.png"/><Relationship Id="rId434" Type="http://schemas.openxmlformats.org/officeDocument/2006/relationships/customXml" Target="../ink/ink497.xml"/><Relationship Id="rId476" Type="http://schemas.openxmlformats.org/officeDocument/2006/relationships/customXml" Target="../ink/ink518.xml"/><Relationship Id="rId641" Type="http://schemas.openxmlformats.org/officeDocument/2006/relationships/image" Target="../media/image355.png"/><Relationship Id="rId683" Type="http://schemas.openxmlformats.org/officeDocument/2006/relationships/image" Target="../media/image376.png"/><Relationship Id="rId33" Type="http://schemas.openxmlformats.org/officeDocument/2006/relationships/image" Target="../media/image5211.png"/><Relationship Id="rId129" Type="http://schemas.openxmlformats.org/officeDocument/2006/relationships/image" Target="../media/image1000.png"/><Relationship Id="rId280" Type="http://schemas.openxmlformats.org/officeDocument/2006/relationships/customXml" Target="../ink/ink420.xml"/><Relationship Id="rId336" Type="http://schemas.openxmlformats.org/officeDocument/2006/relationships/customXml" Target="../ink/ink448.xml"/><Relationship Id="rId501" Type="http://schemas.openxmlformats.org/officeDocument/2006/relationships/customXml" Target="../ink/ink531.xml"/><Relationship Id="rId543" Type="http://schemas.openxmlformats.org/officeDocument/2006/relationships/customXml" Target="../ink/ink552.xml"/><Relationship Id="rId75" Type="http://schemas.openxmlformats.org/officeDocument/2006/relationships/image" Target="../media/image730.png"/><Relationship Id="rId140" Type="http://schemas.openxmlformats.org/officeDocument/2006/relationships/customXml" Target="../ink/ink350.xml"/><Relationship Id="rId182" Type="http://schemas.openxmlformats.org/officeDocument/2006/relationships/customXml" Target="../ink/ink371.xml"/><Relationship Id="rId378" Type="http://schemas.openxmlformats.org/officeDocument/2006/relationships/customXml" Target="../ink/ink469.xml"/><Relationship Id="rId403" Type="http://schemas.openxmlformats.org/officeDocument/2006/relationships/image" Target="../media/image2370.png"/><Relationship Id="rId585" Type="http://schemas.openxmlformats.org/officeDocument/2006/relationships/image" Target="../media/image327.png"/><Relationship Id="rId6" Type="http://schemas.openxmlformats.org/officeDocument/2006/relationships/customXml" Target="../ink/ink283.xml"/><Relationship Id="rId238" Type="http://schemas.openxmlformats.org/officeDocument/2006/relationships/customXml" Target="../ink/ink399.xml"/><Relationship Id="rId445" Type="http://schemas.openxmlformats.org/officeDocument/2006/relationships/image" Target="../media/image2580.png"/><Relationship Id="rId487" Type="http://schemas.openxmlformats.org/officeDocument/2006/relationships/image" Target="../media/image2790.png"/><Relationship Id="rId610" Type="http://schemas.openxmlformats.org/officeDocument/2006/relationships/customXml" Target="../ink/ink586.xml"/><Relationship Id="rId652" Type="http://schemas.openxmlformats.org/officeDocument/2006/relationships/customXml" Target="../ink/ink607.xml"/><Relationship Id="rId694" Type="http://schemas.openxmlformats.org/officeDocument/2006/relationships/customXml" Target="../ink/ink628.xml"/><Relationship Id="rId291" Type="http://schemas.openxmlformats.org/officeDocument/2006/relationships/image" Target="../media/image1810.png"/><Relationship Id="rId305" Type="http://schemas.openxmlformats.org/officeDocument/2006/relationships/image" Target="../media/image1880.png"/><Relationship Id="rId347" Type="http://schemas.openxmlformats.org/officeDocument/2006/relationships/image" Target="../media/image2090.png"/><Relationship Id="rId512" Type="http://schemas.openxmlformats.org/officeDocument/2006/relationships/image" Target="../media/image291.png"/><Relationship Id="rId44" Type="http://schemas.openxmlformats.org/officeDocument/2006/relationships/customXml" Target="../ink/ink302.xml"/><Relationship Id="rId86" Type="http://schemas.openxmlformats.org/officeDocument/2006/relationships/customXml" Target="../ink/ink323.xml"/><Relationship Id="rId151" Type="http://schemas.openxmlformats.org/officeDocument/2006/relationships/image" Target="../media/image1110.png"/><Relationship Id="rId389" Type="http://schemas.openxmlformats.org/officeDocument/2006/relationships/image" Target="../media/image2300.png"/><Relationship Id="rId554" Type="http://schemas.openxmlformats.org/officeDocument/2006/relationships/image" Target="../media/image312.png"/><Relationship Id="rId596" Type="http://schemas.openxmlformats.org/officeDocument/2006/relationships/customXml" Target="../ink/ink579.xml"/><Relationship Id="rId193" Type="http://schemas.openxmlformats.org/officeDocument/2006/relationships/image" Target="../media/image1320.png"/><Relationship Id="rId207" Type="http://schemas.openxmlformats.org/officeDocument/2006/relationships/image" Target="../media/image1390.png"/><Relationship Id="rId249" Type="http://schemas.openxmlformats.org/officeDocument/2006/relationships/image" Target="../media/image1600.png"/><Relationship Id="rId414" Type="http://schemas.openxmlformats.org/officeDocument/2006/relationships/customXml" Target="../ink/ink487.xml"/><Relationship Id="rId456" Type="http://schemas.openxmlformats.org/officeDocument/2006/relationships/customXml" Target="../ink/ink508.xml"/><Relationship Id="rId498" Type="http://schemas.openxmlformats.org/officeDocument/2006/relationships/image" Target="../media/image284.png"/><Relationship Id="rId621" Type="http://schemas.openxmlformats.org/officeDocument/2006/relationships/image" Target="../media/image345.png"/><Relationship Id="rId663" Type="http://schemas.openxmlformats.org/officeDocument/2006/relationships/image" Target="../media/image366.png"/><Relationship Id="rId13" Type="http://schemas.openxmlformats.org/officeDocument/2006/relationships/image" Target="../media/image4210.png"/><Relationship Id="rId109" Type="http://schemas.openxmlformats.org/officeDocument/2006/relationships/image" Target="../media/image900.png"/><Relationship Id="rId260" Type="http://schemas.openxmlformats.org/officeDocument/2006/relationships/customXml" Target="../ink/ink410.xml"/><Relationship Id="rId316" Type="http://schemas.openxmlformats.org/officeDocument/2006/relationships/customXml" Target="../ink/ink438.xml"/><Relationship Id="rId523" Type="http://schemas.openxmlformats.org/officeDocument/2006/relationships/customXml" Target="../ink/ink542.xml"/><Relationship Id="rId55" Type="http://schemas.openxmlformats.org/officeDocument/2006/relationships/image" Target="../media/image630.png"/><Relationship Id="rId97" Type="http://schemas.openxmlformats.org/officeDocument/2006/relationships/image" Target="../media/image840.png"/><Relationship Id="rId120" Type="http://schemas.openxmlformats.org/officeDocument/2006/relationships/customXml" Target="../ink/ink340.xml"/><Relationship Id="rId358" Type="http://schemas.openxmlformats.org/officeDocument/2006/relationships/customXml" Target="../ink/ink459.xml"/><Relationship Id="rId565" Type="http://schemas.openxmlformats.org/officeDocument/2006/relationships/customXml" Target="../ink/ink563.xml"/><Relationship Id="rId162" Type="http://schemas.openxmlformats.org/officeDocument/2006/relationships/customXml" Target="../ink/ink361.xml"/><Relationship Id="rId218" Type="http://schemas.openxmlformats.org/officeDocument/2006/relationships/customXml" Target="../ink/ink389.xml"/><Relationship Id="rId425" Type="http://schemas.openxmlformats.org/officeDocument/2006/relationships/image" Target="../media/image2480.png"/><Relationship Id="rId467" Type="http://schemas.openxmlformats.org/officeDocument/2006/relationships/image" Target="../media/image2690.png"/><Relationship Id="rId632" Type="http://schemas.openxmlformats.org/officeDocument/2006/relationships/customXml" Target="../ink/ink597.xml"/><Relationship Id="rId271" Type="http://schemas.openxmlformats.org/officeDocument/2006/relationships/image" Target="../media/image1710.png"/><Relationship Id="rId674" Type="http://schemas.openxmlformats.org/officeDocument/2006/relationships/customXml" Target="../ink/ink618.xml"/><Relationship Id="rId24" Type="http://schemas.openxmlformats.org/officeDocument/2006/relationships/customXml" Target="../ink/ink292.xml"/><Relationship Id="rId66" Type="http://schemas.openxmlformats.org/officeDocument/2006/relationships/customXml" Target="../ink/ink313.xml"/><Relationship Id="rId131" Type="http://schemas.openxmlformats.org/officeDocument/2006/relationships/image" Target="../media/image1010.png"/><Relationship Id="rId327" Type="http://schemas.openxmlformats.org/officeDocument/2006/relationships/image" Target="../media/image1990.png"/><Relationship Id="rId369" Type="http://schemas.openxmlformats.org/officeDocument/2006/relationships/image" Target="../media/image2200.png"/><Relationship Id="rId534" Type="http://schemas.openxmlformats.org/officeDocument/2006/relationships/image" Target="../media/image302.png"/><Relationship Id="rId576" Type="http://schemas.openxmlformats.org/officeDocument/2006/relationships/image" Target="../media/image323.png"/><Relationship Id="rId173" Type="http://schemas.openxmlformats.org/officeDocument/2006/relationships/image" Target="../media/image1220.png"/><Relationship Id="rId229" Type="http://schemas.openxmlformats.org/officeDocument/2006/relationships/image" Target="../media/image1500.png"/><Relationship Id="rId380" Type="http://schemas.openxmlformats.org/officeDocument/2006/relationships/customXml" Target="../ink/ink470.xml"/><Relationship Id="rId436" Type="http://schemas.openxmlformats.org/officeDocument/2006/relationships/customXml" Target="../ink/ink498.xml"/><Relationship Id="rId601" Type="http://schemas.openxmlformats.org/officeDocument/2006/relationships/image" Target="../media/image335.png"/><Relationship Id="rId643" Type="http://schemas.openxmlformats.org/officeDocument/2006/relationships/image" Target="../media/image356.png"/><Relationship Id="rId240" Type="http://schemas.openxmlformats.org/officeDocument/2006/relationships/customXml" Target="../ink/ink400.xml"/><Relationship Id="rId478" Type="http://schemas.openxmlformats.org/officeDocument/2006/relationships/customXml" Target="../ink/ink519.xml"/><Relationship Id="rId685" Type="http://schemas.openxmlformats.org/officeDocument/2006/relationships/image" Target="../media/image377.png"/><Relationship Id="rId35" Type="http://schemas.openxmlformats.org/officeDocument/2006/relationships/image" Target="../media/image5311.png"/><Relationship Id="rId77" Type="http://schemas.openxmlformats.org/officeDocument/2006/relationships/image" Target="../media/image740.png"/><Relationship Id="rId100" Type="http://schemas.openxmlformats.org/officeDocument/2006/relationships/customXml" Target="../ink/ink330.xml"/><Relationship Id="rId282" Type="http://schemas.openxmlformats.org/officeDocument/2006/relationships/customXml" Target="../ink/ink421.xml"/><Relationship Id="rId338" Type="http://schemas.openxmlformats.org/officeDocument/2006/relationships/customXml" Target="../ink/ink449.xml"/><Relationship Id="rId503" Type="http://schemas.openxmlformats.org/officeDocument/2006/relationships/customXml" Target="../ink/ink532.xml"/><Relationship Id="rId545" Type="http://schemas.openxmlformats.org/officeDocument/2006/relationships/customXml" Target="../ink/ink553.xml"/><Relationship Id="rId587" Type="http://schemas.openxmlformats.org/officeDocument/2006/relationships/image" Target="../media/image328.png"/><Relationship Id="rId8" Type="http://schemas.openxmlformats.org/officeDocument/2006/relationships/customXml" Target="../ink/ink284.xml"/><Relationship Id="rId142" Type="http://schemas.openxmlformats.org/officeDocument/2006/relationships/customXml" Target="../ink/ink351.xml"/><Relationship Id="rId184" Type="http://schemas.openxmlformats.org/officeDocument/2006/relationships/customXml" Target="../ink/ink372.xml"/><Relationship Id="rId391" Type="http://schemas.openxmlformats.org/officeDocument/2006/relationships/image" Target="../media/image2310.png"/><Relationship Id="rId405" Type="http://schemas.openxmlformats.org/officeDocument/2006/relationships/image" Target="../media/image2380.png"/><Relationship Id="rId447" Type="http://schemas.openxmlformats.org/officeDocument/2006/relationships/image" Target="../media/image2590.png"/><Relationship Id="rId612" Type="http://schemas.openxmlformats.org/officeDocument/2006/relationships/customXml" Target="../ink/ink587.xml"/><Relationship Id="rId251" Type="http://schemas.openxmlformats.org/officeDocument/2006/relationships/image" Target="../media/image1610.png"/><Relationship Id="rId489" Type="http://schemas.openxmlformats.org/officeDocument/2006/relationships/customXml" Target="../ink/ink525.xml"/><Relationship Id="rId654" Type="http://schemas.openxmlformats.org/officeDocument/2006/relationships/customXml" Target="../ink/ink608.xml"/><Relationship Id="rId696" Type="http://schemas.openxmlformats.org/officeDocument/2006/relationships/customXml" Target="../ink/ink629.xml"/><Relationship Id="rId46" Type="http://schemas.openxmlformats.org/officeDocument/2006/relationships/customXml" Target="../ink/ink303.xml"/><Relationship Id="rId293" Type="http://schemas.openxmlformats.org/officeDocument/2006/relationships/image" Target="../media/image1820.png"/><Relationship Id="rId307" Type="http://schemas.openxmlformats.org/officeDocument/2006/relationships/image" Target="../media/image1890.png"/><Relationship Id="rId349" Type="http://schemas.openxmlformats.org/officeDocument/2006/relationships/image" Target="../media/image2100.png"/><Relationship Id="rId514" Type="http://schemas.openxmlformats.org/officeDocument/2006/relationships/image" Target="../media/image292.png"/><Relationship Id="rId556" Type="http://schemas.openxmlformats.org/officeDocument/2006/relationships/image" Target="../media/image313.png"/><Relationship Id="rId88" Type="http://schemas.openxmlformats.org/officeDocument/2006/relationships/customXml" Target="../ink/ink324.xml"/><Relationship Id="rId111" Type="http://schemas.openxmlformats.org/officeDocument/2006/relationships/image" Target="../media/image910.png"/><Relationship Id="rId153" Type="http://schemas.openxmlformats.org/officeDocument/2006/relationships/image" Target="../media/image1120.png"/><Relationship Id="rId195" Type="http://schemas.openxmlformats.org/officeDocument/2006/relationships/image" Target="../media/image1330.png"/><Relationship Id="rId209" Type="http://schemas.openxmlformats.org/officeDocument/2006/relationships/image" Target="../media/image1400.png"/><Relationship Id="rId360" Type="http://schemas.openxmlformats.org/officeDocument/2006/relationships/customXml" Target="../ink/ink460.xml"/><Relationship Id="rId416" Type="http://schemas.openxmlformats.org/officeDocument/2006/relationships/customXml" Target="../ink/ink488.xml"/><Relationship Id="rId598" Type="http://schemas.openxmlformats.org/officeDocument/2006/relationships/customXml" Target="../ink/ink580.xml"/><Relationship Id="rId220" Type="http://schemas.openxmlformats.org/officeDocument/2006/relationships/customXml" Target="../ink/ink390.xml"/><Relationship Id="rId458" Type="http://schemas.openxmlformats.org/officeDocument/2006/relationships/customXml" Target="../ink/ink509.xml"/><Relationship Id="rId623" Type="http://schemas.openxmlformats.org/officeDocument/2006/relationships/image" Target="../media/image346.png"/><Relationship Id="rId665" Type="http://schemas.openxmlformats.org/officeDocument/2006/relationships/image" Target="../media/image367.png"/><Relationship Id="rId15" Type="http://schemas.openxmlformats.org/officeDocument/2006/relationships/image" Target="../media/image4310.png"/><Relationship Id="rId57" Type="http://schemas.openxmlformats.org/officeDocument/2006/relationships/image" Target="../media/image640.png"/><Relationship Id="rId262" Type="http://schemas.openxmlformats.org/officeDocument/2006/relationships/customXml" Target="../ink/ink411.xml"/><Relationship Id="rId318" Type="http://schemas.openxmlformats.org/officeDocument/2006/relationships/customXml" Target="../ink/ink439.xml"/><Relationship Id="rId525" Type="http://schemas.openxmlformats.org/officeDocument/2006/relationships/customXml" Target="../ink/ink543.xml"/><Relationship Id="rId567" Type="http://schemas.openxmlformats.org/officeDocument/2006/relationships/customXml" Target="../ink/ink564.xml"/><Relationship Id="rId99" Type="http://schemas.openxmlformats.org/officeDocument/2006/relationships/image" Target="../media/image850.png"/><Relationship Id="rId122" Type="http://schemas.openxmlformats.org/officeDocument/2006/relationships/customXml" Target="../ink/ink341.xml"/><Relationship Id="rId164" Type="http://schemas.openxmlformats.org/officeDocument/2006/relationships/customXml" Target="../ink/ink362.xml"/><Relationship Id="rId371" Type="http://schemas.openxmlformats.org/officeDocument/2006/relationships/image" Target="../media/image2210.png"/><Relationship Id="rId427" Type="http://schemas.openxmlformats.org/officeDocument/2006/relationships/image" Target="../media/image2490.png"/><Relationship Id="rId469" Type="http://schemas.openxmlformats.org/officeDocument/2006/relationships/image" Target="../media/image2700.png"/><Relationship Id="rId634" Type="http://schemas.openxmlformats.org/officeDocument/2006/relationships/customXml" Target="../ink/ink598.xml"/><Relationship Id="rId676" Type="http://schemas.openxmlformats.org/officeDocument/2006/relationships/customXml" Target="../ink/ink619.xml"/><Relationship Id="rId26" Type="http://schemas.openxmlformats.org/officeDocument/2006/relationships/customXml" Target="../ink/ink293.xml"/><Relationship Id="rId231" Type="http://schemas.openxmlformats.org/officeDocument/2006/relationships/image" Target="../media/image1510.png"/><Relationship Id="rId273" Type="http://schemas.openxmlformats.org/officeDocument/2006/relationships/image" Target="../media/image1720.png"/><Relationship Id="rId329" Type="http://schemas.openxmlformats.org/officeDocument/2006/relationships/image" Target="../media/image2000.png"/><Relationship Id="rId480" Type="http://schemas.openxmlformats.org/officeDocument/2006/relationships/customXml" Target="../ink/ink520.xml"/><Relationship Id="rId536" Type="http://schemas.openxmlformats.org/officeDocument/2006/relationships/image" Target="../media/image303.png"/><Relationship Id="rId68" Type="http://schemas.openxmlformats.org/officeDocument/2006/relationships/customXml" Target="../ink/ink314.xml"/><Relationship Id="rId133" Type="http://schemas.openxmlformats.org/officeDocument/2006/relationships/image" Target="../media/image1020.png"/><Relationship Id="rId175" Type="http://schemas.openxmlformats.org/officeDocument/2006/relationships/image" Target="../media/image1230.png"/><Relationship Id="rId340" Type="http://schemas.openxmlformats.org/officeDocument/2006/relationships/customXml" Target="../ink/ink450.xml"/><Relationship Id="rId578" Type="http://schemas.openxmlformats.org/officeDocument/2006/relationships/image" Target="../media/image324.png"/><Relationship Id="rId200" Type="http://schemas.openxmlformats.org/officeDocument/2006/relationships/customXml" Target="../ink/ink380.xml"/><Relationship Id="rId382" Type="http://schemas.openxmlformats.org/officeDocument/2006/relationships/customXml" Target="../ink/ink471.xml"/><Relationship Id="rId438" Type="http://schemas.openxmlformats.org/officeDocument/2006/relationships/customXml" Target="../ink/ink499.xml"/><Relationship Id="rId603" Type="http://schemas.openxmlformats.org/officeDocument/2006/relationships/image" Target="../media/image336.png"/><Relationship Id="rId645" Type="http://schemas.openxmlformats.org/officeDocument/2006/relationships/image" Target="../media/image357.png"/><Relationship Id="rId687" Type="http://schemas.openxmlformats.org/officeDocument/2006/relationships/image" Target="../media/image378.png"/><Relationship Id="rId242" Type="http://schemas.openxmlformats.org/officeDocument/2006/relationships/customXml" Target="../ink/ink401.xml"/><Relationship Id="rId284" Type="http://schemas.openxmlformats.org/officeDocument/2006/relationships/customXml" Target="../ink/ink422.xml"/><Relationship Id="rId491" Type="http://schemas.openxmlformats.org/officeDocument/2006/relationships/customXml" Target="../ink/ink526.xml"/><Relationship Id="rId505" Type="http://schemas.openxmlformats.org/officeDocument/2006/relationships/customXml" Target="../ink/ink533.xml"/><Relationship Id="rId37" Type="http://schemas.openxmlformats.org/officeDocument/2006/relationships/image" Target="../media/image5411.png"/><Relationship Id="rId79" Type="http://schemas.openxmlformats.org/officeDocument/2006/relationships/image" Target="../media/image750.png"/><Relationship Id="rId102" Type="http://schemas.openxmlformats.org/officeDocument/2006/relationships/customXml" Target="../ink/ink331.xml"/><Relationship Id="rId144" Type="http://schemas.openxmlformats.org/officeDocument/2006/relationships/customXml" Target="../ink/ink352.xml"/><Relationship Id="rId547" Type="http://schemas.openxmlformats.org/officeDocument/2006/relationships/customXml" Target="../ink/ink554.xml"/><Relationship Id="rId589" Type="http://schemas.openxmlformats.org/officeDocument/2006/relationships/image" Target="../media/image329.png"/><Relationship Id="rId90" Type="http://schemas.openxmlformats.org/officeDocument/2006/relationships/customXml" Target="../ink/ink325.xml"/><Relationship Id="rId186" Type="http://schemas.openxmlformats.org/officeDocument/2006/relationships/customXml" Target="../ink/ink373.xml"/><Relationship Id="rId351" Type="http://schemas.openxmlformats.org/officeDocument/2006/relationships/image" Target="../media/image2110.png"/><Relationship Id="rId393" Type="http://schemas.openxmlformats.org/officeDocument/2006/relationships/image" Target="../media/image2320.png"/><Relationship Id="rId407" Type="http://schemas.openxmlformats.org/officeDocument/2006/relationships/image" Target="../media/image2390.png"/><Relationship Id="rId449" Type="http://schemas.openxmlformats.org/officeDocument/2006/relationships/image" Target="../media/image2600.png"/><Relationship Id="rId614" Type="http://schemas.openxmlformats.org/officeDocument/2006/relationships/customXml" Target="../ink/ink588.xml"/><Relationship Id="rId656" Type="http://schemas.openxmlformats.org/officeDocument/2006/relationships/customXml" Target="../ink/ink609.xml"/><Relationship Id="rId211" Type="http://schemas.openxmlformats.org/officeDocument/2006/relationships/image" Target="../media/image1410.png"/><Relationship Id="rId253" Type="http://schemas.openxmlformats.org/officeDocument/2006/relationships/image" Target="../media/image1620.png"/><Relationship Id="rId295" Type="http://schemas.openxmlformats.org/officeDocument/2006/relationships/image" Target="../media/image1830.png"/><Relationship Id="rId309" Type="http://schemas.openxmlformats.org/officeDocument/2006/relationships/image" Target="../media/image1900.png"/><Relationship Id="rId460" Type="http://schemas.openxmlformats.org/officeDocument/2006/relationships/customXml" Target="../ink/ink510.xml"/><Relationship Id="rId516" Type="http://schemas.openxmlformats.org/officeDocument/2006/relationships/image" Target="../media/image293.png"/><Relationship Id="rId48" Type="http://schemas.openxmlformats.org/officeDocument/2006/relationships/customXml" Target="../ink/ink304.xml"/><Relationship Id="rId113" Type="http://schemas.openxmlformats.org/officeDocument/2006/relationships/image" Target="../media/image920.png"/><Relationship Id="rId320" Type="http://schemas.openxmlformats.org/officeDocument/2006/relationships/customXml" Target="../ink/ink440.xml"/><Relationship Id="rId558" Type="http://schemas.openxmlformats.org/officeDocument/2006/relationships/image" Target="../media/image314.png"/><Relationship Id="rId155" Type="http://schemas.openxmlformats.org/officeDocument/2006/relationships/image" Target="../media/image1130.png"/><Relationship Id="rId197" Type="http://schemas.openxmlformats.org/officeDocument/2006/relationships/image" Target="../media/image1340.png"/><Relationship Id="rId362" Type="http://schemas.openxmlformats.org/officeDocument/2006/relationships/customXml" Target="../ink/ink461.xml"/><Relationship Id="rId418" Type="http://schemas.openxmlformats.org/officeDocument/2006/relationships/customXml" Target="../ink/ink489.xml"/><Relationship Id="rId625" Type="http://schemas.openxmlformats.org/officeDocument/2006/relationships/image" Target="../media/image347.png"/><Relationship Id="rId222" Type="http://schemas.openxmlformats.org/officeDocument/2006/relationships/customXml" Target="../ink/ink391.xml"/><Relationship Id="rId264" Type="http://schemas.openxmlformats.org/officeDocument/2006/relationships/customXml" Target="../ink/ink412.xml"/><Relationship Id="rId471" Type="http://schemas.openxmlformats.org/officeDocument/2006/relationships/image" Target="../media/image2710.png"/><Relationship Id="rId667" Type="http://schemas.openxmlformats.org/officeDocument/2006/relationships/image" Target="../media/image368.png"/><Relationship Id="rId17" Type="http://schemas.openxmlformats.org/officeDocument/2006/relationships/image" Target="../media/image4410.png"/><Relationship Id="rId59" Type="http://schemas.openxmlformats.org/officeDocument/2006/relationships/image" Target="../media/image650.png"/><Relationship Id="rId124" Type="http://schemas.openxmlformats.org/officeDocument/2006/relationships/customXml" Target="../ink/ink342.xml"/><Relationship Id="rId527" Type="http://schemas.openxmlformats.org/officeDocument/2006/relationships/customXml" Target="../ink/ink544.xml"/><Relationship Id="rId569" Type="http://schemas.openxmlformats.org/officeDocument/2006/relationships/customXml" Target="../ink/ink565.xml"/><Relationship Id="rId70" Type="http://schemas.openxmlformats.org/officeDocument/2006/relationships/customXml" Target="../ink/ink315.xml"/><Relationship Id="rId166" Type="http://schemas.openxmlformats.org/officeDocument/2006/relationships/customXml" Target="../ink/ink363.xml"/><Relationship Id="rId331" Type="http://schemas.openxmlformats.org/officeDocument/2006/relationships/image" Target="../media/image2010.png"/><Relationship Id="rId373" Type="http://schemas.openxmlformats.org/officeDocument/2006/relationships/image" Target="../media/image2220.png"/><Relationship Id="rId429" Type="http://schemas.openxmlformats.org/officeDocument/2006/relationships/image" Target="../media/image2500.png"/><Relationship Id="rId580" Type="http://schemas.openxmlformats.org/officeDocument/2006/relationships/customXml" Target="../ink/ink571.xml"/><Relationship Id="rId636" Type="http://schemas.openxmlformats.org/officeDocument/2006/relationships/customXml" Target="../ink/ink599.xml"/><Relationship Id="rId1" Type="http://schemas.openxmlformats.org/officeDocument/2006/relationships/slideLayout" Target="../slideLayouts/slideLayout7.xml"/><Relationship Id="rId233" Type="http://schemas.openxmlformats.org/officeDocument/2006/relationships/image" Target="../media/image1520.png"/><Relationship Id="rId440" Type="http://schemas.openxmlformats.org/officeDocument/2006/relationships/customXml" Target="../ink/ink500.xml"/><Relationship Id="rId678" Type="http://schemas.openxmlformats.org/officeDocument/2006/relationships/customXml" Target="../ink/ink620.xml"/><Relationship Id="rId28" Type="http://schemas.openxmlformats.org/officeDocument/2006/relationships/customXml" Target="../ink/ink294.xml"/><Relationship Id="rId275" Type="http://schemas.openxmlformats.org/officeDocument/2006/relationships/image" Target="../media/image1730.png"/><Relationship Id="rId300" Type="http://schemas.openxmlformats.org/officeDocument/2006/relationships/customXml" Target="../ink/ink430.xml"/><Relationship Id="rId482" Type="http://schemas.openxmlformats.org/officeDocument/2006/relationships/customXml" Target="../ink/ink521.xml"/><Relationship Id="rId538" Type="http://schemas.openxmlformats.org/officeDocument/2006/relationships/image" Target="../media/image304.png"/><Relationship Id="rId81" Type="http://schemas.openxmlformats.org/officeDocument/2006/relationships/image" Target="../media/image760.png"/><Relationship Id="rId135" Type="http://schemas.openxmlformats.org/officeDocument/2006/relationships/image" Target="../media/image1030.png"/><Relationship Id="rId177" Type="http://schemas.openxmlformats.org/officeDocument/2006/relationships/image" Target="../media/image1240.png"/><Relationship Id="rId342" Type="http://schemas.openxmlformats.org/officeDocument/2006/relationships/customXml" Target="../ink/ink451.xml"/><Relationship Id="rId384" Type="http://schemas.openxmlformats.org/officeDocument/2006/relationships/customXml" Target="../ink/ink472.xml"/><Relationship Id="rId591" Type="http://schemas.openxmlformats.org/officeDocument/2006/relationships/image" Target="../media/image330.png"/><Relationship Id="rId605" Type="http://schemas.openxmlformats.org/officeDocument/2006/relationships/image" Target="../media/image337.png"/><Relationship Id="rId202" Type="http://schemas.openxmlformats.org/officeDocument/2006/relationships/customXml" Target="../ink/ink381.xml"/><Relationship Id="rId244" Type="http://schemas.openxmlformats.org/officeDocument/2006/relationships/customXml" Target="../ink/ink402.xml"/><Relationship Id="rId647" Type="http://schemas.openxmlformats.org/officeDocument/2006/relationships/image" Target="../media/image358.png"/><Relationship Id="rId689" Type="http://schemas.openxmlformats.org/officeDocument/2006/relationships/image" Target="../media/image379.png"/><Relationship Id="rId39" Type="http://schemas.openxmlformats.org/officeDocument/2006/relationships/image" Target="../media/image5511.png"/><Relationship Id="rId286" Type="http://schemas.openxmlformats.org/officeDocument/2006/relationships/customXml" Target="../ink/ink423.xml"/><Relationship Id="rId451" Type="http://schemas.openxmlformats.org/officeDocument/2006/relationships/image" Target="../media/image2610.png"/><Relationship Id="rId493" Type="http://schemas.openxmlformats.org/officeDocument/2006/relationships/customXml" Target="../ink/ink527.xml"/><Relationship Id="rId507" Type="http://schemas.openxmlformats.org/officeDocument/2006/relationships/customXml" Target="../ink/ink534.xml"/><Relationship Id="rId549" Type="http://schemas.openxmlformats.org/officeDocument/2006/relationships/customXml" Target="../ink/ink555.xml"/><Relationship Id="rId50" Type="http://schemas.openxmlformats.org/officeDocument/2006/relationships/customXml" Target="../ink/ink305.xml"/><Relationship Id="rId104" Type="http://schemas.openxmlformats.org/officeDocument/2006/relationships/customXml" Target="../ink/ink332.xml"/><Relationship Id="rId146" Type="http://schemas.openxmlformats.org/officeDocument/2006/relationships/customXml" Target="../ink/ink353.xml"/><Relationship Id="rId188" Type="http://schemas.openxmlformats.org/officeDocument/2006/relationships/customXml" Target="../ink/ink374.xml"/><Relationship Id="rId311" Type="http://schemas.openxmlformats.org/officeDocument/2006/relationships/image" Target="../media/image1910.png"/><Relationship Id="rId353" Type="http://schemas.openxmlformats.org/officeDocument/2006/relationships/image" Target="../media/image2120.png"/><Relationship Id="rId395" Type="http://schemas.openxmlformats.org/officeDocument/2006/relationships/image" Target="../media/image2330.png"/><Relationship Id="rId409" Type="http://schemas.openxmlformats.org/officeDocument/2006/relationships/image" Target="../media/image2400.png"/><Relationship Id="rId560" Type="http://schemas.openxmlformats.org/officeDocument/2006/relationships/image" Target="../media/image315.png"/><Relationship Id="rId92" Type="http://schemas.openxmlformats.org/officeDocument/2006/relationships/customXml" Target="../ink/ink326.xml"/><Relationship Id="rId213" Type="http://schemas.openxmlformats.org/officeDocument/2006/relationships/image" Target="../media/image1420.png"/><Relationship Id="rId420" Type="http://schemas.openxmlformats.org/officeDocument/2006/relationships/customXml" Target="../ink/ink490.xml"/><Relationship Id="rId616" Type="http://schemas.openxmlformats.org/officeDocument/2006/relationships/customXml" Target="../ink/ink589.xml"/><Relationship Id="rId658" Type="http://schemas.openxmlformats.org/officeDocument/2006/relationships/customXml" Target="../ink/ink610.xml"/><Relationship Id="rId255" Type="http://schemas.openxmlformats.org/officeDocument/2006/relationships/image" Target="../media/image1630.png"/><Relationship Id="rId297" Type="http://schemas.openxmlformats.org/officeDocument/2006/relationships/image" Target="../media/image1840.png"/><Relationship Id="rId462" Type="http://schemas.openxmlformats.org/officeDocument/2006/relationships/customXml" Target="../ink/ink511.xml"/><Relationship Id="rId518" Type="http://schemas.openxmlformats.org/officeDocument/2006/relationships/image" Target="../media/image294.png"/><Relationship Id="rId115" Type="http://schemas.openxmlformats.org/officeDocument/2006/relationships/image" Target="../media/image930.png"/><Relationship Id="rId157" Type="http://schemas.openxmlformats.org/officeDocument/2006/relationships/image" Target="../media/image1140.png"/><Relationship Id="rId322" Type="http://schemas.openxmlformats.org/officeDocument/2006/relationships/customXml" Target="../ink/ink441.xml"/><Relationship Id="rId364" Type="http://schemas.openxmlformats.org/officeDocument/2006/relationships/customXml" Target="../ink/ink462.xml"/><Relationship Id="rId61" Type="http://schemas.openxmlformats.org/officeDocument/2006/relationships/image" Target="../media/image660.png"/><Relationship Id="rId199" Type="http://schemas.openxmlformats.org/officeDocument/2006/relationships/image" Target="../media/image1350.png"/><Relationship Id="rId571" Type="http://schemas.openxmlformats.org/officeDocument/2006/relationships/customXml" Target="../ink/ink566.xml"/><Relationship Id="rId627" Type="http://schemas.openxmlformats.org/officeDocument/2006/relationships/image" Target="../media/image348.png"/><Relationship Id="rId669" Type="http://schemas.openxmlformats.org/officeDocument/2006/relationships/image" Target="../media/image369.png"/><Relationship Id="rId19" Type="http://schemas.openxmlformats.org/officeDocument/2006/relationships/image" Target="../media/image4510.png"/><Relationship Id="rId224" Type="http://schemas.openxmlformats.org/officeDocument/2006/relationships/customXml" Target="../ink/ink392.xml"/><Relationship Id="rId266" Type="http://schemas.openxmlformats.org/officeDocument/2006/relationships/customXml" Target="../ink/ink413.xml"/><Relationship Id="rId431" Type="http://schemas.openxmlformats.org/officeDocument/2006/relationships/image" Target="../media/image2510.png"/><Relationship Id="rId473" Type="http://schemas.openxmlformats.org/officeDocument/2006/relationships/image" Target="../media/image2720.png"/><Relationship Id="rId529" Type="http://schemas.openxmlformats.org/officeDocument/2006/relationships/customXml" Target="../ink/ink545.xml"/><Relationship Id="rId680" Type="http://schemas.openxmlformats.org/officeDocument/2006/relationships/customXml" Target="../ink/ink621.xml"/><Relationship Id="rId30" Type="http://schemas.openxmlformats.org/officeDocument/2006/relationships/customXml" Target="../ink/ink295.xml"/><Relationship Id="rId126" Type="http://schemas.openxmlformats.org/officeDocument/2006/relationships/customXml" Target="../ink/ink343.xml"/><Relationship Id="rId168" Type="http://schemas.openxmlformats.org/officeDocument/2006/relationships/customXml" Target="../ink/ink364.xml"/><Relationship Id="rId333" Type="http://schemas.openxmlformats.org/officeDocument/2006/relationships/image" Target="../media/image2020.png"/><Relationship Id="rId540" Type="http://schemas.openxmlformats.org/officeDocument/2006/relationships/image" Target="../media/image305.png"/><Relationship Id="rId72" Type="http://schemas.openxmlformats.org/officeDocument/2006/relationships/customXml" Target="../ink/ink316.xml"/><Relationship Id="rId375" Type="http://schemas.openxmlformats.org/officeDocument/2006/relationships/image" Target="../media/image2230.png"/><Relationship Id="rId582" Type="http://schemas.openxmlformats.org/officeDocument/2006/relationships/customXml" Target="../ink/ink572.xml"/><Relationship Id="rId638" Type="http://schemas.openxmlformats.org/officeDocument/2006/relationships/customXml" Target="../ink/ink600.xml"/><Relationship Id="rId3" Type="http://schemas.openxmlformats.org/officeDocument/2006/relationships/image" Target="../media/image3710.png"/><Relationship Id="rId235" Type="http://schemas.openxmlformats.org/officeDocument/2006/relationships/image" Target="../media/image1530.png"/><Relationship Id="rId277" Type="http://schemas.openxmlformats.org/officeDocument/2006/relationships/image" Target="../media/image1740.png"/><Relationship Id="rId400" Type="http://schemas.openxmlformats.org/officeDocument/2006/relationships/customXml" Target="../ink/ink480.xml"/><Relationship Id="rId442" Type="http://schemas.openxmlformats.org/officeDocument/2006/relationships/customXml" Target="../ink/ink501.xml"/><Relationship Id="rId484" Type="http://schemas.openxmlformats.org/officeDocument/2006/relationships/customXml" Target="../ink/ink522.xml"/><Relationship Id="rId137" Type="http://schemas.openxmlformats.org/officeDocument/2006/relationships/image" Target="../media/image1040.png"/><Relationship Id="rId302" Type="http://schemas.openxmlformats.org/officeDocument/2006/relationships/customXml" Target="../ink/ink431.xml"/><Relationship Id="rId344" Type="http://schemas.openxmlformats.org/officeDocument/2006/relationships/customXml" Target="../ink/ink452.xml"/><Relationship Id="rId691" Type="http://schemas.openxmlformats.org/officeDocument/2006/relationships/image" Target="../media/image380.png"/><Relationship Id="rId41" Type="http://schemas.openxmlformats.org/officeDocument/2006/relationships/image" Target="../media/image5611.png"/><Relationship Id="rId83" Type="http://schemas.openxmlformats.org/officeDocument/2006/relationships/image" Target="../media/image770.png"/><Relationship Id="rId179" Type="http://schemas.openxmlformats.org/officeDocument/2006/relationships/image" Target="../media/image1250.png"/><Relationship Id="rId386" Type="http://schemas.openxmlformats.org/officeDocument/2006/relationships/customXml" Target="../ink/ink473.xml"/><Relationship Id="rId551" Type="http://schemas.openxmlformats.org/officeDocument/2006/relationships/customXml" Target="../ink/ink556.xml"/><Relationship Id="rId593" Type="http://schemas.openxmlformats.org/officeDocument/2006/relationships/image" Target="../media/image331.png"/><Relationship Id="rId607" Type="http://schemas.openxmlformats.org/officeDocument/2006/relationships/image" Target="../media/image338.png"/><Relationship Id="rId649" Type="http://schemas.openxmlformats.org/officeDocument/2006/relationships/image" Target="../media/image359.png"/><Relationship Id="rId190" Type="http://schemas.openxmlformats.org/officeDocument/2006/relationships/customXml" Target="../ink/ink375.xml"/><Relationship Id="rId204" Type="http://schemas.openxmlformats.org/officeDocument/2006/relationships/customXml" Target="../ink/ink382.xml"/><Relationship Id="rId246" Type="http://schemas.openxmlformats.org/officeDocument/2006/relationships/customXml" Target="../ink/ink403.xml"/><Relationship Id="rId288" Type="http://schemas.openxmlformats.org/officeDocument/2006/relationships/customXml" Target="../ink/ink424.xml"/><Relationship Id="rId411" Type="http://schemas.openxmlformats.org/officeDocument/2006/relationships/image" Target="../media/image2410.png"/><Relationship Id="rId453" Type="http://schemas.openxmlformats.org/officeDocument/2006/relationships/image" Target="../media/image2620.png"/><Relationship Id="rId509" Type="http://schemas.openxmlformats.org/officeDocument/2006/relationships/customXml" Target="../ink/ink535.xml"/><Relationship Id="rId660" Type="http://schemas.openxmlformats.org/officeDocument/2006/relationships/customXml" Target="../ink/ink611.xml"/><Relationship Id="rId106" Type="http://schemas.openxmlformats.org/officeDocument/2006/relationships/customXml" Target="../ink/ink333.xml"/><Relationship Id="rId313" Type="http://schemas.openxmlformats.org/officeDocument/2006/relationships/image" Target="../media/image1920.png"/><Relationship Id="rId495" Type="http://schemas.openxmlformats.org/officeDocument/2006/relationships/customXml" Target="../ink/ink528.xml"/><Relationship Id="rId10" Type="http://schemas.openxmlformats.org/officeDocument/2006/relationships/customXml" Target="../ink/ink285.xml"/><Relationship Id="rId52" Type="http://schemas.openxmlformats.org/officeDocument/2006/relationships/customXml" Target="../ink/ink306.xml"/><Relationship Id="rId94" Type="http://schemas.openxmlformats.org/officeDocument/2006/relationships/customXml" Target="../ink/ink327.xml"/><Relationship Id="rId148" Type="http://schemas.openxmlformats.org/officeDocument/2006/relationships/customXml" Target="../ink/ink354.xml"/><Relationship Id="rId355" Type="http://schemas.openxmlformats.org/officeDocument/2006/relationships/image" Target="../media/image2130.png"/><Relationship Id="rId397" Type="http://schemas.openxmlformats.org/officeDocument/2006/relationships/image" Target="../media/image2340.png"/><Relationship Id="rId520" Type="http://schemas.openxmlformats.org/officeDocument/2006/relationships/image" Target="../media/image295.png"/><Relationship Id="rId562" Type="http://schemas.openxmlformats.org/officeDocument/2006/relationships/image" Target="../media/image316.png"/><Relationship Id="rId618" Type="http://schemas.openxmlformats.org/officeDocument/2006/relationships/customXml" Target="../ink/ink590.xml"/><Relationship Id="rId215" Type="http://schemas.openxmlformats.org/officeDocument/2006/relationships/image" Target="../media/image1430.png"/><Relationship Id="rId257" Type="http://schemas.openxmlformats.org/officeDocument/2006/relationships/image" Target="../media/image1640.png"/><Relationship Id="rId422" Type="http://schemas.openxmlformats.org/officeDocument/2006/relationships/customXml" Target="../ink/ink491.xml"/><Relationship Id="rId464" Type="http://schemas.openxmlformats.org/officeDocument/2006/relationships/customXml" Target="../ink/ink512.xml"/><Relationship Id="rId299" Type="http://schemas.openxmlformats.org/officeDocument/2006/relationships/image" Target="../media/image1850.png"/><Relationship Id="rId63" Type="http://schemas.openxmlformats.org/officeDocument/2006/relationships/image" Target="../media/image670.png"/><Relationship Id="rId159" Type="http://schemas.openxmlformats.org/officeDocument/2006/relationships/image" Target="../media/image1150.png"/><Relationship Id="rId366" Type="http://schemas.openxmlformats.org/officeDocument/2006/relationships/customXml" Target="../ink/ink463.xml"/><Relationship Id="rId573" Type="http://schemas.openxmlformats.org/officeDocument/2006/relationships/customXml" Target="../ink/ink567.xml"/><Relationship Id="rId226" Type="http://schemas.openxmlformats.org/officeDocument/2006/relationships/customXml" Target="../ink/ink393.xml"/><Relationship Id="rId433" Type="http://schemas.openxmlformats.org/officeDocument/2006/relationships/image" Target="../media/image2520.png"/><Relationship Id="rId640" Type="http://schemas.openxmlformats.org/officeDocument/2006/relationships/customXml" Target="../ink/ink601.xml"/><Relationship Id="rId74" Type="http://schemas.openxmlformats.org/officeDocument/2006/relationships/customXml" Target="../ink/ink317.xml"/><Relationship Id="rId377" Type="http://schemas.openxmlformats.org/officeDocument/2006/relationships/image" Target="../media/image2240.png"/><Relationship Id="rId500" Type="http://schemas.openxmlformats.org/officeDocument/2006/relationships/image" Target="../media/image285.png"/><Relationship Id="rId584" Type="http://schemas.openxmlformats.org/officeDocument/2006/relationships/customXml" Target="../ink/ink573.xml"/><Relationship Id="rId5" Type="http://schemas.openxmlformats.org/officeDocument/2006/relationships/image" Target="../media/image3810.png"/><Relationship Id="rId237" Type="http://schemas.openxmlformats.org/officeDocument/2006/relationships/image" Target="../media/image1540.png"/><Relationship Id="rId444" Type="http://schemas.openxmlformats.org/officeDocument/2006/relationships/customXml" Target="../ink/ink502.xml"/><Relationship Id="rId651" Type="http://schemas.openxmlformats.org/officeDocument/2006/relationships/image" Target="../media/image360.png"/><Relationship Id="rId290" Type="http://schemas.openxmlformats.org/officeDocument/2006/relationships/customXml" Target="../ink/ink425.xml"/><Relationship Id="rId304" Type="http://schemas.openxmlformats.org/officeDocument/2006/relationships/customXml" Target="../ink/ink432.xml"/><Relationship Id="rId388" Type="http://schemas.openxmlformats.org/officeDocument/2006/relationships/customXml" Target="../ink/ink474.xml"/><Relationship Id="rId511" Type="http://schemas.openxmlformats.org/officeDocument/2006/relationships/customXml" Target="../ink/ink536.xml"/><Relationship Id="rId609" Type="http://schemas.openxmlformats.org/officeDocument/2006/relationships/image" Target="../media/image339.png"/><Relationship Id="rId85" Type="http://schemas.openxmlformats.org/officeDocument/2006/relationships/image" Target="../media/image780.png"/><Relationship Id="rId150" Type="http://schemas.openxmlformats.org/officeDocument/2006/relationships/customXml" Target="../ink/ink355.xml"/><Relationship Id="rId595" Type="http://schemas.openxmlformats.org/officeDocument/2006/relationships/image" Target="../media/image332.png"/><Relationship Id="rId248" Type="http://schemas.openxmlformats.org/officeDocument/2006/relationships/customXml" Target="../ink/ink404.xml"/><Relationship Id="rId455" Type="http://schemas.openxmlformats.org/officeDocument/2006/relationships/image" Target="../media/image2630.png"/><Relationship Id="rId662" Type="http://schemas.openxmlformats.org/officeDocument/2006/relationships/customXml" Target="../ink/ink612.xml"/><Relationship Id="rId12" Type="http://schemas.openxmlformats.org/officeDocument/2006/relationships/customXml" Target="../ink/ink286.xml"/><Relationship Id="rId108" Type="http://schemas.openxmlformats.org/officeDocument/2006/relationships/customXml" Target="../ink/ink334.xml"/><Relationship Id="rId315" Type="http://schemas.openxmlformats.org/officeDocument/2006/relationships/image" Target="../media/image1930.png"/><Relationship Id="rId522" Type="http://schemas.openxmlformats.org/officeDocument/2006/relationships/image" Target="../media/image296.png"/><Relationship Id="rId96" Type="http://schemas.openxmlformats.org/officeDocument/2006/relationships/customXml" Target="../ink/ink328.xml"/><Relationship Id="rId161" Type="http://schemas.openxmlformats.org/officeDocument/2006/relationships/image" Target="../media/image1160.png"/><Relationship Id="rId399" Type="http://schemas.openxmlformats.org/officeDocument/2006/relationships/image" Target="../media/image2350.png"/><Relationship Id="rId259" Type="http://schemas.openxmlformats.org/officeDocument/2006/relationships/image" Target="../media/image1650.png"/><Relationship Id="rId466" Type="http://schemas.openxmlformats.org/officeDocument/2006/relationships/customXml" Target="../ink/ink513.xml"/><Relationship Id="rId673" Type="http://schemas.openxmlformats.org/officeDocument/2006/relationships/image" Target="../media/image371.png"/><Relationship Id="rId23" Type="http://schemas.openxmlformats.org/officeDocument/2006/relationships/image" Target="../media/image4710.png"/><Relationship Id="rId119" Type="http://schemas.openxmlformats.org/officeDocument/2006/relationships/image" Target="../media/image950.png"/><Relationship Id="rId326" Type="http://schemas.openxmlformats.org/officeDocument/2006/relationships/customXml" Target="../ink/ink443.xml"/><Relationship Id="rId533" Type="http://schemas.openxmlformats.org/officeDocument/2006/relationships/customXml" Target="../ink/ink547.xml"/><Relationship Id="rId172" Type="http://schemas.openxmlformats.org/officeDocument/2006/relationships/customXml" Target="../ink/ink366.xml"/><Relationship Id="rId477" Type="http://schemas.openxmlformats.org/officeDocument/2006/relationships/image" Target="../media/image2740.png"/><Relationship Id="rId600" Type="http://schemas.openxmlformats.org/officeDocument/2006/relationships/customXml" Target="../ink/ink581.xml"/><Relationship Id="rId684" Type="http://schemas.openxmlformats.org/officeDocument/2006/relationships/customXml" Target="../ink/ink623.xml"/><Relationship Id="rId337" Type="http://schemas.openxmlformats.org/officeDocument/2006/relationships/image" Target="../media/image2040.png"/><Relationship Id="rId34" Type="http://schemas.openxmlformats.org/officeDocument/2006/relationships/customXml" Target="../ink/ink297.xml"/><Relationship Id="rId544" Type="http://schemas.openxmlformats.org/officeDocument/2006/relationships/image" Target="../media/image307.png"/><Relationship Id="rId183" Type="http://schemas.openxmlformats.org/officeDocument/2006/relationships/image" Target="../media/image1270.png"/><Relationship Id="rId390" Type="http://schemas.openxmlformats.org/officeDocument/2006/relationships/customXml" Target="../ink/ink475.xml"/><Relationship Id="rId404" Type="http://schemas.openxmlformats.org/officeDocument/2006/relationships/customXml" Target="../ink/ink482.xml"/><Relationship Id="rId611" Type="http://schemas.openxmlformats.org/officeDocument/2006/relationships/image" Target="../media/image340.png"/><Relationship Id="rId250" Type="http://schemas.openxmlformats.org/officeDocument/2006/relationships/customXml" Target="../ink/ink405.xml"/><Relationship Id="rId488" Type="http://schemas.openxmlformats.org/officeDocument/2006/relationships/customXml" Target="../ink/ink524.xml"/><Relationship Id="rId695" Type="http://schemas.openxmlformats.org/officeDocument/2006/relationships/image" Target="../media/image382.png"/><Relationship Id="rId45" Type="http://schemas.openxmlformats.org/officeDocument/2006/relationships/image" Target="../media/image5811.png"/><Relationship Id="rId110" Type="http://schemas.openxmlformats.org/officeDocument/2006/relationships/customXml" Target="../ink/ink335.xml"/><Relationship Id="rId348" Type="http://schemas.openxmlformats.org/officeDocument/2006/relationships/customXml" Target="../ink/ink454.xml"/><Relationship Id="rId555" Type="http://schemas.openxmlformats.org/officeDocument/2006/relationships/customXml" Target="../ink/ink558.xml"/><Relationship Id="rId194" Type="http://schemas.openxmlformats.org/officeDocument/2006/relationships/customXml" Target="../ink/ink377.xml"/><Relationship Id="rId208" Type="http://schemas.openxmlformats.org/officeDocument/2006/relationships/customXml" Target="../ink/ink384.xml"/><Relationship Id="rId415" Type="http://schemas.openxmlformats.org/officeDocument/2006/relationships/image" Target="../media/image2430.png"/><Relationship Id="rId622" Type="http://schemas.openxmlformats.org/officeDocument/2006/relationships/customXml" Target="../ink/ink592.xml"/><Relationship Id="rId261" Type="http://schemas.openxmlformats.org/officeDocument/2006/relationships/image" Target="../media/image1660.png"/><Relationship Id="rId499" Type="http://schemas.openxmlformats.org/officeDocument/2006/relationships/customXml" Target="../ink/ink530.xml"/><Relationship Id="rId56" Type="http://schemas.openxmlformats.org/officeDocument/2006/relationships/customXml" Target="../ink/ink308.xml"/><Relationship Id="rId359" Type="http://schemas.openxmlformats.org/officeDocument/2006/relationships/image" Target="../media/image2150.png"/><Relationship Id="rId566" Type="http://schemas.openxmlformats.org/officeDocument/2006/relationships/image" Target="../media/image318.png"/><Relationship Id="rId121" Type="http://schemas.openxmlformats.org/officeDocument/2006/relationships/image" Target="../media/image960.png"/><Relationship Id="rId219" Type="http://schemas.openxmlformats.org/officeDocument/2006/relationships/image" Target="../media/image1450.png"/><Relationship Id="rId426" Type="http://schemas.openxmlformats.org/officeDocument/2006/relationships/customXml" Target="../ink/ink493.xml"/><Relationship Id="rId633" Type="http://schemas.openxmlformats.org/officeDocument/2006/relationships/image" Target="../media/image351.png"/><Relationship Id="rId67" Type="http://schemas.openxmlformats.org/officeDocument/2006/relationships/image" Target="../media/image690.png"/><Relationship Id="rId272" Type="http://schemas.openxmlformats.org/officeDocument/2006/relationships/customXml" Target="../ink/ink416.xml"/><Relationship Id="rId577" Type="http://schemas.openxmlformats.org/officeDocument/2006/relationships/customXml" Target="../ink/ink569.xml"/><Relationship Id="rId132" Type="http://schemas.openxmlformats.org/officeDocument/2006/relationships/customXml" Target="../ink/ink346.xml"/><Relationship Id="rId437" Type="http://schemas.openxmlformats.org/officeDocument/2006/relationships/image" Target="../media/image2540.png"/><Relationship Id="rId644" Type="http://schemas.openxmlformats.org/officeDocument/2006/relationships/customXml" Target="../ink/ink603.xml"/><Relationship Id="rId283" Type="http://schemas.openxmlformats.org/officeDocument/2006/relationships/image" Target="../media/image1770.png"/><Relationship Id="rId490" Type="http://schemas.openxmlformats.org/officeDocument/2006/relationships/image" Target="../media/image2800.png"/><Relationship Id="rId504" Type="http://schemas.openxmlformats.org/officeDocument/2006/relationships/image" Target="../media/image287.png"/><Relationship Id="rId78" Type="http://schemas.openxmlformats.org/officeDocument/2006/relationships/customXml" Target="../ink/ink319.xml"/><Relationship Id="rId143" Type="http://schemas.openxmlformats.org/officeDocument/2006/relationships/image" Target="../media/image1070.png"/><Relationship Id="rId350" Type="http://schemas.openxmlformats.org/officeDocument/2006/relationships/customXml" Target="../ink/ink455.xml"/><Relationship Id="rId588" Type="http://schemas.openxmlformats.org/officeDocument/2006/relationships/customXml" Target="../ink/ink575.xml"/><Relationship Id="rId9" Type="http://schemas.openxmlformats.org/officeDocument/2006/relationships/image" Target="../media/image4010.png"/><Relationship Id="rId210" Type="http://schemas.openxmlformats.org/officeDocument/2006/relationships/customXml" Target="../ink/ink385.xml"/><Relationship Id="rId448" Type="http://schemas.openxmlformats.org/officeDocument/2006/relationships/customXml" Target="../ink/ink504.xml"/><Relationship Id="rId655" Type="http://schemas.openxmlformats.org/officeDocument/2006/relationships/image" Target="../media/image362.png"/><Relationship Id="rId294" Type="http://schemas.openxmlformats.org/officeDocument/2006/relationships/customXml" Target="../ink/ink427.xml"/><Relationship Id="rId308" Type="http://schemas.openxmlformats.org/officeDocument/2006/relationships/customXml" Target="../ink/ink434.xml"/><Relationship Id="rId515" Type="http://schemas.openxmlformats.org/officeDocument/2006/relationships/customXml" Target="../ink/ink538.xml"/><Relationship Id="rId89" Type="http://schemas.openxmlformats.org/officeDocument/2006/relationships/image" Target="../media/image800.png"/><Relationship Id="rId154" Type="http://schemas.openxmlformats.org/officeDocument/2006/relationships/customXml" Target="../ink/ink357.xml"/><Relationship Id="rId361" Type="http://schemas.openxmlformats.org/officeDocument/2006/relationships/image" Target="../media/image2160.png"/><Relationship Id="rId599" Type="http://schemas.openxmlformats.org/officeDocument/2006/relationships/image" Target="../media/image334.png"/><Relationship Id="rId459" Type="http://schemas.openxmlformats.org/officeDocument/2006/relationships/image" Target="../media/image2650.png"/><Relationship Id="rId666" Type="http://schemas.openxmlformats.org/officeDocument/2006/relationships/customXml" Target="../ink/ink614.xml"/><Relationship Id="rId16" Type="http://schemas.openxmlformats.org/officeDocument/2006/relationships/customXml" Target="../ink/ink288.xml"/><Relationship Id="rId221" Type="http://schemas.openxmlformats.org/officeDocument/2006/relationships/image" Target="../media/image1460.png"/><Relationship Id="rId319" Type="http://schemas.openxmlformats.org/officeDocument/2006/relationships/image" Target="../media/image1950.png"/><Relationship Id="rId526" Type="http://schemas.openxmlformats.org/officeDocument/2006/relationships/image" Target="../media/image298.png"/><Relationship Id="rId165" Type="http://schemas.openxmlformats.org/officeDocument/2006/relationships/image" Target="../media/image1180.png"/><Relationship Id="rId372" Type="http://schemas.openxmlformats.org/officeDocument/2006/relationships/customXml" Target="../ink/ink466.xml"/><Relationship Id="rId677" Type="http://schemas.openxmlformats.org/officeDocument/2006/relationships/image" Target="../media/image373.png"/><Relationship Id="rId232" Type="http://schemas.openxmlformats.org/officeDocument/2006/relationships/customXml" Target="../ink/ink396.xml"/><Relationship Id="rId27" Type="http://schemas.openxmlformats.org/officeDocument/2006/relationships/image" Target="../media/image4911.png"/><Relationship Id="rId537" Type="http://schemas.openxmlformats.org/officeDocument/2006/relationships/customXml" Target="../ink/ink549.xml"/><Relationship Id="rId80" Type="http://schemas.openxmlformats.org/officeDocument/2006/relationships/customXml" Target="../ink/ink320.xml"/><Relationship Id="rId176" Type="http://schemas.openxmlformats.org/officeDocument/2006/relationships/customXml" Target="../ink/ink368.xml"/><Relationship Id="rId383" Type="http://schemas.openxmlformats.org/officeDocument/2006/relationships/image" Target="../media/image2270.png"/><Relationship Id="rId590" Type="http://schemas.openxmlformats.org/officeDocument/2006/relationships/customXml" Target="../ink/ink576.xml"/><Relationship Id="rId604" Type="http://schemas.openxmlformats.org/officeDocument/2006/relationships/customXml" Target="../ink/ink583.xml"/><Relationship Id="rId243" Type="http://schemas.openxmlformats.org/officeDocument/2006/relationships/image" Target="../media/image1570.png"/><Relationship Id="rId450" Type="http://schemas.openxmlformats.org/officeDocument/2006/relationships/customXml" Target="../ink/ink505.xml"/><Relationship Id="rId688" Type="http://schemas.openxmlformats.org/officeDocument/2006/relationships/customXml" Target="../ink/ink625.xml"/><Relationship Id="rId38" Type="http://schemas.openxmlformats.org/officeDocument/2006/relationships/customXml" Target="../ink/ink299.xml"/><Relationship Id="rId103" Type="http://schemas.openxmlformats.org/officeDocument/2006/relationships/image" Target="../media/image870.png"/><Relationship Id="rId310" Type="http://schemas.openxmlformats.org/officeDocument/2006/relationships/customXml" Target="../ink/ink435.xml"/><Relationship Id="rId548" Type="http://schemas.openxmlformats.org/officeDocument/2006/relationships/image" Target="../media/image309.png"/><Relationship Id="rId91" Type="http://schemas.openxmlformats.org/officeDocument/2006/relationships/image" Target="../media/image810.png"/><Relationship Id="rId187" Type="http://schemas.openxmlformats.org/officeDocument/2006/relationships/image" Target="../media/image1290.png"/><Relationship Id="rId394" Type="http://schemas.openxmlformats.org/officeDocument/2006/relationships/customXml" Target="../ink/ink477.xml"/><Relationship Id="rId408" Type="http://schemas.openxmlformats.org/officeDocument/2006/relationships/customXml" Target="../ink/ink484.xml"/><Relationship Id="rId615" Type="http://schemas.openxmlformats.org/officeDocument/2006/relationships/image" Target="../media/image342.png"/><Relationship Id="rId254" Type="http://schemas.openxmlformats.org/officeDocument/2006/relationships/customXml" Target="../ink/ink407.xml"/><Relationship Id="rId49" Type="http://schemas.openxmlformats.org/officeDocument/2006/relationships/image" Target="../media/image605.png"/><Relationship Id="rId114" Type="http://schemas.openxmlformats.org/officeDocument/2006/relationships/customXml" Target="../ink/ink337.xml"/><Relationship Id="rId461" Type="http://schemas.openxmlformats.org/officeDocument/2006/relationships/image" Target="../media/image2660.png"/><Relationship Id="rId559" Type="http://schemas.openxmlformats.org/officeDocument/2006/relationships/customXml" Target="../ink/ink560.xml"/><Relationship Id="rId198" Type="http://schemas.openxmlformats.org/officeDocument/2006/relationships/customXml" Target="../ink/ink379.xml"/><Relationship Id="rId321" Type="http://schemas.openxmlformats.org/officeDocument/2006/relationships/image" Target="../media/image1960.png"/><Relationship Id="rId419" Type="http://schemas.openxmlformats.org/officeDocument/2006/relationships/image" Target="../media/image2450.png"/><Relationship Id="rId626" Type="http://schemas.openxmlformats.org/officeDocument/2006/relationships/customXml" Target="../ink/ink594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40.png"/><Relationship Id="rId299" Type="http://schemas.openxmlformats.org/officeDocument/2006/relationships/customXml" Target="../ink/ink779.xml"/><Relationship Id="rId21" Type="http://schemas.openxmlformats.org/officeDocument/2006/relationships/image" Target="../media/image4610.png"/><Relationship Id="rId63" Type="http://schemas.openxmlformats.org/officeDocument/2006/relationships/image" Target="../media/image670.png"/><Relationship Id="rId159" Type="http://schemas.openxmlformats.org/officeDocument/2006/relationships/image" Target="../media/image1160.png"/><Relationship Id="rId324" Type="http://schemas.openxmlformats.org/officeDocument/2006/relationships/image" Target="../media/image413.png"/><Relationship Id="rId366" Type="http://schemas.openxmlformats.org/officeDocument/2006/relationships/image" Target="../media/image434.png"/><Relationship Id="rId170" Type="http://schemas.openxmlformats.org/officeDocument/2006/relationships/customXml" Target="../ink/ink714.xml"/><Relationship Id="rId226" Type="http://schemas.openxmlformats.org/officeDocument/2006/relationships/customXml" Target="../ink/ink742.xml"/><Relationship Id="rId268" Type="http://schemas.openxmlformats.org/officeDocument/2006/relationships/image" Target="../media/image385.png"/><Relationship Id="rId32" Type="http://schemas.openxmlformats.org/officeDocument/2006/relationships/customXml" Target="../ink/ink645.xml"/><Relationship Id="rId74" Type="http://schemas.openxmlformats.org/officeDocument/2006/relationships/customXml" Target="../ink/ink666.xml"/><Relationship Id="rId128" Type="http://schemas.openxmlformats.org/officeDocument/2006/relationships/customXml" Target="../ink/ink693.xml"/><Relationship Id="rId335" Type="http://schemas.openxmlformats.org/officeDocument/2006/relationships/customXml" Target="../ink/ink797.xml"/><Relationship Id="rId377" Type="http://schemas.openxmlformats.org/officeDocument/2006/relationships/customXml" Target="../ink/ink818.xml"/><Relationship Id="rId5" Type="http://schemas.openxmlformats.org/officeDocument/2006/relationships/image" Target="../media/image3810.png"/><Relationship Id="rId181" Type="http://schemas.openxmlformats.org/officeDocument/2006/relationships/image" Target="../media/image1270.png"/><Relationship Id="rId237" Type="http://schemas.openxmlformats.org/officeDocument/2006/relationships/image" Target="../media/image1700.png"/><Relationship Id="rId402" Type="http://schemas.openxmlformats.org/officeDocument/2006/relationships/image" Target="../media/image452.png"/><Relationship Id="rId279" Type="http://schemas.openxmlformats.org/officeDocument/2006/relationships/customXml" Target="../ink/ink769.xml"/><Relationship Id="rId43" Type="http://schemas.openxmlformats.org/officeDocument/2006/relationships/image" Target="../media/image5711.png"/><Relationship Id="rId139" Type="http://schemas.openxmlformats.org/officeDocument/2006/relationships/image" Target="../media/image1050.png"/><Relationship Id="rId290" Type="http://schemas.openxmlformats.org/officeDocument/2006/relationships/image" Target="../media/image396.png"/><Relationship Id="rId304" Type="http://schemas.openxmlformats.org/officeDocument/2006/relationships/image" Target="../media/image403.png"/><Relationship Id="rId346" Type="http://schemas.openxmlformats.org/officeDocument/2006/relationships/image" Target="../media/image424.png"/><Relationship Id="rId388" Type="http://schemas.openxmlformats.org/officeDocument/2006/relationships/image" Target="../media/image445.png"/><Relationship Id="rId85" Type="http://schemas.openxmlformats.org/officeDocument/2006/relationships/image" Target="../media/image780.png"/><Relationship Id="rId150" Type="http://schemas.openxmlformats.org/officeDocument/2006/relationships/customXml" Target="../ink/ink704.xml"/><Relationship Id="rId192" Type="http://schemas.openxmlformats.org/officeDocument/2006/relationships/customXml" Target="../ink/ink725.xml"/><Relationship Id="rId206" Type="http://schemas.openxmlformats.org/officeDocument/2006/relationships/customXml" Target="../ink/ink732.xml"/><Relationship Id="rId413" Type="http://schemas.openxmlformats.org/officeDocument/2006/relationships/customXml" Target="../ink/ink836.xml"/><Relationship Id="rId248" Type="http://schemas.openxmlformats.org/officeDocument/2006/relationships/customXml" Target="../ink/ink753.xml"/><Relationship Id="rId12" Type="http://schemas.openxmlformats.org/officeDocument/2006/relationships/customXml" Target="../ink/ink635.xml"/><Relationship Id="rId108" Type="http://schemas.openxmlformats.org/officeDocument/2006/relationships/customXml" Target="../ink/ink683.xml"/><Relationship Id="rId315" Type="http://schemas.openxmlformats.org/officeDocument/2006/relationships/customXml" Target="../ink/ink787.xml"/><Relationship Id="rId357" Type="http://schemas.openxmlformats.org/officeDocument/2006/relationships/customXml" Target="../ink/ink808.xml"/><Relationship Id="rId54" Type="http://schemas.openxmlformats.org/officeDocument/2006/relationships/customXml" Target="../ink/ink656.xml"/><Relationship Id="rId96" Type="http://schemas.openxmlformats.org/officeDocument/2006/relationships/customXml" Target="../ink/ink677.xml"/><Relationship Id="rId161" Type="http://schemas.openxmlformats.org/officeDocument/2006/relationships/image" Target="../media/image1170.png"/><Relationship Id="rId217" Type="http://schemas.openxmlformats.org/officeDocument/2006/relationships/image" Target="../media/image1600.png"/><Relationship Id="rId399" Type="http://schemas.openxmlformats.org/officeDocument/2006/relationships/customXml" Target="../ink/ink829.xml"/><Relationship Id="rId259" Type="http://schemas.openxmlformats.org/officeDocument/2006/relationships/image" Target="../media/image2580.png"/><Relationship Id="rId23" Type="http://schemas.openxmlformats.org/officeDocument/2006/relationships/image" Target="../media/image4710.png"/><Relationship Id="rId119" Type="http://schemas.openxmlformats.org/officeDocument/2006/relationships/image" Target="../media/image950.png"/><Relationship Id="rId270" Type="http://schemas.openxmlformats.org/officeDocument/2006/relationships/image" Target="../media/image386.png"/><Relationship Id="rId326" Type="http://schemas.openxmlformats.org/officeDocument/2006/relationships/image" Target="../media/image414.png"/><Relationship Id="rId65" Type="http://schemas.openxmlformats.org/officeDocument/2006/relationships/image" Target="../media/image680.png"/><Relationship Id="rId130" Type="http://schemas.openxmlformats.org/officeDocument/2006/relationships/customXml" Target="../ink/ink694.xml"/><Relationship Id="rId368" Type="http://schemas.openxmlformats.org/officeDocument/2006/relationships/image" Target="../media/image435.png"/><Relationship Id="rId172" Type="http://schemas.openxmlformats.org/officeDocument/2006/relationships/customXml" Target="../ink/ink715.xml"/><Relationship Id="rId228" Type="http://schemas.openxmlformats.org/officeDocument/2006/relationships/customXml" Target="../ink/ink743.xml"/><Relationship Id="rId281" Type="http://schemas.openxmlformats.org/officeDocument/2006/relationships/customXml" Target="../ink/ink770.xml"/><Relationship Id="rId337" Type="http://schemas.openxmlformats.org/officeDocument/2006/relationships/customXml" Target="../ink/ink798.xml"/><Relationship Id="rId34" Type="http://schemas.openxmlformats.org/officeDocument/2006/relationships/customXml" Target="../ink/ink646.xml"/><Relationship Id="rId76" Type="http://schemas.openxmlformats.org/officeDocument/2006/relationships/customXml" Target="../ink/ink667.xml"/><Relationship Id="rId141" Type="http://schemas.openxmlformats.org/officeDocument/2006/relationships/image" Target="../media/image1060.png"/><Relationship Id="rId379" Type="http://schemas.openxmlformats.org/officeDocument/2006/relationships/customXml" Target="../ink/ink819.xml"/><Relationship Id="rId7" Type="http://schemas.openxmlformats.org/officeDocument/2006/relationships/image" Target="../media/image3910.png"/><Relationship Id="rId183" Type="http://schemas.openxmlformats.org/officeDocument/2006/relationships/image" Target="../media/image1280.png"/><Relationship Id="rId239" Type="http://schemas.openxmlformats.org/officeDocument/2006/relationships/image" Target="../media/image1710.png"/><Relationship Id="rId390" Type="http://schemas.openxmlformats.org/officeDocument/2006/relationships/image" Target="../media/image446.png"/><Relationship Id="rId404" Type="http://schemas.openxmlformats.org/officeDocument/2006/relationships/image" Target="../media/image453.png"/><Relationship Id="rId250" Type="http://schemas.openxmlformats.org/officeDocument/2006/relationships/customXml" Target="../ink/ink754.xml"/><Relationship Id="rId292" Type="http://schemas.openxmlformats.org/officeDocument/2006/relationships/image" Target="../media/image397.png"/><Relationship Id="rId306" Type="http://schemas.openxmlformats.org/officeDocument/2006/relationships/image" Target="../media/image404.png"/><Relationship Id="rId45" Type="http://schemas.openxmlformats.org/officeDocument/2006/relationships/image" Target="../media/image5811.png"/><Relationship Id="rId87" Type="http://schemas.openxmlformats.org/officeDocument/2006/relationships/image" Target="../media/image790.png"/><Relationship Id="rId110" Type="http://schemas.openxmlformats.org/officeDocument/2006/relationships/customXml" Target="../ink/ink684.xml"/><Relationship Id="rId348" Type="http://schemas.openxmlformats.org/officeDocument/2006/relationships/image" Target="../media/image425.png"/><Relationship Id="rId152" Type="http://schemas.openxmlformats.org/officeDocument/2006/relationships/customXml" Target="../ink/ink705.xml"/><Relationship Id="rId194" Type="http://schemas.openxmlformats.org/officeDocument/2006/relationships/customXml" Target="../ink/ink726.xml"/><Relationship Id="rId208" Type="http://schemas.openxmlformats.org/officeDocument/2006/relationships/customXml" Target="../ink/ink733.xml"/><Relationship Id="rId415" Type="http://schemas.openxmlformats.org/officeDocument/2006/relationships/customXml" Target="../ink/ink837.xml"/><Relationship Id="rId261" Type="http://schemas.openxmlformats.org/officeDocument/2006/relationships/image" Target="../media/image2780.png"/><Relationship Id="rId14" Type="http://schemas.openxmlformats.org/officeDocument/2006/relationships/customXml" Target="../ink/ink636.xml"/><Relationship Id="rId56" Type="http://schemas.openxmlformats.org/officeDocument/2006/relationships/customXml" Target="../ink/ink657.xml"/><Relationship Id="rId317" Type="http://schemas.openxmlformats.org/officeDocument/2006/relationships/customXml" Target="../ink/ink788.xml"/><Relationship Id="rId359" Type="http://schemas.openxmlformats.org/officeDocument/2006/relationships/customXml" Target="../ink/ink809.xml"/><Relationship Id="rId98" Type="http://schemas.openxmlformats.org/officeDocument/2006/relationships/customXml" Target="../ink/ink678.xml"/><Relationship Id="rId121" Type="http://schemas.openxmlformats.org/officeDocument/2006/relationships/image" Target="../media/image960.png"/><Relationship Id="rId163" Type="http://schemas.openxmlformats.org/officeDocument/2006/relationships/image" Target="../media/image1180.png"/><Relationship Id="rId219" Type="http://schemas.openxmlformats.org/officeDocument/2006/relationships/image" Target="../media/image1610.png"/><Relationship Id="rId370" Type="http://schemas.openxmlformats.org/officeDocument/2006/relationships/image" Target="../media/image436.png"/><Relationship Id="rId230" Type="http://schemas.openxmlformats.org/officeDocument/2006/relationships/customXml" Target="../ink/ink744.xml"/><Relationship Id="rId25" Type="http://schemas.openxmlformats.org/officeDocument/2006/relationships/image" Target="../media/image4811.png"/><Relationship Id="rId67" Type="http://schemas.openxmlformats.org/officeDocument/2006/relationships/image" Target="../media/image690.png"/><Relationship Id="rId272" Type="http://schemas.openxmlformats.org/officeDocument/2006/relationships/image" Target="../media/image387.png"/><Relationship Id="rId328" Type="http://schemas.openxmlformats.org/officeDocument/2006/relationships/image" Target="../media/image415.png"/><Relationship Id="rId132" Type="http://schemas.openxmlformats.org/officeDocument/2006/relationships/customXml" Target="../ink/ink695.xml"/><Relationship Id="rId174" Type="http://schemas.openxmlformats.org/officeDocument/2006/relationships/customXml" Target="../ink/ink716.xml"/><Relationship Id="rId381" Type="http://schemas.openxmlformats.org/officeDocument/2006/relationships/customXml" Target="../ink/ink820.xml"/><Relationship Id="rId241" Type="http://schemas.openxmlformats.org/officeDocument/2006/relationships/image" Target="../media/image1720.png"/><Relationship Id="rId36" Type="http://schemas.openxmlformats.org/officeDocument/2006/relationships/customXml" Target="../ink/ink647.xml"/><Relationship Id="rId283" Type="http://schemas.openxmlformats.org/officeDocument/2006/relationships/customXml" Target="../ink/ink771.xml"/><Relationship Id="rId339" Type="http://schemas.openxmlformats.org/officeDocument/2006/relationships/customXml" Target="../ink/ink799.xml"/><Relationship Id="rId78" Type="http://schemas.openxmlformats.org/officeDocument/2006/relationships/customXml" Target="../ink/ink668.xml"/><Relationship Id="rId101" Type="http://schemas.openxmlformats.org/officeDocument/2006/relationships/image" Target="../media/image860.png"/><Relationship Id="rId143" Type="http://schemas.openxmlformats.org/officeDocument/2006/relationships/image" Target="../media/image1070.png"/><Relationship Id="rId185" Type="http://schemas.openxmlformats.org/officeDocument/2006/relationships/image" Target="../media/image1440.png"/><Relationship Id="rId350" Type="http://schemas.openxmlformats.org/officeDocument/2006/relationships/image" Target="../media/image426.png"/><Relationship Id="rId406" Type="http://schemas.openxmlformats.org/officeDocument/2006/relationships/image" Target="../media/image454.png"/><Relationship Id="rId9" Type="http://schemas.openxmlformats.org/officeDocument/2006/relationships/image" Target="../media/image4010.png"/><Relationship Id="rId210" Type="http://schemas.openxmlformats.org/officeDocument/2006/relationships/customXml" Target="../ink/ink734.xml"/><Relationship Id="rId392" Type="http://schemas.openxmlformats.org/officeDocument/2006/relationships/image" Target="../media/image447.png"/><Relationship Id="rId252" Type="http://schemas.openxmlformats.org/officeDocument/2006/relationships/customXml" Target="../ink/ink755.xml"/><Relationship Id="rId294" Type="http://schemas.openxmlformats.org/officeDocument/2006/relationships/image" Target="../media/image398.png"/><Relationship Id="rId308" Type="http://schemas.openxmlformats.org/officeDocument/2006/relationships/image" Target="../media/image405.png"/><Relationship Id="rId47" Type="http://schemas.openxmlformats.org/officeDocument/2006/relationships/image" Target="../media/image5911.png"/><Relationship Id="rId89" Type="http://schemas.openxmlformats.org/officeDocument/2006/relationships/image" Target="../media/image800.png"/><Relationship Id="rId112" Type="http://schemas.openxmlformats.org/officeDocument/2006/relationships/customXml" Target="../ink/ink685.xml"/><Relationship Id="rId154" Type="http://schemas.openxmlformats.org/officeDocument/2006/relationships/customXml" Target="../ink/ink706.xml"/><Relationship Id="rId361" Type="http://schemas.openxmlformats.org/officeDocument/2006/relationships/customXml" Target="../ink/ink810.xml"/><Relationship Id="rId196" Type="http://schemas.openxmlformats.org/officeDocument/2006/relationships/customXml" Target="../ink/ink727.xml"/><Relationship Id="rId16" Type="http://schemas.openxmlformats.org/officeDocument/2006/relationships/customXml" Target="../ink/ink637.xml"/><Relationship Id="rId221" Type="http://schemas.openxmlformats.org/officeDocument/2006/relationships/image" Target="../media/image1620.png"/><Relationship Id="rId263" Type="http://schemas.openxmlformats.org/officeDocument/2006/relationships/image" Target="../media/image2790.png"/><Relationship Id="rId319" Type="http://schemas.openxmlformats.org/officeDocument/2006/relationships/customXml" Target="../ink/ink789.xml"/><Relationship Id="rId58" Type="http://schemas.openxmlformats.org/officeDocument/2006/relationships/customXml" Target="../ink/ink658.xml"/><Relationship Id="rId123" Type="http://schemas.openxmlformats.org/officeDocument/2006/relationships/image" Target="../media/image970.png"/><Relationship Id="rId330" Type="http://schemas.openxmlformats.org/officeDocument/2006/relationships/image" Target="../media/image416.png"/><Relationship Id="rId165" Type="http://schemas.openxmlformats.org/officeDocument/2006/relationships/image" Target="../media/image1190.png"/><Relationship Id="rId372" Type="http://schemas.openxmlformats.org/officeDocument/2006/relationships/image" Target="../media/image437.png"/><Relationship Id="rId232" Type="http://schemas.openxmlformats.org/officeDocument/2006/relationships/customXml" Target="../ink/ink745.xml"/><Relationship Id="rId274" Type="http://schemas.openxmlformats.org/officeDocument/2006/relationships/image" Target="../media/image388.png"/><Relationship Id="rId27" Type="http://schemas.openxmlformats.org/officeDocument/2006/relationships/image" Target="../media/image4911.png"/><Relationship Id="rId69" Type="http://schemas.openxmlformats.org/officeDocument/2006/relationships/image" Target="../media/image700.png"/><Relationship Id="rId134" Type="http://schemas.openxmlformats.org/officeDocument/2006/relationships/customXml" Target="../ink/ink696.xml"/><Relationship Id="rId80" Type="http://schemas.openxmlformats.org/officeDocument/2006/relationships/customXml" Target="../ink/ink669.xml"/><Relationship Id="rId155" Type="http://schemas.openxmlformats.org/officeDocument/2006/relationships/image" Target="../media/image1130.png"/><Relationship Id="rId176" Type="http://schemas.openxmlformats.org/officeDocument/2006/relationships/customXml" Target="../ink/ink717.xml"/><Relationship Id="rId197" Type="http://schemas.openxmlformats.org/officeDocument/2006/relationships/image" Target="../media/image1500.png"/><Relationship Id="rId341" Type="http://schemas.openxmlformats.org/officeDocument/2006/relationships/customXml" Target="../ink/ink800.xml"/><Relationship Id="rId362" Type="http://schemas.openxmlformats.org/officeDocument/2006/relationships/image" Target="../media/image432.png"/><Relationship Id="rId383" Type="http://schemas.openxmlformats.org/officeDocument/2006/relationships/customXml" Target="../ink/ink821.xml"/><Relationship Id="rId201" Type="http://schemas.openxmlformats.org/officeDocument/2006/relationships/image" Target="../media/image1520.png"/><Relationship Id="rId222" Type="http://schemas.openxmlformats.org/officeDocument/2006/relationships/customXml" Target="../ink/ink740.xml"/><Relationship Id="rId243" Type="http://schemas.openxmlformats.org/officeDocument/2006/relationships/image" Target="../media/image1730.png"/><Relationship Id="rId264" Type="http://schemas.openxmlformats.org/officeDocument/2006/relationships/customXml" Target="../ink/ink761.xml"/><Relationship Id="rId285" Type="http://schemas.openxmlformats.org/officeDocument/2006/relationships/customXml" Target="../ink/ink772.xml"/><Relationship Id="rId17" Type="http://schemas.openxmlformats.org/officeDocument/2006/relationships/image" Target="../media/image4410.png"/><Relationship Id="rId38" Type="http://schemas.openxmlformats.org/officeDocument/2006/relationships/customXml" Target="../ink/ink648.xml"/><Relationship Id="rId59" Type="http://schemas.openxmlformats.org/officeDocument/2006/relationships/image" Target="../media/image650.png"/><Relationship Id="rId103" Type="http://schemas.openxmlformats.org/officeDocument/2006/relationships/image" Target="../media/image870.png"/><Relationship Id="rId124" Type="http://schemas.openxmlformats.org/officeDocument/2006/relationships/customXml" Target="../ink/ink691.xml"/><Relationship Id="rId310" Type="http://schemas.openxmlformats.org/officeDocument/2006/relationships/image" Target="../media/image406.png"/><Relationship Id="rId70" Type="http://schemas.openxmlformats.org/officeDocument/2006/relationships/customXml" Target="../ink/ink664.xml"/><Relationship Id="rId91" Type="http://schemas.openxmlformats.org/officeDocument/2006/relationships/image" Target="../media/image810.png"/><Relationship Id="rId145" Type="http://schemas.openxmlformats.org/officeDocument/2006/relationships/image" Target="../media/image1080.png"/><Relationship Id="rId166" Type="http://schemas.openxmlformats.org/officeDocument/2006/relationships/customXml" Target="../ink/ink712.xml"/><Relationship Id="rId187" Type="http://schemas.openxmlformats.org/officeDocument/2006/relationships/image" Target="../media/image1450.png"/><Relationship Id="rId331" Type="http://schemas.openxmlformats.org/officeDocument/2006/relationships/customXml" Target="../ink/ink795.xml"/><Relationship Id="rId352" Type="http://schemas.openxmlformats.org/officeDocument/2006/relationships/image" Target="../media/image427.png"/><Relationship Id="rId373" Type="http://schemas.openxmlformats.org/officeDocument/2006/relationships/customXml" Target="../ink/ink816.xml"/><Relationship Id="rId394" Type="http://schemas.openxmlformats.org/officeDocument/2006/relationships/image" Target="../media/image448.png"/><Relationship Id="rId408" Type="http://schemas.openxmlformats.org/officeDocument/2006/relationships/image" Target="../media/image455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735.xml"/><Relationship Id="rId233" Type="http://schemas.openxmlformats.org/officeDocument/2006/relationships/image" Target="../media/image1680.png"/><Relationship Id="rId254" Type="http://schemas.openxmlformats.org/officeDocument/2006/relationships/customXml" Target="../ink/ink756.xml"/><Relationship Id="rId28" Type="http://schemas.openxmlformats.org/officeDocument/2006/relationships/customXml" Target="../ink/ink643.xml"/><Relationship Id="rId49" Type="http://schemas.openxmlformats.org/officeDocument/2006/relationships/image" Target="../media/image605.png"/><Relationship Id="rId114" Type="http://schemas.openxmlformats.org/officeDocument/2006/relationships/customXml" Target="../ink/ink686.xml"/><Relationship Id="rId275" Type="http://schemas.openxmlformats.org/officeDocument/2006/relationships/customXml" Target="../ink/ink767.xml"/><Relationship Id="rId296" Type="http://schemas.openxmlformats.org/officeDocument/2006/relationships/image" Target="../media/image399.png"/><Relationship Id="rId300" Type="http://schemas.openxmlformats.org/officeDocument/2006/relationships/image" Target="../media/image401.png"/><Relationship Id="rId60" Type="http://schemas.openxmlformats.org/officeDocument/2006/relationships/customXml" Target="../ink/ink659.xml"/><Relationship Id="rId81" Type="http://schemas.openxmlformats.org/officeDocument/2006/relationships/image" Target="../media/image760.png"/><Relationship Id="rId135" Type="http://schemas.openxmlformats.org/officeDocument/2006/relationships/image" Target="../media/image1030.png"/><Relationship Id="rId156" Type="http://schemas.openxmlformats.org/officeDocument/2006/relationships/customXml" Target="../ink/ink707.xml"/><Relationship Id="rId177" Type="http://schemas.openxmlformats.org/officeDocument/2006/relationships/image" Target="../media/image1250.png"/><Relationship Id="rId198" Type="http://schemas.openxmlformats.org/officeDocument/2006/relationships/customXml" Target="../ink/ink728.xml"/><Relationship Id="rId321" Type="http://schemas.openxmlformats.org/officeDocument/2006/relationships/customXml" Target="../ink/ink790.xml"/><Relationship Id="rId342" Type="http://schemas.openxmlformats.org/officeDocument/2006/relationships/image" Target="../media/image422.png"/><Relationship Id="rId363" Type="http://schemas.openxmlformats.org/officeDocument/2006/relationships/customXml" Target="../ink/ink811.xml"/><Relationship Id="rId384" Type="http://schemas.openxmlformats.org/officeDocument/2006/relationships/image" Target="../media/image443.png"/><Relationship Id="rId202" Type="http://schemas.openxmlformats.org/officeDocument/2006/relationships/customXml" Target="../ink/ink730.xml"/><Relationship Id="rId223" Type="http://schemas.openxmlformats.org/officeDocument/2006/relationships/image" Target="../media/image1630.png"/><Relationship Id="rId244" Type="http://schemas.openxmlformats.org/officeDocument/2006/relationships/customXml" Target="../ink/ink751.xml"/><Relationship Id="rId18" Type="http://schemas.openxmlformats.org/officeDocument/2006/relationships/customXml" Target="../ink/ink638.xml"/><Relationship Id="rId39" Type="http://schemas.openxmlformats.org/officeDocument/2006/relationships/image" Target="../media/image5511.png"/><Relationship Id="rId265" Type="http://schemas.openxmlformats.org/officeDocument/2006/relationships/image" Target="../media/image384.png"/><Relationship Id="rId286" Type="http://schemas.openxmlformats.org/officeDocument/2006/relationships/image" Target="../media/image394.png"/><Relationship Id="rId50" Type="http://schemas.openxmlformats.org/officeDocument/2006/relationships/customXml" Target="../ink/ink654.xml"/><Relationship Id="rId104" Type="http://schemas.openxmlformats.org/officeDocument/2006/relationships/customXml" Target="../ink/ink681.xml"/><Relationship Id="rId125" Type="http://schemas.openxmlformats.org/officeDocument/2006/relationships/image" Target="../media/image980.png"/><Relationship Id="rId146" Type="http://schemas.openxmlformats.org/officeDocument/2006/relationships/customXml" Target="../ink/ink702.xml"/><Relationship Id="rId167" Type="http://schemas.openxmlformats.org/officeDocument/2006/relationships/image" Target="../media/image1200.png"/><Relationship Id="rId188" Type="http://schemas.openxmlformats.org/officeDocument/2006/relationships/customXml" Target="../ink/ink723.xml"/><Relationship Id="rId311" Type="http://schemas.openxmlformats.org/officeDocument/2006/relationships/customXml" Target="../ink/ink785.xml"/><Relationship Id="rId332" Type="http://schemas.openxmlformats.org/officeDocument/2006/relationships/image" Target="../media/image417.png"/><Relationship Id="rId353" Type="http://schemas.openxmlformats.org/officeDocument/2006/relationships/customXml" Target="../ink/ink806.xml"/><Relationship Id="rId374" Type="http://schemas.openxmlformats.org/officeDocument/2006/relationships/image" Target="../media/image438.png"/><Relationship Id="rId395" Type="http://schemas.openxmlformats.org/officeDocument/2006/relationships/customXml" Target="../ink/ink827.xml"/><Relationship Id="rId409" Type="http://schemas.openxmlformats.org/officeDocument/2006/relationships/customXml" Target="../ink/ink834.xml"/><Relationship Id="rId71" Type="http://schemas.openxmlformats.org/officeDocument/2006/relationships/image" Target="../media/image710.png"/><Relationship Id="rId92" Type="http://schemas.openxmlformats.org/officeDocument/2006/relationships/customXml" Target="../ink/ink675.xml"/><Relationship Id="rId213" Type="http://schemas.openxmlformats.org/officeDocument/2006/relationships/image" Target="../media/image1580.png"/><Relationship Id="rId234" Type="http://schemas.openxmlformats.org/officeDocument/2006/relationships/customXml" Target="../ink/ink746.xml"/><Relationship Id="rId2" Type="http://schemas.openxmlformats.org/officeDocument/2006/relationships/customXml" Target="../ink/ink630.xml"/><Relationship Id="rId29" Type="http://schemas.openxmlformats.org/officeDocument/2006/relationships/image" Target="../media/image5011.png"/><Relationship Id="rId255" Type="http://schemas.openxmlformats.org/officeDocument/2006/relationships/image" Target="../media/image2560.png"/><Relationship Id="rId276" Type="http://schemas.openxmlformats.org/officeDocument/2006/relationships/image" Target="../media/image389.png"/><Relationship Id="rId297" Type="http://schemas.openxmlformats.org/officeDocument/2006/relationships/customXml" Target="../ink/ink778.xml"/><Relationship Id="rId40" Type="http://schemas.openxmlformats.org/officeDocument/2006/relationships/customXml" Target="../ink/ink649.xml"/><Relationship Id="rId115" Type="http://schemas.openxmlformats.org/officeDocument/2006/relationships/image" Target="../media/image930.png"/><Relationship Id="rId136" Type="http://schemas.openxmlformats.org/officeDocument/2006/relationships/customXml" Target="../ink/ink697.xml"/><Relationship Id="rId157" Type="http://schemas.openxmlformats.org/officeDocument/2006/relationships/image" Target="../media/image1150.png"/><Relationship Id="rId178" Type="http://schemas.openxmlformats.org/officeDocument/2006/relationships/customXml" Target="../ink/ink718.xml"/><Relationship Id="rId301" Type="http://schemas.openxmlformats.org/officeDocument/2006/relationships/customXml" Target="../ink/ink780.xml"/><Relationship Id="rId322" Type="http://schemas.openxmlformats.org/officeDocument/2006/relationships/image" Target="../media/image412.png"/><Relationship Id="rId343" Type="http://schemas.openxmlformats.org/officeDocument/2006/relationships/customXml" Target="../ink/ink801.xml"/><Relationship Id="rId364" Type="http://schemas.openxmlformats.org/officeDocument/2006/relationships/image" Target="../media/image433.png"/><Relationship Id="rId61" Type="http://schemas.openxmlformats.org/officeDocument/2006/relationships/image" Target="../media/image660.png"/><Relationship Id="rId82" Type="http://schemas.openxmlformats.org/officeDocument/2006/relationships/customXml" Target="../ink/ink670.xml"/><Relationship Id="rId199" Type="http://schemas.openxmlformats.org/officeDocument/2006/relationships/image" Target="../media/image1510.png"/><Relationship Id="rId203" Type="http://schemas.openxmlformats.org/officeDocument/2006/relationships/image" Target="../media/image1530.png"/><Relationship Id="rId385" Type="http://schemas.openxmlformats.org/officeDocument/2006/relationships/customXml" Target="../ink/ink822.xml"/><Relationship Id="rId19" Type="http://schemas.openxmlformats.org/officeDocument/2006/relationships/image" Target="../media/image4510.png"/><Relationship Id="rId224" Type="http://schemas.openxmlformats.org/officeDocument/2006/relationships/customXml" Target="../ink/ink741.xml"/><Relationship Id="rId245" Type="http://schemas.openxmlformats.org/officeDocument/2006/relationships/image" Target="../media/image2510.png"/><Relationship Id="rId266" Type="http://schemas.openxmlformats.org/officeDocument/2006/relationships/customXml" Target="../ink/ink762.xml"/><Relationship Id="rId287" Type="http://schemas.openxmlformats.org/officeDocument/2006/relationships/customXml" Target="../ink/ink773.xml"/><Relationship Id="rId410" Type="http://schemas.openxmlformats.org/officeDocument/2006/relationships/image" Target="../media/image456.png"/><Relationship Id="rId30" Type="http://schemas.openxmlformats.org/officeDocument/2006/relationships/customXml" Target="../ink/ink644.xml"/><Relationship Id="rId105" Type="http://schemas.openxmlformats.org/officeDocument/2006/relationships/image" Target="../media/image880.png"/><Relationship Id="rId126" Type="http://schemas.openxmlformats.org/officeDocument/2006/relationships/customXml" Target="../ink/ink692.xml"/><Relationship Id="rId147" Type="http://schemas.openxmlformats.org/officeDocument/2006/relationships/image" Target="../media/image1090.png"/><Relationship Id="rId168" Type="http://schemas.openxmlformats.org/officeDocument/2006/relationships/customXml" Target="../ink/ink713.xml"/><Relationship Id="rId312" Type="http://schemas.openxmlformats.org/officeDocument/2006/relationships/image" Target="../media/image407.png"/><Relationship Id="rId333" Type="http://schemas.openxmlformats.org/officeDocument/2006/relationships/customXml" Target="../ink/ink796.xml"/><Relationship Id="rId354" Type="http://schemas.openxmlformats.org/officeDocument/2006/relationships/image" Target="../media/image428.png"/><Relationship Id="rId51" Type="http://schemas.openxmlformats.org/officeDocument/2006/relationships/image" Target="../media/image610.png"/><Relationship Id="rId72" Type="http://schemas.openxmlformats.org/officeDocument/2006/relationships/customXml" Target="../ink/ink665.xml"/><Relationship Id="rId93" Type="http://schemas.openxmlformats.org/officeDocument/2006/relationships/image" Target="../media/image820.png"/><Relationship Id="rId189" Type="http://schemas.openxmlformats.org/officeDocument/2006/relationships/image" Target="../media/image1460.png"/><Relationship Id="rId375" Type="http://schemas.openxmlformats.org/officeDocument/2006/relationships/customXml" Target="../ink/ink817.xml"/><Relationship Id="rId396" Type="http://schemas.openxmlformats.org/officeDocument/2006/relationships/image" Target="../media/image449.png"/><Relationship Id="rId3" Type="http://schemas.openxmlformats.org/officeDocument/2006/relationships/image" Target="../media/image3710.png"/><Relationship Id="rId214" Type="http://schemas.openxmlformats.org/officeDocument/2006/relationships/customXml" Target="../ink/ink736.xml"/><Relationship Id="rId235" Type="http://schemas.openxmlformats.org/officeDocument/2006/relationships/image" Target="../media/image1690.png"/><Relationship Id="rId256" Type="http://schemas.openxmlformats.org/officeDocument/2006/relationships/customXml" Target="../ink/ink757.xml"/><Relationship Id="rId277" Type="http://schemas.openxmlformats.org/officeDocument/2006/relationships/customXml" Target="../ink/ink768.xml"/><Relationship Id="rId298" Type="http://schemas.openxmlformats.org/officeDocument/2006/relationships/image" Target="../media/image400.png"/><Relationship Id="rId400" Type="http://schemas.openxmlformats.org/officeDocument/2006/relationships/image" Target="../media/image451.png"/><Relationship Id="rId116" Type="http://schemas.openxmlformats.org/officeDocument/2006/relationships/customXml" Target="../ink/ink687.xml"/><Relationship Id="rId137" Type="http://schemas.openxmlformats.org/officeDocument/2006/relationships/image" Target="../media/image1040.png"/><Relationship Id="rId158" Type="http://schemas.openxmlformats.org/officeDocument/2006/relationships/customXml" Target="../ink/ink708.xml"/><Relationship Id="rId302" Type="http://schemas.openxmlformats.org/officeDocument/2006/relationships/image" Target="../media/image402.png"/><Relationship Id="rId323" Type="http://schemas.openxmlformats.org/officeDocument/2006/relationships/customXml" Target="../ink/ink791.xml"/><Relationship Id="rId344" Type="http://schemas.openxmlformats.org/officeDocument/2006/relationships/image" Target="../media/image423.png"/><Relationship Id="rId20" Type="http://schemas.openxmlformats.org/officeDocument/2006/relationships/customXml" Target="../ink/ink639.xml"/><Relationship Id="rId41" Type="http://schemas.openxmlformats.org/officeDocument/2006/relationships/image" Target="../media/image5611.png"/><Relationship Id="rId62" Type="http://schemas.openxmlformats.org/officeDocument/2006/relationships/customXml" Target="../ink/ink660.xml"/><Relationship Id="rId83" Type="http://schemas.openxmlformats.org/officeDocument/2006/relationships/image" Target="../media/image770.png"/><Relationship Id="rId179" Type="http://schemas.openxmlformats.org/officeDocument/2006/relationships/image" Target="../media/image1260.png"/><Relationship Id="rId365" Type="http://schemas.openxmlformats.org/officeDocument/2006/relationships/customXml" Target="../ink/ink812.xml"/><Relationship Id="rId386" Type="http://schemas.openxmlformats.org/officeDocument/2006/relationships/image" Target="../media/image444.png"/><Relationship Id="rId190" Type="http://schemas.openxmlformats.org/officeDocument/2006/relationships/customXml" Target="../ink/ink724.xml"/><Relationship Id="rId204" Type="http://schemas.openxmlformats.org/officeDocument/2006/relationships/customXml" Target="../ink/ink731.xml"/><Relationship Id="rId225" Type="http://schemas.openxmlformats.org/officeDocument/2006/relationships/image" Target="../media/image1640.png"/><Relationship Id="rId246" Type="http://schemas.openxmlformats.org/officeDocument/2006/relationships/customXml" Target="../ink/ink752.xml"/><Relationship Id="rId267" Type="http://schemas.openxmlformats.org/officeDocument/2006/relationships/customXml" Target="../ink/ink763.xml"/><Relationship Id="rId288" Type="http://schemas.openxmlformats.org/officeDocument/2006/relationships/image" Target="../media/image395.png"/><Relationship Id="rId411" Type="http://schemas.openxmlformats.org/officeDocument/2006/relationships/customXml" Target="../ink/ink835.xml"/><Relationship Id="rId106" Type="http://schemas.openxmlformats.org/officeDocument/2006/relationships/customXml" Target="../ink/ink682.xml"/><Relationship Id="rId127" Type="http://schemas.openxmlformats.org/officeDocument/2006/relationships/image" Target="../media/image990.png"/><Relationship Id="rId313" Type="http://schemas.openxmlformats.org/officeDocument/2006/relationships/customXml" Target="../ink/ink786.xml"/><Relationship Id="rId10" Type="http://schemas.openxmlformats.org/officeDocument/2006/relationships/customXml" Target="../ink/ink634.xml"/><Relationship Id="rId31" Type="http://schemas.openxmlformats.org/officeDocument/2006/relationships/image" Target="../media/image5111.png"/><Relationship Id="rId52" Type="http://schemas.openxmlformats.org/officeDocument/2006/relationships/customXml" Target="../ink/ink655.xml"/><Relationship Id="rId73" Type="http://schemas.openxmlformats.org/officeDocument/2006/relationships/image" Target="../media/image720.png"/><Relationship Id="rId94" Type="http://schemas.openxmlformats.org/officeDocument/2006/relationships/customXml" Target="../ink/ink676.xml"/><Relationship Id="rId148" Type="http://schemas.openxmlformats.org/officeDocument/2006/relationships/customXml" Target="../ink/ink703.xml"/><Relationship Id="rId169" Type="http://schemas.openxmlformats.org/officeDocument/2006/relationships/image" Target="../media/image1210.png"/><Relationship Id="rId334" Type="http://schemas.openxmlformats.org/officeDocument/2006/relationships/image" Target="../media/image418.png"/><Relationship Id="rId355" Type="http://schemas.openxmlformats.org/officeDocument/2006/relationships/customXml" Target="../ink/ink807.xml"/><Relationship Id="rId376" Type="http://schemas.openxmlformats.org/officeDocument/2006/relationships/image" Target="../media/image439.png"/><Relationship Id="rId397" Type="http://schemas.openxmlformats.org/officeDocument/2006/relationships/customXml" Target="../ink/ink828.xml"/><Relationship Id="rId4" Type="http://schemas.openxmlformats.org/officeDocument/2006/relationships/customXml" Target="../ink/ink631.xml"/><Relationship Id="rId180" Type="http://schemas.openxmlformats.org/officeDocument/2006/relationships/customXml" Target="../ink/ink719.xml"/><Relationship Id="rId215" Type="http://schemas.openxmlformats.org/officeDocument/2006/relationships/image" Target="../media/image1590.png"/><Relationship Id="rId236" Type="http://schemas.openxmlformats.org/officeDocument/2006/relationships/customXml" Target="../ink/ink747.xml"/><Relationship Id="rId257" Type="http://schemas.openxmlformats.org/officeDocument/2006/relationships/image" Target="../media/image2570.png"/><Relationship Id="rId278" Type="http://schemas.openxmlformats.org/officeDocument/2006/relationships/image" Target="../media/image390.png"/><Relationship Id="rId401" Type="http://schemas.openxmlformats.org/officeDocument/2006/relationships/customXml" Target="../ink/ink830.xml"/><Relationship Id="rId303" Type="http://schemas.openxmlformats.org/officeDocument/2006/relationships/customXml" Target="../ink/ink781.xml"/><Relationship Id="rId42" Type="http://schemas.openxmlformats.org/officeDocument/2006/relationships/customXml" Target="../ink/ink650.xml"/><Relationship Id="rId84" Type="http://schemas.openxmlformats.org/officeDocument/2006/relationships/customXml" Target="../ink/ink671.xml"/><Relationship Id="rId138" Type="http://schemas.openxmlformats.org/officeDocument/2006/relationships/customXml" Target="../ink/ink698.xml"/><Relationship Id="rId345" Type="http://schemas.openxmlformats.org/officeDocument/2006/relationships/customXml" Target="../ink/ink802.xml"/><Relationship Id="rId387" Type="http://schemas.openxmlformats.org/officeDocument/2006/relationships/customXml" Target="../ink/ink823.xml"/><Relationship Id="rId191" Type="http://schemas.openxmlformats.org/officeDocument/2006/relationships/image" Target="../media/image1470.png"/><Relationship Id="rId205" Type="http://schemas.openxmlformats.org/officeDocument/2006/relationships/image" Target="../media/image1540.png"/><Relationship Id="rId247" Type="http://schemas.openxmlformats.org/officeDocument/2006/relationships/image" Target="../media/image2520.png"/><Relationship Id="rId412" Type="http://schemas.openxmlformats.org/officeDocument/2006/relationships/image" Target="../media/image457.png"/><Relationship Id="rId107" Type="http://schemas.openxmlformats.org/officeDocument/2006/relationships/image" Target="../media/image890.png"/><Relationship Id="rId289" Type="http://schemas.openxmlformats.org/officeDocument/2006/relationships/customXml" Target="../ink/ink774.xml"/><Relationship Id="rId11" Type="http://schemas.openxmlformats.org/officeDocument/2006/relationships/image" Target="../media/image4110.png"/><Relationship Id="rId53" Type="http://schemas.openxmlformats.org/officeDocument/2006/relationships/image" Target="../media/image620.png"/><Relationship Id="rId149" Type="http://schemas.openxmlformats.org/officeDocument/2006/relationships/image" Target="../media/image1100.png"/><Relationship Id="rId314" Type="http://schemas.openxmlformats.org/officeDocument/2006/relationships/image" Target="../media/image408.png"/><Relationship Id="rId356" Type="http://schemas.openxmlformats.org/officeDocument/2006/relationships/image" Target="../media/image429.png"/><Relationship Id="rId398" Type="http://schemas.openxmlformats.org/officeDocument/2006/relationships/image" Target="../media/image450.png"/><Relationship Id="rId95" Type="http://schemas.openxmlformats.org/officeDocument/2006/relationships/image" Target="../media/image830.png"/><Relationship Id="rId160" Type="http://schemas.openxmlformats.org/officeDocument/2006/relationships/customXml" Target="../ink/ink709.xml"/><Relationship Id="rId216" Type="http://schemas.openxmlformats.org/officeDocument/2006/relationships/customXml" Target="../ink/ink737.xml"/><Relationship Id="rId258" Type="http://schemas.openxmlformats.org/officeDocument/2006/relationships/customXml" Target="../ink/ink758.xml"/><Relationship Id="rId22" Type="http://schemas.openxmlformats.org/officeDocument/2006/relationships/customXml" Target="../ink/ink640.xml"/><Relationship Id="rId64" Type="http://schemas.openxmlformats.org/officeDocument/2006/relationships/customXml" Target="../ink/ink661.xml"/><Relationship Id="rId118" Type="http://schemas.openxmlformats.org/officeDocument/2006/relationships/customXml" Target="../ink/ink688.xml"/><Relationship Id="rId325" Type="http://schemas.openxmlformats.org/officeDocument/2006/relationships/customXml" Target="../ink/ink792.xml"/><Relationship Id="rId367" Type="http://schemas.openxmlformats.org/officeDocument/2006/relationships/customXml" Target="../ink/ink813.xml"/><Relationship Id="rId171" Type="http://schemas.openxmlformats.org/officeDocument/2006/relationships/image" Target="../media/image1220.png"/><Relationship Id="rId227" Type="http://schemas.openxmlformats.org/officeDocument/2006/relationships/image" Target="../media/image1650.png"/><Relationship Id="rId269" Type="http://schemas.openxmlformats.org/officeDocument/2006/relationships/customXml" Target="../ink/ink764.xml"/><Relationship Id="rId33" Type="http://schemas.openxmlformats.org/officeDocument/2006/relationships/image" Target="../media/image5211.png"/><Relationship Id="rId129" Type="http://schemas.openxmlformats.org/officeDocument/2006/relationships/image" Target="../media/image1000.png"/><Relationship Id="rId280" Type="http://schemas.openxmlformats.org/officeDocument/2006/relationships/image" Target="../media/image391.png"/><Relationship Id="rId336" Type="http://schemas.openxmlformats.org/officeDocument/2006/relationships/image" Target="../media/image419.png"/><Relationship Id="rId75" Type="http://schemas.openxmlformats.org/officeDocument/2006/relationships/image" Target="../media/image730.png"/><Relationship Id="rId140" Type="http://schemas.openxmlformats.org/officeDocument/2006/relationships/customXml" Target="../ink/ink699.xml"/><Relationship Id="rId182" Type="http://schemas.openxmlformats.org/officeDocument/2006/relationships/customXml" Target="../ink/ink720.xml"/><Relationship Id="rId378" Type="http://schemas.openxmlformats.org/officeDocument/2006/relationships/image" Target="../media/image440.png"/><Relationship Id="rId403" Type="http://schemas.openxmlformats.org/officeDocument/2006/relationships/customXml" Target="../ink/ink831.xml"/><Relationship Id="rId6" Type="http://schemas.openxmlformats.org/officeDocument/2006/relationships/customXml" Target="../ink/ink632.xml"/><Relationship Id="rId238" Type="http://schemas.openxmlformats.org/officeDocument/2006/relationships/customXml" Target="../ink/ink748.xml"/><Relationship Id="rId291" Type="http://schemas.openxmlformats.org/officeDocument/2006/relationships/customXml" Target="../ink/ink775.xml"/><Relationship Id="rId305" Type="http://schemas.openxmlformats.org/officeDocument/2006/relationships/customXml" Target="../ink/ink782.xml"/><Relationship Id="rId347" Type="http://schemas.openxmlformats.org/officeDocument/2006/relationships/customXml" Target="../ink/ink803.xml"/><Relationship Id="rId44" Type="http://schemas.openxmlformats.org/officeDocument/2006/relationships/customXml" Target="../ink/ink651.xml"/><Relationship Id="rId86" Type="http://schemas.openxmlformats.org/officeDocument/2006/relationships/customXml" Target="../ink/ink672.xml"/><Relationship Id="rId151" Type="http://schemas.openxmlformats.org/officeDocument/2006/relationships/image" Target="../media/image1110.png"/><Relationship Id="rId389" Type="http://schemas.openxmlformats.org/officeDocument/2006/relationships/customXml" Target="../ink/ink824.xml"/><Relationship Id="rId193" Type="http://schemas.openxmlformats.org/officeDocument/2006/relationships/image" Target="../media/image1480.png"/><Relationship Id="rId207" Type="http://schemas.openxmlformats.org/officeDocument/2006/relationships/image" Target="../media/image1550.png"/><Relationship Id="rId249" Type="http://schemas.openxmlformats.org/officeDocument/2006/relationships/image" Target="../media/image2530.png"/><Relationship Id="rId414" Type="http://schemas.openxmlformats.org/officeDocument/2006/relationships/image" Target="../media/image458.png"/><Relationship Id="rId13" Type="http://schemas.openxmlformats.org/officeDocument/2006/relationships/image" Target="../media/image4210.png"/><Relationship Id="rId109" Type="http://schemas.openxmlformats.org/officeDocument/2006/relationships/image" Target="../media/image900.png"/><Relationship Id="rId260" Type="http://schemas.openxmlformats.org/officeDocument/2006/relationships/customXml" Target="../ink/ink759.xml"/><Relationship Id="rId316" Type="http://schemas.openxmlformats.org/officeDocument/2006/relationships/image" Target="../media/image409.png"/><Relationship Id="rId55" Type="http://schemas.openxmlformats.org/officeDocument/2006/relationships/image" Target="../media/image630.png"/><Relationship Id="rId97" Type="http://schemas.openxmlformats.org/officeDocument/2006/relationships/image" Target="../media/image840.png"/><Relationship Id="rId120" Type="http://schemas.openxmlformats.org/officeDocument/2006/relationships/customXml" Target="../ink/ink689.xml"/><Relationship Id="rId358" Type="http://schemas.openxmlformats.org/officeDocument/2006/relationships/image" Target="../media/image430.png"/><Relationship Id="rId162" Type="http://schemas.openxmlformats.org/officeDocument/2006/relationships/customXml" Target="../ink/ink710.xml"/><Relationship Id="rId218" Type="http://schemas.openxmlformats.org/officeDocument/2006/relationships/customXml" Target="../ink/ink738.xml"/><Relationship Id="rId271" Type="http://schemas.openxmlformats.org/officeDocument/2006/relationships/customXml" Target="../ink/ink765.xml"/><Relationship Id="rId24" Type="http://schemas.openxmlformats.org/officeDocument/2006/relationships/customXml" Target="../ink/ink641.xml"/><Relationship Id="rId66" Type="http://schemas.openxmlformats.org/officeDocument/2006/relationships/customXml" Target="../ink/ink662.xml"/><Relationship Id="rId131" Type="http://schemas.openxmlformats.org/officeDocument/2006/relationships/image" Target="../media/image1010.png"/><Relationship Id="rId327" Type="http://schemas.openxmlformats.org/officeDocument/2006/relationships/customXml" Target="../ink/ink793.xml"/><Relationship Id="rId369" Type="http://schemas.openxmlformats.org/officeDocument/2006/relationships/customXml" Target="../ink/ink814.xml"/><Relationship Id="rId173" Type="http://schemas.openxmlformats.org/officeDocument/2006/relationships/image" Target="../media/image1230.png"/><Relationship Id="rId229" Type="http://schemas.openxmlformats.org/officeDocument/2006/relationships/image" Target="../media/image1660.png"/><Relationship Id="rId380" Type="http://schemas.openxmlformats.org/officeDocument/2006/relationships/image" Target="../media/image441.png"/><Relationship Id="rId240" Type="http://schemas.openxmlformats.org/officeDocument/2006/relationships/customXml" Target="../ink/ink749.xml"/><Relationship Id="rId35" Type="http://schemas.openxmlformats.org/officeDocument/2006/relationships/image" Target="../media/image5311.png"/><Relationship Id="rId77" Type="http://schemas.openxmlformats.org/officeDocument/2006/relationships/image" Target="../media/image740.png"/><Relationship Id="rId100" Type="http://schemas.openxmlformats.org/officeDocument/2006/relationships/customXml" Target="../ink/ink679.xml"/><Relationship Id="rId282" Type="http://schemas.openxmlformats.org/officeDocument/2006/relationships/image" Target="../media/image392.png"/><Relationship Id="rId338" Type="http://schemas.openxmlformats.org/officeDocument/2006/relationships/image" Target="../media/image420.png"/><Relationship Id="rId8" Type="http://schemas.openxmlformats.org/officeDocument/2006/relationships/customXml" Target="../ink/ink633.xml"/><Relationship Id="rId142" Type="http://schemas.openxmlformats.org/officeDocument/2006/relationships/customXml" Target="../ink/ink700.xml"/><Relationship Id="rId184" Type="http://schemas.openxmlformats.org/officeDocument/2006/relationships/customXml" Target="../ink/ink721.xml"/><Relationship Id="rId391" Type="http://schemas.openxmlformats.org/officeDocument/2006/relationships/customXml" Target="../ink/ink825.xml"/><Relationship Id="rId405" Type="http://schemas.openxmlformats.org/officeDocument/2006/relationships/customXml" Target="../ink/ink832.xml"/><Relationship Id="rId251" Type="http://schemas.openxmlformats.org/officeDocument/2006/relationships/image" Target="../media/image2540.png"/><Relationship Id="rId46" Type="http://schemas.openxmlformats.org/officeDocument/2006/relationships/customXml" Target="../ink/ink652.xml"/><Relationship Id="rId293" Type="http://schemas.openxmlformats.org/officeDocument/2006/relationships/customXml" Target="../ink/ink776.xml"/><Relationship Id="rId307" Type="http://schemas.openxmlformats.org/officeDocument/2006/relationships/customXml" Target="../ink/ink783.xml"/><Relationship Id="rId349" Type="http://schemas.openxmlformats.org/officeDocument/2006/relationships/customXml" Target="../ink/ink804.xml"/><Relationship Id="rId88" Type="http://schemas.openxmlformats.org/officeDocument/2006/relationships/customXml" Target="../ink/ink673.xml"/><Relationship Id="rId111" Type="http://schemas.openxmlformats.org/officeDocument/2006/relationships/image" Target="../media/image910.png"/><Relationship Id="rId153" Type="http://schemas.openxmlformats.org/officeDocument/2006/relationships/image" Target="../media/image1120.png"/><Relationship Id="rId195" Type="http://schemas.openxmlformats.org/officeDocument/2006/relationships/image" Target="../media/image1490.png"/><Relationship Id="rId209" Type="http://schemas.openxmlformats.org/officeDocument/2006/relationships/image" Target="../media/image1560.png"/><Relationship Id="rId360" Type="http://schemas.openxmlformats.org/officeDocument/2006/relationships/image" Target="../media/image431.png"/><Relationship Id="rId416" Type="http://schemas.openxmlformats.org/officeDocument/2006/relationships/image" Target="../media/image459.png"/><Relationship Id="rId220" Type="http://schemas.openxmlformats.org/officeDocument/2006/relationships/customXml" Target="../ink/ink739.xml"/><Relationship Id="rId15" Type="http://schemas.openxmlformats.org/officeDocument/2006/relationships/image" Target="../media/image4310.png"/><Relationship Id="rId57" Type="http://schemas.openxmlformats.org/officeDocument/2006/relationships/image" Target="../media/image640.png"/><Relationship Id="rId262" Type="http://schemas.openxmlformats.org/officeDocument/2006/relationships/customXml" Target="../ink/ink760.xml"/><Relationship Id="rId318" Type="http://schemas.openxmlformats.org/officeDocument/2006/relationships/image" Target="../media/image410.png"/><Relationship Id="rId99" Type="http://schemas.openxmlformats.org/officeDocument/2006/relationships/image" Target="../media/image850.png"/><Relationship Id="rId122" Type="http://schemas.openxmlformats.org/officeDocument/2006/relationships/customXml" Target="../ink/ink690.xml"/><Relationship Id="rId164" Type="http://schemas.openxmlformats.org/officeDocument/2006/relationships/customXml" Target="../ink/ink711.xml"/><Relationship Id="rId371" Type="http://schemas.openxmlformats.org/officeDocument/2006/relationships/customXml" Target="../ink/ink815.xml"/><Relationship Id="rId26" Type="http://schemas.openxmlformats.org/officeDocument/2006/relationships/customXml" Target="../ink/ink642.xml"/><Relationship Id="rId231" Type="http://schemas.openxmlformats.org/officeDocument/2006/relationships/image" Target="../media/image1670.png"/><Relationship Id="rId273" Type="http://schemas.openxmlformats.org/officeDocument/2006/relationships/customXml" Target="../ink/ink766.xml"/><Relationship Id="rId329" Type="http://schemas.openxmlformats.org/officeDocument/2006/relationships/customXml" Target="../ink/ink794.xml"/><Relationship Id="rId68" Type="http://schemas.openxmlformats.org/officeDocument/2006/relationships/customXml" Target="../ink/ink663.xml"/><Relationship Id="rId133" Type="http://schemas.openxmlformats.org/officeDocument/2006/relationships/image" Target="../media/image1020.png"/><Relationship Id="rId175" Type="http://schemas.openxmlformats.org/officeDocument/2006/relationships/image" Target="../media/image1240.png"/><Relationship Id="rId340" Type="http://schemas.openxmlformats.org/officeDocument/2006/relationships/image" Target="../media/image421.png"/><Relationship Id="rId200" Type="http://schemas.openxmlformats.org/officeDocument/2006/relationships/customXml" Target="../ink/ink729.xml"/><Relationship Id="rId382" Type="http://schemas.openxmlformats.org/officeDocument/2006/relationships/image" Target="../media/image442.png"/><Relationship Id="rId242" Type="http://schemas.openxmlformats.org/officeDocument/2006/relationships/customXml" Target="../ink/ink750.xml"/><Relationship Id="rId284" Type="http://schemas.openxmlformats.org/officeDocument/2006/relationships/image" Target="../media/image393.png"/><Relationship Id="rId37" Type="http://schemas.openxmlformats.org/officeDocument/2006/relationships/image" Target="../media/image5411.png"/><Relationship Id="rId79" Type="http://schemas.openxmlformats.org/officeDocument/2006/relationships/image" Target="../media/image750.png"/><Relationship Id="rId102" Type="http://schemas.openxmlformats.org/officeDocument/2006/relationships/customXml" Target="../ink/ink680.xml"/><Relationship Id="rId144" Type="http://schemas.openxmlformats.org/officeDocument/2006/relationships/customXml" Target="../ink/ink701.xml"/><Relationship Id="rId90" Type="http://schemas.openxmlformats.org/officeDocument/2006/relationships/customXml" Target="../ink/ink674.xml"/><Relationship Id="rId186" Type="http://schemas.openxmlformats.org/officeDocument/2006/relationships/customXml" Target="../ink/ink722.xml"/><Relationship Id="rId351" Type="http://schemas.openxmlformats.org/officeDocument/2006/relationships/customXml" Target="../ink/ink805.xml"/><Relationship Id="rId393" Type="http://schemas.openxmlformats.org/officeDocument/2006/relationships/customXml" Target="../ink/ink826.xml"/><Relationship Id="rId407" Type="http://schemas.openxmlformats.org/officeDocument/2006/relationships/customXml" Target="../ink/ink833.xml"/><Relationship Id="rId211" Type="http://schemas.openxmlformats.org/officeDocument/2006/relationships/image" Target="../media/image1570.png"/><Relationship Id="rId253" Type="http://schemas.openxmlformats.org/officeDocument/2006/relationships/image" Target="../media/image2550.png"/><Relationship Id="rId295" Type="http://schemas.openxmlformats.org/officeDocument/2006/relationships/customXml" Target="../ink/ink777.xml"/><Relationship Id="rId309" Type="http://schemas.openxmlformats.org/officeDocument/2006/relationships/customXml" Target="../ink/ink784.xml"/><Relationship Id="rId48" Type="http://schemas.openxmlformats.org/officeDocument/2006/relationships/customXml" Target="../ink/ink653.xml"/><Relationship Id="rId113" Type="http://schemas.openxmlformats.org/officeDocument/2006/relationships/image" Target="../media/image920.png"/><Relationship Id="rId320" Type="http://schemas.openxmlformats.org/officeDocument/2006/relationships/image" Target="../media/image411.png"/></Relationships>
</file>

<file path=ppt/slides/_rels/slide12.xml.rels><?xml version="1.0" encoding="UTF-8" standalone="yes"?>
<Relationships xmlns="http://schemas.openxmlformats.org/package/2006/relationships"><Relationship Id="rId299" Type="http://schemas.openxmlformats.org/officeDocument/2006/relationships/image" Target="../media/image1850.png"/><Relationship Id="rId303" Type="http://schemas.openxmlformats.org/officeDocument/2006/relationships/image" Target="../media/image1870.png"/><Relationship Id="rId324" Type="http://schemas.openxmlformats.org/officeDocument/2006/relationships/customXml" Target="../ink/ink859.xml"/><Relationship Id="rId345" Type="http://schemas.openxmlformats.org/officeDocument/2006/relationships/image" Target="../media/image2080.png"/><Relationship Id="rId366" Type="http://schemas.openxmlformats.org/officeDocument/2006/relationships/customXml" Target="../ink/ink880.xml"/><Relationship Id="rId387" Type="http://schemas.openxmlformats.org/officeDocument/2006/relationships/image" Target="../media/image2290.png"/><Relationship Id="rId412" Type="http://schemas.openxmlformats.org/officeDocument/2006/relationships/customXml" Target="../ink/ink903.xml"/><Relationship Id="rId433" Type="http://schemas.openxmlformats.org/officeDocument/2006/relationships/image" Target="../media/image474.png"/><Relationship Id="rId289" Type="http://schemas.openxmlformats.org/officeDocument/2006/relationships/image" Target="../media/image1800.png"/><Relationship Id="rId314" Type="http://schemas.openxmlformats.org/officeDocument/2006/relationships/customXml" Target="../ink/ink854.xml"/><Relationship Id="rId335" Type="http://schemas.openxmlformats.org/officeDocument/2006/relationships/image" Target="../media/image2030.png"/><Relationship Id="rId356" Type="http://schemas.openxmlformats.org/officeDocument/2006/relationships/customXml" Target="../ink/ink875.xml"/><Relationship Id="rId377" Type="http://schemas.openxmlformats.org/officeDocument/2006/relationships/image" Target="../media/image2240.png"/><Relationship Id="rId398" Type="http://schemas.openxmlformats.org/officeDocument/2006/relationships/customXml" Target="../ink/ink896.xml"/><Relationship Id="rId402" Type="http://schemas.openxmlformats.org/officeDocument/2006/relationships/customXml" Target="../ink/ink898.xml"/><Relationship Id="rId423" Type="http://schemas.openxmlformats.org/officeDocument/2006/relationships/image" Target="../media/image469.png"/><Relationship Id="rId290" Type="http://schemas.openxmlformats.org/officeDocument/2006/relationships/customXml" Target="../ink/ink842.xml"/><Relationship Id="rId304" Type="http://schemas.openxmlformats.org/officeDocument/2006/relationships/customXml" Target="../ink/ink849.xml"/><Relationship Id="rId325" Type="http://schemas.openxmlformats.org/officeDocument/2006/relationships/image" Target="../media/image1980.png"/><Relationship Id="rId346" Type="http://schemas.openxmlformats.org/officeDocument/2006/relationships/customXml" Target="../ink/ink870.xml"/><Relationship Id="rId367" Type="http://schemas.openxmlformats.org/officeDocument/2006/relationships/image" Target="../media/image2190.png"/><Relationship Id="rId388" Type="http://schemas.openxmlformats.org/officeDocument/2006/relationships/customXml" Target="../ink/ink891.xml"/><Relationship Id="rId341" Type="http://schemas.openxmlformats.org/officeDocument/2006/relationships/image" Target="../media/image2060.png"/><Relationship Id="rId362" Type="http://schemas.openxmlformats.org/officeDocument/2006/relationships/customXml" Target="../ink/ink878.xml"/><Relationship Id="rId383" Type="http://schemas.openxmlformats.org/officeDocument/2006/relationships/image" Target="../media/image2270.png"/><Relationship Id="rId413" Type="http://schemas.openxmlformats.org/officeDocument/2006/relationships/image" Target="../media/image464.png"/><Relationship Id="rId418" Type="http://schemas.openxmlformats.org/officeDocument/2006/relationships/customXml" Target="../ink/ink906.xml"/><Relationship Id="rId439" Type="http://schemas.openxmlformats.org/officeDocument/2006/relationships/image" Target="../media/image477.png"/><Relationship Id="rId434" Type="http://schemas.openxmlformats.org/officeDocument/2006/relationships/customXml" Target="../ink/ink914.xml"/><Relationship Id="rId310" Type="http://schemas.openxmlformats.org/officeDocument/2006/relationships/customXml" Target="../ink/ink852.xml"/><Relationship Id="rId315" Type="http://schemas.openxmlformats.org/officeDocument/2006/relationships/image" Target="../media/image1930.png"/><Relationship Id="rId336" Type="http://schemas.openxmlformats.org/officeDocument/2006/relationships/customXml" Target="../ink/ink865.xml"/><Relationship Id="rId357" Type="http://schemas.openxmlformats.org/officeDocument/2006/relationships/image" Target="../media/image2140.png"/><Relationship Id="rId331" Type="http://schemas.openxmlformats.org/officeDocument/2006/relationships/image" Target="../media/image2010.png"/><Relationship Id="rId352" Type="http://schemas.openxmlformats.org/officeDocument/2006/relationships/customXml" Target="../ink/ink873.xml"/><Relationship Id="rId373" Type="http://schemas.openxmlformats.org/officeDocument/2006/relationships/image" Target="../media/image2220.png"/><Relationship Id="rId378" Type="http://schemas.openxmlformats.org/officeDocument/2006/relationships/customXml" Target="../ink/ink886.xml"/><Relationship Id="rId394" Type="http://schemas.openxmlformats.org/officeDocument/2006/relationships/customXml" Target="../ink/ink894.xml"/><Relationship Id="rId399" Type="http://schemas.openxmlformats.org/officeDocument/2006/relationships/image" Target="../media/image2350.png"/><Relationship Id="rId403" Type="http://schemas.openxmlformats.org/officeDocument/2006/relationships/image" Target="../media/image2370.png"/><Relationship Id="rId408" Type="http://schemas.openxmlformats.org/officeDocument/2006/relationships/customXml" Target="../ink/ink901.xml"/><Relationship Id="rId429" Type="http://schemas.openxmlformats.org/officeDocument/2006/relationships/image" Target="../media/image472.png"/><Relationship Id="rId1" Type="http://schemas.openxmlformats.org/officeDocument/2006/relationships/slideLayout" Target="../slideLayouts/slideLayout7.xml"/><Relationship Id="rId424" Type="http://schemas.openxmlformats.org/officeDocument/2006/relationships/customXml" Target="../ink/ink909.xml"/><Relationship Id="rId270" Type="http://schemas.openxmlformats.org/officeDocument/2006/relationships/image" Target="../media/image461.png"/><Relationship Id="rId291" Type="http://schemas.openxmlformats.org/officeDocument/2006/relationships/image" Target="../media/image1810.png"/><Relationship Id="rId296" Type="http://schemas.openxmlformats.org/officeDocument/2006/relationships/customXml" Target="../ink/ink845.xml"/><Relationship Id="rId300" Type="http://schemas.openxmlformats.org/officeDocument/2006/relationships/customXml" Target="../ink/ink847.xml"/><Relationship Id="rId305" Type="http://schemas.openxmlformats.org/officeDocument/2006/relationships/image" Target="../media/image1880.png"/><Relationship Id="rId326" Type="http://schemas.openxmlformats.org/officeDocument/2006/relationships/customXml" Target="../ink/ink860.xml"/><Relationship Id="rId347" Type="http://schemas.openxmlformats.org/officeDocument/2006/relationships/image" Target="../media/image2090.png"/><Relationship Id="rId321" Type="http://schemas.openxmlformats.org/officeDocument/2006/relationships/image" Target="../media/image1960.png"/><Relationship Id="rId342" Type="http://schemas.openxmlformats.org/officeDocument/2006/relationships/customXml" Target="../ink/ink868.xml"/><Relationship Id="rId363" Type="http://schemas.openxmlformats.org/officeDocument/2006/relationships/image" Target="../media/image2170.png"/><Relationship Id="rId368" Type="http://schemas.openxmlformats.org/officeDocument/2006/relationships/customXml" Target="../ink/ink881.xml"/><Relationship Id="rId384" Type="http://schemas.openxmlformats.org/officeDocument/2006/relationships/customXml" Target="../ink/ink889.xml"/><Relationship Id="rId389" Type="http://schemas.openxmlformats.org/officeDocument/2006/relationships/image" Target="../media/image2300.png"/><Relationship Id="rId419" Type="http://schemas.openxmlformats.org/officeDocument/2006/relationships/image" Target="../media/image467.png"/><Relationship Id="rId414" Type="http://schemas.openxmlformats.org/officeDocument/2006/relationships/customXml" Target="../ink/ink904.xml"/><Relationship Id="rId430" Type="http://schemas.openxmlformats.org/officeDocument/2006/relationships/customXml" Target="../ink/ink912.xml"/><Relationship Id="rId435" Type="http://schemas.openxmlformats.org/officeDocument/2006/relationships/image" Target="../media/image475.png"/><Relationship Id="rId316" Type="http://schemas.openxmlformats.org/officeDocument/2006/relationships/customXml" Target="../ink/ink855.xml"/><Relationship Id="rId337" Type="http://schemas.openxmlformats.org/officeDocument/2006/relationships/image" Target="../media/image2040.png"/><Relationship Id="rId311" Type="http://schemas.openxmlformats.org/officeDocument/2006/relationships/image" Target="../media/image1910.png"/><Relationship Id="rId332" Type="http://schemas.openxmlformats.org/officeDocument/2006/relationships/customXml" Target="../ink/ink863.xml"/><Relationship Id="rId353" Type="http://schemas.openxmlformats.org/officeDocument/2006/relationships/image" Target="../media/image2120.png"/><Relationship Id="rId358" Type="http://schemas.openxmlformats.org/officeDocument/2006/relationships/customXml" Target="../ink/ink876.xml"/><Relationship Id="rId374" Type="http://schemas.openxmlformats.org/officeDocument/2006/relationships/customXml" Target="../ink/ink884.xml"/><Relationship Id="rId379" Type="http://schemas.openxmlformats.org/officeDocument/2006/relationships/image" Target="../media/image2250.png"/><Relationship Id="rId395" Type="http://schemas.openxmlformats.org/officeDocument/2006/relationships/image" Target="../media/image2330.png"/><Relationship Id="rId409" Type="http://schemas.openxmlformats.org/officeDocument/2006/relationships/image" Target="../media/image462.png"/><Relationship Id="rId390" Type="http://schemas.openxmlformats.org/officeDocument/2006/relationships/customXml" Target="../ink/ink892.xml"/><Relationship Id="rId404" Type="http://schemas.openxmlformats.org/officeDocument/2006/relationships/customXml" Target="../ink/ink899.xml"/><Relationship Id="rId420" Type="http://schemas.openxmlformats.org/officeDocument/2006/relationships/customXml" Target="../ink/ink907.xml"/><Relationship Id="rId425" Type="http://schemas.openxmlformats.org/officeDocument/2006/relationships/image" Target="../media/image470.png"/><Relationship Id="rId2" Type="http://schemas.openxmlformats.org/officeDocument/2006/relationships/customXml" Target="../ink/ink838.xml"/><Relationship Id="rId271" Type="http://schemas.openxmlformats.org/officeDocument/2006/relationships/customXml" Target="../ink/ink840.xml"/><Relationship Id="rId292" Type="http://schemas.openxmlformats.org/officeDocument/2006/relationships/customXml" Target="../ink/ink843.xml"/><Relationship Id="rId297" Type="http://schemas.openxmlformats.org/officeDocument/2006/relationships/image" Target="../media/image1840.png"/><Relationship Id="rId306" Type="http://schemas.openxmlformats.org/officeDocument/2006/relationships/customXml" Target="../ink/ink850.xml"/><Relationship Id="rId301" Type="http://schemas.openxmlformats.org/officeDocument/2006/relationships/image" Target="../media/image1860.png"/><Relationship Id="rId322" Type="http://schemas.openxmlformats.org/officeDocument/2006/relationships/customXml" Target="../ink/ink858.xml"/><Relationship Id="rId327" Type="http://schemas.openxmlformats.org/officeDocument/2006/relationships/image" Target="../media/image1990.png"/><Relationship Id="rId343" Type="http://schemas.openxmlformats.org/officeDocument/2006/relationships/image" Target="../media/image2070.png"/><Relationship Id="rId348" Type="http://schemas.openxmlformats.org/officeDocument/2006/relationships/customXml" Target="../ink/ink871.xml"/><Relationship Id="rId364" Type="http://schemas.openxmlformats.org/officeDocument/2006/relationships/customXml" Target="../ink/ink879.xml"/><Relationship Id="rId369" Type="http://schemas.openxmlformats.org/officeDocument/2006/relationships/image" Target="../media/image2200.png"/><Relationship Id="rId380" Type="http://schemas.openxmlformats.org/officeDocument/2006/relationships/customXml" Target="../ink/ink887.xml"/><Relationship Id="rId385" Type="http://schemas.openxmlformats.org/officeDocument/2006/relationships/image" Target="../media/image2280.png"/><Relationship Id="rId415" Type="http://schemas.openxmlformats.org/officeDocument/2006/relationships/image" Target="../media/image465.png"/><Relationship Id="rId436" Type="http://schemas.openxmlformats.org/officeDocument/2006/relationships/customXml" Target="../ink/ink915.xml"/><Relationship Id="rId287" Type="http://schemas.openxmlformats.org/officeDocument/2006/relationships/image" Target="../media/image1790.png"/><Relationship Id="rId410" Type="http://schemas.openxmlformats.org/officeDocument/2006/relationships/customXml" Target="../ink/ink902.xml"/><Relationship Id="rId431" Type="http://schemas.openxmlformats.org/officeDocument/2006/relationships/image" Target="../media/image473.png"/><Relationship Id="rId312" Type="http://schemas.openxmlformats.org/officeDocument/2006/relationships/customXml" Target="../ink/ink853.xml"/><Relationship Id="rId317" Type="http://schemas.openxmlformats.org/officeDocument/2006/relationships/image" Target="../media/image1940.png"/><Relationship Id="rId333" Type="http://schemas.openxmlformats.org/officeDocument/2006/relationships/image" Target="../media/image2020.png"/><Relationship Id="rId338" Type="http://schemas.openxmlformats.org/officeDocument/2006/relationships/customXml" Target="../ink/ink866.xml"/><Relationship Id="rId354" Type="http://schemas.openxmlformats.org/officeDocument/2006/relationships/customXml" Target="../ink/ink874.xml"/><Relationship Id="rId359" Type="http://schemas.openxmlformats.org/officeDocument/2006/relationships/image" Target="../media/image2150.png"/><Relationship Id="rId370" Type="http://schemas.openxmlformats.org/officeDocument/2006/relationships/customXml" Target="../ink/ink882.xml"/><Relationship Id="rId375" Type="http://schemas.openxmlformats.org/officeDocument/2006/relationships/image" Target="../media/image2230.png"/><Relationship Id="rId391" Type="http://schemas.openxmlformats.org/officeDocument/2006/relationships/image" Target="../media/image2310.png"/><Relationship Id="rId396" Type="http://schemas.openxmlformats.org/officeDocument/2006/relationships/customXml" Target="../ink/ink895.xml"/><Relationship Id="rId405" Type="http://schemas.openxmlformats.org/officeDocument/2006/relationships/image" Target="../media/image2380.png"/><Relationship Id="rId426" Type="http://schemas.openxmlformats.org/officeDocument/2006/relationships/customXml" Target="../ink/ink910.xml"/><Relationship Id="rId3" Type="http://schemas.openxmlformats.org/officeDocument/2006/relationships/image" Target="../media/image460.png"/><Relationship Id="rId298" Type="http://schemas.openxmlformats.org/officeDocument/2006/relationships/customXml" Target="../ink/ink846.xml"/><Relationship Id="rId400" Type="http://schemas.openxmlformats.org/officeDocument/2006/relationships/customXml" Target="../ink/ink897.xml"/><Relationship Id="rId421" Type="http://schemas.openxmlformats.org/officeDocument/2006/relationships/image" Target="../media/image468.png"/><Relationship Id="rId293" Type="http://schemas.openxmlformats.org/officeDocument/2006/relationships/image" Target="../media/image1820.png"/><Relationship Id="rId302" Type="http://schemas.openxmlformats.org/officeDocument/2006/relationships/customXml" Target="../ink/ink848.xml"/><Relationship Id="rId307" Type="http://schemas.openxmlformats.org/officeDocument/2006/relationships/image" Target="../media/image1890.png"/><Relationship Id="rId323" Type="http://schemas.openxmlformats.org/officeDocument/2006/relationships/image" Target="../media/image1970.png"/><Relationship Id="rId328" Type="http://schemas.openxmlformats.org/officeDocument/2006/relationships/customXml" Target="../ink/ink861.xml"/><Relationship Id="rId344" Type="http://schemas.openxmlformats.org/officeDocument/2006/relationships/customXml" Target="../ink/ink869.xml"/><Relationship Id="rId349" Type="http://schemas.openxmlformats.org/officeDocument/2006/relationships/image" Target="../media/image2100.png"/><Relationship Id="rId360" Type="http://schemas.openxmlformats.org/officeDocument/2006/relationships/customXml" Target="../ink/ink877.xml"/><Relationship Id="rId365" Type="http://schemas.openxmlformats.org/officeDocument/2006/relationships/image" Target="../media/image2180.png"/><Relationship Id="rId381" Type="http://schemas.openxmlformats.org/officeDocument/2006/relationships/image" Target="../media/image2260.png"/><Relationship Id="rId386" Type="http://schemas.openxmlformats.org/officeDocument/2006/relationships/customXml" Target="../ink/ink890.xml"/><Relationship Id="rId416" Type="http://schemas.openxmlformats.org/officeDocument/2006/relationships/customXml" Target="../ink/ink905.xml"/><Relationship Id="rId288" Type="http://schemas.openxmlformats.org/officeDocument/2006/relationships/customXml" Target="../ink/ink841.xml"/><Relationship Id="rId411" Type="http://schemas.openxmlformats.org/officeDocument/2006/relationships/image" Target="../media/image463.png"/><Relationship Id="rId432" Type="http://schemas.openxmlformats.org/officeDocument/2006/relationships/customXml" Target="../ink/ink913.xml"/><Relationship Id="rId437" Type="http://schemas.openxmlformats.org/officeDocument/2006/relationships/image" Target="../media/image476.png"/><Relationship Id="rId313" Type="http://schemas.openxmlformats.org/officeDocument/2006/relationships/image" Target="../media/image1920.png"/><Relationship Id="rId318" Type="http://schemas.openxmlformats.org/officeDocument/2006/relationships/customXml" Target="../ink/ink856.xml"/><Relationship Id="rId339" Type="http://schemas.openxmlformats.org/officeDocument/2006/relationships/image" Target="../media/image2050.png"/><Relationship Id="rId334" Type="http://schemas.openxmlformats.org/officeDocument/2006/relationships/customXml" Target="../ink/ink864.xml"/><Relationship Id="rId350" Type="http://schemas.openxmlformats.org/officeDocument/2006/relationships/customXml" Target="../ink/ink872.xml"/><Relationship Id="rId355" Type="http://schemas.openxmlformats.org/officeDocument/2006/relationships/image" Target="../media/image2130.png"/><Relationship Id="rId371" Type="http://schemas.openxmlformats.org/officeDocument/2006/relationships/image" Target="../media/image2210.png"/><Relationship Id="rId376" Type="http://schemas.openxmlformats.org/officeDocument/2006/relationships/customXml" Target="../ink/ink885.xml"/><Relationship Id="rId397" Type="http://schemas.openxmlformats.org/officeDocument/2006/relationships/image" Target="../media/image2340.png"/><Relationship Id="rId406" Type="http://schemas.openxmlformats.org/officeDocument/2006/relationships/customXml" Target="../ink/ink900.xml"/><Relationship Id="rId4" Type="http://schemas.openxmlformats.org/officeDocument/2006/relationships/customXml" Target="../ink/ink839.xml"/><Relationship Id="rId392" Type="http://schemas.openxmlformats.org/officeDocument/2006/relationships/customXml" Target="../ink/ink893.xml"/><Relationship Id="rId401" Type="http://schemas.openxmlformats.org/officeDocument/2006/relationships/image" Target="../media/image2360.png"/><Relationship Id="rId422" Type="http://schemas.openxmlformats.org/officeDocument/2006/relationships/customXml" Target="../ink/ink908.xml"/><Relationship Id="rId427" Type="http://schemas.openxmlformats.org/officeDocument/2006/relationships/image" Target="../media/image471.png"/><Relationship Id="rId294" Type="http://schemas.openxmlformats.org/officeDocument/2006/relationships/customXml" Target="../ink/ink844.xml"/><Relationship Id="rId308" Type="http://schemas.openxmlformats.org/officeDocument/2006/relationships/customXml" Target="../ink/ink851.xml"/><Relationship Id="rId329" Type="http://schemas.openxmlformats.org/officeDocument/2006/relationships/image" Target="../media/image2000.png"/><Relationship Id="rId340" Type="http://schemas.openxmlformats.org/officeDocument/2006/relationships/customXml" Target="../ink/ink867.xml"/><Relationship Id="rId361" Type="http://schemas.openxmlformats.org/officeDocument/2006/relationships/image" Target="../media/image2160.png"/><Relationship Id="rId382" Type="http://schemas.openxmlformats.org/officeDocument/2006/relationships/customXml" Target="../ink/ink888.xml"/><Relationship Id="rId417" Type="http://schemas.openxmlformats.org/officeDocument/2006/relationships/image" Target="../media/image466.png"/><Relationship Id="rId438" Type="http://schemas.openxmlformats.org/officeDocument/2006/relationships/customXml" Target="../ink/ink916.xml"/><Relationship Id="rId319" Type="http://schemas.openxmlformats.org/officeDocument/2006/relationships/image" Target="../media/image1950.png"/><Relationship Id="rId330" Type="http://schemas.openxmlformats.org/officeDocument/2006/relationships/customXml" Target="../ink/ink862.xml"/><Relationship Id="rId351" Type="http://schemas.openxmlformats.org/officeDocument/2006/relationships/image" Target="../media/image2110.png"/><Relationship Id="rId372" Type="http://schemas.openxmlformats.org/officeDocument/2006/relationships/customXml" Target="../ink/ink883.xml"/><Relationship Id="rId393" Type="http://schemas.openxmlformats.org/officeDocument/2006/relationships/image" Target="../media/image2320.png"/><Relationship Id="rId407" Type="http://schemas.openxmlformats.org/officeDocument/2006/relationships/image" Target="../media/image2390.png"/><Relationship Id="rId428" Type="http://schemas.openxmlformats.org/officeDocument/2006/relationships/customXml" Target="../ink/ink911.xml"/><Relationship Id="rId295" Type="http://schemas.openxmlformats.org/officeDocument/2006/relationships/image" Target="../media/image1830.png"/><Relationship Id="rId309" Type="http://schemas.openxmlformats.org/officeDocument/2006/relationships/image" Target="../media/image1900.png"/><Relationship Id="rId320" Type="http://schemas.openxmlformats.org/officeDocument/2006/relationships/customXml" Target="../ink/ink85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4.png"/><Relationship Id="rId21" Type="http://schemas.openxmlformats.org/officeDocument/2006/relationships/image" Target="../media/image487.png"/><Relationship Id="rId42" Type="http://schemas.openxmlformats.org/officeDocument/2006/relationships/customXml" Target="../ink/ink936.xml"/><Relationship Id="rId63" Type="http://schemas.openxmlformats.org/officeDocument/2006/relationships/image" Target="../media/image507.png"/><Relationship Id="rId84" Type="http://schemas.openxmlformats.org/officeDocument/2006/relationships/customXml" Target="../ink/ink957.xml"/><Relationship Id="rId138" Type="http://schemas.openxmlformats.org/officeDocument/2006/relationships/customXml" Target="../ink/ink984.xml"/><Relationship Id="rId159" Type="http://schemas.openxmlformats.org/officeDocument/2006/relationships/image" Target="../media/image555.png"/><Relationship Id="rId170" Type="http://schemas.openxmlformats.org/officeDocument/2006/relationships/customXml" Target="../ink/ink1000.xml"/><Relationship Id="rId191" Type="http://schemas.openxmlformats.org/officeDocument/2006/relationships/image" Target="../media/image571.png"/><Relationship Id="rId205" Type="http://schemas.openxmlformats.org/officeDocument/2006/relationships/image" Target="../media/image578.png"/><Relationship Id="rId226" Type="http://schemas.openxmlformats.org/officeDocument/2006/relationships/customXml" Target="../ink/ink1028.xml"/><Relationship Id="rId247" Type="http://schemas.openxmlformats.org/officeDocument/2006/relationships/image" Target="../media/image599.png"/><Relationship Id="rId107" Type="http://schemas.openxmlformats.org/officeDocument/2006/relationships/image" Target="../media/image529.png"/><Relationship Id="rId11" Type="http://schemas.openxmlformats.org/officeDocument/2006/relationships/image" Target="../media/image482.png"/><Relationship Id="rId53" Type="http://schemas.openxmlformats.org/officeDocument/2006/relationships/image" Target="../media/image502.png"/><Relationship Id="rId74" Type="http://schemas.openxmlformats.org/officeDocument/2006/relationships/customXml" Target="../ink/ink952.xml"/><Relationship Id="rId128" Type="http://schemas.openxmlformats.org/officeDocument/2006/relationships/customXml" Target="../ink/ink979.xml"/><Relationship Id="rId149" Type="http://schemas.openxmlformats.org/officeDocument/2006/relationships/image" Target="../media/image550.png"/><Relationship Id="rId5" Type="http://schemas.openxmlformats.org/officeDocument/2006/relationships/image" Target="../media/image479.png"/><Relationship Id="rId95" Type="http://schemas.openxmlformats.org/officeDocument/2006/relationships/image" Target="../media/image523.png"/><Relationship Id="rId160" Type="http://schemas.openxmlformats.org/officeDocument/2006/relationships/customXml" Target="../ink/ink995.xml"/><Relationship Id="rId181" Type="http://schemas.openxmlformats.org/officeDocument/2006/relationships/image" Target="../media/image566.png"/><Relationship Id="rId216" Type="http://schemas.openxmlformats.org/officeDocument/2006/relationships/customXml" Target="../ink/ink1023.xml"/><Relationship Id="rId237" Type="http://schemas.openxmlformats.org/officeDocument/2006/relationships/image" Target="../media/image594.png"/><Relationship Id="rId22" Type="http://schemas.openxmlformats.org/officeDocument/2006/relationships/customXml" Target="../ink/ink927.xml"/><Relationship Id="rId43" Type="http://schemas.openxmlformats.org/officeDocument/2006/relationships/image" Target="../media/image492.png"/><Relationship Id="rId64" Type="http://schemas.openxmlformats.org/officeDocument/2006/relationships/customXml" Target="../ink/ink947.xml"/><Relationship Id="rId118" Type="http://schemas.openxmlformats.org/officeDocument/2006/relationships/customXml" Target="../ink/ink974.xml"/><Relationship Id="rId139" Type="http://schemas.openxmlformats.org/officeDocument/2006/relationships/image" Target="../media/image545.png"/><Relationship Id="rId85" Type="http://schemas.openxmlformats.org/officeDocument/2006/relationships/image" Target="../media/image518.png"/><Relationship Id="rId150" Type="http://schemas.openxmlformats.org/officeDocument/2006/relationships/customXml" Target="../ink/ink990.xml"/><Relationship Id="rId171" Type="http://schemas.openxmlformats.org/officeDocument/2006/relationships/image" Target="../media/image561.png"/><Relationship Id="rId192" Type="http://schemas.openxmlformats.org/officeDocument/2006/relationships/customXml" Target="../ink/ink1011.xml"/><Relationship Id="rId206" Type="http://schemas.openxmlformats.org/officeDocument/2006/relationships/customXml" Target="../ink/ink1018.xml"/><Relationship Id="rId227" Type="http://schemas.openxmlformats.org/officeDocument/2006/relationships/image" Target="../media/image589.png"/><Relationship Id="rId248" Type="http://schemas.openxmlformats.org/officeDocument/2006/relationships/customXml" Target="../ink/ink1039.xml"/><Relationship Id="rId12" Type="http://schemas.openxmlformats.org/officeDocument/2006/relationships/customXml" Target="../ink/ink922.xml"/><Relationship Id="rId33" Type="http://schemas.openxmlformats.org/officeDocument/2006/relationships/image" Target="../media/image493.png"/><Relationship Id="rId108" Type="http://schemas.openxmlformats.org/officeDocument/2006/relationships/customXml" Target="../ink/ink969.xml"/><Relationship Id="rId129" Type="http://schemas.openxmlformats.org/officeDocument/2006/relationships/image" Target="../media/image540.png"/><Relationship Id="rId54" Type="http://schemas.openxmlformats.org/officeDocument/2006/relationships/customXml" Target="../ink/ink942.xml"/><Relationship Id="rId75" Type="http://schemas.openxmlformats.org/officeDocument/2006/relationships/image" Target="../media/image513.png"/><Relationship Id="rId96" Type="http://schemas.openxmlformats.org/officeDocument/2006/relationships/customXml" Target="../ink/ink963.xml"/><Relationship Id="rId140" Type="http://schemas.openxmlformats.org/officeDocument/2006/relationships/customXml" Target="../ink/ink985.xml"/><Relationship Id="rId161" Type="http://schemas.openxmlformats.org/officeDocument/2006/relationships/image" Target="../media/image556.png"/><Relationship Id="rId182" Type="http://schemas.openxmlformats.org/officeDocument/2006/relationships/customXml" Target="../ink/ink1006.xml"/><Relationship Id="rId217" Type="http://schemas.openxmlformats.org/officeDocument/2006/relationships/image" Target="../media/image584.png"/><Relationship Id="rId6" Type="http://schemas.openxmlformats.org/officeDocument/2006/relationships/customXml" Target="../ink/ink919.xml"/><Relationship Id="rId238" Type="http://schemas.openxmlformats.org/officeDocument/2006/relationships/customXml" Target="../ink/ink1034.xml"/><Relationship Id="rId23" Type="http://schemas.openxmlformats.org/officeDocument/2006/relationships/image" Target="../media/image488.png"/><Relationship Id="rId119" Type="http://schemas.openxmlformats.org/officeDocument/2006/relationships/image" Target="../media/image535.png"/><Relationship Id="rId44" Type="http://schemas.openxmlformats.org/officeDocument/2006/relationships/customXml" Target="../ink/ink937.xml"/><Relationship Id="rId65" Type="http://schemas.openxmlformats.org/officeDocument/2006/relationships/image" Target="../media/image508.png"/><Relationship Id="rId86" Type="http://schemas.openxmlformats.org/officeDocument/2006/relationships/customXml" Target="../ink/ink958.xml"/><Relationship Id="rId130" Type="http://schemas.openxmlformats.org/officeDocument/2006/relationships/customXml" Target="../ink/ink980.xml"/><Relationship Id="rId151" Type="http://schemas.openxmlformats.org/officeDocument/2006/relationships/image" Target="../media/image551.png"/><Relationship Id="rId172" Type="http://schemas.openxmlformats.org/officeDocument/2006/relationships/customXml" Target="../ink/ink1001.xml"/><Relationship Id="rId193" Type="http://schemas.openxmlformats.org/officeDocument/2006/relationships/image" Target="../media/image572.png"/><Relationship Id="rId207" Type="http://schemas.openxmlformats.org/officeDocument/2006/relationships/image" Target="../media/image579.png"/><Relationship Id="rId228" Type="http://schemas.openxmlformats.org/officeDocument/2006/relationships/customXml" Target="../ink/ink1029.xml"/><Relationship Id="rId249" Type="http://schemas.openxmlformats.org/officeDocument/2006/relationships/image" Target="../media/image600.png"/><Relationship Id="rId13" Type="http://schemas.openxmlformats.org/officeDocument/2006/relationships/image" Target="../media/image483.png"/><Relationship Id="rId109" Type="http://schemas.openxmlformats.org/officeDocument/2006/relationships/image" Target="../media/image530.png"/><Relationship Id="rId34" Type="http://schemas.openxmlformats.org/officeDocument/2006/relationships/customXml" Target="../ink/ink932.xml"/><Relationship Id="rId55" Type="http://schemas.openxmlformats.org/officeDocument/2006/relationships/image" Target="../media/image503.png"/><Relationship Id="rId76" Type="http://schemas.openxmlformats.org/officeDocument/2006/relationships/customXml" Target="../ink/ink953.xml"/><Relationship Id="rId97" Type="http://schemas.openxmlformats.org/officeDocument/2006/relationships/image" Target="../media/image524.png"/><Relationship Id="rId120" Type="http://schemas.openxmlformats.org/officeDocument/2006/relationships/customXml" Target="../ink/ink975.xml"/><Relationship Id="rId141" Type="http://schemas.openxmlformats.org/officeDocument/2006/relationships/image" Target="../media/image546.png"/><Relationship Id="rId7" Type="http://schemas.openxmlformats.org/officeDocument/2006/relationships/image" Target="../media/image480.png"/><Relationship Id="rId162" Type="http://schemas.openxmlformats.org/officeDocument/2006/relationships/customXml" Target="../ink/ink996.xml"/><Relationship Id="rId183" Type="http://schemas.openxmlformats.org/officeDocument/2006/relationships/image" Target="../media/image567.png"/><Relationship Id="rId218" Type="http://schemas.openxmlformats.org/officeDocument/2006/relationships/customXml" Target="../ink/ink1024.xml"/><Relationship Id="rId239" Type="http://schemas.openxmlformats.org/officeDocument/2006/relationships/image" Target="../media/image595.png"/><Relationship Id="rId250" Type="http://schemas.openxmlformats.org/officeDocument/2006/relationships/customXml" Target="../ink/ink1040.xml"/><Relationship Id="rId24" Type="http://schemas.openxmlformats.org/officeDocument/2006/relationships/customXml" Target="../ink/ink928.xml"/><Relationship Id="rId45" Type="http://schemas.openxmlformats.org/officeDocument/2006/relationships/image" Target="../media/image498.png"/><Relationship Id="rId66" Type="http://schemas.openxmlformats.org/officeDocument/2006/relationships/customXml" Target="../ink/ink948.xml"/><Relationship Id="rId87" Type="http://schemas.openxmlformats.org/officeDocument/2006/relationships/image" Target="../media/image519.png"/><Relationship Id="rId110" Type="http://schemas.openxmlformats.org/officeDocument/2006/relationships/customXml" Target="../ink/ink970.xml"/><Relationship Id="rId131" Type="http://schemas.openxmlformats.org/officeDocument/2006/relationships/image" Target="../media/image541.png"/><Relationship Id="rId152" Type="http://schemas.openxmlformats.org/officeDocument/2006/relationships/customXml" Target="../ink/ink991.xml"/><Relationship Id="rId173" Type="http://schemas.openxmlformats.org/officeDocument/2006/relationships/image" Target="../media/image562.png"/><Relationship Id="rId194" Type="http://schemas.openxmlformats.org/officeDocument/2006/relationships/customXml" Target="../ink/ink1012.xml"/><Relationship Id="rId208" Type="http://schemas.openxmlformats.org/officeDocument/2006/relationships/customXml" Target="../ink/ink1019.xml"/><Relationship Id="rId229" Type="http://schemas.openxmlformats.org/officeDocument/2006/relationships/image" Target="../media/image590.png"/><Relationship Id="rId240" Type="http://schemas.openxmlformats.org/officeDocument/2006/relationships/customXml" Target="../ink/ink1035.xml"/><Relationship Id="rId14" Type="http://schemas.openxmlformats.org/officeDocument/2006/relationships/customXml" Target="../ink/ink923.xml"/><Relationship Id="rId35" Type="http://schemas.openxmlformats.org/officeDocument/2006/relationships/image" Target="../media/image494.png"/><Relationship Id="rId56" Type="http://schemas.openxmlformats.org/officeDocument/2006/relationships/customXml" Target="../ink/ink943.xml"/><Relationship Id="rId77" Type="http://schemas.openxmlformats.org/officeDocument/2006/relationships/image" Target="../media/image514.png"/><Relationship Id="rId100" Type="http://schemas.openxmlformats.org/officeDocument/2006/relationships/customXml" Target="../ink/ink965.xml"/><Relationship Id="rId8" Type="http://schemas.openxmlformats.org/officeDocument/2006/relationships/customXml" Target="../ink/ink920.xml"/><Relationship Id="rId98" Type="http://schemas.openxmlformats.org/officeDocument/2006/relationships/customXml" Target="../ink/ink964.xml"/><Relationship Id="rId121" Type="http://schemas.openxmlformats.org/officeDocument/2006/relationships/image" Target="../media/image536.png"/><Relationship Id="rId142" Type="http://schemas.openxmlformats.org/officeDocument/2006/relationships/customXml" Target="../ink/ink986.xml"/><Relationship Id="rId163" Type="http://schemas.openxmlformats.org/officeDocument/2006/relationships/image" Target="../media/image557.png"/><Relationship Id="rId184" Type="http://schemas.openxmlformats.org/officeDocument/2006/relationships/customXml" Target="../ink/ink1007.xml"/><Relationship Id="rId219" Type="http://schemas.openxmlformats.org/officeDocument/2006/relationships/image" Target="../media/image585.png"/><Relationship Id="rId230" Type="http://schemas.openxmlformats.org/officeDocument/2006/relationships/customXml" Target="../ink/ink1030.xml"/><Relationship Id="rId251" Type="http://schemas.openxmlformats.org/officeDocument/2006/relationships/image" Target="../media/image601.png"/><Relationship Id="rId25" Type="http://schemas.openxmlformats.org/officeDocument/2006/relationships/image" Target="../media/image489.png"/><Relationship Id="rId46" Type="http://schemas.openxmlformats.org/officeDocument/2006/relationships/customXml" Target="../ink/ink938.xml"/><Relationship Id="rId67" Type="http://schemas.openxmlformats.org/officeDocument/2006/relationships/image" Target="../media/image509.png"/><Relationship Id="rId88" Type="http://schemas.openxmlformats.org/officeDocument/2006/relationships/customXml" Target="../ink/ink959.xml"/><Relationship Id="rId111" Type="http://schemas.openxmlformats.org/officeDocument/2006/relationships/image" Target="../media/image531.png"/><Relationship Id="rId132" Type="http://schemas.openxmlformats.org/officeDocument/2006/relationships/customXml" Target="../ink/ink981.xml"/><Relationship Id="rId153" Type="http://schemas.openxmlformats.org/officeDocument/2006/relationships/image" Target="../media/image552.png"/><Relationship Id="rId174" Type="http://schemas.openxmlformats.org/officeDocument/2006/relationships/customXml" Target="../ink/ink1002.xml"/><Relationship Id="rId195" Type="http://schemas.openxmlformats.org/officeDocument/2006/relationships/image" Target="../media/image573.png"/><Relationship Id="rId209" Type="http://schemas.openxmlformats.org/officeDocument/2006/relationships/image" Target="../media/image580.png"/><Relationship Id="rId220" Type="http://schemas.openxmlformats.org/officeDocument/2006/relationships/customXml" Target="../ink/ink1025.xml"/><Relationship Id="rId241" Type="http://schemas.openxmlformats.org/officeDocument/2006/relationships/image" Target="../media/image596.png"/><Relationship Id="rId15" Type="http://schemas.openxmlformats.org/officeDocument/2006/relationships/image" Target="../media/image484.png"/><Relationship Id="rId36" Type="http://schemas.openxmlformats.org/officeDocument/2006/relationships/customXml" Target="../ink/ink933.xml"/><Relationship Id="rId57" Type="http://schemas.openxmlformats.org/officeDocument/2006/relationships/image" Target="../media/image504.png"/><Relationship Id="rId78" Type="http://schemas.openxmlformats.org/officeDocument/2006/relationships/customXml" Target="../ink/ink954.xml"/><Relationship Id="rId99" Type="http://schemas.openxmlformats.org/officeDocument/2006/relationships/image" Target="../media/image525.png"/><Relationship Id="rId101" Type="http://schemas.openxmlformats.org/officeDocument/2006/relationships/image" Target="../media/image526.png"/><Relationship Id="rId122" Type="http://schemas.openxmlformats.org/officeDocument/2006/relationships/customXml" Target="../ink/ink976.xml"/><Relationship Id="rId143" Type="http://schemas.openxmlformats.org/officeDocument/2006/relationships/image" Target="../media/image547.png"/><Relationship Id="rId164" Type="http://schemas.openxmlformats.org/officeDocument/2006/relationships/customXml" Target="../ink/ink997.xml"/><Relationship Id="rId185" Type="http://schemas.openxmlformats.org/officeDocument/2006/relationships/image" Target="../media/image568.png"/><Relationship Id="rId9" Type="http://schemas.openxmlformats.org/officeDocument/2006/relationships/image" Target="../media/image481.png"/><Relationship Id="rId210" Type="http://schemas.openxmlformats.org/officeDocument/2006/relationships/customXml" Target="../ink/ink1020.xml"/><Relationship Id="rId26" Type="http://schemas.openxmlformats.org/officeDocument/2006/relationships/customXml" Target="../ink/ink929.xml"/><Relationship Id="rId231" Type="http://schemas.openxmlformats.org/officeDocument/2006/relationships/image" Target="../media/image591.png"/><Relationship Id="rId252" Type="http://schemas.openxmlformats.org/officeDocument/2006/relationships/customXml" Target="../ink/ink1041.xml"/><Relationship Id="rId47" Type="http://schemas.openxmlformats.org/officeDocument/2006/relationships/image" Target="../media/image499.png"/><Relationship Id="rId68" Type="http://schemas.openxmlformats.org/officeDocument/2006/relationships/customXml" Target="../ink/ink949.xml"/><Relationship Id="rId89" Type="http://schemas.openxmlformats.org/officeDocument/2006/relationships/image" Target="../media/image520.png"/><Relationship Id="rId112" Type="http://schemas.openxmlformats.org/officeDocument/2006/relationships/customXml" Target="../ink/ink971.xml"/><Relationship Id="rId133" Type="http://schemas.openxmlformats.org/officeDocument/2006/relationships/image" Target="../media/image542.png"/><Relationship Id="rId154" Type="http://schemas.openxmlformats.org/officeDocument/2006/relationships/customXml" Target="../ink/ink992.xml"/><Relationship Id="rId175" Type="http://schemas.openxmlformats.org/officeDocument/2006/relationships/image" Target="../media/image563.png"/><Relationship Id="rId196" Type="http://schemas.openxmlformats.org/officeDocument/2006/relationships/customXml" Target="../ink/ink1013.xml"/><Relationship Id="rId200" Type="http://schemas.openxmlformats.org/officeDocument/2006/relationships/customXml" Target="../ink/ink1015.xml"/><Relationship Id="rId16" Type="http://schemas.openxmlformats.org/officeDocument/2006/relationships/customXml" Target="../ink/ink924.xml"/><Relationship Id="rId221" Type="http://schemas.openxmlformats.org/officeDocument/2006/relationships/image" Target="../media/image586.png"/><Relationship Id="rId242" Type="http://schemas.openxmlformats.org/officeDocument/2006/relationships/customXml" Target="../ink/ink1036.xml"/><Relationship Id="rId37" Type="http://schemas.openxmlformats.org/officeDocument/2006/relationships/image" Target="../media/image495.png"/><Relationship Id="rId58" Type="http://schemas.openxmlformats.org/officeDocument/2006/relationships/customXml" Target="../ink/ink944.xml"/><Relationship Id="rId79" Type="http://schemas.openxmlformats.org/officeDocument/2006/relationships/image" Target="../media/image515.png"/><Relationship Id="rId102" Type="http://schemas.openxmlformats.org/officeDocument/2006/relationships/customXml" Target="../ink/ink966.xml"/><Relationship Id="rId123" Type="http://schemas.openxmlformats.org/officeDocument/2006/relationships/image" Target="../media/image537.png"/><Relationship Id="rId144" Type="http://schemas.openxmlformats.org/officeDocument/2006/relationships/customXml" Target="../ink/ink987.xml"/><Relationship Id="rId90" Type="http://schemas.openxmlformats.org/officeDocument/2006/relationships/customXml" Target="../ink/ink960.xml"/><Relationship Id="rId165" Type="http://schemas.openxmlformats.org/officeDocument/2006/relationships/image" Target="../media/image558.png"/><Relationship Id="rId186" Type="http://schemas.openxmlformats.org/officeDocument/2006/relationships/customXml" Target="../ink/ink1008.xml"/><Relationship Id="rId211" Type="http://schemas.openxmlformats.org/officeDocument/2006/relationships/image" Target="../media/image581.png"/><Relationship Id="rId232" Type="http://schemas.openxmlformats.org/officeDocument/2006/relationships/customXml" Target="../ink/ink1031.xml"/><Relationship Id="rId253" Type="http://schemas.openxmlformats.org/officeDocument/2006/relationships/image" Target="../media/image602.png"/><Relationship Id="rId27" Type="http://schemas.openxmlformats.org/officeDocument/2006/relationships/image" Target="../media/image490.png"/><Relationship Id="rId48" Type="http://schemas.openxmlformats.org/officeDocument/2006/relationships/customXml" Target="../ink/ink939.xml"/><Relationship Id="rId69" Type="http://schemas.openxmlformats.org/officeDocument/2006/relationships/image" Target="../media/image510.png"/><Relationship Id="rId113" Type="http://schemas.openxmlformats.org/officeDocument/2006/relationships/image" Target="../media/image532.png"/><Relationship Id="rId134" Type="http://schemas.openxmlformats.org/officeDocument/2006/relationships/customXml" Target="../ink/ink982.xml"/><Relationship Id="rId80" Type="http://schemas.openxmlformats.org/officeDocument/2006/relationships/customXml" Target="../ink/ink955.xml"/><Relationship Id="rId155" Type="http://schemas.openxmlformats.org/officeDocument/2006/relationships/image" Target="../media/image553.png"/><Relationship Id="rId176" Type="http://schemas.openxmlformats.org/officeDocument/2006/relationships/customXml" Target="../ink/ink1003.xml"/><Relationship Id="rId197" Type="http://schemas.openxmlformats.org/officeDocument/2006/relationships/image" Target="../media/image574.png"/><Relationship Id="rId201" Type="http://schemas.openxmlformats.org/officeDocument/2006/relationships/image" Target="../media/image576.png"/><Relationship Id="rId222" Type="http://schemas.openxmlformats.org/officeDocument/2006/relationships/customXml" Target="../ink/ink1026.xml"/><Relationship Id="rId243" Type="http://schemas.openxmlformats.org/officeDocument/2006/relationships/image" Target="../media/image597.png"/><Relationship Id="rId17" Type="http://schemas.openxmlformats.org/officeDocument/2006/relationships/image" Target="../media/image485.png"/><Relationship Id="rId38" Type="http://schemas.openxmlformats.org/officeDocument/2006/relationships/customXml" Target="../ink/ink934.xml"/><Relationship Id="rId59" Type="http://schemas.openxmlformats.org/officeDocument/2006/relationships/image" Target="../media/image505.png"/><Relationship Id="rId103" Type="http://schemas.openxmlformats.org/officeDocument/2006/relationships/image" Target="../media/image527.png"/><Relationship Id="rId124" Type="http://schemas.openxmlformats.org/officeDocument/2006/relationships/customXml" Target="../ink/ink977.xml"/><Relationship Id="rId70" Type="http://schemas.openxmlformats.org/officeDocument/2006/relationships/customXml" Target="../ink/ink950.xml"/><Relationship Id="rId91" Type="http://schemas.openxmlformats.org/officeDocument/2006/relationships/image" Target="../media/image521.png"/><Relationship Id="rId145" Type="http://schemas.openxmlformats.org/officeDocument/2006/relationships/image" Target="../media/image548.png"/><Relationship Id="rId166" Type="http://schemas.openxmlformats.org/officeDocument/2006/relationships/customXml" Target="../ink/ink998.xml"/><Relationship Id="rId187" Type="http://schemas.openxmlformats.org/officeDocument/2006/relationships/image" Target="../media/image569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21.xml"/><Relationship Id="rId233" Type="http://schemas.openxmlformats.org/officeDocument/2006/relationships/image" Target="../media/image592.png"/><Relationship Id="rId254" Type="http://schemas.openxmlformats.org/officeDocument/2006/relationships/customXml" Target="../ink/ink1042.xml"/><Relationship Id="rId28" Type="http://schemas.openxmlformats.org/officeDocument/2006/relationships/customXml" Target="../ink/ink930.xml"/><Relationship Id="rId49" Type="http://schemas.openxmlformats.org/officeDocument/2006/relationships/image" Target="../media/image500.png"/><Relationship Id="rId114" Type="http://schemas.openxmlformats.org/officeDocument/2006/relationships/customXml" Target="../ink/ink972.xml"/><Relationship Id="rId60" Type="http://schemas.openxmlformats.org/officeDocument/2006/relationships/customXml" Target="../ink/ink945.xml"/><Relationship Id="rId81" Type="http://schemas.openxmlformats.org/officeDocument/2006/relationships/image" Target="../media/image516.png"/><Relationship Id="rId135" Type="http://schemas.openxmlformats.org/officeDocument/2006/relationships/image" Target="../media/image543.png"/><Relationship Id="rId156" Type="http://schemas.openxmlformats.org/officeDocument/2006/relationships/customXml" Target="../ink/ink993.xml"/><Relationship Id="rId177" Type="http://schemas.openxmlformats.org/officeDocument/2006/relationships/image" Target="../media/image564.png"/><Relationship Id="rId198" Type="http://schemas.openxmlformats.org/officeDocument/2006/relationships/customXml" Target="../ink/ink1014.xml"/><Relationship Id="rId202" Type="http://schemas.openxmlformats.org/officeDocument/2006/relationships/customXml" Target="../ink/ink1016.xml"/><Relationship Id="rId223" Type="http://schemas.openxmlformats.org/officeDocument/2006/relationships/image" Target="../media/image587.png"/><Relationship Id="rId244" Type="http://schemas.openxmlformats.org/officeDocument/2006/relationships/customXml" Target="../ink/ink1037.xml"/><Relationship Id="rId18" Type="http://schemas.openxmlformats.org/officeDocument/2006/relationships/customXml" Target="../ink/ink925.xml"/><Relationship Id="rId39" Type="http://schemas.openxmlformats.org/officeDocument/2006/relationships/image" Target="../media/image496.png"/><Relationship Id="rId50" Type="http://schemas.openxmlformats.org/officeDocument/2006/relationships/customXml" Target="../ink/ink940.xml"/><Relationship Id="rId104" Type="http://schemas.openxmlformats.org/officeDocument/2006/relationships/customXml" Target="../ink/ink967.xml"/><Relationship Id="rId125" Type="http://schemas.openxmlformats.org/officeDocument/2006/relationships/image" Target="../media/image538.png"/><Relationship Id="rId146" Type="http://schemas.openxmlformats.org/officeDocument/2006/relationships/customXml" Target="../ink/ink988.xml"/><Relationship Id="rId167" Type="http://schemas.openxmlformats.org/officeDocument/2006/relationships/image" Target="../media/image559.png"/><Relationship Id="rId188" Type="http://schemas.openxmlformats.org/officeDocument/2006/relationships/customXml" Target="../ink/ink1009.xml"/><Relationship Id="rId71" Type="http://schemas.openxmlformats.org/officeDocument/2006/relationships/image" Target="../media/image511.png"/><Relationship Id="rId92" Type="http://schemas.openxmlformats.org/officeDocument/2006/relationships/customXml" Target="../ink/ink961.xml"/><Relationship Id="rId213" Type="http://schemas.openxmlformats.org/officeDocument/2006/relationships/image" Target="../media/image582.png"/><Relationship Id="rId234" Type="http://schemas.openxmlformats.org/officeDocument/2006/relationships/customXml" Target="../ink/ink1032.xml"/><Relationship Id="rId2" Type="http://schemas.openxmlformats.org/officeDocument/2006/relationships/customXml" Target="../ink/ink917.xml"/><Relationship Id="rId29" Type="http://schemas.openxmlformats.org/officeDocument/2006/relationships/image" Target="../media/image491.png"/><Relationship Id="rId255" Type="http://schemas.openxmlformats.org/officeDocument/2006/relationships/image" Target="../media/image603.png"/><Relationship Id="rId40" Type="http://schemas.openxmlformats.org/officeDocument/2006/relationships/customXml" Target="../ink/ink935.xml"/><Relationship Id="rId115" Type="http://schemas.openxmlformats.org/officeDocument/2006/relationships/image" Target="../media/image533.png"/><Relationship Id="rId136" Type="http://schemas.openxmlformats.org/officeDocument/2006/relationships/customXml" Target="../ink/ink983.xml"/><Relationship Id="rId157" Type="http://schemas.openxmlformats.org/officeDocument/2006/relationships/image" Target="../media/image554.png"/><Relationship Id="rId178" Type="http://schemas.openxmlformats.org/officeDocument/2006/relationships/customXml" Target="../ink/ink1004.xml"/><Relationship Id="rId61" Type="http://schemas.openxmlformats.org/officeDocument/2006/relationships/image" Target="../media/image506.png"/><Relationship Id="rId82" Type="http://schemas.openxmlformats.org/officeDocument/2006/relationships/customXml" Target="../ink/ink956.xml"/><Relationship Id="rId199" Type="http://schemas.openxmlformats.org/officeDocument/2006/relationships/image" Target="../media/image575.png"/><Relationship Id="rId203" Type="http://schemas.openxmlformats.org/officeDocument/2006/relationships/image" Target="../media/image577.png"/><Relationship Id="rId19" Type="http://schemas.openxmlformats.org/officeDocument/2006/relationships/image" Target="../media/image486.png"/><Relationship Id="rId224" Type="http://schemas.openxmlformats.org/officeDocument/2006/relationships/customXml" Target="../ink/ink1027.xml"/><Relationship Id="rId245" Type="http://schemas.openxmlformats.org/officeDocument/2006/relationships/image" Target="../media/image598.png"/><Relationship Id="rId30" Type="http://schemas.openxmlformats.org/officeDocument/2006/relationships/customXml" Target="../ink/ink931.xml"/><Relationship Id="rId105" Type="http://schemas.openxmlformats.org/officeDocument/2006/relationships/image" Target="../media/image528.png"/><Relationship Id="rId126" Type="http://schemas.openxmlformats.org/officeDocument/2006/relationships/customXml" Target="../ink/ink978.xml"/><Relationship Id="rId147" Type="http://schemas.openxmlformats.org/officeDocument/2006/relationships/image" Target="../media/image549.png"/><Relationship Id="rId168" Type="http://schemas.openxmlformats.org/officeDocument/2006/relationships/customXml" Target="../ink/ink999.xml"/><Relationship Id="rId51" Type="http://schemas.openxmlformats.org/officeDocument/2006/relationships/image" Target="../media/image501.png"/><Relationship Id="rId72" Type="http://schemas.openxmlformats.org/officeDocument/2006/relationships/customXml" Target="../ink/ink951.xml"/><Relationship Id="rId93" Type="http://schemas.openxmlformats.org/officeDocument/2006/relationships/image" Target="../media/image522.png"/><Relationship Id="rId189" Type="http://schemas.openxmlformats.org/officeDocument/2006/relationships/image" Target="../media/image570.png"/><Relationship Id="rId3" Type="http://schemas.openxmlformats.org/officeDocument/2006/relationships/image" Target="../media/image478.png"/><Relationship Id="rId214" Type="http://schemas.openxmlformats.org/officeDocument/2006/relationships/customXml" Target="../ink/ink1022.xml"/><Relationship Id="rId235" Type="http://schemas.openxmlformats.org/officeDocument/2006/relationships/image" Target="../media/image593.png"/><Relationship Id="rId256" Type="http://schemas.openxmlformats.org/officeDocument/2006/relationships/customXml" Target="../ink/ink1043.xml"/><Relationship Id="rId116" Type="http://schemas.openxmlformats.org/officeDocument/2006/relationships/customXml" Target="../ink/ink973.xml"/><Relationship Id="rId137" Type="http://schemas.openxmlformats.org/officeDocument/2006/relationships/image" Target="../media/image544.png"/><Relationship Id="rId158" Type="http://schemas.openxmlformats.org/officeDocument/2006/relationships/customXml" Target="../ink/ink994.xml"/><Relationship Id="rId20" Type="http://schemas.openxmlformats.org/officeDocument/2006/relationships/customXml" Target="../ink/ink926.xml"/><Relationship Id="rId41" Type="http://schemas.openxmlformats.org/officeDocument/2006/relationships/image" Target="../media/image497.png"/><Relationship Id="rId62" Type="http://schemas.openxmlformats.org/officeDocument/2006/relationships/customXml" Target="../ink/ink946.xml"/><Relationship Id="rId83" Type="http://schemas.openxmlformats.org/officeDocument/2006/relationships/image" Target="../media/image517.png"/><Relationship Id="rId179" Type="http://schemas.openxmlformats.org/officeDocument/2006/relationships/image" Target="../media/image565.png"/><Relationship Id="rId190" Type="http://schemas.openxmlformats.org/officeDocument/2006/relationships/customXml" Target="../ink/ink1010.xml"/><Relationship Id="rId204" Type="http://schemas.openxmlformats.org/officeDocument/2006/relationships/customXml" Target="../ink/ink1017.xml"/><Relationship Id="rId225" Type="http://schemas.openxmlformats.org/officeDocument/2006/relationships/image" Target="../media/image588.png"/><Relationship Id="rId246" Type="http://schemas.openxmlformats.org/officeDocument/2006/relationships/customXml" Target="../ink/ink1038.xml"/><Relationship Id="rId106" Type="http://schemas.openxmlformats.org/officeDocument/2006/relationships/customXml" Target="../ink/ink968.xml"/><Relationship Id="rId127" Type="http://schemas.openxmlformats.org/officeDocument/2006/relationships/image" Target="../media/image539.png"/><Relationship Id="rId10" Type="http://schemas.openxmlformats.org/officeDocument/2006/relationships/customXml" Target="../ink/ink921.xml"/><Relationship Id="rId52" Type="http://schemas.openxmlformats.org/officeDocument/2006/relationships/customXml" Target="../ink/ink941.xml"/><Relationship Id="rId73" Type="http://schemas.openxmlformats.org/officeDocument/2006/relationships/image" Target="../media/image512.png"/><Relationship Id="rId94" Type="http://schemas.openxmlformats.org/officeDocument/2006/relationships/customXml" Target="../ink/ink962.xml"/><Relationship Id="rId148" Type="http://schemas.openxmlformats.org/officeDocument/2006/relationships/customXml" Target="../ink/ink989.xml"/><Relationship Id="rId169" Type="http://schemas.openxmlformats.org/officeDocument/2006/relationships/image" Target="../media/image560.png"/><Relationship Id="rId4" Type="http://schemas.openxmlformats.org/officeDocument/2006/relationships/customXml" Target="../ink/ink918.xml"/><Relationship Id="rId180" Type="http://schemas.openxmlformats.org/officeDocument/2006/relationships/customXml" Target="../ink/ink1005.xml"/><Relationship Id="rId215" Type="http://schemas.openxmlformats.org/officeDocument/2006/relationships/image" Target="../media/image583.png"/><Relationship Id="rId236" Type="http://schemas.openxmlformats.org/officeDocument/2006/relationships/customXml" Target="../ink/ink1033.xml"/><Relationship Id="rId257" Type="http://schemas.openxmlformats.org/officeDocument/2006/relationships/image" Target="../media/image604.png"/></Relationships>
</file>

<file path=ppt/slides/_rels/slide1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350.png"/><Relationship Id="rId21" Type="http://schemas.openxmlformats.org/officeDocument/2006/relationships/image" Target="../media/image4870.png"/><Relationship Id="rId42" Type="http://schemas.openxmlformats.org/officeDocument/2006/relationships/customXml" Target="../ink/ink1064.xml"/><Relationship Id="rId63" Type="http://schemas.openxmlformats.org/officeDocument/2006/relationships/image" Target="../media/image5080.png"/><Relationship Id="rId84" Type="http://schemas.openxmlformats.org/officeDocument/2006/relationships/customXml" Target="../ink/ink1085.xml"/><Relationship Id="rId138" Type="http://schemas.openxmlformats.org/officeDocument/2006/relationships/customXml" Target="../ink/ink1112.xml"/><Relationship Id="rId159" Type="http://schemas.openxmlformats.org/officeDocument/2006/relationships/image" Target="../media/image5560.png"/><Relationship Id="rId170" Type="http://schemas.openxmlformats.org/officeDocument/2006/relationships/customXml" Target="../ink/ink1128.xml"/><Relationship Id="rId191" Type="http://schemas.openxmlformats.org/officeDocument/2006/relationships/image" Target="../media/image5720.png"/><Relationship Id="rId205" Type="http://schemas.openxmlformats.org/officeDocument/2006/relationships/image" Target="../media/image5790.png"/><Relationship Id="rId226" Type="http://schemas.openxmlformats.org/officeDocument/2006/relationships/customXml" Target="../ink/ink1156.xml"/><Relationship Id="rId107" Type="http://schemas.openxmlformats.org/officeDocument/2006/relationships/image" Target="../media/image5300.png"/><Relationship Id="rId11" Type="http://schemas.openxmlformats.org/officeDocument/2006/relationships/image" Target="../media/image4820.png"/><Relationship Id="rId32" Type="http://schemas.openxmlformats.org/officeDocument/2006/relationships/customXml" Target="../ink/ink1059.xml"/><Relationship Id="rId53" Type="http://schemas.openxmlformats.org/officeDocument/2006/relationships/image" Target="../media/image5030.png"/><Relationship Id="rId74" Type="http://schemas.openxmlformats.org/officeDocument/2006/relationships/customXml" Target="../ink/ink1080.xml"/><Relationship Id="rId128" Type="http://schemas.openxmlformats.org/officeDocument/2006/relationships/customXml" Target="../ink/ink1107.xml"/><Relationship Id="rId149" Type="http://schemas.openxmlformats.org/officeDocument/2006/relationships/image" Target="../media/image5510.png"/><Relationship Id="rId5" Type="http://schemas.openxmlformats.org/officeDocument/2006/relationships/image" Target="../media/image4790.png"/><Relationship Id="rId95" Type="http://schemas.openxmlformats.org/officeDocument/2006/relationships/image" Target="../media/image5240.png"/><Relationship Id="rId160" Type="http://schemas.openxmlformats.org/officeDocument/2006/relationships/customXml" Target="../ink/ink1123.xml"/><Relationship Id="rId181" Type="http://schemas.openxmlformats.org/officeDocument/2006/relationships/image" Target="../media/image5670.png"/><Relationship Id="rId216" Type="http://schemas.openxmlformats.org/officeDocument/2006/relationships/customXml" Target="../ink/ink1151.xml"/><Relationship Id="rId237" Type="http://schemas.openxmlformats.org/officeDocument/2006/relationships/image" Target="../media/image5950.png"/><Relationship Id="rId22" Type="http://schemas.openxmlformats.org/officeDocument/2006/relationships/customXml" Target="../ink/ink1054.xml"/><Relationship Id="rId43" Type="http://schemas.openxmlformats.org/officeDocument/2006/relationships/image" Target="../media/image4980.png"/><Relationship Id="rId64" Type="http://schemas.openxmlformats.org/officeDocument/2006/relationships/customXml" Target="../ink/ink1075.xml"/><Relationship Id="rId118" Type="http://schemas.openxmlformats.org/officeDocument/2006/relationships/customXml" Target="../ink/ink1102.xml"/><Relationship Id="rId139" Type="http://schemas.openxmlformats.org/officeDocument/2006/relationships/image" Target="../media/image5460.png"/><Relationship Id="rId85" Type="http://schemas.openxmlformats.org/officeDocument/2006/relationships/image" Target="../media/image5190.png"/><Relationship Id="rId150" Type="http://schemas.openxmlformats.org/officeDocument/2006/relationships/customXml" Target="../ink/ink1118.xml"/><Relationship Id="rId171" Type="http://schemas.openxmlformats.org/officeDocument/2006/relationships/image" Target="../media/image5620.png"/><Relationship Id="rId192" Type="http://schemas.openxmlformats.org/officeDocument/2006/relationships/customXml" Target="../ink/ink1139.xml"/><Relationship Id="rId206" Type="http://schemas.openxmlformats.org/officeDocument/2006/relationships/customXml" Target="../ink/ink1146.xml"/><Relationship Id="rId227" Type="http://schemas.openxmlformats.org/officeDocument/2006/relationships/image" Target="../media/image5900.png"/><Relationship Id="rId12" Type="http://schemas.openxmlformats.org/officeDocument/2006/relationships/customXml" Target="../ink/ink1049.xml"/><Relationship Id="rId33" Type="http://schemas.openxmlformats.org/officeDocument/2006/relationships/image" Target="../media/image4930.png"/><Relationship Id="rId108" Type="http://schemas.openxmlformats.org/officeDocument/2006/relationships/customXml" Target="../ink/ink1097.xml"/><Relationship Id="rId129" Type="http://schemas.openxmlformats.org/officeDocument/2006/relationships/image" Target="../media/image5410.png"/><Relationship Id="rId54" Type="http://schemas.openxmlformats.org/officeDocument/2006/relationships/customXml" Target="../ink/ink1070.xml"/><Relationship Id="rId75" Type="http://schemas.openxmlformats.org/officeDocument/2006/relationships/image" Target="../media/image5140.png"/><Relationship Id="rId96" Type="http://schemas.openxmlformats.org/officeDocument/2006/relationships/customXml" Target="../ink/ink1091.xml"/><Relationship Id="rId140" Type="http://schemas.openxmlformats.org/officeDocument/2006/relationships/customXml" Target="../ink/ink1113.xml"/><Relationship Id="rId161" Type="http://schemas.openxmlformats.org/officeDocument/2006/relationships/image" Target="../media/image5570.png"/><Relationship Id="rId182" Type="http://schemas.openxmlformats.org/officeDocument/2006/relationships/customXml" Target="../ink/ink1134.xml"/><Relationship Id="rId217" Type="http://schemas.openxmlformats.org/officeDocument/2006/relationships/image" Target="../media/image5850.png"/><Relationship Id="rId6" Type="http://schemas.openxmlformats.org/officeDocument/2006/relationships/customXml" Target="../ink/ink1046.xml"/><Relationship Id="rId238" Type="http://schemas.openxmlformats.org/officeDocument/2006/relationships/customXml" Target="../ink/ink1162.xml"/><Relationship Id="rId23" Type="http://schemas.openxmlformats.org/officeDocument/2006/relationships/image" Target="../media/image4880.png"/><Relationship Id="rId119" Type="http://schemas.openxmlformats.org/officeDocument/2006/relationships/image" Target="../media/image5360.png"/><Relationship Id="rId44" Type="http://schemas.openxmlformats.org/officeDocument/2006/relationships/customXml" Target="../ink/ink1065.xml"/><Relationship Id="rId65" Type="http://schemas.openxmlformats.org/officeDocument/2006/relationships/image" Target="../media/image5090.png"/><Relationship Id="rId86" Type="http://schemas.openxmlformats.org/officeDocument/2006/relationships/customXml" Target="../ink/ink1086.xml"/><Relationship Id="rId130" Type="http://schemas.openxmlformats.org/officeDocument/2006/relationships/customXml" Target="../ink/ink1108.xml"/><Relationship Id="rId151" Type="http://schemas.openxmlformats.org/officeDocument/2006/relationships/image" Target="../media/image5520.png"/><Relationship Id="rId172" Type="http://schemas.openxmlformats.org/officeDocument/2006/relationships/customXml" Target="../ink/ink1129.xml"/><Relationship Id="rId193" Type="http://schemas.openxmlformats.org/officeDocument/2006/relationships/image" Target="../media/image5730.png"/><Relationship Id="rId207" Type="http://schemas.openxmlformats.org/officeDocument/2006/relationships/image" Target="../media/image5800.png"/><Relationship Id="rId228" Type="http://schemas.openxmlformats.org/officeDocument/2006/relationships/customXml" Target="../ink/ink1157.xml"/><Relationship Id="rId13" Type="http://schemas.openxmlformats.org/officeDocument/2006/relationships/image" Target="../media/image4830.png"/><Relationship Id="rId109" Type="http://schemas.openxmlformats.org/officeDocument/2006/relationships/image" Target="../media/image5310.png"/><Relationship Id="rId34" Type="http://schemas.openxmlformats.org/officeDocument/2006/relationships/customXml" Target="../ink/ink1060.xml"/><Relationship Id="rId55" Type="http://schemas.openxmlformats.org/officeDocument/2006/relationships/image" Target="../media/image5040.png"/><Relationship Id="rId76" Type="http://schemas.openxmlformats.org/officeDocument/2006/relationships/customXml" Target="../ink/ink1081.xml"/><Relationship Id="rId97" Type="http://schemas.openxmlformats.org/officeDocument/2006/relationships/image" Target="../media/image5250.png"/><Relationship Id="rId120" Type="http://schemas.openxmlformats.org/officeDocument/2006/relationships/customXml" Target="../ink/ink1103.xml"/><Relationship Id="rId141" Type="http://schemas.openxmlformats.org/officeDocument/2006/relationships/image" Target="../media/image5470.png"/><Relationship Id="rId7" Type="http://schemas.openxmlformats.org/officeDocument/2006/relationships/image" Target="../media/image4800.png"/><Relationship Id="rId162" Type="http://schemas.openxmlformats.org/officeDocument/2006/relationships/customXml" Target="../ink/ink1124.xml"/><Relationship Id="rId183" Type="http://schemas.openxmlformats.org/officeDocument/2006/relationships/image" Target="../media/image5680.png"/><Relationship Id="rId218" Type="http://schemas.openxmlformats.org/officeDocument/2006/relationships/customXml" Target="../ink/ink1152.xml"/><Relationship Id="rId239" Type="http://schemas.openxmlformats.org/officeDocument/2006/relationships/image" Target="../media/image5960.png"/><Relationship Id="rId24" Type="http://schemas.openxmlformats.org/officeDocument/2006/relationships/customXml" Target="../ink/ink1055.xml"/><Relationship Id="rId45" Type="http://schemas.openxmlformats.org/officeDocument/2006/relationships/image" Target="../media/image4990.png"/><Relationship Id="rId66" Type="http://schemas.openxmlformats.org/officeDocument/2006/relationships/customXml" Target="../ink/ink1076.xml"/><Relationship Id="rId87" Type="http://schemas.openxmlformats.org/officeDocument/2006/relationships/image" Target="../media/image5200.png"/><Relationship Id="rId110" Type="http://schemas.openxmlformats.org/officeDocument/2006/relationships/customXml" Target="../ink/ink1098.xml"/><Relationship Id="rId131" Type="http://schemas.openxmlformats.org/officeDocument/2006/relationships/image" Target="../media/image5420.png"/><Relationship Id="rId152" Type="http://schemas.openxmlformats.org/officeDocument/2006/relationships/customXml" Target="../ink/ink1119.xml"/><Relationship Id="rId173" Type="http://schemas.openxmlformats.org/officeDocument/2006/relationships/image" Target="../media/image5630.png"/><Relationship Id="rId194" Type="http://schemas.openxmlformats.org/officeDocument/2006/relationships/customXml" Target="../ink/ink1140.xml"/><Relationship Id="rId208" Type="http://schemas.openxmlformats.org/officeDocument/2006/relationships/customXml" Target="../ink/ink1147.xml"/><Relationship Id="rId229" Type="http://schemas.openxmlformats.org/officeDocument/2006/relationships/image" Target="../media/image5910.png"/><Relationship Id="rId240" Type="http://schemas.openxmlformats.org/officeDocument/2006/relationships/customXml" Target="../ink/ink1163.xml"/><Relationship Id="rId14" Type="http://schemas.openxmlformats.org/officeDocument/2006/relationships/customXml" Target="../ink/ink1050.xml"/><Relationship Id="rId35" Type="http://schemas.openxmlformats.org/officeDocument/2006/relationships/image" Target="../media/image4940.png"/><Relationship Id="rId56" Type="http://schemas.openxmlformats.org/officeDocument/2006/relationships/customXml" Target="../ink/ink1071.xml"/><Relationship Id="rId77" Type="http://schemas.openxmlformats.org/officeDocument/2006/relationships/image" Target="../media/image5150.png"/><Relationship Id="rId100" Type="http://schemas.openxmlformats.org/officeDocument/2006/relationships/customXml" Target="../ink/ink1093.xml"/><Relationship Id="rId8" Type="http://schemas.openxmlformats.org/officeDocument/2006/relationships/customXml" Target="../ink/ink1047.xml"/><Relationship Id="rId98" Type="http://schemas.openxmlformats.org/officeDocument/2006/relationships/customXml" Target="../ink/ink1092.xml"/><Relationship Id="rId121" Type="http://schemas.openxmlformats.org/officeDocument/2006/relationships/image" Target="../media/image5370.png"/><Relationship Id="rId142" Type="http://schemas.openxmlformats.org/officeDocument/2006/relationships/customXml" Target="../ink/ink1114.xml"/><Relationship Id="rId163" Type="http://schemas.openxmlformats.org/officeDocument/2006/relationships/image" Target="../media/image5580.png"/><Relationship Id="rId184" Type="http://schemas.openxmlformats.org/officeDocument/2006/relationships/customXml" Target="../ink/ink1135.xml"/><Relationship Id="rId219" Type="http://schemas.openxmlformats.org/officeDocument/2006/relationships/image" Target="../media/image5860.png"/><Relationship Id="rId230" Type="http://schemas.openxmlformats.org/officeDocument/2006/relationships/customXml" Target="../ink/ink1158.xml"/><Relationship Id="rId25" Type="http://schemas.openxmlformats.org/officeDocument/2006/relationships/image" Target="../media/image4890.png"/><Relationship Id="rId46" Type="http://schemas.openxmlformats.org/officeDocument/2006/relationships/customXml" Target="../ink/ink1066.xml"/><Relationship Id="rId67" Type="http://schemas.openxmlformats.org/officeDocument/2006/relationships/image" Target="../media/image5100.png"/><Relationship Id="rId88" Type="http://schemas.openxmlformats.org/officeDocument/2006/relationships/customXml" Target="../ink/ink1087.xml"/><Relationship Id="rId111" Type="http://schemas.openxmlformats.org/officeDocument/2006/relationships/image" Target="../media/image5320.png"/><Relationship Id="rId132" Type="http://schemas.openxmlformats.org/officeDocument/2006/relationships/customXml" Target="../ink/ink1109.xml"/><Relationship Id="rId153" Type="http://schemas.openxmlformats.org/officeDocument/2006/relationships/image" Target="../media/image5530.png"/><Relationship Id="rId174" Type="http://schemas.openxmlformats.org/officeDocument/2006/relationships/customXml" Target="../ink/ink1130.xml"/><Relationship Id="rId195" Type="http://schemas.openxmlformats.org/officeDocument/2006/relationships/image" Target="../media/image5740.png"/><Relationship Id="rId209" Type="http://schemas.openxmlformats.org/officeDocument/2006/relationships/image" Target="../media/image5810.png"/><Relationship Id="rId220" Type="http://schemas.openxmlformats.org/officeDocument/2006/relationships/customXml" Target="../ink/ink1153.xml"/><Relationship Id="rId241" Type="http://schemas.openxmlformats.org/officeDocument/2006/relationships/image" Target="../media/image5970.png"/><Relationship Id="rId15" Type="http://schemas.openxmlformats.org/officeDocument/2006/relationships/image" Target="../media/image4840.png"/><Relationship Id="rId36" Type="http://schemas.openxmlformats.org/officeDocument/2006/relationships/customXml" Target="../ink/ink1061.xml"/><Relationship Id="rId57" Type="http://schemas.openxmlformats.org/officeDocument/2006/relationships/image" Target="../media/image5050.png"/><Relationship Id="rId106" Type="http://schemas.openxmlformats.org/officeDocument/2006/relationships/customXml" Target="../ink/ink1096.xml"/><Relationship Id="rId127" Type="http://schemas.openxmlformats.org/officeDocument/2006/relationships/image" Target="../media/image5400.png"/><Relationship Id="rId10" Type="http://schemas.openxmlformats.org/officeDocument/2006/relationships/customXml" Target="../ink/ink1048.xml"/><Relationship Id="rId31" Type="http://schemas.openxmlformats.org/officeDocument/2006/relationships/image" Target="../media/image4920.png"/><Relationship Id="rId52" Type="http://schemas.openxmlformats.org/officeDocument/2006/relationships/customXml" Target="../ink/ink1069.xml"/><Relationship Id="rId73" Type="http://schemas.openxmlformats.org/officeDocument/2006/relationships/image" Target="../media/image5130.png"/><Relationship Id="rId78" Type="http://schemas.openxmlformats.org/officeDocument/2006/relationships/customXml" Target="../ink/ink1082.xml"/><Relationship Id="rId94" Type="http://schemas.openxmlformats.org/officeDocument/2006/relationships/customXml" Target="../ink/ink1090.xml"/><Relationship Id="rId99" Type="http://schemas.openxmlformats.org/officeDocument/2006/relationships/image" Target="../media/image5260.png"/><Relationship Id="rId101" Type="http://schemas.openxmlformats.org/officeDocument/2006/relationships/image" Target="../media/image5270.png"/><Relationship Id="rId122" Type="http://schemas.openxmlformats.org/officeDocument/2006/relationships/customXml" Target="../ink/ink1104.xml"/><Relationship Id="rId143" Type="http://schemas.openxmlformats.org/officeDocument/2006/relationships/image" Target="../media/image5480.png"/><Relationship Id="rId148" Type="http://schemas.openxmlformats.org/officeDocument/2006/relationships/customXml" Target="../ink/ink1117.xml"/><Relationship Id="rId164" Type="http://schemas.openxmlformats.org/officeDocument/2006/relationships/customXml" Target="../ink/ink1125.xml"/><Relationship Id="rId169" Type="http://schemas.openxmlformats.org/officeDocument/2006/relationships/image" Target="../media/image5610.png"/><Relationship Id="rId185" Type="http://schemas.openxmlformats.org/officeDocument/2006/relationships/image" Target="../media/image5690.png"/><Relationship Id="rId4" Type="http://schemas.openxmlformats.org/officeDocument/2006/relationships/customXml" Target="../ink/ink1045.xml"/><Relationship Id="rId9" Type="http://schemas.openxmlformats.org/officeDocument/2006/relationships/image" Target="../media/image4810.png"/><Relationship Id="rId180" Type="http://schemas.openxmlformats.org/officeDocument/2006/relationships/customXml" Target="../ink/ink1133.xml"/><Relationship Id="rId210" Type="http://schemas.openxmlformats.org/officeDocument/2006/relationships/customXml" Target="../ink/ink1148.xml"/><Relationship Id="rId215" Type="http://schemas.openxmlformats.org/officeDocument/2006/relationships/image" Target="../media/image5840.png"/><Relationship Id="rId236" Type="http://schemas.openxmlformats.org/officeDocument/2006/relationships/customXml" Target="../ink/ink1161.xml"/><Relationship Id="rId26" Type="http://schemas.openxmlformats.org/officeDocument/2006/relationships/customXml" Target="../ink/ink1056.xml"/><Relationship Id="rId231" Type="http://schemas.openxmlformats.org/officeDocument/2006/relationships/image" Target="../media/image5920.png"/><Relationship Id="rId47" Type="http://schemas.openxmlformats.org/officeDocument/2006/relationships/image" Target="../media/image5000.png"/><Relationship Id="rId68" Type="http://schemas.openxmlformats.org/officeDocument/2006/relationships/customXml" Target="../ink/ink1077.xml"/><Relationship Id="rId89" Type="http://schemas.openxmlformats.org/officeDocument/2006/relationships/image" Target="../media/image5210.png"/><Relationship Id="rId112" Type="http://schemas.openxmlformats.org/officeDocument/2006/relationships/customXml" Target="../ink/ink1099.xml"/><Relationship Id="rId133" Type="http://schemas.openxmlformats.org/officeDocument/2006/relationships/image" Target="../media/image5430.png"/><Relationship Id="rId154" Type="http://schemas.openxmlformats.org/officeDocument/2006/relationships/customXml" Target="../ink/ink1120.xml"/><Relationship Id="rId175" Type="http://schemas.openxmlformats.org/officeDocument/2006/relationships/image" Target="../media/image5640.png"/><Relationship Id="rId196" Type="http://schemas.openxmlformats.org/officeDocument/2006/relationships/customXml" Target="../ink/ink1141.xml"/><Relationship Id="rId200" Type="http://schemas.openxmlformats.org/officeDocument/2006/relationships/customXml" Target="../ink/ink1143.xml"/><Relationship Id="rId16" Type="http://schemas.openxmlformats.org/officeDocument/2006/relationships/customXml" Target="../ink/ink1051.xml"/><Relationship Id="rId221" Type="http://schemas.openxmlformats.org/officeDocument/2006/relationships/image" Target="../media/image5870.png"/><Relationship Id="rId37" Type="http://schemas.openxmlformats.org/officeDocument/2006/relationships/image" Target="../media/image4950.png"/><Relationship Id="rId58" Type="http://schemas.openxmlformats.org/officeDocument/2006/relationships/customXml" Target="../ink/ink1072.xml"/><Relationship Id="rId79" Type="http://schemas.openxmlformats.org/officeDocument/2006/relationships/image" Target="../media/image5160.png"/><Relationship Id="rId102" Type="http://schemas.openxmlformats.org/officeDocument/2006/relationships/customXml" Target="../ink/ink1094.xml"/><Relationship Id="rId123" Type="http://schemas.openxmlformats.org/officeDocument/2006/relationships/image" Target="../media/image5380.png"/><Relationship Id="rId144" Type="http://schemas.openxmlformats.org/officeDocument/2006/relationships/customXml" Target="../ink/ink1115.xml"/><Relationship Id="rId90" Type="http://schemas.openxmlformats.org/officeDocument/2006/relationships/customXml" Target="../ink/ink1088.xml"/><Relationship Id="rId165" Type="http://schemas.openxmlformats.org/officeDocument/2006/relationships/image" Target="../media/image5590.png"/><Relationship Id="rId186" Type="http://schemas.openxmlformats.org/officeDocument/2006/relationships/customXml" Target="../ink/ink1136.xml"/><Relationship Id="rId211" Type="http://schemas.openxmlformats.org/officeDocument/2006/relationships/image" Target="../media/image5820.png"/><Relationship Id="rId232" Type="http://schemas.openxmlformats.org/officeDocument/2006/relationships/customXml" Target="../ink/ink1159.xml"/><Relationship Id="rId27" Type="http://schemas.openxmlformats.org/officeDocument/2006/relationships/image" Target="../media/image4900.png"/><Relationship Id="rId48" Type="http://schemas.openxmlformats.org/officeDocument/2006/relationships/customXml" Target="../ink/ink1067.xml"/><Relationship Id="rId69" Type="http://schemas.openxmlformats.org/officeDocument/2006/relationships/image" Target="../media/image5110.png"/><Relationship Id="rId113" Type="http://schemas.openxmlformats.org/officeDocument/2006/relationships/image" Target="../media/image5330.png"/><Relationship Id="rId134" Type="http://schemas.openxmlformats.org/officeDocument/2006/relationships/customXml" Target="../ink/ink1110.xml"/><Relationship Id="rId80" Type="http://schemas.openxmlformats.org/officeDocument/2006/relationships/customXml" Target="../ink/ink1083.xml"/><Relationship Id="rId155" Type="http://schemas.openxmlformats.org/officeDocument/2006/relationships/image" Target="../media/image5540.png"/><Relationship Id="rId176" Type="http://schemas.openxmlformats.org/officeDocument/2006/relationships/customXml" Target="../ink/ink1131.xml"/><Relationship Id="rId197" Type="http://schemas.openxmlformats.org/officeDocument/2006/relationships/image" Target="../media/image5750.png"/><Relationship Id="rId201" Type="http://schemas.openxmlformats.org/officeDocument/2006/relationships/image" Target="../media/image5770.png"/><Relationship Id="rId222" Type="http://schemas.openxmlformats.org/officeDocument/2006/relationships/customXml" Target="../ink/ink1154.xml"/><Relationship Id="rId17" Type="http://schemas.openxmlformats.org/officeDocument/2006/relationships/image" Target="../media/image4850.png"/><Relationship Id="rId38" Type="http://schemas.openxmlformats.org/officeDocument/2006/relationships/customXml" Target="../ink/ink1062.xml"/><Relationship Id="rId59" Type="http://schemas.openxmlformats.org/officeDocument/2006/relationships/image" Target="../media/image5060.png"/><Relationship Id="rId103" Type="http://schemas.openxmlformats.org/officeDocument/2006/relationships/image" Target="../media/image5280.png"/><Relationship Id="rId124" Type="http://schemas.openxmlformats.org/officeDocument/2006/relationships/customXml" Target="../ink/ink1105.xml"/><Relationship Id="rId70" Type="http://schemas.openxmlformats.org/officeDocument/2006/relationships/customXml" Target="../ink/ink1078.xml"/><Relationship Id="rId91" Type="http://schemas.openxmlformats.org/officeDocument/2006/relationships/image" Target="../media/image5220.png"/><Relationship Id="rId145" Type="http://schemas.openxmlformats.org/officeDocument/2006/relationships/image" Target="../media/image5490.png"/><Relationship Id="rId166" Type="http://schemas.openxmlformats.org/officeDocument/2006/relationships/customXml" Target="../ink/ink1126.xml"/><Relationship Id="rId187" Type="http://schemas.openxmlformats.org/officeDocument/2006/relationships/image" Target="../media/image5700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149.xml"/><Relationship Id="rId233" Type="http://schemas.openxmlformats.org/officeDocument/2006/relationships/image" Target="../media/image5930.png"/><Relationship Id="rId28" Type="http://schemas.openxmlformats.org/officeDocument/2006/relationships/customXml" Target="../ink/ink1057.xml"/><Relationship Id="rId49" Type="http://schemas.openxmlformats.org/officeDocument/2006/relationships/image" Target="../media/image5010.png"/><Relationship Id="rId114" Type="http://schemas.openxmlformats.org/officeDocument/2006/relationships/customXml" Target="../ink/ink1100.xml"/><Relationship Id="rId60" Type="http://schemas.openxmlformats.org/officeDocument/2006/relationships/customXml" Target="../ink/ink1073.xml"/><Relationship Id="rId81" Type="http://schemas.openxmlformats.org/officeDocument/2006/relationships/image" Target="../media/image5170.png"/><Relationship Id="rId135" Type="http://schemas.openxmlformats.org/officeDocument/2006/relationships/image" Target="../media/image5440.png"/><Relationship Id="rId156" Type="http://schemas.openxmlformats.org/officeDocument/2006/relationships/customXml" Target="../ink/ink1121.xml"/><Relationship Id="rId177" Type="http://schemas.openxmlformats.org/officeDocument/2006/relationships/image" Target="../media/image5650.png"/><Relationship Id="rId198" Type="http://schemas.openxmlformats.org/officeDocument/2006/relationships/customXml" Target="../ink/ink1142.xml"/><Relationship Id="rId202" Type="http://schemas.openxmlformats.org/officeDocument/2006/relationships/customXml" Target="../ink/ink1144.xml"/><Relationship Id="rId223" Type="http://schemas.openxmlformats.org/officeDocument/2006/relationships/image" Target="../media/image5880.png"/><Relationship Id="rId18" Type="http://schemas.openxmlformats.org/officeDocument/2006/relationships/customXml" Target="../ink/ink1052.xml"/><Relationship Id="rId39" Type="http://schemas.openxmlformats.org/officeDocument/2006/relationships/image" Target="../media/image4960.png"/><Relationship Id="rId50" Type="http://schemas.openxmlformats.org/officeDocument/2006/relationships/customXml" Target="../ink/ink1068.xml"/><Relationship Id="rId104" Type="http://schemas.openxmlformats.org/officeDocument/2006/relationships/customXml" Target="../ink/ink1095.xml"/><Relationship Id="rId125" Type="http://schemas.openxmlformats.org/officeDocument/2006/relationships/image" Target="../media/image5390.png"/><Relationship Id="rId146" Type="http://schemas.openxmlformats.org/officeDocument/2006/relationships/customXml" Target="../ink/ink1116.xml"/><Relationship Id="rId167" Type="http://schemas.openxmlformats.org/officeDocument/2006/relationships/image" Target="../media/image5600.png"/><Relationship Id="rId188" Type="http://schemas.openxmlformats.org/officeDocument/2006/relationships/customXml" Target="../ink/ink1137.xml"/><Relationship Id="rId71" Type="http://schemas.openxmlformats.org/officeDocument/2006/relationships/image" Target="../media/image5120.png"/><Relationship Id="rId92" Type="http://schemas.openxmlformats.org/officeDocument/2006/relationships/customXml" Target="../ink/ink1089.xml"/><Relationship Id="rId213" Type="http://schemas.openxmlformats.org/officeDocument/2006/relationships/image" Target="../media/image5830.png"/><Relationship Id="rId234" Type="http://schemas.openxmlformats.org/officeDocument/2006/relationships/customXml" Target="../ink/ink1160.xml"/><Relationship Id="rId2" Type="http://schemas.openxmlformats.org/officeDocument/2006/relationships/customXml" Target="../ink/ink1044.xml"/><Relationship Id="rId29" Type="http://schemas.openxmlformats.org/officeDocument/2006/relationships/image" Target="../media/image4910.png"/><Relationship Id="rId40" Type="http://schemas.openxmlformats.org/officeDocument/2006/relationships/customXml" Target="../ink/ink1063.xml"/><Relationship Id="rId115" Type="http://schemas.openxmlformats.org/officeDocument/2006/relationships/image" Target="../media/image5340.png"/><Relationship Id="rId136" Type="http://schemas.openxmlformats.org/officeDocument/2006/relationships/customXml" Target="../ink/ink1111.xml"/><Relationship Id="rId157" Type="http://schemas.openxmlformats.org/officeDocument/2006/relationships/image" Target="../media/image5550.png"/><Relationship Id="rId178" Type="http://schemas.openxmlformats.org/officeDocument/2006/relationships/customXml" Target="../ink/ink1132.xml"/><Relationship Id="rId61" Type="http://schemas.openxmlformats.org/officeDocument/2006/relationships/image" Target="../media/image5070.png"/><Relationship Id="rId82" Type="http://schemas.openxmlformats.org/officeDocument/2006/relationships/customXml" Target="../ink/ink1084.xml"/><Relationship Id="rId199" Type="http://schemas.openxmlformats.org/officeDocument/2006/relationships/image" Target="../media/image5760.png"/><Relationship Id="rId203" Type="http://schemas.openxmlformats.org/officeDocument/2006/relationships/image" Target="../media/image5780.png"/><Relationship Id="rId19" Type="http://schemas.openxmlformats.org/officeDocument/2006/relationships/image" Target="../media/image4860.png"/><Relationship Id="rId224" Type="http://schemas.openxmlformats.org/officeDocument/2006/relationships/customXml" Target="../ink/ink1155.xml"/><Relationship Id="rId30" Type="http://schemas.openxmlformats.org/officeDocument/2006/relationships/customXml" Target="../ink/ink1058.xml"/><Relationship Id="rId105" Type="http://schemas.openxmlformats.org/officeDocument/2006/relationships/image" Target="../media/image5290.png"/><Relationship Id="rId126" Type="http://schemas.openxmlformats.org/officeDocument/2006/relationships/customXml" Target="../ink/ink1106.xml"/><Relationship Id="rId147" Type="http://schemas.openxmlformats.org/officeDocument/2006/relationships/image" Target="../media/image5500.png"/><Relationship Id="rId168" Type="http://schemas.openxmlformats.org/officeDocument/2006/relationships/customXml" Target="../ink/ink1127.xml"/><Relationship Id="rId51" Type="http://schemas.openxmlformats.org/officeDocument/2006/relationships/image" Target="../media/image5020.png"/><Relationship Id="rId72" Type="http://schemas.openxmlformats.org/officeDocument/2006/relationships/customXml" Target="../ink/ink1079.xml"/><Relationship Id="rId93" Type="http://schemas.openxmlformats.org/officeDocument/2006/relationships/image" Target="../media/image5230.png"/><Relationship Id="rId189" Type="http://schemas.openxmlformats.org/officeDocument/2006/relationships/image" Target="../media/image5710.png"/><Relationship Id="rId3" Type="http://schemas.openxmlformats.org/officeDocument/2006/relationships/image" Target="../media/image4780.png"/><Relationship Id="rId214" Type="http://schemas.openxmlformats.org/officeDocument/2006/relationships/customXml" Target="../ink/ink1150.xml"/><Relationship Id="rId235" Type="http://schemas.openxmlformats.org/officeDocument/2006/relationships/image" Target="../media/image5940.png"/><Relationship Id="rId116" Type="http://schemas.openxmlformats.org/officeDocument/2006/relationships/customXml" Target="../ink/ink1101.xml"/><Relationship Id="rId137" Type="http://schemas.openxmlformats.org/officeDocument/2006/relationships/image" Target="../media/image5450.png"/><Relationship Id="rId158" Type="http://schemas.openxmlformats.org/officeDocument/2006/relationships/customXml" Target="../ink/ink1122.xml"/><Relationship Id="rId20" Type="http://schemas.openxmlformats.org/officeDocument/2006/relationships/customXml" Target="../ink/ink1053.xml"/><Relationship Id="rId41" Type="http://schemas.openxmlformats.org/officeDocument/2006/relationships/image" Target="../media/image4970.png"/><Relationship Id="rId62" Type="http://schemas.openxmlformats.org/officeDocument/2006/relationships/customXml" Target="../ink/ink1074.xml"/><Relationship Id="rId83" Type="http://schemas.openxmlformats.org/officeDocument/2006/relationships/image" Target="../media/image5180.png"/><Relationship Id="rId179" Type="http://schemas.openxmlformats.org/officeDocument/2006/relationships/image" Target="../media/image5660.png"/><Relationship Id="rId190" Type="http://schemas.openxmlformats.org/officeDocument/2006/relationships/customXml" Target="../ink/ink1138.xml"/><Relationship Id="rId204" Type="http://schemas.openxmlformats.org/officeDocument/2006/relationships/customXml" Target="../ink/ink1145.xml"/><Relationship Id="rId225" Type="http://schemas.openxmlformats.org/officeDocument/2006/relationships/image" Target="../media/image589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80073F-9F10-D614-A3C0-CEE21C6F59F5}"/>
              </a:ext>
            </a:extLst>
          </p:cNvPr>
          <p:cNvSpPr txBox="1"/>
          <p:nvPr/>
        </p:nvSpPr>
        <p:spPr>
          <a:xfrm>
            <a:off x="923925" y="582216"/>
            <a:ext cx="6096000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ArrayToIndex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(uvec3 loc)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w = WIDTH;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h = HEIGHT;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uint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loc.x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w * 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loc.y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+ h *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loc.z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if(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&gt; MaxLocation-1)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npos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else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return 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indxLoc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;</a:t>
            </a:r>
          </a:p>
          <a:p>
            <a:endParaRPr lang="en-US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2E7F29-A06F-E56D-4C76-43149F47D8F0}"/>
              </a:ext>
            </a:extLst>
          </p:cNvPr>
          <p:cNvSpPr txBox="1"/>
          <p:nvPr/>
        </p:nvSpPr>
        <p:spPr>
          <a:xfrm>
            <a:off x="7277100" y="582216"/>
            <a:ext cx="3019425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WIDTH and HEIGHT must be equal to the highest number cell location. </a:t>
            </a:r>
          </a:p>
          <a:p>
            <a:endParaRPr lang="en-US" dirty="0"/>
          </a:p>
          <a:p>
            <a:r>
              <a:rPr lang="en-US" dirty="0"/>
              <a:t>So, a particle located in the last cell&lt;3,3,3&gt;  will have a HEIGHT,WIDTH of 4,4.</a:t>
            </a:r>
          </a:p>
          <a:p>
            <a:endParaRPr lang="en-US" dirty="0"/>
          </a:p>
          <a:p>
            <a:r>
              <a:rPr lang="en-US" dirty="0"/>
              <a:t>That is because the cell range is &lt;0,0,0&gt; to &lt;3,3,3&gt;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B73AA59-EA27-489D-8B54-867BBCB7372B}"/>
              </a:ext>
            </a:extLst>
          </p:cNvPr>
          <p:cNvGrpSpPr/>
          <p:nvPr/>
        </p:nvGrpSpPr>
        <p:grpSpPr>
          <a:xfrm>
            <a:off x="1243560" y="3858030"/>
            <a:ext cx="817200" cy="539280"/>
            <a:chOff x="1243560" y="3858030"/>
            <a:chExt cx="817200" cy="53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14:cNvPr>
                <p14:cNvContentPartPr/>
                <p14:nvPr/>
              </p14:nvContentPartPr>
              <p14:xfrm>
                <a:off x="1529400" y="4050270"/>
                <a:ext cx="54000" cy="1710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8999CF46-3272-C559-EF57-D7ABEC36DB20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525080" y="4045950"/>
                  <a:ext cx="6264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14:cNvPr>
                <p14:cNvContentPartPr/>
                <p14:nvPr/>
              </p14:nvContentPartPr>
              <p14:xfrm>
                <a:off x="1665480" y="4232070"/>
                <a:ext cx="24840" cy="28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51074EB-8BAF-A8DB-A01B-A210F9F657F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661160" y="4227750"/>
                  <a:ext cx="3348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14:cNvPr>
                <p14:cNvContentPartPr/>
                <p14:nvPr/>
              </p14:nvContentPartPr>
              <p14:xfrm>
                <a:off x="1754040" y="4116510"/>
                <a:ext cx="197640" cy="123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2B88E5DB-BEDD-1FA0-F577-6D7EEB50730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49720" y="4112190"/>
                  <a:ext cx="20628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14:cNvPr>
                <p14:cNvContentPartPr/>
                <p14:nvPr/>
              </p14:nvContentPartPr>
              <p14:xfrm>
                <a:off x="1243560" y="3858030"/>
                <a:ext cx="239400" cy="483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7C8F6BE-7280-5660-62C3-B36379F2C26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239240" y="3853710"/>
                  <a:ext cx="248040" cy="49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14:cNvPr>
                <p14:cNvContentPartPr/>
                <p14:nvPr/>
              </p14:nvContentPartPr>
              <p14:xfrm>
                <a:off x="2010000" y="4297950"/>
                <a:ext cx="50760" cy="99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76E4244-FBDF-E8F8-0CDB-3BA2A9A9C96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05680" y="4293630"/>
                  <a:ext cx="5940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A999272-0CDE-43E2-F2A0-A099090C3E9F}"/>
              </a:ext>
            </a:extLst>
          </p:cNvPr>
          <p:cNvGrpSpPr/>
          <p:nvPr/>
        </p:nvGrpSpPr>
        <p:grpSpPr>
          <a:xfrm>
            <a:off x="3575640" y="3928950"/>
            <a:ext cx="882720" cy="486000"/>
            <a:chOff x="3575640" y="3928950"/>
            <a:chExt cx="882720" cy="486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14:cNvPr>
                <p14:cNvContentPartPr/>
                <p14:nvPr/>
              </p14:nvContentPartPr>
              <p14:xfrm>
                <a:off x="3575640" y="4120470"/>
                <a:ext cx="56880" cy="1850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4B6ED1A-D2F6-DCF8-5FC8-4B94E74912F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3571320" y="4116150"/>
                  <a:ext cx="6552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14:cNvPr>
                <p14:cNvContentPartPr/>
                <p14:nvPr/>
              </p14:nvContentPartPr>
              <p14:xfrm>
                <a:off x="3761760" y="4273110"/>
                <a:ext cx="4680" cy="8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B5729D0-7B76-7EEC-15F6-6297B42FE8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3757440" y="4268790"/>
                  <a:ext cx="13320" cy="1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14:cNvPr>
                <p14:cNvContentPartPr/>
                <p14:nvPr/>
              </p14:nvContentPartPr>
              <p14:xfrm>
                <a:off x="3877680" y="4119750"/>
                <a:ext cx="221400" cy="131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E1D2AE48-D617-00F4-EF05-762DD95416BD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873360" y="4115430"/>
                  <a:ext cx="23004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14:cNvPr>
                <p14:cNvContentPartPr/>
                <p14:nvPr/>
              </p14:nvContentPartPr>
              <p14:xfrm>
                <a:off x="4094040" y="3928950"/>
                <a:ext cx="364320" cy="48600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F21E7412-7F25-0233-E2F8-29E5C3CE40A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089720" y="3924630"/>
                  <a:ext cx="372960" cy="49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8986AED2-FDB8-685E-C185-68355D97759A}"/>
              </a:ext>
            </a:extLst>
          </p:cNvPr>
          <p:cNvGrpSpPr/>
          <p:nvPr/>
        </p:nvGrpSpPr>
        <p:grpSpPr>
          <a:xfrm>
            <a:off x="2417160" y="3987270"/>
            <a:ext cx="724320" cy="414720"/>
            <a:chOff x="2417160" y="3987270"/>
            <a:chExt cx="724320" cy="41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14:cNvPr>
                <p14:cNvContentPartPr/>
                <p14:nvPr/>
              </p14:nvContentPartPr>
              <p14:xfrm>
                <a:off x="3076680" y="3987270"/>
                <a:ext cx="24480" cy="5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5BAA8C2-C26E-55C2-B9FE-4F95FA9D9AA2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072360" y="3982950"/>
                  <a:ext cx="3312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14:cNvPr>
                <p14:cNvContentPartPr/>
                <p14:nvPr/>
              </p14:nvContentPartPr>
              <p14:xfrm>
                <a:off x="2417160" y="4131630"/>
                <a:ext cx="78480" cy="1861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ECD8725-4350-4DB4-C3E0-167E765FA1DD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412840" y="4127310"/>
                  <a:ext cx="8712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14:cNvPr>
                <p14:cNvContentPartPr/>
                <p14:nvPr/>
              </p14:nvContentPartPr>
              <p14:xfrm>
                <a:off x="2529840" y="4258350"/>
                <a:ext cx="4320" cy="3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22AC2FA-5D1F-3846-CF27-3A62ECF13FF4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525520" y="4254030"/>
                  <a:ext cx="1296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14:cNvPr>
                <p14:cNvContentPartPr/>
                <p14:nvPr/>
              </p14:nvContentPartPr>
              <p14:xfrm>
                <a:off x="2515800" y="4200030"/>
                <a:ext cx="74160" cy="82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70B4D6-9B3F-5EA8-6A01-84687DF5B51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511480" y="4195710"/>
                  <a:ext cx="828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14:cNvPr>
                <p14:cNvContentPartPr/>
                <p14:nvPr/>
              </p14:nvContentPartPr>
              <p14:xfrm>
                <a:off x="3101520" y="4281750"/>
                <a:ext cx="39960" cy="118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63774F0-583E-CBBE-F50C-62E28DFFD92E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097200" y="4277430"/>
                  <a:ext cx="486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14:cNvPr>
                <p14:cNvContentPartPr/>
                <p14:nvPr/>
              </p14:nvContentPartPr>
              <p14:xfrm>
                <a:off x="2650440" y="4068270"/>
                <a:ext cx="120240" cy="1242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59EB3553-7B23-2724-D112-1B8126F484E1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646120" y="4063950"/>
                  <a:ext cx="1288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14:cNvPr>
                <p14:cNvContentPartPr/>
                <p14:nvPr/>
              </p14:nvContentPartPr>
              <p14:xfrm>
                <a:off x="2700840" y="4077270"/>
                <a:ext cx="94680" cy="2520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4ED63B6-7A21-9B72-5FB9-B3E23670EFFF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696520" y="4072950"/>
                  <a:ext cx="103320" cy="26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14:cNvPr>
                <p14:cNvContentPartPr/>
                <p14:nvPr/>
              </p14:nvContentPartPr>
              <p14:xfrm>
                <a:off x="2736480" y="4137030"/>
                <a:ext cx="201960" cy="264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4169E9AD-D11E-43FA-46F6-5BD28AA248ED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32160" y="4132710"/>
                  <a:ext cx="210600" cy="273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A47EC1-7681-A207-7651-322D8B8C9D5F}"/>
              </a:ext>
            </a:extLst>
          </p:cNvPr>
          <p:cNvGrpSpPr/>
          <p:nvPr/>
        </p:nvGrpSpPr>
        <p:grpSpPr>
          <a:xfrm>
            <a:off x="660720" y="4016430"/>
            <a:ext cx="328320" cy="182520"/>
            <a:chOff x="660720" y="4016430"/>
            <a:chExt cx="328320" cy="18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14:cNvPr>
                <p14:cNvContentPartPr/>
                <p14:nvPr/>
              </p14:nvContentPartPr>
              <p14:xfrm>
                <a:off x="752160" y="4076910"/>
                <a:ext cx="27720" cy="1220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459341FA-3EF7-7C05-E6A1-0150408A317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7840" y="4072590"/>
                  <a:ext cx="363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14:cNvPr>
                <p14:cNvContentPartPr/>
                <p14:nvPr/>
              </p14:nvContentPartPr>
              <p14:xfrm>
                <a:off x="660720" y="4016430"/>
                <a:ext cx="328320" cy="22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844AE89E-4C77-DA6F-898E-9CF0F3E03C5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656400" y="4012110"/>
                  <a:ext cx="336960" cy="30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DBA5FEB-BE04-5B36-A33F-3BCEA301FD24}"/>
              </a:ext>
            </a:extLst>
          </p:cNvPr>
          <p:cNvGrpSpPr/>
          <p:nvPr/>
        </p:nvGrpSpPr>
        <p:grpSpPr>
          <a:xfrm>
            <a:off x="640560" y="4553910"/>
            <a:ext cx="280080" cy="314640"/>
            <a:chOff x="640560" y="4553910"/>
            <a:chExt cx="280080" cy="31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14:cNvPr>
                <p14:cNvContentPartPr/>
                <p14:nvPr/>
              </p14:nvContentPartPr>
              <p14:xfrm>
                <a:off x="640560" y="4553910"/>
                <a:ext cx="232920" cy="31464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E42C65B-4E8A-249E-6762-65007BE1E6A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36240" y="4549590"/>
                  <a:ext cx="241560" cy="32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14:cNvPr>
                <p14:cNvContentPartPr/>
                <p14:nvPr/>
              </p14:nvContentPartPr>
              <p14:xfrm>
                <a:off x="660360" y="4697550"/>
                <a:ext cx="260280" cy="158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53DEB718-961D-FCDE-8F46-5B551A9BDE5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56040" y="4693230"/>
                  <a:ext cx="268920" cy="2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14:cNvPr>
              <p14:cNvContentPartPr/>
              <p14:nvPr/>
            </p14:nvContentPartPr>
            <p14:xfrm>
              <a:off x="1178040" y="4689630"/>
              <a:ext cx="244440" cy="41112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737DCA48-DD21-DFD0-10C6-7C9EE733664D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173720" y="4685310"/>
                <a:ext cx="253080" cy="419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0DB049EF-EADE-7CBA-F022-093BDA3D5F38}"/>
              </a:ext>
            </a:extLst>
          </p:cNvPr>
          <p:cNvGrpSpPr/>
          <p:nvPr/>
        </p:nvGrpSpPr>
        <p:grpSpPr>
          <a:xfrm>
            <a:off x="1625160" y="4774230"/>
            <a:ext cx="504720" cy="374760"/>
            <a:chOff x="1625160" y="4774230"/>
            <a:chExt cx="504720" cy="37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14:cNvPr>
                <p14:cNvContentPartPr/>
                <p14:nvPr/>
              </p14:nvContentPartPr>
              <p14:xfrm>
                <a:off x="1625160" y="4774230"/>
                <a:ext cx="97200" cy="2419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2DE34EA-2290-30D2-1CEF-2761001867A3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620840" y="4769910"/>
                  <a:ext cx="10584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14:cNvPr>
                <p14:cNvContentPartPr/>
                <p14:nvPr/>
              </p14:nvContentPartPr>
              <p14:xfrm>
                <a:off x="1700760" y="4985190"/>
                <a:ext cx="27720" cy="460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E9DA0CD-B054-AD9A-4183-A3D634D339C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696440" y="4980870"/>
                  <a:ext cx="36360" cy="5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14:cNvPr>
                <p14:cNvContentPartPr/>
                <p14:nvPr/>
              </p14:nvContentPartPr>
              <p14:xfrm>
                <a:off x="1812720" y="4859550"/>
                <a:ext cx="190080" cy="135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C81155D-C186-1289-9F42-6EB7EACA696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808400" y="4855230"/>
                  <a:ext cx="1987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14:cNvPr>
                <p14:cNvContentPartPr/>
                <p14:nvPr/>
              </p14:nvContentPartPr>
              <p14:xfrm>
                <a:off x="2069400" y="5035590"/>
                <a:ext cx="60480" cy="1134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13CEC8C-6124-B850-210D-F838ADBB53B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065080" y="5031270"/>
                  <a:ext cx="69120" cy="12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51BD063-A04F-6588-55D9-9EE77D75B0E5}"/>
              </a:ext>
            </a:extLst>
          </p:cNvPr>
          <p:cNvGrpSpPr/>
          <p:nvPr/>
        </p:nvGrpSpPr>
        <p:grpSpPr>
          <a:xfrm>
            <a:off x="2420400" y="4835430"/>
            <a:ext cx="691200" cy="279000"/>
            <a:chOff x="2420400" y="4835430"/>
            <a:chExt cx="691200" cy="279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14:cNvPr>
                <p14:cNvContentPartPr/>
                <p14:nvPr/>
              </p14:nvContentPartPr>
              <p14:xfrm>
                <a:off x="2420400" y="4877190"/>
                <a:ext cx="44640" cy="153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5FA31FC-96E2-EDEB-44E4-C3461D35A9B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416080" y="4872870"/>
                  <a:ext cx="5328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14:cNvPr>
                <p14:cNvContentPartPr/>
                <p14:nvPr/>
              </p14:nvContentPartPr>
              <p14:xfrm>
                <a:off x="2541360" y="5019030"/>
                <a:ext cx="21960" cy="212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0135D18-1659-26B0-A7DF-67294460246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537040" y="5014710"/>
                  <a:ext cx="3060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14:cNvPr>
                <p14:cNvContentPartPr/>
                <p14:nvPr/>
              </p14:nvContentPartPr>
              <p14:xfrm>
                <a:off x="2664840" y="4874310"/>
                <a:ext cx="14724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F334475-BDCD-2F1D-DA7A-34AF27BFCA3E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660520" y="4869990"/>
                  <a:ext cx="15588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14:cNvPr>
                <p14:cNvContentPartPr/>
                <p14:nvPr/>
              </p14:nvContentPartPr>
              <p14:xfrm>
                <a:off x="2569080" y="4835430"/>
                <a:ext cx="384480" cy="2084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0F50E35-D534-5693-85C6-8D727F5DCB9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564760" y="4831110"/>
                  <a:ext cx="393120" cy="21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14:cNvPr>
                <p14:cNvContentPartPr/>
                <p14:nvPr/>
              </p14:nvContentPartPr>
              <p14:xfrm>
                <a:off x="3042480" y="4979430"/>
                <a:ext cx="69120" cy="1350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5F3A4F7-3550-60C5-B30C-88CE16FF84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038160" y="4975110"/>
                  <a:ext cx="77760" cy="14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7BBE922-8153-BD7D-385E-D3A3819C1C45}"/>
              </a:ext>
            </a:extLst>
          </p:cNvPr>
          <p:cNvGrpSpPr/>
          <p:nvPr/>
        </p:nvGrpSpPr>
        <p:grpSpPr>
          <a:xfrm>
            <a:off x="3433080" y="4815270"/>
            <a:ext cx="787680" cy="231480"/>
            <a:chOff x="3433080" y="4815270"/>
            <a:chExt cx="787680" cy="23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14:cNvPr>
                <p14:cNvContentPartPr/>
                <p14:nvPr/>
              </p14:nvContentPartPr>
              <p14:xfrm>
                <a:off x="3433080" y="4848750"/>
                <a:ext cx="33480" cy="156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D35F2E20-9AA2-255D-60F5-8C589B68BD97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428760" y="4844430"/>
                  <a:ext cx="4212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14:cNvPr>
                <p14:cNvContentPartPr/>
                <p14:nvPr/>
              </p14:nvContentPartPr>
              <p14:xfrm>
                <a:off x="3581400" y="4998150"/>
                <a:ext cx="28800" cy="356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B792180-EF7D-DB0D-E5B6-DCF4D17C8AB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577080" y="4993830"/>
                  <a:ext cx="3744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14:cNvPr>
                <p14:cNvContentPartPr/>
                <p14:nvPr/>
              </p14:nvContentPartPr>
              <p14:xfrm>
                <a:off x="3711000" y="4845510"/>
                <a:ext cx="174240" cy="93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592A069-A8A2-D593-71EC-1ED56901929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06680" y="4841190"/>
                  <a:ext cx="182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14:cNvPr>
                <p14:cNvContentPartPr/>
                <p14:nvPr/>
              </p14:nvContentPartPr>
              <p14:xfrm>
                <a:off x="3832320" y="4815270"/>
                <a:ext cx="81720" cy="216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B157C77-F67D-269E-5DAE-7A40B7AA61C4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828000" y="4810950"/>
                  <a:ext cx="90360" cy="22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14:cNvPr>
                <p14:cNvContentPartPr/>
                <p14:nvPr/>
              </p14:nvContentPartPr>
              <p14:xfrm>
                <a:off x="3972000" y="4826790"/>
                <a:ext cx="248760" cy="2199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AABE7ED-0BF0-C08C-32D3-29E49B3FC44B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67680" y="4822470"/>
                  <a:ext cx="257400" cy="228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40137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DA52490-17D8-C531-4DFC-C73F283695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30" y="1333207"/>
            <a:ext cx="8697539" cy="4191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5820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9A1EE8-1BBE-B1F9-4577-DE7A66FE05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393" y="418011"/>
            <a:ext cx="9821646" cy="468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04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D851C6-8251-71D5-2239-DD8E52A95E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303449"/>
            <a:ext cx="8228162" cy="5407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338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C853C10-2479-6BF9-4B02-1BE97B9765EB}"/>
              </a:ext>
            </a:extLst>
          </p:cNvPr>
          <p:cNvCxnSpPr>
            <a:cxnSpLocks/>
            <a:stCxn id="6" idx="2"/>
          </p:cNvCxnSpPr>
          <p:nvPr/>
        </p:nvCxnSpPr>
        <p:spPr>
          <a:xfrm flipV="1">
            <a:off x="4357687" y="3428999"/>
            <a:ext cx="2024062" cy="1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2DF5081-E6E6-BBD8-1152-76408E4EAA47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7E0B256-8323-4C82-8C9C-9E0139A120E3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33123BE2-A668-9495-E294-FF2A71449FF7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87439C20-1F96-E07E-6070-B10BE3A466DD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819F5689-9DEE-8CDE-BE57-3B4476EF8F06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BF82C88F-A1D7-A17B-0E4E-B79E1738F019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582C7E1A-CD14-2823-CDAF-9ED575BD4436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5C11E7F-C5E9-FFAF-DFDB-5519156FB99E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3A069C7C-DDAD-2B6C-4B2C-02122BC13719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405429A5-9B5A-11B0-D667-65F472BD3A8E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AB2001-8188-DB71-F92F-D5AAD7B99862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F807E3-8F4C-22CF-BA25-BFB8759265C3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01A027C-CE06-1E33-C5B9-A3CB5CA7BCF2}"/>
              </a:ext>
            </a:extLst>
          </p:cNvPr>
          <p:cNvSpPr/>
          <p:nvPr/>
        </p:nvSpPr>
        <p:spPr>
          <a:xfrm>
            <a:off x="3584239" y="2547938"/>
            <a:ext cx="1771648" cy="1771648"/>
          </a:xfrm>
          <a:prstGeom prst="ellipse">
            <a:avLst/>
          </a:prstGeom>
          <a:noFill/>
          <a:ln>
            <a:solidFill>
              <a:schemeClr val="bg1">
                <a:lumMod val="6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D6071A4-95D7-5D19-BC74-6602759C459A}"/>
              </a:ext>
            </a:extLst>
          </p:cNvPr>
          <p:cNvCxnSpPr>
            <a:cxnSpLocks/>
            <a:endCxn id="33" idx="6"/>
          </p:cNvCxnSpPr>
          <p:nvPr/>
        </p:nvCxnSpPr>
        <p:spPr>
          <a:xfrm>
            <a:off x="5355887" y="3338512"/>
            <a:ext cx="0" cy="9525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8AD8E0A4-A7C6-FCF0-8FEB-6BB6690C5579}"/>
              </a:ext>
            </a:extLst>
          </p:cNvPr>
          <p:cNvCxnSpPr>
            <a:cxnSpLocks/>
          </p:cNvCxnSpPr>
          <p:nvPr/>
        </p:nvCxnSpPr>
        <p:spPr>
          <a:xfrm flipV="1">
            <a:off x="5350668" y="3421856"/>
            <a:ext cx="0" cy="109537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4248F7F1-65BA-7883-9ECB-281E11992850}"/>
              </a:ext>
            </a:extLst>
          </p:cNvPr>
          <p:cNvSpPr txBox="1"/>
          <p:nvPr/>
        </p:nvSpPr>
        <p:spPr>
          <a:xfrm>
            <a:off x="3672042" y="3237190"/>
            <a:ext cx="677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n>
                  <a:solidFill>
                    <a:schemeClr val="tx1"/>
                  </a:solidFill>
                  <a:prstDash val="sysDot"/>
                </a:ln>
                <a:noFill/>
              </a:rPr>
              <a:t>360</a:t>
            </a:r>
          </a:p>
        </p:txBody>
      </p:sp>
    </p:spTree>
    <p:extLst>
      <p:ext uri="{BB962C8B-B14F-4D97-AF65-F5344CB8AC3E}">
        <p14:creationId xmlns:p14="http://schemas.microsoft.com/office/powerpoint/2010/main" val="8178817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25C9C-7BFC-EB1B-2DC9-F238A6646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8F00A27-839E-B020-EF51-01419E877D19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62BCCAF-3B60-7D26-8497-B24FC8596108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A478BA92-C316-111D-A6B9-3300D69DEABF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4B41CC99-4807-FE1D-E7C0-8E4E61E64352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3E2D858-0CA3-24C2-5637-3FF9E6E96498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19EF4AB-AD54-8B34-27E5-A4AF4111BFB0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F182A8E5-69EB-7CC4-02FA-78D09C4BF750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8155403-F2DC-401A-4DEC-F4E855EE778C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8ABC6891-F133-FF95-6CFE-7C0CF239DBB9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F692A3B-1472-B5A6-0D8B-BE019E074677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FFF224-8F44-1948-5177-8C1894E18528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78EA030-099B-57F4-29AD-CE6D8ADCA685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BF03993-3097-DEA4-D653-FA00EA2A856E}"/>
              </a:ext>
            </a:extLst>
          </p:cNvPr>
          <p:cNvCxnSpPr>
            <a:cxnSpLocks/>
          </p:cNvCxnSpPr>
          <p:nvPr/>
        </p:nvCxnSpPr>
        <p:spPr>
          <a:xfrm>
            <a:off x="6086475" y="2533989"/>
            <a:ext cx="11451" cy="1966235"/>
          </a:xfrm>
          <a:prstGeom prst="line">
            <a:avLst/>
          </a:prstGeom>
          <a:ln w="38100"/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C17541-20EB-E566-97A6-4470678C1FB6}"/>
              </a:ext>
            </a:extLst>
          </p:cNvPr>
          <p:cNvCxnSpPr>
            <a:stCxn id="6" idx="6"/>
          </p:cNvCxnSpPr>
          <p:nvPr/>
        </p:nvCxnSpPr>
        <p:spPr>
          <a:xfrm>
            <a:off x="4538662" y="3429000"/>
            <a:ext cx="1547813" cy="0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EB410F6-9BA9-B67D-A2C4-91E3E11FA4C8}"/>
              </a:ext>
            </a:extLst>
          </p:cNvPr>
          <p:cNvSpPr txBox="1"/>
          <p:nvPr/>
        </p:nvSpPr>
        <p:spPr>
          <a:xfrm>
            <a:off x="4910136" y="3052953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Ovec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0E05B57-2180-9F50-3533-E4838613972C}"/>
              </a:ext>
            </a:extLst>
          </p:cNvPr>
          <p:cNvCxnSpPr>
            <a:cxnSpLocks/>
          </p:cNvCxnSpPr>
          <p:nvPr/>
        </p:nvCxnSpPr>
        <p:spPr>
          <a:xfrm>
            <a:off x="6084549" y="3422285"/>
            <a:ext cx="297201" cy="0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BBE22E-4A58-2CB9-4CE8-AF46B40C824E}"/>
              </a:ext>
            </a:extLst>
          </p:cNvPr>
          <p:cNvSpPr txBox="1"/>
          <p:nvPr/>
        </p:nvSpPr>
        <p:spPr>
          <a:xfrm>
            <a:off x="6393486" y="3237619"/>
            <a:ext cx="593101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n>
                  <a:solidFill>
                    <a:schemeClr val="accent2"/>
                  </a:solidFill>
                </a:ln>
              </a:rPr>
              <a:t>R1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054FC19-164E-2644-30C6-924B75BC73A8}"/>
              </a:ext>
            </a:extLst>
          </p:cNvPr>
          <p:cNvGrpSpPr/>
          <p:nvPr/>
        </p:nvGrpSpPr>
        <p:grpSpPr>
          <a:xfrm>
            <a:off x="408040" y="2300730"/>
            <a:ext cx="828000" cy="266040"/>
            <a:chOff x="408040" y="2300730"/>
            <a:chExt cx="82800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1FEA28B-1AB7-0FAC-F528-12C11BAA9F32}"/>
                    </a:ext>
                  </a:extLst>
                </p14:cNvPr>
                <p14:cNvContentPartPr/>
                <p14:nvPr/>
              </p14:nvContentPartPr>
              <p14:xfrm>
                <a:off x="916720" y="2414130"/>
                <a:ext cx="11052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1FEA28B-1AB7-0FAC-F528-12C11BAA9F32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12400" y="2409810"/>
                  <a:ext cx="119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37C19D0-9C53-4FD0-4FB6-63A502AB607F}"/>
                    </a:ext>
                  </a:extLst>
                </p14:cNvPr>
                <p14:cNvContentPartPr/>
                <p14:nvPr/>
              </p14:nvContentPartPr>
              <p14:xfrm>
                <a:off x="899080" y="2339610"/>
                <a:ext cx="120240" cy="1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37C19D0-9C53-4FD0-4FB6-63A502AB607F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760" y="2335290"/>
                  <a:ext cx="12888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D93E705B-A1A5-D8D9-5E89-9E5BDC450EEA}"/>
                    </a:ext>
                  </a:extLst>
                </p14:cNvPr>
                <p14:cNvContentPartPr/>
                <p14:nvPr/>
              </p14:nvContentPartPr>
              <p14:xfrm>
                <a:off x="981520" y="2300730"/>
                <a:ext cx="82800" cy="6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D93E705B-A1A5-D8D9-5E89-9E5BDC450EEA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7200" y="2296410"/>
                  <a:ext cx="914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072244D-4E50-7FDD-BAE2-C7E247F444D9}"/>
                    </a:ext>
                  </a:extLst>
                </p14:cNvPr>
                <p14:cNvContentPartPr/>
                <p14:nvPr/>
              </p14:nvContentPartPr>
              <p14:xfrm>
                <a:off x="835360" y="2330250"/>
                <a:ext cx="17280" cy="23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072244D-4E50-7FDD-BAE2-C7E247F444D9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1040" y="2325930"/>
                  <a:ext cx="25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0154140-900B-0D6B-95E1-C6EB03F96F85}"/>
                    </a:ext>
                  </a:extLst>
                </p14:cNvPr>
                <p14:cNvContentPartPr/>
                <p14:nvPr/>
              </p14:nvContentPartPr>
              <p14:xfrm>
                <a:off x="793960" y="2350050"/>
                <a:ext cx="12960" cy="186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0154140-900B-0D6B-95E1-C6EB03F96F8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9640" y="2345730"/>
                  <a:ext cx="2160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C559AE8-C84A-D78D-514D-C00FB85A4250}"/>
                    </a:ext>
                  </a:extLst>
                </p14:cNvPr>
                <p14:cNvContentPartPr/>
                <p14:nvPr/>
              </p14:nvContentPartPr>
              <p14:xfrm>
                <a:off x="1141720" y="2331330"/>
                <a:ext cx="10800" cy="220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C559AE8-C84A-D78D-514D-C00FB85A425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7400" y="2327010"/>
                  <a:ext cx="19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D2FF656-BFA1-30F7-3446-5AA850E591AD}"/>
                    </a:ext>
                  </a:extLst>
                </p14:cNvPr>
                <p14:cNvContentPartPr/>
                <p14:nvPr/>
              </p14:nvContentPartPr>
              <p14:xfrm>
                <a:off x="1214440" y="2332050"/>
                <a:ext cx="21600" cy="178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D2FF656-BFA1-30F7-3446-5AA850E591A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10120" y="2327730"/>
                  <a:ext cx="3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ECB2021-D997-32BA-D553-1B63686061B6}"/>
                    </a:ext>
                  </a:extLst>
                </p14:cNvPr>
                <p14:cNvContentPartPr/>
                <p14:nvPr/>
              </p14:nvContentPartPr>
              <p14:xfrm>
                <a:off x="440440" y="2378130"/>
                <a:ext cx="17280" cy="153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ECB2021-D997-32BA-D553-1B63686061B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6120" y="2373810"/>
                  <a:ext cx="259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117FDB9A-F88D-3CDB-2C7E-E70911B9A103}"/>
                    </a:ext>
                  </a:extLst>
                </p14:cNvPr>
                <p14:cNvContentPartPr/>
                <p14:nvPr/>
              </p14:nvContentPartPr>
              <p14:xfrm>
                <a:off x="408040" y="2351130"/>
                <a:ext cx="138600" cy="180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117FDB9A-F88D-3CDB-2C7E-E70911B9A10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3720" y="2346810"/>
                  <a:ext cx="14724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C94FB7B-B48C-95C9-7FBE-45AA54E70FA8}"/>
                    </a:ext>
                  </a:extLst>
                </p14:cNvPr>
                <p14:cNvContentPartPr/>
                <p14:nvPr/>
              </p14:nvContentPartPr>
              <p14:xfrm>
                <a:off x="583000" y="2435010"/>
                <a:ext cx="101880" cy="1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C94FB7B-B48C-95C9-7FBE-45AA54E70FA8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8680" y="2430690"/>
                  <a:ext cx="11052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4124B525-3D72-9D9E-D42E-98AEBFAC104F}"/>
              </a:ext>
            </a:extLst>
          </p:cNvPr>
          <p:cNvGrpSpPr/>
          <p:nvPr/>
        </p:nvGrpSpPr>
        <p:grpSpPr>
          <a:xfrm>
            <a:off x="1376440" y="2327370"/>
            <a:ext cx="507960" cy="169560"/>
            <a:chOff x="1376440" y="2327370"/>
            <a:chExt cx="50796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73A40E5-4384-7E08-A9F5-29F8ABE3305D}"/>
                    </a:ext>
                  </a:extLst>
                </p14:cNvPr>
                <p14:cNvContentPartPr/>
                <p14:nvPr/>
              </p14:nvContentPartPr>
              <p14:xfrm>
                <a:off x="1376440" y="2417370"/>
                <a:ext cx="91080" cy="18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73A40E5-4384-7E08-A9F5-29F8ABE3305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2120" y="2413050"/>
                  <a:ext cx="99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8CB67FFA-02B7-46EA-1911-690791C9F10B}"/>
                    </a:ext>
                  </a:extLst>
                </p14:cNvPr>
                <p14:cNvContentPartPr/>
                <p14:nvPr/>
              </p14:nvContentPartPr>
              <p14:xfrm>
                <a:off x="1408480" y="2463810"/>
                <a:ext cx="86400" cy="29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8CB67FFA-02B7-46EA-1911-690791C9F1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4160" y="2459490"/>
                  <a:ext cx="95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72FBC28-5696-85D6-B488-C0D808A523A3}"/>
                    </a:ext>
                  </a:extLst>
                </p14:cNvPr>
                <p14:cNvContentPartPr/>
                <p14:nvPr/>
              </p14:nvContentPartPr>
              <p14:xfrm>
                <a:off x="1606120" y="2327370"/>
                <a:ext cx="1296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72FBC28-5696-85D6-B488-C0D808A523A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01800" y="2323050"/>
                  <a:ext cx="1382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E181A815-5982-EE14-C728-E8BE121C609E}"/>
                    </a:ext>
                  </a:extLst>
                </p14:cNvPr>
                <p14:cNvContentPartPr/>
                <p14:nvPr/>
              </p14:nvContentPartPr>
              <p14:xfrm>
                <a:off x="1604680" y="2459850"/>
                <a:ext cx="118080" cy="25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E181A815-5982-EE14-C728-E8BE121C609E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00360" y="2455530"/>
                  <a:ext cx="12672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A18CC85-1888-DEA8-170B-45899B55E53B}"/>
                    </a:ext>
                  </a:extLst>
                </p14:cNvPr>
                <p14:cNvContentPartPr/>
                <p14:nvPr/>
              </p14:nvContentPartPr>
              <p14:xfrm>
                <a:off x="1769560" y="2328810"/>
                <a:ext cx="114840" cy="155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A18CC85-1888-DEA8-170B-45899B55E53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65240" y="2324490"/>
                  <a:ext cx="123480" cy="164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03615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E4941-AE35-76C8-9214-8BADEDFDC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4B5FC64-A384-2A5C-CD60-46B5A28FDDA3}"/>
              </a:ext>
            </a:extLst>
          </p:cNvPr>
          <p:cNvCxnSpPr>
            <a:cxnSpLocks/>
          </p:cNvCxnSpPr>
          <p:nvPr/>
        </p:nvCxnSpPr>
        <p:spPr>
          <a:xfrm flipV="1">
            <a:off x="4478959" y="3425641"/>
            <a:ext cx="1338263" cy="6715"/>
          </a:xfrm>
          <a:prstGeom prst="line">
            <a:avLst/>
          </a:prstGeom>
          <a:ln w="38100">
            <a:solidFill>
              <a:schemeClr val="accent2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E1428F3-4596-61B4-929C-0D43CD98579E}"/>
              </a:ext>
            </a:extLst>
          </p:cNvPr>
          <p:cNvCxnSpPr>
            <a:cxnSpLocks/>
            <a:stCxn id="6" idx="5"/>
            <a:endCxn id="9" idx="2"/>
          </p:cNvCxnSpPr>
          <p:nvPr/>
        </p:nvCxnSpPr>
        <p:spPr>
          <a:xfrm>
            <a:off x="4512159" y="3492984"/>
            <a:ext cx="1536216" cy="1040916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ECAF4C4-DEF7-578A-37D4-D74352027D03}"/>
              </a:ext>
            </a:extLst>
          </p:cNvPr>
          <p:cNvCxnSpPr>
            <a:cxnSpLocks/>
          </p:cNvCxnSpPr>
          <p:nvPr/>
        </p:nvCxnSpPr>
        <p:spPr>
          <a:xfrm flipV="1">
            <a:off x="4419600" y="2505075"/>
            <a:ext cx="1614149" cy="923925"/>
          </a:xfrm>
          <a:prstGeom prst="straightConnector1">
            <a:avLst/>
          </a:prstGeom>
          <a:ln w="57150"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296BC789-8C11-01F0-9D9F-E7BA83C7BDD3}"/>
              </a:ext>
            </a:extLst>
          </p:cNvPr>
          <p:cNvGrpSpPr/>
          <p:nvPr/>
        </p:nvGrpSpPr>
        <p:grpSpPr>
          <a:xfrm>
            <a:off x="5810250" y="1581150"/>
            <a:ext cx="3867150" cy="3867150"/>
            <a:chOff x="5810250" y="1581150"/>
            <a:chExt cx="3867150" cy="3867150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FBD1FA9-7AC3-D622-5009-1A6B5E9F3B06}"/>
                </a:ext>
              </a:extLst>
            </p:cNvPr>
            <p:cNvSpPr/>
            <p:nvPr/>
          </p:nvSpPr>
          <p:spPr>
            <a:xfrm>
              <a:off x="581025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E3451F4-11C6-F02A-38ED-D73DAF000019}"/>
                </a:ext>
              </a:extLst>
            </p:cNvPr>
            <p:cNvSpPr/>
            <p:nvPr/>
          </p:nvSpPr>
          <p:spPr>
            <a:xfrm>
              <a:off x="7743825" y="3381375"/>
              <a:ext cx="95250" cy="9525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46B12C5-BC37-2704-33D0-558992AC12BF}"/>
              </a:ext>
            </a:extLst>
          </p:cNvPr>
          <p:cNvGrpSpPr/>
          <p:nvPr/>
        </p:nvGrpSpPr>
        <p:grpSpPr>
          <a:xfrm>
            <a:off x="2514600" y="1581150"/>
            <a:ext cx="3867150" cy="3867150"/>
            <a:chOff x="2514600" y="1581150"/>
            <a:chExt cx="3867150" cy="386715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CA9616B-08B1-A363-95E8-F3EAC0789EC9}"/>
                </a:ext>
              </a:extLst>
            </p:cNvPr>
            <p:cNvSpPr/>
            <p:nvPr/>
          </p:nvSpPr>
          <p:spPr>
            <a:xfrm>
              <a:off x="2514600" y="1581150"/>
              <a:ext cx="3867150" cy="3867150"/>
            </a:xfrm>
            <a:prstGeom prst="ellipse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EBA10429-13CD-1D37-2D48-7501FE99978C}"/>
                </a:ext>
              </a:extLst>
            </p:cNvPr>
            <p:cNvSpPr/>
            <p:nvPr/>
          </p:nvSpPr>
          <p:spPr>
            <a:xfrm>
              <a:off x="4357687" y="3338512"/>
              <a:ext cx="180975" cy="180975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02812C13-3F52-B1AD-EAEE-13D501F8D4BA}"/>
              </a:ext>
            </a:extLst>
          </p:cNvPr>
          <p:cNvSpPr/>
          <p:nvPr/>
        </p:nvSpPr>
        <p:spPr>
          <a:xfrm>
            <a:off x="6048375" y="4486275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E8A83C3-279E-7FCD-DCB5-DBFC07415D3D}"/>
              </a:ext>
            </a:extLst>
          </p:cNvPr>
          <p:cNvSpPr/>
          <p:nvPr/>
        </p:nvSpPr>
        <p:spPr>
          <a:xfrm>
            <a:off x="6036924" y="2452688"/>
            <a:ext cx="95250" cy="95250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5FE850-A535-5CBE-A3A8-C5A0DBDBD40F}"/>
              </a:ext>
            </a:extLst>
          </p:cNvPr>
          <p:cNvSpPr txBox="1"/>
          <p:nvPr/>
        </p:nvSpPr>
        <p:spPr>
          <a:xfrm>
            <a:off x="4357687" y="266065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ivecA</a:t>
            </a:r>
            <a:endParaRPr lang="en-US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248642B-66CB-6944-22AF-16A6B0423640}"/>
              </a:ext>
            </a:extLst>
          </p:cNvPr>
          <p:cNvSpPr txBox="1"/>
          <p:nvPr/>
        </p:nvSpPr>
        <p:spPr>
          <a:xfrm>
            <a:off x="4448174" y="4003715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ivecB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85FA1C-7E87-C2E8-CE23-EB7DF2A0F8F2}"/>
              </a:ext>
            </a:extLst>
          </p:cNvPr>
          <p:cNvSpPr txBox="1"/>
          <p:nvPr/>
        </p:nvSpPr>
        <p:spPr>
          <a:xfrm>
            <a:off x="4907347" y="3029140"/>
            <a:ext cx="8048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Pvec</a:t>
            </a:r>
            <a:endParaRPr lang="en-US" dirty="0"/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8CE2C44-39A5-88B4-14BE-288C468B0456}"/>
              </a:ext>
            </a:extLst>
          </p:cNvPr>
          <p:cNvGrpSpPr/>
          <p:nvPr/>
        </p:nvGrpSpPr>
        <p:grpSpPr>
          <a:xfrm>
            <a:off x="408040" y="2300730"/>
            <a:ext cx="828000" cy="266040"/>
            <a:chOff x="408040" y="2300730"/>
            <a:chExt cx="828000" cy="266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294413-406B-7DD9-C06F-E77690A9BDD3}"/>
                    </a:ext>
                  </a:extLst>
                </p14:cNvPr>
                <p14:cNvContentPartPr/>
                <p14:nvPr/>
              </p14:nvContentPartPr>
              <p14:xfrm>
                <a:off x="916720" y="2414130"/>
                <a:ext cx="110520" cy="119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294413-406B-7DD9-C06F-E77690A9BDD3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12400" y="2409810"/>
                  <a:ext cx="11916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03C915D-D8AA-153D-4DF1-C71D227D230B}"/>
                    </a:ext>
                  </a:extLst>
                </p14:cNvPr>
                <p14:cNvContentPartPr/>
                <p14:nvPr/>
              </p14:nvContentPartPr>
              <p14:xfrm>
                <a:off x="899080" y="2339610"/>
                <a:ext cx="120240" cy="111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03C915D-D8AA-153D-4DF1-C71D227D230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760" y="2335290"/>
                  <a:ext cx="12888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86B0D75-63ED-5FF4-326F-30C6582B3502}"/>
                    </a:ext>
                  </a:extLst>
                </p14:cNvPr>
                <p14:cNvContentPartPr/>
                <p14:nvPr/>
              </p14:nvContentPartPr>
              <p14:xfrm>
                <a:off x="981520" y="2300730"/>
                <a:ext cx="82800" cy="6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86B0D75-63ED-5FF4-326F-30C6582B350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77200" y="2296410"/>
                  <a:ext cx="9144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17DDFE4-487D-B136-AFE8-A8207C93E4AD}"/>
                    </a:ext>
                  </a:extLst>
                </p14:cNvPr>
                <p14:cNvContentPartPr/>
                <p14:nvPr/>
              </p14:nvContentPartPr>
              <p14:xfrm>
                <a:off x="835360" y="2330250"/>
                <a:ext cx="17280" cy="2365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17DDFE4-487D-B136-AFE8-A8207C93E4AD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31040" y="2325937"/>
                  <a:ext cx="25920" cy="24514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F7785BD-CAD0-79B1-B09D-24EF6F518216}"/>
                    </a:ext>
                  </a:extLst>
                </p14:cNvPr>
                <p14:cNvContentPartPr/>
                <p14:nvPr/>
              </p14:nvContentPartPr>
              <p14:xfrm>
                <a:off x="793960" y="2350050"/>
                <a:ext cx="12960" cy="1868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F7785BD-CAD0-79B1-B09D-24EF6F51821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9517" y="2345730"/>
                  <a:ext cx="21847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93319B4-D7D1-70C0-04C1-C4A9C575DCF0}"/>
                    </a:ext>
                  </a:extLst>
                </p14:cNvPr>
                <p14:cNvContentPartPr/>
                <p14:nvPr/>
              </p14:nvContentPartPr>
              <p14:xfrm>
                <a:off x="1141720" y="2331330"/>
                <a:ext cx="10800" cy="220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93319B4-D7D1-70C0-04C1-C4A9C575DCF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137400" y="2327010"/>
                  <a:ext cx="1944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988BEEF-0258-8DDF-E7B3-AE3F6207BA20}"/>
                    </a:ext>
                  </a:extLst>
                </p14:cNvPr>
                <p14:cNvContentPartPr/>
                <p14:nvPr/>
              </p14:nvContentPartPr>
              <p14:xfrm>
                <a:off x="1214440" y="2332050"/>
                <a:ext cx="21600" cy="178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988BEEF-0258-8DDF-E7B3-AE3F6207BA2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210120" y="2327730"/>
                  <a:ext cx="3024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860E691-479A-B80A-112B-E08E67C2C83D}"/>
                    </a:ext>
                  </a:extLst>
                </p14:cNvPr>
                <p14:cNvContentPartPr/>
                <p14:nvPr/>
              </p14:nvContentPartPr>
              <p14:xfrm>
                <a:off x="440440" y="2378130"/>
                <a:ext cx="17280" cy="1530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860E691-479A-B80A-112B-E08E67C2C83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36028" y="2373800"/>
                  <a:ext cx="26104" cy="1616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C4EC6FF-3534-C8C7-B57A-FE123301E810}"/>
                    </a:ext>
                  </a:extLst>
                </p14:cNvPr>
                <p14:cNvContentPartPr/>
                <p14:nvPr/>
              </p14:nvContentPartPr>
              <p14:xfrm>
                <a:off x="408040" y="2351130"/>
                <a:ext cx="138600" cy="1800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C4EC6FF-3534-C8C7-B57A-FE123301E810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403731" y="2346810"/>
                  <a:ext cx="147218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29D99CB-55EB-4FC0-5CA0-F0E6BA3E53C0}"/>
                    </a:ext>
                  </a:extLst>
                </p14:cNvPr>
                <p14:cNvContentPartPr/>
                <p14:nvPr/>
              </p14:nvContentPartPr>
              <p14:xfrm>
                <a:off x="583000" y="2435010"/>
                <a:ext cx="101880" cy="13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29D99CB-55EB-4FC0-5CA0-F0E6BA3E53C0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578680" y="2430690"/>
                  <a:ext cx="110520" cy="21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8EA0B168-FD8D-8085-7A00-1674B353C41C}"/>
              </a:ext>
            </a:extLst>
          </p:cNvPr>
          <p:cNvGrpSpPr/>
          <p:nvPr/>
        </p:nvGrpSpPr>
        <p:grpSpPr>
          <a:xfrm>
            <a:off x="1376440" y="2327370"/>
            <a:ext cx="507960" cy="169560"/>
            <a:chOff x="1376440" y="2327370"/>
            <a:chExt cx="507960" cy="169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DC78EE96-B1E2-4618-E5AB-37EAE03A37FE}"/>
                    </a:ext>
                  </a:extLst>
                </p14:cNvPr>
                <p14:cNvContentPartPr/>
                <p14:nvPr/>
              </p14:nvContentPartPr>
              <p14:xfrm>
                <a:off x="1376440" y="2417370"/>
                <a:ext cx="91080" cy="180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DC78EE96-B1E2-4618-E5AB-37EAE03A37FE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372120" y="2413050"/>
                  <a:ext cx="99720" cy="2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73F4982C-A908-48D2-09E4-30941F9610ED}"/>
                    </a:ext>
                  </a:extLst>
                </p14:cNvPr>
                <p14:cNvContentPartPr/>
                <p14:nvPr/>
              </p14:nvContentPartPr>
              <p14:xfrm>
                <a:off x="1408480" y="2463810"/>
                <a:ext cx="86400" cy="29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73F4982C-A908-48D2-09E4-30941F9610E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404160" y="2459490"/>
                  <a:ext cx="950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D8646EF7-A3BC-4280-A4A2-F94AE0AFA7DF}"/>
                    </a:ext>
                  </a:extLst>
                </p14:cNvPr>
                <p14:cNvContentPartPr/>
                <p14:nvPr/>
              </p14:nvContentPartPr>
              <p14:xfrm>
                <a:off x="1606120" y="2327370"/>
                <a:ext cx="129600" cy="16956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D8646EF7-A3BC-4280-A4A2-F94AE0AFA7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601800" y="2323050"/>
                  <a:ext cx="13824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D2C6915-DB75-733F-A0D7-DB6C0CD3B34A}"/>
                    </a:ext>
                  </a:extLst>
                </p14:cNvPr>
                <p14:cNvContentPartPr/>
                <p14:nvPr/>
              </p14:nvContentPartPr>
              <p14:xfrm>
                <a:off x="1604680" y="2459850"/>
                <a:ext cx="118080" cy="259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D2C6915-DB75-733F-A0D7-DB6C0CD3B34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600360" y="2455589"/>
                  <a:ext cx="126720" cy="3444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8AC62BA-515B-F3BB-40F5-E9EDB6471E9E}"/>
                    </a:ext>
                  </a:extLst>
                </p14:cNvPr>
                <p14:cNvContentPartPr/>
                <p14:nvPr/>
              </p14:nvContentPartPr>
              <p14:xfrm>
                <a:off x="1769560" y="2328810"/>
                <a:ext cx="114840" cy="155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8AC62BA-515B-F3BB-40F5-E9EDB6471E9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765240" y="2324490"/>
                  <a:ext cx="123480" cy="16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FEC3CEF9-9AA9-ECA1-0D9C-B688097562A4}"/>
              </a:ext>
            </a:extLst>
          </p:cNvPr>
          <p:cNvGrpSpPr/>
          <p:nvPr/>
        </p:nvGrpSpPr>
        <p:grpSpPr>
          <a:xfrm>
            <a:off x="580440" y="2826270"/>
            <a:ext cx="565200" cy="336600"/>
            <a:chOff x="580440" y="2826270"/>
            <a:chExt cx="56520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554E845-62D9-C95F-C321-3DADD2BAAD11}"/>
                    </a:ext>
                  </a:extLst>
                </p14:cNvPr>
                <p14:cNvContentPartPr/>
                <p14:nvPr/>
              </p14:nvContentPartPr>
              <p14:xfrm>
                <a:off x="607440" y="2942550"/>
                <a:ext cx="44640" cy="220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554E845-62D9-C95F-C321-3DADD2BAAD11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603120" y="2938230"/>
                  <a:ext cx="5328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63ADBB3-ED68-6773-5F3F-3714D52228FE}"/>
                    </a:ext>
                  </a:extLst>
                </p14:cNvPr>
                <p14:cNvContentPartPr/>
                <p14:nvPr/>
              </p14:nvContentPartPr>
              <p14:xfrm>
                <a:off x="717600" y="2977110"/>
                <a:ext cx="179640" cy="147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63ADBB3-ED68-6773-5F3F-3714D52228FE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13280" y="2972790"/>
                  <a:ext cx="188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5FAB39E5-CFF8-F12E-1B77-EBECBF1632B9}"/>
                    </a:ext>
                  </a:extLst>
                </p14:cNvPr>
                <p14:cNvContentPartPr/>
                <p14:nvPr/>
              </p14:nvContentPartPr>
              <p14:xfrm>
                <a:off x="727320" y="2895750"/>
                <a:ext cx="143640" cy="133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5FAB39E5-CFF8-F12E-1B77-EBECBF1632B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23000" y="2891430"/>
                  <a:ext cx="15228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89E1610-33AC-3C62-71E7-9D857784D74A}"/>
                    </a:ext>
                  </a:extLst>
                </p14:cNvPr>
                <p14:cNvContentPartPr/>
                <p14:nvPr/>
              </p14:nvContentPartPr>
              <p14:xfrm>
                <a:off x="784920" y="2826270"/>
                <a:ext cx="146160" cy="799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89E1610-33AC-3C62-71E7-9D857784D74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80600" y="2821950"/>
                  <a:ext cx="15480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5FCF30C-BE4C-40FB-42E1-662F1CFDC39D}"/>
                    </a:ext>
                  </a:extLst>
                </p14:cNvPr>
                <p14:cNvContentPartPr/>
                <p14:nvPr/>
              </p14:nvContentPartPr>
              <p14:xfrm>
                <a:off x="980400" y="2952270"/>
                <a:ext cx="30960" cy="184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5FCF30C-BE4C-40FB-42E1-662F1CFDC39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76080" y="2947950"/>
                  <a:ext cx="3960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0539589-25FB-F280-7F40-B42F6C659A1D}"/>
                    </a:ext>
                  </a:extLst>
                </p14:cNvPr>
                <p14:cNvContentPartPr/>
                <p14:nvPr/>
              </p14:nvContentPartPr>
              <p14:xfrm>
                <a:off x="580440" y="2920230"/>
                <a:ext cx="33480" cy="2386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0539589-25FB-F280-7F40-B42F6C659A1D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576120" y="2915910"/>
                  <a:ext cx="4212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D6E0AAB-247D-F821-3F45-7BDA2F414F3A}"/>
                    </a:ext>
                  </a:extLst>
                </p14:cNvPr>
                <p14:cNvContentPartPr/>
                <p14:nvPr/>
              </p14:nvContentPartPr>
              <p14:xfrm>
                <a:off x="1122600" y="2954430"/>
                <a:ext cx="23040" cy="1789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D6E0AAB-247D-F821-3F45-7BDA2F414F3A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118280" y="2950110"/>
                  <a:ext cx="31680" cy="18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31B646F3-7478-7DB0-27D2-3CE80A9F8C24}"/>
              </a:ext>
            </a:extLst>
          </p:cNvPr>
          <p:cNvGrpSpPr/>
          <p:nvPr/>
        </p:nvGrpSpPr>
        <p:grpSpPr>
          <a:xfrm>
            <a:off x="621840" y="4149270"/>
            <a:ext cx="499320" cy="158040"/>
            <a:chOff x="621840" y="4149270"/>
            <a:chExt cx="499320" cy="158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8F7ADF89-5960-8DC4-992A-2FB581A06128}"/>
                    </a:ext>
                  </a:extLst>
                </p14:cNvPr>
                <p14:cNvContentPartPr/>
                <p14:nvPr/>
              </p14:nvContentPartPr>
              <p14:xfrm>
                <a:off x="621840" y="4149270"/>
                <a:ext cx="164520" cy="1382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8F7ADF89-5960-8DC4-992A-2FB581A06128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17520" y="4144950"/>
                  <a:ext cx="17316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0EBADF2-2249-A0BA-1A17-A0017B4CCD35}"/>
                    </a:ext>
                  </a:extLst>
                </p14:cNvPr>
                <p14:cNvContentPartPr/>
                <p14:nvPr/>
              </p14:nvContentPartPr>
              <p14:xfrm>
                <a:off x="925680" y="4153230"/>
                <a:ext cx="114480" cy="961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0EBADF2-2249-A0BA-1A17-A0017B4CCD35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921360" y="4148910"/>
                  <a:ext cx="12312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084B716-8F63-8667-A380-CE6FB7A246B1}"/>
                    </a:ext>
                  </a:extLst>
                </p14:cNvPr>
                <p14:cNvContentPartPr/>
                <p14:nvPr/>
              </p14:nvContentPartPr>
              <p14:xfrm>
                <a:off x="957360" y="4284270"/>
                <a:ext cx="163800" cy="230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084B716-8F63-8667-A380-CE6FB7A246B1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53040" y="4279950"/>
                  <a:ext cx="172440" cy="31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3F896D56-5ABD-5A35-D8D8-D7E412DBBACF}"/>
              </a:ext>
            </a:extLst>
          </p:cNvPr>
          <p:cNvGrpSpPr/>
          <p:nvPr/>
        </p:nvGrpSpPr>
        <p:grpSpPr>
          <a:xfrm>
            <a:off x="1228080" y="4142430"/>
            <a:ext cx="516240" cy="191520"/>
            <a:chOff x="1228080" y="4142430"/>
            <a:chExt cx="51624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43823058-0500-85AD-99D1-F177AE954DDF}"/>
                    </a:ext>
                  </a:extLst>
                </p14:cNvPr>
                <p14:cNvContentPartPr/>
                <p14:nvPr/>
              </p14:nvContentPartPr>
              <p14:xfrm>
                <a:off x="1228080" y="4142430"/>
                <a:ext cx="173160" cy="13896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43823058-0500-85AD-99D1-F177AE954DD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223760" y="4138110"/>
                  <a:ext cx="18180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5712E9B-B7B3-96E8-2C6E-8A27AA24336D}"/>
                    </a:ext>
                  </a:extLst>
                </p14:cNvPr>
                <p14:cNvContentPartPr/>
                <p14:nvPr/>
              </p14:nvContentPartPr>
              <p14:xfrm>
                <a:off x="1242120" y="4194630"/>
                <a:ext cx="127080" cy="97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5712E9B-B7B3-96E8-2C6E-8A27AA24336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237800" y="4190310"/>
                  <a:ext cx="13572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FE34CB42-EC84-513A-0F4D-76F876CE0B37}"/>
                    </a:ext>
                  </a:extLst>
                </p14:cNvPr>
                <p14:cNvContentPartPr/>
                <p14:nvPr/>
              </p14:nvContentPartPr>
              <p14:xfrm>
                <a:off x="1538760" y="4156470"/>
                <a:ext cx="119880" cy="1137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FE34CB42-EC84-513A-0F4D-76F876CE0B37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534440" y="4152150"/>
                  <a:ext cx="1285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3720F747-0E1E-1E37-14B1-140369457D79}"/>
                    </a:ext>
                  </a:extLst>
                </p14:cNvPr>
                <p14:cNvContentPartPr/>
                <p14:nvPr/>
              </p14:nvContentPartPr>
              <p14:xfrm>
                <a:off x="1594920" y="4289310"/>
                <a:ext cx="149400" cy="44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3720F747-0E1E-1E37-14B1-140369457D79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1590600" y="4284990"/>
                  <a:ext cx="1580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152A2B7A-3B16-DA52-9695-2609C194E9DC}"/>
              </a:ext>
            </a:extLst>
          </p:cNvPr>
          <p:cNvGrpSpPr/>
          <p:nvPr/>
        </p:nvGrpSpPr>
        <p:grpSpPr>
          <a:xfrm>
            <a:off x="1904160" y="4122630"/>
            <a:ext cx="359280" cy="194400"/>
            <a:chOff x="1904160" y="4122630"/>
            <a:chExt cx="3592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265A6166-DB2D-B922-7717-C49140C1B524}"/>
                    </a:ext>
                  </a:extLst>
                </p14:cNvPr>
                <p14:cNvContentPartPr/>
                <p14:nvPr/>
              </p14:nvContentPartPr>
              <p14:xfrm>
                <a:off x="1904160" y="4122630"/>
                <a:ext cx="36720" cy="19440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265A6166-DB2D-B922-7717-C49140C1B524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899840" y="4118310"/>
                  <a:ext cx="453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B10267AF-27F0-ED76-DFC7-BDCEE2D87379}"/>
                    </a:ext>
                  </a:extLst>
                </p14:cNvPr>
                <p14:cNvContentPartPr/>
                <p14:nvPr/>
              </p14:nvContentPartPr>
              <p14:xfrm>
                <a:off x="2018280" y="4268430"/>
                <a:ext cx="29520" cy="4068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B10267AF-27F0-ED76-DFC7-BDCEE2D87379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013960" y="4264110"/>
                  <a:ext cx="38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E3A6D9A6-D028-1F9C-1E1E-227B818E7893}"/>
                    </a:ext>
                  </a:extLst>
                </p14:cNvPr>
                <p14:cNvContentPartPr/>
                <p14:nvPr/>
              </p14:nvContentPartPr>
              <p14:xfrm>
                <a:off x="2109360" y="4162950"/>
                <a:ext cx="154080" cy="128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E3A6D9A6-D028-1F9C-1E1E-227B818E7893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2105040" y="4158630"/>
                  <a:ext cx="16272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4ECF4194-DF0D-F921-E05B-F9051C6369C7}"/>
              </a:ext>
            </a:extLst>
          </p:cNvPr>
          <p:cNvGrpSpPr/>
          <p:nvPr/>
        </p:nvGrpSpPr>
        <p:grpSpPr>
          <a:xfrm>
            <a:off x="1599600" y="451350"/>
            <a:ext cx="472680" cy="246960"/>
            <a:chOff x="1599600" y="451350"/>
            <a:chExt cx="472680" cy="24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38893B27-B793-E603-8F48-7EF19EAC11B8}"/>
                    </a:ext>
                  </a:extLst>
                </p14:cNvPr>
                <p14:cNvContentPartPr/>
                <p14:nvPr/>
              </p14:nvContentPartPr>
              <p14:xfrm>
                <a:off x="1599600" y="479790"/>
                <a:ext cx="43560" cy="20988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38893B27-B793-E603-8F48-7EF19EAC11B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595280" y="475470"/>
                  <a:ext cx="522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5D8196D1-BF8D-CC0F-58FB-92F78C3D47E9}"/>
                    </a:ext>
                  </a:extLst>
                </p14:cNvPr>
                <p14:cNvContentPartPr/>
                <p14:nvPr/>
              </p14:nvContentPartPr>
              <p14:xfrm>
                <a:off x="1767720" y="479070"/>
                <a:ext cx="38520" cy="1947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5D8196D1-BF8D-CC0F-58FB-92F78C3D47E9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763400" y="474750"/>
                  <a:ext cx="4716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170583F0-517E-D973-9C41-E56E0B2137EA}"/>
                    </a:ext>
                  </a:extLst>
                </p14:cNvPr>
                <p14:cNvContentPartPr/>
                <p14:nvPr/>
              </p14:nvContentPartPr>
              <p14:xfrm>
                <a:off x="1743600" y="480150"/>
                <a:ext cx="184680" cy="928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170583F0-517E-D973-9C41-E56E0B2137E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739280" y="475830"/>
                  <a:ext cx="1933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2AE6E328-C6CA-7072-40D7-CB4F14125583}"/>
                    </a:ext>
                  </a:extLst>
                </p14:cNvPr>
                <p14:cNvContentPartPr/>
                <p14:nvPr/>
              </p14:nvContentPartPr>
              <p14:xfrm>
                <a:off x="2011440" y="451350"/>
                <a:ext cx="60840" cy="2469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2AE6E328-C6CA-7072-40D7-CB4F14125583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2007120" y="447030"/>
                  <a:ext cx="69480" cy="255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E5C8AA04-2B71-E44E-25BC-EBA130765A02}"/>
              </a:ext>
            </a:extLst>
          </p:cNvPr>
          <p:cNvGrpSpPr/>
          <p:nvPr/>
        </p:nvGrpSpPr>
        <p:grpSpPr>
          <a:xfrm>
            <a:off x="2343720" y="462150"/>
            <a:ext cx="618840" cy="203400"/>
            <a:chOff x="2343720" y="462150"/>
            <a:chExt cx="618840" cy="20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591F34D-A415-0905-6B37-2B0FD090EC65}"/>
                    </a:ext>
                  </a:extLst>
                </p14:cNvPr>
                <p14:cNvContentPartPr/>
                <p14:nvPr/>
              </p14:nvContentPartPr>
              <p14:xfrm>
                <a:off x="2393760" y="510390"/>
                <a:ext cx="43560" cy="1533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591F34D-A415-0905-6B37-2B0FD090EC65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389440" y="506070"/>
                  <a:ext cx="52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9B975F8-8B53-8466-0E37-84DAC5317D5E}"/>
                    </a:ext>
                  </a:extLst>
                </p14:cNvPr>
                <p14:cNvContentPartPr/>
                <p14:nvPr/>
              </p14:nvContentPartPr>
              <p14:xfrm>
                <a:off x="2343720" y="462150"/>
                <a:ext cx="178920" cy="11952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9B975F8-8B53-8466-0E37-84DAC5317D5E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39400" y="457830"/>
                  <a:ext cx="1875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2FD1AA8-405D-8429-1BE7-11E3BBE01B48}"/>
                    </a:ext>
                  </a:extLst>
                </p14:cNvPr>
                <p14:cNvContentPartPr/>
                <p14:nvPr/>
              </p14:nvContentPartPr>
              <p14:xfrm>
                <a:off x="2571960" y="548910"/>
                <a:ext cx="127800" cy="1166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2FD1AA8-405D-8429-1BE7-11E3BBE01B48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567640" y="544590"/>
                  <a:ext cx="1364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8F4F1473-B360-18F3-434F-A0C32B1783BB}"/>
                    </a:ext>
                  </a:extLst>
                </p14:cNvPr>
                <p14:cNvContentPartPr/>
                <p14:nvPr/>
              </p14:nvContentPartPr>
              <p14:xfrm>
                <a:off x="2709120" y="553230"/>
                <a:ext cx="82440" cy="781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8F4F1473-B360-18F3-434F-A0C32B1783BB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2704800" y="548910"/>
                  <a:ext cx="9108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E0A8AD30-DAB3-F237-2FD6-7CEA5D6EB5DF}"/>
                    </a:ext>
                  </a:extLst>
                </p14:cNvPr>
                <p14:cNvContentPartPr/>
                <p14:nvPr/>
              </p14:nvContentPartPr>
              <p14:xfrm>
                <a:off x="2850600" y="555390"/>
                <a:ext cx="47520" cy="882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E0A8AD30-DAB3-F237-2FD6-7CEA5D6EB5D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846280" y="551070"/>
                  <a:ext cx="5616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A54EC55F-C446-47F0-E911-82ACAC51F1F7}"/>
                    </a:ext>
                  </a:extLst>
                </p14:cNvPr>
                <p14:cNvContentPartPr/>
                <p14:nvPr/>
              </p14:nvContentPartPr>
              <p14:xfrm>
                <a:off x="2821440" y="578430"/>
                <a:ext cx="141120" cy="644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A54EC55F-C446-47F0-E911-82ACAC51F1F7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817120" y="574110"/>
                  <a:ext cx="149760" cy="73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673D2321-25D0-FDD3-AE62-94E807CB4B72}"/>
              </a:ext>
            </a:extLst>
          </p:cNvPr>
          <p:cNvGrpSpPr/>
          <p:nvPr/>
        </p:nvGrpSpPr>
        <p:grpSpPr>
          <a:xfrm>
            <a:off x="3201600" y="530550"/>
            <a:ext cx="687240" cy="308520"/>
            <a:chOff x="3201600" y="530550"/>
            <a:chExt cx="687240" cy="30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7D1F7F39-AA89-1DDB-961C-62328C083A17}"/>
                    </a:ext>
                  </a:extLst>
                </p14:cNvPr>
                <p14:cNvContentPartPr/>
                <p14:nvPr/>
              </p14:nvContentPartPr>
              <p14:xfrm>
                <a:off x="3201600" y="530550"/>
                <a:ext cx="332280" cy="1220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7D1F7F39-AA89-1DDB-961C-62328C083A17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196920" y="526230"/>
                  <a:ext cx="34092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E86F4D6-D11D-916B-8196-3C32061ED0B7}"/>
                    </a:ext>
                  </a:extLst>
                </p14:cNvPr>
                <p14:cNvContentPartPr/>
                <p14:nvPr/>
              </p14:nvContentPartPr>
              <p14:xfrm>
                <a:off x="3558360" y="592830"/>
                <a:ext cx="139320" cy="738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E86F4D6-D11D-916B-8196-3C32061ED0B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554040" y="588510"/>
                  <a:ext cx="14796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5152280F-B46A-A1B8-A996-BBB20D00F59C}"/>
                    </a:ext>
                  </a:extLst>
                </p14:cNvPr>
                <p14:cNvContentPartPr/>
                <p14:nvPr/>
              </p14:nvContentPartPr>
              <p14:xfrm>
                <a:off x="3709200" y="581310"/>
                <a:ext cx="179640" cy="2577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5152280F-B46A-A1B8-A996-BBB20D00F59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3704880" y="576990"/>
                  <a:ext cx="188280" cy="266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4A001B52-7CC9-DD38-22B4-4C7DFB1B42F4}"/>
              </a:ext>
            </a:extLst>
          </p:cNvPr>
          <p:cNvGrpSpPr/>
          <p:nvPr/>
        </p:nvGrpSpPr>
        <p:grpSpPr>
          <a:xfrm>
            <a:off x="1721280" y="857790"/>
            <a:ext cx="657000" cy="342360"/>
            <a:chOff x="1721280" y="857790"/>
            <a:chExt cx="657000" cy="342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B2835A7-9C87-3B63-3C99-3765FD5103EB}"/>
                    </a:ext>
                  </a:extLst>
                </p14:cNvPr>
                <p14:cNvContentPartPr/>
                <p14:nvPr/>
              </p14:nvContentPartPr>
              <p14:xfrm>
                <a:off x="1777440" y="1005390"/>
                <a:ext cx="39960" cy="1947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B2835A7-9C87-3B63-3C99-3765FD5103EB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773120" y="1001070"/>
                  <a:ext cx="48600" cy="20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92CFA03E-7905-DE3A-AE36-E773018BD1A2}"/>
                    </a:ext>
                  </a:extLst>
                </p14:cNvPr>
                <p14:cNvContentPartPr/>
                <p14:nvPr/>
              </p14:nvContentPartPr>
              <p14:xfrm>
                <a:off x="1721280" y="985230"/>
                <a:ext cx="244440" cy="15372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92CFA03E-7905-DE3A-AE36-E773018BD1A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716960" y="980910"/>
                  <a:ext cx="25308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09BDAA8-7487-065A-DC3D-68297CD1A7C6}"/>
                    </a:ext>
                  </a:extLst>
                </p14:cNvPr>
                <p14:cNvContentPartPr/>
                <p14:nvPr/>
              </p14:nvContentPartPr>
              <p14:xfrm>
                <a:off x="1728480" y="897750"/>
                <a:ext cx="158400" cy="2232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09BDAA8-7487-065A-DC3D-68297CD1A7C6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724160" y="893430"/>
                  <a:ext cx="16704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444F13C7-ACCE-0520-17EE-D62A6B90FC70}"/>
                    </a:ext>
                  </a:extLst>
                </p14:cNvPr>
                <p14:cNvContentPartPr/>
                <p14:nvPr/>
              </p14:nvContentPartPr>
              <p14:xfrm>
                <a:off x="1859160" y="857790"/>
                <a:ext cx="131760" cy="10440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444F13C7-ACCE-0520-17EE-D62A6B90FC70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854840" y="853470"/>
                  <a:ext cx="14040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E4A40476-E5E4-B84F-59E8-C9843650E35D}"/>
                    </a:ext>
                  </a:extLst>
                </p14:cNvPr>
                <p14:cNvContentPartPr/>
                <p14:nvPr/>
              </p14:nvContentPartPr>
              <p14:xfrm>
                <a:off x="2123760" y="976950"/>
                <a:ext cx="254520" cy="204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E4A40476-E5E4-B84F-59E8-C9843650E35D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2119440" y="972630"/>
                  <a:ext cx="263160" cy="213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0" name="Group 199">
            <a:extLst>
              <a:ext uri="{FF2B5EF4-FFF2-40B4-BE49-F238E27FC236}">
                <a16:creationId xmlns:a16="http://schemas.microsoft.com/office/drawing/2014/main" id="{EC5E23B6-1C7B-27EF-14B6-386145834ECB}"/>
              </a:ext>
            </a:extLst>
          </p:cNvPr>
          <p:cNvGrpSpPr/>
          <p:nvPr/>
        </p:nvGrpSpPr>
        <p:grpSpPr>
          <a:xfrm>
            <a:off x="2599320" y="945630"/>
            <a:ext cx="781200" cy="336600"/>
            <a:chOff x="2599320" y="945630"/>
            <a:chExt cx="78120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C87D3100-E041-0613-96EF-2904A606FF87}"/>
                    </a:ext>
                  </a:extLst>
                </p14:cNvPr>
                <p14:cNvContentPartPr/>
                <p14:nvPr/>
              </p14:nvContentPartPr>
              <p14:xfrm>
                <a:off x="2599320" y="1008270"/>
                <a:ext cx="383400" cy="125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C87D3100-E041-0613-96EF-2904A606FF8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2595000" y="1003950"/>
                  <a:ext cx="3920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76135D11-04E2-D797-00EC-C6B20DFB2D48}"/>
                    </a:ext>
                  </a:extLst>
                </p14:cNvPr>
                <p14:cNvContentPartPr/>
                <p14:nvPr/>
              </p14:nvContentPartPr>
              <p14:xfrm>
                <a:off x="2983800" y="998910"/>
                <a:ext cx="176760" cy="2833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76135D11-04E2-D797-00EC-C6B20DFB2D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2979480" y="994590"/>
                  <a:ext cx="18540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DF5D7691-037C-F5A3-0E73-76DF3F67C20E}"/>
                    </a:ext>
                  </a:extLst>
                </p14:cNvPr>
                <p14:cNvContentPartPr/>
                <p14:nvPr/>
              </p14:nvContentPartPr>
              <p14:xfrm>
                <a:off x="3185760" y="945630"/>
                <a:ext cx="194760" cy="1576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DF5D7691-037C-F5A3-0E73-76DF3F67C20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3181440" y="941310"/>
                  <a:ext cx="203400" cy="16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4" name="Group 203">
            <a:extLst>
              <a:ext uri="{FF2B5EF4-FFF2-40B4-BE49-F238E27FC236}">
                <a16:creationId xmlns:a16="http://schemas.microsoft.com/office/drawing/2014/main" id="{FEC1B773-367F-E29C-B883-F06CBE8247EE}"/>
              </a:ext>
            </a:extLst>
          </p:cNvPr>
          <p:cNvGrpSpPr/>
          <p:nvPr/>
        </p:nvGrpSpPr>
        <p:grpSpPr>
          <a:xfrm>
            <a:off x="3557280" y="852750"/>
            <a:ext cx="309960" cy="250560"/>
            <a:chOff x="3557280" y="852750"/>
            <a:chExt cx="309960" cy="25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3B13BB82-32A1-7BB9-FB81-60B5022416CE}"/>
                    </a:ext>
                  </a:extLst>
                </p14:cNvPr>
                <p14:cNvContentPartPr/>
                <p14:nvPr/>
              </p14:nvContentPartPr>
              <p14:xfrm>
                <a:off x="3557280" y="936270"/>
                <a:ext cx="234720" cy="1670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3B13BB82-32A1-7BB9-FB81-60B5022416CE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3552960" y="931950"/>
                  <a:ext cx="243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5878E3A8-7085-EB0A-269C-A0550BFB21B5}"/>
                    </a:ext>
                  </a:extLst>
                </p14:cNvPr>
                <p14:cNvContentPartPr/>
                <p14:nvPr/>
              </p14:nvContentPartPr>
              <p14:xfrm>
                <a:off x="3560880" y="882990"/>
                <a:ext cx="194760" cy="136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5878E3A8-7085-EB0A-269C-A0550BFB21B5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3556560" y="878670"/>
                  <a:ext cx="20340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BDF51561-4D61-C0C4-6A25-62DD3B6F9A29}"/>
                    </a:ext>
                  </a:extLst>
                </p14:cNvPr>
                <p14:cNvContentPartPr/>
                <p14:nvPr/>
              </p14:nvContentPartPr>
              <p14:xfrm>
                <a:off x="3692280" y="852750"/>
                <a:ext cx="174960" cy="648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BDF51561-4D61-C0C4-6A25-62DD3B6F9A29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3687960" y="848430"/>
                  <a:ext cx="1836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8316E78E-06B6-5A32-64BB-59B411D78D5C}"/>
              </a:ext>
            </a:extLst>
          </p:cNvPr>
          <p:cNvGrpSpPr/>
          <p:nvPr/>
        </p:nvGrpSpPr>
        <p:grpSpPr>
          <a:xfrm>
            <a:off x="1277400" y="2907270"/>
            <a:ext cx="1183320" cy="316440"/>
            <a:chOff x="1277400" y="2907270"/>
            <a:chExt cx="1183320" cy="316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FCC7974B-CCD4-8945-C2CC-470A833D255A}"/>
                    </a:ext>
                  </a:extLst>
                </p14:cNvPr>
                <p14:cNvContentPartPr/>
                <p14:nvPr/>
              </p14:nvContentPartPr>
              <p14:xfrm>
                <a:off x="1277400" y="3065310"/>
                <a:ext cx="122400" cy="15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FCC7974B-CCD4-8945-C2CC-470A833D255A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273080" y="3060990"/>
                  <a:ext cx="13104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30553EAE-1E96-4E02-5E6C-33F229D303D5}"/>
                    </a:ext>
                  </a:extLst>
                </p14:cNvPr>
                <p14:cNvContentPartPr/>
                <p14:nvPr/>
              </p14:nvContentPartPr>
              <p14:xfrm>
                <a:off x="1481160" y="2976390"/>
                <a:ext cx="178560" cy="1659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30553EAE-1E96-4E02-5E6C-33F229D303D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476840" y="2972070"/>
                  <a:ext cx="1872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61A0AD31-EC58-2838-8A59-800248BF6C9D}"/>
                    </a:ext>
                  </a:extLst>
                </p14:cNvPr>
                <p14:cNvContentPartPr/>
                <p14:nvPr/>
              </p14:nvContentPartPr>
              <p14:xfrm>
                <a:off x="1500600" y="3135150"/>
                <a:ext cx="142920" cy="111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61A0AD31-EC58-2838-8A59-800248BF6C9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1496280" y="3130830"/>
                  <a:ext cx="15156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0BA488-0615-31D1-9C8F-EAA25FC9BBB1}"/>
                    </a:ext>
                  </a:extLst>
                </p14:cNvPr>
                <p14:cNvContentPartPr/>
                <p14:nvPr/>
              </p14:nvContentPartPr>
              <p14:xfrm>
                <a:off x="1717320" y="2962710"/>
                <a:ext cx="127440" cy="1951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0BA488-0615-31D1-9C8F-EAA25FC9BBB1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1713000" y="2958390"/>
                  <a:ext cx="136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A220F66-2C0D-4E96-F81A-9FA2588941A5}"/>
                    </a:ext>
                  </a:extLst>
                </p14:cNvPr>
                <p14:cNvContentPartPr/>
                <p14:nvPr/>
              </p14:nvContentPartPr>
              <p14:xfrm>
                <a:off x="1949520" y="3039390"/>
                <a:ext cx="83880" cy="651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A220F66-2C0D-4E96-F81A-9FA2588941A5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1945200" y="3035070"/>
                  <a:ext cx="9252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00FE9C3-9006-25F7-C51D-611F5FB1E3E5}"/>
                    </a:ext>
                  </a:extLst>
                </p14:cNvPr>
                <p14:cNvContentPartPr/>
                <p14:nvPr/>
              </p14:nvContentPartPr>
              <p14:xfrm>
                <a:off x="1931520" y="3126510"/>
                <a:ext cx="109440" cy="151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00FE9C3-9006-25F7-C51D-611F5FB1E3E5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1927200" y="3122190"/>
                  <a:ext cx="118080" cy="2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0F77FD1-DB4E-0042-47AE-67A99B396773}"/>
                    </a:ext>
                  </a:extLst>
                </p14:cNvPr>
                <p14:cNvContentPartPr/>
                <p14:nvPr/>
              </p14:nvContentPartPr>
              <p14:xfrm>
                <a:off x="2205480" y="2947230"/>
                <a:ext cx="13680" cy="1857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0F77FD1-DB4E-0042-47AE-67A99B39677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2201160" y="2942910"/>
                  <a:ext cx="2232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2F6A34AF-9F22-1E22-E9A3-0963ADD2DA80}"/>
                    </a:ext>
                  </a:extLst>
                </p14:cNvPr>
                <p14:cNvContentPartPr/>
                <p14:nvPr/>
              </p14:nvContentPartPr>
              <p14:xfrm>
                <a:off x="2160840" y="2909790"/>
                <a:ext cx="157680" cy="856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2F6A34AF-9F22-1E22-E9A3-0963ADD2DA80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2156520" y="2905470"/>
                  <a:ext cx="16632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3947C0D-8C7E-9D99-8C36-5ACD3B1E7F4F}"/>
                    </a:ext>
                  </a:extLst>
                </p14:cNvPr>
                <p14:cNvContentPartPr/>
                <p14:nvPr/>
              </p14:nvContentPartPr>
              <p14:xfrm>
                <a:off x="2087760" y="2920230"/>
                <a:ext cx="30960" cy="2898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3947C0D-8C7E-9D99-8C36-5ACD3B1E7F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2083440" y="2915910"/>
                  <a:ext cx="3960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24729EE0-FC55-029B-501C-AB22A00F8372}"/>
                    </a:ext>
                  </a:extLst>
                </p14:cNvPr>
                <p14:cNvContentPartPr/>
                <p14:nvPr/>
              </p14:nvContentPartPr>
              <p14:xfrm>
                <a:off x="2341920" y="2915910"/>
                <a:ext cx="23760" cy="28872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24729EE0-FC55-029B-501C-AB22A00F8372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2337600" y="2911590"/>
                  <a:ext cx="3240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13E74E2B-7D60-F7DE-D1B8-AA47D6D63FBB}"/>
                    </a:ext>
                  </a:extLst>
                </p14:cNvPr>
                <p14:cNvContentPartPr/>
                <p14:nvPr/>
              </p14:nvContentPartPr>
              <p14:xfrm>
                <a:off x="2046720" y="2914830"/>
                <a:ext cx="54720" cy="30888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13E74E2B-7D60-F7DE-D1B8-AA47D6D63FBB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042400" y="2910510"/>
                  <a:ext cx="6336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72044B86-E721-F6E3-E347-B5077219DF3F}"/>
                    </a:ext>
                  </a:extLst>
                </p14:cNvPr>
                <p14:cNvContentPartPr/>
                <p14:nvPr/>
              </p14:nvContentPartPr>
              <p14:xfrm>
                <a:off x="2444520" y="2907270"/>
                <a:ext cx="16200" cy="26316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72044B86-E721-F6E3-E347-B5077219DF3F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40200" y="2902950"/>
                  <a:ext cx="24840" cy="271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947040E-7D03-2DE7-2783-33F2DF4DC214}"/>
              </a:ext>
            </a:extLst>
          </p:cNvPr>
          <p:cNvGrpSpPr/>
          <p:nvPr/>
        </p:nvGrpSpPr>
        <p:grpSpPr>
          <a:xfrm>
            <a:off x="634440" y="3459510"/>
            <a:ext cx="1138320" cy="488880"/>
            <a:chOff x="634440" y="3459510"/>
            <a:chExt cx="1138320" cy="48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9AE54FF2-6C94-098A-91DA-3153B91A2D82}"/>
                    </a:ext>
                  </a:extLst>
                </p14:cNvPr>
                <p14:cNvContentPartPr/>
                <p14:nvPr/>
              </p14:nvContentPartPr>
              <p14:xfrm>
                <a:off x="1400520" y="3534030"/>
                <a:ext cx="27000" cy="1630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9AE54FF2-6C94-098A-91DA-3153B91A2D82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396200" y="3529710"/>
                  <a:ext cx="35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DD2C2ED3-F573-E79F-EEB2-4583A3332989}"/>
                    </a:ext>
                  </a:extLst>
                </p14:cNvPr>
                <p14:cNvContentPartPr/>
                <p14:nvPr/>
              </p14:nvContentPartPr>
              <p14:xfrm>
                <a:off x="1370640" y="3503430"/>
                <a:ext cx="155520" cy="1087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DD2C2ED3-F573-E79F-EEB2-4583A333298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366320" y="3499110"/>
                  <a:ext cx="1641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C3179D45-1A07-CB27-5422-DDA2EFD72960}"/>
                    </a:ext>
                  </a:extLst>
                </p14:cNvPr>
                <p14:cNvContentPartPr/>
                <p14:nvPr/>
              </p14:nvContentPartPr>
              <p14:xfrm>
                <a:off x="1342920" y="3684150"/>
                <a:ext cx="267480" cy="910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C3179D45-1A07-CB27-5422-DDA2EFD72960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38600" y="3679830"/>
                  <a:ext cx="2761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6FA9092-9E53-6AA6-4690-E4F860475852}"/>
                    </a:ext>
                  </a:extLst>
                </p14:cNvPr>
                <p14:cNvContentPartPr/>
                <p14:nvPr/>
              </p14:nvContentPartPr>
              <p14:xfrm>
                <a:off x="1464960" y="3767670"/>
                <a:ext cx="193680" cy="18072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6FA9092-9E53-6AA6-4690-E4F860475852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460640" y="3763350"/>
                  <a:ext cx="2023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183DB0B0-6CFC-C155-FD53-E20C2E013518}"/>
                    </a:ext>
                  </a:extLst>
                </p14:cNvPr>
                <p14:cNvContentPartPr/>
                <p14:nvPr/>
              </p14:nvContentPartPr>
              <p14:xfrm>
                <a:off x="981480" y="3759750"/>
                <a:ext cx="115200" cy="198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183DB0B0-6CFC-C155-FD53-E20C2E013518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977160" y="3755430"/>
                  <a:ext cx="123840" cy="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DBFEF194-321A-5EC3-3B8C-6489714B52A2}"/>
                    </a:ext>
                  </a:extLst>
                </p14:cNvPr>
                <p14:cNvContentPartPr/>
                <p14:nvPr/>
              </p14:nvContentPartPr>
              <p14:xfrm>
                <a:off x="989760" y="3832470"/>
                <a:ext cx="125280" cy="15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DBFEF194-321A-5EC3-3B8C-6489714B52A2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985440" y="3828150"/>
                  <a:ext cx="1339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46467983-60D0-3FA3-2FA3-EC6485AF5602}"/>
                    </a:ext>
                  </a:extLst>
                </p14:cNvPr>
                <p14:cNvContentPartPr/>
                <p14:nvPr/>
              </p14:nvContentPartPr>
              <p14:xfrm>
                <a:off x="687720" y="3717270"/>
                <a:ext cx="178560" cy="164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46467983-60D0-3FA3-2FA3-EC6485AF5602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683400" y="3712950"/>
                  <a:ext cx="1872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6C30B8E7-0220-03B2-4D1D-60619D222549}"/>
                    </a:ext>
                  </a:extLst>
                </p14:cNvPr>
                <p14:cNvContentPartPr/>
                <p14:nvPr/>
              </p14:nvContentPartPr>
              <p14:xfrm>
                <a:off x="634440" y="3766230"/>
                <a:ext cx="191520" cy="1501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6C30B8E7-0220-03B2-4D1D-60619D222549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630120" y="3761910"/>
                  <a:ext cx="2001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091734F8-4CFF-45D2-FA76-D51CE6EB4444}"/>
                    </a:ext>
                  </a:extLst>
                </p14:cNvPr>
                <p14:cNvContentPartPr/>
                <p14:nvPr/>
              </p14:nvContentPartPr>
              <p14:xfrm>
                <a:off x="1249320" y="3492270"/>
                <a:ext cx="88560" cy="2239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091734F8-4CFF-45D2-FA76-D51CE6EB4444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245000" y="3487950"/>
                  <a:ext cx="97200" cy="23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4E3A625-918B-B90C-1179-BA676C7BF0AD}"/>
                    </a:ext>
                  </a:extLst>
                </p14:cNvPr>
                <p14:cNvContentPartPr/>
                <p14:nvPr/>
              </p14:nvContentPartPr>
              <p14:xfrm>
                <a:off x="1588440" y="3463830"/>
                <a:ext cx="87480" cy="204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4E3A625-918B-B90C-1179-BA676C7BF0AD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84120" y="3459510"/>
                  <a:ext cx="961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C43DF6E4-4CE8-325A-5513-6B0436600F48}"/>
                    </a:ext>
                  </a:extLst>
                </p14:cNvPr>
                <p14:cNvContentPartPr/>
                <p14:nvPr/>
              </p14:nvContentPartPr>
              <p14:xfrm>
                <a:off x="1188120" y="3551310"/>
                <a:ext cx="118800" cy="23328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C43DF6E4-4CE8-325A-5513-6B0436600F48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183800" y="3546990"/>
                  <a:ext cx="12744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5A62D330-6817-A225-7C88-FE2ADA898C40}"/>
                    </a:ext>
                  </a:extLst>
                </p14:cNvPr>
                <p14:cNvContentPartPr/>
                <p14:nvPr/>
              </p14:nvContentPartPr>
              <p14:xfrm>
                <a:off x="1695000" y="3459510"/>
                <a:ext cx="77760" cy="2019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5A62D330-6817-A225-7C88-FE2ADA898C40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690680" y="3455190"/>
                  <a:ext cx="86400" cy="21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8" name="Group 217">
            <a:extLst>
              <a:ext uri="{FF2B5EF4-FFF2-40B4-BE49-F238E27FC236}">
                <a16:creationId xmlns:a16="http://schemas.microsoft.com/office/drawing/2014/main" id="{A1BCBAC1-0B40-E678-31C9-EA6DFAF73292}"/>
              </a:ext>
            </a:extLst>
          </p:cNvPr>
          <p:cNvGrpSpPr/>
          <p:nvPr/>
        </p:nvGrpSpPr>
        <p:grpSpPr>
          <a:xfrm>
            <a:off x="703920" y="4523310"/>
            <a:ext cx="1751760" cy="476280"/>
            <a:chOff x="703920" y="4523310"/>
            <a:chExt cx="1751760" cy="47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E4CF257-FB7C-810E-A85D-6A6984015D02}"/>
                    </a:ext>
                  </a:extLst>
                </p14:cNvPr>
                <p14:cNvContentPartPr/>
                <p14:nvPr/>
              </p14:nvContentPartPr>
              <p14:xfrm>
                <a:off x="703920" y="4641750"/>
                <a:ext cx="160560" cy="3124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E4CF257-FB7C-810E-A85D-6A6984015D02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99600" y="4637430"/>
                  <a:ext cx="169200" cy="32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E9ECA5C8-1D88-9A05-C11B-1E94FC61DFB1}"/>
                    </a:ext>
                  </a:extLst>
                </p14:cNvPr>
                <p14:cNvContentPartPr/>
                <p14:nvPr/>
              </p14:nvContentPartPr>
              <p14:xfrm>
                <a:off x="964560" y="4740390"/>
                <a:ext cx="161280" cy="7812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E9ECA5C8-1D88-9A05-C11B-1E94FC61DFB1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960240" y="4736070"/>
                  <a:ext cx="16992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26B022B5-FEE8-BA5A-C832-D8B8EF653E8E}"/>
                    </a:ext>
                  </a:extLst>
                </p14:cNvPr>
                <p14:cNvContentPartPr/>
                <p14:nvPr/>
              </p14:nvContentPartPr>
              <p14:xfrm>
                <a:off x="1244640" y="4632750"/>
                <a:ext cx="163440" cy="3668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26B022B5-FEE8-BA5A-C832-D8B8EF653E8E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1240320" y="4628430"/>
                  <a:ext cx="1720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9E06B3A-BFF9-53ED-3DE5-0B2426AA6E16}"/>
                    </a:ext>
                  </a:extLst>
                </p14:cNvPr>
                <p14:cNvContentPartPr/>
                <p14:nvPr/>
              </p14:nvContentPartPr>
              <p14:xfrm>
                <a:off x="1459920" y="4707990"/>
                <a:ext cx="40320" cy="10080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9E06B3A-BFF9-53ED-3DE5-0B2426AA6E16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1455600" y="4703670"/>
                  <a:ext cx="4896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4ACE89D4-A7A8-0C99-3FF2-046BB450AAE4}"/>
                    </a:ext>
                  </a:extLst>
                </p14:cNvPr>
                <p14:cNvContentPartPr/>
                <p14:nvPr/>
              </p14:nvContentPartPr>
              <p14:xfrm>
                <a:off x="1565040" y="4794030"/>
                <a:ext cx="13320" cy="288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4ACE89D4-A7A8-0C99-3FF2-046BB450AAE4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1560720" y="4789710"/>
                  <a:ext cx="2196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7202C3A-65E3-7259-5EAF-4C8405EE1A2D}"/>
                    </a:ext>
                  </a:extLst>
                </p14:cNvPr>
                <p14:cNvContentPartPr/>
                <p14:nvPr/>
              </p14:nvContentPartPr>
              <p14:xfrm>
                <a:off x="1649280" y="4697190"/>
                <a:ext cx="128160" cy="856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7202C3A-65E3-7259-5EAF-4C8405EE1A2D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1644960" y="4692870"/>
                  <a:ext cx="136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DA7C24B-35EB-A0A4-43F1-34098D4384C3}"/>
                    </a:ext>
                  </a:extLst>
                </p14:cNvPr>
                <p14:cNvContentPartPr/>
                <p14:nvPr/>
              </p14:nvContentPartPr>
              <p14:xfrm>
                <a:off x="1841160" y="4722750"/>
                <a:ext cx="99360" cy="165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DA7C24B-35EB-A0A4-43F1-34098D4384C3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1836840" y="4718430"/>
                  <a:ext cx="1080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0C4A59C-3ADF-3B18-E2B7-884F5CC3CF8F}"/>
                    </a:ext>
                  </a:extLst>
                </p14:cNvPr>
                <p14:cNvContentPartPr/>
                <p14:nvPr/>
              </p14:nvContentPartPr>
              <p14:xfrm>
                <a:off x="2001720" y="4599630"/>
                <a:ext cx="155160" cy="14004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0C4A59C-3ADF-3B18-E2B7-884F5CC3CF8F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1997400" y="4595310"/>
                  <a:ext cx="1638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55DCCCD-5F54-B015-CC6C-298220FBDA32}"/>
                    </a:ext>
                  </a:extLst>
                </p14:cNvPr>
                <p14:cNvContentPartPr/>
                <p14:nvPr/>
              </p14:nvContentPartPr>
              <p14:xfrm>
                <a:off x="2002440" y="4768470"/>
                <a:ext cx="236160" cy="331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55DCCCD-5F54-B015-CC6C-298220FBDA32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998120" y="4764150"/>
                  <a:ext cx="24480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78267E24-8AEB-1D3D-B256-715299A8F66E}"/>
                    </a:ext>
                  </a:extLst>
                </p14:cNvPr>
                <p14:cNvContentPartPr/>
                <p14:nvPr/>
              </p14:nvContentPartPr>
              <p14:xfrm>
                <a:off x="2097120" y="4806990"/>
                <a:ext cx="218520" cy="13140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78267E24-8AEB-1D3D-B256-715299A8F66E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2092800" y="4802670"/>
                  <a:ext cx="2271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38D2BC46-C99B-3D11-BE6A-CA7E877E2325}"/>
                    </a:ext>
                  </a:extLst>
                </p14:cNvPr>
                <p14:cNvContentPartPr/>
                <p14:nvPr/>
              </p14:nvContentPartPr>
              <p14:xfrm>
                <a:off x="2270280" y="4566150"/>
                <a:ext cx="185400" cy="340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38D2BC46-C99B-3D11-BE6A-CA7E877E2325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2265960" y="4561830"/>
                  <a:ext cx="19404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FDA23F3E-CE1D-D889-C251-B28C0D31BA4A}"/>
                    </a:ext>
                  </a:extLst>
                </p14:cNvPr>
                <p14:cNvContentPartPr/>
                <p14:nvPr/>
              </p14:nvContentPartPr>
              <p14:xfrm>
                <a:off x="1938000" y="4569030"/>
                <a:ext cx="80640" cy="20016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FDA23F3E-CE1D-D889-C251-B28C0D31BA4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933680" y="4564710"/>
                  <a:ext cx="892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AAC8C19-6C23-B19F-413C-76221670C18A}"/>
                    </a:ext>
                  </a:extLst>
                </p14:cNvPr>
                <p14:cNvContentPartPr/>
                <p14:nvPr/>
              </p14:nvContentPartPr>
              <p14:xfrm>
                <a:off x="2183520" y="4550310"/>
                <a:ext cx="87480" cy="187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AAC8C19-6C23-B19F-413C-76221670C18A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2179200" y="4545990"/>
                  <a:ext cx="9612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896EAF28-2A24-F173-B829-A985C40CE99D}"/>
                    </a:ext>
                  </a:extLst>
                </p14:cNvPr>
                <p14:cNvContentPartPr/>
                <p14:nvPr/>
              </p14:nvContentPartPr>
              <p14:xfrm>
                <a:off x="1886880" y="4590630"/>
                <a:ext cx="66960" cy="1692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896EAF28-2A24-F173-B829-A985C40CE99D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882560" y="4586310"/>
                  <a:ext cx="7560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271C3B66-6E06-2A1F-C63E-F95D37C5DB0B}"/>
                    </a:ext>
                  </a:extLst>
                </p14:cNvPr>
                <p14:cNvContentPartPr/>
                <p14:nvPr/>
              </p14:nvContentPartPr>
              <p14:xfrm>
                <a:off x="2254800" y="4523310"/>
                <a:ext cx="73800" cy="1947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271C3B66-6E06-2A1F-C63E-F95D37C5DB0B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2250480" y="4518990"/>
                  <a:ext cx="82440" cy="203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08328BFD-261F-0B64-BD31-20780403B2E7}"/>
              </a:ext>
            </a:extLst>
          </p:cNvPr>
          <p:cNvGrpSpPr/>
          <p:nvPr/>
        </p:nvGrpSpPr>
        <p:grpSpPr>
          <a:xfrm>
            <a:off x="6896280" y="439470"/>
            <a:ext cx="178560" cy="244080"/>
            <a:chOff x="6896280" y="439470"/>
            <a:chExt cx="1785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6BBC8BF6-D1ED-E177-FAB4-E6ED902A797D}"/>
                    </a:ext>
                  </a:extLst>
                </p14:cNvPr>
                <p14:cNvContentPartPr/>
                <p14:nvPr/>
              </p14:nvContentPartPr>
              <p14:xfrm>
                <a:off x="6904200" y="439470"/>
                <a:ext cx="170640" cy="212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6BBC8BF6-D1ED-E177-FAB4-E6ED902A797D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899880" y="435150"/>
                  <a:ext cx="17928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7A089FB5-5B3F-B091-F3A7-F7FFCAC54630}"/>
                    </a:ext>
                  </a:extLst>
                </p14:cNvPr>
                <p14:cNvContentPartPr/>
                <p14:nvPr/>
              </p14:nvContentPartPr>
              <p14:xfrm>
                <a:off x="6896280" y="542070"/>
                <a:ext cx="158400" cy="14148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7A089FB5-5B3F-B091-F3A7-F7FFCAC54630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6891960" y="537750"/>
                  <a:ext cx="167040" cy="150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5" name="Group 234">
            <a:extLst>
              <a:ext uri="{FF2B5EF4-FFF2-40B4-BE49-F238E27FC236}">
                <a16:creationId xmlns:a16="http://schemas.microsoft.com/office/drawing/2014/main" id="{C1EF3E70-3FE6-3A05-1699-9465FBC3A81E}"/>
              </a:ext>
            </a:extLst>
          </p:cNvPr>
          <p:cNvGrpSpPr/>
          <p:nvPr/>
        </p:nvGrpSpPr>
        <p:grpSpPr>
          <a:xfrm>
            <a:off x="7357080" y="461790"/>
            <a:ext cx="1166760" cy="231120"/>
            <a:chOff x="7357080" y="461790"/>
            <a:chExt cx="1166760" cy="23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47924330-2158-DFF3-47CF-3721A787B6C4}"/>
                    </a:ext>
                  </a:extLst>
                </p14:cNvPr>
                <p14:cNvContentPartPr/>
                <p14:nvPr/>
              </p14:nvContentPartPr>
              <p14:xfrm>
                <a:off x="7357080" y="539550"/>
                <a:ext cx="124920" cy="14436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47924330-2158-DFF3-47CF-3721A787B6C4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7352760" y="535230"/>
                  <a:ext cx="133560" cy="15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343FA59-F0E4-50BC-2815-C0D3C1DEC59A}"/>
                    </a:ext>
                  </a:extLst>
                </p14:cNvPr>
                <p14:cNvContentPartPr/>
                <p14:nvPr/>
              </p14:nvContentPartPr>
              <p14:xfrm>
                <a:off x="7497120" y="493470"/>
                <a:ext cx="388440" cy="1994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343FA59-F0E4-50BC-2815-C0D3C1DEC59A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7492800" y="489150"/>
                  <a:ext cx="39708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1ABB2DE0-2663-89AA-8AE5-89407C0B0817}"/>
                    </a:ext>
                  </a:extLst>
                </p14:cNvPr>
                <p14:cNvContentPartPr/>
                <p14:nvPr/>
              </p14:nvContentPartPr>
              <p14:xfrm>
                <a:off x="7837680" y="489510"/>
                <a:ext cx="18720" cy="507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1ABB2DE0-2663-89AA-8AE5-89407C0B0817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7833360" y="485190"/>
                  <a:ext cx="273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E59054C8-B916-18C5-6D9E-4B8C4264A348}"/>
                    </a:ext>
                  </a:extLst>
                </p14:cNvPr>
                <p14:cNvContentPartPr/>
                <p14:nvPr/>
              </p14:nvContentPartPr>
              <p14:xfrm>
                <a:off x="7934520" y="565110"/>
                <a:ext cx="203400" cy="1119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E59054C8-B916-18C5-6D9E-4B8C4264A348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7930200" y="560790"/>
                  <a:ext cx="2120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2B2D0F1E-46A1-CD5F-D168-2864180C4F83}"/>
                    </a:ext>
                  </a:extLst>
                </p14:cNvPr>
                <p14:cNvContentPartPr/>
                <p14:nvPr/>
              </p14:nvContentPartPr>
              <p14:xfrm>
                <a:off x="8122080" y="461790"/>
                <a:ext cx="64800" cy="16812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2B2D0F1E-46A1-CD5F-D168-2864180C4F83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8117760" y="457470"/>
                  <a:ext cx="7344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CAD29D8-83D1-873F-20C9-9CFBA8C061C1}"/>
                    </a:ext>
                  </a:extLst>
                </p14:cNvPr>
                <p14:cNvContentPartPr/>
                <p14:nvPr/>
              </p14:nvContentPartPr>
              <p14:xfrm>
                <a:off x="8159520" y="559350"/>
                <a:ext cx="159120" cy="1209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CAD29D8-83D1-873F-20C9-9CFBA8C061C1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8155200" y="555030"/>
                  <a:ext cx="167760" cy="12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D6C34B7-EB64-1779-3B07-FDA7F931E176}"/>
                    </a:ext>
                  </a:extLst>
                </p14:cNvPr>
                <p14:cNvContentPartPr/>
                <p14:nvPr/>
              </p14:nvContentPartPr>
              <p14:xfrm>
                <a:off x="8401080" y="536670"/>
                <a:ext cx="122760" cy="14544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D6C34B7-EB64-1779-3B07-FDA7F931E176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8396760" y="532350"/>
                  <a:ext cx="131400" cy="15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236" name="Ink 235">
                <a:extLst>
                  <a:ext uri="{FF2B5EF4-FFF2-40B4-BE49-F238E27FC236}">
                    <a16:creationId xmlns:a16="http://schemas.microsoft.com/office/drawing/2014/main" id="{842C8B67-C413-6346-C92F-5F397A6AFBC1}"/>
                  </a:ext>
                </a:extLst>
              </p14:cNvPr>
              <p14:cNvContentPartPr/>
              <p14:nvPr/>
            </p14:nvContentPartPr>
            <p14:xfrm>
              <a:off x="8791680" y="556470"/>
              <a:ext cx="476280" cy="98280"/>
            </p14:xfrm>
          </p:contentPart>
        </mc:Choice>
        <mc:Fallback xmlns="">
          <p:pic>
            <p:nvPicPr>
              <p:cNvPr id="236" name="Ink 235">
                <a:extLst>
                  <a:ext uri="{FF2B5EF4-FFF2-40B4-BE49-F238E27FC236}">
                    <a16:creationId xmlns:a16="http://schemas.microsoft.com/office/drawing/2014/main" id="{842C8B67-C413-6346-C92F-5F397A6AFBC1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8787360" y="552150"/>
                <a:ext cx="484920" cy="10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246" name="Group 245">
            <a:extLst>
              <a:ext uri="{FF2B5EF4-FFF2-40B4-BE49-F238E27FC236}">
                <a16:creationId xmlns:a16="http://schemas.microsoft.com/office/drawing/2014/main" id="{BDABD3FF-746E-9B34-3969-F826260D88CE}"/>
              </a:ext>
            </a:extLst>
          </p:cNvPr>
          <p:cNvGrpSpPr/>
          <p:nvPr/>
        </p:nvGrpSpPr>
        <p:grpSpPr>
          <a:xfrm>
            <a:off x="9547680" y="423630"/>
            <a:ext cx="1502280" cy="354600"/>
            <a:chOff x="9547680" y="423630"/>
            <a:chExt cx="1502280" cy="35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177E323A-7B0D-D0BF-AC07-776A6F6B4FCE}"/>
                    </a:ext>
                  </a:extLst>
                </p14:cNvPr>
                <p14:cNvContentPartPr/>
                <p14:nvPr/>
              </p14:nvContentPartPr>
              <p14:xfrm>
                <a:off x="9570360" y="639990"/>
                <a:ext cx="33840" cy="1382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177E323A-7B0D-D0BF-AC07-776A6F6B4FCE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9566040" y="635670"/>
                  <a:ext cx="4248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0A74404B-9B0D-C37B-3120-8768F582C2C8}"/>
                    </a:ext>
                  </a:extLst>
                </p14:cNvPr>
                <p14:cNvContentPartPr/>
                <p14:nvPr/>
              </p14:nvContentPartPr>
              <p14:xfrm>
                <a:off x="9547680" y="560070"/>
                <a:ext cx="171360" cy="1270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0A74404B-9B0D-C37B-3120-8768F582C2C8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9543360" y="555750"/>
                  <a:ext cx="1800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4666E68B-2405-0063-4159-E66E7370BB86}"/>
                    </a:ext>
                  </a:extLst>
                </p14:cNvPr>
                <p14:cNvContentPartPr/>
                <p14:nvPr/>
              </p14:nvContentPartPr>
              <p14:xfrm>
                <a:off x="9726960" y="565830"/>
                <a:ext cx="172080" cy="11844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4666E68B-2405-0063-4159-E66E7370BB86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9722640" y="561510"/>
                  <a:ext cx="1807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798D187F-B893-FF8A-FC15-C92EE810B19D}"/>
                    </a:ext>
                  </a:extLst>
                </p14:cNvPr>
                <p14:cNvContentPartPr/>
                <p14:nvPr/>
              </p14:nvContentPartPr>
              <p14:xfrm>
                <a:off x="9901920" y="557550"/>
                <a:ext cx="327960" cy="12024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798D187F-B893-FF8A-FC15-C92EE810B19D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9897600" y="553230"/>
                  <a:ext cx="33660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C595422E-B4E7-1521-C8C1-F11238DACCCC}"/>
                    </a:ext>
                  </a:extLst>
                </p14:cNvPr>
                <p14:cNvContentPartPr/>
                <p14:nvPr/>
              </p14:nvContentPartPr>
              <p14:xfrm>
                <a:off x="10213680" y="423630"/>
                <a:ext cx="243720" cy="276120"/>
              </p14:xfrm>
            </p:contentPart>
          </mc:Choice>
          <mc:Fallback xmlns="">
            <p:pic>
              <p:nvPicPr>
                <p:cNvPr id="241" name="Ink 240">
                  <a:extLst>
                    <a:ext uri="{FF2B5EF4-FFF2-40B4-BE49-F238E27FC236}">
                      <a16:creationId xmlns:a16="http://schemas.microsoft.com/office/drawing/2014/main" id="{C595422E-B4E7-1521-C8C1-F11238DACCC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209360" y="419310"/>
                  <a:ext cx="25236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256C0F92-7B7C-3353-2064-D8515A019860}"/>
                    </a:ext>
                  </a:extLst>
                </p14:cNvPr>
                <p14:cNvContentPartPr/>
                <p14:nvPr/>
              </p14:nvContentPartPr>
              <p14:xfrm>
                <a:off x="10407720" y="581670"/>
                <a:ext cx="335520" cy="124560"/>
              </p14:xfrm>
            </p:contentPart>
          </mc:Choice>
          <mc:Fallback xmlns="">
            <p:pic>
              <p:nvPicPr>
                <p:cNvPr id="242" name="Ink 241">
                  <a:extLst>
                    <a:ext uri="{FF2B5EF4-FFF2-40B4-BE49-F238E27FC236}">
                      <a16:creationId xmlns:a16="http://schemas.microsoft.com/office/drawing/2014/main" id="{256C0F92-7B7C-3353-2064-D8515A019860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403400" y="577350"/>
                  <a:ext cx="34416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C314AA44-2A96-225B-154A-56A2EEC2CD2B}"/>
                    </a:ext>
                  </a:extLst>
                </p14:cNvPr>
                <p14:cNvContentPartPr/>
                <p14:nvPr/>
              </p14:nvContentPartPr>
              <p14:xfrm>
                <a:off x="10579800" y="436950"/>
                <a:ext cx="218160" cy="2275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C314AA44-2A96-225B-154A-56A2EEC2CD2B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575480" y="432630"/>
                  <a:ext cx="22680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49BA7F85-4CA9-2244-02C2-42F90DEB16AB}"/>
                    </a:ext>
                  </a:extLst>
                </p14:cNvPr>
                <p14:cNvContentPartPr/>
                <p14:nvPr/>
              </p14:nvContentPartPr>
              <p14:xfrm>
                <a:off x="10780680" y="576270"/>
                <a:ext cx="269280" cy="10908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49BA7F85-4CA9-2244-02C2-42F90DEB16AB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776360" y="571950"/>
                  <a:ext cx="277920" cy="117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9">
            <p14:nvContentPartPr>
              <p14:cNvPr id="245" name="Ink 244">
                <a:extLst>
                  <a:ext uri="{FF2B5EF4-FFF2-40B4-BE49-F238E27FC236}">
                    <a16:creationId xmlns:a16="http://schemas.microsoft.com/office/drawing/2014/main" id="{71C84215-16C6-0EB6-BD96-0478F6353713}"/>
                  </a:ext>
                </a:extLst>
              </p14:cNvPr>
              <p14:cNvContentPartPr/>
              <p14:nvPr/>
            </p14:nvContentPartPr>
            <p14:xfrm>
              <a:off x="11264520" y="612630"/>
              <a:ext cx="360" cy="360"/>
            </p14:xfrm>
          </p:contentPart>
        </mc:Choice>
        <mc:Fallback xmlns="">
          <p:pic>
            <p:nvPicPr>
              <p:cNvPr id="245" name="Ink 244">
                <a:extLst>
                  <a:ext uri="{FF2B5EF4-FFF2-40B4-BE49-F238E27FC236}">
                    <a16:creationId xmlns:a16="http://schemas.microsoft.com/office/drawing/2014/main" id="{71C84215-16C6-0EB6-BD96-0478F6353713}"/>
                  </a:ext>
                </a:extLst>
              </p:cNvPr>
              <p:cNvPicPr/>
              <p:nvPr/>
            </p:nvPicPr>
            <p:blipFill>
              <a:blip r:embed="rId230"/>
              <a:stretch>
                <a:fillRect/>
              </a:stretch>
            </p:blipFill>
            <p:spPr>
              <a:xfrm>
                <a:off x="11260200" y="60831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3" name="Group 262">
            <a:extLst>
              <a:ext uri="{FF2B5EF4-FFF2-40B4-BE49-F238E27FC236}">
                <a16:creationId xmlns:a16="http://schemas.microsoft.com/office/drawing/2014/main" id="{39AE2525-DE28-9C0D-3E0B-44DBFA994902}"/>
              </a:ext>
            </a:extLst>
          </p:cNvPr>
          <p:cNvGrpSpPr/>
          <p:nvPr/>
        </p:nvGrpSpPr>
        <p:grpSpPr>
          <a:xfrm>
            <a:off x="6925440" y="813510"/>
            <a:ext cx="4988880" cy="710640"/>
            <a:chOff x="6925440" y="813510"/>
            <a:chExt cx="4988880" cy="710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31E900D9-9468-E064-F5FF-209C33A61FD0}"/>
                    </a:ext>
                  </a:extLst>
                </p14:cNvPr>
                <p14:cNvContentPartPr/>
                <p14:nvPr/>
              </p14:nvContentPartPr>
              <p14:xfrm>
                <a:off x="7398120" y="827190"/>
                <a:ext cx="356400" cy="1386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31E900D9-9468-E064-F5FF-209C33A61FD0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7393800" y="822870"/>
                  <a:ext cx="3650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5284D69E-91EE-052D-0427-EAAEB39B50D5}"/>
                    </a:ext>
                  </a:extLst>
                </p14:cNvPr>
                <p14:cNvContentPartPr/>
                <p14:nvPr/>
              </p14:nvContentPartPr>
              <p14:xfrm>
                <a:off x="7809240" y="813510"/>
                <a:ext cx="1089720" cy="12888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5284D69E-91EE-052D-0427-EAAEB39B50D5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7804920" y="809190"/>
                  <a:ext cx="109836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A8DA5D79-1D0D-F246-B4D0-0B5863F761C0}"/>
                    </a:ext>
                  </a:extLst>
                </p14:cNvPr>
                <p14:cNvContentPartPr/>
                <p14:nvPr/>
              </p14:nvContentPartPr>
              <p14:xfrm>
                <a:off x="6925440" y="1174590"/>
                <a:ext cx="228960" cy="349560"/>
              </p14:xfrm>
            </p:contentPart>
          </mc:Choice>
          <mc:Fallback xmlns="">
            <p:pic>
              <p:nvPicPr>
                <p:cNvPr id="250" name="Ink 249">
                  <a:extLst>
                    <a:ext uri="{FF2B5EF4-FFF2-40B4-BE49-F238E27FC236}">
                      <a16:creationId xmlns:a16="http://schemas.microsoft.com/office/drawing/2014/main" id="{A8DA5D79-1D0D-F246-B4D0-0B5863F761C0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6921120" y="1170270"/>
                  <a:ext cx="237600" cy="35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981D2706-9177-3A14-AD18-31B4D879925D}"/>
                    </a:ext>
                  </a:extLst>
                </p14:cNvPr>
                <p14:cNvContentPartPr/>
                <p14:nvPr/>
              </p14:nvContentPartPr>
              <p14:xfrm>
                <a:off x="7570200" y="1154430"/>
                <a:ext cx="42840" cy="1213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981D2706-9177-3A14-AD18-31B4D879925D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7565880" y="1150110"/>
                  <a:ext cx="5148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877784F-EFAA-AD1B-88E7-E51E653E3853}"/>
                    </a:ext>
                  </a:extLst>
                </p14:cNvPr>
                <p14:cNvContentPartPr/>
                <p14:nvPr/>
              </p14:nvContentPartPr>
              <p14:xfrm>
                <a:off x="7486680" y="1116270"/>
                <a:ext cx="205920" cy="4572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877784F-EFAA-AD1B-88E7-E51E653E3853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7482360" y="1111950"/>
                  <a:ext cx="2145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A35359B9-CE60-1809-7DE4-ADE3975D0855}"/>
                    </a:ext>
                  </a:extLst>
                </p14:cNvPr>
                <p14:cNvContentPartPr/>
                <p14:nvPr/>
              </p14:nvContentPartPr>
              <p14:xfrm>
                <a:off x="7491000" y="1254870"/>
                <a:ext cx="223560" cy="4752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A35359B9-CE60-1809-7DE4-ADE3975D0855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7486680" y="1250550"/>
                  <a:ext cx="23220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970DF6F5-08D6-6077-BFA5-0B1542E17393}"/>
                    </a:ext>
                  </a:extLst>
                </p14:cNvPr>
                <p14:cNvContentPartPr/>
                <p14:nvPr/>
              </p14:nvContentPartPr>
              <p14:xfrm>
                <a:off x="7735080" y="1204470"/>
                <a:ext cx="214560" cy="10908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970DF6F5-08D6-6077-BFA5-0B1542E17393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7730760" y="1200150"/>
                  <a:ext cx="223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3E15289C-17D2-568D-4D9A-49105F3143E3}"/>
                    </a:ext>
                  </a:extLst>
                </p14:cNvPr>
                <p14:cNvContentPartPr/>
                <p14:nvPr/>
              </p14:nvContentPartPr>
              <p14:xfrm>
                <a:off x="7985280" y="1139670"/>
                <a:ext cx="1309320" cy="15876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3E15289C-17D2-568D-4D9A-49105F3143E3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7980960" y="1135350"/>
                  <a:ext cx="131796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FDCD6059-0C2D-9573-E650-6FDCBF69C9B6}"/>
                    </a:ext>
                  </a:extLst>
                </p14:cNvPr>
                <p14:cNvContentPartPr/>
                <p14:nvPr/>
              </p14:nvContentPartPr>
              <p14:xfrm>
                <a:off x="9500880" y="1173870"/>
                <a:ext cx="356040" cy="1076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FDCD6059-0C2D-9573-E650-6FDCBF69C9B6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9496560" y="1169550"/>
                  <a:ext cx="3646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74A66182-9403-E163-1D8A-AF46A2B9BE69}"/>
                    </a:ext>
                  </a:extLst>
                </p14:cNvPr>
                <p14:cNvContentPartPr/>
                <p14:nvPr/>
              </p14:nvContentPartPr>
              <p14:xfrm>
                <a:off x="10049880" y="1179630"/>
                <a:ext cx="411840" cy="24156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74A66182-9403-E163-1D8A-AF46A2B9BE6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0045560" y="1175310"/>
                  <a:ext cx="4204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49274D67-41DE-E0B7-3605-79AA974F6F04}"/>
                    </a:ext>
                  </a:extLst>
                </p14:cNvPr>
                <p14:cNvContentPartPr/>
                <p14:nvPr/>
              </p14:nvContentPartPr>
              <p14:xfrm>
                <a:off x="10476840" y="1162710"/>
                <a:ext cx="424440" cy="10800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49274D67-41DE-E0B7-3605-79AA974F6F04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0472520" y="1158390"/>
                  <a:ext cx="43308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571D56FF-997F-7CC4-FD82-D3573C6AFCB5}"/>
                    </a:ext>
                  </a:extLst>
                </p14:cNvPr>
                <p14:cNvContentPartPr/>
                <p14:nvPr/>
              </p14:nvContentPartPr>
              <p14:xfrm>
                <a:off x="10885080" y="980550"/>
                <a:ext cx="291240" cy="3016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571D56FF-997F-7CC4-FD82-D3573C6AFCB5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0880760" y="976230"/>
                  <a:ext cx="29988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FEFA95C-4582-EC5E-AD6F-7A5D127A912F}"/>
                    </a:ext>
                  </a:extLst>
                </p14:cNvPr>
                <p14:cNvContentPartPr/>
                <p14:nvPr/>
              </p14:nvContentPartPr>
              <p14:xfrm>
                <a:off x="11159040" y="1034190"/>
                <a:ext cx="383040" cy="19548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FEFA95C-4582-EC5E-AD6F-7A5D127A912F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154720" y="1029870"/>
                  <a:ext cx="391680" cy="2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0E02D88E-EB02-619B-1419-C52B1D044343}"/>
                    </a:ext>
                  </a:extLst>
                </p14:cNvPr>
                <p14:cNvContentPartPr/>
                <p14:nvPr/>
              </p14:nvContentPartPr>
              <p14:xfrm>
                <a:off x="11541360" y="1107630"/>
                <a:ext cx="7560" cy="2700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0E02D88E-EB02-619B-1419-C52B1D04434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537040" y="1103310"/>
                  <a:ext cx="16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A18B1F3C-B82E-BE3B-6058-045284B38503}"/>
                    </a:ext>
                  </a:extLst>
                </p14:cNvPr>
                <p14:cNvContentPartPr/>
                <p14:nvPr/>
              </p14:nvContentPartPr>
              <p14:xfrm>
                <a:off x="11590680" y="1156950"/>
                <a:ext cx="323640" cy="7164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A18B1F3C-B82E-BE3B-6058-045284B3850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586360" y="1152630"/>
                  <a:ext cx="332280" cy="8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5" name="Group 294">
            <a:extLst>
              <a:ext uri="{FF2B5EF4-FFF2-40B4-BE49-F238E27FC236}">
                <a16:creationId xmlns:a16="http://schemas.microsoft.com/office/drawing/2014/main" id="{F24605FF-6E5F-1DCE-4B16-77CE3CB1B5AE}"/>
              </a:ext>
            </a:extLst>
          </p:cNvPr>
          <p:cNvGrpSpPr/>
          <p:nvPr/>
        </p:nvGrpSpPr>
        <p:grpSpPr>
          <a:xfrm>
            <a:off x="7454640" y="89550"/>
            <a:ext cx="2301120" cy="371160"/>
            <a:chOff x="7454640" y="89550"/>
            <a:chExt cx="2301120" cy="37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F40A98AB-AC98-BDD3-2D7C-40173555C1BC}"/>
                    </a:ext>
                  </a:extLst>
                </p14:cNvPr>
                <p14:cNvContentPartPr/>
                <p14:nvPr/>
              </p14:nvContentPartPr>
              <p14:xfrm>
                <a:off x="7482000" y="295830"/>
                <a:ext cx="43920" cy="12744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F40A98AB-AC98-BDD3-2D7C-40173555C1BC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7475880" y="289710"/>
                  <a:ext cx="56160" cy="13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D9539C3F-3BB9-2269-5308-B254BDFE3E1D}"/>
                    </a:ext>
                  </a:extLst>
                </p14:cNvPr>
                <p14:cNvContentPartPr/>
                <p14:nvPr/>
              </p14:nvContentPartPr>
              <p14:xfrm>
                <a:off x="7454640" y="232830"/>
                <a:ext cx="184680" cy="1188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D9539C3F-3BB9-2269-5308-B254BDFE3E1D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7448520" y="226710"/>
                  <a:ext cx="1969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A12AB506-D1A4-AE4B-C032-00C4C44B0719}"/>
                    </a:ext>
                  </a:extLst>
                </p14:cNvPr>
                <p14:cNvContentPartPr/>
                <p14:nvPr/>
              </p14:nvContentPartPr>
              <p14:xfrm>
                <a:off x="7683240" y="245070"/>
                <a:ext cx="108360" cy="954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A12AB506-D1A4-AE4B-C032-00C4C44B0719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7677120" y="238950"/>
                  <a:ext cx="12060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8A73D0CE-FD40-06C6-32C3-990AC5932F7F}"/>
                    </a:ext>
                  </a:extLst>
                </p14:cNvPr>
                <p14:cNvContentPartPr/>
                <p14:nvPr/>
              </p14:nvContentPartPr>
              <p14:xfrm>
                <a:off x="7807080" y="236790"/>
                <a:ext cx="121680" cy="9216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8A73D0CE-FD40-06C6-32C3-990AC5932F7F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7800960" y="230670"/>
                  <a:ext cx="1339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82" name="Ink 281">
                  <a:extLst>
                    <a:ext uri="{FF2B5EF4-FFF2-40B4-BE49-F238E27FC236}">
                      <a16:creationId xmlns:a16="http://schemas.microsoft.com/office/drawing/2014/main" id="{394B61D8-DE4B-F97F-FFBF-A61D2B37DC7B}"/>
                    </a:ext>
                  </a:extLst>
                </p14:cNvPr>
                <p14:cNvContentPartPr/>
                <p14:nvPr/>
              </p14:nvContentPartPr>
              <p14:xfrm>
                <a:off x="7989240" y="225990"/>
                <a:ext cx="96480" cy="119880"/>
              </p14:xfrm>
            </p:contentPart>
          </mc:Choice>
          <mc:Fallback xmlns="">
            <p:pic>
              <p:nvPicPr>
                <p:cNvPr id="282" name="Ink 281">
                  <a:extLst>
                    <a:ext uri="{FF2B5EF4-FFF2-40B4-BE49-F238E27FC236}">
                      <a16:creationId xmlns:a16="http://schemas.microsoft.com/office/drawing/2014/main" id="{394B61D8-DE4B-F97F-FFBF-A61D2B37DC7B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7983120" y="219870"/>
                  <a:ext cx="108720" cy="13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FB5273BA-9DDF-BCB1-3886-691DEDA5BDCB}"/>
                    </a:ext>
                  </a:extLst>
                </p14:cNvPr>
                <p14:cNvContentPartPr/>
                <p14:nvPr/>
              </p14:nvContentPartPr>
              <p14:xfrm>
                <a:off x="7992480" y="219150"/>
                <a:ext cx="127080" cy="12564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FB5273BA-9DDF-BCB1-3886-691DEDA5BDCB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7986360" y="213030"/>
                  <a:ext cx="1393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1AFA2D1-4402-641D-802E-289DB7110565}"/>
                    </a:ext>
                  </a:extLst>
                </p14:cNvPr>
                <p14:cNvContentPartPr/>
                <p14:nvPr/>
              </p14:nvContentPartPr>
              <p14:xfrm>
                <a:off x="8214960" y="267390"/>
                <a:ext cx="25920" cy="5688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1AFA2D1-4402-641D-802E-289DB711056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208840" y="261270"/>
                  <a:ext cx="3816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85" name="Ink 284">
                  <a:extLst>
                    <a:ext uri="{FF2B5EF4-FFF2-40B4-BE49-F238E27FC236}">
                      <a16:creationId xmlns:a16="http://schemas.microsoft.com/office/drawing/2014/main" id="{D9C5BCCB-A40A-5C07-004A-60F4A6535C74}"/>
                    </a:ext>
                  </a:extLst>
                </p14:cNvPr>
                <p14:cNvContentPartPr/>
                <p14:nvPr/>
              </p14:nvContentPartPr>
              <p14:xfrm>
                <a:off x="8204160" y="199710"/>
                <a:ext cx="36360" cy="25200"/>
              </p14:xfrm>
            </p:contentPart>
          </mc:Choice>
          <mc:Fallback xmlns="">
            <p:pic>
              <p:nvPicPr>
                <p:cNvPr id="285" name="Ink 284">
                  <a:extLst>
                    <a:ext uri="{FF2B5EF4-FFF2-40B4-BE49-F238E27FC236}">
                      <a16:creationId xmlns:a16="http://schemas.microsoft.com/office/drawing/2014/main" id="{D9C5BCCB-A40A-5C07-004A-60F4A6535C74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198040" y="193590"/>
                  <a:ext cx="486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927B6031-6B0D-4752-2562-1EFAFCAD717D}"/>
                    </a:ext>
                  </a:extLst>
                </p14:cNvPr>
                <p14:cNvContentPartPr/>
                <p14:nvPr/>
              </p14:nvContentPartPr>
              <p14:xfrm>
                <a:off x="8284080" y="232110"/>
                <a:ext cx="286920" cy="8568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927B6031-6B0D-4752-2562-1EFAFCAD717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277960" y="225990"/>
                  <a:ext cx="29916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97AAC603-B9F8-9B98-018F-73D5B1F811A3}"/>
                    </a:ext>
                  </a:extLst>
                </p14:cNvPr>
                <p14:cNvContentPartPr/>
                <p14:nvPr/>
              </p14:nvContentPartPr>
              <p14:xfrm>
                <a:off x="8546160" y="125910"/>
                <a:ext cx="39600" cy="11088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97AAC603-B9F8-9B98-018F-73D5B1F811A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8540040" y="119790"/>
                  <a:ext cx="518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88" name="Ink 287">
                  <a:extLst>
                    <a:ext uri="{FF2B5EF4-FFF2-40B4-BE49-F238E27FC236}">
                      <a16:creationId xmlns:a16="http://schemas.microsoft.com/office/drawing/2014/main" id="{6FCB0DF1-4CB8-E44F-C819-2ED50224366D}"/>
                    </a:ext>
                  </a:extLst>
                </p14:cNvPr>
                <p14:cNvContentPartPr/>
                <p14:nvPr/>
              </p14:nvContentPartPr>
              <p14:xfrm>
                <a:off x="8595480" y="239310"/>
                <a:ext cx="283680" cy="221400"/>
              </p14:xfrm>
            </p:contentPart>
          </mc:Choice>
          <mc:Fallback xmlns="">
            <p:pic>
              <p:nvPicPr>
                <p:cNvPr id="288" name="Ink 287">
                  <a:extLst>
                    <a:ext uri="{FF2B5EF4-FFF2-40B4-BE49-F238E27FC236}">
                      <a16:creationId xmlns:a16="http://schemas.microsoft.com/office/drawing/2014/main" id="{6FCB0DF1-4CB8-E44F-C819-2ED50224366D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8589360" y="233190"/>
                  <a:ext cx="29592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8BCB54ED-35F2-9ACF-B3C4-6FAE76686168}"/>
                    </a:ext>
                  </a:extLst>
                </p14:cNvPr>
                <p14:cNvContentPartPr/>
                <p14:nvPr/>
              </p14:nvContentPartPr>
              <p14:xfrm>
                <a:off x="9072480" y="98550"/>
                <a:ext cx="63360" cy="33876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8BCB54ED-35F2-9ACF-B3C4-6FAE76686168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066360" y="92430"/>
                  <a:ext cx="75600" cy="35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2F820D5E-506E-AECF-4358-F4B0C45A1154}"/>
                    </a:ext>
                  </a:extLst>
                </p14:cNvPr>
                <p14:cNvContentPartPr/>
                <p14:nvPr/>
              </p14:nvContentPartPr>
              <p14:xfrm>
                <a:off x="9043320" y="269190"/>
                <a:ext cx="197280" cy="3276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2F820D5E-506E-AECF-4358-F4B0C45A1154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037200" y="263070"/>
                  <a:ext cx="20952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91" name="Ink 290">
                  <a:extLst>
                    <a:ext uri="{FF2B5EF4-FFF2-40B4-BE49-F238E27FC236}">
                      <a16:creationId xmlns:a16="http://schemas.microsoft.com/office/drawing/2014/main" id="{07E1C5E6-379F-50DD-2F93-654313F4CC5B}"/>
                    </a:ext>
                  </a:extLst>
                </p14:cNvPr>
                <p14:cNvContentPartPr/>
                <p14:nvPr/>
              </p14:nvContentPartPr>
              <p14:xfrm>
                <a:off x="9204600" y="211950"/>
                <a:ext cx="174240" cy="97200"/>
              </p14:xfrm>
            </p:contentPart>
          </mc:Choice>
          <mc:Fallback xmlns="">
            <p:pic>
              <p:nvPicPr>
                <p:cNvPr id="291" name="Ink 290">
                  <a:extLst>
                    <a:ext uri="{FF2B5EF4-FFF2-40B4-BE49-F238E27FC236}">
                      <a16:creationId xmlns:a16="http://schemas.microsoft.com/office/drawing/2014/main" id="{07E1C5E6-379F-50DD-2F93-654313F4CC5B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198480" y="205830"/>
                  <a:ext cx="186480" cy="10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0FDE8327-843D-AF37-0E21-24B3E857CAF6}"/>
                    </a:ext>
                  </a:extLst>
                </p14:cNvPr>
                <p14:cNvContentPartPr/>
                <p14:nvPr/>
              </p14:nvContentPartPr>
              <p14:xfrm>
                <a:off x="9365520" y="223830"/>
                <a:ext cx="182880" cy="910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0FDE8327-843D-AF37-0E21-24B3E857CAF6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359400" y="217710"/>
                  <a:ext cx="195120" cy="10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28AC6F02-E5BB-806E-849C-67457BE76ECB}"/>
                    </a:ext>
                  </a:extLst>
                </p14:cNvPr>
                <p14:cNvContentPartPr/>
                <p14:nvPr/>
              </p14:nvContentPartPr>
              <p14:xfrm>
                <a:off x="9456960" y="89550"/>
                <a:ext cx="73800" cy="23220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28AC6F02-E5BB-806E-849C-67457BE76EC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450840" y="83430"/>
                  <a:ext cx="86040" cy="24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9023F2B-72A3-FDDE-7CDB-7F2BF23A105D}"/>
                    </a:ext>
                  </a:extLst>
                </p14:cNvPr>
                <p14:cNvContentPartPr/>
                <p14:nvPr/>
              </p14:nvContentPartPr>
              <p14:xfrm>
                <a:off x="9552720" y="246150"/>
                <a:ext cx="203040" cy="885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9023F2B-72A3-FDDE-7CDB-7F2BF23A105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46600" y="240030"/>
                  <a:ext cx="21528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E02E899A-FD82-0E0C-0804-30B6F9739F78}"/>
              </a:ext>
            </a:extLst>
          </p:cNvPr>
          <p:cNvGrpSpPr/>
          <p:nvPr/>
        </p:nvGrpSpPr>
        <p:grpSpPr>
          <a:xfrm>
            <a:off x="8454720" y="1358550"/>
            <a:ext cx="2804400" cy="352800"/>
            <a:chOff x="8454720" y="1358550"/>
            <a:chExt cx="2804400" cy="3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A0E504D7-BEBB-5B8F-9BA9-25A6CEED1B1F}"/>
                    </a:ext>
                  </a:extLst>
                </p14:cNvPr>
                <p14:cNvContentPartPr/>
                <p14:nvPr/>
              </p14:nvContentPartPr>
              <p14:xfrm>
                <a:off x="8454720" y="1462590"/>
                <a:ext cx="180000" cy="11808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A0E504D7-BEBB-5B8F-9BA9-25A6CEED1B1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8448600" y="1456470"/>
                  <a:ext cx="1922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8E3E7A44-C698-4415-672A-BDD0F4B1D6DF}"/>
                    </a:ext>
                  </a:extLst>
                </p14:cNvPr>
                <p14:cNvContentPartPr/>
                <p14:nvPr/>
              </p14:nvContentPartPr>
              <p14:xfrm>
                <a:off x="8629320" y="1498230"/>
                <a:ext cx="129960" cy="9036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8E3E7A44-C698-4415-672A-BDD0F4B1D6DF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8623200" y="1492110"/>
                  <a:ext cx="1422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72AA1748-2D4C-6CE1-12D9-A7C3B1A43BFE}"/>
                    </a:ext>
                  </a:extLst>
                </p14:cNvPr>
                <p14:cNvContentPartPr/>
                <p14:nvPr/>
              </p14:nvContentPartPr>
              <p14:xfrm>
                <a:off x="8815440" y="1483470"/>
                <a:ext cx="248040" cy="9252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72AA1748-2D4C-6CE1-12D9-A7C3B1A43BFE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8809320" y="1477350"/>
                  <a:ext cx="26028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7437B692-9F44-8895-84DD-AC8935AE614F}"/>
                    </a:ext>
                  </a:extLst>
                </p14:cNvPr>
                <p14:cNvContentPartPr/>
                <p14:nvPr/>
              </p14:nvContentPartPr>
              <p14:xfrm>
                <a:off x="9106320" y="1492110"/>
                <a:ext cx="134640" cy="2192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7437B692-9F44-8895-84DD-AC8935AE614F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100200" y="1485990"/>
                  <a:ext cx="146880" cy="23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8FED3CE8-7A86-EB93-E8A4-CB8E8CD8C8E2}"/>
                    </a:ext>
                  </a:extLst>
                </p14:cNvPr>
                <p14:cNvContentPartPr/>
                <p14:nvPr/>
              </p14:nvContentPartPr>
              <p14:xfrm>
                <a:off x="9296040" y="1460070"/>
                <a:ext cx="677160" cy="14004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8FED3CE8-7A86-EB93-E8A4-CB8E8CD8C8E2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9289920" y="1453950"/>
                  <a:ext cx="6894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0FF0B267-3AF0-AAFC-34EB-DBBE173610D7}"/>
                    </a:ext>
                  </a:extLst>
                </p14:cNvPr>
                <p14:cNvContentPartPr/>
                <p14:nvPr/>
              </p14:nvContentPartPr>
              <p14:xfrm>
                <a:off x="9945480" y="1449270"/>
                <a:ext cx="51840" cy="464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0FF0B267-3AF0-AAFC-34EB-DBBE173610D7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9939360" y="1443150"/>
                  <a:ext cx="64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8C09A183-9EFC-ECAA-24B8-C3AF9DC8B9EE}"/>
                    </a:ext>
                  </a:extLst>
                </p14:cNvPr>
                <p14:cNvContentPartPr/>
                <p14:nvPr/>
              </p14:nvContentPartPr>
              <p14:xfrm>
                <a:off x="10036920" y="1488150"/>
                <a:ext cx="237600" cy="5976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8C09A183-9EFC-ECAA-24B8-C3AF9DC8B9EE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030800" y="1482030"/>
                  <a:ext cx="24984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30EEFC9A-8E21-554A-A9B7-A9C4DB083817}"/>
                    </a:ext>
                  </a:extLst>
                </p14:cNvPr>
                <p14:cNvContentPartPr/>
                <p14:nvPr/>
              </p14:nvContentPartPr>
              <p14:xfrm>
                <a:off x="10507080" y="1421190"/>
                <a:ext cx="63720" cy="2862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30EEFC9A-8E21-554A-A9B7-A9C4DB083817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00960" y="1415070"/>
                  <a:ext cx="759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4F31939E-972C-5BD9-D81A-CD1ECB792CEC}"/>
                    </a:ext>
                  </a:extLst>
                </p14:cNvPr>
                <p14:cNvContentPartPr/>
                <p14:nvPr/>
              </p14:nvContentPartPr>
              <p14:xfrm>
                <a:off x="10443000" y="1478790"/>
                <a:ext cx="330840" cy="9144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4F31939E-972C-5BD9-D81A-CD1ECB792CEC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436880" y="1472670"/>
                  <a:ext cx="34308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084538E9-0AE3-6F2F-5F5A-33C622E981DD}"/>
                    </a:ext>
                  </a:extLst>
                </p14:cNvPr>
                <p14:cNvContentPartPr/>
                <p14:nvPr/>
              </p14:nvContentPartPr>
              <p14:xfrm>
                <a:off x="10771320" y="1495710"/>
                <a:ext cx="125280" cy="6372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084538E9-0AE3-6F2F-5F5A-33C622E981DD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765200" y="1489590"/>
                  <a:ext cx="13752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FE1C53BC-6E72-B302-33B4-DE5A07E48366}"/>
                    </a:ext>
                  </a:extLst>
                </p14:cNvPr>
                <p14:cNvContentPartPr/>
                <p14:nvPr/>
              </p14:nvContentPartPr>
              <p14:xfrm>
                <a:off x="10870320" y="1358550"/>
                <a:ext cx="388800" cy="20664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FE1C53BC-6E72-B302-33B4-DE5A07E48366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864200" y="1352430"/>
                  <a:ext cx="401040" cy="21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1" name="Group 340">
            <a:extLst>
              <a:ext uri="{FF2B5EF4-FFF2-40B4-BE49-F238E27FC236}">
                <a16:creationId xmlns:a16="http://schemas.microsoft.com/office/drawing/2014/main" id="{FB813B8A-0901-A5BE-E060-D41DAE3A1CE5}"/>
              </a:ext>
            </a:extLst>
          </p:cNvPr>
          <p:cNvGrpSpPr/>
          <p:nvPr/>
        </p:nvGrpSpPr>
        <p:grpSpPr>
          <a:xfrm>
            <a:off x="9714000" y="2211390"/>
            <a:ext cx="995040" cy="424800"/>
            <a:chOff x="9714000" y="2211390"/>
            <a:chExt cx="995040" cy="42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188C16D7-5FF6-930F-72B1-521AE1809A8B}"/>
                    </a:ext>
                  </a:extLst>
                </p14:cNvPr>
                <p14:cNvContentPartPr/>
                <p14:nvPr/>
              </p14:nvContentPartPr>
              <p14:xfrm>
                <a:off x="9714000" y="2333430"/>
                <a:ext cx="193680" cy="1821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188C16D7-5FF6-930F-72B1-521AE1809A8B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9709680" y="2329110"/>
                  <a:ext cx="2023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6C07AD57-7A65-532A-B737-C27AB37C45E9}"/>
                    </a:ext>
                  </a:extLst>
                </p14:cNvPr>
                <p14:cNvContentPartPr/>
                <p14:nvPr/>
              </p14:nvContentPartPr>
              <p14:xfrm>
                <a:off x="9957000" y="2362590"/>
                <a:ext cx="136440" cy="2232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6C07AD57-7A65-532A-B737-C27AB37C45E9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9952680" y="2358270"/>
                  <a:ext cx="1450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973ECCA-08C0-3F2D-D031-088A0A25B6D3}"/>
                    </a:ext>
                  </a:extLst>
                </p14:cNvPr>
                <p14:cNvContentPartPr/>
                <p14:nvPr/>
              </p14:nvContentPartPr>
              <p14:xfrm>
                <a:off x="10016760" y="2395710"/>
                <a:ext cx="111960" cy="3744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973ECCA-08C0-3F2D-D031-088A0A25B6D3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0012440" y="2391390"/>
                  <a:ext cx="12060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32" name="Ink 331">
                  <a:extLst>
                    <a:ext uri="{FF2B5EF4-FFF2-40B4-BE49-F238E27FC236}">
                      <a16:creationId xmlns:a16="http://schemas.microsoft.com/office/drawing/2014/main" id="{144A7B3C-2B53-9F74-96F3-6B791E6BAB03}"/>
                    </a:ext>
                  </a:extLst>
                </p14:cNvPr>
                <p14:cNvContentPartPr/>
                <p14:nvPr/>
              </p14:nvContentPartPr>
              <p14:xfrm>
                <a:off x="10249320" y="2326950"/>
                <a:ext cx="228240" cy="147960"/>
              </p14:xfrm>
            </p:contentPart>
          </mc:Choice>
          <mc:Fallback xmlns="">
            <p:pic>
              <p:nvPicPr>
                <p:cNvPr id="332" name="Ink 331">
                  <a:extLst>
                    <a:ext uri="{FF2B5EF4-FFF2-40B4-BE49-F238E27FC236}">
                      <a16:creationId xmlns:a16="http://schemas.microsoft.com/office/drawing/2014/main" id="{144A7B3C-2B53-9F74-96F3-6B791E6BAB03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0245000" y="2322630"/>
                  <a:ext cx="23688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524C00DA-C35B-1022-088F-979126DA5831}"/>
                    </a:ext>
                  </a:extLst>
                </p14:cNvPr>
                <p14:cNvContentPartPr/>
                <p14:nvPr/>
              </p14:nvContentPartPr>
              <p14:xfrm>
                <a:off x="10503480" y="2211390"/>
                <a:ext cx="205560" cy="42480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524C00DA-C35B-1022-088F-979126DA5831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10499160" y="2207070"/>
                  <a:ext cx="214200" cy="43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0" name="Group 379">
            <a:extLst>
              <a:ext uri="{FF2B5EF4-FFF2-40B4-BE49-F238E27FC236}">
                <a16:creationId xmlns:a16="http://schemas.microsoft.com/office/drawing/2014/main" id="{8EA3B43A-5833-EA8F-99A1-D91D2B718295}"/>
              </a:ext>
            </a:extLst>
          </p:cNvPr>
          <p:cNvGrpSpPr/>
          <p:nvPr/>
        </p:nvGrpSpPr>
        <p:grpSpPr>
          <a:xfrm>
            <a:off x="9507360" y="1730790"/>
            <a:ext cx="1720440" cy="466920"/>
            <a:chOff x="9507360" y="1730790"/>
            <a:chExt cx="1720440" cy="46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69" name="Ink 368">
                  <a:extLst>
                    <a:ext uri="{FF2B5EF4-FFF2-40B4-BE49-F238E27FC236}">
                      <a16:creationId xmlns:a16="http://schemas.microsoft.com/office/drawing/2014/main" id="{7F2E28B6-4E3D-125F-1769-A730246D6265}"/>
                    </a:ext>
                  </a:extLst>
                </p14:cNvPr>
                <p14:cNvContentPartPr/>
                <p14:nvPr/>
              </p14:nvContentPartPr>
              <p14:xfrm>
                <a:off x="9507360" y="2060910"/>
                <a:ext cx="187920" cy="136800"/>
              </p14:xfrm>
            </p:contentPart>
          </mc:Choice>
          <mc:Fallback xmlns="">
            <p:pic>
              <p:nvPicPr>
                <p:cNvPr id="369" name="Ink 368">
                  <a:extLst>
                    <a:ext uri="{FF2B5EF4-FFF2-40B4-BE49-F238E27FC236}">
                      <a16:creationId xmlns:a16="http://schemas.microsoft.com/office/drawing/2014/main" id="{7F2E28B6-4E3D-125F-1769-A730246D6265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9503040" y="2056590"/>
                  <a:ext cx="1965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70" name="Ink 369">
                  <a:extLst>
                    <a:ext uri="{FF2B5EF4-FFF2-40B4-BE49-F238E27FC236}">
                      <a16:creationId xmlns:a16="http://schemas.microsoft.com/office/drawing/2014/main" id="{0EF9FA64-E6D7-69C9-336C-68C193262C60}"/>
                    </a:ext>
                  </a:extLst>
                </p14:cNvPr>
                <p14:cNvContentPartPr/>
                <p14:nvPr/>
              </p14:nvContentPartPr>
              <p14:xfrm>
                <a:off x="9702120" y="2061270"/>
                <a:ext cx="208800" cy="98280"/>
              </p14:xfrm>
            </p:contentPart>
          </mc:Choice>
          <mc:Fallback xmlns="">
            <p:pic>
              <p:nvPicPr>
                <p:cNvPr id="370" name="Ink 369">
                  <a:extLst>
                    <a:ext uri="{FF2B5EF4-FFF2-40B4-BE49-F238E27FC236}">
                      <a16:creationId xmlns:a16="http://schemas.microsoft.com/office/drawing/2014/main" id="{0EF9FA64-E6D7-69C9-336C-68C193262C60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9697800" y="2056950"/>
                  <a:ext cx="21744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71" name="Ink 370">
                  <a:extLst>
                    <a:ext uri="{FF2B5EF4-FFF2-40B4-BE49-F238E27FC236}">
                      <a16:creationId xmlns:a16="http://schemas.microsoft.com/office/drawing/2014/main" id="{7CCCC709-A92A-FD74-A222-8A72C140AC56}"/>
                    </a:ext>
                  </a:extLst>
                </p14:cNvPr>
                <p14:cNvContentPartPr/>
                <p14:nvPr/>
              </p14:nvContentPartPr>
              <p14:xfrm>
                <a:off x="9879600" y="2025990"/>
                <a:ext cx="114480" cy="157680"/>
              </p14:xfrm>
            </p:contentPart>
          </mc:Choice>
          <mc:Fallback xmlns="">
            <p:pic>
              <p:nvPicPr>
                <p:cNvPr id="371" name="Ink 370">
                  <a:extLst>
                    <a:ext uri="{FF2B5EF4-FFF2-40B4-BE49-F238E27FC236}">
                      <a16:creationId xmlns:a16="http://schemas.microsoft.com/office/drawing/2014/main" id="{7CCCC709-A92A-FD74-A222-8A72C140AC56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9875280" y="2021670"/>
                  <a:ext cx="123120" cy="16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72" name="Ink 371">
                  <a:extLst>
                    <a:ext uri="{FF2B5EF4-FFF2-40B4-BE49-F238E27FC236}">
                      <a16:creationId xmlns:a16="http://schemas.microsoft.com/office/drawing/2014/main" id="{D329347A-8998-B5A7-F66E-321F932E6203}"/>
                    </a:ext>
                  </a:extLst>
                </p14:cNvPr>
                <p14:cNvContentPartPr/>
                <p14:nvPr/>
              </p14:nvContentPartPr>
              <p14:xfrm>
                <a:off x="10009560" y="1939950"/>
                <a:ext cx="565560" cy="192600"/>
              </p14:xfrm>
            </p:contentPart>
          </mc:Choice>
          <mc:Fallback xmlns="">
            <p:pic>
              <p:nvPicPr>
                <p:cNvPr id="372" name="Ink 371">
                  <a:extLst>
                    <a:ext uri="{FF2B5EF4-FFF2-40B4-BE49-F238E27FC236}">
                      <a16:creationId xmlns:a16="http://schemas.microsoft.com/office/drawing/2014/main" id="{D329347A-8998-B5A7-F66E-321F932E6203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10005240" y="1935630"/>
                  <a:ext cx="57420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75" name="Ink 374">
                  <a:extLst>
                    <a:ext uri="{FF2B5EF4-FFF2-40B4-BE49-F238E27FC236}">
                      <a16:creationId xmlns:a16="http://schemas.microsoft.com/office/drawing/2014/main" id="{310D2106-6BD2-D561-9346-3BCBABD8200F}"/>
                    </a:ext>
                  </a:extLst>
                </p14:cNvPr>
                <p14:cNvContentPartPr/>
                <p14:nvPr/>
              </p14:nvContentPartPr>
              <p14:xfrm>
                <a:off x="10535160" y="1789110"/>
                <a:ext cx="302760" cy="211680"/>
              </p14:xfrm>
            </p:contentPart>
          </mc:Choice>
          <mc:Fallback xmlns="">
            <p:pic>
              <p:nvPicPr>
                <p:cNvPr id="375" name="Ink 374">
                  <a:extLst>
                    <a:ext uri="{FF2B5EF4-FFF2-40B4-BE49-F238E27FC236}">
                      <a16:creationId xmlns:a16="http://schemas.microsoft.com/office/drawing/2014/main" id="{310D2106-6BD2-D561-9346-3BCBABD8200F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10530840" y="1784790"/>
                  <a:ext cx="31140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76" name="Ink 375">
                  <a:extLst>
                    <a:ext uri="{FF2B5EF4-FFF2-40B4-BE49-F238E27FC236}">
                      <a16:creationId xmlns:a16="http://schemas.microsoft.com/office/drawing/2014/main" id="{F549EBAB-9E34-A217-C3A3-B9294FB51606}"/>
                    </a:ext>
                  </a:extLst>
                </p14:cNvPr>
                <p14:cNvContentPartPr/>
                <p14:nvPr/>
              </p14:nvContentPartPr>
              <p14:xfrm>
                <a:off x="10827120" y="1730790"/>
                <a:ext cx="136440" cy="177480"/>
              </p14:xfrm>
            </p:contentPart>
          </mc:Choice>
          <mc:Fallback xmlns="">
            <p:pic>
              <p:nvPicPr>
                <p:cNvPr id="376" name="Ink 375">
                  <a:extLst>
                    <a:ext uri="{FF2B5EF4-FFF2-40B4-BE49-F238E27FC236}">
                      <a16:creationId xmlns:a16="http://schemas.microsoft.com/office/drawing/2014/main" id="{F549EBAB-9E34-A217-C3A3-B9294FB51606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10822800" y="1726470"/>
                  <a:ext cx="14508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77" name="Ink 376">
                  <a:extLst>
                    <a:ext uri="{FF2B5EF4-FFF2-40B4-BE49-F238E27FC236}">
                      <a16:creationId xmlns:a16="http://schemas.microsoft.com/office/drawing/2014/main" id="{7873DD16-AFC2-3D16-3BCC-7A476026AA8C}"/>
                    </a:ext>
                  </a:extLst>
                </p14:cNvPr>
                <p14:cNvContentPartPr/>
                <p14:nvPr/>
              </p14:nvContentPartPr>
              <p14:xfrm>
                <a:off x="11005680" y="1850310"/>
                <a:ext cx="43560" cy="54720"/>
              </p14:xfrm>
            </p:contentPart>
          </mc:Choice>
          <mc:Fallback xmlns="">
            <p:pic>
              <p:nvPicPr>
                <p:cNvPr id="377" name="Ink 376">
                  <a:extLst>
                    <a:ext uri="{FF2B5EF4-FFF2-40B4-BE49-F238E27FC236}">
                      <a16:creationId xmlns:a16="http://schemas.microsoft.com/office/drawing/2014/main" id="{7873DD16-AFC2-3D16-3BCC-7A476026AA8C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11001360" y="1845990"/>
                  <a:ext cx="5220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78" name="Ink 377">
                  <a:extLst>
                    <a:ext uri="{FF2B5EF4-FFF2-40B4-BE49-F238E27FC236}">
                      <a16:creationId xmlns:a16="http://schemas.microsoft.com/office/drawing/2014/main" id="{1E6A1F11-C563-0512-E696-6D82ACE34B2E}"/>
                    </a:ext>
                  </a:extLst>
                </p14:cNvPr>
                <p14:cNvContentPartPr/>
                <p14:nvPr/>
              </p14:nvContentPartPr>
              <p14:xfrm>
                <a:off x="11015040" y="1761390"/>
                <a:ext cx="29520" cy="54720"/>
              </p14:xfrm>
            </p:contentPart>
          </mc:Choice>
          <mc:Fallback xmlns="">
            <p:pic>
              <p:nvPicPr>
                <p:cNvPr id="378" name="Ink 377">
                  <a:extLst>
                    <a:ext uri="{FF2B5EF4-FFF2-40B4-BE49-F238E27FC236}">
                      <a16:creationId xmlns:a16="http://schemas.microsoft.com/office/drawing/2014/main" id="{1E6A1F11-C563-0512-E696-6D82ACE34B2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11010720" y="1757070"/>
                  <a:ext cx="38160" cy="6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79" name="Ink 378">
                  <a:extLst>
                    <a:ext uri="{FF2B5EF4-FFF2-40B4-BE49-F238E27FC236}">
                      <a16:creationId xmlns:a16="http://schemas.microsoft.com/office/drawing/2014/main" id="{3849EFE2-E134-7FAB-4C5F-AF7E757568AF}"/>
                    </a:ext>
                  </a:extLst>
                </p14:cNvPr>
                <p14:cNvContentPartPr/>
                <p14:nvPr/>
              </p14:nvContentPartPr>
              <p14:xfrm>
                <a:off x="11073000" y="1754550"/>
                <a:ext cx="154800" cy="207000"/>
              </p14:xfrm>
            </p:contentPart>
          </mc:Choice>
          <mc:Fallback xmlns="">
            <p:pic>
              <p:nvPicPr>
                <p:cNvPr id="379" name="Ink 378">
                  <a:extLst>
                    <a:ext uri="{FF2B5EF4-FFF2-40B4-BE49-F238E27FC236}">
                      <a16:creationId xmlns:a16="http://schemas.microsoft.com/office/drawing/2014/main" id="{3849EFE2-E134-7FAB-4C5F-AF7E757568AF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11068680" y="1750230"/>
                  <a:ext cx="163440" cy="215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5">
            <p14:nvContentPartPr>
              <p14:cNvPr id="381" name="Ink 380">
                <a:extLst>
                  <a:ext uri="{FF2B5EF4-FFF2-40B4-BE49-F238E27FC236}">
                    <a16:creationId xmlns:a16="http://schemas.microsoft.com/office/drawing/2014/main" id="{583F5DE3-2BA6-AC6D-7BD2-E8C715A82DDD}"/>
                  </a:ext>
                </a:extLst>
              </p14:cNvPr>
              <p14:cNvContentPartPr/>
              <p14:nvPr/>
            </p14:nvContentPartPr>
            <p14:xfrm>
              <a:off x="9854040" y="3026070"/>
              <a:ext cx="199080" cy="140400"/>
            </p14:xfrm>
          </p:contentPart>
        </mc:Choice>
        <mc:Fallback xmlns="">
          <p:pic>
            <p:nvPicPr>
              <p:cNvPr id="381" name="Ink 380">
                <a:extLst>
                  <a:ext uri="{FF2B5EF4-FFF2-40B4-BE49-F238E27FC236}">
                    <a16:creationId xmlns:a16="http://schemas.microsoft.com/office/drawing/2014/main" id="{583F5DE3-2BA6-AC6D-7BD2-E8C715A82DDD}"/>
                  </a:ext>
                </a:extLst>
              </p:cNvPr>
              <p:cNvPicPr/>
              <p:nvPr/>
            </p:nvPicPr>
            <p:blipFill>
              <a:blip r:embed="rId346"/>
              <a:stretch>
                <a:fillRect/>
              </a:stretch>
            </p:blipFill>
            <p:spPr>
              <a:xfrm>
                <a:off x="9849720" y="3021750"/>
                <a:ext cx="207720" cy="149040"/>
              </a:xfrm>
              <a:prstGeom prst="rect">
                <a:avLst/>
              </a:prstGeom>
            </p:spPr>
          </p:pic>
        </mc:Fallback>
      </mc:AlternateContent>
      <p:grpSp>
        <p:nvGrpSpPr>
          <p:cNvPr id="393" name="Group 392">
            <a:extLst>
              <a:ext uri="{FF2B5EF4-FFF2-40B4-BE49-F238E27FC236}">
                <a16:creationId xmlns:a16="http://schemas.microsoft.com/office/drawing/2014/main" id="{FA30E598-1EDB-0BF4-C1D1-BB14E2C76EF8}"/>
              </a:ext>
            </a:extLst>
          </p:cNvPr>
          <p:cNvGrpSpPr/>
          <p:nvPr/>
        </p:nvGrpSpPr>
        <p:grpSpPr>
          <a:xfrm>
            <a:off x="10222320" y="3211110"/>
            <a:ext cx="963720" cy="357480"/>
            <a:chOff x="10222320" y="3211110"/>
            <a:chExt cx="963720" cy="35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88" name="Ink 387">
                  <a:extLst>
                    <a:ext uri="{FF2B5EF4-FFF2-40B4-BE49-F238E27FC236}">
                      <a16:creationId xmlns:a16="http://schemas.microsoft.com/office/drawing/2014/main" id="{6A7840E5-8162-655F-141A-6209B36E6240}"/>
                    </a:ext>
                  </a:extLst>
                </p14:cNvPr>
                <p14:cNvContentPartPr/>
                <p14:nvPr/>
              </p14:nvContentPartPr>
              <p14:xfrm>
                <a:off x="10222320" y="3343950"/>
                <a:ext cx="268200" cy="113760"/>
              </p14:xfrm>
            </p:contentPart>
          </mc:Choice>
          <mc:Fallback xmlns="">
            <p:pic>
              <p:nvPicPr>
                <p:cNvPr id="388" name="Ink 387">
                  <a:extLst>
                    <a:ext uri="{FF2B5EF4-FFF2-40B4-BE49-F238E27FC236}">
                      <a16:creationId xmlns:a16="http://schemas.microsoft.com/office/drawing/2014/main" id="{6A7840E5-8162-655F-141A-6209B36E6240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10218000" y="3339630"/>
                  <a:ext cx="2768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89" name="Ink 388">
                  <a:extLst>
                    <a:ext uri="{FF2B5EF4-FFF2-40B4-BE49-F238E27FC236}">
                      <a16:creationId xmlns:a16="http://schemas.microsoft.com/office/drawing/2014/main" id="{0BC0003F-0F2B-0C7D-253A-1FF8762FA31F}"/>
                    </a:ext>
                  </a:extLst>
                </p14:cNvPr>
                <p14:cNvContentPartPr/>
                <p14:nvPr/>
              </p14:nvContentPartPr>
              <p14:xfrm>
                <a:off x="10514640" y="3336030"/>
                <a:ext cx="266760" cy="89640"/>
              </p14:xfrm>
            </p:contentPart>
          </mc:Choice>
          <mc:Fallback xmlns="">
            <p:pic>
              <p:nvPicPr>
                <p:cNvPr id="389" name="Ink 388">
                  <a:extLst>
                    <a:ext uri="{FF2B5EF4-FFF2-40B4-BE49-F238E27FC236}">
                      <a16:creationId xmlns:a16="http://schemas.microsoft.com/office/drawing/2014/main" id="{0BC0003F-0F2B-0C7D-253A-1FF8762FA31F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10510320" y="3331710"/>
                  <a:ext cx="2754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90" name="Ink 389">
                  <a:extLst>
                    <a:ext uri="{FF2B5EF4-FFF2-40B4-BE49-F238E27FC236}">
                      <a16:creationId xmlns:a16="http://schemas.microsoft.com/office/drawing/2014/main" id="{40E9B6EF-EA02-C2D2-5848-EFC706AB41CD}"/>
                    </a:ext>
                  </a:extLst>
                </p14:cNvPr>
                <p14:cNvContentPartPr/>
                <p14:nvPr/>
              </p14:nvContentPartPr>
              <p14:xfrm>
                <a:off x="10742520" y="3314070"/>
                <a:ext cx="25200" cy="30600"/>
              </p14:xfrm>
            </p:contentPart>
          </mc:Choice>
          <mc:Fallback xmlns="">
            <p:pic>
              <p:nvPicPr>
                <p:cNvPr id="390" name="Ink 389">
                  <a:extLst>
                    <a:ext uri="{FF2B5EF4-FFF2-40B4-BE49-F238E27FC236}">
                      <a16:creationId xmlns:a16="http://schemas.microsoft.com/office/drawing/2014/main" id="{40E9B6EF-EA02-C2D2-5848-EFC706AB41CD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738200" y="3309750"/>
                  <a:ext cx="3384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91" name="Ink 390">
                  <a:extLst>
                    <a:ext uri="{FF2B5EF4-FFF2-40B4-BE49-F238E27FC236}">
                      <a16:creationId xmlns:a16="http://schemas.microsoft.com/office/drawing/2014/main" id="{9FCF7D2F-1DE3-5899-27FE-ECC8E82195CF}"/>
                    </a:ext>
                  </a:extLst>
                </p14:cNvPr>
                <p14:cNvContentPartPr/>
                <p14:nvPr/>
              </p14:nvContentPartPr>
              <p14:xfrm>
                <a:off x="10797240" y="3333150"/>
                <a:ext cx="142560" cy="235440"/>
              </p14:xfrm>
            </p:contentPart>
          </mc:Choice>
          <mc:Fallback xmlns="">
            <p:pic>
              <p:nvPicPr>
                <p:cNvPr id="391" name="Ink 390">
                  <a:extLst>
                    <a:ext uri="{FF2B5EF4-FFF2-40B4-BE49-F238E27FC236}">
                      <a16:creationId xmlns:a16="http://schemas.microsoft.com/office/drawing/2014/main" id="{9FCF7D2F-1DE3-5899-27FE-ECC8E82195CF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792920" y="3328830"/>
                  <a:ext cx="15120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92" name="Ink 391">
                  <a:extLst>
                    <a:ext uri="{FF2B5EF4-FFF2-40B4-BE49-F238E27FC236}">
                      <a16:creationId xmlns:a16="http://schemas.microsoft.com/office/drawing/2014/main" id="{B58FB266-6B1B-5DBC-2FA0-3A4218EB80A0}"/>
                    </a:ext>
                  </a:extLst>
                </p14:cNvPr>
                <p14:cNvContentPartPr/>
                <p14:nvPr/>
              </p14:nvContentPartPr>
              <p14:xfrm>
                <a:off x="10849080" y="3211110"/>
                <a:ext cx="336960" cy="218520"/>
              </p14:xfrm>
            </p:contentPart>
          </mc:Choice>
          <mc:Fallback xmlns="">
            <p:pic>
              <p:nvPicPr>
                <p:cNvPr id="392" name="Ink 391">
                  <a:extLst>
                    <a:ext uri="{FF2B5EF4-FFF2-40B4-BE49-F238E27FC236}">
                      <a16:creationId xmlns:a16="http://schemas.microsoft.com/office/drawing/2014/main" id="{B58FB266-6B1B-5DBC-2FA0-3A4218EB80A0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844760" y="3206790"/>
                  <a:ext cx="34560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1" name="Group 400">
            <a:extLst>
              <a:ext uri="{FF2B5EF4-FFF2-40B4-BE49-F238E27FC236}">
                <a16:creationId xmlns:a16="http://schemas.microsoft.com/office/drawing/2014/main" id="{34DF0960-D01B-E57A-1364-51A386729AA2}"/>
              </a:ext>
            </a:extLst>
          </p:cNvPr>
          <p:cNvGrpSpPr/>
          <p:nvPr/>
        </p:nvGrpSpPr>
        <p:grpSpPr>
          <a:xfrm>
            <a:off x="10232040" y="2976030"/>
            <a:ext cx="1401480" cy="237240"/>
            <a:chOff x="10232040" y="2976030"/>
            <a:chExt cx="1401480" cy="2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94" name="Ink 393">
                  <a:extLst>
                    <a:ext uri="{FF2B5EF4-FFF2-40B4-BE49-F238E27FC236}">
                      <a16:creationId xmlns:a16="http://schemas.microsoft.com/office/drawing/2014/main" id="{B888FE61-9727-1B09-9F7B-7B6C53CCDC27}"/>
                    </a:ext>
                  </a:extLst>
                </p14:cNvPr>
                <p14:cNvContentPartPr/>
                <p14:nvPr/>
              </p14:nvContentPartPr>
              <p14:xfrm>
                <a:off x="10232040" y="3067470"/>
                <a:ext cx="160200" cy="90720"/>
              </p14:xfrm>
            </p:contentPart>
          </mc:Choice>
          <mc:Fallback xmlns="">
            <p:pic>
              <p:nvPicPr>
                <p:cNvPr id="394" name="Ink 393">
                  <a:extLst>
                    <a:ext uri="{FF2B5EF4-FFF2-40B4-BE49-F238E27FC236}">
                      <a16:creationId xmlns:a16="http://schemas.microsoft.com/office/drawing/2014/main" id="{B888FE61-9727-1B09-9F7B-7B6C53CCDC27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227720" y="3063150"/>
                  <a:ext cx="168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95" name="Ink 394">
                  <a:extLst>
                    <a:ext uri="{FF2B5EF4-FFF2-40B4-BE49-F238E27FC236}">
                      <a16:creationId xmlns:a16="http://schemas.microsoft.com/office/drawing/2014/main" id="{6DA7E3FF-BCB7-E6AC-B103-CFE2D1D48BB4}"/>
                    </a:ext>
                  </a:extLst>
                </p14:cNvPr>
                <p14:cNvContentPartPr/>
                <p14:nvPr/>
              </p14:nvContentPartPr>
              <p14:xfrm>
                <a:off x="10362360" y="3058110"/>
                <a:ext cx="108720" cy="90360"/>
              </p14:xfrm>
            </p:contentPart>
          </mc:Choice>
          <mc:Fallback xmlns="">
            <p:pic>
              <p:nvPicPr>
                <p:cNvPr id="395" name="Ink 394">
                  <a:extLst>
                    <a:ext uri="{FF2B5EF4-FFF2-40B4-BE49-F238E27FC236}">
                      <a16:creationId xmlns:a16="http://schemas.microsoft.com/office/drawing/2014/main" id="{6DA7E3FF-BCB7-E6AC-B103-CFE2D1D48BB4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358040" y="3053790"/>
                  <a:ext cx="11736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96" name="Ink 395">
                  <a:extLst>
                    <a:ext uri="{FF2B5EF4-FFF2-40B4-BE49-F238E27FC236}">
                      <a16:creationId xmlns:a16="http://schemas.microsoft.com/office/drawing/2014/main" id="{70402E2C-357A-C69B-A523-32E4C12750FF}"/>
                    </a:ext>
                  </a:extLst>
                </p14:cNvPr>
                <p14:cNvContentPartPr/>
                <p14:nvPr/>
              </p14:nvContentPartPr>
              <p14:xfrm>
                <a:off x="10510680" y="3040470"/>
                <a:ext cx="188640" cy="106560"/>
              </p14:xfrm>
            </p:contentPart>
          </mc:Choice>
          <mc:Fallback xmlns="">
            <p:pic>
              <p:nvPicPr>
                <p:cNvPr id="396" name="Ink 395">
                  <a:extLst>
                    <a:ext uri="{FF2B5EF4-FFF2-40B4-BE49-F238E27FC236}">
                      <a16:creationId xmlns:a16="http://schemas.microsoft.com/office/drawing/2014/main" id="{70402E2C-357A-C69B-A523-32E4C12750F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506360" y="3036150"/>
                  <a:ext cx="197280" cy="11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97" name="Ink 396">
                  <a:extLst>
                    <a:ext uri="{FF2B5EF4-FFF2-40B4-BE49-F238E27FC236}">
                      <a16:creationId xmlns:a16="http://schemas.microsoft.com/office/drawing/2014/main" id="{282FBB9D-A2B3-8DFA-D183-B423D6167CA9}"/>
                    </a:ext>
                  </a:extLst>
                </p14:cNvPr>
                <p14:cNvContentPartPr/>
                <p14:nvPr/>
              </p14:nvContentPartPr>
              <p14:xfrm>
                <a:off x="10727760" y="3027870"/>
                <a:ext cx="124200" cy="185400"/>
              </p14:xfrm>
            </p:contentPart>
          </mc:Choice>
          <mc:Fallback xmlns="">
            <p:pic>
              <p:nvPicPr>
                <p:cNvPr id="397" name="Ink 396">
                  <a:extLst>
                    <a:ext uri="{FF2B5EF4-FFF2-40B4-BE49-F238E27FC236}">
                      <a16:creationId xmlns:a16="http://schemas.microsoft.com/office/drawing/2014/main" id="{282FBB9D-A2B3-8DFA-D183-B423D6167CA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23440" y="3023550"/>
                  <a:ext cx="13284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98" name="Ink 397">
                  <a:extLst>
                    <a:ext uri="{FF2B5EF4-FFF2-40B4-BE49-F238E27FC236}">
                      <a16:creationId xmlns:a16="http://schemas.microsoft.com/office/drawing/2014/main" id="{69A958F1-3DC9-165C-C966-C7F7ED8DCFBC}"/>
                    </a:ext>
                  </a:extLst>
                </p14:cNvPr>
                <p14:cNvContentPartPr/>
                <p14:nvPr/>
              </p14:nvContentPartPr>
              <p14:xfrm>
                <a:off x="10865640" y="3009150"/>
                <a:ext cx="558720" cy="137880"/>
              </p14:xfrm>
            </p:contentPart>
          </mc:Choice>
          <mc:Fallback xmlns="">
            <p:pic>
              <p:nvPicPr>
                <p:cNvPr id="398" name="Ink 397">
                  <a:extLst>
                    <a:ext uri="{FF2B5EF4-FFF2-40B4-BE49-F238E27FC236}">
                      <a16:creationId xmlns:a16="http://schemas.microsoft.com/office/drawing/2014/main" id="{69A958F1-3DC9-165C-C966-C7F7ED8DCFBC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61320" y="3004830"/>
                  <a:ext cx="5673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99" name="Ink 398">
                  <a:extLst>
                    <a:ext uri="{FF2B5EF4-FFF2-40B4-BE49-F238E27FC236}">
                      <a16:creationId xmlns:a16="http://schemas.microsoft.com/office/drawing/2014/main" id="{C61D12A2-F2F2-EDCE-3624-CF632499B1D3}"/>
                    </a:ext>
                  </a:extLst>
                </p14:cNvPr>
                <p14:cNvContentPartPr/>
                <p14:nvPr/>
              </p14:nvContentPartPr>
              <p14:xfrm>
                <a:off x="11380080" y="2976030"/>
                <a:ext cx="23760" cy="66960"/>
              </p14:xfrm>
            </p:contentPart>
          </mc:Choice>
          <mc:Fallback xmlns="">
            <p:pic>
              <p:nvPicPr>
                <p:cNvPr id="399" name="Ink 398">
                  <a:extLst>
                    <a:ext uri="{FF2B5EF4-FFF2-40B4-BE49-F238E27FC236}">
                      <a16:creationId xmlns:a16="http://schemas.microsoft.com/office/drawing/2014/main" id="{C61D12A2-F2F2-EDCE-3624-CF632499B1D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375760" y="2971710"/>
                  <a:ext cx="3240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400" name="Ink 399">
                  <a:extLst>
                    <a:ext uri="{FF2B5EF4-FFF2-40B4-BE49-F238E27FC236}">
                      <a16:creationId xmlns:a16="http://schemas.microsoft.com/office/drawing/2014/main" id="{CA9F893A-EFC1-A982-0508-BB63CE9E1770}"/>
                    </a:ext>
                  </a:extLst>
                </p14:cNvPr>
                <p14:cNvContentPartPr/>
                <p14:nvPr/>
              </p14:nvContentPartPr>
              <p14:xfrm>
                <a:off x="11433000" y="3036870"/>
                <a:ext cx="200520" cy="61920"/>
              </p14:xfrm>
            </p:contentPart>
          </mc:Choice>
          <mc:Fallback xmlns="">
            <p:pic>
              <p:nvPicPr>
                <p:cNvPr id="400" name="Ink 399">
                  <a:extLst>
                    <a:ext uri="{FF2B5EF4-FFF2-40B4-BE49-F238E27FC236}">
                      <a16:creationId xmlns:a16="http://schemas.microsoft.com/office/drawing/2014/main" id="{CA9F893A-EFC1-A982-0508-BB63CE9E1770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428680" y="3032550"/>
                  <a:ext cx="209160" cy="705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8354585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33065A4F-B8B0-4567-0A29-0637920CCE91}"/>
              </a:ext>
            </a:extLst>
          </p:cNvPr>
          <p:cNvGrpSpPr/>
          <p:nvPr/>
        </p:nvGrpSpPr>
        <p:grpSpPr>
          <a:xfrm>
            <a:off x="1606080" y="803070"/>
            <a:ext cx="2303280" cy="331920"/>
            <a:chOff x="1606080" y="803070"/>
            <a:chExt cx="2303280" cy="3319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974E6E80-C60A-7AD2-51EC-034D5A1E5945}"/>
                    </a:ext>
                  </a:extLst>
                </p14:cNvPr>
                <p14:cNvContentPartPr/>
                <p14:nvPr/>
              </p14:nvContentPartPr>
              <p14:xfrm>
                <a:off x="1606080" y="858150"/>
                <a:ext cx="216000" cy="191520"/>
              </p14:xfrm>
            </p:contentPart>
          </mc:Choice>
          <mc:Fallback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974E6E80-C60A-7AD2-51EC-034D5A1E5945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1601760" y="853830"/>
                  <a:ext cx="2246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867F2A67-C2AC-0277-E83D-69816AD87AE5}"/>
                    </a:ext>
                  </a:extLst>
                </p14:cNvPr>
                <p14:cNvContentPartPr/>
                <p14:nvPr/>
              </p14:nvContentPartPr>
              <p14:xfrm>
                <a:off x="1890840" y="922950"/>
                <a:ext cx="135720" cy="10044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867F2A67-C2AC-0277-E83D-69816AD87AE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86520" y="918630"/>
                  <a:ext cx="1443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D7802E3B-2782-5893-CB11-1C80E8774BEB}"/>
                    </a:ext>
                  </a:extLst>
                </p14:cNvPr>
                <p14:cNvContentPartPr/>
                <p14:nvPr/>
              </p14:nvContentPartPr>
              <p14:xfrm>
                <a:off x="2105400" y="969390"/>
                <a:ext cx="30240" cy="11340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D7802E3B-2782-5893-CB11-1C80E8774BEB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101080" y="965070"/>
                  <a:ext cx="3888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FB2F36A9-DFCE-54A4-A24C-E6119268F194}"/>
                    </a:ext>
                  </a:extLst>
                </p14:cNvPr>
                <p14:cNvContentPartPr/>
                <p14:nvPr/>
              </p14:nvContentPartPr>
              <p14:xfrm>
                <a:off x="2213040" y="931230"/>
                <a:ext cx="134640" cy="87480"/>
              </p14:xfrm>
            </p:contentPart>
          </mc:Choice>
          <mc:Fallback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FB2F36A9-DFCE-54A4-A24C-E6119268F19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208720" y="926910"/>
                  <a:ext cx="1432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E636614-505E-3DA9-80EF-76BE1FB66C25}"/>
                    </a:ext>
                  </a:extLst>
                </p14:cNvPr>
                <p14:cNvContentPartPr/>
                <p14:nvPr/>
              </p14:nvContentPartPr>
              <p14:xfrm>
                <a:off x="2340120" y="871110"/>
                <a:ext cx="217080" cy="17640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E636614-505E-3DA9-80EF-76BE1FB66C25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35800" y="866790"/>
                  <a:ext cx="22572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3653612-155C-BC9B-0094-A22E14F8E036}"/>
                    </a:ext>
                  </a:extLst>
                </p14:cNvPr>
                <p14:cNvContentPartPr/>
                <p14:nvPr/>
              </p14:nvContentPartPr>
              <p14:xfrm>
                <a:off x="2682840" y="949950"/>
                <a:ext cx="77040" cy="115200"/>
              </p14:xfrm>
            </p:contentPart>
          </mc:Choice>
          <mc:Fallback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3653612-155C-BC9B-0094-A22E14F8E036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678520" y="945630"/>
                  <a:ext cx="8568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40214A69-7EBC-8D85-CD17-2DD6A5B15DD2}"/>
                    </a:ext>
                  </a:extLst>
                </p14:cNvPr>
                <p14:cNvContentPartPr/>
                <p14:nvPr/>
              </p14:nvContentPartPr>
              <p14:xfrm>
                <a:off x="2837280" y="827550"/>
                <a:ext cx="163080" cy="2329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40214A69-7EBC-8D85-CD17-2DD6A5B15DD2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832960" y="823230"/>
                  <a:ext cx="17172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D180AB-54B5-C858-13BF-548BADF593C4}"/>
                    </a:ext>
                  </a:extLst>
                </p14:cNvPr>
                <p14:cNvContentPartPr/>
                <p14:nvPr/>
              </p14:nvContentPartPr>
              <p14:xfrm>
                <a:off x="3112320" y="907830"/>
                <a:ext cx="38520" cy="12276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D180AB-54B5-C858-13BF-548BADF593C4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3108000" y="903510"/>
                  <a:ext cx="471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A91C360-B8E3-1C83-9EA5-2751500517A7}"/>
                    </a:ext>
                  </a:extLst>
                </p14:cNvPr>
                <p14:cNvContentPartPr/>
                <p14:nvPr/>
              </p14:nvContentPartPr>
              <p14:xfrm>
                <a:off x="3246240" y="996390"/>
                <a:ext cx="111600" cy="13860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A91C360-B8E3-1C83-9EA5-2751500517A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3241920" y="992070"/>
                  <a:ext cx="12024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5F974AE-C705-333A-3C28-C384E07EA3F7}"/>
                    </a:ext>
                  </a:extLst>
                </p14:cNvPr>
                <p14:cNvContentPartPr/>
                <p14:nvPr/>
              </p14:nvContentPartPr>
              <p14:xfrm>
                <a:off x="3502920" y="888030"/>
                <a:ext cx="46800" cy="206640"/>
              </p14:xfrm>
            </p:contentPart>
          </mc:Choice>
          <mc:Fallback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5F974AE-C705-333A-3C28-C384E07EA3F7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3498600" y="883710"/>
                  <a:ext cx="5544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94A16A37-0F69-D805-73FB-7EC4A995854A}"/>
                    </a:ext>
                  </a:extLst>
                </p14:cNvPr>
                <p14:cNvContentPartPr/>
                <p14:nvPr/>
              </p14:nvContentPartPr>
              <p14:xfrm>
                <a:off x="3601200" y="803070"/>
                <a:ext cx="308160" cy="243000"/>
              </p14:xfrm>
            </p:contentPart>
          </mc:Choice>
          <mc:Fallback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94A16A37-0F69-D805-73FB-7EC4A995854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596880" y="798750"/>
                  <a:ext cx="316800" cy="25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1AB0F03-5647-234D-42B1-2DBD65C09CAB}"/>
              </a:ext>
            </a:extLst>
          </p:cNvPr>
          <p:cNvGrpSpPr/>
          <p:nvPr/>
        </p:nvGrpSpPr>
        <p:grpSpPr>
          <a:xfrm>
            <a:off x="1495920" y="1916910"/>
            <a:ext cx="758520" cy="283680"/>
            <a:chOff x="1495920" y="1916910"/>
            <a:chExt cx="758520" cy="2836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8A782590-56D7-0303-9D81-621A34F2E0D5}"/>
                    </a:ext>
                  </a:extLst>
                </p14:cNvPr>
                <p14:cNvContentPartPr/>
                <p14:nvPr/>
              </p14:nvContentPartPr>
              <p14:xfrm>
                <a:off x="1495920" y="1916910"/>
                <a:ext cx="354240" cy="11268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8A782590-56D7-0303-9D81-621A34F2E0D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491600" y="1912590"/>
                  <a:ext cx="36288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6433A04-62CC-5C13-9A8D-62FE516D1B6F}"/>
                    </a:ext>
                  </a:extLst>
                </p14:cNvPr>
                <p14:cNvContentPartPr/>
                <p14:nvPr/>
              </p14:nvContentPartPr>
              <p14:xfrm>
                <a:off x="1861680" y="1925550"/>
                <a:ext cx="221400" cy="27504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6433A04-62CC-5C13-9A8D-62FE516D1B6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857360" y="1921230"/>
                  <a:ext cx="23004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7389D29-091D-F4FE-5BE0-1355340C903A}"/>
                    </a:ext>
                  </a:extLst>
                </p14:cNvPr>
                <p14:cNvContentPartPr/>
                <p14:nvPr/>
              </p14:nvContentPartPr>
              <p14:xfrm>
                <a:off x="2142120" y="1929510"/>
                <a:ext cx="110160" cy="1044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7389D29-091D-F4FE-5BE0-1355340C903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137800" y="1925190"/>
                  <a:ext cx="1188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D215F4B-C973-3213-FCE9-E4441856DD4C}"/>
                    </a:ext>
                  </a:extLst>
                </p14:cNvPr>
                <p14:cNvContentPartPr/>
                <p14:nvPr/>
              </p14:nvContentPartPr>
              <p14:xfrm>
                <a:off x="2165160" y="1956150"/>
                <a:ext cx="89280" cy="42480"/>
              </p14:xfrm>
            </p:contentPart>
          </mc:Choice>
          <mc:Fallback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D215F4B-C973-3213-FCE9-E4441856DD4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2160840" y="1951830"/>
                  <a:ext cx="97920" cy="51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6A666D0-A35D-FF52-F72A-0F18D19B46F5}"/>
              </a:ext>
            </a:extLst>
          </p:cNvPr>
          <p:cNvGrpSpPr/>
          <p:nvPr/>
        </p:nvGrpSpPr>
        <p:grpSpPr>
          <a:xfrm>
            <a:off x="2487000" y="1731510"/>
            <a:ext cx="1802160" cy="437400"/>
            <a:chOff x="2487000" y="1731510"/>
            <a:chExt cx="1802160" cy="4374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EE9D31F6-9C53-EB80-ED1C-B61B01E5C0F0}"/>
                    </a:ext>
                  </a:extLst>
                </p14:cNvPr>
                <p14:cNvContentPartPr/>
                <p14:nvPr/>
              </p14:nvContentPartPr>
              <p14:xfrm>
                <a:off x="2487000" y="1912590"/>
                <a:ext cx="281520" cy="102960"/>
              </p14:xfrm>
            </p:contentPart>
          </mc:Choice>
          <mc:Fallback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EE9D31F6-9C53-EB80-ED1C-B61B01E5C0F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482680" y="1908270"/>
                  <a:ext cx="29016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7FE263D-8AD2-F5CE-CDAA-3EA3BD8C0F39}"/>
                    </a:ext>
                  </a:extLst>
                </p14:cNvPr>
                <p14:cNvContentPartPr/>
                <p14:nvPr/>
              </p14:nvContentPartPr>
              <p14:xfrm>
                <a:off x="2748360" y="1759590"/>
                <a:ext cx="449640" cy="243360"/>
              </p14:xfrm>
            </p:contentPart>
          </mc:Choice>
          <mc:Fallback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7FE263D-8AD2-F5CE-CDAA-3EA3BD8C0F3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744040" y="1755270"/>
                  <a:ext cx="458280" cy="25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37F8E45-9FB3-B436-5ABB-26359126912A}"/>
                    </a:ext>
                  </a:extLst>
                </p14:cNvPr>
                <p14:cNvContentPartPr/>
                <p14:nvPr/>
              </p14:nvContentPartPr>
              <p14:xfrm>
                <a:off x="3267840" y="1731510"/>
                <a:ext cx="94320" cy="261000"/>
              </p14:xfrm>
            </p:contentPart>
          </mc:Choice>
          <mc:Fallback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537F8E45-9FB3-B436-5ABB-26359126912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3263520" y="1727190"/>
                  <a:ext cx="10296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8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CAD3FCCE-4DC6-1A90-AD35-BC15B5AE906A}"/>
                    </a:ext>
                  </a:extLst>
                </p14:cNvPr>
                <p14:cNvContentPartPr/>
                <p14:nvPr/>
              </p14:nvContentPartPr>
              <p14:xfrm>
                <a:off x="3517320" y="1781550"/>
                <a:ext cx="196200" cy="293040"/>
              </p14:xfrm>
            </p:contentPart>
          </mc:Choice>
          <mc:Fallback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CAD3FCCE-4DC6-1A90-AD35-BC15B5AE906A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3513000" y="1777230"/>
                  <a:ext cx="20484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73F5411-1139-C56C-57F2-6F2B75C8E467}"/>
                    </a:ext>
                  </a:extLst>
                </p14:cNvPr>
                <p14:cNvContentPartPr/>
                <p14:nvPr/>
              </p14:nvContentPartPr>
              <p14:xfrm>
                <a:off x="3821880" y="1859670"/>
                <a:ext cx="33120" cy="107640"/>
              </p14:xfrm>
            </p:contentPart>
          </mc:Choice>
          <mc:Fallback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73F5411-1139-C56C-57F2-6F2B75C8E467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3817560" y="1855350"/>
                  <a:ext cx="4176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2AF85C73-7565-A7B4-F546-84B8E02DE6E4}"/>
                    </a:ext>
                  </a:extLst>
                </p14:cNvPr>
                <p14:cNvContentPartPr/>
                <p14:nvPr/>
              </p14:nvContentPartPr>
              <p14:xfrm>
                <a:off x="3921960" y="1803510"/>
                <a:ext cx="127800" cy="129600"/>
              </p14:xfrm>
            </p:contentPart>
          </mc:Choice>
          <mc:Fallback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2AF85C73-7565-A7B4-F546-84B8E02DE6E4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3917640" y="1799190"/>
                  <a:ext cx="13644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11AE2DA-9B9D-EEAB-03E8-C393C91AC482}"/>
                    </a:ext>
                  </a:extLst>
                </p14:cNvPr>
                <p14:cNvContentPartPr/>
                <p14:nvPr/>
              </p14:nvContentPartPr>
              <p14:xfrm>
                <a:off x="3932760" y="1825470"/>
                <a:ext cx="179640" cy="105840"/>
              </p14:xfrm>
            </p:contentPart>
          </mc:Choice>
          <mc:Fallback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11AE2DA-9B9D-EEAB-03E8-C393C91AC48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928440" y="1821150"/>
                  <a:ext cx="18828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E5800CC-746B-5B86-66EF-5F339B823BF7}"/>
                    </a:ext>
                  </a:extLst>
                </p14:cNvPr>
                <p14:cNvContentPartPr/>
                <p14:nvPr/>
              </p14:nvContentPartPr>
              <p14:xfrm>
                <a:off x="4094400" y="1768590"/>
                <a:ext cx="194760" cy="270000"/>
              </p14:xfrm>
            </p:contentPart>
          </mc:Choice>
          <mc:Fallback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E5800CC-746B-5B86-66EF-5F339B823BF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090080" y="1764270"/>
                  <a:ext cx="203400" cy="27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BE1EFA4-506F-DEE0-033F-E5DA1372EDBE}"/>
                    </a:ext>
                  </a:extLst>
                </p14:cNvPr>
                <p14:cNvContentPartPr/>
                <p14:nvPr/>
              </p14:nvContentPartPr>
              <p14:xfrm>
                <a:off x="3404280" y="2094030"/>
                <a:ext cx="701640" cy="74880"/>
              </p14:xfrm>
            </p:contentPart>
          </mc:Choice>
          <mc:Fallback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BE1EFA4-506F-DEE0-033F-E5DA1372EDBE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399960" y="2089710"/>
                  <a:ext cx="71028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ED681AC-A040-5391-DCE2-1D721602EDD3}"/>
              </a:ext>
            </a:extLst>
          </p:cNvPr>
          <p:cNvGrpSpPr/>
          <p:nvPr/>
        </p:nvGrpSpPr>
        <p:grpSpPr>
          <a:xfrm>
            <a:off x="1558560" y="2693790"/>
            <a:ext cx="627480" cy="390240"/>
            <a:chOff x="1558560" y="2693790"/>
            <a:chExt cx="627480" cy="3902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3D3DD6-F942-195E-21AE-B3BAD612A15E}"/>
                    </a:ext>
                  </a:extLst>
                </p14:cNvPr>
                <p14:cNvContentPartPr/>
                <p14:nvPr/>
              </p14:nvContentPartPr>
              <p14:xfrm>
                <a:off x="1558560" y="2839230"/>
                <a:ext cx="339480" cy="96840"/>
              </p14:xfrm>
            </p:contentPart>
          </mc:Choice>
          <mc:Fallback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3D3DD6-F942-195E-21AE-B3BAD612A15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554240" y="2834910"/>
                  <a:ext cx="34812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76F37259-D0D8-C2F5-BD5E-E65F95F5F083}"/>
                    </a:ext>
                  </a:extLst>
                </p14:cNvPr>
                <p14:cNvContentPartPr/>
                <p14:nvPr/>
              </p14:nvContentPartPr>
              <p14:xfrm>
                <a:off x="1909560" y="2810070"/>
                <a:ext cx="183240" cy="273960"/>
              </p14:xfrm>
            </p:contentPart>
          </mc:Choice>
          <mc:Fallback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76F37259-D0D8-C2F5-BD5E-E65F95F5F083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05240" y="2805750"/>
                  <a:ext cx="19188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235B247-6646-1D2A-21F5-A446DD1B80AA}"/>
                    </a:ext>
                  </a:extLst>
                </p14:cNvPr>
                <p14:cNvContentPartPr/>
                <p14:nvPr/>
              </p14:nvContentPartPr>
              <p14:xfrm>
                <a:off x="2051400" y="2693790"/>
                <a:ext cx="134640" cy="66240"/>
              </p14:xfrm>
            </p:contentPart>
          </mc:Choice>
          <mc:Fallback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235B247-6646-1D2A-21F5-A446DD1B80AA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047080" y="2689470"/>
                  <a:ext cx="143280" cy="74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4D8D73F0-C189-42E1-5FCD-6EB0A2A0F718}"/>
              </a:ext>
            </a:extLst>
          </p:cNvPr>
          <p:cNvGrpSpPr/>
          <p:nvPr/>
        </p:nvGrpSpPr>
        <p:grpSpPr>
          <a:xfrm>
            <a:off x="2483760" y="2827350"/>
            <a:ext cx="168840" cy="76320"/>
            <a:chOff x="2483760" y="2827350"/>
            <a:chExt cx="168840" cy="7632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5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99A73119-F263-026A-EE7A-3DA554DB4252}"/>
                    </a:ext>
                  </a:extLst>
                </p14:cNvPr>
                <p14:cNvContentPartPr/>
                <p14:nvPr/>
              </p14:nvContentPartPr>
              <p14:xfrm>
                <a:off x="2483760" y="2827350"/>
                <a:ext cx="144000" cy="12600"/>
              </p14:xfrm>
            </p:contentPart>
          </mc:Choice>
          <mc:Fallback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99A73119-F263-026A-EE7A-3DA554DB425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479440" y="2823030"/>
                  <a:ext cx="15264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1A736B23-C8F6-F0F4-845B-A518167015EA}"/>
                    </a:ext>
                  </a:extLst>
                </p14:cNvPr>
                <p14:cNvContentPartPr/>
                <p14:nvPr/>
              </p14:nvContentPartPr>
              <p14:xfrm>
                <a:off x="2529120" y="2892150"/>
                <a:ext cx="123480" cy="11520"/>
              </p14:xfrm>
            </p:contentPart>
          </mc:Choice>
          <mc:Fallback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1A736B23-C8F6-F0F4-845B-A518167015E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524800" y="2887830"/>
                  <a:ext cx="132120" cy="20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DB9A8DF6-F617-2ACA-CC82-5B4C207199D5}"/>
              </a:ext>
            </a:extLst>
          </p:cNvPr>
          <p:cNvGrpSpPr/>
          <p:nvPr/>
        </p:nvGrpSpPr>
        <p:grpSpPr>
          <a:xfrm>
            <a:off x="2956080" y="2668230"/>
            <a:ext cx="2607120" cy="402480"/>
            <a:chOff x="2956080" y="2668230"/>
            <a:chExt cx="2607120" cy="402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6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82DAE32-C13F-4B6F-5BBF-834077310C94}"/>
                    </a:ext>
                  </a:extLst>
                </p14:cNvPr>
                <p14:cNvContentPartPr/>
                <p14:nvPr/>
              </p14:nvContentPartPr>
              <p14:xfrm>
                <a:off x="2956080" y="2760030"/>
                <a:ext cx="176400" cy="113040"/>
              </p14:xfrm>
            </p:contentPart>
          </mc:Choice>
          <mc:Fallback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82DAE32-C13F-4B6F-5BBF-834077310C9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2951760" y="2755710"/>
                  <a:ext cx="1850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5D8220-F8C7-26FD-2AEB-15C230180AF3}"/>
                    </a:ext>
                  </a:extLst>
                </p14:cNvPr>
                <p14:cNvContentPartPr/>
                <p14:nvPr/>
              </p14:nvContentPartPr>
              <p14:xfrm>
                <a:off x="3169920" y="2769750"/>
                <a:ext cx="208800" cy="104040"/>
              </p14:xfrm>
            </p:contentPart>
          </mc:Choice>
          <mc:Fallback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5D8220-F8C7-26FD-2AEB-15C230180AF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165600" y="2765430"/>
                  <a:ext cx="217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39763F83-EB29-BC00-F5A4-03F78D4A8651}"/>
                    </a:ext>
                  </a:extLst>
                </p14:cNvPr>
                <p14:cNvContentPartPr/>
                <p14:nvPr/>
              </p14:nvContentPartPr>
              <p14:xfrm>
                <a:off x="3382320" y="2765430"/>
                <a:ext cx="219600" cy="305280"/>
              </p14:xfrm>
            </p:contentPart>
          </mc:Choice>
          <mc:Fallback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39763F83-EB29-BC00-F5A4-03F78D4A8651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3378000" y="2761110"/>
                  <a:ext cx="228240" cy="31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6285BEA-A051-26A9-1DDA-FA52477FBEEB}"/>
                    </a:ext>
                  </a:extLst>
                </p14:cNvPr>
                <p14:cNvContentPartPr/>
                <p14:nvPr/>
              </p14:nvContentPartPr>
              <p14:xfrm>
                <a:off x="3655560" y="2668230"/>
                <a:ext cx="120240" cy="252720"/>
              </p14:xfrm>
            </p:contentPart>
          </mc:Choice>
          <mc:Fallback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6285BEA-A051-26A9-1DDA-FA52477FBEEB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3651240" y="2663910"/>
                  <a:ext cx="12888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F57669CF-28E6-C13D-9B78-14EE38D8F61A}"/>
                    </a:ext>
                  </a:extLst>
                </p14:cNvPr>
                <p14:cNvContentPartPr/>
                <p14:nvPr/>
              </p14:nvContentPartPr>
              <p14:xfrm>
                <a:off x="3794160" y="2719710"/>
                <a:ext cx="119880" cy="144000"/>
              </p14:xfrm>
            </p:contentPart>
          </mc:Choice>
          <mc:Fallback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F57669CF-28E6-C13D-9B78-14EE38D8F61A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3789840" y="2715390"/>
                  <a:ext cx="12852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8837665F-839C-3E83-3374-EA1C4BFDA75F}"/>
                    </a:ext>
                  </a:extLst>
                </p14:cNvPr>
                <p14:cNvContentPartPr/>
                <p14:nvPr/>
              </p14:nvContentPartPr>
              <p14:xfrm>
                <a:off x="3952200" y="2717910"/>
                <a:ext cx="105840" cy="130680"/>
              </p14:xfrm>
            </p:contentPart>
          </mc:Choice>
          <mc:Fallback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8837665F-839C-3E83-3374-EA1C4BFDA75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3947880" y="2713590"/>
                  <a:ext cx="11448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70993AEB-81DA-D366-3358-96301F113D22}"/>
                    </a:ext>
                  </a:extLst>
                </p14:cNvPr>
                <p14:cNvContentPartPr/>
                <p14:nvPr/>
              </p14:nvContentPartPr>
              <p14:xfrm>
                <a:off x="3985320" y="2792790"/>
                <a:ext cx="135720" cy="20880"/>
              </p14:xfrm>
            </p:contentPart>
          </mc:Choice>
          <mc:Fallback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70993AEB-81DA-D366-3358-96301F113D22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981000" y="2788470"/>
                  <a:ext cx="14436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75B8676F-33CC-2115-8A39-BDAF02CA4D73}"/>
                    </a:ext>
                  </a:extLst>
                </p14:cNvPr>
                <p14:cNvContentPartPr/>
                <p14:nvPr/>
              </p14:nvContentPartPr>
              <p14:xfrm>
                <a:off x="4120680" y="2732310"/>
                <a:ext cx="142200" cy="132840"/>
              </p14:xfrm>
            </p:contentPart>
          </mc:Choice>
          <mc:Fallback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75B8676F-33CC-2115-8A39-BDAF02CA4D73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116360" y="2727990"/>
                  <a:ext cx="150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EC0E0637-D3E3-E7BD-3337-01779B0FE311}"/>
                    </a:ext>
                  </a:extLst>
                </p14:cNvPr>
                <p14:cNvContentPartPr/>
                <p14:nvPr/>
              </p14:nvContentPartPr>
              <p14:xfrm>
                <a:off x="4302120" y="2695230"/>
                <a:ext cx="152280" cy="195840"/>
              </p14:xfrm>
            </p:contentPart>
          </mc:Choice>
          <mc:Fallback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EC0E0637-D3E3-E7BD-3337-01779B0FE31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4297800" y="2690910"/>
                  <a:ext cx="1609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6D94E06-6CC4-B1B3-B55F-10EF61E3D595}"/>
                    </a:ext>
                  </a:extLst>
                </p14:cNvPr>
                <p14:cNvContentPartPr/>
                <p14:nvPr/>
              </p14:nvContentPartPr>
              <p14:xfrm>
                <a:off x="4411560" y="2889630"/>
                <a:ext cx="1101960" cy="84600"/>
              </p14:xfrm>
            </p:contentPart>
          </mc:Choice>
          <mc:Fallback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6D94E06-6CC4-B1B3-B55F-10EF61E3D59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4407240" y="2885310"/>
                  <a:ext cx="111060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FFF161F-3580-FA7D-991C-E01FD334A658}"/>
                    </a:ext>
                  </a:extLst>
                </p14:cNvPr>
                <p14:cNvContentPartPr/>
                <p14:nvPr/>
              </p14:nvContentPartPr>
              <p14:xfrm>
                <a:off x="4663920" y="2700630"/>
                <a:ext cx="26640" cy="97560"/>
              </p14:xfrm>
            </p:contentPart>
          </mc:Choice>
          <mc:Fallback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FFF161F-3580-FA7D-991C-E01FD334A65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4659600" y="2696310"/>
                  <a:ext cx="3528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2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32604350-EF10-C0B6-4AC4-C0A716AD4395}"/>
                    </a:ext>
                  </a:extLst>
                </p14:cNvPr>
                <p14:cNvContentPartPr/>
                <p14:nvPr/>
              </p14:nvContentPartPr>
              <p14:xfrm>
                <a:off x="4758240" y="2680470"/>
                <a:ext cx="116640" cy="162360"/>
              </p14:xfrm>
            </p:contentPart>
          </mc:Choice>
          <mc:Fallback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32604350-EF10-C0B6-4AC4-C0A716AD439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4753920" y="2676150"/>
                  <a:ext cx="1252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4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E5D1DA4-62BD-B29C-EB73-7F975D3A881E}"/>
                    </a:ext>
                  </a:extLst>
                </p14:cNvPr>
                <p14:cNvContentPartPr/>
                <p14:nvPr/>
              </p14:nvContentPartPr>
              <p14:xfrm>
                <a:off x="4924200" y="2703870"/>
                <a:ext cx="189000" cy="119520"/>
              </p14:xfrm>
            </p:contentPart>
          </mc:Choice>
          <mc:Fallback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E5D1DA4-62BD-B29C-EB73-7F975D3A88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4919880" y="2699550"/>
                  <a:ext cx="19764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6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D5A364BE-5820-6780-678F-0232FF1B4E71}"/>
                    </a:ext>
                  </a:extLst>
                </p14:cNvPr>
                <p14:cNvContentPartPr/>
                <p14:nvPr/>
              </p14:nvContentPartPr>
              <p14:xfrm>
                <a:off x="5248920" y="2702430"/>
                <a:ext cx="22680" cy="106920"/>
              </p14:xfrm>
            </p:contentPart>
          </mc:Choice>
          <mc:Fallback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D5A364BE-5820-6780-678F-0232FF1B4E71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244600" y="2698110"/>
                  <a:ext cx="3132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8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B2F94E9-02DE-7E06-BE1F-CFD1D5D8932A}"/>
                    </a:ext>
                  </a:extLst>
                </p14:cNvPr>
                <p14:cNvContentPartPr/>
                <p14:nvPr/>
              </p14:nvContentPartPr>
              <p14:xfrm>
                <a:off x="5235240" y="2668230"/>
                <a:ext cx="150840" cy="139680"/>
              </p14:xfrm>
            </p:contentPart>
          </mc:Choice>
          <mc:Fallback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B2F94E9-02DE-7E06-BE1F-CFD1D5D8932A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230920" y="2663910"/>
                  <a:ext cx="15948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90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BF4812C3-8687-E530-93D7-912EDA23D146}"/>
                    </a:ext>
                  </a:extLst>
                </p14:cNvPr>
                <p14:cNvContentPartPr/>
                <p14:nvPr/>
              </p14:nvContentPartPr>
              <p14:xfrm>
                <a:off x="5426400" y="2681910"/>
                <a:ext cx="136800" cy="159120"/>
              </p14:xfrm>
            </p:contentPart>
          </mc:Choice>
          <mc:Fallback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BF4812C3-8687-E530-93D7-912EDA23D146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5422080" y="2677590"/>
                  <a:ext cx="145440" cy="167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527576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425F8-E350-6CB8-BB62-A61A82CA13E7}"/>
              </a:ext>
            </a:extLst>
          </p:cNvPr>
          <p:cNvSpPr txBox="1"/>
          <p:nvPr/>
        </p:nvSpPr>
        <p:spPr>
          <a:xfrm>
            <a:off x="971550" y="1114425"/>
            <a:ext cx="485775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Steps: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Generate data sets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PQB,PQBR,PQBS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particleD.exe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perfdataPQB.csv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Header</a:t>
            </a:r>
          </a:p>
          <a:p>
            <a:pPr marL="400050" indent="-400050">
              <a:buFont typeface="+mj-lt"/>
              <a:buAutoNum type="arabicPeriod"/>
            </a:pPr>
            <a:r>
              <a:rPr lang="en-US" dirty="0"/>
              <a:t>Run </a:t>
            </a:r>
            <a:r>
              <a:rPr lang="en-US" dirty="0" err="1"/>
              <a:t>PQBTablePerfAllDiag.cfg</a:t>
            </a:r>
            <a:r>
              <a:rPr lang="en-US" dirty="0"/>
              <a:t> </a:t>
            </a:r>
          </a:p>
          <a:p>
            <a:pPr marL="857250" lvl="1" indent="-400050">
              <a:buFont typeface="+mj-lt"/>
              <a:buAutoNum type="arabicPeriod"/>
            </a:pPr>
            <a:r>
              <a:rPr lang="en-US" dirty="0"/>
              <a:t>Generates perf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Runs in verification mode (</a:t>
            </a:r>
            <a:r>
              <a:rPr lang="en-US" dirty="0" err="1"/>
              <a:t>cfg.mode</a:t>
            </a:r>
            <a:r>
              <a:rPr lang="en-US" dirty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Produces a </a:t>
            </a:r>
            <a:r>
              <a:rPr lang="en-US" dirty="0" err="1"/>
              <a:t>repor</a:t>
            </a:r>
            <a:r>
              <a:rPr lang="en-US" dirty="0"/>
              <a:t> of all </a:t>
            </a:r>
            <a:r>
              <a:rPr lang="en-US" dirty="0" err="1"/>
              <a:t>unmatch</a:t>
            </a:r>
            <a:r>
              <a:rPr lang="en-US" dirty="0"/>
              <a:t> parameters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Run ParticleR.exe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dirty="0"/>
              <a:t>Generates *.D.csv report files</a:t>
            </a:r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marL="800100" lvl="1" indent="-342900">
              <a:buFont typeface="+mj-lt"/>
              <a:buAutoNum type="arabicPeriod"/>
            </a:pPr>
            <a:endParaRPr lang="en-US" dirty="0"/>
          </a:p>
          <a:p>
            <a:pPr lvl="1"/>
            <a:r>
              <a:rPr lang="en-US" dirty="0"/>
              <a:t>	</a:t>
            </a:r>
          </a:p>
          <a:p>
            <a:pPr marL="400050" indent="-4000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4706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12">
            <a:extLst>
              <a:ext uri="{FF2B5EF4-FFF2-40B4-BE49-F238E27FC236}">
                <a16:creationId xmlns:a16="http://schemas.microsoft.com/office/drawing/2014/main" id="{2F08231F-EBCD-3E30-6166-AC0555B011FF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6" name="Straight Connector 115">
            <a:extLst>
              <a:ext uri="{FF2B5EF4-FFF2-40B4-BE49-F238E27FC236}">
                <a16:creationId xmlns:a16="http://schemas.microsoft.com/office/drawing/2014/main" id="{DFE9EDC1-D2CF-3EBE-559C-DA9F01A84868}"/>
              </a:ext>
            </a:extLst>
          </p:cNvPr>
          <p:cNvCxnSpPr>
            <a:stCxn id="113" idx="1"/>
            <a:endCxn id="113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B9DF311-134E-D345-D981-F1206F6A5104}"/>
              </a:ext>
            </a:extLst>
          </p:cNvPr>
          <p:cNvCxnSpPr>
            <a:stCxn id="113" idx="0"/>
            <a:endCxn id="113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20D583DC-7772-6B39-4C96-76A1D4F8651A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631BC201-197B-D16C-7DCE-F69FFED36FEF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6526C799-FF42-8B94-A14B-C273176E04C5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1C4FD88F-F881-7C50-A75C-697D67B8FFCD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 xmlns="">
          <p:pic>
            <p:nvPicPr>
              <p:cNvPr id="133" name="Ink 132">
                <a:extLst>
                  <a:ext uri="{FF2B5EF4-FFF2-40B4-BE49-F238E27FC236}">
                    <a16:creationId xmlns:a16="http://schemas.microsoft.com/office/drawing/2014/main" id="{0BA17113-A76E-82BB-708D-13A848D3F8D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3" name="Group 152">
            <a:extLst>
              <a:ext uri="{FF2B5EF4-FFF2-40B4-BE49-F238E27FC236}">
                <a16:creationId xmlns:a16="http://schemas.microsoft.com/office/drawing/2014/main" id="{6286A50B-DBD3-9A06-FB45-86CCB7E954EB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8D97E026-9519-6218-587E-2FBA8DF1ECD6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DE6EB9F-B1F2-33B6-BCD4-FDD87DA1D20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DCEC7EA-C58C-CAB1-C472-9AA9947B01D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72C6C07C-0E16-2C46-C0C8-6A9272EF3EB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B00B2F1B-A619-4DB9-C6FB-A7FD7B70362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59" name="Group 158">
            <a:extLst>
              <a:ext uri="{FF2B5EF4-FFF2-40B4-BE49-F238E27FC236}">
                <a16:creationId xmlns:a16="http://schemas.microsoft.com/office/drawing/2014/main" id="{594E0A1D-BB4B-C736-FB52-2B51189A4466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97AA2F84-B4D4-BDCE-6E9A-719D195B90B6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938C6C-AF84-ED51-E470-5DE99B53BE3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C9B41CB-1598-904D-1C3C-90DEECB9F0D5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562430AE-7A19-BF25-4654-B59B116D7C00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AEC6C5DE-04B7-208B-616B-CB47EAF5510C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79C69572-E285-BFD0-7910-3BEB1F2094C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8B94B70E-ABC4-565B-378B-B0E5211829C1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B9211807-A8D3-F5AD-566E-678C902A0F7C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481F4337-8E36-C4FD-970A-E6679EE54638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8" name="Group 167">
            <a:extLst>
              <a:ext uri="{FF2B5EF4-FFF2-40B4-BE49-F238E27FC236}">
                <a16:creationId xmlns:a16="http://schemas.microsoft.com/office/drawing/2014/main" id="{070A1915-E22D-E80B-6493-60563E5177F6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138A2047-18B3-E18E-119D-C2D5DF703A6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9990937-FE80-D2EE-78E0-DF2C621F09F2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4CA22274-04FE-C3BB-D08C-E70749FF77AF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DE165603-C341-3557-968F-D4BBE4DEBE4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F23EDC53-B969-0BDC-9D2A-B42309AA8596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A4311D20-B5AA-2145-1CEA-5313EE5F67F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6FD9A4CA-B71B-438F-C7A1-175246FFC15F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DEEE2E62-10BA-AF2D-A1ED-42C55A349978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AF8E48D5-6B23-7C1B-4DE7-FAF433125017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DC57FD56-AECC-C1C5-10EE-EF500C14288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8105849F-0FD9-D5EB-5D6D-CC485D0C7B7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24BFE8F-9C44-E87F-DE8D-1E202B8399D0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35DC467A-5833-9AB9-9156-349BEC190FC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2694DA29-2E4D-6396-35B1-7A8AC24F64B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5C95D5-233B-BCAB-EAE4-070BDA7DC7AF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6911CFEA-7619-CD39-331C-D0B1BEA781BD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0" name="Group 189">
            <a:extLst>
              <a:ext uri="{FF2B5EF4-FFF2-40B4-BE49-F238E27FC236}">
                <a16:creationId xmlns:a16="http://schemas.microsoft.com/office/drawing/2014/main" id="{72D1EC88-589E-6A87-E523-FA9D726E32C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CAE0523-01D3-EAA1-D161-C3FE36C0872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4C0CC8C-CC27-6E4A-B24F-060DC23F567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A9A07216-7749-8C0F-4CDE-EB3115696B24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E024B4B9-7DAC-C52B-05C4-7435B63CC3A9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A9A158ED-4695-063F-F98F-495116D2939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27DF1E72-CDB3-A512-5EB1-67B61F7AD60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9F1566A0-010A-1863-1EFD-3C00DB58516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95455018-E96F-B26F-0C53-AE7829979A00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E7C2B838-F218-4CEE-4625-3623DA5FB4EE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52B4011-FBF5-0737-FEDC-A2EA75F687C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33E94C9-99B1-8B08-142B-BD1096E83448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E028640F-FD4B-6A6D-776F-742A73F7E9EA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556EF8CD-430B-8EBB-7B17-98CB26714325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A706D19-5DAB-92D9-ED6E-B772442A9A0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83CC0037-6203-9654-46E8-685F6CEFF6BD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AA4753CF-F907-1B5B-D826-1AAA949C4E2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1A6B20EF-BED1-A262-8319-241B1AC55BE2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BEA6FEC6-6331-B696-4DBA-1088B0D5CA29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57156192-5A60-967E-ABDB-E3D1F31CDD91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C16B9AB-5818-B962-1AF7-7A60663E572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1B193F0-5A4F-501A-3883-99D8878B31D8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3D93C715-4C3D-0108-8F67-EB92B632F5FF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211" name="Group 210">
            <a:extLst>
              <a:ext uri="{FF2B5EF4-FFF2-40B4-BE49-F238E27FC236}">
                <a16:creationId xmlns:a16="http://schemas.microsoft.com/office/drawing/2014/main" id="{017D865A-EBBE-1F4D-856B-B9B12FE56CC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A140DE46-6E10-4411-B732-32A9BEA7891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218C18B0-B669-2426-8C61-838017A7380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2C87428A-AB63-37D5-5F30-727CA696AE3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076B7C40-57A9-C092-26ED-F70B0128878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FCEA4B6-509B-D49D-D7C5-2FCB4C6CBD60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857B674A-1B9A-96A8-4677-488A16ADB119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403B2D6C-1EC0-E767-DF65-36DD34C59FCA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E8FE35AC-6C30-FDF8-EF2C-E24029D6B527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812CE06D-032F-ECD9-A75B-2FE9C5E6175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970F9E0D-EF77-65F4-8E88-B3C8137D6066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136CC6C-D279-FDA9-CDF2-9CCA31D4D8BB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F2306BCA-433E-45B3-CC6B-F251774244F1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BCFE15C-4455-107A-647D-5B0353B5A2C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6C3E47A5-59DF-B33B-C31A-1B1DC7DC71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 xmlns="">
          <p:pic>
            <p:nvPicPr>
              <p:cNvPr id="221" name="Ink 220">
                <a:extLst>
                  <a:ext uri="{FF2B5EF4-FFF2-40B4-BE49-F238E27FC236}">
                    <a16:creationId xmlns:a16="http://schemas.microsoft.com/office/drawing/2014/main" id="{55E95099-BD1D-3948-3730-FE68E561D957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26" name="Group 225">
            <a:extLst>
              <a:ext uri="{FF2B5EF4-FFF2-40B4-BE49-F238E27FC236}">
                <a16:creationId xmlns:a16="http://schemas.microsoft.com/office/drawing/2014/main" id="{B806DDF5-CD7C-80E8-B8AE-82EA85361F86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694E3C9D-34F5-E4B3-6274-3D042709D3C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66DE5D01-2E20-3045-3540-1BB731E5955B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9A5FC5DC-ABC3-16DA-F046-725DD07D3BD6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3FAD4559-982D-E405-3EA2-A1628250BA63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F7854D1B-19D0-15DA-479E-F549503756ED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55D427E0-43C3-A108-18AE-6F034067B7F6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AF89F4F-BCF7-B43F-3824-D6FA1F7E66C4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8DA29294-A9DF-16C1-3DFA-F072D02A42C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 xmlns="">
          <p:pic>
            <p:nvPicPr>
              <p:cNvPr id="231" name="Ink 230">
                <a:extLst>
                  <a:ext uri="{FF2B5EF4-FFF2-40B4-BE49-F238E27FC236}">
                    <a16:creationId xmlns:a16="http://schemas.microsoft.com/office/drawing/2014/main" id="{B5E107B7-23E6-2526-6E3A-0E5F5C28AF3F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240" name="Group 239">
            <a:extLst>
              <a:ext uri="{FF2B5EF4-FFF2-40B4-BE49-F238E27FC236}">
                <a16:creationId xmlns:a16="http://schemas.microsoft.com/office/drawing/2014/main" id="{25735725-D824-4C10-AC08-78AFD0296C59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410D794E-D758-71A8-0FB7-356BBFC5181A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28AEC3E0-2ECB-B780-71E1-D768C125EF3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A0FF168E-3DB4-C2BA-5156-80D9786D83A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9" name="Group 238">
            <a:extLst>
              <a:ext uri="{FF2B5EF4-FFF2-40B4-BE49-F238E27FC236}">
                <a16:creationId xmlns:a16="http://schemas.microsoft.com/office/drawing/2014/main" id="{88C107E2-B1B2-0D9A-13D6-22F595FA9B24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3BEA3EA7-7B61-1947-381E-1DF37F65009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B477456C-6400-83B6-2274-961F55B7058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71540E35-A1D7-4FCC-DC6A-51D874F7108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D588CF43-7A60-9081-96A1-347B5CB1537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 xmlns="">
          <p:pic>
            <p:nvPicPr>
              <p:cNvPr id="260" name="Ink 259">
                <a:extLst>
                  <a:ext uri="{FF2B5EF4-FFF2-40B4-BE49-F238E27FC236}">
                    <a16:creationId xmlns:a16="http://schemas.microsoft.com/office/drawing/2014/main" id="{4E607679-AB63-982E-29DB-4E248083CBF0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5" name="Group 294">
            <a:extLst>
              <a:ext uri="{FF2B5EF4-FFF2-40B4-BE49-F238E27FC236}">
                <a16:creationId xmlns:a16="http://schemas.microsoft.com/office/drawing/2014/main" id="{650D39F2-0094-69C4-15B3-4FD180DD4838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EB12D47B-F323-3AC0-BDAA-C4E1A37057AE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9A546218-BF76-AB82-036C-006983A94615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296" name="Ink 295">
                <a:extLst>
                  <a:ext uri="{FF2B5EF4-FFF2-40B4-BE49-F238E27FC236}">
                    <a16:creationId xmlns:a16="http://schemas.microsoft.com/office/drawing/2014/main" id="{06F1A085-EA74-3E14-A70B-FB952E2FEA06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302" name="Oval 301">
            <a:extLst>
              <a:ext uri="{FF2B5EF4-FFF2-40B4-BE49-F238E27FC236}">
                <a16:creationId xmlns:a16="http://schemas.microsoft.com/office/drawing/2014/main" id="{EF15B816-A5A6-576E-FB47-B730A7E9E38D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E30C1121-396E-7EC5-08F0-F0EFA9C2F26C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6A1EA841-1897-B6AC-5CF4-0257E13829EB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 xmlns="">
            <p:pic>
              <p:nvPicPr>
                <p:cNvPr id="304" name="Ink 303">
                  <a:extLst>
                    <a:ext uri="{FF2B5EF4-FFF2-40B4-BE49-F238E27FC236}">
                      <a16:creationId xmlns:a16="http://schemas.microsoft.com/office/drawing/2014/main" id="{794EF8B9-6FBD-7185-801C-362FDDC6A272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4CC01909-6FC5-D5A6-9D10-535D9EC5343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12D28FF2-92CD-9F77-12E6-2DE0E1729641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E554A6DA-2FE0-B8DD-0DFB-841DB3F2DE6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3" name="Group 312">
            <a:extLst>
              <a:ext uri="{FF2B5EF4-FFF2-40B4-BE49-F238E27FC236}">
                <a16:creationId xmlns:a16="http://schemas.microsoft.com/office/drawing/2014/main" id="{BACF6608-BD41-2B66-2E40-50EC9A0C39D5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C7E7E65A-B3AB-7D97-720F-8FE84CC5304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E542475-D722-10F1-CEB1-10FBA3321EDA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2B4A9697-FCEE-080E-C12F-2966A9B238E7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978D6BB7-0F23-C2B9-4011-B1232AD6746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8D98F2E9-51AB-2FD1-56C0-CDE2B39DC573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4B0A3213-BD85-D5E8-F0A3-D850194193C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CD4E9A40-7F45-0251-7D97-84A2EB70005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0" name="Group 359">
            <a:extLst>
              <a:ext uri="{FF2B5EF4-FFF2-40B4-BE49-F238E27FC236}">
                <a16:creationId xmlns:a16="http://schemas.microsoft.com/office/drawing/2014/main" id="{61F01E28-73E1-C51C-E944-5F7DECD2A3DA}"/>
              </a:ext>
            </a:extLst>
          </p:cNvPr>
          <p:cNvGrpSpPr/>
          <p:nvPr/>
        </p:nvGrpSpPr>
        <p:grpSpPr>
          <a:xfrm>
            <a:off x="628320" y="1427310"/>
            <a:ext cx="1217880" cy="293760"/>
            <a:chOff x="628320" y="1427310"/>
            <a:chExt cx="1217880" cy="29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14:cNvPr>
                <p14:cNvContentPartPr/>
                <p14:nvPr/>
              </p14:nvContentPartPr>
              <p14:xfrm>
                <a:off x="628320" y="1542510"/>
                <a:ext cx="122760" cy="16596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9FB2A4F5-C987-D72A-300E-750E72F0FE7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24000" y="1538190"/>
                  <a:ext cx="13140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14:cNvPr>
                <p14:cNvContentPartPr/>
                <p14:nvPr/>
              </p14:nvContentPartPr>
              <p14:xfrm>
                <a:off x="652800" y="1580310"/>
                <a:ext cx="86760" cy="7128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A1D9BFC3-77A0-B334-9468-1BE4BAEE8BFD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48480" y="1575990"/>
                  <a:ext cx="954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14:cNvPr>
                <p14:cNvContentPartPr/>
                <p14:nvPr/>
              </p14:nvContentPartPr>
              <p14:xfrm>
                <a:off x="808680" y="1578150"/>
                <a:ext cx="66600" cy="2664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CECE234A-8D09-F588-170F-80C1B290E804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804360" y="1573830"/>
                  <a:ext cx="752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14:cNvPr>
                <p14:cNvContentPartPr/>
                <p14:nvPr/>
              </p14:nvContentPartPr>
              <p14:xfrm>
                <a:off x="810480" y="1624590"/>
                <a:ext cx="106200" cy="31680"/>
              </p14:xfrm>
            </p:contentPart>
          </mc:Choice>
          <mc:Fallback xmlns="">
            <p:pic>
              <p:nvPicPr>
                <p:cNvPr id="353" name="Ink 352">
                  <a:extLst>
                    <a:ext uri="{FF2B5EF4-FFF2-40B4-BE49-F238E27FC236}">
                      <a16:creationId xmlns:a16="http://schemas.microsoft.com/office/drawing/2014/main" id="{57CFFF87-8F17-2590-EF55-4042E5332FE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06160" y="1620270"/>
                  <a:ext cx="1148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14:cNvPr>
                <p14:cNvContentPartPr/>
                <p14:nvPr/>
              </p14:nvContentPartPr>
              <p14:xfrm>
                <a:off x="971040" y="1554030"/>
                <a:ext cx="91440" cy="864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B1DD9D68-632C-EAAB-61E3-54F15AAEC645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966720" y="1549710"/>
                  <a:ext cx="10008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14:cNvPr>
                <p14:cNvContentPartPr/>
                <p14:nvPr/>
              </p14:nvContentPartPr>
              <p14:xfrm>
                <a:off x="1167960" y="1583190"/>
                <a:ext cx="51480" cy="98280"/>
              </p14:xfrm>
            </p:contentPart>
          </mc:Choice>
          <mc:Fallback xmlns="">
            <p:pic>
              <p:nvPicPr>
                <p:cNvPr id="355" name="Ink 354">
                  <a:extLst>
                    <a:ext uri="{FF2B5EF4-FFF2-40B4-BE49-F238E27FC236}">
                      <a16:creationId xmlns:a16="http://schemas.microsoft.com/office/drawing/2014/main" id="{BCB48952-29E8-C295-F279-3595CA970093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163640" y="1578870"/>
                  <a:ext cx="601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14:cNvPr>
                <p14:cNvContentPartPr/>
                <p14:nvPr/>
              </p14:nvContentPartPr>
              <p14:xfrm>
                <a:off x="1263720" y="1494630"/>
                <a:ext cx="154800" cy="22644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8DC40232-B63A-45E6-787D-381BE05AAE80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259400" y="1490310"/>
                  <a:ext cx="16344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14:cNvPr>
                <p14:cNvContentPartPr/>
                <p14:nvPr/>
              </p14:nvContentPartPr>
              <p14:xfrm>
                <a:off x="1466760" y="1498590"/>
                <a:ext cx="60840" cy="1440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53C53CB8-68C9-3BDB-EE4B-B7180DD194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462440" y="1494270"/>
                  <a:ext cx="6948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14:cNvPr>
                <p14:cNvContentPartPr/>
                <p14:nvPr/>
              </p14:nvContentPartPr>
              <p14:xfrm>
                <a:off x="1482600" y="1527750"/>
                <a:ext cx="75960" cy="3816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940E2CDC-89C8-80B1-8CCF-7A04C8EADC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478280" y="1523430"/>
                  <a:ext cx="8460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14:cNvPr>
                <p14:cNvContentPartPr/>
                <p14:nvPr/>
              </p14:nvContentPartPr>
              <p14:xfrm>
                <a:off x="1697160" y="1427310"/>
                <a:ext cx="149040" cy="118800"/>
              </p14:xfrm>
            </p:contentPart>
          </mc:Choice>
          <mc:Fallback xmlns="">
            <p:pic>
              <p:nvPicPr>
                <p:cNvPr id="359" name="Ink 358">
                  <a:extLst>
                    <a:ext uri="{FF2B5EF4-FFF2-40B4-BE49-F238E27FC236}">
                      <a16:creationId xmlns:a16="http://schemas.microsoft.com/office/drawing/2014/main" id="{D5462C58-952C-99BA-7CE6-2DF8A81CA2C8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692840" y="1422990"/>
                  <a:ext cx="15768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6" name="Group 365">
            <a:extLst>
              <a:ext uri="{FF2B5EF4-FFF2-40B4-BE49-F238E27FC236}">
                <a16:creationId xmlns:a16="http://schemas.microsoft.com/office/drawing/2014/main" id="{42B75400-2DC0-7F35-5607-4D3EAC1E7C24}"/>
              </a:ext>
            </a:extLst>
          </p:cNvPr>
          <p:cNvGrpSpPr/>
          <p:nvPr/>
        </p:nvGrpSpPr>
        <p:grpSpPr>
          <a:xfrm>
            <a:off x="586920" y="1899990"/>
            <a:ext cx="523800" cy="205200"/>
            <a:chOff x="586920" y="1899990"/>
            <a:chExt cx="52380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14:cNvPr>
                <p14:cNvContentPartPr/>
                <p14:nvPr/>
              </p14:nvContentPartPr>
              <p14:xfrm>
                <a:off x="586920" y="1899990"/>
                <a:ext cx="112680" cy="2052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96043F31-A9D0-1220-AF13-FE6B984ED12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582600" y="1895670"/>
                  <a:ext cx="12132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14:cNvPr>
                <p14:cNvContentPartPr/>
                <p14:nvPr/>
              </p14:nvContentPartPr>
              <p14:xfrm>
                <a:off x="598440" y="1978470"/>
                <a:ext cx="133920" cy="3672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309528AA-5666-7CB3-3B8D-2B2E0AC2B60B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94120" y="1974150"/>
                  <a:ext cx="142560" cy="4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14:cNvPr>
                <p14:cNvContentPartPr/>
                <p14:nvPr/>
              </p14:nvContentPartPr>
              <p14:xfrm>
                <a:off x="805800" y="1955430"/>
                <a:ext cx="60120" cy="144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EAB3CBEE-5D6B-1C5B-A8C0-8B3885D6A39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1480" y="1951110"/>
                  <a:ext cx="68760" cy="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14:cNvPr>
                <p14:cNvContentPartPr/>
                <p14:nvPr/>
              </p14:nvContentPartPr>
              <p14:xfrm>
                <a:off x="798600" y="1979190"/>
                <a:ext cx="123840" cy="52200"/>
              </p14:xfrm>
            </p:contentPart>
          </mc:Choice>
          <mc:Fallback xmlns="">
            <p:pic>
              <p:nvPicPr>
                <p:cNvPr id="364" name="Ink 363">
                  <a:extLst>
                    <a:ext uri="{FF2B5EF4-FFF2-40B4-BE49-F238E27FC236}">
                      <a16:creationId xmlns:a16="http://schemas.microsoft.com/office/drawing/2014/main" id="{4C5F7422-B909-A53C-6D4E-4D30B961949C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794280" y="1974870"/>
                  <a:ext cx="13248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14:cNvPr>
                <p14:cNvContentPartPr/>
                <p14:nvPr/>
              </p14:nvContentPartPr>
              <p14:xfrm>
                <a:off x="975720" y="1915830"/>
                <a:ext cx="135000" cy="114480"/>
              </p14:xfrm>
            </p:contentPart>
          </mc:Choice>
          <mc:Fallback xmlns="">
            <p:pic>
              <p:nvPicPr>
                <p:cNvPr id="365" name="Ink 364">
                  <a:extLst>
                    <a:ext uri="{FF2B5EF4-FFF2-40B4-BE49-F238E27FC236}">
                      <a16:creationId xmlns:a16="http://schemas.microsoft.com/office/drawing/2014/main" id="{A088091B-4426-190E-26D3-47822287170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971400" y="1911510"/>
                  <a:ext cx="143640" cy="1231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403" name="Oval 402">
            <a:extLst>
              <a:ext uri="{FF2B5EF4-FFF2-40B4-BE49-F238E27FC236}">
                <a16:creationId xmlns:a16="http://schemas.microsoft.com/office/drawing/2014/main" id="{39022436-2896-8F1A-2856-981956EFA1E1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5" name="Straight Connector 404">
            <a:extLst>
              <a:ext uri="{FF2B5EF4-FFF2-40B4-BE49-F238E27FC236}">
                <a16:creationId xmlns:a16="http://schemas.microsoft.com/office/drawing/2014/main" id="{435F65EF-017B-2830-3ED2-746D8D8369BF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97EBE1BA-2205-67F2-CDB7-55AABD462849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 xmlns="">
            <p:pic>
              <p:nvPicPr>
                <p:cNvPr id="410" name="Ink 409">
                  <a:extLst>
                    <a:ext uri="{FF2B5EF4-FFF2-40B4-BE49-F238E27FC236}">
                      <a16:creationId xmlns:a16="http://schemas.microsoft.com/office/drawing/2014/main" id="{91222DE4-27F7-1912-B49E-F443791396A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 xmlns="">
            <p:pic>
              <p:nvPicPr>
                <p:cNvPr id="411" name="Ink 410">
                  <a:extLst>
                    <a:ext uri="{FF2B5EF4-FFF2-40B4-BE49-F238E27FC236}">
                      <a16:creationId xmlns:a16="http://schemas.microsoft.com/office/drawing/2014/main" id="{94952BE8-A249-02B3-278E-220CB63F7DE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 xmlns="">
            <p:pic>
              <p:nvPicPr>
                <p:cNvPr id="412" name="Ink 411">
                  <a:extLst>
                    <a:ext uri="{FF2B5EF4-FFF2-40B4-BE49-F238E27FC236}">
                      <a16:creationId xmlns:a16="http://schemas.microsoft.com/office/drawing/2014/main" id="{A0A178F1-19C6-E92D-E0D5-0847F5810A0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 xmlns="">
            <p:pic>
              <p:nvPicPr>
                <p:cNvPr id="413" name="Ink 412">
                  <a:extLst>
                    <a:ext uri="{FF2B5EF4-FFF2-40B4-BE49-F238E27FC236}">
                      <a16:creationId xmlns:a16="http://schemas.microsoft.com/office/drawing/2014/main" id="{26FA114C-6991-5396-AE33-3D25DEBE45A2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 xmlns="">
            <p:pic>
              <p:nvPicPr>
                <p:cNvPr id="414" name="Ink 413">
                  <a:extLst>
                    <a:ext uri="{FF2B5EF4-FFF2-40B4-BE49-F238E27FC236}">
                      <a16:creationId xmlns:a16="http://schemas.microsoft.com/office/drawing/2014/main" id="{39329F85-A4B6-348F-57C8-A38D8EEA2E8A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 xmlns="">
            <p:pic>
              <p:nvPicPr>
                <p:cNvPr id="415" name="Ink 414">
                  <a:extLst>
                    <a:ext uri="{FF2B5EF4-FFF2-40B4-BE49-F238E27FC236}">
                      <a16:creationId xmlns:a16="http://schemas.microsoft.com/office/drawing/2014/main" id="{A58326CF-8983-482B-25CB-8B7CA55977B5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 xmlns="">
            <p:pic>
              <p:nvPicPr>
                <p:cNvPr id="416" name="Ink 415">
                  <a:extLst>
                    <a:ext uri="{FF2B5EF4-FFF2-40B4-BE49-F238E27FC236}">
                      <a16:creationId xmlns:a16="http://schemas.microsoft.com/office/drawing/2014/main" id="{9DEF42BB-5D89-A2E4-BDB1-5E21231849F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 xmlns="">
            <p:pic>
              <p:nvPicPr>
                <p:cNvPr id="417" name="Ink 416">
                  <a:extLst>
                    <a:ext uri="{FF2B5EF4-FFF2-40B4-BE49-F238E27FC236}">
                      <a16:creationId xmlns:a16="http://schemas.microsoft.com/office/drawing/2014/main" id="{1DBB94A6-86C2-C99C-95BE-3931D2AD7B6B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54B7BB8E-3DF8-335C-B778-A806E16696AF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 xmlns="">
            <p:pic>
              <p:nvPicPr>
                <p:cNvPr id="425" name="Ink 424">
                  <a:extLst>
                    <a:ext uri="{FF2B5EF4-FFF2-40B4-BE49-F238E27FC236}">
                      <a16:creationId xmlns:a16="http://schemas.microsoft.com/office/drawing/2014/main" id="{54F6DD60-C6FB-2874-A6EF-9FFBB809521C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 xmlns="">
            <p:pic>
              <p:nvPicPr>
                <p:cNvPr id="426" name="Ink 425">
                  <a:extLst>
                    <a:ext uri="{FF2B5EF4-FFF2-40B4-BE49-F238E27FC236}">
                      <a16:creationId xmlns:a16="http://schemas.microsoft.com/office/drawing/2014/main" id="{8EC53D25-B233-399E-0253-461F5F96F1AC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6">
            <p14:nvContentPartPr>
              <p14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 xmlns="">
          <p:pic>
            <p:nvPicPr>
              <p:cNvPr id="427" name="Ink 426">
                <a:extLst>
                  <a:ext uri="{FF2B5EF4-FFF2-40B4-BE49-F238E27FC236}">
                    <a16:creationId xmlns:a16="http://schemas.microsoft.com/office/drawing/2014/main" id="{35BC6EA4-2475-34C9-5C99-F9E05B0A6C91}"/>
                  </a:ext>
                </a:extLst>
              </p:cNvPr>
              <p:cNvPicPr/>
              <p:nvPr/>
            </p:nvPicPr>
            <p:blipFill>
              <a:blip r:embed="rId237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8">
            <p14:nvContentPartPr>
              <p14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 xmlns="">
          <p:pic>
            <p:nvPicPr>
              <p:cNvPr id="552" name="Ink 551">
                <a:extLst>
                  <a:ext uri="{FF2B5EF4-FFF2-40B4-BE49-F238E27FC236}">
                    <a16:creationId xmlns:a16="http://schemas.microsoft.com/office/drawing/2014/main" id="{E3148B79-C678-2315-68CB-117C59290445}"/>
                  </a:ext>
                </a:extLst>
              </p:cNvPr>
              <p:cNvPicPr/>
              <p:nvPr/>
            </p:nvPicPr>
            <p:blipFill>
              <a:blip r:embed="rId239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0">
            <p14:nvContentPartPr>
              <p14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 xmlns="">
          <p:pic>
            <p:nvPicPr>
              <p:cNvPr id="557" name="Ink 556">
                <a:extLst>
                  <a:ext uri="{FF2B5EF4-FFF2-40B4-BE49-F238E27FC236}">
                    <a16:creationId xmlns:a16="http://schemas.microsoft.com/office/drawing/2014/main" id="{E214424E-CF27-9729-09C3-8BD1AF2E2D32}"/>
                  </a:ext>
                </a:extLst>
              </p:cNvPr>
              <p:cNvPicPr/>
              <p:nvPr/>
            </p:nvPicPr>
            <p:blipFill>
              <a:blip r:embed="rId241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564" name="Group 563">
            <a:extLst>
              <a:ext uri="{FF2B5EF4-FFF2-40B4-BE49-F238E27FC236}">
                <a16:creationId xmlns:a16="http://schemas.microsoft.com/office/drawing/2014/main" id="{CAAC55FD-4BAC-021B-5DBA-75593B4786F2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 xmlns="">
            <p:pic>
              <p:nvPicPr>
                <p:cNvPr id="558" name="Ink 557">
                  <a:extLst>
                    <a:ext uri="{FF2B5EF4-FFF2-40B4-BE49-F238E27FC236}">
                      <a16:creationId xmlns:a16="http://schemas.microsoft.com/office/drawing/2014/main" id="{52C478E9-084D-368E-C136-2CC9615FD97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 xmlns="">
            <p:pic>
              <p:nvPicPr>
                <p:cNvPr id="559" name="Ink 558">
                  <a:extLst>
                    <a:ext uri="{FF2B5EF4-FFF2-40B4-BE49-F238E27FC236}">
                      <a16:creationId xmlns:a16="http://schemas.microsoft.com/office/drawing/2014/main" id="{FDEC47FD-E0FB-50CF-CE0B-7703FA5E8C7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 xmlns="">
            <p:pic>
              <p:nvPicPr>
                <p:cNvPr id="560" name="Ink 559">
                  <a:extLst>
                    <a:ext uri="{FF2B5EF4-FFF2-40B4-BE49-F238E27FC236}">
                      <a16:creationId xmlns:a16="http://schemas.microsoft.com/office/drawing/2014/main" id="{CEA3EBB8-B94F-3DE4-E4C8-CBD2DE78327E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48">
            <p14:nvContentPartPr>
              <p14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 xmlns="">
          <p:pic>
            <p:nvPicPr>
              <p:cNvPr id="565" name="Ink 564">
                <a:extLst>
                  <a:ext uri="{FF2B5EF4-FFF2-40B4-BE49-F238E27FC236}">
                    <a16:creationId xmlns:a16="http://schemas.microsoft.com/office/drawing/2014/main" id="{A5BCB173-C327-5185-87D8-20D47C9BA4CA}"/>
                  </a:ext>
                </a:extLst>
              </p:cNvPr>
              <p:cNvPicPr/>
              <p:nvPr/>
            </p:nvPicPr>
            <p:blipFill>
              <a:blip r:embed="rId249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572" name="Group 571">
            <a:extLst>
              <a:ext uri="{FF2B5EF4-FFF2-40B4-BE49-F238E27FC236}">
                <a16:creationId xmlns:a16="http://schemas.microsoft.com/office/drawing/2014/main" id="{48CDD929-64CC-B4FD-2407-06C886BCB196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 xmlns="">
            <p:pic>
              <p:nvPicPr>
                <p:cNvPr id="566" name="Ink 565">
                  <a:extLst>
                    <a:ext uri="{FF2B5EF4-FFF2-40B4-BE49-F238E27FC236}">
                      <a16:creationId xmlns:a16="http://schemas.microsoft.com/office/drawing/2014/main" id="{9C9EB384-440C-70C8-0F52-F0C850F3C53E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 xmlns="">
            <p:pic>
              <p:nvPicPr>
                <p:cNvPr id="567" name="Ink 566">
                  <a:extLst>
                    <a:ext uri="{FF2B5EF4-FFF2-40B4-BE49-F238E27FC236}">
                      <a16:creationId xmlns:a16="http://schemas.microsoft.com/office/drawing/2014/main" id="{135E588E-333B-8937-7C84-31D42C4842D8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 xmlns="">
            <p:pic>
              <p:nvPicPr>
                <p:cNvPr id="568" name="Ink 567">
                  <a:extLst>
                    <a:ext uri="{FF2B5EF4-FFF2-40B4-BE49-F238E27FC236}">
                      <a16:creationId xmlns:a16="http://schemas.microsoft.com/office/drawing/2014/main" id="{1BB1989C-1B4A-272A-65BD-3EE885F6C0DD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 xmlns="">
            <p:pic>
              <p:nvPicPr>
                <p:cNvPr id="569" name="Ink 568">
                  <a:extLst>
                    <a:ext uri="{FF2B5EF4-FFF2-40B4-BE49-F238E27FC236}">
                      <a16:creationId xmlns:a16="http://schemas.microsoft.com/office/drawing/2014/main" id="{E83491A7-E6D7-F6B1-DCB3-12764CAE333C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 xmlns="">
            <p:pic>
              <p:nvPicPr>
                <p:cNvPr id="570" name="Ink 569">
                  <a:extLst>
                    <a:ext uri="{FF2B5EF4-FFF2-40B4-BE49-F238E27FC236}">
                      <a16:creationId xmlns:a16="http://schemas.microsoft.com/office/drawing/2014/main" id="{EFDC76C4-553E-2805-2B18-0657D3FDA221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 xmlns="">
            <p:pic>
              <p:nvPicPr>
                <p:cNvPr id="571" name="Ink 570">
                  <a:extLst>
                    <a:ext uri="{FF2B5EF4-FFF2-40B4-BE49-F238E27FC236}">
                      <a16:creationId xmlns:a16="http://schemas.microsoft.com/office/drawing/2014/main" id="{DBD98FB1-94D0-7760-9807-B95EBAE63E03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1" name="Group 580">
            <a:extLst>
              <a:ext uri="{FF2B5EF4-FFF2-40B4-BE49-F238E27FC236}">
                <a16:creationId xmlns:a16="http://schemas.microsoft.com/office/drawing/2014/main" id="{9240324E-BD7B-20B4-328C-F22A8AECC8DC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 xmlns="">
            <p:pic>
              <p:nvPicPr>
                <p:cNvPr id="573" name="Ink 572">
                  <a:extLst>
                    <a:ext uri="{FF2B5EF4-FFF2-40B4-BE49-F238E27FC236}">
                      <a16:creationId xmlns:a16="http://schemas.microsoft.com/office/drawing/2014/main" id="{81C15C4C-4384-8992-E4DB-8D7208D97266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 xmlns="">
            <p:pic>
              <p:nvPicPr>
                <p:cNvPr id="574" name="Ink 573">
                  <a:extLst>
                    <a:ext uri="{FF2B5EF4-FFF2-40B4-BE49-F238E27FC236}">
                      <a16:creationId xmlns:a16="http://schemas.microsoft.com/office/drawing/2014/main" id="{58ED4288-6C40-16FE-ACE0-A08FCB9C976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 xmlns="">
            <p:pic>
              <p:nvPicPr>
                <p:cNvPr id="575" name="Ink 574">
                  <a:extLst>
                    <a:ext uri="{FF2B5EF4-FFF2-40B4-BE49-F238E27FC236}">
                      <a16:creationId xmlns:a16="http://schemas.microsoft.com/office/drawing/2014/main" id="{211D36C3-690D-0A62-A52E-963A67191BBD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 xmlns="">
            <p:pic>
              <p:nvPicPr>
                <p:cNvPr id="577" name="Ink 576">
                  <a:extLst>
                    <a:ext uri="{FF2B5EF4-FFF2-40B4-BE49-F238E27FC236}">
                      <a16:creationId xmlns:a16="http://schemas.microsoft.com/office/drawing/2014/main" id="{668CC8E6-173C-824A-B9EF-B582CB01DE43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 xmlns="">
            <p:pic>
              <p:nvPicPr>
                <p:cNvPr id="578" name="Ink 577">
                  <a:extLst>
                    <a:ext uri="{FF2B5EF4-FFF2-40B4-BE49-F238E27FC236}">
                      <a16:creationId xmlns:a16="http://schemas.microsoft.com/office/drawing/2014/main" id="{BD5BDA3F-4221-B6DC-1DE4-F0988EE3D94B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 xmlns="">
            <p:pic>
              <p:nvPicPr>
                <p:cNvPr id="579" name="Ink 578">
                  <a:extLst>
                    <a:ext uri="{FF2B5EF4-FFF2-40B4-BE49-F238E27FC236}">
                      <a16:creationId xmlns:a16="http://schemas.microsoft.com/office/drawing/2014/main" id="{855DB2B6-62CC-B857-4E91-FFCE5D26DF48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 xmlns="">
            <p:pic>
              <p:nvPicPr>
                <p:cNvPr id="580" name="Ink 579">
                  <a:extLst>
                    <a:ext uri="{FF2B5EF4-FFF2-40B4-BE49-F238E27FC236}">
                      <a16:creationId xmlns:a16="http://schemas.microsoft.com/office/drawing/2014/main" id="{F8AB2E8B-8C84-4EDD-1133-7A70599CA86A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0" name="Group 609">
            <a:extLst>
              <a:ext uri="{FF2B5EF4-FFF2-40B4-BE49-F238E27FC236}">
                <a16:creationId xmlns:a16="http://schemas.microsoft.com/office/drawing/2014/main" id="{4323B258-96C2-34AC-245A-408999C7FEC1}"/>
              </a:ext>
            </a:extLst>
          </p:cNvPr>
          <p:cNvGrpSpPr/>
          <p:nvPr/>
        </p:nvGrpSpPr>
        <p:grpSpPr>
          <a:xfrm>
            <a:off x="501960" y="4012470"/>
            <a:ext cx="550440" cy="423000"/>
            <a:chOff x="501960" y="4012470"/>
            <a:chExt cx="550440" cy="423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14:cNvPr>
                <p14:cNvContentPartPr/>
                <p14:nvPr/>
              </p14:nvContentPartPr>
              <p14:xfrm>
                <a:off x="501960" y="4350150"/>
                <a:ext cx="92160" cy="85320"/>
              </p14:xfrm>
            </p:contentPart>
          </mc:Choice>
          <mc:Fallback xmlns="">
            <p:pic>
              <p:nvPicPr>
                <p:cNvPr id="605" name="Ink 604">
                  <a:extLst>
                    <a:ext uri="{FF2B5EF4-FFF2-40B4-BE49-F238E27FC236}">
                      <a16:creationId xmlns:a16="http://schemas.microsoft.com/office/drawing/2014/main" id="{036157E9-16CF-615B-2D2E-B932C6219BF3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497640" y="4345830"/>
                  <a:ext cx="1008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14:cNvPr>
                <p14:cNvContentPartPr/>
                <p14:nvPr/>
              </p14:nvContentPartPr>
              <p14:xfrm>
                <a:off x="676560" y="4318470"/>
                <a:ext cx="23040" cy="19080"/>
              </p14:xfrm>
            </p:contentPart>
          </mc:Choice>
          <mc:Fallback xmlns="">
            <p:pic>
              <p:nvPicPr>
                <p:cNvPr id="606" name="Ink 605">
                  <a:extLst>
                    <a:ext uri="{FF2B5EF4-FFF2-40B4-BE49-F238E27FC236}">
                      <a16:creationId xmlns:a16="http://schemas.microsoft.com/office/drawing/2014/main" id="{578372F5-8149-CD90-D7B7-FAC2FAD68F6D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672240" y="4314150"/>
                  <a:ext cx="3168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14:cNvPr>
                <p14:cNvContentPartPr/>
                <p14:nvPr/>
              </p14:nvContentPartPr>
              <p14:xfrm>
                <a:off x="705720" y="4227390"/>
                <a:ext cx="123480" cy="55800"/>
              </p14:xfrm>
            </p:contentPart>
          </mc:Choice>
          <mc:Fallback xmlns="">
            <p:pic>
              <p:nvPicPr>
                <p:cNvPr id="607" name="Ink 606">
                  <a:extLst>
                    <a:ext uri="{FF2B5EF4-FFF2-40B4-BE49-F238E27FC236}">
                      <a16:creationId xmlns:a16="http://schemas.microsoft.com/office/drawing/2014/main" id="{BC841755-CDB7-76F6-AF1E-761A0A3778FD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701400" y="4223070"/>
                  <a:ext cx="13212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14:cNvPr>
                <p14:cNvContentPartPr/>
                <p14:nvPr/>
              </p14:nvContentPartPr>
              <p14:xfrm>
                <a:off x="884280" y="4155750"/>
                <a:ext cx="45000" cy="78480"/>
              </p14:xfrm>
            </p:contentPart>
          </mc:Choice>
          <mc:Fallback xmlns="">
            <p:pic>
              <p:nvPicPr>
                <p:cNvPr id="608" name="Ink 607">
                  <a:extLst>
                    <a:ext uri="{FF2B5EF4-FFF2-40B4-BE49-F238E27FC236}">
                      <a16:creationId xmlns:a16="http://schemas.microsoft.com/office/drawing/2014/main" id="{606D1CDE-49BE-D347-677C-4C0EF29E9496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879960" y="4151430"/>
                  <a:ext cx="536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14:cNvPr>
                <p14:cNvContentPartPr/>
                <p14:nvPr/>
              </p14:nvContentPartPr>
              <p14:xfrm>
                <a:off x="877080" y="4012470"/>
                <a:ext cx="175320" cy="129240"/>
              </p14:xfrm>
            </p:contentPart>
          </mc:Choice>
          <mc:Fallback xmlns="">
            <p:pic>
              <p:nvPicPr>
                <p:cNvPr id="609" name="Ink 608">
                  <a:extLst>
                    <a:ext uri="{FF2B5EF4-FFF2-40B4-BE49-F238E27FC236}">
                      <a16:creationId xmlns:a16="http://schemas.microsoft.com/office/drawing/2014/main" id="{620121C9-A45D-91EF-9E57-47194009D0AE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872760" y="4008150"/>
                  <a:ext cx="183960" cy="13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0" name="Group 669">
            <a:extLst>
              <a:ext uri="{FF2B5EF4-FFF2-40B4-BE49-F238E27FC236}">
                <a16:creationId xmlns:a16="http://schemas.microsoft.com/office/drawing/2014/main" id="{89C2A117-72DB-1B35-13FE-DD7FB775FBBE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4" name="Group 673">
            <a:extLst>
              <a:ext uri="{FF2B5EF4-FFF2-40B4-BE49-F238E27FC236}">
                <a16:creationId xmlns:a16="http://schemas.microsoft.com/office/drawing/2014/main" id="{9E7F9E2F-FA32-A9EA-3D0E-0A656591A6D0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8" name="Group 687">
            <a:extLst>
              <a:ext uri="{FF2B5EF4-FFF2-40B4-BE49-F238E27FC236}">
                <a16:creationId xmlns:a16="http://schemas.microsoft.com/office/drawing/2014/main" id="{D706BA13-56DF-07F0-D264-B12B302908F2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5" name="Group 694">
            <a:extLst>
              <a:ext uri="{FF2B5EF4-FFF2-40B4-BE49-F238E27FC236}">
                <a16:creationId xmlns:a16="http://schemas.microsoft.com/office/drawing/2014/main" id="{6B9D1CB5-9EC5-E382-6600-1AC1EEB04747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2" name="Group 701">
            <a:extLst>
              <a:ext uri="{FF2B5EF4-FFF2-40B4-BE49-F238E27FC236}">
                <a16:creationId xmlns:a16="http://schemas.microsoft.com/office/drawing/2014/main" id="{F75899EF-5D66-35AD-DF4D-231ECA40CC41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0" name="Group 709">
            <a:extLst>
              <a:ext uri="{FF2B5EF4-FFF2-40B4-BE49-F238E27FC236}">
                <a16:creationId xmlns:a16="http://schemas.microsoft.com/office/drawing/2014/main" id="{AB5E20A5-385D-C8EA-6B59-5225A9825F11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21" name="Group 720">
            <a:extLst>
              <a:ext uri="{FF2B5EF4-FFF2-40B4-BE49-F238E27FC236}">
                <a16:creationId xmlns:a16="http://schemas.microsoft.com/office/drawing/2014/main" id="{535C1729-B469-C0A8-B449-3C7DF659B778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8" name="Group 737">
            <a:extLst>
              <a:ext uri="{FF2B5EF4-FFF2-40B4-BE49-F238E27FC236}">
                <a16:creationId xmlns:a16="http://schemas.microsoft.com/office/drawing/2014/main" id="{AD85256E-FF2E-907F-C4C4-39CECD70A8DA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719943EF-0E91-66E7-244E-F6F88BC82404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45" name="Group 744">
            <a:extLst>
              <a:ext uri="{FF2B5EF4-FFF2-40B4-BE49-F238E27FC236}">
                <a16:creationId xmlns:a16="http://schemas.microsoft.com/office/drawing/2014/main" id="{05ABF49B-DEC4-6867-9452-E84DFF706858}"/>
              </a:ext>
            </a:extLst>
          </p:cNvPr>
          <p:cNvGrpSpPr/>
          <p:nvPr/>
        </p:nvGrpSpPr>
        <p:grpSpPr>
          <a:xfrm>
            <a:off x="8345640" y="2390670"/>
            <a:ext cx="162720" cy="229320"/>
            <a:chOff x="8345640" y="2390670"/>
            <a:chExt cx="162720" cy="22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14:cNvPr>
                <p14:cNvContentPartPr/>
                <p14:nvPr/>
              </p14:nvContentPartPr>
              <p14:xfrm>
                <a:off x="8345640" y="2390670"/>
                <a:ext cx="117720" cy="165600"/>
              </p14:xfrm>
            </p:contentPart>
          </mc:Choice>
          <mc:Fallback xmlns="">
            <p:pic>
              <p:nvPicPr>
                <p:cNvPr id="739" name="Ink 738">
                  <a:extLst>
                    <a:ext uri="{FF2B5EF4-FFF2-40B4-BE49-F238E27FC236}">
                      <a16:creationId xmlns:a16="http://schemas.microsoft.com/office/drawing/2014/main" id="{4A5A2D4B-6171-AEF3-2237-299E53A4B834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341320" y="2386350"/>
                  <a:ext cx="12636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14:cNvPr>
                <p14:cNvContentPartPr/>
                <p14:nvPr/>
              </p14:nvContentPartPr>
              <p14:xfrm>
                <a:off x="8362920" y="2402550"/>
                <a:ext cx="89280" cy="99000"/>
              </p14:xfrm>
            </p:contentPart>
          </mc:Choice>
          <mc:Fallback xmlns="">
            <p:pic>
              <p:nvPicPr>
                <p:cNvPr id="740" name="Ink 739">
                  <a:extLst>
                    <a:ext uri="{FF2B5EF4-FFF2-40B4-BE49-F238E27FC236}">
                      <a16:creationId xmlns:a16="http://schemas.microsoft.com/office/drawing/2014/main" id="{5FD769A3-D76D-4E6D-289B-93DF023FAB8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358600" y="2398230"/>
                  <a:ext cx="979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14:cNvPr>
                <p14:cNvContentPartPr/>
                <p14:nvPr/>
              </p14:nvContentPartPr>
              <p14:xfrm>
                <a:off x="8492160" y="2499750"/>
                <a:ext cx="16200" cy="120240"/>
              </p14:xfrm>
            </p:contentPart>
          </mc:Choice>
          <mc:Fallback xmlns="">
            <p:pic>
              <p:nvPicPr>
                <p:cNvPr id="741" name="Ink 740">
                  <a:extLst>
                    <a:ext uri="{FF2B5EF4-FFF2-40B4-BE49-F238E27FC236}">
                      <a16:creationId xmlns:a16="http://schemas.microsoft.com/office/drawing/2014/main" id="{56FEDA52-6200-5726-92AB-5022AAEFF025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487840" y="2495430"/>
                  <a:ext cx="24840" cy="128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2" name="Group 751">
            <a:extLst>
              <a:ext uri="{FF2B5EF4-FFF2-40B4-BE49-F238E27FC236}">
                <a16:creationId xmlns:a16="http://schemas.microsoft.com/office/drawing/2014/main" id="{8C821774-A4C3-2678-7662-08610CAA173C}"/>
              </a:ext>
            </a:extLst>
          </p:cNvPr>
          <p:cNvGrpSpPr/>
          <p:nvPr/>
        </p:nvGrpSpPr>
        <p:grpSpPr>
          <a:xfrm>
            <a:off x="8664960" y="2392110"/>
            <a:ext cx="844920" cy="134280"/>
            <a:chOff x="8664960" y="2392110"/>
            <a:chExt cx="844920" cy="134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14:cNvPr>
                <p14:cNvContentPartPr/>
                <p14:nvPr/>
              </p14:nvContentPartPr>
              <p14:xfrm>
                <a:off x="8664960" y="2449710"/>
                <a:ext cx="108000" cy="36000"/>
              </p14:xfrm>
            </p:contentPart>
          </mc:Choice>
          <mc:Fallback xmlns="">
            <p:pic>
              <p:nvPicPr>
                <p:cNvPr id="742" name="Ink 741">
                  <a:extLst>
                    <a:ext uri="{FF2B5EF4-FFF2-40B4-BE49-F238E27FC236}">
                      <a16:creationId xmlns:a16="http://schemas.microsoft.com/office/drawing/2014/main" id="{2F178B2A-F33C-3F48-7852-8AD283EC9C9E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660640" y="2445390"/>
                  <a:ext cx="1166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14:cNvPr>
                <p14:cNvContentPartPr/>
                <p14:nvPr/>
              </p14:nvContentPartPr>
              <p14:xfrm>
                <a:off x="8677920" y="2492190"/>
                <a:ext cx="142920" cy="34200"/>
              </p14:xfrm>
            </p:contentPart>
          </mc:Choice>
          <mc:Fallback xmlns="">
            <p:pic>
              <p:nvPicPr>
                <p:cNvPr id="743" name="Ink 742">
                  <a:extLst>
                    <a:ext uri="{FF2B5EF4-FFF2-40B4-BE49-F238E27FC236}">
                      <a16:creationId xmlns:a16="http://schemas.microsoft.com/office/drawing/2014/main" id="{8A5CBCB1-B8DD-0924-A75B-E1BFF272CE38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673600" y="2487870"/>
                  <a:ext cx="15156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14:cNvPr>
                <p14:cNvContentPartPr/>
                <p14:nvPr/>
              </p14:nvContentPartPr>
              <p14:xfrm>
                <a:off x="8880960" y="2412270"/>
                <a:ext cx="127080" cy="93600"/>
              </p14:xfrm>
            </p:contentPart>
          </mc:Choice>
          <mc:Fallback xmlns="">
            <p:pic>
              <p:nvPicPr>
                <p:cNvPr id="746" name="Ink 745">
                  <a:extLst>
                    <a:ext uri="{FF2B5EF4-FFF2-40B4-BE49-F238E27FC236}">
                      <a16:creationId xmlns:a16="http://schemas.microsoft.com/office/drawing/2014/main" id="{9C980EC1-9645-B4DC-D00F-AAAEAD933198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8876640" y="2407950"/>
                  <a:ext cx="13572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14:cNvPr>
                <p14:cNvContentPartPr/>
                <p14:nvPr/>
              </p14:nvContentPartPr>
              <p14:xfrm>
                <a:off x="9062040" y="2448990"/>
                <a:ext cx="13320" cy="47520"/>
              </p14:xfrm>
            </p:contentPart>
          </mc:Choice>
          <mc:Fallback xmlns="">
            <p:pic>
              <p:nvPicPr>
                <p:cNvPr id="747" name="Ink 746">
                  <a:extLst>
                    <a:ext uri="{FF2B5EF4-FFF2-40B4-BE49-F238E27FC236}">
                      <a16:creationId xmlns:a16="http://schemas.microsoft.com/office/drawing/2014/main" id="{23AAAFD5-EA77-ADA1-EFDC-80BE7565EB91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9057720" y="2444670"/>
                  <a:ext cx="2196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14:cNvPr>
                <p14:cNvContentPartPr/>
                <p14:nvPr/>
              </p14:nvContentPartPr>
              <p14:xfrm>
                <a:off x="9102000" y="2406150"/>
                <a:ext cx="102240" cy="107640"/>
              </p14:xfrm>
            </p:contentPart>
          </mc:Choice>
          <mc:Fallback xmlns="">
            <p:pic>
              <p:nvPicPr>
                <p:cNvPr id="748" name="Ink 747">
                  <a:extLst>
                    <a:ext uri="{FF2B5EF4-FFF2-40B4-BE49-F238E27FC236}">
                      <a16:creationId xmlns:a16="http://schemas.microsoft.com/office/drawing/2014/main" id="{4ECD6D57-8AB6-AB43-3550-0A499FAF2B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97680" y="2401830"/>
                  <a:ext cx="1108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14:cNvPr>
                <p14:cNvContentPartPr/>
                <p14:nvPr/>
              </p14:nvContentPartPr>
              <p14:xfrm>
                <a:off x="9157080" y="2394270"/>
                <a:ext cx="114120" cy="15480"/>
              </p14:xfrm>
            </p:contentPart>
          </mc:Choice>
          <mc:Fallback xmlns="">
            <p:pic>
              <p:nvPicPr>
                <p:cNvPr id="749" name="Ink 748">
                  <a:extLst>
                    <a:ext uri="{FF2B5EF4-FFF2-40B4-BE49-F238E27FC236}">
                      <a16:creationId xmlns:a16="http://schemas.microsoft.com/office/drawing/2014/main" id="{082A076D-71D9-BE6D-A1B3-70F0DF3E3DEE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52760" y="2389950"/>
                  <a:ext cx="12276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14:cNvPr>
                <p14:cNvContentPartPr/>
                <p14:nvPr/>
              </p14:nvContentPartPr>
              <p14:xfrm>
                <a:off x="9396840" y="2392110"/>
                <a:ext cx="37800" cy="129240"/>
              </p14:xfrm>
            </p:contentPart>
          </mc:Choice>
          <mc:Fallback xmlns="">
            <p:pic>
              <p:nvPicPr>
                <p:cNvPr id="750" name="Ink 749">
                  <a:extLst>
                    <a:ext uri="{FF2B5EF4-FFF2-40B4-BE49-F238E27FC236}">
                      <a16:creationId xmlns:a16="http://schemas.microsoft.com/office/drawing/2014/main" id="{08D81943-EE9A-B725-FCFF-E5B67F64A10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392520" y="2387790"/>
                  <a:ext cx="464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14:cNvPr>
                <p14:cNvContentPartPr/>
                <p14:nvPr/>
              </p14:nvContentPartPr>
              <p14:xfrm>
                <a:off x="9333120" y="2452950"/>
                <a:ext cx="176760" cy="32040"/>
              </p14:xfrm>
            </p:contentPart>
          </mc:Choice>
          <mc:Fallback xmlns="">
            <p:pic>
              <p:nvPicPr>
                <p:cNvPr id="751" name="Ink 750">
                  <a:extLst>
                    <a:ext uri="{FF2B5EF4-FFF2-40B4-BE49-F238E27FC236}">
                      <a16:creationId xmlns:a16="http://schemas.microsoft.com/office/drawing/2014/main" id="{B14F4FD2-9DF0-3BB6-941E-FBB72FF5259A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328800" y="2448630"/>
                  <a:ext cx="185400" cy="40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6" name="Group 755">
            <a:extLst>
              <a:ext uri="{FF2B5EF4-FFF2-40B4-BE49-F238E27FC236}">
                <a16:creationId xmlns:a16="http://schemas.microsoft.com/office/drawing/2014/main" id="{FACDF68F-B3BE-0CAA-D60E-4687F962871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 xmlns="">
            <p:pic>
              <p:nvPicPr>
                <p:cNvPr id="753" name="Ink 752">
                  <a:extLst>
                    <a:ext uri="{FF2B5EF4-FFF2-40B4-BE49-F238E27FC236}">
                      <a16:creationId xmlns:a16="http://schemas.microsoft.com/office/drawing/2014/main" id="{124F1442-93A9-5C95-75E2-AB7AF46844EA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 xmlns="">
            <p:pic>
              <p:nvPicPr>
                <p:cNvPr id="754" name="Ink 753">
                  <a:extLst>
                    <a:ext uri="{FF2B5EF4-FFF2-40B4-BE49-F238E27FC236}">
                      <a16:creationId xmlns:a16="http://schemas.microsoft.com/office/drawing/2014/main" id="{C1B45F15-ABC1-33BD-B636-31DCF8030F6F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 xmlns="">
            <p:pic>
              <p:nvPicPr>
                <p:cNvPr id="755" name="Ink 754">
                  <a:extLst>
                    <a:ext uri="{FF2B5EF4-FFF2-40B4-BE49-F238E27FC236}">
                      <a16:creationId xmlns:a16="http://schemas.microsoft.com/office/drawing/2014/main" id="{3D58DA18-3AA8-D2D1-0B62-442ECCF6B44A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3" name="Group 762">
            <a:extLst>
              <a:ext uri="{FF2B5EF4-FFF2-40B4-BE49-F238E27FC236}">
                <a16:creationId xmlns:a16="http://schemas.microsoft.com/office/drawing/2014/main" id="{C0E3E02D-9487-BEC8-484E-DCBFEE12A941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 xmlns="">
            <p:pic>
              <p:nvPicPr>
                <p:cNvPr id="757" name="Ink 756">
                  <a:extLst>
                    <a:ext uri="{FF2B5EF4-FFF2-40B4-BE49-F238E27FC236}">
                      <a16:creationId xmlns:a16="http://schemas.microsoft.com/office/drawing/2014/main" id="{CB02C962-1BD4-F397-F2B9-FF1B6305F65A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 xmlns="">
            <p:pic>
              <p:nvPicPr>
                <p:cNvPr id="758" name="Ink 757">
                  <a:extLst>
                    <a:ext uri="{FF2B5EF4-FFF2-40B4-BE49-F238E27FC236}">
                      <a16:creationId xmlns:a16="http://schemas.microsoft.com/office/drawing/2014/main" id="{12BAB447-AE17-8EF3-61E0-25CC61EEDD46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 xmlns="">
            <p:pic>
              <p:nvPicPr>
                <p:cNvPr id="760" name="Ink 759">
                  <a:extLst>
                    <a:ext uri="{FF2B5EF4-FFF2-40B4-BE49-F238E27FC236}">
                      <a16:creationId xmlns:a16="http://schemas.microsoft.com/office/drawing/2014/main" id="{B6D7970D-4B21-B63D-74A3-C2D7CAB4231B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 xmlns="">
            <p:pic>
              <p:nvPicPr>
                <p:cNvPr id="761" name="Ink 760">
                  <a:extLst>
                    <a:ext uri="{FF2B5EF4-FFF2-40B4-BE49-F238E27FC236}">
                      <a16:creationId xmlns:a16="http://schemas.microsoft.com/office/drawing/2014/main" id="{DE7DEC13-5BEC-A689-A009-AD915A3E1FFE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 xmlns="">
            <p:pic>
              <p:nvPicPr>
                <p:cNvPr id="762" name="Ink 761">
                  <a:extLst>
                    <a:ext uri="{FF2B5EF4-FFF2-40B4-BE49-F238E27FC236}">
                      <a16:creationId xmlns:a16="http://schemas.microsoft.com/office/drawing/2014/main" id="{339CCA85-A31C-AF0B-95AE-0AE29ACC0FDF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46">
            <p14:nvContentPartPr>
              <p14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14:cNvPr>
              <p14:cNvContentPartPr/>
              <p14:nvPr/>
            </p14:nvContentPartPr>
            <p14:xfrm>
              <a:off x="9582240" y="2381670"/>
              <a:ext cx="91440" cy="154080"/>
            </p14:xfrm>
          </p:contentPart>
        </mc:Choice>
        <mc:Fallback xmlns="">
          <p:pic>
            <p:nvPicPr>
              <p:cNvPr id="764" name="Ink 763">
                <a:extLst>
                  <a:ext uri="{FF2B5EF4-FFF2-40B4-BE49-F238E27FC236}">
                    <a16:creationId xmlns:a16="http://schemas.microsoft.com/office/drawing/2014/main" id="{8345F9E0-D333-2FD0-B3FA-C97D00F1E7A7}"/>
                  </a:ext>
                </a:extLst>
              </p:cNvPr>
              <p:cNvPicPr/>
              <p:nvPr/>
            </p:nvPicPr>
            <p:blipFill>
              <a:blip r:embed="rId447"/>
              <a:stretch>
                <a:fillRect/>
              </a:stretch>
            </p:blipFill>
            <p:spPr>
              <a:xfrm>
                <a:off x="9577920" y="2377350"/>
                <a:ext cx="100080" cy="1627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4" name="Group 783">
            <a:extLst>
              <a:ext uri="{FF2B5EF4-FFF2-40B4-BE49-F238E27FC236}">
                <a16:creationId xmlns:a16="http://schemas.microsoft.com/office/drawing/2014/main" id="{8EF17C21-3DEB-2ECA-B956-687B466C24BA}"/>
              </a:ext>
            </a:extLst>
          </p:cNvPr>
          <p:cNvGrpSpPr/>
          <p:nvPr/>
        </p:nvGrpSpPr>
        <p:grpSpPr>
          <a:xfrm>
            <a:off x="9795000" y="2324070"/>
            <a:ext cx="344880" cy="200880"/>
            <a:chOff x="9795000" y="2324070"/>
            <a:chExt cx="344880" cy="200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14:cNvPr>
                <p14:cNvContentPartPr/>
                <p14:nvPr/>
              </p14:nvContentPartPr>
              <p14:xfrm>
                <a:off x="9831720" y="2402190"/>
                <a:ext cx="27720" cy="118800"/>
              </p14:xfrm>
            </p:contentPart>
          </mc:Choice>
          <mc:Fallback xmlns="">
            <p:pic>
              <p:nvPicPr>
                <p:cNvPr id="765" name="Ink 764">
                  <a:extLst>
                    <a:ext uri="{FF2B5EF4-FFF2-40B4-BE49-F238E27FC236}">
                      <a16:creationId xmlns:a16="http://schemas.microsoft.com/office/drawing/2014/main" id="{98B058C6-751B-6A92-656E-37C8D760A0AB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827400" y="2397870"/>
                  <a:ext cx="36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14:cNvPr>
                <p14:cNvContentPartPr/>
                <p14:nvPr/>
              </p14:nvContentPartPr>
              <p14:xfrm>
                <a:off x="9795000" y="2453310"/>
                <a:ext cx="112320" cy="15840"/>
              </p14:xfrm>
            </p:contentPart>
          </mc:Choice>
          <mc:Fallback xmlns="">
            <p:pic>
              <p:nvPicPr>
                <p:cNvPr id="766" name="Ink 765">
                  <a:extLst>
                    <a:ext uri="{FF2B5EF4-FFF2-40B4-BE49-F238E27FC236}">
                      <a16:creationId xmlns:a16="http://schemas.microsoft.com/office/drawing/2014/main" id="{0896F156-F135-AE76-253C-C606E4F92156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790680" y="2448990"/>
                  <a:ext cx="1209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14:cNvPr>
                <p14:cNvContentPartPr/>
                <p14:nvPr/>
              </p14:nvContentPartPr>
              <p14:xfrm>
                <a:off x="9984360" y="2324070"/>
                <a:ext cx="155520" cy="200880"/>
              </p14:xfrm>
            </p:contentPart>
          </mc:Choice>
          <mc:Fallback xmlns="">
            <p:pic>
              <p:nvPicPr>
                <p:cNvPr id="767" name="Ink 766">
                  <a:extLst>
                    <a:ext uri="{FF2B5EF4-FFF2-40B4-BE49-F238E27FC236}">
                      <a16:creationId xmlns:a16="http://schemas.microsoft.com/office/drawing/2014/main" id="{99F9A7C1-C083-3A2F-FD33-905156DE46AD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980040" y="2319750"/>
                  <a:ext cx="164160" cy="209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3" name="Group 782">
            <a:extLst>
              <a:ext uri="{FF2B5EF4-FFF2-40B4-BE49-F238E27FC236}">
                <a16:creationId xmlns:a16="http://schemas.microsoft.com/office/drawing/2014/main" id="{0078EC01-4B69-68CE-AF13-0BA31934380D}"/>
              </a:ext>
            </a:extLst>
          </p:cNvPr>
          <p:cNvGrpSpPr/>
          <p:nvPr/>
        </p:nvGrpSpPr>
        <p:grpSpPr>
          <a:xfrm>
            <a:off x="8327640" y="2793150"/>
            <a:ext cx="1821600" cy="383040"/>
            <a:chOff x="8327640" y="2793150"/>
            <a:chExt cx="1821600" cy="38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14:cNvPr>
                <p14:cNvContentPartPr/>
                <p14:nvPr/>
              </p14:nvContentPartPr>
              <p14:xfrm>
                <a:off x="8327640" y="2805750"/>
                <a:ext cx="186120" cy="370440"/>
              </p14:xfrm>
            </p:contentPart>
          </mc:Choice>
          <mc:Fallback xmlns="">
            <p:pic>
              <p:nvPicPr>
                <p:cNvPr id="768" name="Ink 767">
                  <a:extLst>
                    <a:ext uri="{FF2B5EF4-FFF2-40B4-BE49-F238E27FC236}">
                      <a16:creationId xmlns:a16="http://schemas.microsoft.com/office/drawing/2014/main" id="{8231ED06-4176-1212-B85C-370202399808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8323320" y="2801430"/>
                  <a:ext cx="1947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14:cNvPr>
                <p14:cNvContentPartPr/>
                <p14:nvPr/>
              </p14:nvContentPartPr>
              <p14:xfrm>
                <a:off x="8568120" y="3042270"/>
                <a:ext cx="11160" cy="88560"/>
              </p14:xfrm>
            </p:contentPart>
          </mc:Choice>
          <mc:Fallback xmlns="">
            <p:pic>
              <p:nvPicPr>
                <p:cNvPr id="769" name="Ink 768">
                  <a:extLst>
                    <a:ext uri="{FF2B5EF4-FFF2-40B4-BE49-F238E27FC236}">
                      <a16:creationId xmlns:a16="http://schemas.microsoft.com/office/drawing/2014/main" id="{177F0EF9-D8BE-E013-8007-22B4CC44094A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8563800" y="3037950"/>
                  <a:ext cx="198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8">
              <p14:nvContentPartPr>
                <p14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14:cNvPr>
                <p14:cNvContentPartPr/>
                <p14:nvPr/>
              </p14:nvContentPartPr>
              <p14:xfrm>
                <a:off x="8698440" y="2876670"/>
                <a:ext cx="131400" cy="31680"/>
              </p14:xfrm>
            </p:contentPart>
          </mc:Choice>
          <mc:Fallback xmlns="">
            <p:pic>
              <p:nvPicPr>
                <p:cNvPr id="770" name="Ink 769">
                  <a:extLst>
                    <a:ext uri="{FF2B5EF4-FFF2-40B4-BE49-F238E27FC236}">
                      <a16:creationId xmlns:a16="http://schemas.microsoft.com/office/drawing/2014/main" id="{2345A0CA-2ABE-0946-FE33-973725D638BD}"/>
                    </a:ext>
                  </a:extLst>
                </p:cNvPr>
                <p:cNvPicPr/>
                <p:nvPr/>
              </p:nvPicPr>
              <p:blipFill>
                <a:blip r:embed="rId459"/>
                <a:stretch>
                  <a:fillRect/>
                </a:stretch>
              </p:blipFill>
              <p:spPr>
                <a:xfrm>
                  <a:off x="8694120" y="2872350"/>
                  <a:ext cx="14004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0">
              <p14:nvContentPartPr>
                <p14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14:cNvPr>
                <p14:cNvContentPartPr/>
                <p14:nvPr/>
              </p14:nvContentPartPr>
              <p14:xfrm>
                <a:off x="8686560" y="2951550"/>
                <a:ext cx="141120" cy="41040"/>
              </p14:xfrm>
            </p:contentPart>
          </mc:Choice>
          <mc:Fallback xmlns="">
            <p:pic>
              <p:nvPicPr>
                <p:cNvPr id="771" name="Ink 770">
                  <a:extLst>
                    <a:ext uri="{FF2B5EF4-FFF2-40B4-BE49-F238E27FC236}">
                      <a16:creationId xmlns:a16="http://schemas.microsoft.com/office/drawing/2014/main" id="{8AC2D290-19BF-20C3-3EC8-1357CF0325F8}"/>
                    </a:ext>
                  </a:extLst>
                </p:cNvPr>
                <p:cNvPicPr/>
                <p:nvPr/>
              </p:nvPicPr>
              <p:blipFill>
                <a:blip r:embed="rId461"/>
                <a:stretch>
                  <a:fillRect/>
                </a:stretch>
              </p:blipFill>
              <p:spPr>
                <a:xfrm>
                  <a:off x="8682240" y="2947230"/>
                  <a:ext cx="149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2">
              <p14:nvContentPartPr>
                <p14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14:cNvPr>
                <p14:cNvContentPartPr/>
                <p14:nvPr/>
              </p14:nvContentPartPr>
              <p14:xfrm>
                <a:off x="8932440" y="2862270"/>
                <a:ext cx="139680" cy="125640"/>
              </p14:xfrm>
            </p:contentPart>
          </mc:Choice>
          <mc:Fallback xmlns="">
            <p:pic>
              <p:nvPicPr>
                <p:cNvPr id="772" name="Ink 771">
                  <a:extLst>
                    <a:ext uri="{FF2B5EF4-FFF2-40B4-BE49-F238E27FC236}">
                      <a16:creationId xmlns:a16="http://schemas.microsoft.com/office/drawing/2014/main" id="{C3B7190E-C332-3561-B082-13B3DBD5B2A2}"/>
                    </a:ext>
                  </a:extLst>
                </p:cNvPr>
                <p:cNvPicPr/>
                <p:nvPr/>
              </p:nvPicPr>
              <p:blipFill>
                <a:blip r:embed="rId463"/>
                <a:stretch>
                  <a:fillRect/>
                </a:stretch>
              </p:blipFill>
              <p:spPr>
                <a:xfrm>
                  <a:off x="8928120" y="2857950"/>
                  <a:ext cx="1483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4">
              <p14:nvContentPartPr>
                <p14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14:cNvPr>
                <p14:cNvContentPartPr/>
                <p14:nvPr/>
              </p14:nvContentPartPr>
              <p14:xfrm>
                <a:off x="9154200" y="2916270"/>
                <a:ext cx="39600" cy="29160"/>
              </p14:xfrm>
            </p:contentPart>
          </mc:Choice>
          <mc:Fallback xmlns="">
            <p:pic>
              <p:nvPicPr>
                <p:cNvPr id="773" name="Ink 772">
                  <a:extLst>
                    <a:ext uri="{FF2B5EF4-FFF2-40B4-BE49-F238E27FC236}">
                      <a16:creationId xmlns:a16="http://schemas.microsoft.com/office/drawing/2014/main" id="{CFC578A5-E07F-76BF-057A-7D0C8559FB2A}"/>
                    </a:ext>
                  </a:extLst>
                </p:cNvPr>
                <p:cNvPicPr/>
                <p:nvPr/>
              </p:nvPicPr>
              <p:blipFill>
                <a:blip r:embed="rId465"/>
                <a:stretch>
                  <a:fillRect/>
                </a:stretch>
              </p:blipFill>
              <p:spPr>
                <a:xfrm>
                  <a:off x="9149880" y="2911950"/>
                  <a:ext cx="4824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6">
              <p14:nvContentPartPr>
                <p14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14:cNvPr>
                <p14:cNvContentPartPr/>
                <p14:nvPr/>
              </p14:nvContentPartPr>
              <p14:xfrm>
                <a:off x="9241320" y="2857230"/>
                <a:ext cx="63720" cy="140760"/>
              </p14:xfrm>
            </p:contentPart>
          </mc:Choice>
          <mc:Fallback xmlns="">
            <p:pic>
              <p:nvPicPr>
                <p:cNvPr id="774" name="Ink 773">
                  <a:extLst>
                    <a:ext uri="{FF2B5EF4-FFF2-40B4-BE49-F238E27FC236}">
                      <a16:creationId xmlns:a16="http://schemas.microsoft.com/office/drawing/2014/main" id="{514F2A51-427B-B5F4-B20F-FA250A00697D}"/>
                    </a:ext>
                  </a:extLst>
                </p:cNvPr>
                <p:cNvPicPr/>
                <p:nvPr/>
              </p:nvPicPr>
              <p:blipFill>
                <a:blip r:embed="rId467"/>
                <a:stretch>
                  <a:fillRect/>
                </a:stretch>
              </p:blipFill>
              <p:spPr>
                <a:xfrm>
                  <a:off x="9237000" y="2852910"/>
                  <a:ext cx="7236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8">
              <p14:nvContentPartPr>
                <p14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14:cNvPr>
                <p14:cNvContentPartPr/>
                <p14:nvPr/>
              </p14:nvContentPartPr>
              <p14:xfrm>
                <a:off x="9289200" y="2821590"/>
                <a:ext cx="89280" cy="13320"/>
              </p14:xfrm>
            </p:contentPart>
          </mc:Choice>
          <mc:Fallback xmlns="">
            <p:pic>
              <p:nvPicPr>
                <p:cNvPr id="775" name="Ink 774">
                  <a:extLst>
                    <a:ext uri="{FF2B5EF4-FFF2-40B4-BE49-F238E27FC236}">
                      <a16:creationId xmlns:a16="http://schemas.microsoft.com/office/drawing/2014/main" id="{9617FCBE-5B52-F0CF-F71E-316A7C674AAF}"/>
                    </a:ext>
                  </a:extLst>
                </p:cNvPr>
                <p:cNvPicPr/>
                <p:nvPr/>
              </p:nvPicPr>
              <p:blipFill>
                <a:blip r:embed="rId469"/>
                <a:stretch>
                  <a:fillRect/>
                </a:stretch>
              </p:blipFill>
              <p:spPr>
                <a:xfrm>
                  <a:off x="9284880" y="2817270"/>
                  <a:ext cx="9792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0">
              <p14:nvContentPartPr>
                <p14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14:cNvPr>
                <p14:cNvContentPartPr/>
                <p14:nvPr/>
              </p14:nvContentPartPr>
              <p14:xfrm>
                <a:off x="9443280" y="2837790"/>
                <a:ext cx="21600" cy="120240"/>
              </p14:xfrm>
            </p:contentPart>
          </mc:Choice>
          <mc:Fallback xmlns="">
            <p:pic>
              <p:nvPicPr>
                <p:cNvPr id="776" name="Ink 775">
                  <a:extLst>
                    <a:ext uri="{FF2B5EF4-FFF2-40B4-BE49-F238E27FC236}">
                      <a16:creationId xmlns:a16="http://schemas.microsoft.com/office/drawing/2014/main" id="{E8AAF51B-C3D6-9263-DDB2-95BD43F1D583}"/>
                    </a:ext>
                  </a:extLst>
                </p:cNvPr>
                <p:cNvPicPr/>
                <p:nvPr/>
              </p:nvPicPr>
              <p:blipFill>
                <a:blip r:embed="rId471"/>
                <a:stretch>
                  <a:fillRect/>
                </a:stretch>
              </p:blipFill>
              <p:spPr>
                <a:xfrm>
                  <a:off x="9438960" y="2833470"/>
                  <a:ext cx="302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2">
              <p14:nvContentPartPr>
                <p14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14:cNvPr>
                <p14:cNvContentPartPr/>
                <p14:nvPr/>
              </p14:nvContentPartPr>
              <p14:xfrm>
                <a:off x="9412320" y="2904750"/>
                <a:ext cx="151560" cy="21600"/>
              </p14:xfrm>
            </p:contentPart>
          </mc:Choice>
          <mc:Fallback xmlns="">
            <p:pic>
              <p:nvPicPr>
                <p:cNvPr id="777" name="Ink 776">
                  <a:extLst>
                    <a:ext uri="{FF2B5EF4-FFF2-40B4-BE49-F238E27FC236}">
                      <a16:creationId xmlns:a16="http://schemas.microsoft.com/office/drawing/2014/main" id="{D6F00276-CF32-088C-19B8-E3383BFD07D9}"/>
                    </a:ext>
                  </a:extLst>
                </p:cNvPr>
                <p:cNvPicPr/>
                <p:nvPr/>
              </p:nvPicPr>
              <p:blipFill>
                <a:blip r:embed="rId473"/>
                <a:stretch>
                  <a:fillRect/>
                </a:stretch>
              </p:blipFill>
              <p:spPr>
                <a:xfrm>
                  <a:off x="9408000" y="2900430"/>
                  <a:ext cx="1602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4">
              <p14:nvContentPartPr>
                <p14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14:cNvPr>
                <p14:cNvContentPartPr/>
                <p14:nvPr/>
              </p14:nvContentPartPr>
              <p14:xfrm>
                <a:off x="9584760" y="2830950"/>
                <a:ext cx="132840" cy="87480"/>
              </p14:xfrm>
            </p:contentPart>
          </mc:Choice>
          <mc:Fallback xmlns="">
            <p:pic>
              <p:nvPicPr>
                <p:cNvPr id="778" name="Ink 777">
                  <a:extLst>
                    <a:ext uri="{FF2B5EF4-FFF2-40B4-BE49-F238E27FC236}">
                      <a16:creationId xmlns:a16="http://schemas.microsoft.com/office/drawing/2014/main" id="{26C30F6F-446F-81CE-A617-A03E376B93D2}"/>
                    </a:ext>
                  </a:extLst>
                </p:cNvPr>
                <p:cNvPicPr/>
                <p:nvPr/>
              </p:nvPicPr>
              <p:blipFill>
                <a:blip r:embed="rId475"/>
                <a:stretch>
                  <a:fillRect/>
                </a:stretch>
              </p:blipFill>
              <p:spPr>
                <a:xfrm>
                  <a:off x="9580440" y="2826630"/>
                  <a:ext cx="141480" cy="9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6">
              <p14:nvContentPartPr>
                <p14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14:cNvPr>
                <p14:cNvContentPartPr/>
                <p14:nvPr/>
              </p14:nvContentPartPr>
              <p14:xfrm>
                <a:off x="9597000" y="2920230"/>
                <a:ext cx="74160" cy="31680"/>
              </p14:xfrm>
            </p:contentPart>
          </mc:Choice>
          <mc:Fallback xmlns="">
            <p:pic>
              <p:nvPicPr>
                <p:cNvPr id="779" name="Ink 778">
                  <a:extLst>
                    <a:ext uri="{FF2B5EF4-FFF2-40B4-BE49-F238E27FC236}">
                      <a16:creationId xmlns:a16="http://schemas.microsoft.com/office/drawing/2014/main" id="{006C1D91-E791-9195-C3B7-C3A7A9D3A6D4}"/>
                    </a:ext>
                  </a:extLst>
                </p:cNvPr>
                <p:cNvPicPr/>
                <p:nvPr/>
              </p:nvPicPr>
              <p:blipFill>
                <a:blip r:embed="rId477"/>
                <a:stretch>
                  <a:fillRect/>
                </a:stretch>
              </p:blipFill>
              <p:spPr>
                <a:xfrm>
                  <a:off x="9592680" y="2915910"/>
                  <a:ext cx="82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8">
              <p14:nvContentPartPr>
                <p14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14:cNvPr>
                <p14:cNvContentPartPr/>
                <p14:nvPr/>
              </p14:nvContentPartPr>
              <p14:xfrm>
                <a:off x="9786720" y="2876310"/>
                <a:ext cx="16200" cy="90720"/>
              </p14:xfrm>
            </p:contentPart>
          </mc:Choice>
          <mc:Fallback xmlns="">
            <p:pic>
              <p:nvPicPr>
                <p:cNvPr id="780" name="Ink 779">
                  <a:extLst>
                    <a:ext uri="{FF2B5EF4-FFF2-40B4-BE49-F238E27FC236}">
                      <a16:creationId xmlns:a16="http://schemas.microsoft.com/office/drawing/2014/main" id="{8DEFE246-E75D-D31B-ADD9-D4324D7140CD}"/>
                    </a:ext>
                  </a:extLst>
                </p:cNvPr>
                <p:cNvPicPr/>
                <p:nvPr/>
              </p:nvPicPr>
              <p:blipFill>
                <a:blip r:embed="rId479"/>
                <a:stretch>
                  <a:fillRect/>
                </a:stretch>
              </p:blipFill>
              <p:spPr>
                <a:xfrm>
                  <a:off x="9782400" y="2871990"/>
                  <a:ext cx="2484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0">
              <p14:nvContentPartPr>
                <p14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14:cNvPr>
                <p14:cNvContentPartPr/>
                <p14:nvPr/>
              </p14:nvContentPartPr>
              <p14:xfrm>
                <a:off x="9733440" y="2922390"/>
                <a:ext cx="160920" cy="11880"/>
              </p14:xfrm>
            </p:contentPart>
          </mc:Choice>
          <mc:Fallback xmlns="">
            <p:pic>
              <p:nvPicPr>
                <p:cNvPr id="781" name="Ink 780">
                  <a:extLst>
                    <a:ext uri="{FF2B5EF4-FFF2-40B4-BE49-F238E27FC236}">
                      <a16:creationId xmlns:a16="http://schemas.microsoft.com/office/drawing/2014/main" id="{407359A1-7B85-D6F4-A180-055DF37F3D38}"/>
                    </a:ext>
                  </a:extLst>
                </p:cNvPr>
                <p:cNvPicPr/>
                <p:nvPr/>
              </p:nvPicPr>
              <p:blipFill>
                <a:blip r:embed="rId481"/>
                <a:stretch>
                  <a:fillRect/>
                </a:stretch>
              </p:blipFill>
              <p:spPr>
                <a:xfrm>
                  <a:off x="9729120" y="2918070"/>
                  <a:ext cx="1695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2">
              <p14:nvContentPartPr>
                <p14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14:cNvPr>
                <p14:cNvContentPartPr/>
                <p14:nvPr/>
              </p14:nvContentPartPr>
              <p14:xfrm>
                <a:off x="9924240" y="2793150"/>
                <a:ext cx="225000" cy="195840"/>
              </p14:xfrm>
            </p:contentPart>
          </mc:Choice>
          <mc:Fallback xmlns="">
            <p:pic>
              <p:nvPicPr>
                <p:cNvPr id="782" name="Ink 781">
                  <a:extLst>
                    <a:ext uri="{FF2B5EF4-FFF2-40B4-BE49-F238E27FC236}">
                      <a16:creationId xmlns:a16="http://schemas.microsoft.com/office/drawing/2014/main" id="{6134E79F-E7BF-3868-7D8E-7561DA1DD273}"/>
                    </a:ext>
                  </a:extLst>
                </p:cNvPr>
                <p:cNvPicPr/>
                <p:nvPr/>
              </p:nvPicPr>
              <p:blipFill>
                <a:blip r:embed="rId483"/>
                <a:stretch>
                  <a:fillRect/>
                </a:stretch>
              </p:blipFill>
              <p:spPr>
                <a:xfrm>
                  <a:off x="9919920" y="2788830"/>
                  <a:ext cx="233640" cy="20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84">
            <p14:nvContentPartPr>
              <p14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 xmlns="">
          <p:pic>
            <p:nvPicPr>
              <p:cNvPr id="785" name="Ink 784">
                <a:extLst>
                  <a:ext uri="{FF2B5EF4-FFF2-40B4-BE49-F238E27FC236}">
                    <a16:creationId xmlns:a16="http://schemas.microsoft.com/office/drawing/2014/main" id="{72A609B7-B3DB-7E30-AC2C-B9DC8A8A03F4}"/>
                  </a:ext>
                </a:extLst>
              </p:cNvPr>
              <p:cNvPicPr/>
              <p:nvPr/>
            </p:nvPicPr>
            <p:blipFill>
              <a:blip r:embed="rId485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6">
            <p14:nvContentPartPr>
              <p14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 xmlns="">
          <p:pic>
            <p:nvPicPr>
              <p:cNvPr id="786" name="Ink 785">
                <a:extLst>
                  <a:ext uri="{FF2B5EF4-FFF2-40B4-BE49-F238E27FC236}">
                    <a16:creationId xmlns:a16="http://schemas.microsoft.com/office/drawing/2014/main" id="{BFEF0F2E-91F1-2320-8A24-B81ABBA06D2C}"/>
                  </a:ext>
                </a:extLst>
              </p:cNvPr>
              <p:cNvPicPr/>
              <p:nvPr/>
            </p:nvPicPr>
            <p:blipFill>
              <a:blip r:embed="rId487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8">
            <p14:nvContentPartPr>
              <p14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14:cNvPr>
              <p14:cNvContentPartPr/>
              <p14:nvPr/>
            </p14:nvContentPartPr>
            <p14:xfrm>
              <a:off x="8295960" y="3558150"/>
              <a:ext cx="360" cy="360"/>
            </p14:xfrm>
          </p:contentPart>
        </mc:Choice>
        <mc:Fallback xmlns="">
          <p:pic>
            <p:nvPicPr>
              <p:cNvPr id="788" name="Ink 787">
                <a:extLst>
                  <a:ext uri="{FF2B5EF4-FFF2-40B4-BE49-F238E27FC236}">
                    <a16:creationId xmlns:a16="http://schemas.microsoft.com/office/drawing/2014/main" id="{0F3147F8-5787-1252-FBE5-E13263A52230}"/>
                  </a:ext>
                </a:extLst>
              </p:cNvPr>
              <p:cNvPicPr/>
              <p:nvPr/>
            </p:nvPicPr>
            <p:blipFill>
              <a:blip r:embed="rId267"/>
              <a:stretch>
                <a:fillRect/>
              </a:stretch>
            </p:blipFill>
            <p:spPr>
              <a:xfrm>
                <a:off x="8291640" y="3553830"/>
                <a:ext cx="9000" cy="9000"/>
              </a:xfrm>
              <a:prstGeom prst="rect">
                <a:avLst/>
              </a:prstGeom>
            </p:spPr>
          </p:pic>
        </mc:Fallback>
      </mc:AlternateContent>
      <p:grpSp>
        <p:nvGrpSpPr>
          <p:cNvPr id="851" name="Group 850">
            <a:extLst>
              <a:ext uri="{FF2B5EF4-FFF2-40B4-BE49-F238E27FC236}">
                <a16:creationId xmlns:a16="http://schemas.microsoft.com/office/drawing/2014/main" id="{2A45D46C-9388-AE68-10BA-35590BF29A9C}"/>
              </a:ext>
            </a:extLst>
          </p:cNvPr>
          <p:cNvGrpSpPr/>
          <p:nvPr/>
        </p:nvGrpSpPr>
        <p:grpSpPr>
          <a:xfrm>
            <a:off x="10480440" y="4054590"/>
            <a:ext cx="199440" cy="251640"/>
            <a:chOff x="10480440" y="4054590"/>
            <a:chExt cx="19944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9">
              <p14:nvContentPartPr>
                <p14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14:cNvPr>
                <p14:cNvContentPartPr/>
                <p14:nvPr/>
              </p14:nvContentPartPr>
              <p14:xfrm>
                <a:off x="10480440" y="4118310"/>
                <a:ext cx="25200" cy="176760"/>
              </p14:xfrm>
            </p:contentPart>
          </mc:Choice>
          <mc:Fallback xmlns="">
            <p:pic>
              <p:nvPicPr>
                <p:cNvPr id="846" name="Ink 845">
                  <a:extLst>
                    <a:ext uri="{FF2B5EF4-FFF2-40B4-BE49-F238E27FC236}">
                      <a16:creationId xmlns:a16="http://schemas.microsoft.com/office/drawing/2014/main" id="{AF8A8FED-1713-C3E7-75CE-D01343EE4D81}"/>
                    </a:ext>
                  </a:extLst>
                </p:cNvPr>
                <p:cNvPicPr/>
                <p:nvPr/>
              </p:nvPicPr>
              <p:blipFill>
                <a:blip r:embed="rId490"/>
                <a:stretch>
                  <a:fillRect/>
                </a:stretch>
              </p:blipFill>
              <p:spPr>
                <a:xfrm>
                  <a:off x="10476120" y="4113990"/>
                  <a:ext cx="3384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1">
              <p14:nvContentPartPr>
                <p14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14:cNvPr>
                <p14:cNvContentPartPr/>
                <p14:nvPr/>
              </p14:nvContentPartPr>
              <p14:xfrm>
                <a:off x="10588080" y="4054590"/>
                <a:ext cx="91800" cy="251640"/>
              </p14:xfrm>
            </p:contentPart>
          </mc:Choice>
          <mc:Fallback xmlns="">
            <p:pic>
              <p:nvPicPr>
                <p:cNvPr id="847" name="Ink 846">
                  <a:extLst>
                    <a:ext uri="{FF2B5EF4-FFF2-40B4-BE49-F238E27FC236}">
                      <a16:creationId xmlns:a16="http://schemas.microsoft.com/office/drawing/2014/main" id="{8BC370C3-4CE8-82F7-7AAC-F7E488870120}"/>
                    </a:ext>
                  </a:extLst>
                </p:cNvPr>
                <p:cNvPicPr/>
                <p:nvPr/>
              </p:nvPicPr>
              <p:blipFill>
                <a:blip r:embed="rId492"/>
                <a:stretch>
                  <a:fillRect/>
                </a:stretch>
              </p:blipFill>
              <p:spPr>
                <a:xfrm>
                  <a:off x="10583760" y="4050270"/>
                  <a:ext cx="100440" cy="26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5" name="Group 854">
            <a:extLst>
              <a:ext uri="{FF2B5EF4-FFF2-40B4-BE49-F238E27FC236}">
                <a16:creationId xmlns:a16="http://schemas.microsoft.com/office/drawing/2014/main" id="{85D9981D-025C-C58E-0C28-018B8EB1D26F}"/>
              </a:ext>
            </a:extLst>
          </p:cNvPr>
          <p:cNvGrpSpPr/>
          <p:nvPr/>
        </p:nvGrpSpPr>
        <p:grpSpPr>
          <a:xfrm>
            <a:off x="10727040" y="4144590"/>
            <a:ext cx="312840" cy="145800"/>
            <a:chOff x="10727040" y="4144590"/>
            <a:chExt cx="312840" cy="14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3">
              <p14:nvContentPartPr>
                <p14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14:cNvPr>
                <p14:cNvContentPartPr/>
                <p14:nvPr/>
              </p14:nvContentPartPr>
              <p14:xfrm>
                <a:off x="10727040" y="4144590"/>
                <a:ext cx="103320" cy="142560"/>
              </p14:xfrm>
            </p:contentPart>
          </mc:Choice>
          <mc:Fallback xmlns="">
            <p:pic>
              <p:nvPicPr>
                <p:cNvPr id="852" name="Ink 851">
                  <a:extLst>
                    <a:ext uri="{FF2B5EF4-FFF2-40B4-BE49-F238E27FC236}">
                      <a16:creationId xmlns:a16="http://schemas.microsoft.com/office/drawing/2014/main" id="{5D89B464-FA87-EA37-F7C5-F48EC5BA8828}"/>
                    </a:ext>
                  </a:extLst>
                </p:cNvPr>
                <p:cNvPicPr/>
                <p:nvPr/>
              </p:nvPicPr>
              <p:blipFill>
                <a:blip r:embed="rId494"/>
                <a:stretch>
                  <a:fillRect/>
                </a:stretch>
              </p:blipFill>
              <p:spPr>
                <a:xfrm>
                  <a:off x="10722720" y="4140270"/>
                  <a:ext cx="11196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5">
              <p14:nvContentPartPr>
                <p14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14:cNvPr>
                <p14:cNvContentPartPr/>
                <p14:nvPr/>
              </p14:nvContentPartPr>
              <p14:xfrm>
                <a:off x="10849440" y="4223070"/>
                <a:ext cx="2880" cy="25200"/>
              </p14:xfrm>
            </p:contentPart>
          </mc:Choice>
          <mc:Fallback xmlns="">
            <p:pic>
              <p:nvPicPr>
                <p:cNvPr id="853" name="Ink 852">
                  <a:extLst>
                    <a:ext uri="{FF2B5EF4-FFF2-40B4-BE49-F238E27FC236}">
                      <a16:creationId xmlns:a16="http://schemas.microsoft.com/office/drawing/2014/main" id="{174A014C-DA2E-2942-4342-E7C9BFB632E8}"/>
                    </a:ext>
                  </a:extLst>
                </p:cNvPr>
                <p:cNvPicPr/>
                <p:nvPr/>
              </p:nvPicPr>
              <p:blipFill>
                <a:blip r:embed="rId496"/>
                <a:stretch>
                  <a:fillRect/>
                </a:stretch>
              </p:blipFill>
              <p:spPr>
                <a:xfrm>
                  <a:off x="10845120" y="4218750"/>
                  <a:ext cx="1152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7">
              <p14:nvContentPartPr>
                <p14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14:cNvPr>
                <p14:cNvContentPartPr/>
                <p14:nvPr/>
              </p14:nvContentPartPr>
              <p14:xfrm>
                <a:off x="10914600" y="4153950"/>
                <a:ext cx="125280" cy="136440"/>
              </p14:xfrm>
            </p:contentPart>
          </mc:Choice>
          <mc:Fallback xmlns="">
            <p:pic>
              <p:nvPicPr>
                <p:cNvPr id="854" name="Ink 853">
                  <a:extLst>
                    <a:ext uri="{FF2B5EF4-FFF2-40B4-BE49-F238E27FC236}">
                      <a16:creationId xmlns:a16="http://schemas.microsoft.com/office/drawing/2014/main" id="{B78B811A-C1F6-F4F7-0729-8A0050F33507}"/>
                    </a:ext>
                  </a:extLst>
                </p:cNvPr>
                <p:cNvPicPr/>
                <p:nvPr/>
              </p:nvPicPr>
              <p:blipFill>
                <a:blip r:embed="rId498"/>
                <a:stretch>
                  <a:fillRect/>
                </a:stretch>
              </p:blipFill>
              <p:spPr>
                <a:xfrm>
                  <a:off x="10910280" y="4149630"/>
                  <a:ext cx="133920" cy="14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2" name="Group 861">
            <a:extLst>
              <a:ext uri="{FF2B5EF4-FFF2-40B4-BE49-F238E27FC236}">
                <a16:creationId xmlns:a16="http://schemas.microsoft.com/office/drawing/2014/main" id="{6862EDF2-6A4E-615C-1F8E-F9BC5D961D9E}"/>
              </a:ext>
            </a:extLst>
          </p:cNvPr>
          <p:cNvGrpSpPr/>
          <p:nvPr/>
        </p:nvGrpSpPr>
        <p:grpSpPr>
          <a:xfrm>
            <a:off x="11124480" y="4058550"/>
            <a:ext cx="485640" cy="291600"/>
            <a:chOff x="11124480" y="4058550"/>
            <a:chExt cx="485640" cy="29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9">
              <p14:nvContentPartPr>
                <p14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14:cNvPr>
                <p14:cNvContentPartPr/>
                <p14:nvPr/>
              </p14:nvContentPartPr>
              <p14:xfrm>
                <a:off x="11179920" y="4146030"/>
                <a:ext cx="30600" cy="142200"/>
              </p14:xfrm>
            </p:contentPart>
          </mc:Choice>
          <mc:Fallback xmlns="">
            <p:pic>
              <p:nvPicPr>
                <p:cNvPr id="856" name="Ink 855">
                  <a:extLst>
                    <a:ext uri="{FF2B5EF4-FFF2-40B4-BE49-F238E27FC236}">
                      <a16:creationId xmlns:a16="http://schemas.microsoft.com/office/drawing/2014/main" id="{239FDA8C-D24F-AD03-F507-E09B00708C7E}"/>
                    </a:ext>
                  </a:extLst>
                </p:cNvPr>
                <p:cNvPicPr/>
                <p:nvPr/>
              </p:nvPicPr>
              <p:blipFill>
                <a:blip r:embed="rId500"/>
                <a:stretch>
                  <a:fillRect/>
                </a:stretch>
              </p:blipFill>
              <p:spPr>
                <a:xfrm>
                  <a:off x="11175600" y="4141710"/>
                  <a:ext cx="392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1">
              <p14:nvContentPartPr>
                <p14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14:cNvPr>
                <p14:cNvContentPartPr/>
                <p14:nvPr/>
              </p14:nvContentPartPr>
              <p14:xfrm>
                <a:off x="11124480" y="4215510"/>
                <a:ext cx="149400" cy="48600"/>
              </p14:xfrm>
            </p:contentPart>
          </mc:Choice>
          <mc:Fallback xmlns="">
            <p:pic>
              <p:nvPicPr>
                <p:cNvPr id="857" name="Ink 856">
                  <a:extLst>
                    <a:ext uri="{FF2B5EF4-FFF2-40B4-BE49-F238E27FC236}">
                      <a16:creationId xmlns:a16="http://schemas.microsoft.com/office/drawing/2014/main" id="{9E526263-F712-0A8B-5861-F9F424071CB4}"/>
                    </a:ext>
                  </a:extLst>
                </p:cNvPr>
                <p:cNvPicPr/>
                <p:nvPr/>
              </p:nvPicPr>
              <p:blipFill>
                <a:blip r:embed="rId502"/>
                <a:stretch>
                  <a:fillRect/>
                </a:stretch>
              </p:blipFill>
              <p:spPr>
                <a:xfrm>
                  <a:off x="11120160" y="4211190"/>
                  <a:ext cx="158040" cy="5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3">
              <p14:nvContentPartPr>
                <p14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14:cNvPr>
                <p14:cNvContentPartPr/>
                <p14:nvPr/>
              </p14:nvContentPartPr>
              <p14:xfrm>
                <a:off x="11307720" y="4120830"/>
                <a:ext cx="153360" cy="163080"/>
              </p14:xfrm>
            </p:contentPart>
          </mc:Choice>
          <mc:Fallback xmlns="">
            <p:pic>
              <p:nvPicPr>
                <p:cNvPr id="858" name="Ink 857">
                  <a:extLst>
                    <a:ext uri="{FF2B5EF4-FFF2-40B4-BE49-F238E27FC236}">
                      <a16:creationId xmlns:a16="http://schemas.microsoft.com/office/drawing/2014/main" id="{48FE39FE-6457-4805-BD65-14B67A99BDA7}"/>
                    </a:ext>
                  </a:extLst>
                </p:cNvPr>
                <p:cNvPicPr/>
                <p:nvPr/>
              </p:nvPicPr>
              <p:blipFill>
                <a:blip r:embed="rId504"/>
                <a:stretch>
                  <a:fillRect/>
                </a:stretch>
              </p:blipFill>
              <p:spPr>
                <a:xfrm>
                  <a:off x="11303400" y="4116510"/>
                  <a:ext cx="1620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5">
              <p14:nvContentPartPr>
                <p14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14:cNvPr>
                <p14:cNvContentPartPr/>
                <p14:nvPr/>
              </p14:nvContentPartPr>
              <p14:xfrm>
                <a:off x="11452080" y="4058550"/>
                <a:ext cx="158040" cy="291600"/>
              </p14:xfrm>
            </p:contentPart>
          </mc:Choice>
          <mc:Fallback xmlns="">
            <p:pic>
              <p:nvPicPr>
                <p:cNvPr id="859" name="Ink 858">
                  <a:extLst>
                    <a:ext uri="{FF2B5EF4-FFF2-40B4-BE49-F238E27FC236}">
                      <a16:creationId xmlns:a16="http://schemas.microsoft.com/office/drawing/2014/main" id="{1339699E-FA20-14CA-215F-6A0E16F4BCD6}"/>
                    </a:ext>
                  </a:extLst>
                </p:cNvPr>
                <p:cNvPicPr/>
                <p:nvPr/>
              </p:nvPicPr>
              <p:blipFill>
                <a:blip r:embed="rId506"/>
                <a:stretch>
                  <a:fillRect/>
                </a:stretch>
              </p:blipFill>
              <p:spPr>
                <a:xfrm>
                  <a:off x="11447760" y="4054230"/>
                  <a:ext cx="166680" cy="30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7">
              <p14:nvContentPartPr>
                <p14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14:cNvPr>
                <p14:cNvContentPartPr/>
                <p14:nvPr/>
              </p14:nvContentPartPr>
              <p14:xfrm>
                <a:off x="11202600" y="4162950"/>
                <a:ext cx="108000" cy="161280"/>
              </p14:xfrm>
            </p:contentPart>
          </mc:Choice>
          <mc:Fallback xmlns="">
            <p:pic>
              <p:nvPicPr>
                <p:cNvPr id="861" name="Ink 860">
                  <a:extLst>
                    <a:ext uri="{FF2B5EF4-FFF2-40B4-BE49-F238E27FC236}">
                      <a16:creationId xmlns:a16="http://schemas.microsoft.com/office/drawing/2014/main" id="{7298BC0C-D196-2264-BC05-8829DABA654F}"/>
                    </a:ext>
                  </a:extLst>
                </p:cNvPr>
                <p:cNvPicPr/>
                <p:nvPr/>
              </p:nvPicPr>
              <p:blipFill>
                <a:blip r:embed="rId508"/>
                <a:stretch>
                  <a:fillRect/>
                </a:stretch>
              </p:blipFill>
              <p:spPr>
                <a:xfrm>
                  <a:off x="11198280" y="4158630"/>
                  <a:ext cx="116640" cy="169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8" name="Group 867">
            <a:extLst>
              <a:ext uri="{FF2B5EF4-FFF2-40B4-BE49-F238E27FC236}">
                <a16:creationId xmlns:a16="http://schemas.microsoft.com/office/drawing/2014/main" id="{20B29A3C-62AA-4C3B-1605-E1DA1949920D}"/>
              </a:ext>
            </a:extLst>
          </p:cNvPr>
          <p:cNvGrpSpPr/>
          <p:nvPr/>
        </p:nvGrpSpPr>
        <p:grpSpPr>
          <a:xfrm>
            <a:off x="8337720" y="3560310"/>
            <a:ext cx="2175480" cy="430560"/>
            <a:chOff x="8337720" y="3560310"/>
            <a:chExt cx="217548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09">
              <p14:nvContentPartPr>
                <p14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14:cNvPr>
                <p14:cNvContentPartPr/>
                <p14:nvPr/>
              </p14:nvContentPartPr>
              <p14:xfrm>
                <a:off x="8337720" y="3658590"/>
                <a:ext cx="172440" cy="226800"/>
              </p14:xfrm>
            </p:contentPart>
          </mc:Choice>
          <mc:Fallback xmlns="">
            <p:pic>
              <p:nvPicPr>
                <p:cNvPr id="810" name="Ink 809">
                  <a:extLst>
                    <a:ext uri="{FF2B5EF4-FFF2-40B4-BE49-F238E27FC236}">
                      <a16:creationId xmlns:a16="http://schemas.microsoft.com/office/drawing/2014/main" id="{2C164ABC-67BA-0CCD-62A7-340F529E313E}"/>
                    </a:ext>
                  </a:extLst>
                </p:cNvPr>
                <p:cNvPicPr/>
                <p:nvPr/>
              </p:nvPicPr>
              <p:blipFill>
                <a:blip r:embed="rId510"/>
                <a:stretch>
                  <a:fillRect/>
                </a:stretch>
              </p:blipFill>
              <p:spPr>
                <a:xfrm>
                  <a:off x="8333400" y="3654270"/>
                  <a:ext cx="18108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1">
              <p14:nvContentPartPr>
                <p14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14:cNvPr>
                <p14:cNvContentPartPr/>
                <p14:nvPr/>
              </p14:nvContentPartPr>
              <p14:xfrm>
                <a:off x="8358960" y="3699990"/>
                <a:ext cx="113040" cy="119160"/>
              </p14:xfrm>
            </p:contentPart>
          </mc:Choice>
          <mc:Fallback xmlns="">
            <p:pic>
              <p:nvPicPr>
                <p:cNvPr id="811" name="Ink 810">
                  <a:extLst>
                    <a:ext uri="{FF2B5EF4-FFF2-40B4-BE49-F238E27FC236}">
                      <a16:creationId xmlns:a16="http://schemas.microsoft.com/office/drawing/2014/main" id="{0E5870EF-2E30-5E35-16D3-84AD5F6ACAAE}"/>
                    </a:ext>
                  </a:extLst>
                </p:cNvPr>
                <p:cNvPicPr/>
                <p:nvPr/>
              </p:nvPicPr>
              <p:blipFill>
                <a:blip r:embed="rId512"/>
                <a:stretch>
                  <a:fillRect/>
                </a:stretch>
              </p:blipFill>
              <p:spPr>
                <a:xfrm>
                  <a:off x="8354640" y="36956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3">
              <p14:nvContentPartPr>
                <p14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14:cNvPr>
                <p14:cNvContentPartPr/>
                <p14:nvPr/>
              </p14:nvContentPartPr>
              <p14:xfrm>
                <a:off x="8545800" y="3802590"/>
                <a:ext cx="22680" cy="111600"/>
              </p14:xfrm>
            </p:contentPart>
          </mc:Choice>
          <mc:Fallback xmlns="">
            <p:pic>
              <p:nvPicPr>
                <p:cNvPr id="812" name="Ink 811">
                  <a:extLst>
                    <a:ext uri="{FF2B5EF4-FFF2-40B4-BE49-F238E27FC236}">
                      <a16:creationId xmlns:a16="http://schemas.microsoft.com/office/drawing/2014/main" id="{5FBAB42B-B100-29D3-14B7-41BA8E72F282}"/>
                    </a:ext>
                  </a:extLst>
                </p:cNvPr>
                <p:cNvPicPr/>
                <p:nvPr/>
              </p:nvPicPr>
              <p:blipFill>
                <a:blip r:embed="rId514"/>
                <a:stretch>
                  <a:fillRect/>
                </a:stretch>
              </p:blipFill>
              <p:spPr>
                <a:xfrm>
                  <a:off x="8541480" y="3798270"/>
                  <a:ext cx="313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5">
              <p14:nvContentPartPr>
                <p14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14:cNvPr>
                <p14:cNvContentPartPr/>
                <p14:nvPr/>
              </p14:nvContentPartPr>
              <p14:xfrm>
                <a:off x="8720400" y="3692790"/>
                <a:ext cx="151560" cy="76680"/>
              </p14:xfrm>
            </p:contentPart>
          </mc:Choice>
          <mc:Fallback xmlns="">
            <p:pic>
              <p:nvPicPr>
                <p:cNvPr id="813" name="Ink 812">
                  <a:extLst>
                    <a:ext uri="{FF2B5EF4-FFF2-40B4-BE49-F238E27FC236}">
                      <a16:creationId xmlns:a16="http://schemas.microsoft.com/office/drawing/2014/main" id="{2646E522-AB62-E2A7-DDB1-255AE5AEBE21}"/>
                    </a:ext>
                  </a:extLst>
                </p:cNvPr>
                <p:cNvPicPr/>
                <p:nvPr/>
              </p:nvPicPr>
              <p:blipFill>
                <a:blip r:embed="rId516"/>
                <a:stretch>
                  <a:fillRect/>
                </a:stretch>
              </p:blipFill>
              <p:spPr>
                <a:xfrm>
                  <a:off x="8716080" y="3688470"/>
                  <a:ext cx="1602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7">
              <p14:nvContentPartPr>
                <p14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14:cNvPr>
                <p14:cNvContentPartPr/>
                <p14:nvPr/>
              </p14:nvContentPartPr>
              <p14:xfrm>
                <a:off x="9001560" y="3645270"/>
                <a:ext cx="146520" cy="115560"/>
              </p14:xfrm>
            </p:contentPart>
          </mc:Choice>
          <mc:Fallback xmlns="">
            <p:pic>
              <p:nvPicPr>
                <p:cNvPr id="814" name="Ink 813">
                  <a:extLst>
                    <a:ext uri="{FF2B5EF4-FFF2-40B4-BE49-F238E27FC236}">
                      <a16:creationId xmlns:a16="http://schemas.microsoft.com/office/drawing/2014/main" id="{83D0BFE7-D7F9-3C69-6DF5-91355D33F1FA}"/>
                    </a:ext>
                  </a:extLst>
                </p:cNvPr>
                <p:cNvPicPr/>
                <p:nvPr/>
              </p:nvPicPr>
              <p:blipFill>
                <a:blip r:embed="rId518"/>
                <a:stretch>
                  <a:fillRect/>
                </a:stretch>
              </p:blipFill>
              <p:spPr>
                <a:xfrm>
                  <a:off x="8997240" y="3640950"/>
                  <a:ext cx="1551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9">
              <p14:nvContentPartPr>
                <p14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14:cNvPr>
                <p14:cNvContentPartPr/>
                <p14:nvPr/>
              </p14:nvContentPartPr>
              <p14:xfrm>
                <a:off x="9275880" y="3680550"/>
                <a:ext cx="29520" cy="51480"/>
              </p14:xfrm>
            </p:contentPart>
          </mc:Choice>
          <mc:Fallback xmlns="">
            <p:pic>
              <p:nvPicPr>
                <p:cNvPr id="815" name="Ink 814">
                  <a:extLst>
                    <a:ext uri="{FF2B5EF4-FFF2-40B4-BE49-F238E27FC236}">
                      <a16:creationId xmlns:a16="http://schemas.microsoft.com/office/drawing/2014/main" id="{67E369B9-9A7E-E5CB-A332-A015AAE89F20}"/>
                    </a:ext>
                  </a:extLst>
                </p:cNvPr>
                <p:cNvPicPr/>
                <p:nvPr/>
              </p:nvPicPr>
              <p:blipFill>
                <a:blip r:embed="rId520"/>
                <a:stretch>
                  <a:fillRect/>
                </a:stretch>
              </p:blipFill>
              <p:spPr>
                <a:xfrm>
                  <a:off x="9271560" y="3676230"/>
                  <a:ext cx="3816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1">
              <p14:nvContentPartPr>
                <p14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14:cNvPr>
                <p14:cNvContentPartPr/>
                <p14:nvPr/>
              </p14:nvContentPartPr>
              <p14:xfrm>
                <a:off x="9342840" y="3647790"/>
                <a:ext cx="125280" cy="110880"/>
              </p14:xfrm>
            </p:contentPart>
          </mc:Choice>
          <mc:Fallback xmlns="">
            <p:pic>
              <p:nvPicPr>
                <p:cNvPr id="816" name="Ink 815">
                  <a:extLst>
                    <a:ext uri="{FF2B5EF4-FFF2-40B4-BE49-F238E27FC236}">
                      <a16:creationId xmlns:a16="http://schemas.microsoft.com/office/drawing/2014/main" id="{A517C868-32FE-287C-4F63-84BA9D9E058A}"/>
                    </a:ext>
                  </a:extLst>
                </p:cNvPr>
                <p:cNvPicPr/>
                <p:nvPr/>
              </p:nvPicPr>
              <p:blipFill>
                <a:blip r:embed="rId522"/>
                <a:stretch>
                  <a:fillRect/>
                </a:stretch>
              </p:blipFill>
              <p:spPr>
                <a:xfrm>
                  <a:off x="9338520" y="3643470"/>
                  <a:ext cx="13392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3">
              <p14:nvContentPartPr>
                <p14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14:cNvPr>
                <p14:cNvContentPartPr/>
                <p14:nvPr/>
              </p14:nvContentPartPr>
              <p14:xfrm>
                <a:off x="9416640" y="3609630"/>
                <a:ext cx="149760" cy="16920"/>
              </p14:xfrm>
            </p:contentPart>
          </mc:Choice>
          <mc:Fallback xmlns="">
            <p:pic>
              <p:nvPicPr>
                <p:cNvPr id="817" name="Ink 816">
                  <a:extLst>
                    <a:ext uri="{FF2B5EF4-FFF2-40B4-BE49-F238E27FC236}">
                      <a16:creationId xmlns:a16="http://schemas.microsoft.com/office/drawing/2014/main" id="{96817CF6-B49C-B7E1-6D2A-A981F35EC2B5}"/>
                    </a:ext>
                  </a:extLst>
                </p:cNvPr>
                <p:cNvPicPr/>
                <p:nvPr/>
              </p:nvPicPr>
              <p:blipFill>
                <a:blip r:embed="rId524"/>
                <a:stretch>
                  <a:fillRect/>
                </a:stretch>
              </p:blipFill>
              <p:spPr>
                <a:xfrm>
                  <a:off x="9412320" y="3605310"/>
                  <a:ext cx="15840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5">
              <p14:nvContentPartPr>
                <p14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14:cNvPr>
                <p14:cNvContentPartPr/>
                <p14:nvPr/>
              </p14:nvContentPartPr>
              <p14:xfrm>
                <a:off x="9675840" y="3614310"/>
                <a:ext cx="24120" cy="136800"/>
              </p14:xfrm>
            </p:contentPart>
          </mc:Choice>
          <mc:Fallback xmlns="">
            <p:pic>
              <p:nvPicPr>
                <p:cNvPr id="818" name="Ink 817">
                  <a:extLst>
                    <a:ext uri="{FF2B5EF4-FFF2-40B4-BE49-F238E27FC236}">
                      <a16:creationId xmlns:a16="http://schemas.microsoft.com/office/drawing/2014/main" id="{6E080226-8622-92CD-EDFF-7554556FE35F}"/>
                    </a:ext>
                  </a:extLst>
                </p:cNvPr>
                <p:cNvPicPr/>
                <p:nvPr/>
              </p:nvPicPr>
              <p:blipFill>
                <a:blip r:embed="rId526"/>
                <a:stretch>
                  <a:fillRect/>
                </a:stretch>
              </p:blipFill>
              <p:spPr>
                <a:xfrm>
                  <a:off x="9671520" y="3609990"/>
                  <a:ext cx="327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7">
              <p14:nvContentPartPr>
                <p14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14:cNvPr>
                <p14:cNvContentPartPr/>
                <p14:nvPr/>
              </p14:nvContentPartPr>
              <p14:xfrm>
                <a:off x="9646680" y="3665430"/>
                <a:ext cx="89280" cy="17280"/>
              </p14:xfrm>
            </p:contentPart>
          </mc:Choice>
          <mc:Fallback xmlns="">
            <p:pic>
              <p:nvPicPr>
                <p:cNvPr id="819" name="Ink 818">
                  <a:extLst>
                    <a:ext uri="{FF2B5EF4-FFF2-40B4-BE49-F238E27FC236}">
                      <a16:creationId xmlns:a16="http://schemas.microsoft.com/office/drawing/2014/main" id="{86A2B0DB-FA04-FDC1-8E0E-3D3BD109D437}"/>
                    </a:ext>
                  </a:extLst>
                </p:cNvPr>
                <p:cNvPicPr/>
                <p:nvPr/>
              </p:nvPicPr>
              <p:blipFill>
                <a:blip r:embed="rId528"/>
                <a:stretch>
                  <a:fillRect/>
                </a:stretch>
              </p:blipFill>
              <p:spPr>
                <a:xfrm>
                  <a:off x="9642360" y="3661110"/>
                  <a:ext cx="97920" cy="2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9">
              <p14:nvContentPartPr>
                <p14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14:cNvPr>
                <p14:cNvContentPartPr/>
                <p14:nvPr/>
              </p14:nvContentPartPr>
              <p14:xfrm>
                <a:off x="9838200" y="3560310"/>
                <a:ext cx="137880" cy="161640"/>
              </p14:xfrm>
            </p:contentPart>
          </mc:Choice>
          <mc:Fallback xmlns="">
            <p:pic>
              <p:nvPicPr>
                <p:cNvPr id="820" name="Ink 819">
                  <a:extLst>
                    <a:ext uri="{FF2B5EF4-FFF2-40B4-BE49-F238E27FC236}">
                      <a16:creationId xmlns:a16="http://schemas.microsoft.com/office/drawing/2014/main" id="{3C969406-3E7D-EC4B-C765-5942D4A1E5AC}"/>
                    </a:ext>
                  </a:extLst>
                </p:cNvPr>
                <p:cNvPicPr/>
                <p:nvPr/>
              </p:nvPicPr>
              <p:blipFill>
                <a:blip r:embed="rId530"/>
                <a:stretch>
                  <a:fillRect/>
                </a:stretch>
              </p:blipFill>
              <p:spPr>
                <a:xfrm>
                  <a:off x="9833880" y="3555990"/>
                  <a:ext cx="1465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1">
              <p14:nvContentPartPr>
                <p14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14:cNvPr>
                <p14:cNvContentPartPr/>
                <p14:nvPr/>
              </p14:nvContentPartPr>
              <p14:xfrm>
                <a:off x="10101000" y="3589830"/>
                <a:ext cx="19080" cy="119520"/>
              </p14:xfrm>
            </p:contentPart>
          </mc:Choice>
          <mc:Fallback xmlns="">
            <p:pic>
              <p:nvPicPr>
                <p:cNvPr id="821" name="Ink 820">
                  <a:extLst>
                    <a:ext uri="{FF2B5EF4-FFF2-40B4-BE49-F238E27FC236}">
                      <a16:creationId xmlns:a16="http://schemas.microsoft.com/office/drawing/2014/main" id="{1D982DF4-98FA-3975-1C47-1809844A41AF}"/>
                    </a:ext>
                  </a:extLst>
                </p:cNvPr>
                <p:cNvPicPr/>
                <p:nvPr/>
              </p:nvPicPr>
              <p:blipFill>
                <a:blip r:embed="rId532"/>
                <a:stretch>
                  <a:fillRect/>
                </a:stretch>
              </p:blipFill>
              <p:spPr>
                <a:xfrm>
                  <a:off x="10096680" y="3585510"/>
                  <a:ext cx="277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3">
              <p14:nvContentPartPr>
                <p14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14:cNvPr>
                <p14:cNvContentPartPr/>
                <p14:nvPr/>
              </p14:nvContentPartPr>
              <p14:xfrm>
                <a:off x="10053120" y="3660030"/>
                <a:ext cx="151560" cy="15480"/>
              </p14:xfrm>
            </p:contentPart>
          </mc:Choice>
          <mc:Fallback xmlns="">
            <p:pic>
              <p:nvPicPr>
                <p:cNvPr id="822" name="Ink 821">
                  <a:extLst>
                    <a:ext uri="{FF2B5EF4-FFF2-40B4-BE49-F238E27FC236}">
                      <a16:creationId xmlns:a16="http://schemas.microsoft.com/office/drawing/2014/main" id="{30DB1248-0BB1-A4B2-5B69-FF5384BDD80F}"/>
                    </a:ext>
                  </a:extLst>
                </p:cNvPr>
                <p:cNvPicPr/>
                <p:nvPr/>
              </p:nvPicPr>
              <p:blipFill>
                <a:blip r:embed="rId534"/>
                <a:stretch>
                  <a:fillRect/>
                </a:stretch>
              </p:blipFill>
              <p:spPr>
                <a:xfrm>
                  <a:off x="10048800" y="3655710"/>
                  <a:ext cx="16020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5">
              <p14:nvContentPartPr>
                <p14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14:cNvPr>
                <p14:cNvContentPartPr/>
                <p14:nvPr/>
              </p14:nvContentPartPr>
              <p14:xfrm>
                <a:off x="10302240" y="3574710"/>
                <a:ext cx="210960" cy="180000"/>
              </p14:xfrm>
            </p:contentPart>
          </mc:Choice>
          <mc:Fallback xmlns="">
            <p:pic>
              <p:nvPicPr>
                <p:cNvPr id="823" name="Ink 822">
                  <a:extLst>
                    <a:ext uri="{FF2B5EF4-FFF2-40B4-BE49-F238E27FC236}">
                      <a16:creationId xmlns:a16="http://schemas.microsoft.com/office/drawing/2014/main" id="{2FB68769-F48B-6AD8-A43B-B2F2F118972C}"/>
                    </a:ext>
                  </a:extLst>
                </p:cNvPr>
                <p:cNvPicPr/>
                <p:nvPr/>
              </p:nvPicPr>
              <p:blipFill>
                <a:blip r:embed="rId536"/>
                <a:stretch>
                  <a:fillRect/>
                </a:stretch>
              </p:blipFill>
              <p:spPr>
                <a:xfrm>
                  <a:off x="10297920" y="3570390"/>
                  <a:ext cx="219600" cy="18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7">
              <p14:nvContentPartPr>
                <p14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14:cNvPr>
                <p14:cNvContentPartPr/>
                <p14:nvPr/>
              </p14:nvContentPartPr>
              <p14:xfrm>
                <a:off x="8514840" y="3829230"/>
                <a:ext cx="173880" cy="161640"/>
              </p14:xfrm>
            </p:contentPart>
          </mc:Choice>
          <mc:Fallback xmlns="">
            <p:pic>
              <p:nvPicPr>
                <p:cNvPr id="865" name="Ink 864">
                  <a:extLst>
                    <a:ext uri="{FF2B5EF4-FFF2-40B4-BE49-F238E27FC236}">
                      <a16:creationId xmlns:a16="http://schemas.microsoft.com/office/drawing/2014/main" id="{41786D73-25D2-4931-97F8-4198C42FDD02}"/>
                    </a:ext>
                  </a:extLst>
                </p:cNvPr>
                <p:cNvPicPr/>
                <p:nvPr/>
              </p:nvPicPr>
              <p:blipFill>
                <a:blip r:embed="rId538"/>
                <a:stretch>
                  <a:fillRect/>
                </a:stretch>
              </p:blipFill>
              <p:spPr>
                <a:xfrm>
                  <a:off x="8510520" y="3824910"/>
                  <a:ext cx="182520" cy="170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7" name="Group 866">
            <a:extLst>
              <a:ext uri="{FF2B5EF4-FFF2-40B4-BE49-F238E27FC236}">
                <a16:creationId xmlns:a16="http://schemas.microsoft.com/office/drawing/2014/main" id="{B7E4AFC9-DF33-E2CF-B275-8F3C2B05BB8F}"/>
              </a:ext>
            </a:extLst>
          </p:cNvPr>
          <p:cNvGrpSpPr/>
          <p:nvPr/>
        </p:nvGrpSpPr>
        <p:grpSpPr>
          <a:xfrm>
            <a:off x="8388840" y="4156830"/>
            <a:ext cx="1948320" cy="403560"/>
            <a:chOff x="8388840" y="4156830"/>
            <a:chExt cx="1948320" cy="403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39">
              <p14:nvContentPartPr>
                <p14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14:cNvPr>
                <p14:cNvContentPartPr/>
                <p14:nvPr/>
              </p14:nvContentPartPr>
              <p14:xfrm>
                <a:off x="8388840" y="4161510"/>
                <a:ext cx="268200" cy="374400"/>
              </p14:xfrm>
            </p:contentPart>
          </mc:Choice>
          <mc:Fallback xmlns="">
            <p:pic>
              <p:nvPicPr>
                <p:cNvPr id="826" name="Ink 825">
                  <a:extLst>
                    <a:ext uri="{FF2B5EF4-FFF2-40B4-BE49-F238E27FC236}">
                      <a16:creationId xmlns:a16="http://schemas.microsoft.com/office/drawing/2014/main" id="{F3E150BC-2F22-72B1-3BED-B0D6A5058C92}"/>
                    </a:ext>
                  </a:extLst>
                </p:cNvPr>
                <p:cNvPicPr/>
                <p:nvPr/>
              </p:nvPicPr>
              <p:blipFill>
                <a:blip r:embed="rId540"/>
                <a:stretch>
                  <a:fillRect/>
                </a:stretch>
              </p:blipFill>
              <p:spPr>
                <a:xfrm>
                  <a:off x="8384520" y="4157190"/>
                  <a:ext cx="276840" cy="38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1">
              <p14:nvContentPartPr>
                <p14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14:cNvPr>
                <p14:cNvContentPartPr/>
                <p14:nvPr/>
              </p14:nvContentPartPr>
              <p14:xfrm>
                <a:off x="8552640" y="4481910"/>
                <a:ext cx="29520" cy="5400"/>
              </p14:xfrm>
            </p:contentPart>
          </mc:Choice>
          <mc:Fallback xmlns="">
            <p:pic>
              <p:nvPicPr>
                <p:cNvPr id="827" name="Ink 826">
                  <a:extLst>
                    <a:ext uri="{FF2B5EF4-FFF2-40B4-BE49-F238E27FC236}">
                      <a16:creationId xmlns:a16="http://schemas.microsoft.com/office/drawing/2014/main" id="{92A3D88E-0545-7BFF-DEC6-52DA1118FA4D}"/>
                    </a:ext>
                  </a:extLst>
                </p:cNvPr>
                <p:cNvPicPr/>
                <p:nvPr/>
              </p:nvPicPr>
              <p:blipFill>
                <a:blip r:embed="rId542"/>
                <a:stretch>
                  <a:fillRect/>
                </a:stretch>
              </p:blipFill>
              <p:spPr>
                <a:xfrm>
                  <a:off x="8548320" y="4477590"/>
                  <a:ext cx="38160" cy="1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3">
              <p14:nvContentPartPr>
                <p14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14:cNvPr>
                <p14:cNvContentPartPr/>
                <p14:nvPr/>
              </p14:nvContentPartPr>
              <p14:xfrm>
                <a:off x="8720760" y="4366350"/>
                <a:ext cx="12960" cy="97560"/>
              </p14:xfrm>
            </p:contentPart>
          </mc:Choice>
          <mc:Fallback xmlns="">
            <p:pic>
              <p:nvPicPr>
                <p:cNvPr id="828" name="Ink 827">
                  <a:extLst>
                    <a:ext uri="{FF2B5EF4-FFF2-40B4-BE49-F238E27FC236}">
                      <a16:creationId xmlns:a16="http://schemas.microsoft.com/office/drawing/2014/main" id="{78EC2472-7BDD-0D39-63EF-EFA069093C85}"/>
                    </a:ext>
                  </a:extLst>
                </p:cNvPr>
                <p:cNvPicPr/>
                <p:nvPr/>
              </p:nvPicPr>
              <p:blipFill>
                <a:blip r:embed="rId544"/>
                <a:stretch>
                  <a:fillRect/>
                </a:stretch>
              </p:blipFill>
              <p:spPr>
                <a:xfrm>
                  <a:off x="8716440" y="4362030"/>
                  <a:ext cx="216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5">
              <p14:nvContentPartPr>
                <p14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14:cNvPr>
                <p14:cNvContentPartPr/>
                <p14:nvPr/>
              </p14:nvContentPartPr>
              <p14:xfrm>
                <a:off x="8799600" y="4224510"/>
                <a:ext cx="85680" cy="15480"/>
              </p14:xfrm>
            </p:contentPart>
          </mc:Choice>
          <mc:Fallback xmlns="">
            <p:pic>
              <p:nvPicPr>
                <p:cNvPr id="829" name="Ink 828">
                  <a:extLst>
                    <a:ext uri="{FF2B5EF4-FFF2-40B4-BE49-F238E27FC236}">
                      <a16:creationId xmlns:a16="http://schemas.microsoft.com/office/drawing/2014/main" id="{6A96637C-8D4F-7FFF-8F6C-DF7417E73B28}"/>
                    </a:ext>
                  </a:extLst>
                </p:cNvPr>
                <p:cNvPicPr/>
                <p:nvPr/>
              </p:nvPicPr>
              <p:blipFill>
                <a:blip r:embed="rId546"/>
                <a:stretch>
                  <a:fillRect/>
                </a:stretch>
              </p:blipFill>
              <p:spPr>
                <a:xfrm>
                  <a:off x="8795280" y="4220190"/>
                  <a:ext cx="943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7">
              <p14:nvContentPartPr>
                <p14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14:cNvPr>
                <p14:cNvContentPartPr/>
                <p14:nvPr/>
              </p14:nvContentPartPr>
              <p14:xfrm>
                <a:off x="8805000" y="4319910"/>
                <a:ext cx="104040" cy="13680"/>
              </p14:xfrm>
            </p:contentPart>
          </mc:Choice>
          <mc:Fallback xmlns="">
            <p:pic>
              <p:nvPicPr>
                <p:cNvPr id="830" name="Ink 829">
                  <a:extLst>
                    <a:ext uri="{FF2B5EF4-FFF2-40B4-BE49-F238E27FC236}">
                      <a16:creationId xmlns:a16="http://schemas.microsoft.com/office/drawing/2014/main" id="{90C12FA8-1C9C-0FB1-502D-35C4DA4ABDE1}"/>
                    </a:ext>
                  </a:extLst>
                </p:cNvPr>
                <p:cNvPicPr/>
                <p:nvPr/>
              </p:nvPicPr>
              <p:blipFill>
                <a:blip r:embed="rId548"/>
                <a:stretch>
                  <a:fillRect/>
                </a:stretch>
              </p:blipFill>
              <p:spPr>
                <a:xfrm>
                  <a:off x="8800680" y="4315590"/>
                  <a:ext cx="112680" cy="2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9">
              <p14:nvContentPartPr>
                <p14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14:cNvPr>
                <p14:cNvContentPartPr/>
                <p14:nvPr/>
              </p14:nvContentPartPr>
              <p14:xfrm>
                <a:off x="8999040" y="4245030"/>
                <a:ext cx="138240" cy="114840"/>
              </p14:xfrm>
            </p:contentPart>
          </mc:Choice>
          <mc:Fallback xmlns="">
            <p:pic>
              <p:nvPicPr>
                <p:cNvPr id="831" name="Ink 830">
                  <a:extLst>
                    <a:ext uri="{FF2B5EF4-FFF2-40B4-BE49-F238E27FC236}">
                      <a16:creationId xmlns:a16="http://schemas.microsoft.com/office/drawing/2014/main" id="{AA21CAAB-1F4B-EDA3-9409-2A7797669346}"/>
                    </a:ext>
                  </a:extLst>
                </p:cNvPr>
                <p:cNvPicPr/>
                <p:nvPr/>
              </p:nvPicPr>
              <p:blipFill>
                <a:blip r:embed="rId550"/>
                <a:stretch>
                  <a:fillRect/>
                </a:stretch>
              </p:blipFill>
              <p:spPr>
                <a:xfrm>
                  <a:off x="8994720" y="4240710"/>
                  <a:ext cx="14688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1">
              <p14:nvContentPartPr>
                <p14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14:cNvPr>
                <p14:cNvContentPartPr/>
                <p14:nvPr/>
              </p14:nvContentPartPr>
              <p14:xfrm>
                <a:off x="9206760" y="4293270"/>
                <a:ext cx="26640" cy="41760"/>
              </p14:xfrm>
            </p:contentPart>
          </mc:Choice>
          <mc:Fallback xmlns="">
            <p:pic>
              <p:nvPicPr>
                <p:cNvPr id="832" name="Ink 831">
                  <a:extLst>
                    <a:ext uri="{FF2B5EF4-FFF2-40B4-BE49-F238E27FC236}">
                      <a16:creationId xmlns:a16="http://schemas.microsoft.com/office/drawing/2014/main" id="{AA8F202F-0628-5168-2A63-B334DBCCFD6F}"/>
                    </a:ext>
                  </a:extLst>
                </p:cNvPr>
                <p:cNvPicPr/>
                <p:nvPr/>
              </p:nvPicPr>
              <p:blipFill>
                <a:blip r:embed="rId552"/>
                <a:stretch>
                  <a:fillRect/>
                </a:stretch>
              </p:blipFill>
              <p:spPr>
                <a:xfrm>
                  <a:off x="9202440" y="4288950"/>
                  <a:ext cx="3528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3">
              <p14:nvContentPartPr>
                <p14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14:cNvPr>
                <p14:cNvContentPartPr/>
                <p14:nvPr/>
              </p14:nvContentPartPr>
              <p14:xfrm>
                <a:off x="9285960" y="4196430"/>
                <a:ext cx="111600" cy="134640"/>
              </p14:xfrm>
            </p:contentPart>
          </mc:Choice>
          <mc:Fallback xmlns="">
            <p:pic>
              <p:nvPicPr>
                <p:cNvPr id="833" name="Ink 832">
                  <a:extLst>
                    <a:ext uri="{FF2B5EF4-FFF2-40B4-BE49-F238E27FC236}">
                      <a16:creationId xmlns:a16="http://schemas.microsoft.com/office/drawing/2014/main" id="{6098B3D8-DB9D-794B-7E3C-3FF00C320BCE}"/>
                    </a:ext>
                  </a:extLst>
                </p:cNvPr>
                <p:cNvPicPr/>
                <p:nvPr/>
              </p:nvPicPr>
              <p:blipFill>
                <a:blip r:embed="rId554"/>
                <a:stretch>
                  <a:fillRect/>
                </a:stretch>
              </p:blipFill>
              <p:spPr>
                <a:xfrm>
                  <a:off x="9281640" y="4192110"/>
                  <a:ext cx="12024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5">
              <p14:nvContentPartPr>
                <p14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14:cNvPr>
                <p14:cNvContentPartPr/>
                <p14:nvPr/>
              </p14:nvContentPartPr>
              <p14:xfrm>
                <a:off x="9373800" y="4170870"/>
                <a:ext cx="114480" cy="6120"/>
              </p14:xfrm>
            </p:contentPart>
          </mc:Choice>
          <mc:Fallback xmlns="">
            <p:pic>
              <p:nvPicPr>
                <p:cNvPr id="834" name="Ink 833">
                  <a:extLst>
                    <a:ext uri="{FF2B5EF4-FFF2-40B4-BE49-F238E27FC236}">
                      <a16:creationId xmlns:a16="http://schemas.microsoft.com/office/drawing/2014/main" id="{17217C55-082E-6FFC-21BD-52F1FBC99481}"/>
                    </a:ext>
                  </a:extLst>
                </p:cNvPr>
                <p:cNvPicPr/>
                <p:nvPr/>
              </p:nvPicPr>
              <p:blipFill>
                <a:blip r:embed="rId556"/>
                <a:stretch>
                  <a:fillRect/>
                </a:stretch>
              </p:blipFill>
              <p:spPr>
                <a:xfrm>
                  <a:off x="9369480" y="4166550"/>
                  <a:ext cx="123120" cy="1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7">
              <p14:nvContentPartPr>
                <p14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14:cNvPr>
                <p14:cNvContentPartPr/>
                <p14:nvPr/>
              </p14:nvContentPartPr>
              <p14:xfrm>
                <a:off x="9521040" y="4209030"/>
                <a:ext cx="12960" cy="124560"/>
              </p14:xfrm>
            </p:contentPart>
          </mc:Choice>
          <mc:Fallback xmlns="">
            <p:pic>
              <p:nvPicPr>
                <p:cNvPr id="835" name="Ink 834">
                  <a:extLst>
                    <a:ext uri="{FF2B5EF4-FFF2-40B4-BE49-F238E27FC236}">
                      <a16:creationId xmlns:a16="http://schemas.microsoft.com/office/drawing/2014/main" id="{D4C841FE-01AC-3A91-C1AE-61A2E4EDE429}"/>
                    </a:ext>
                  </a:extLst>
                </p:cNvPr>
                <p:cNvPicPr/>
                <p:nvPr/>
              </p:nvPicPr>
              <p:blipFill>
                <a:blip r:embed="rId558"/>
                <a:stretch>
                  <a:fillRect/>
                </a:stretch>
              </p:blipFill>
              <p:spPr>
                <a:xfrm>
                  <a:off x="9516720" y="4204710"/>
                  <a:ext cx="2160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9">
              <p14:nvContentPartPr>
                <p14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14:cNvPr>
                <p14:cNvContentPartPr/>
                <p14:nvPr/>
              </p14:nvContentPartPr>
              <p14:xfrm>
                <a:off x="9465960" y="4250430"/>
                <a:ext cx="125280" cy="37080"/>
              </p14:xfrm>
            </p:contentPart>
          </mc:Choice>
          <mc:Fallback xmlns="">
            <p:pic>
              <p:nvPicPr>
                <p:cNvPr id="836" name="Ink 835">
                  <a:extLst>
                    <a:ext uri="{FF2B5EF4-FFF2-40B4-BE49-F238E27FC236}">
                      <a16:creationId xmlns:a16="http://schemas.microsoft.com/office/drawing/2014/main" id="{267AB733-1DEB-691C-34D7-83B66C2B83E3}"/>
                    </a:ext>
                  </a:extLst>
                </p:cNvPr>
                <p:cNvPicPr/>
                <p:nvPr/>
              </p:nvPicPr>
              <p:blipFill>
                <a:blip r:embed="rId560"/>
                <a:stretch>
                  <a:fillRect/>
                </a:stretch>
              </p:blipFill>
              <p:spPr>
                <a:xfrm>
                  <a:off x="9461640" y="4246110"/>
                  <a:ext cx="13392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1">
              <p14:nvContentPartPr>
                <p14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14:cNvPr>
                <p14:cNvContentPartPr/>
                <p14:nvPr/>
              </p14:nvContentPartPr>
              <p14:xfrm>
                <a:off x="9643440" y="4156830"/>
                <a:ext cx="109800" cy="154080"/>
              </p14:xfrm>
            </p:contentPart>
          </mc:Choice>
          <mc:Fallback xmlns="">
            <p:pic>
              <p:nvPicPr>
                <p:cNvPr id="837" name="Ink 836">
                  <a:extLst>
                    <a:ext uri="{FF2B5EF4-FFF2-40B4-BE49-F238E27FC236}">
                      <a16:creationId xmlns:a16="http://schemas.microsoft.com/office/drawing/2014/main" id="{2F0EF028-2D75-54FA-2189-C313B2643EE7}"/>
                    </a:ext>
                  </a:extLst>
                </p:cNvPr>
                <p:cNvPicPr/>
                <p:nvPr/>
              </p:nvPicPr>
              <p:blipFill>
                <a:blip r:embed="rId562"/>
                <a:stretch>
                  <a:fillRect/>
                </a:stretch>
              </p:blipFill>
              <p:spPr>
                <a:xfrm>
                  <a:off x="9639120" y="4152510"/>
                  <a:ext cx="11844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3">
              <p14:nvContentPartPr>
                <p14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14:cNvPr>
                <p14:cNvContentPartPr/>
                <p14:nvPr/>
              </p14:nvContentPartPr>
              <p14:xfrm>
                <a:off x="9820200" y="4189590"/>
                <a:ext cx="20520" cy="93600"/>
              </p14:xfrm>
            </p:contentPart>
          </mc:Choice>
          <mc:Fallback xmlns="">
            <p:pic>
              <p:nvPicPr>
                <p:cNvPr id="838" name="Ink 837">
                  <a:extLst>
                    <a:ext uri="{FF2B5EF4-FFF2-40B4-BE49-F238E27FC236}">
                      <a16:creationId xmlns:a16="http://schemas.microsoft.com/office/drawing/2014/main" id="{BB70ABC8-86D8-B5E6-6034-2DF0FDCFE0E2}"/>
                    </a:ext>
                  </a:extLst>
                </p:cNvPr>
                <p:cNvPicPr/>
                <p:nvPr/>
              </p:nvPicPr>
              <p:blipFill>
                <a:blip r:embed="rId564"/>
                <a:stretch>
                  <a:fillRect/>
                </a:stretch>
              </p:blipFill>
              <p:spPr>
                <a:xfrm>
                  <a:off x="9815880" y="4185270"/>
                  <a:ext cx="291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5">
              <p14:nvContentPartPr>
                <p14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14:cNvPr>
                <p14:cNvContentPartPr/>
                <p14:nvPr/>
              </p14:nvContentPartPr>
              <p14:xfrm>
                <a:off x="9778080" y="4235310"/>
                <a:ext cx="90000" cy="17640"/>
              </p14:xfrm>
            </p:contentPart>
          </mc:Choice>
          <mc:Fallback xmlns="">
            <p:pic>
              <p:nvPicPr>
                <p:cNvPr id="839" name="Ink 838">
                  <a:extLst>
                    <a:ext uri="{FF2B5EF4-FFF2-40B4-BE49-F238E27FC236}">
                      <a16:creationId xmlns:a16="http://schemas.microsoft.com/office/drawing/2014/main" id="{A810C2C4-E2F1-DFC2-2451-ABDD9413FC3B}"/>
                    </a:ext>
                  </a:extLst>
                </p:cNvPr>
                <p:cNvPicPr/>
                <p:nvPr/>
              </p:nvPicPr>
              <p:blipFill>
                <a:blip r:embed="rId566"/>
                <a:stretch>
                  <a:fillRect/>
                </a:stretch>
              </p:blipFill>
              <p:spPr>
                <a:xfrm>
                  <a:off x="9773760" y="4230990"/>
                  <a:ext cx="98640" cy="2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7">
              <p14:nvContentPartPr>
                <p14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14:cNvPr>
                <p14:cNvContentPartPr/>
                <p14:nvPr/>
              </p14:nvContentPartPr>
              <p14:xfrm>
                <a:off x="9927480" y="4162950"/>
                <a:ext cx="187560" cy="143640"/>
              </p14:xfrm>
            </p:contentPart>
          </mc:Choice>
          <mc:Fallback xmlns="">
            <p:pic>
              <p:nvPicPr>
                <p:cNvPr id="840" name="Ink 839">
                  <a:extLst>
                    <a:ext uri="{FF2B5EF4-FFF2-40B4-BE49-F238E27FC236}">
                      <a16:creationId xmlns:a16="http://schemas.microsoft.com/office/drawing/2014/main" id="{1971DBF9-86B7-6BFE-2D72-3313208B7FA6}"/>
                    </a:ext>
                  </a:extLst>
                </p:cNvPr>
                <p:cNvPicPr/>
                <p:nvPr/>
              </p:nvPicPr>
              <p:blipFill>
                <a:blip r:embed="rId568"/>
                <a:stretch>
                  <a:fillRect/>
                </a:stretch>
              </p:blipFill>
              <p:spPr>
                <a:xfrm>
                  <a:off x="9923160" y="4158630"/>
                  <a:ext cx="19620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9">
              <p14:nvContentPartPr>
                <p14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14:cNvPr>
                <p14:cNvContentPartPr/>
                <p14:nvPr/>
              </p14:nvContentPartPr>
              <p14:xfrm>
                <a:off x="10248600" y="4159710"/>
                <a:ext cx="11520" cy="25200"/>
              </p14:xfrm>
            </p:contentPart>
          </mc:Choice>
          <mc:Fallback xmlns="">
            <p:pic>
              <p:nvPicPr>
                <p:cNvPr id="842" name="Ink 841">
                  <a:extLst>
                    <a:ext uri="{FF2B5EF4-FFF2-40B4-BE49-F238E27FC236}">
                      <a16:creationId xmlns:a16="http://schemas.microsoft.com/office/drawing/2014/main" id="{48024787-C8E8-5655-0359-199F02844682}"/>
                    </a:ext>
                  </a:extLst>
                </p:cNvPr>
                <p:cNvPicPr/>
                <p:nvPr/>
              </p:nvPicPr>
              <p:blipFill>
                <a:blip r:embed="rId570"/>
                <a:stretch>
                  <a:fillRect/>
                </a:stretch>
              </p:blipFill>
              <p:spPr>
                <a:xfrm>
                  <a:off x="10244280" y="4155390"/>
                  <a:ext cx="20160" cy="3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1">
              <p14:nvContentPartPr>
                <p14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14:cNvPr>
                <p14:cNvContentPartPr/>
                <p14:nvPr/>
              </p14:nvContentPartPr>
              <p14:xfrm>
                <a:off x="10266600" y="4176630"/>
                <a:ext cx="14400" cy="132120"/>
              </p14:xfrm>
            </p:contentPart>
          </mc:Choice>
          <mc:Fallback xmlns="">
            <p:pic>
              <p:nvPicPr>
                <p:cNvPr id="843" name="Ink 842">
                  <a:extLst>
                    <a:ext uri="{FF2B5EF4-FFF2-40B4-BE49-F238E27FC236}">
                      <a16:creationId xmlns:a16="http://schemas.microsoft.com/office/drawing/2014/main" id="{437E1F76-CADC-BD83-A55C-82FC26B96EF2}"/>
                    </a:ext>
                  </a:extLst>
                </p:cNvPr>
                <p:cNvPicPr/>
                <p:nvPr/>
              </p:nvPicPr>
              <p:blipFill>
                <a:blip r:embed="rId572"/>
                <a:stretch>
                  <a:fillRect/>
                </a:stretch>
              </p:blipFill>
              <p:spPr>
                <a:xfrm>
                  <a:off x="10262280" y="4172310"/>
                  <a:ext cx="23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3">
              <p14:nvContentPartPr>
                <p14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14:cNvPr>
                <p14:cNvContentPartPr/>
                <p14:nvPr/>
              </p14:nvContentPartPr>
              <p14:xfrm>
                <a:off x="10215840" y="4229190"/>
                <a:ext cx="121320" cy="28080"/>
              </p14:xfrm>
            </p:contentPart>
          </mc:Choice>
          <mc:Fallback xmlns="">
            <p:pic>
              <p:nvPicPr>
                <p:cNvPr id="844" name="Ink 843">
                  <a:extLst>
                    <a:ext uri="{FF2B5EF4-FFF2-40B4-BE49-F238E27FC236}">
                      <a16:creationId xmlns:a16="http://schemas.microsoft.com/office/drawing/2014/main" id="{66E7A4FC-F957-2F25-738D-271AE69A3DE8}"/>
                    </a:ext>
                  </a:extLst>
                </p:cNvPr>
                <p:cNvPicPr/>
                <p:nvPr/>
              </p:nvPicPr>
              <p:blipFill>
                <a:blip r:embed="rId574"/>
                <a:stretch>
                  <a:fillRect/>
                </a:stretch>
              </p:blipFill>
              <p:spPr>
                <a:xfrm>
                  <a:off x="10211520" y="4224870"/>
                  <a:ext cx="12996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5">
              <p14:nvContentPartPr>
                <p14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14:cNvPr>
                <p14:cNvContentPartPr/>
                <p14:nvPr/>
              </p14:nvContentPartPr>
              <p14:xfrm>
                <a:off x="8670000" y="4416030"/>
                <a:ext cx="100440" cy="144360"/>
              </p14:xfrm>
            </p:contentPart>
          </mc:Choice>
          <mc:Fallback xmlns="">
            <p:pic>
              <p:nvPicPr>
                <p:cNvPr id="866" name="Ink 865">
                  <a:extLst>
                    <a:ext uri="{FF2B5EF4-FFF2-40B4-BE49-F238E27FC236}">
                      <a16:creationId xmlns:a16="http://schemas.microsoft.com/office/drawing/2014/main" id="{21654BBA-F5DC-9F19-6D66-C8C0481721D7}"/>
                    </a:ext>
                  </a:extLst>
                </p:cNvPr>
                <p:cNvPicPr/>
                <p:nvPr/>
              </p:nvPicPr>
              <p:blipFill>
                <a:blip r:embed="rId576"/>
                <a:stretch>
                  <a:fillRect/>
                </a:stretch>
              </p:blipFill>
              <p:spPr>
                <a:xfrm>
                  <a:off x="8665680" y="4411710"/>
                  <a:ext cx="109080" cy="15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4" name="Group 883">
            <a:extLst>
              <a:ext uri="{FF2B5EF4-FFF2-40B4-BE49-F238E27FC236}">
                <a16:creationId xmlns:a16="http://schemas.microsoft.com/office/drawing/2014/main" id="{F4B1237A-E76E-502F-D83E-FB7CA222F8BD}"/>
              </a:ext>
            </a:extLst>
          </p:cNvPr>
          <p:cNvGrpSpPr/>
          <p:nvPr/>
        </p:nvGrpSpPr>
        <p:grpSpPr>
          <a:xfrm>
            <a:off x="8251320" y="4925790"/>
            <a:ext cx="537840" cy="236160"/>
            <a:chOff x="8251320" y="4925790"/>
            <a:chExt cx="537840" cy="236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77">
              <p14:nvContentPartPr>
                <p14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14:cNvPr>
                <p14:cNvContentPartPr/>
                <p14:nvPr/>
              </p14:nvContentPartPr>
              <p14:xfrm>
                <a:off x="8251320" y="4925790"/>
                <a:ext cx="96120" cy="151560"/>
              </p14:xfrm>
            </p:contentPart>
          </mc:Choice>
          <mc:Fallback xmlns="">
            <p:pic>
              <p:nvPicPr>
                <p:cNvPr id="872" name="Ink 871">
                  <a:extLst>
                    <a:ext uri="{FF2B5EF4-FFF2-40B4-BE49-F238E27FC236}">
                      <a16:creationId xmlns:a16="http://schemas.microsoft.com/office/drawing/2014/main" id="{9DF3E6E9-0B44-0C60-7E9D-EA0B2A19E372}"/>
                    </a:ext>
                  </a:extLst>
                </p:cNvPr>
                <p:cNvPicPr/>
                <p:nvPr/>
              </p:nvPicPr>
              <p:blipFill>
                <a:blip r:embed="rId578"/>
                <a:stretch>
                  <a:fillRect/>
                </a:stretch>
              </p:blipFill>
              <p:spPr>
                <a:xfrm>
                  <a:off x="8247000" y="4921470"/>
                  <a:ext cx="10476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9">
              <p14:nvContentPartPr>
                <p14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14:cNvPr>
                <p14:cNvContentPartPr/>
                <p14:nvPr/>
              </p14:nvContentPartPr>
              <p14:xfrm>
                <a:off x="8396400" y="5025870"/>
                <a:ext cx="360" cy="360"/>
              </p14:xfrm>
            </p:contentPart>
          </mc:Choice>
          <mc:Fallback xmlns="">
            <p:pic>
              <p:nvPicPr>
                <p:cNvPr id="873" name="Ink 872">
                  <a:extLst>
                    <a:ext uri="{FF2B5EF4-FFF2-40B4-BE49-F238E27FC236}">
                      <a16:creationId xmlns:a16="http://schemas.microsoft.com/office/drawing/2014/main" id="{F490C6FD-83EA-30BA-0CDC-97B851B0084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8392080" y="502155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0">
              <p14:nvContentPartPr>
                <p14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14:cNvPr>
                <p14:cNvContentPartPr/>
                <p14:nvPr/>
              </p14:nvContentPartPr>
              <p14:xfrm>
                <a:off x="8364720" y="5025870"/>
                <a:ext cx="32040" cy="136080"/>
              </p14:xfrm>
            </p:contentPart>
          </mc:Choice>
          <mc:Fallback xmlns="">
            <p:pic>
              <p:nvPicPr>
                <p:cNvPr id="874" name="Ink 873">
                  <a:extLst>
                    <a:ext uri="{FF2B5EF4-FFF2-40B4-BE49-F238E27FC236}">
                      <a16:creationId xmlns:a16="http://schemas.microsoft.com/office/drawing/2014/main" id="{5C9C5DD5-9E25-7338-C063-5FF20FB2E1EC}"/>
                    </a:ext>
                  </a:extLst>
                </p:cNvPr>
                <p:cNvPicPr/>
                <p:nvPr/>
              </p:nvPicPr>
              <p:blipFill>
                <a:blip r:embed="rId581"/>
                <a:stretch>
                  <a:fillRect/>
                </a:stretch>
              </p:blipFill>
              <p:spPr>
                <a:xfrm>
                  <a:off x="8360400" y="5021550"/>
                  <a:ext cx="4068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2">
              <p14:nvContentPartPr>
                <p14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14:cNvPr>
                <p14:cNvContentPartPr/>
                <p14:nvPr/>
              </p14:nvContentPartPr>
              <p14:xfrm>
                <a:off x="8505120" y="4951350"/>
                <a:ext cx="82440" cy="51480"/>
              </p14:xfrm>
            </p:contentPart>
          </mc:Choice>
          <mc:Fallback xmlns="">
            <p:pic>
              <p:nvPicPr>
                <p:cNvPr id="875" name="Ink 874">
                  <a:extLst>
                    <a:ext uri="{FF2B5EF4-FFF2-40B4-BE49-F238E27FC236}">
                      <a16:creationId xmlns:a16="http://schemas.microsoft.com/office/drawing/2014/main" id="{6C02C125-3207-B5C8-1AD6-5C7A343D02C5}"/>
                    </a:ext>
                  </a:extLst>
                </p:cNvPr>
                <p:cNvPicPr/>
                <p:nvPr/>
              </p:nvPicPr>
              <p:blipFill>
                <a:blip r:embed="rId583"/>
                <a:stretch>
                  <a:fillRect/>
                </a:stretch>
              </p:blipFill>
              <p:spPr>
                <a:xfrm>
                  <a:off x="8500800" y="4947030"/>
                  <a:ext cx="910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4">
              <p14:nvContentPartPr>
                <p14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14:cNvPr>
                <p14:cNvContentPartPr/>
                <p14:nvPr/>
              </p14:nvContentPartPr>
              <p14:xfrm>
                <a:off x="8474520" y="5009310"/>
                <a:ext cx="122400" cy="31320"/>
              </p14:xfrm>
            </p:contentPart>
          </mc:Choice>
          <mc:Fallback xmlns="">
            <p:pic>
              <p:nvPicPr>
                <p:cNvPr id="876" name="Ink 875">
                  <a:extLst>
                    <a:ext uri="{FF2B5EF4-FFF2-40B4-BE49-F238E27FC236}">
                      <a16:creationId xmlns:a16="http://schemas.microsoft.com/office/drawing/2014/main" id="{852077A3-4C53-BFE1-75C9-8CFDAAA622B1}"/>
                    </a:ext>
                  </a:extLst>
                </p:cNvPr>
                <p:cNvPicPr/>
                <p:nvPr/>
              </p:nvPicPr>
              <p:blipFill>
                <a:blip r:embed="rId585"/>
                <a:stretch>
                  <a:fillRect/>
                </a:stretch>
              </p:blipFill>
              <p:spPr>
                <a:xfrm>
                  <a:off x="8470200" y="5004990"/>
                  <a:ext cx="13104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6">
              <p14:nvContentPartPr>
                <p14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14:cNvPr>
                <p14:cNvContentPartPr/>
                <p14:nvPr/>
              </p14:nvContentPartPr>
              <p14:xfrm>
                <a:off x="8679720" y="4948830"/>
                <a:ext cx="109440" cy="94680"/>
              </p14:xfrm>
            </p:contentPart>
          </mc:Choice>
          <mc:Fallback xmlns="">
            <p:pic>
              <p:nvPicPr>
                <p:cNvPr id="877" name="Ink 876">
                  <a:extLst>
                    <a:ext uri="{FF2B5EF4-FFF2-40B4-BE49-F238E27FC236}">
                      <a16:creationId xmlns:a16="http://schemas.microsoft.com/office/drawing/2014/main" id="{5303E27B-E237-72D0-BFEF-1B081A38FCB1}"/>
                    </a:ext>
                  </a:extLst>
                </p:cNvPr>
                <p:cNvPicPr/>
                <p:nvPr/>
              </p:nvPicPr>
              <p:blipFill>
                <a:blip r:embed="rId587"/>
                <a:stretch>
                  <a:fillRect/>
                </a:stretch>
              </p:blipFill>
              <p:spPr>
                <a:xfrm>
                  <a:off x="8675400" y="4944510"/>
                  <a:ext cx="118080" cy="103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3" name="Group 882">
            <a:extLst>
              <a:ext uri="{FF2B5EF4-FFF2-40B4-BE49-F238E27FC236}">
                <a16:creationId xmlns:a16="http://schemas.microsoft.com/office/drawing/2014/main" id="{8AEFDDB8-9DF5-5198-1F79-23B981D243E5}"/>
              </a:ext>
            </a:extLst>
          </p:cNvPr>
          <p:cNvGrpSpPr/>
          <p:nvPr/>
        </p:nvGrpSpPr>
        <p:grpSpPr>
          <a:xfrm>
            <a:off x="9166800" y="4880070"/>
            <a:ext cx="663480" cy="200160"/>
            <a:chOff x="9166800" y="4880070"/>
            <a:chExt cx="663480" cy="20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8">
              <p14:nvContentPartPr>
                <p14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14:cNvPr>
                <p14:cNvContentPartPr/>
                <p14:nvPr/>
              </p14:nvContentPartPr>
              <p14:xfrm>
                <a:off x="9166800" y="4880070"/>
                <a:ext cx="142560" cy="150840"/>
              </p14:xfrm>
            </p:contentPart>
          </mc:Choice>
          <mc:Fallback xmlns="">
            <p:pic>
              <p:nvPicPr>
                <p:cNvPr id="878" name="Ink 877">
                  <a:extLst>
                    <a:ext uri="{FF2B5EF4-FFF2-40B4-BE49-F238E27FC236}">
                      <a16:creationId xmlns:a16="http://schemas.microsoft.com/office/drawing/2014/main" id="{6A606410-CF8F-D7D2-78AE-D95396EC73E9}"/>
                    </a:ext>
                  </a:extLst>
                </p:cNvPr>
                <p:cNvPicPr/>
                <p:nvPr/>
              </p:nvPicPr>
              <p:blipFill>
                <a:blip r:embed="rId589"/>
                <a:stretch>
                  <a:fillRect/>
                </a:stretch>
              </p:blipFill>
              <p:spPr>
                <a:xfrm>
                  <a:off x="9162480" y="4875750"/>
                  <a:ext cx="1512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0">
              <p14:nvContentPartPr>
                <p14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14:cNvPr>
                <p14:cNvContentPartPr/>
                <p14:nvPr/>
              </p14:nvContentPartPr>
              <p14:xfrm>
                <a:off x="9368760" y="5004990"/>
                <a:ext cx="41400" cy="75240"/>
              </p14:xfrm>
            </p:contentPart>
          </mc:Choice>
          <mc:Fallback xmlns="">
            <p:pic>
              <p:nvPicPr>
                <p:cNvPr id="879" name="Ink 878">
                  <a:extLst>
                    <a:ext uri="{FF2B5EF4-FFF2-40B4-BE49-F238E27FC236}">
                      <a16:creationId xmlns:a16="http://schemas.microsoft.com/office/drawing/2014/main" id="{97BAA3CB-7200-0DFB-5287-B28CD2E48C23}"/>
                    </a:ext>
                  </a:extLst>
                </p:cNvPr>
                <p:cNvPicPr/>
                <p:nvPr/>
              </p:nvPicPr>
              <p:blipFill>
                <a:blip r:embed="rId591"/>
                <a:stretch>
                  <a:fillRect/>
                </a:stretch>
              </p:blipFill>
              <p:spPr>
                <a:xfrm>
                  <a:off x="9364440" y="5000670"/>
                  <a:ext cx="500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2">
              <p14:nvContentPartPr>
                <p14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14:cNvPr>
                <p14:cNvContentPartPr/>
                <p14:nvPr/>
              </p14:nvContentPartPr>
              <p14:xfrm>
                <a:off x="9548760" y="4913190"/>
                <a:ext cx="91440" cy="23400"/>
              </p14:xfrm>
            </p:contentPart>
          </mc:Choice>
          <mc:Fallback xmlns="">
            <p:pic>
              <p:nvPicPr>
                <p:cNvPr id="880" name="Ink 879">
                  <a:extLst>
                    <a:ext uri="{FF2B5EF4-FFF2-40B4-BE49-F238E27FC236}">
                      <a16:creationId xmlns:a16="http://schemas.microsoft.com/office/drawing/2014/main" id="{E76DDAAB-470D-9387-DC5E-4196713C5F94}"/>
                    </a:ext>
                  </a:extLst>
                </p:cNvPr>
                <p:cNvPicPr/>
                <p:nvPr/>
              </p:nvPicPr>
              <p:blipFill>
                <a:blip r:embed="rId593"/>
                <a:stretch>
                  <a:fillRect/>
                </a:stretch>
              </p:blipFill>
              <p:spPr>
                <a:xfrm>
                  <a:off x="9544440" y="4908870"/>
                  <a:ext cx="10008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4">
              <p14:nvContentPartPr>
                <p14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14:cNvPr>
                <p14:cNvContentPartPr/>
                <p14:nvPr/>
              </p14:nvContentPartPr>
              <p14:xfrm>
                <a:off x="9540120" y="4989510"/>
                <a:ext cx="104400" cy="27360"/>
              </p14:xfrm>
            </p:contentPart>
          </mc:Choice>
          <mc:Fallback xmlns="">
            <p:pic>
              <p:nvPicPr>
                <p:cNvPr id="881" name="Ink 880">
                  <a:extLst>
                    <a:ext uri="{FF2B5EF4-FFF2-40B4-BE49-F238E27FC236}">
                      <a16:creationId xmlns:a16="http://schemas.microsoft.com/office/drawing/2014/main" id="{43D8D727-4431-C31F-869B-8A8A3A9A94CE}"/>
                    </a:ext>
                  </a:extLst>
                </p:cNvPr>
                <p:cNvPicPr/>
                <p:nvPr/>
              </p:nvPicPr>
              <p:blipFill>
                <a:blip r:embed="rId595"/>
                <a:stretch>
                  <a:fillRect/>
                </a:stretch>
              </p:blipFill>
              <p:spPr>
                <a:xfrm>
                  <a:off x="9535800" y="4985190"/>
                  <a:ext cx="11304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6">
              <p14:nvContentPartPr>
                <p14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14:cNvPr>
                <p14:cNvContentPartPr/>
                <p14:nvPr/>
              </p14:nvContentPartPr>
              <p14:xfrm>
                <a:off x="9730560" y="4941990"/>
                <a:ext cx="99720" cy="74880"/>
              </p14:xfrm>
            </p:contentPart>
          </mc:Choice>
          <mc:Fallback xmlns="">
            <p:pic>
              <p:nvPicPr>
                <p:cNvPr id="882" name="Ink 881">
                  <a:extLst>
                    <a:ext uri="{FF2B5EF4-FFF2-40B4-BE49-F238E27FC236}">
                      <a16:creationId xmlns:a16="http://schemas.microsoft.com/office/drawing/2014/main" id="{B00A62F5-DDC3-7006-C704-657A7E02C50D}"/>
                    </a:ext>
                  </a:extLst>
                </p:cNvPr>
                <p:cNvPicPr/>
                <p:nvPr/>
              </p:nvPicPr>
              <p:blipFill>
                <a:blip r:embed="rId597"/>
                <a:stretch>
                  <a:fillRect/>
                </a:stretch>
              </p:blipFill>
              <p:spPr>
                <a:xfrm>
                  <a:off x="9726240" y="4937670"/>
                  <a:ext cx="108360" cy="8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9" name="Group 898">
            <a:extLst>
              <a:ext uri="{FF2B5EF4-FFF2-40B4-BE49-F238E27FC236}">
                <a16:creationId xmlns:a16="http://schemas.microsoft.com/office/drawing/2014/main" id="{9B595FEE-2159-368E-CF38-DF64510981B2}"/>
              </a:ext>
            </a:extLst>
          </p:cNvPr>
          <p:cNvGrpSpPr/>
          <p:nvPr/>
        </p:nvGrpSpPr>
        <p:grpSpPr>
          <a:xfrm>
            <a:off x="8222160" y="5380470"/>
            <a:ext cx="409320" cy="233640"/>
            <a:chOff x="8222160" y="5380470"/>
            <a:chExt cx="409320" cy="233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8">
              <p14:nvContentPartPr>
                <p14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14:cNvPr>
                <p14:cNvContentPartPr/>
                <p14:nvPr/>
              </p14:nvContentPartPr>
              <p14:xfrm>
                <a:off x="8222160" y="5380470"/>
                <a:ext cx="123480" cy="146520"/>
              </p14:xfrm>
            </p:contentPart>
          </mc:Choice>
          <mc:Fallback xmlns="">
            <p:pic>
              <p:nvPicPr>
                <p:cNvPr id="885" name="Ink 884">
                  <a:extLst>
                    <a:ext uri="{FF2B5EF4-FFF2-40B4-BE49-F238E27FC236}">
                      <a16:creationId xmlns:a16="http://schemas.microsoft.com/office/drawing/2014/main" id="{39CEB278-D972-E95B-2551-8611809D1CB0}"/>
                    </a:ext>
                  </a:extLst>
                </p:cNvPr>
                <p:cNvPicPr/>
                <p:nvPr/>
              </p:nvPicPr>
              <p:blipFill>
                <a:blip r:embed="rId599"/>
                <a:stretch>
                  <a:fillRect/>
                </a:stretch>
              </p:blipFill>
              <p:spPr>
                <a:xfrm>
                  <a:off x="8217840" y="5376150"/>
                  <a:ext cx="13212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0">
              <p14:nvContentPartPr>
                <p14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14:cNvPr>
                <p14:cNvContentPartPr/>
                <p14:nvPr/>
              </p14:nvContentPartPr>
              <p14:xfrm>
                <a:off x="8354280" y="5547510"/>
                <a:ext cx="80280" cy="66600"/>
              </p14:xfrm>
            </p:contentPart>
          </mc:Choice>
          <mc:Fallback xmlns="">
            <p:pic>
              <p:nvPicPr>
                <p:cNvPr id="886" name="Ink 885">
                  <a:extLst>
                    <a:ext uri="{FF2B5EF4-FFF2-40B4-BE49-F238E27FC236}">
                      <a16:creationId xmlns:a16="http://schemas.microsoft.com/office/drawing/2014/main" id="{A2305547-2980-0CE0-A4C6-94EBDE55FECD}"/>
                    </a:ext>
                  </a:extLst>
                </p:cNvPr>
                <p:cNvPicPr/>
                <p:nvPr/>
              </p:nvPicPr>
              <p:blipFill>
                <a:blip r:embed="rId601"/>
                <a:stretch>
                  <a:fillRect/>
                </a:stretch>
              </p:blipFill>
              <p:spPr>
                <a:xfrm>
                  <a:off x="8349960" y="5543190"/>
                  <a:ext cx="8892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2">
              <p14:nvContentPartPr>
                <p14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14:cNvPr>
                <p14:cNvContentPartPr/>
                <p14:nvPr/>
              </p14:nvContentPartPr>
              <p14:xfrm>
                <a:off x="8490360" y="5485950"/>
                <a:ext cx="141120" cy="86040"/>
              </p14:xfrm>
            </p:contentPart>
          </mc:Choice>
          <mc:Fallback xmlns="">
            <p:pic>
              <p:nvPicPr>
                <p:cNvPr id="887" name="Ink 886">
                  <a:extLst>
                    <a:ext uri="{FF2B5EF4-FFF2-40B4-BE49-F238E27FC236}">
                      <a16:creationId xmlns:a16="http://schemas.microsoft.com/office/drawing/2014/main" id="{899925DC-C12C-B78E-DDFC-6FD3E6D78408}"/>
                    </a:ext>
                  </a:extLst>
                </p:cNvPr>
                <p:cNvPicPr/>
                <p:nvPr/>
              </p:nvPicPr>
              <p:blipFill>
                <a:blip r:embed="rId603"/>
                <a:stretch>
                  <a:fillRect/>
                </a:stretch>
              </p:blipFill>
              <p:spPr>
                <a:xfrm>
                  <a:off x="8486040" y="5481630"/>
                  <a:ext cx="149760" cy="94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04">
            <p14:nvContentPartPr>
              <p14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14:cNvPr>
              <p14:cNvContentPartPr/>
              <p14:nvPr/>
            </p14:nvContentPartPr>
            <p14:xfrm>
              <a:off x="8777640" y="5463630"/>
              <a:ext cx="13320" cy="129960"/>
            </p14:xfrm>
          </p:contentPart>
        </mc:Choice>
        <mc:Fallback xmlns="">
          <p:pic>
            <p:nvPicPr>
              <p:cNvPr id="888" name="Ink 887">
                <a:extLst>
                  <a:ext uri="{FF2B5EF4-FFF2-40B4-BE49-F238E27FC236}">
                    <a16:creationId xmlns:a16="http://schemas.microsoft.com/office/drawing/2014/main" id="{E6062D3A-560B-7AD0-68BA-19322D961600}"/>
                  </a:ext>
                </a:extLst>
              </p:cNvPr>
              <p:cNvPicPr/>
              <p:nvPr/>
            </p:nvPicPr>
            <p:blipFill>
              <a:blip r:embed="rId605"/>
              <a:stretch>
                <a:fillRect/>
              </a:stretch>
            </p:blipFill>
            <p:spPr>
              <a:xfrm>
                <a:off x="8773320" y="5459310"/>
                <a:ext cx="21960" cy="138600"/>
              </a:xfrm>
              <a:prstGeom prst="rect">
                <a:avLst/>
              </a:prstGeom>
            </p:spPr>
          </p:pic>
        </mc:Fallback>
      </mc:AlternateContent>
      <p:grpSp>
        <p:nvGrpSpPr>
          <p:cNvPr id="898" name="Group 897">
            <a:extLst>
              <a:ext uri="{FF2B5EF4-FFF2-40B4-BE49-F238E27FC236}">
                <a16:creationId xmlns:a16="http://schemas.microsoft.com/office/drawing/2014/main" id="{12C473D0-2024-EA5C-1C0F-FFFD7F689924}"/>
              </a:ext>
            </a:extLst>
          </p:cNvPr>
          <p:cNvGrpSpPr/>
          <p:nvPr/>
        </p:nvGrpSpPr>
        <p:grpSpPr>
          <a:xfrm>
            <a:off x="9144480" y="5375430"/>
            <a:ext cx="232200" cy="194400"/>
            <a:chOff x="9144480" y="5375430"/>
            <a:chExt cx="23220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6">
              <p14:nvContentPartPr>
                <p14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14:cNvPr>
                <p14:cNvContentPartPr/>
                <p14:nvPr/>
              </p14:nvContentPartPr>
              <p14:xfrm>
                <a:off x="9144480" y="5375430"/>
                <a:ext cx="144000" cy="153360"/>
              </p14:xfrm>
            </p:contentPart>
          </mc:Choice>
          <mc:Fallback xmlns="">
            <p:pic>
              <p:nvPicPr>
                <p:cNvPr id="889" name="Ink 888">
                  <a:extLst>
                    <a:ext uri="{FF2B5EF4-FFF2-40B4-BE49-F238E27FC236}">
                      <a16:creationId xmlns:a16="http://schemas.microsoft.com/office/drawing/2014/main" id="{E403952B-ECB7-E503-B266-4D29B46D89C2}"/>
                    </a:ext>
                  </a:extLst>
                </p:cNvPr>
                <p:cNvPicPr/>
                <p:nvPr/>
              </p:nvPicPr>
              <p:blipFill>
                <a:blip r:embed="rId607"/>
                <a:stretch>
                  <a:fillRect/>
                </a:stretch>
              </p:blipFill>
              <p:spPr>
                <a:xfrm>
                  <a:off x="9140160" y="5371110"/>
                  <a:ext cx="15264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8">
              <p14:nvContentPartPr>
                <p14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14:cNvPr>
                <p14:cNvContentPartPr/>
                <p14:nvPr/>
              </p14:nvContentPartPr>
              <p14:xfrm>
                <a:off x="9359040" y="5506110"/>
                <a:ext cx="17640" cy="63720"/>
              </p14:xfrm>
            </p:contentPart>
          </mc:Choice>
          <mc:Fallback xmlns="">
            <p:pic>
              <p:nvPicPr>
                <p:cNvPr id="890" name="Ink 889">
                  <a:extLst>
                    <a:ext uri="{FF2B5EF4-FFF2-40B4-BE49-F238E27FC236}">
                      <a16:creationId xmlns:a16="http://schemas.microsoft.com/office/drawing/2014/main" id="{97FCCF9C-09B2-50BC-A9CC-99C2EBE023C1}"/>
                    </a:ext>
                  </a:extLst>
                </p:cNvPr>
                <p:cNvPicPr/>
                <p:nvPr/>
              </p:nvPicPr>
              <p:blipFill>
                <a:blip r:embed="rId609"/>
                <a:stretch>
                  <a:fillRect/>
                </a:stretch>
              </p:blipFill>
              <p:spPr>
                <a:xfrm>
                  <a:off x="9354720" y="5501790"/>
                  <a:ext cx="26280" cy="7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7" name="Group 896">
            <a:extLst>
              <a:ext uri="{FF2B5EF4-FFF2-40B4-BE49-F238E27FC236}">
                <a16:creationId xmlns:a16="http://schemas.microsoft.com/office/drawing/2014/main" id="{48F8596D-7FA5-CCD9-D9A3-D8AEFF067AF1}"/>
              </a:ext>
            </a:extLst>
          </p:cNvPr>
          <p:cNvGrpSpPr/>
          <p:nvPr/>
        </p:nvGrpSpPr>
        <p:grpSpPr>
          <a:xfrm>
            <a:off x="9567840" y="5407470"/>
            <a:ext cx="360000" cy="96120"/>
            <a:chOff x="9567840" y="5407470"/>
            <a:chExt cx="360000" cy="96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0">
              <p14:nvContentPartPr>
                <p14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14:cNvPr>
                <p14:cNvContentPartPr/>
                <p14:nvPr/>
              </p14:nvContentPartPr>
              <p14:xfrm>
                <a:off x="9592680" y="5409630"/>
                <a:ext cx="103320" cy="14040"/>
              </p14:xfrm>
            </p:contentPart>
          </mc:Choice>
          <mc:Fallback xmlns="">
            <p:pic>
              <p:nvPicPr>
                <p:cNvPr id="891" name="Ink 890">
                  <a:extLst>
                    <a:ext uri="{FF2B5EF4-FFF2-40B4-BE49-F238E27FC236}">
                      <a16:creationId xmlns:a16="http://schemas.microsoft.com/office/drawing/2014/main" id="{A1145BF9-B8F5-6D87-1661-9F0B9B37725C}"/>
                    </a:ext>
                  </a:extLst>
                </p:cNvPr>
                <p:cNvPicPr/>
                <p:nvPr/>
              </p:nvPicPr>
              <p:blipFill>
                <a:blip r:embed="rId611"/>
                <a:stretch>
                  <a:fillRect/>
                </a:stretch>
              </p:blipFill>
              <p:spPr>
                <a:xfrm>
                  <a:off x="9588360" y="5405310"/>
                  <a:ext cx="11196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2">
              <p14:nvContentPartPr>
                <p14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14:cNvPr>
                <p14:cNvContentPartPr/>
                <p14:nvPr/>
              </p14:nvContentPartPr>
              <p14:xfrm>
                <a:off x="9567840" y="5466150"/>
                <a:ext cx="90000" cy="37440"/>
              </p14:xfrm>
            </p:contentPart>
          </mc:Choice>
          <mc:Fallback xmlns="">
            <p:pic>
              <p:nvPicPr>
                <p:cNvPr id="892" name="Ink 891">
                  <a:extLst>
                    <a:ext uri="{FF2B5EF4-FFF2-40B4-BE49-F238E27FC236}">
                      <a16:creationId xmlns:a16="http://schemas.microsoft.com/office/drawing/2014/main" id="{1C65C400-E5B6-09BD-2709-6F42D32F949E}"/>
                    </a:ext>
                  </a:extLst>
                </p:cNvPr>
                <p:cNvPicPr/>
                <p:nvPr/>
              </p:nvPicPr>
              <p:blipFill>
                <a:blip r:embed="rId613"/>
                <a:stretch>
                  <a:fillRect/>
                </a:stretch>
              </p:blipFill>
              <p:spPr>
                <a:xfrm>
                  <a:off x="9563520" y="5461830"/>
                  <a:ext cx="986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4">
              <p14:nvContentPartPr>
                <p14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14:cNvPr>
                <p14:cNvContentPartPr/>
                <p14:nvPr/>
              </p14:nvContentPartPr>
              <p14:xfrm>
                <a:off x="9786000" y="5407470"/>
                <a:ext cx="141840" cy="90000"/>
              </p14:xfrm>
            </p:contentPart>
          </mc:Choice>
          <mc:Fallback xmlns="">
            <p:pic>
              <p:nvPicPr>
                <p:cNvPr id="893" name="Ink 892">
                  <a:extLst>
                    <a:ext uri="{FF2B5EF4-FFF2-40B4-BE49-F238E27FC236}">
                      <a16:creationId xmlns:a16="http://schemas.microsoft.com/office/drawing/2014/main" id="{6BC5C143-80F9-DCAC-080F-E5FD330F63D7}"/>
                    </a:ext>
                  </a:extLst>
                </p:cNvPr>
                <p:cNvPicPr/>
                <p:nvPr/>
              </p:nvPicPr>
              <p:blipFill>
                <a:blip r:embed="rId615"/>
                <a:stretch>
                  <a:fillRect/>
                </a:stretch>
              </p:blipFill>
              <p:spPr>
                <a:xfrm>
                  <a:off x="9781680" y="5403150"/>
                  <a:ext cx="150480" cy="9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5" name="Group 904">
            <a:extLst>
              <a:ext uri="{FF2B5EF4-FFF2-40B4-BE49-F238E27FC236}">
                <a16:creationId xmlns:a16="http://schemas.microsoft.com/office/drawing/2014/main" id="{519E6560-4CAA-E32E-913E-DAA4B2F2AFF3}"/>
              </a:ext>
            </a:extLst>
          </p:cNvPr>
          <p:cNvGrpSpPr/>
          <p:nvPr/>
        </p:nvGrpSpPr>
        <p:grpSpPr>
          <a:xfrm>
            <a:off x="8284080" y="5871870"/>
            <a:ext cx="168120" cy="326880"/>
            <a:chOff x="8284080" y="5871870"/>
            <a:chExt cx="168120" cy="326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6">
              <p14:nvContentPartPr>
                <p14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14:cNvPr>
                <p14:cNvContentPartPr/>
                <p14:nvPr/>
              </p14:nvContentPartPr>
              <p14:xfrm>
                <a:off x="8284080" y="5871870"/>
                <a:ext cx="125280" cy="236520"/>
              </p14:xfrm>
            </p:contentPart>
          </mc:Choice>
          <mc:Fallback xmlns="">
            <p:pic>
              <p:nvPicPr>
                <p:cNvPr id="894" name="Ink 893">
                  <a:extLst>
                    <a:ext uri="{FF2B5EF4-FFF2-40B4-BE49-F238E27FC236}">
                      <a16:creationId xmlns:a16="http://schemas.microsoft.com/office/drawing/2014/main" id="{3E8A8E5B-D634-555C-C3D5-CF6E2DF3DFF8}"/>
                    </a:ext>
                  </a:extLst>
                </p:cNvPr>
                <p:cNvPicPr/>
                <p:nvPr/>
              </p:nvPicPr>
              <p:blipFill>
                <a:blip r:embed="rId617"/>
                <a:stretch>
                  <a:fillRect/>
                </a:stretch>
              </p:blipFill>
              <p:spPr>
                <a:xfrm>
                  <a:off x="8279760" y="5867550"/>
                  <a:ext cx="13392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8">
              <p14:nvContentPartPr>
                <p14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14:cNvPr>
                <p14:cNvContentPartPr/>
                <p14:nvPr/>
              </p14:nvContentPartPr>
              <p14:xfrm>
                <a:off x="8307480" y="6036030"/>
                <a:ext cx="43920" cy="4320"/>
              </p14:xfrm>
            </p:contentPart>
          </mc:Choice>
          <mc:Fallback xmlns="">
            <p:pic>
              <p:nvPicPr>
                <p:cNvPr id="895" name="Ink 894">
                  <a:extLst>
                    <a:ext uri="{FF2B5EF4-FFF2-40B4-BE49-F238E27FC236}">
                      <a16:creationId xmlns:a16="http://schemas.microsoft.com/office/drawing/2014/main" id="{06C38E07-CA0D-2154-103F-DFC8B26A2142}"/>
                    </a:ext>
                  </a:extLst>
                </p:cNvPr>
                <p:cNvPicPr/>
                <p:nvPr/>
              </p:nvPicPr>
              <p:blipFill>
                <a:blip r:embed="rId619"/>
                <a:stretch>
                  <a:fillRect/>
                </a:stretch>
              </p:blipFill>
              <p:spPr>
                <a:xfrm>
                  <a:off x="8303160" y="6031710"/>
                  <a:ext cx="52560" cy="1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0">
              <p14:nvContentPartPr>
                <p14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14:cNvPr>
                <p14:cNvContentPartPr/>
                <p14:nvPr/>
              </p14:nvContentPartPr>
              <p14:xfrm>
                <a:off x="8340960" y="6117030"/>
                <a:ext cx="111240" cy="81720"/>
              </p14:xfrm>
            </p:contentPart>
          </mc:Choice>
          <mc:Fallback xmlns="">
            <p:pic>
              <p:nvPicPr>
                <p:cNvPr id="900" name="Ink 899">
                  <a:extLst>
                    <a:ext uri="{FF2B5EF4-FFF2-40B4-BE49-F238E27FC236}">
                      <a16:creationId xmlns:a16="http://schemas.microsoft.com/office/drawing/2014/main" id="{2B9395DE-4042-B0AE-32E2-5F86DA596C94}"/>
                    </a:ext>
                  </a:extLst>
                </p:cNvPr>
                <p:cNvPicPr/>
                <p:nvPr/>
              </p:nvPicPr>
              <p:blipFill>
                <a:blip r:embed="rId621"/>
                <a:stretch>
                  <a:fillRect/>
                </a:stretch>
              </p:blipFill>
              <p:spPr>
                <a:xfrm>
                  <a:off x="8336640" y="6112710"/>
                  <a:ext cx="1198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04" name="Group 903">
            <a:extLst>
              <a:ext uri="{FF2B5EF4-FFF2-40B4-BE49-F238E27FC236}">
                <a16:creationId xmlns:a16="http://schemas.microsoft.com/office/drawing/2014/main" id="{A3D6EA60-FC46-D271-3EDB-C006DDBD4C18}"/>
              </a:ext>
            </a:extLst>
          </p:cNvPr>
          <p:cNvGrpSpPr/>
          <p:nvPr/>
        </p:nvGrpSpPr>
        <p:grpSpPr>
          <a:xfrm>
            <a:off x="8619240" y="6016230"/>
            <a:ext cx="225720" cy="154800"/>
            <a:chOff x="8619240" y="6016230"/>
            <a:chExt cx="225720" cy="154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2">
              <p14:nvContentPartPr>
                <p14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14:cNvPr>
                <p14:cNvContentPartPr/>
                <p14:nvPr/>
              </p14:nvContentPartPr>
              <p14:xfrm>
                <a:off x="8619240" y="6047550"/>
                <a:ext cx="61200" cy="5040"/>
              </p14:xfrm>
            </p:contentPart>
          </mc:Choice>
          <mc:Fallback xmlns="">
            <p:pic>
              <p:nvPicPr>
                <p:cNvPr id="901" name="Ink 900">
                  <a:extLst>
                    <a:ext uri="{FF2B5EF4-FFF2-40B4-BE49-F238E27FC236}">
                      <a16:creationId xmlns:a16="http://schemas.microsoft.com/office/drawing/2014/main" id="{E58E9892-C8C9-DDE8-5687-BFEC66341875}"/>
                    </a:ext>
                  </a:extLst>
                </p:cNvPr>
                <p:cNvPicPr/>
                <p:nvPr/>
              </p:nvPicPr>
              <p:blipFill>
                <a:blip r:embed="rId623"/>
                <a:stretch>
                  <a:fillRect/>
                </a:stretch>
              </p:blipFill>
              <p:spPr>
                <a:xfrm>
                  <a:off x="8614920" y="6043230"/>
                  <a:ext cx="69840" cy="1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4">
              <p14:nvContentPartPr>
                <p14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14:cNvPr>
                <p14:cNvContentPartPr/>
                <p14:nvPr/>
              </p14:nvContentPartPr>
              <p14:xfrm>
                <a:off x="8636160" y="6074910"/>
                <a:ext cx="77760" cy="31680"/>
              </p14:xfrm>
            </p:contentPart>
          </mc:Choice>
          <mc:Fallback xmlns="">
            <p:pic>
              <p:nvPicPr>
                <p:cNvPr id="902" name="Ink 901">
                  <a:extLst>
                    <a:ext uri="{FF2B5EF4-FFF2-40B4-BE49-F238E27FC236}">
                      <a16:creationId xmlns:a16="http://schemas.microsoft.com/office/drawing/2014/main" id="{F1D78F48-3D4F-BF7D-9E9A-20036CEDFF14}"/>
                    </a:ext>
                  </a:extLst>
                </p:cNvPr>
                <p:cNvPicPr/>
                <p:nvPr/>
              </p:nvPicPr>
              <p:blipFill>
                <a:blip r:embed="rId625"/>
                <a:stretch>
                  <a:fillRect/>
                </a:stretch>
              </p:blipFill>
              <p:spPr>
                <a:xfrm>
                  <a:off x="8631840" y="6070590"/>
                  <a:ext cx="864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6">
              <p14:nvContentPartPr>
                <p14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14:cNvPr>
                <p14:cNvContentPartPr/>
                <p14:nvPr/>
              </p14:nvContentPartPr>
              <p14:xfrm>
                <a:off x="8806800" y="6016230"/>
                <a:ext cx="38160" cy="154800"/>
              </p14:xfrm>
            </p:contentPart>
          </mc:Choice>
          <mc:Fallback xmlns="">
            <p:pic>
              <p:nvPicPr>
                <p:cNvPr id="903" name="Ink 902">
                  <a:extLst>
                    <a:ext uri="{FF2B5EF4-FFF2-40B4-BE49-F238E27FC236}">
                      <a16:creationId xmlns:a16="http://schemas.microsoft.com/office/drawing/2014/main" id="{DDFAC4A1-9A8A-8CA4-83A8-B8696EE1937E}"/>
                    </a:ext>
                  </a:extLst>
                </p:cNvPr>
                <p:cNvPicPr/>
                <p:nvPr/>
              </p:nvPicPr>
              <p:blipFill>
                <a:blip r:embed="rId627"/>
                <a:stretch>
                  <a:fillRect/>
                </a:stretch>
              </p:blipFill>
              <p:spPr>
                <a:xfrm>
                  <a:off x="8802480" y="6011910"/>
                  <a:ext cx="46800" cy="16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10" name="Group 909">
            <a:extLst>
              <a:ext uri="{FF2B5EF4-FFF2-40B4-BE49-F238E27FC236}">
                <a16:creationId xmlns:a16="http://schemas.microsoft.com/office/drawing/2014/main" id="{2B0EA6FA-16A5-EC53-E422-51A60D1F1E14}"/>
              </a:ext>
            </a:extLst>
          </p:cNvPr>
          <p:cNvGrpSpPr/>
          <p:nvPr/>
        </p:nvGrpSpPr>
        <p:grpSpPr>
          <a:xfrm>
            <a:off x="9284520" y="5948550"/>
            <a:ext cx="705600" cy="258480"/>
            <a:chOff x="9284520" y="5948550"/>
            <a:chExt cx="705600" cy="25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28">
              <p14:nvContentPartPr>
                <p14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14:cNvPr>
                <p14:cNvContentPartPr/>
                <p14:nvPr/>
              </p14:nvContentPartPr>
              <p14:xfrm>
                <a:off x="9284520" y="5948550"/>
                <a:ext cx="161640" cy="172080"/>
              </p14:xfrm>
            </p:contentPart>
          </mc:Choice>
          <mc:Fallback xmlns="">
            <p:pic>
              <p:nvPicPr>
                <p:cNvPr id="906" name="Ink 905">
                  <a:extLst>
                    <a:ext uri="{FF2B5EF4-FFF2-40B4-BE49-F238E27FC236}">
                      <a16:creationId xmlns:a16="http://schemas.microsoft.com/office/drawing/2014/main" id="{BC124DC6-8FD2-7ACC-AC7D-79B962337D7A}"/>
                    </a:ext>
                  </a:extLst>
                </p:cNvPr>
                <p:cNvPicPr/>
                <p:nvPr/>
              </p:nvPicPr>
              <p:blipFill>
                <a:blip r:embed="rId629"/>
                <a:stretch>
                  <a:fillRect/>
                </a:stretch>
              </p:blipFill>
              <p:spPr>
                <a:xfrm>
                  <a:off x="9280200" y="5944230"/>
                  <a:ext cx="1702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0">
              <p14:nvContentPartPr>
                <p14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14:cNvPr>
                <p14:cNvContentPartPr/>
                <p14:nvPr/>
              </p14:nvContentPartPr>
              <p14:xfrm>
                <a:off x="9521040" y="6064830"/>
                <a:ext cx="98640" cy="93960"/>
              </p14:xfrm>
            </p:contentPart>
          </mc:Choice>
          <mc:Fallback xmlns="">
            <p:pic>
              <p:nvPicPr>
                <p:cNvPr id="907" name="Ink 906">
                  <a:extLst>
                    <a:ext uri="{FF2B5EF4-FFF2-40B4-BE49-F238E27FC236}">
                      <a16:creationId xmlns:a16="http://schemas.microsoft.com/office/drawing/2014/main" id="{6099B692-FA3C-E343-3A6B-C33BDFA8C4D9}"/>
                    </a:ext>
                  </a:extLst>
                </p:cNvPr>
                <p:cNvPicPr/>
                <p:nvPr/>
              </p:nvPicPr>
              <p:blipFill>
                <a:blip r:embed="rId631"/>
                <a:stretch>
                  <a:fillRect/>
                </a:stretch>
              </p:blipFill>
              <p:spPr>
                <a:xfrm>
                  <a:off x="9516720" y="6060510"/>
                  <a:ext cx="1072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2">
              <p14:nvContentPartPr>
                <p14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14:cNvPr>
                <p14:cNvContentPartPr/>
                <p14:nvPr/>
              </p14:nvContentPartPr>
              <p14:xfrm>
                <a:off x="9744600" y="6006870"/>
                <a:ext cx="96480" cy="91800"/>
              </p14:xfrm>
            </p:contentPart>
          </mc:Choice>
          <mc:Fallback xmlns="">
            <p:pic>
              <p:nvPicPr>
                <p:cNvPr id="908" name="Ink 907">
                  <a:extLst>
                    <a:ext uri="{FF2B5EF4-FFF2-40B4-BE49-F238E27FC236}">
                      <a16:creationId xmlns:a16="http://schemas.microsoft.com/office/drawing/2014/main" id="{56C9E4EF-8DB7-32F5-B038-42194AB489F5}"/>
                    </a:ext>
                  </a:extLst>
                </p:cNvPr>
                <p:cNvPicPr/>
                <p:nvPr/>
              </p:nvPicPr>
              <p:blipFill>
                <a:blip r:embed="rId633"/>
                <a:stretch>
                  <a:fillRect/>
                </a:stretch>
              </p:blipFill>
              <p:spPr>
                <a:xfrm>
                  <a:off x="9740280" y="6002550"/>
                  <a:ext cx="10512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4">
              <p14:nvContentPartPr>
                <p14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14:cNvPr>
                <p14:cNvContentPartPr/>
                <p14:nvPr/>
              </p14:nvContentPartPr>
              <p14:xfrm>
                <a:off x="9954840" y="6013350"/>
                <a:ext cx="35280" cy="193680"/>
              </p14:xfrm>
            </p:contentPart>
          </mc:Choice>
          <mc:Fallback xmlns="">
            <p:pic>
              <p:nvPicPr>
                <p:cNvPr id="909" name="Ink 908">
                  <a:extLst>
                    <a:ext uri="{FF2B5EF4-FFF2-40B4-BE49-F238E27FC236}">
                      <a16:creationId xmlns:a16="http://schemas.microsoft.com/office/drawing/2014/main" id="{7A39B1CB-51B5-C5D1-7D2A-4726E9C4205F}"/>
                    </a:ext>
                  </a:extLst>
                </p:cNvPr>
                <p:cNvPicPr/>
                <p:nvPr/>
              </p:nvPicPr>
              <p:blipFill>
                <a:blip r:embed="rId635"/>
                <a:stretch>
                  <a:fillRect/>
                </a:stretch>
              </p:blipFill>
              <p:spPr>
                <a:xfrm>
                  <a:off x="9950520" y="6009030"/>
                  <a:ext cx="43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51" name="Group 950">
            <a:extLst>
              <a:ext uri="{FF2B5EF4-FFF2-40B4-BE49-F238E27FC236}">
                <a16:creationId xmlns:a16="http://schemas.microsoft.com/office/drawing/2014/main" id="{A516BD18-CECB-035F-8967-34A6A331CEF8}"/>
              </a:ext>
            </a:extLst>
          </p:cNvPr>
          <p:cNvGrpSpPr/>
          <p:nvPr/>
        </p:nvGrpSpPr>
        <p:grpSpPr>
          <a:xfrm>
            <a:off x="279480" y="4883670"/>
            <a:ext cx="1402200" cy="1338480"/>
            <a:chOff x="279480" y="4883670"/>
            <a:chExt cx="1402200" cy="133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36">
              <p14:nvContentPartPr>
                <p14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14:cNvPr>
                <p14:cNvContentPartPr/>
                <p14:nvPr/>
              </p14:nvContentPartPr>
              <p14:xfrm>
                <a:off x="279480" y="5110110"/>
                <a:ext cx="111240" cy="143280"/>
              </p14:xfrm>
            </p:contentPart>
          </mc:Choice>
          <mc:Fallback xmlns="">
            <p:pic>
              <p:nvPicPr>
                <p:cNvPr id="914" name="Ink 913">
                  <a:extLst>
                    <a:ext uri="{FF2B5EF4-FFF2-40B4-BE49-F238E27FC236}">
                      <a16:creationId xmlns:a16="http://schemas.microsoft.com/office/drawing/2014/main" id="{B055FB7D-0675-A6CA-BBE7-90C4B16FB8FA}"/>
                    </a:ext>
                  </a:extLst>
                </p:cNvPr>
                <p:cNvPicPr/>
                <p:nvPr/>
              </p:nvPicPr>
              <p:blipFill>
                <a:blip r:embed="rId637"/>
                <a:stretch>
                  <a:fillRect/>
                </a:stretch>
              </p:blipFill>
              <p:spPr>
                <a:xfrm>
                  <a:off x="275160" y="5105790"/>
                  <a:ext cx="11988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8">
              <p14:nvContentPartPr>
                <p14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14:cNvPr>
                <p14:cNvContentPartPr/>
                <p14:nvPr/>
              </p14:nvContentPartPr>
              <p14:xfrm>
                <a:off x="482520" y="5130630"/>
                <a:ext cx="49680" cy="16920"/>
              </p14:xfrm>
            </p:contentPart>
          </mc:Choice>
          <mc:Fallback xmlns="">
            <p:pic>
              <p:nvPicPr>
                <p:cNvPr id="915" name="Ink 914">
                  <a:extLst>
                    <a:ext uri="{FF2B5EF4-FFF2-40B4-BE49-F238E27FC236}">
                      <a16:creationId xmlns:a16="http://schemas.microsoft.com/office/drawing/2014/main" id="{D42CD813-DD0A-CAF1-6A29-435ABB701B0E}"/>
                    </a:ext>
                  </a:extLst>
                </p:cNvPr>
                <p:cNvPicPr/>
                <p:nvPr/>
              </p:nvPicPr>
              <p:blipFill>
                <a:blip r:embed="rId639"/>
                <a:stretch>
                  <a:fillRect/>
                </a:stretch>
              </p:blipFill>
              <p:spPr>
                <a:xfrm>
                  <a:off x="478200" y="5126310"/>
                  <a:ext cx="5832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0">
              <p14:nvContentPartPr>
                <p14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14:cNvPr>
                <p14:cNvContentPartPr/>
                <p14:nvPr/>
              </p14:nvContentPartPr>
              <p14:xfrm>
                <a:off x="488640" y="5147550"/>
                <a:ext cx="94680" cy="52560"/>
              </p14:xfrm>
            </p:contentPart>
          </mc:Choice>
          <mc:Fallback xmlns="">
            <p:pic>
              <p:nvPicPr>
                <p:cNvPr id="916" name="Ink 915">
                  <a:extLst>
                    <a:ext uri="{FF2B5EF4-FFF2-40B4-BE49-F238E27FC236}">
                      <a16:creationId xmlns:a16="http://schemas.microsoft.com/office/drawing/2014/main" id="{B600B64A-C277-DF36-B5AE-BFE759A11856}"/>
                    </a:ext>
                  </a:extLst>
                </p:cNvPr>
                <p:cNvPicPr/>
                <p:nvPr/>
              </p:nvPicPr>
              <p:blipFill>
                <a:blip r:embed="rId641"/>
                <a:stretch>
                  <a:fillRect/>
                </a:stretch>
              </p:blipFill>
              <p:spPr>
                <a:xfrm>
                  <a:off x="484320" y="5143230"/>
                  <a:ext cx="103320" cy="6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2">
              <p14:nvContentPartPr>
                <p14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14:cNvPr>
                <p14:cNvContentPartPr/>
                <p14:nvPr/>
              </p14:nvContentPartPr>
              <p14:xfrm>
                <a:off x="611040" y="5062950"/>
                <a:ext cx="130320" cy="90720"/>
              </p14:xfrm>
            </p:contentPart>
          </mc:Choice>
          <mc:Fallback xmlns="">
            <p:pic>
              <p:nvPicPr>
                <p:cNvPr id="917" name="Ink 916">
                  <a:extLst>
                    <a:ext uri="{FF2B5EF4-FFF2-40B4-BE49-F238E27FC236}">
                      <a16:creationId xmlns:a16="http://schemas.microsoft.com/office/drawing/2014/main" id="{90CD158D-6322-4363-0170-A64FAC052062}"/>
                    </a:ext>
                  </a:extLst>
                </p:cNvPr>
                <p:cNvPicPr/>
                <p:nvPr/>
              </p:nvPicPr>
              <p:blipFill>
                <a:blip r:embed="rId643"/>
                <a:stretch>
                  <a:fillRect/>
                </a:stretch>
              </p:blipFill>
              <p:spPr>
                <a:xfrm>
                  <a:off x="606720" y="5058630"/>
                  <a:ext cx="138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4">
              <p14:nvContentPartPr>
                <p14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14:cNvPr>
                <p14:cNvContentPartPr/>
                <p14:nvPr/>
              </p14:nvContentPartPr>
              <p14:xfrm>
                <a:off x="940080" y="4979790"/>
                <a:ext cx="98280" cy="88200"/>
              </p14:xfrm>
            </p:contentPart>
          </mc:Choice>
          <mc:Fallback xmlns="">
            <p:pic>
              <p:nvPicPr>
                <p:cNvPr id="918" name="Ink 917">
                  <a:extLst>
                    <a:ext uri="{FF2B5EF4-FFF2-40B4-BE49-F238E27FC236}">
                      <a16:creationId xmlns:a16="http://schemas.microsoft.com/office/drawing/2014/main" id="{AAA5C787-5DB9-F707-1E75-C5EAEDC83706}"/>
                    </a:ext>
                  </a:extLst>
                </p:cNvPr>
                <p:cNvPicPr/>
                <p:nvPr/>
              </p:nvPicPr>
              <p:blipFill>
                <a:blip r:embed="rId645"/>
                <a:stretch>
                  <a:fillRect/>
                </a:stretch>
              </p:blipFill>
              <p:spPr>
                <a:xfrm>
                  <a:off x="935760" y="4975470"/>
                  <a:ext cx="1069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6">
              <p14:nvContentPartPr>
                <p14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14:cNvPr>
                <p14:cNvContentPartPr/>
                <p14:nvPr/>
              </p14:nvContentPartPr>
              <p14:xfrm>
                <a:off x="1100280" y="4924350"/>
                <a:ext cx="63720" cy="23400"/>
              </p14:xfrm>
            </p:contentPart>
          </mc:Choice>
          <mc:Fallback xmlns="">
            <p:pic>
              <p:nvPicPr>
                <p:cNvPr id="919" name="Ink 918">
                  <a:extLst>
                    <a:ext uri="{FF2B5EF4-FFF2-40B4-BE49-F238E27FC236}">
                      <a16:creationId xmlns:a16="http://schemas.microsoft.com/office/drawing/2014/main" id="{CEFF0B4F-93A9-8BF3-5590-403C298C5AD6}"/>
                    </a:ext>
                  </a:extLst>
                </p:cNvPr>
                <p:cNvPicPr/>
                <p:nvPr/>
              </p:nvPicPr>
              <p:blipFill>
                <a:blip r:embed="rId647"/>
                <a:stretch>
                  <a:fillRect/>
                </a:stretch>
              </p:blipFill>
              <p:spPr>
                <a:xfrm>
                  <a:off x="1095960" y="4920030"/>
                  <a:ext cx="7236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8">
              <p14:nvContentPartPr>
                <p14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14:cNvPr>
                <p14:cNvContentPartPr/>
                <p14:nvPr/>
              </p14:nvContentPartPr>
              <p14:xfrm>
                <a:off x="1092360" y="4978350"/>
                <a:ext cx="69120" cy="21240"/>
              </p14:xfrm>
            </p:contentPart>
          </mc:Choice>
          <mc:Fallback xmlns="">
            <p:pic>
              <p:nvPicPr>
                <p:cNvPr id="920" name="Ink 919">
                  <a:extLst>
                    <a:ext uri="{FF2B5EF4-FFF2-40B4-BE49-F238E27FC236}">
                      <a16:creationId xmlns:a16="http://schemas.microsoft.com/office/drawing/2014/main" id="{180CE275-2CD9-BBAB-E5FC-E87E519A8F0F}"/>
                    </a:ext>
                  </a:extLst>
                </p:cNvPr>
                <p:cNvPicPr/>
                <p:nvPr/>
              </p:nvPicPr>
              <p:blipFill>
                <a:blip r:embed="rId649"/>
                <a:stretch>
                  <a:fillRect/>
                </a:stretch>
              </p:blipFill>
              <p:spPr>
                <a:xfrm>
                  <a:off x="1088040" y="4974030"/>
                  <a:ext cx="7776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0">
              <p14:nvContentPartPr>
                <p14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14:cNvPr>
                <p14:cNvContentPartPr/>
                <p14:nvPr/>
              </p14:nvContentPartPr>
              <p14:xfrm>
                <a:off x="1176960" y="4883670"/>
                <a:ext cx="144360" cy="86040"/>
              </p14:xfrm>
            </p:contentPart>
          </mc:Choice>
          <mc:Fallback xmlns="">
            <p:pic>
              <p:nvPicPr>
                <p:cNvPr id="921" name="Ink 920">
                  <a:extLst>
                    <a:ext uri="{FF2B5EF4-FFF2-40B4-BE49-F238E27FC236}">
                      <a16:creationId xmlns:a16="http://schemas.microsoft.com/office/drawing/2014/main" id="{CB9BD061-424F-7C6F-85D0-3D6A48E50E57}"/>
                    </a:ext>
                  </a:extLst>
                </p:cNvPr>
                <p:cNvPicPr/>
                <p:nvPr/>
              </p:nvPicPr>
              <p:blipFill>
                <a:blip r:embed="rId651"/>
                <a:stretch>
                  <a:fillRect/>
                </a:stretch>
              </p:blipFill>
              <p:spPr>
                <a:xfrm>
                  <a:off x="1172640" y="4879350"/>
                  <a:ext cx="153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2">
              <p14:nvContentPartPr>
                <p14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14:cNvPr>
                <p14:cNvContentPartPr/>
                <p14:nvPr/>
              </p14:nvContentPartPr>
              <p14:xfrm>
                <a:off x="307560" y="5470110"/>
                <a:ext cx="74160" cy="207000"/>
              </p14:xfrm>
            </p:contentPart>
          </mc:Choice>
          <mc:Fallback xmlns="">
            <p:pic>
              <p:nvPicPr>
                <p:cNvPr id="924" name="Ink 923">
                  <a:extLst>
                    <a:ext uri="{FF2B5EF4-FFF2-40B4-BE49-F238E27FC236}">
                      <a16:creationId xmlns:a16="http://schemas.microsoft.com/office/drawing/2014/main" id="{B4DF3258-FB82-DF9B-EED7-44537CA5EE35}"/>
                    </a:ext>
                  </a:extLst>
                </p:cNvPr>
                <p:cNvPicPr/>
                <p:nvPr/>
              </p:nvPicPr>
              <p:blipFill>
                <a:blip r:embed="rId653"/>
                <a:stretch>
                  <a:fillRect/>
                </a:stretch>
              </p:blipFill>
              <p:spPr>
                <a:xfrm>
                  <a:off x="303240" y="5465790"/>
                  <a:ext cx="8280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4">
              <p14:nvContentPartPr>
                <p14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14:cNvPr>
                <p14:cNvContentPartPr/>
                <p14:nvPr/>
              </p14:nvContentPartPr>
              <p14:xfrm>
                <a:off x="446520" y="5458590"/>
                <a:ext cx="111960" cy="88560"/>
              </p14:xfrm>
            </p:contentPart>
          </mc:Choice>
          <mc:Fallback xmlns="">
            <p:pic>
              <p:nvPicPr>
                <p:cNvPr id="925" name="Ink 924">
                  <a:extLst>
                    <a:ext uri="{FF2B5EF4-FFF2-40B4-BE49-F238E27FC236}">
                      <a16:creationId xmlns:a16="http://schemas.microsoft.com/office/drawing/2014/main" id="{C634842B-F6B8-92FA-DF49-7667EF1EEE62}"/>
                    </a:ext>
                  </a:extLst>
                </p:cNvPr>
                <p:cNvPicPr/>
                <p:nvPr/>
              </p:nvPicPr>
              <p:blipFill>
                <a:blip r:embed="rId655"/>
                <a:stretch>
                  <a:fillRect/>
                </a:stretch>
              </p:blipFill>
              <p:spPr>
                <a:xfrm>
                  <a:off x="442200" y="5454270"/>
                  <a:ext cx="120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6">
              <p14:nvContentPartPr>
                <p14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14:cNvPr>
                <p14:cNvContentPartPr/>
                <p14:nvPr/>
              </p14:nvContentPartPr>
              <p14:xfrm>
                <a:off x="629400" y="5405670"/>
                <a:ext cx="45360" cy="111960"/>
              </p14:xfrm>
            </p:contentPart>
          </mc:Choice>
          <mc:Fallback xmlns="">
            <p:pic>
              <p:nvPicPr>
                <p:cNvPr id="926" name="Ink 925">
                  <a:extLst>
                    <a:ext uri="{FF2B5EF4-FFF2-40B4-BE49-F238E27FC236}">
                      <a16:creationId xmlns:a16="http://schemas.microsoft.com/office/drawing/2014/main" id="{9DE26C43-B70D-FE5F-035D-4991ADC6876B}"/>
                    </a:ext>
                  </a:extLst>
                </p:cNvPr>
                <p:cNvPicPr/>
                <p:nvPr/>
              </p:nvPicPr>
              <p:blipFill>
                <a:blip r:embed="rId657"/>
                <a:stretch>
                  <a:fillRect/>
                </a:stretch>
              </p:blipFill>
              <p:spPr>
                <a:xfrm>
                  <a:off x="625080" y="5401350"/>
                  <a:ext cx="540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8">
              <p14:nvContentPartPr>
                <p14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14:cNvPr>
                <p14:cNvContentPartPr/>
                <p14:nvPr/>
              </p14:nvContentPartPr>
              <p14:xfrm>
                <a:off x="977520" y="5322510"/>
                <a:ext cx="97920" cy="84600"/>
              </p14:xfrm>
            </p:contentPart>
          </mc:Choice>
          <mc:Fallback xmlns="">
            <p:pic>
              <p:nvPicPr>
                <p:cNvPr id="928" name="Ink 927">
                  <a:extLst>
                    <a:ext uri="{FF2B5EF4-FFF2-40B4-BE49-F238E27FC236}">
                      <a16:creationId xmlns:a16="http://schemas.microsoft.com/office/drawing/2014/main" id="{9D572215-0085-12BC-4BAE-D578A3059166}"/>
                    </a:ext>
                  </a:extLst>
                </p:cNvPr>
                <p:cNvPicPr/>
                <p:nvPr/>
              </p:nvPicPr>
              <p:blipFill>
                <a:blip r:embed="rId659"/>
                <a:stretch>
                  <a:fillRect/>
                </a:stretch>
              </p:blipFill>
              <p:spPr>
                <a:xfrm>
                  <a:off x="973200" y="5318190"/>
                  <a:ext cx="10656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0">
              <p14:nvContentPartPr>
                <p14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14:cNvPr>
                <p14:cNvContentPartPr/>
                <p14:nvPr/>
              </p14:nvContentPartPr>
              <p14:xfrm>
                <a:off x="1104240" y="5292270"/>
                <a:ext cx="45360" cy="26640"/>
              </p14:xfrm>
            </p:contentPart>
          </mc:Choice>
          <mc:Fallback xmlns="">
            <p:pic>
              <p:nvPicPr>
                <p:cNvPr id="929" name="Ink 928">
                  <a:extLst>
                    <a:ext uri="{FF2B5EF4-FFF2-40B4-BE49-F238E27FC236}">
                      <a16:creationId xmlns:a16="http://schemas.microsoft.com/office/drawing/2014/main" id="{B6198C59-16C6-CC2A-20A3-D74DFC8729B2}"/>
                    </a:ext>
                  </a:extLst>
                </p:cNvPr>
                <p:cNvPicPr/>
                <p:nvPr/>
              </p:nvPicPr>
              <p:blipFill>
                <a:blip r:embed="rId661"/>
                <a:stretch>
                  <a:fillRect/>
                </a:stretch>
              </p:blipFill>
              <p:spPr>
                <a:xfrm>
                  <a:off x="1099920" y="5287950"/>
                  <a:ext cx="5400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2">
              <p14:nvContentPartPr>
                <p14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14:cNvPr>
                <p14:cNvContentPartPr/>
                <p14:nvPr/>
              </p14:nvContentPartPr>
              <p14:xfrm>
                <a:off x="1125120" y="5299830"/>
                <a:ext cx="129960" cy="64440"/>
              </p14:xfrm>
            </p:contentPart>
          </mc:Choice>
          <mc:Fallback xmlns="">
            <p:pic>
              <p:nvPicPr>
                <p:cNvPr id="930" name="Ink 929">
                  <a:extLst>
                    <a:ext uri="{FF2B5EF4-FFF2-40B4-BE49-F238E27FC236}">
                      <a16:creationId xmlns:a16="http://schemas.microsoft.com/office/drawing/2014/main" id="{FA56CF54-76FF-DD0F-DF86-DB991DCBB853}"/>
                    </a:ext>
                  </a:extLst>
                </p:cNvPr>
                <p:cNvPicPr/>
                <p:nvPr/>
              </p:nvPicPr>
              <p:blipFill>
                <a:blip r:embed="rId663"/>
                <a:stretch>
                  <a:fillRect/>
                </a:stretch>
              </p:blipFill>
              <p:spPr>
                <a:xfrm>
                  <a:off x="1120800" y="5295510"/>
                  <a:ext cx="13860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4">
              <p14:nvContentPartPr>
                <p14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14:cNvPr>
                <p14:cNvContentPartPr/>
                <p14:nvPr/>
              </p14:nvContentPartPr>
              <p14:xfrm>
                <a:off x="1210080" y="5241510"/>
                <a:ext cx="169560" cy="71280"/>
              </p14:xfrm>
            </p:contentPart>
          </mc:Choice>
          <mc:Fallback xmlns="">
            <p:pic>
              <p:nvPicPr>
                <p:cNvPr id="931" name="Ink 930">
                  <a:extLst>
                    <a:ext uri="{FF2B5EF4-FFF2-40B4-BE49-F238E27FC236}">
                      <a16:creationId xmlns:a16="http://schemas.microsoft.com/office/drawing/2014/main" id="{27DF3437-4BAD-EF28-30BD-D31FE6D6EF38}"/>
                    </a:ext>
                  </a:extLst>
                </p:cNvPr>
                <p:cNvPicPr/>
                <p:nvPr/>
              </p:nvPicPr>
              <p:blipFill>
                <a:blip r:embed="rId665"/>
                <a:stretch>
                  <a:fillRect/>
                </a:stretch>
              </p:blipFill>
              <p:spPr>
                <a:xfrm>
                  <a:off x="1205760" y="5237190"/>
                  <a:ext cx="1782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6">
              <p14:nvContentPartPr>
                <p14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14:cNvPr>
                <p14:cNvContentPartPr/>
                <p14:nvPr/>
              </p14:nvContentPartPr>
              <p14:xfrm>
                <a:off x="449040" y="5748030"/>
                <a:ext cx="68760" cy="156960"/>
              </p14:xfrm>
            </p:contentPart>
          </mc:Choice>
          <mc:Fallback xmlns="">
            <p:pic>
              <p:nvPicPr>
                <p:cNvPr id="933" name="Ink 932">
                  <a:extLst>
                    <a:ext uri="{FF2B5EF4-FFF2-40B4-BE49-F238E27FC236}">
                      <a16:creationId xmlns:a16="http://schemas.microsoft.com/office/drawing/2014/main" id="{471CCE8D-6082-D3DC-0285-6C1D02E7EFFA}"/>
                    </a:ext>
                  </a:extLst>
                </p:cNvPr>
                <p:cNvPicPr/>
                <p:nvPr/>
              </p:nvPicPr>
              <p:blipFill>
                <a:blip r:embed="rId667"/>
                <a:stretch>
                  <a:fillRect/>
                </a:stretch>
              </p:blipFill>
              <p:spPr>
                <a:xfrm>
                  <a:off x="444720" y="5743710"/>
                  <a:ext cx="774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8">
              <p14:nvContentPartPr>
                <p14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14:cNvPr>
                <p14:cNvContentPartPr/>
                <p14:nvPr/>
              </p14:nvContentPartPr>
              <p14:xfrm>
                <a:off x="656400" y="5739030"/>
                <a:ext cx="60840" cy="38160"/>
              </p14:xfrm>
            </p:contentPart>
          </mc:Choice>
          <mc:Fallback xmlns="">
            <p:pic>
              <p:nvPicPr>
                <p:cNvPr id="934" name="Ink 933">
                  <a:extLst>
                    <a:ext uri="{FF2B5EF4-FFF2-40B4-BE49-F238E27FC236}">
                      <a16:creationId xmlns:a16="http://schemas.microsoft.com/office/drawing/2014/main" id="{12E046D2-21C0-5C97-CC2C-C8A5E133BAA0}"/>
                    </a:ext>
                  </a:extLst>
                </p:cNvPr>
                <p:cNvPicPr/>
                <p:nvPr/>
              </p:nvPicPr>
              <p:blipFill>
                <a:blip r:embed="rId669"/>
                <a:stretch>
                  <a:fillRect/>
                </a:stretch>
              </p:blipFill>
              <p:spPr>
                <a:xfrm>
                  <a:off x="652080" y="5734350"/>
                  <a:ext cx="6948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0">
              <p14:nvContentPartPr>
                <p14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14:cNvPr>
                <p14:cNvContentPartPr/>
                <p14:nvPr/>
              </p14:nvContentPartPr>
              <p14:xfrm>
                <a:off x="663600" y="5769270"/>
                <a:ext cx="75960" cy="52200"/>
              </p14:xfrm>
            </p:contentPart>
          </mc:Choice>
          <mc:Fallback xmlns="">
            <p:pic>
              <p:nvPicPr>
                <p:cNvPr id="935" name="Ink 934">
                  <a:extLst>
                    <a:ext uri="{FF2B5EF4-FFF2-40B4-BE49-F238E27FC236}">
                      <a16:creationId xmlns:a16="http://schemas.microsoft.com/office/drawing/2014/main" id="{EE2C6E3F-52DE-0383-5E4F-698B3A9C3939}"/>
                    </a:ext>
                  </a:extLst>
                </p:cNvPr>
                <p:cNvPicPr/>
                <p:nvPr/>
              </p:nvPicPr>
              <p:blipFill>
                <a:blip r:embed="rId671"/>
                <a:stretch>
                  <a:fillRect/>
                </a:stretch>
              </p:blipFill>
              <p:spPr>
                <a:xfrm>
                  <a:off x="659280" y="5764950"/>
                  <a:ext cx="84600" cy="6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2">
              <p14:nvContentPartPr>
                <p14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14:cNvPr>
                <p14:cNvContentPartPr/>
                <p14:nvPr/>
              </p14:nvContentPartPr>
              <p14:xfrm>
                <a:off x="783840" y="5698350"/>
                <a:ext cx="117720" cy="92520"/>
              </p14:xfrm>
            </p:contentPart>
          </mc:Choice>
          <mc:Fallback xmlns="">
            <p:pic>
              <p:nvPicPr>
                <p:cNvPr id="936" name="Ink 935">
                  <a:extLst>
                    <a:ext uri="{FF2B5EF4-FFF2-40B4-BE49-F238E27FC236}">
                      <a16:creationId xmlns:a16="http://schemas.microsoft.com/office/drawing/2014/main" id="{513F5E1F-E63E-9ED4-629B-6526A2AB4564}"/>
                    </a:ext>
                  </a:extLst>
                </p:cNvPr>
                <p:cNvPicPr/>
                <p:nvPr/>
              </p:nvPicPr>
              <p:blipFill>
                <a:blip r:embed="rId673"/>
                <a:stretch>
                  <a:fillRect/>
                </a:stretch>
              </p:blipFill>
              <p:spPr>
                <a:xfrm>
                  <a:off x="779520" y="5694030"/>
                  <a:ext cx="12636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4">
              <p14:nvContentPartPr>
                <p14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14:cNvPr>
                <p14:cNvContentPartPr/>
                <p14:nvPr/>
              </p14:nvContentPartPr>
              <p14:xfrm>
                <a:off x="1135560" y="5598990"/>
                <a:ext cx="137520" cy="76680"/>
              </p14:xfrm>
            </p:contentPart>
          </mc:Choice>
          <mc:Fallback xmlns="">
            <p:pic>
              <p:nvPicPr>
                <p:cNvPr id="937" name="Ink 936">
                  <a:extLst>
                    <a:ext uri="{FF2B5EF4-FFF2-40B4-BE49-F238E27FC236}">
                      <a16:creationId xmlns:a16="http://schemas.microsoft.com/office/drawing/2014/main" id="{595A61FD-F4D0-27C1-F266-9DEFF20CB866}"/>
                    </a:ext>
                  </a:extLst>
                </p:cNvPr>
                <p:cNvPicPr/>
                <p:nvPr/>
              </p:nvPicPr>
              <p:blipFill>
                <a:blip r:embed="rId675"/>
                <a:stretch>
                  <a:fillRect/>
                </a:stretch>
              </p:blipFill>
              <p:spPr>
                <a:xfrm>
                  <a:off x="1131240" y="5594670"/>
                  <a:ext cx="14616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6">
              <p14:nvContentPartPr>
                <p14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14:cNvPr>
                <p14:cNvContentPartPr/>
                <p14:nvPr/>
              </p14:nvContentPartPr>
              <p14:xfrm>
                <a:off x="1356600" y="5529150"/>
                <a:ext cx="58680" cy="31320"/>
              </p14:xfrm>
            </p:contentPart>
          </mc:Choice>
          <mc:Fallback xmlns="">
            <p:pic>
              <p:nvPicPr>
                <p:cNvPr id="938" name="Ink 937">
                  <a:extLst>
                    <a:ext uri="{FF2B5EF4-FFF2-40B4-BE49-F238E27FC236}">
                      <a16:creationId xmlns:a16="http://schemas.microsoft.com/office/drawing/2014/main" id="{1E16FFF6-960F-50AF-670F-2BC5F8D19B9E}"/>
                    </a:ext>
                  </a:extLst>
                </p:cNvPr>
                <p:cNvPicPr/>
                <p:nvPr/>
              </p:nvPicPr>
              <p:blipFill>
                <a:blip r:embed="rId677"/>
                <a:stretch>
                  <a:fillRect/>
                </a:stretch>
              </p:blipFill>
              <p:spPr>
                <a:xfrm>
                  <a:off x="1352280" y="5524830"/>
                  <a:ext cx="6732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8">
              <p14:nvContentPartPr>
                <p14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14:cNvPr>
                <p14:cNvContentPartPr/>
                <p14:nvPr/>
              </p14:nvContentPartPr>
              <p14:xfrm>
                <a:off x="1314840" y="5539230"/>
                <a:ext cx="145440" cy="85680"/>
              </p14:xfrm>
            </p:contentPart>
          </mc:Choice>
          <mc:Fallback xmlns="">
            <p:pic>
              <p:nvPicPr>
                <p:cNvPr id="939" name="Ink 938">
                  <a:extLst>
                    <a:ext uri="{FF2B5EF4-FFF2-40B4-BE49-F238E27FC236}">
                      <a16:creationId xmlns:a16="http://schemas.microsoft.com/office/drawing/2014/main" id="{90A3CE8D-F46E-B55D-9899-F5CF7630498B}"/>
                    </a:ext>
                  </a:extLst>
                </p:cNvPr>
                <p:cNvPicPr/>
                <p:nvPr/>
              </p:nvPicPr>
              <p:blipFill>
                <a:blip r:embed="rId679"/>
                <a:stretch>
                  <a:fillRect/>
                </a:stretch>
              </p:blipFill>
              <p:spPr>
                <a:xfrm>
                  <a:off x="1310520" y="5534910"/>
                  <a:ext cx="1540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0">
              <p14:nvContentPartPr>
                <p14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14:cNvPr>
                <p14:cNvContentPartPr/>
                <p14:nvPr/>
              </p14:nvContentPartPr>
              <p14:xfrm>
                <a:off x="1511760" y="5467950"/>
                <a:ext cx="9000" cy="112680"/>
              </p14:xfrm>
            </p:contentPart>
          </mc:Choice>
          <mc:Fallback xmlns="">
            <p:pic>
              <p:nvPicPr>
                <p:cNvPr id="940" name="Ink 939">
                  <a:extLst>
                    <a:ext uri="{FF2B5EF4-FFF2-40B4-BE49-F238E27FC236}">
                      <a16:creationId xmlns:a16="http://schemas.microsoft.com/office/drawing/2014/main" id="{62A949B9-3E63-F4C9-615C-0ADE3A2FF7A8}"/>
                    </a:ext>
                  </a:extLst>
                </p:cNvPr>
                <p:cNvPicPr/>
                <p:nvPr/>
              </p:nvPicPr>
              <p:blipFill>
                <a:blip r:embed="rId681"/>
                <a:stretch>
                  <a:fillRect/>
                </a:stretch>
              </p:blipFill>
              <p:spPr>
                <a:xfrm>
                  <a:off x="1507440" y="5463630"/>
                  <a:ext cx="176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2">
              <p14:nvContentPartPr>
                <p14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14:cNvPr>
                <p14:cNvContentPartPr/>
                <p14:nvPr/>
              </p14:nvContentPartPr>
              <p14:xfrm>
                <a:off x="564600" y="6051870"/>
                <a:ext cx="99000" cy="170280"/>
              </p14:xfrm>
            </p:contentPart>
          </mc:Choice>
          <mc:Fallback xmlns="">
            <p:pic>
              <p:nvPicPr>
                <p:cNvPr id="943" name="Ink 942">
                  <a:extLst>
                    <a:ext uri="{FF2B5EF4-FFF2-40B4-BE49-F238E27FC236}">
                      <a16:creationId xmlns:a16="http://schemas.microsoft.com/office/drawing/2014/main" id="{68735080-852B-E190-8FC6-06CAD9BE3C26}"/>
                    </a:ext>
                  </a:extLst>
                </p:cNvPr>
                <p:cNvPicPr/>
                <p:nvPr/>
              </p:nvPicPr>
              <p:blipFill>
                <a:blip r:embed="rId683"/>
                <a:stretch>
                  <a:fillRect/>
                </a:stretch>
              </p:blipFill>
              <p:spPr>
                <a:xfrm>
                  <a:off x="560280" y="6047550"/>
                  <a:ext cx="1076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4">
              <p14:nvContentPartPr>
                <p14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14:cNvPr>
                <p14:cNvContentPartPr/>
                <p14:nvPr/>
              </p14:nvContentPartPr>
              <p14:xfrm>
                <a:off x="736320" y="6024870"/>
                <a:ext cx="79920" cy="33480"/>
              </p14:xfrm>
            </p:contentPart>
          </mc:Choice>
          <mc:Fallback xmlns="">
            <p:pic>
              <p:nvPicPr>
                <p:cNvPr id="944" name="Ink 943">
                  <a:extLst>
                    <a:ext uri="{FF2B5EF4-FFF2-40B4-BE49-F238E27FC236}">
                      <a16:creationId xmlns:a16="http://schemas.microsoft.com/office/drawing/2014/main" id="{52A851C8-BAA3-5D36-B4FB-CB625EC34F54}"/>
                    </a:ext>
                  </a:extLst>
                </p:cNvPr>
                <p:cNvPicPr/>
                <p:nvPr/>
              </p:nvPicPr>
              <p:blipFill>
                <a:blip r:embed="rId685"/>
                <a:stretch>
                  <a:fillRect/>
                </a:stretch>
              </p:blipFill>
              <p:spPr>
                <a:xfrm>
                  <a:off x="732000" y="6020550"/>
                  <a:ext cx="8856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6">
              <p14:nvContentPartPr>
                <p14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14:cNvPr>
                <p14:cNvContentPartPr/>
                <p14:nvPr/>
              </p14:nvContentPartPr>
              <p14:xfrm>
                <a:off x="748920" y="6041790"/>
                <a:ext cx="115200" cy="63000"/>
              </p14:xfrm>
            </p:contentPart>
          </mc:Choice>
          <mc:Fallback xmlns="">
            <p:pic>
              <p:nvPicPr>
                <p:cNvPr id="945" name="Ink 944">
                  <a:extLst>
                    <a:ext uri="{FF2B5EF4-FFF2-40B4-BE49-F238E27FC236}">
                      <a16:creationId xmlns:a16="http://schemas.microsoft.com/office/drawing/2014/main" id="{ADAAB171-8C4C-8272-850E-EB606C0D7935}"/>
                    </a:ext>
                  </a:extLst>
                </p:cNvPr>
                <p:cNvPicPr/>
                <p:nvPr/>
              </p:nvPicPr>
              <p:blipFill>
                <a:blip r:embed="rId687"/>
                <a:stretch>
                  <a:fillRect/>
                </a:stretch>
              </p:blipFill>
              <p:spPr>
                <a:xfrm>
                  <a:off x="744600" y="6037470"/>
                  <a:ext cx="12384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8">
              <p14:nvContentPartPr>
                <p14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14:cNvPr>
                <p14:cNvContentPartPr/>
                <p14:nvPr/>
              </p14:nvContentPartPr>
              <p14:xfrm>
                <a:off x="953400" y="5986350"/>
                <a:ext cx="50400" cy="53280"/>
              </p14:xfrm>
            </p:contentPart>
          </mc:Choice>
          <mc:Fallback xmlns="">
            <p:pic>
              <p:nvPicPr>
                <p:cNvPr id="946" name="Ink 945">
                  <a:extLst>
                    <a:ext uri="{FF2B5EF4-FFF2-40B4-BE49-F238E27FC236}">
                      <a16:creationId xmlns:a16="http://schemas.microsoft.com/office/drawing/2014/main" id="{44D4D490-264E-8556-CCDB-ABE4BDD00C82}"/>
                    </a:ext>
                  </a:extLst>
                </p:cNvPr>
                <p:cNvPicPr/>
                <p:nvPr/>
              </p:nvPicPr>
              <p:blipFill>
                <a:blip r:embed="rId689"/>
                <a:stretch>
                  <a:fillRect/>
                </a:stretch>
              </p:blipFill>
              <p:spPr>
                <a:xfrm>
                  <a:off x="949080" y="5982030"/>
                  <a:ext cx="59040" cy="6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0">
              <p14:nvContentPartPr>
                <p14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14:cNvPr>
                <p14:cNvContentPartPr/>
                <p14:nvPr/>
              </p14:nvContentPartPr>
              <p14:xfrm>
                <a:off x="1279200" y="5817870"/>
                <a:ext cx="109800" cy="111240"/>
              </p14:xfrm>
            </p:contentPart>
          </mc:Choice>
          <mc:Fallback xmlns="">
            <p:pic>
              <p:nvPicPr>
                <p:cNvPr id="947" name="Ink 946">
                  <a:extLst>
                    <a:ext uri="{FF2B5EF4-FFF2-40B4-BE49-F238E27FC236}">
                      <a16:creationId xmlns:a16="http://schemas.microsoft.com/office/drawing/2014/main" id="{01BCECB6-E942-6203-1272-163AB0F5ADAD}"/>
                    </a:ext>
                  </a:extLst>
                </p:cNvPr>
                <p:cNvPicPr/>
                <p:nvPr/>
              </p:nvPicPr>
              <p:blipFill>
                <a:blip r:embed="rId691"/>
                <a:stretch>
                  <a:fillRect/>
                </a:stretch>
              </p:blipFill>
              <p:spPr>
                <a:xfrm>
                  <a:off x="1274880" y="5813550"/>
                  <a:ext cx="11844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2">
              <p14:nvContentPartPr>
                <p14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14:cNvPr>
                <p14:cNvContentPartPr/>
                <p14:nvPr/>
              </p14:nvContentPartPr>
              <p14:xfrm>
                <a:off x="1464240" y="5800950"/>
                <a:ext cx="45000" cy="13320"/>
              </p14:xfrm>
            </p:contentPart>
          </mc:Choice>
          <mc:Fallback xmlns="">
            <p:pic>
              <p:nvPicPr>
                <p:cNvPr id="948" name="Ink 947">
                  <a:extLst>
                    <a:ext uri="{FF2B5EF4-FFF2-40B4-BE49-F238E27FC236}">
                      <a16:creationId xmlns:a16="http://schemas.microsoft.com/office/drawing/2014/main" id="{40A4D28F-A4B5-4E4E-C689-4ECFC41EC031}"/>
                    </a:ext>
                  </a:extLst>
                </p:cNvPr>
                <p:cNvPicPr/>
                <p:nvPr/>
              </p:nvPicPr>
              <p:blipFill>
                <a:blip r:embed="rId693"/>
                <a:stretch>
                  <a:fillRect/>
                </a:stretch>
              </p:blipFill>
              <p:spPr>
                <a:xfrm>
                  <a:off x="1459920" y="5796630"/>
                  <a:ext cx="5364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4">
              <p14:nvContentPartPr>
                <p14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14:cNvPr>
                <p14:cNvContentPartPr/>
                <p14:nvPr/>
              </p14:nvContentPartPr>
              <p14:xfrm>
                <a:off x="1587360" y="5771070"/>
                <a:ext cx="27720" cy="11520"/>
              </p14:xfrm>
            </p:contentPart>
          </mc:Choice>
          <mc:Fallback xmlns="">
            <p:pic>
              <p:nvPicPr>
                <p:cNvPr id="949" name="Ink 948">
                  <a:extLst>
                    <a:ext uri="{FF2B5EF4-FFF2-40B4-BE49-F238E27FC236}">
                      <a16:creationId xmlns:a16="http://schemas.microsoft.com/office/drawing/2014/main" id="{B0FFA23B-C739-D1D2-1AAB-EE0EA01A26D3}"/>
                    </a:ext>
                  </a:extLst>
                </p:cNvPr>
                <p:cNvPicPr/>
                <p:nvPr/>
              </p:nvPicPr>
              <p:blipFill>
                <a:blip r:embed="rId695"/>
                <a:stretch>
                  <a:fillRect/>
                </a:stretch>
              </p:blipFill>
              <p:spPr>
                <a:xfrm>
                  <a:off x="1583040" y="5766750"/>
                  <a:ext cx="3636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6">
              <p14:nvContentPartPr>
                <p14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14:cNvPr>
                <p14:cNvContentPartPr/>
                <p14:nvPr/>
              </p14:nvContentPartPr>
              <p14:xfrm>
                <a:off x="1650720" y="5670270"/>
                <a:ext cx="30960" cy="174600"/>
              </p14:xfrm>
            </p:contentPart>
          </mc:Choice>
          <mc:Fallback xmlns="">
            <p:pic>
              <p:nvPicPr>
                <p:cNvPr id="950" name="Ink 949">
                  <a:extLst>
                    <a:ext uri="{FF2B5EF4-FFF2-40B4-BE49-F238E27FC236}">
                      <a16:creationId xmlns:a16="http://schemas.microsoft.com/office/drawing/2014/main" id="{9A5DCDF2-BAB2-C835-C427-A176F3AEA8C2}"/>
                    </a:ext>
                  </a:extLst>
                </p:cNvPr>
                <p:cNvPicPr/>
                <p:nvPr/>
              </p:nvPicPr>
              <p:blipFill>
                <a:blip r:embed="rId697"/>
                <a:stretch>
                  <a:fillRect/>
                </a:stretch>
              </p:blipFill>
              <p:spPr>
                <a:xfrm>
                  <a:off x="1646400" y="5665950"/>
                  <a:ext cx="39600" cy="1832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52" name="Oval 951">
            <a:extLst>
              <a:ext uri="{FF2B5EF4-FFF2-40B4-BE49-F238E27FC236}">
                <a16:creationId xmlns:a16="http://schemas.microsoft.com/office/drawing/2014/main" id="{D5FA82E4-67AD-B917-3547-A3309AF03306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3" name="Oval 952">
            <a:extLst>
              <a:ext uri="{FF2B5EF4-FFF2-40B4-BE49-F238E27FC236}">
                <a16:creationId xmlns:a16="http://schemas.microsoft.com/office/drawing/2014/main" id="{DF046E79-3BD2-62C5-1C44-9BBCDDF76123}"/>
              </a:ext>
            </a:extLst>
          </p:cNvPr>
          <p:cNvSpPr/>
          <p:nvPr/>
        </p:nvSpPr>
        <p:spPr>
          <a:xfrm>
            <a:off x="5200342" y="3895560"/>
            <a:ext cx="1847850" cy="184785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1534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CA0BD77-EDF9-9E3F-24F4-9D183B03C3B9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3B82B9-3435-8519-3D9E-8135A68AD5B6}"/>
              </a:ext>
            </a:extLst>
          </p:cNvPr>
          <p:cNvCxnSpPr>
            <a:stCxn id="2" idx="1"/>
            <a:endCxn id="2" idx="3"/>
          </p:cNvCxnSpPr>
          <p:nvPr/>
        </p:nvCxnSpPr>
        <p:spPr>
          <a:xfrm>
            <a:off x="2428875" y="34290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D33A081-57B0-C979-4E2B-DF448F4CBC2C}"/>
              </a:ext>
            </a:extLst>
          </p:cNvPr>
          <p:cNvCxnSpPr>
            <a:stCxn id="2" idx="0"/>
            <a:endCxn id="2" idx="2"/>
          </p:cNvCxnSpPr>
          <p:nvPr/>
        </p:nvCxnSpPr>
        <p:spPr>
          <a:xfrm>
            <a:off x="5181600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69D76BE8-1F87-9D8F-C819-5C8CA91CBB2D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3AFD3A5-DDBA-4E90-8CE2-9D9C9E2A382C}"/>
              </a:ext>
            </a:extLst>
          </p:cNvPr>
          <p:cNvSpPr/>
          <p:nvPr/>
        </p:nvSpPr>
        <p:spPr>
          <a:xfrm>
            <a:off x="276225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507E7A6-782B-E8F9-81B9-87FC3A138647}"/>
              </a:ext>
            </a:extLst>
          </p:cNvPr>
          <p:cNvCxnSpPr/>
          <p:nvPr/>
        </p:nvCxnSpPr>
        <p:spPr>
          <a:xfrm>
            <a:off x="2428875" y="2057400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E7A9948-CCCE-CA54-1E71-1323C7DA8483}"/>
              </a:ext>
            </a:extLst>
          </p:cNvPr>
          <p:cNvCxnSpPr>
            <a:cxnSpLocks/>
          </p:cNvCxnSpPr>
          <p:nvPr/>
        </p:nvCxnSpPr>
        <p:spPr>
          <a:xfrm>
            <a:off x="3686175" y="685800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14:cNvPr>
              <p14:cNvContentPartPr/>
              <p14:nvPr/>
            </p14:nvContentPartPr>
            <p14:xfrm>
              <a:off x="5273400" y="6239430"/>
              <a:ext cx="145440" cy="406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6D0F9D02-996E-8497-68F3-61856E4437E5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69080" y="6235110"/>
                <a:ext cx="1540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438F8B8-9D50-97F9-3B9A-7266CF220EC2}"/>
              </a:ext>
            </a:extLst>
          </p:cNvPr>
          <p:cNvGrpSpPr/>
          <p:nvPr/>
        </p:nvGrpSpPr>
        <p:grpSpPr>
          <a:xfrm>
            <a:off x="2258040" y="416430"/>
            <a:ext cx="751680" cy="194400"/>
            <a:chOff x="2258040" y="416430"/>
            <a:chExt cx="751680" cy="19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14:cNvPr>
                <p14:cNvContentPartPr/>
                <p14:nvPr/>
              </p14:nvContentPartPr>
              <p14:xfrm>
                <a:off x="2258040" y="469710"/>
                <a:ext cx="177480" cy="138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F320A48-3A9D-6DB7-B23D-1B233B4C9788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253720" y="465390"/>
                  <a:ext cx="1861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14:cNvPr>
                <p14:cNvContentPartPr/>
                <p14:nvPr/>
              </p14:nvContentPartPr>
              <p14:xfrm>
                <a:off x="2516160" y="560070"/>
                <a:ext cx="30240" cy="507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3DC58B9-A394-2D9C-3E85-969B8FD4BBB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511840" y="555750"/>
                  <a:ext cx="388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14:cNvPr>
                <p14:cNvContentPartPr/>
                <p14:nvPr/>
              </p14:nvContentPartPr>
              <p14:xfrm>
                <a:off x="2610840" y="504270"/>
                <a:ext cx="116640" cy="104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B305143-1AE8-2592-6FBD-B8E4725B825F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606520" y="499950"/>
                  <a:ext cx="12528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14:cNvPr>
                <p14:cNvContentPartPr/>
                <p14:nvPr/>
              </p14:nvContentPartPr>
              <p14:xfrm>
                <a:off x="2735040" y="416430"/>
                <a:ext cx="274680" cy="36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529A9592-1F80-8FA9-10D7-B709971547A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730720" y="412110"/>
                  <a:ext cx="28332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14:cNvPr>
              <p14:cNvContentPartPr/>
              <p14:nvPr/>
            </p14:nvContentPartPr>
            <p14:xfrm>
              <a:off x="5166120" y="453150"/>
              <a:ext cx="38520" cy="168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5CE622C6-2B1B-63DF-CD3D-93F231381FFB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161800" y="448830"/>
                <a:ext cx="47160" cy="177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885596C9-9EDC-DD47-D97B-7FDF79150EFB}"/>
              </a:ext>
            </a:extLst>
          </p:cNvPr>
          <p:cNvGrpSpPr/>
          <p:nvPr/>
        </p:nvGrpSpPr>
        <p:grpSpPr>
          <a:xfrm>
            <a:off x="7748400" y="420390"/>
            <a:ext cx="465120" cy="220680"/>
            <a:chOff x="7748400" y="420390"/>
            <a:chExt cx="46512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14:cNvPr>
                <p14:cNvContentPartPr/>
                <p14:nvPr/>
              </p14:nvContentPartPr>
              <p14:xfrm>
                <a:off x="7748400" y="503550"/>
                <a:ext cx="34200" cy="1166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32FEA1C4-4E98-B9B8-1E0C-94F2D3B41113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7744080" y="499230"/>
                  <a:ext cx="42840" cy="12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14:cNvPr>
                <p14:cNvContentPartPr/>
                <p14:nvPr/>
              </p14:nvContentPartPr>
              <p14:xfrm>
                <a:off x="7834440" y="581670"/>
                <a:ext cx="41760" cy="594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A355DE8-9003-04D6-558E-648A3121972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7830120" y="577350"/>
                  <a:ext cx="50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14:cNvPr>
                <p14:cNvContentPartPr/>
                <p14:nvPr/>
              </p14:nvContentPartPr>
              <p14:xfrm>
                <a:off x="7945320" y="552870"/>
                <a:ext cx="36720" cy="77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BA57E-433B-CAED-4480-9E5EED5038E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7941000" y="548550"/>
                  <a:ext cx="453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14:cNvPr>
                <p14:cNvContentPartPr/>
                <p14:nvPr/>
              </p14:nvContentPartPr>
              <p14:xfrm>
                <a:off x="7986000" y="420390"/>
                <a:ext cx="227520" cy="57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79F54D6-E39B-0791-E53C-3C71D4BFDD0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7981680" y="416070"/>
                  <a:ext cx="236160" cy="6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1C077E6-C6F3-D7BC-B35F-C57345821D20}"/>
              </a:ext>
            </a:extLst>
          </p:cNvPr>
          <p:cNvGrpSpPr/>
          <p:nvPr/>
        </p:nvGrpSpPr>
        <p:grpSpPr>
          <a:xfrm>
            <a:off x="1936920" y="6038910"/>
            <a:ext cx="352080" cy="176760"/>
            <a:chOff x="1936920" y="6038910"/>
            <a:chExt cx="352080" cy="176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14:cNvPr>
                <p14:cNvContentPartPr/>
                <p14:nvPr/>
              </p14:nvContentPartPr>
              <p14:xfrm>
                <a:off x="1936920" y="6063750"/>
                <a:ext cx="149400" cy="151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314E0923-7C41-DC0C-223F-C291BAC1CF08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932600" y="6059430"/>
                  <a:ext cx="1580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14:cNvPr>
                <p14:cNvContentPartPr/>
                <p14:nvPr/>
              </p14:nvContentPartPr>
              <p14:xfrm>
                <a:off x="2120880" y="6165630"/>
                <a:ext cx="18000" cy="42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E925874-CD62-234C-8719-0020EEA50845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2116560" y="6161310"/>
                  <a:ext cx="266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14:cNvPr>
                <p14:cNvContentPartPr/>
                <p14:nvPr/>
              </p14:nvContentPartPr>
              <p14:xfrm>
                <a:off x="2169840" y="6120630"/>
                <a:ext cx="52200" cy="77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EA3E7FF-1FF7-561C-6FF8-97BE85948E7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2165520" y="6116310"/>
                  <a:ext cx="608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14:cNvPr>
                <p14:cNvContentPartPr/>
                <p14:nvPr/>
              </p14:nvContentPartPr>
              <p14:xfrm>
                <a:off x="2226360" y="6038910"/>
                <a:ext cx="62640" cy="70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EF312B5-64D8-C506-DB31-376B83FF618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222040" y="6034590"/>
                  <a:ext cx="71280" cy="7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821C9D-9A83-4196-02C1-0AB5DDEB224A}"/>
              </a:ext>
            </a:extLst>
          </p:cNvPr>
          <p:cNvGrpSpPr/>
          <p:nvPr/>
        </p:nvGrpSpPr>
        <p:grpSpPr>
          <a:xfrm>
            <a:off x="1959960" y="3349350"/>
            <a:ext cx="268920" cy="178920"/>
            <a:chOff x="1959960" y="3349350"/>
            <a:chExt cx="268920" cy="17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14:cNvPr>
                <p14:cNvContentPartPr/>
                <p14:nvPr/>
              </p14:nvContentPartPr>
              <p14:xfrm>
                <a:off x="1959960" y="3397590"/>
                <a:ext cx="40680" cy="13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CBC1050-A269-B009-DFB3-168E52A7F96D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955640" y="3393270"/>
                  <a:ext cx="493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14:cNvPr>
                <p14:cNvContentPartPr/>
                <p14:nvPr/>
              </p14:nvContentPartPr>
              <p14:xfrm>
                <a:off x="2058240" y="3474630"/>
                <a:ext cx="29520" cy="31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EA3292D2-83DA-BE0A-1ED4-0708F5EE794D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053920" y="3470310"/>
                  <a:ext cx="381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14:cNvPr>
                <p14:cNvContentPartPr/>
                <p14:nvPr/>
              </p14:nvContentPartPr>
              <p14:xfrm>
                <a:off x="2138880" y="3349350"/>
                <a:ext cx="90000" cy="986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3CD7BA8-CA95-2E9F-A910-72EFC7B222D1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134560" y="3345030"/>
                  <a:ext cx="98640" cy="107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322AB96-7BF3-7F18-DB19-CA7E94786EC6}"/>
              </a:ext>
            </a:extLst>
          </p:cNvPr>
          <p:cNvGrpSpPr/>
          <p:nvPr/>
        </p:nvGrpSpPr>
        <p:grpSpPr>
          <a:xfrm>
            <a:off x="2053560" y="683910"/>
            <a:ext cx="255600" cy="235080"/>
            <a:chOff x="2053560" y="683910"/>
            <a:chExt cx="255600" cy="23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14:cNvPr>
                <p14:cNvContentPartPr/>
                <p14:nvPr/>
              </p14:nvContentPartPr>
              <p14:xfrm>
                <a:off x="2053560" y="683910"/>
                <a:ext cx="47160" cy="2008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39EA876-2097-D2CF-E0A4-C40C2377CB54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049240" y="679590"/>
                  <a:ext cx="5580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14:cNvPr>
                <p14:cNvContentPartPr/>
                <p14:nvPr/>
              </p14:nvContentPartPr>
              <p14:xfrm>
                <a:off x="2107560" y="849150"/>
                <a:ext cx="36360" cy="68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772E11F-9974-3804-1ACA-14E0DDA91C4D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103240" y="844830"/>
                  <a:ext cx="450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14:cNvPr>
                <p14:cNvContentPartPr/>
                <p14:nvPr/>
              </p14:nvContentPartPr>
              <p14:xfrm>
                <a:off x="2156880" y="833310"/>
                <a:ext cx="74160" cy="85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0AB092D-A07E-0ED0-9DA8-933A9B4FD07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152560" y="828990"/>
                  <a:ext cx="828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14:cNvPr>
                <p14:cNvContentPartPr/>
                <p14:nvPr/>
              </p14:nvContentPartPr>
              <p14:xfrm>
                <a:off x="2210520" y="779310"/>
                <a:ext cx="98640" cy="360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B2D02F0-7963-D764-32F3-EB14E8E2DEF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206200" y="774990"/>
                  <a:ext cx="107280" cy="44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AAF2486F-59F6-DEC9-79E2-05748429B759}"/>
              </a:ext>
            </a:extLst>
          </p:cNvPr>
          <p:cNvGrpSpPr/>
          <p:nvPr/>
        </p:nvGrpSpPr>
        <p:grpSpPr>
          <a:xfrm>
            <a:off x="5025360" y="376110"/>
            <a:ext cx="707760" cy="279720"/>
            <a:chOff x="5025360" y="376110"/>
            <a:chExt cx="707760" cy="279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14:cNvPr>
                <p14:cNvContentPartPr/>
                <p14:nvPr/>
              </p14:nvContentPartPr>
              <p14:xfrm>
                <a:off x="5025360" y="376110"/>
                <a:ext cx="89280" cy="275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63932C10-4627-FBBC-2118-33A9D5BEB5D1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5021040" y="371790"/>
                  <a:ext cx="97920" cy="28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14:cNvPr>
                <p14:cNvContentPartPr/>
                <p14:nvPr/>
              </p14:nvContentPartPr>
              <p14:xfrm>
                <a:off x="5244600" y="573030"/>
                <a:ext cx="38880" cy="828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0AC8BDE-89F2-9362-A478-E05FC9465DD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5240280" y="568710"/>
                  <a:ext cx="475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14:cNvPr>
                <p14:cNvContentPartPr/>
                <p14:nvPr/>
              </p14:nvContentPartPr>
              <p14:xfrm>
                <a:off x="5366640" y="495630"/>
                <a:ext cx="27720" cy="136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C2A74B6-F44F-FC94-9334-D3F04A54267F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5362320" y="491310"/>
                  <a:ext cx="36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14:cNvPr>
                <p14:cNvContentPartPr/>
                <p14:nvPr/>
              </p14:nvContentPartPr>
              <p14:xfrm>
                <a:off x="5442960" y="563310"/>
                <a:ext cx="18000" cy="44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0F5DF47F-95EF-58AF-C45F-3714CC9AB03B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5438640" y="558990"/>
                  <a:ext cx="2664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14:cNvPr>
                <p14:cNvContentPartPr/>
                <p14:nvPr/>
              </p14:nvContentPartPr>
              <p14:xfrm>
                <a:off x="5518560" y="542790"/>
                <a:ext cx="81720" cy="85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3461C4B-2920-27C9-5866-C71F242C23D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5514240" y="538470"/>
                  <a:ext cx="9036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14:cNvPr>
                <p14:cNvContentPartPr/>
                <p14:nvPr/>
              </p14:nvContentPartPr>
              <p14:xfrm>
                <a:off x="5545200" y="437670"/>
                <a:ext cx="187920" cy="89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505E0918-8C3A-E587-3145-9EADBCFB541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5540880" y="433350"/>
                  <a:ext cx="196560" cy="98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14:cNvPr>
              <p14:cNvContentPartPr/>
              <p14:nvPr/>
            </p14:nvContentPartPr>
            <p14:xfrm>
              <a:off x="5873160" y="419310"/>
              <a:ext cx="111240" cy="3398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EDDA28FA-DB42-24EA-E07D-1CABA4363315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5868840" y="414990"/>
                <a:ext cx="119880" cy="348480"/>
              </a:xfrm>
              <a:prstGeom prst="rect">
                <a:avLst/>
              </a:prstGeom>
            </p:spPr>
          </p:pic>
        </mc:Fallback>
      </mc:AlternateContent>
      <p:grpSp>
        <p:nvGrpSpPr>
          <p:cNvPr id="43" name="Group 42">
            <a:extLst>
              <a:ext uri="{FF2B5EF4-FFF2-40B4-BE49-F238E27FC236}">
                <a16:creationId xmlns:a16="http://schemas.microsoft.com/office/drawing/2014/main" id="{8E4DD251-EFAD-20BF-53A2-D59A1D133B83}"/>
              </a:ext>
            </a:extLst>
          </p:cNvPr>
          <p:cNvGrpSpPr/>
          <p:nvPr/>
        </p:nvGrpSpPr>
        <p:grpSpPr>
          <a:xfrm>
            <a:off x="4944360" y="6183990"/>
            <a:ext cx="898200" cy="335880"/>
            <a:chOff x="4944360" y="6183990"/>
            <a:chExt cx="898200" cy="33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14:cNvPr>
                <p14:cNvContentPartPr/>
                <p14:nvPr/>
              </p14:nvContentPartPr>
              <p14:xfrm>
                <a:off x="5103840" y="6272190"/>
                <a:ext cx="13680" cy="1530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B3EDADB-5825-4BEB-7BCC-D00EC18C21B3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5099520" y="6267870"/>
                  <a:ext cx="2232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14:cNvPr>
                <p14:cNvContentPartPr/>
                <p14:nvPr/>
              </p14:nvContentPartPr>
              <p14:xfrm>
                <a:off x="5192760" y="6389190"/>
                <a:ext cx="20520" cy="58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97C7DFB-9D81-2E5F-143A-B2EC57925D2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188440" y="6384870"/>
                  <a:ext cx="291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14:cNvPr>
                <p14:cNvContentPartPr/>
                <p14:nvPr/>
              </p14:nvContentPartPr>
              <p14:xfrm>
                <a:off x="5279520" y="6284070"/>
                <a:ext cx="133920" cy="1155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54C81B6-87E2-B1CC-B452-93EC7EA8F76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275200" y="6279750"/>
                  <a:ext cx="14256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14:cNvPr>
                <p14:cNvContentPartPr/>
                <p14:nvPr/>
              </p14:nvContentPartPr>
              <p14:xfrm>
                <a:off x="5491560" y="6308550"/>
                <a:ext cx="20160" cy="111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0379B80-A62B-8CE2-478B-FB46AB221A3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487240" y="6304230"/>
                  <a:ext cx="28800" cy="1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14:cNvPr>
                <p14:cNvContentPartPr/>
                <p14:nvPr/>
              </p14:nvContentPartPr>
              <p14:xfrm>
                <a:off x="5555640" y="6320790"/>
                <a:ext cx="85680" cy="565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A1C0BCB-354C-92F6-C037-5915164B6E5E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551320" y="6316470"/>
                  <a:ext cx="94320" cy="6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14:cNvPr>
                <p14:cNvContentPartPr/>
                <p14:nvPr/>
              </p14:nvContentPartPr>
              <p14:xfrm>
                <a:off x="5625840" y="6183990"/>
                <a:ext cx="153720" cy="990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C9372E0-962A-C499-0BB3-3FAF26D893B3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5621520" y="6179670"/>
                  <a:ext cx="16236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14:cNvPr>
                <p14:cNvContentPartPr/>
                <p14:nvPr/>
              </p14:nvContentPartPr>
              <p14:xfrm>
                <a:off x="4944360" y="6241950"/>
                <a:ext cx="195120" cy="2779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296D20AD-593F-2E62-0AB0-3291BE139B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940040" y="6237630"/>
                  <a:ext cx="2037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14:cNvPr>
                <p14:cNvContentPartPr/>
                <p14:nvPr/>
              </p14:nvContentPartPr>
              <p14:xfrm>
                <a:off x="5735640" y="6274350"/>
                <a:ext cx="106920" cy="175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1DDFE399-4A32-00A8-567E-541038DA1249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731320" y="6270030"/>
                  <a:ext cx="11556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063D660-4B3A-9C11-A3AB-C3924BAF1334}"/>
              </a:ext>
            </a:extLst>
          </p:cNvPr>
          <p:cNvGrpSpPr/>
          <p:nvPr/>
        </p:nvGrpSpPr>
        <p:grpSpPr>
          <a:xfrm>
            <a:off x="1739280" y="1906110"/>
            <a:ext cx="433440" cy="219960"/>
            <a:chOff x="1739280" y="1906110"/>
            <a:chExt cx="433440" cy="21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14:cNvPr>
                <p14:cNvContentPartPr/>
                <p14:nvPr/>
              </p14:nvContentPartPr>
              <p14:xfrm>
                <a:off x="1739280" y="1931310"/>
                <a:ext cx="35640" cy="176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5D9B5E-B2BE-79C8-708E-D2D8434495E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734960" y="1926990"/>
                  <a:ext cx="442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14:cNvPr>
                <p14:cNvContentPartPr/>
                <p14:nvPr/>
              </p14:nvContentPartPr>
              <p14:xfrm>
                <a:off x="1838640" y="2065950"/>
                <a:ext cx="19440" cy="601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BF8E6B76-A986-3D86-0D5D-203E9A9CD76E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834320" y="2061630"/>
                  <a:ext cx="28080" cy="6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14:cNvPr>
                <p14:cNvContentPartPr/>
                <p14:nvPr/>
              </p14:nvContentPartPr>
              <p14:xfrm>
                <a:off x="1926480" y="1990710"/>
                <a:ext cx="90000" cy="1288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A80441E4-ACF4-8A4E-A6BA-ED4873982EE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922160" y="1986390"/>
                  <a:ext cx="98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14:cNvPr>
                <p14:cNvContentPartPr/>
                <p14:nvPr/>
              </p14:nvContentPartPr>
              <p14:xfrm>
                <a:off x="2030160" y="1974150"/>
                <a:ext cx="70200" cy="914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5E097560-4DAC-63E1-645C-29383E0C6E1A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025840" y="1969830"/>
                  <a:ext cx="788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14:cNvPr>
                <p14:cNvContentPartPr/>
                <p14:nvPr/>
              </p14:nvContentPartPr>
              <p14:xfrm>
                <a:off x="2062920" y="1906110"/>
                <a:ext cx="109800" cy="5688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C2E6DAFD-42E3-273E-2990-E02847AFBCF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058600" y="1901790"/>
                  <a:ext cx="118440" cy="6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13A5341-68F6-E341-77E8-1C65339CD504}"/>
              </a:ext>
            </a:extLst>
          </p:cNvPr>
          <p:cNvGrpSpPr/>
          <p:nvPr/>
        </p:nvGrpSpPr>
        <p:grpSpPr>
          <a:xfrm>
            <a:off x="3819720" y="1796670"/>
            <a:ext cx="397440" cy="194760"/>
            <a:chOff x="3819720" y="1796670"/>
            <a:chExt cx="397440" cy="19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14:cNvPr>
                <p14:cNvContentPartPr/>
                <p14:nvPr/>
              </p14:nvContentPartPr>
              <p14:xfrm>
                <a:off x="3826920" y="1847070"/>
                <a:ext cx="44280" cy="16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08F3F3-EF1E-4F58-C0D0-DE7CE0D5585A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3822600" y="1842750"/>
                  <a:ext cx="5292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14:cNvPr>
                <p14:cNvContentPartPr/>
                <p14:nvPr/>
              </p14:nvContentPartPr>
              <p14:xfrm>
                <a:off x="3819720" y="1848150"/>
                <a:ext cx="20520" cy="143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8BA8DA68-12D8-0B44-8449-348AE01BD56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3815400" y="1843830"/>
                  <a:ext cx="29160" cy="15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14:cNvPr>
                <p14:cNvContentPartPr/>
                <p14:nvPr/>
              </p14:nvContentPartPr>
              <p14:xfrm>
                <a:off x="3902520" y="1920150"/>
                <a:ext cx="20520" cy="48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8E03271A-1878-0620-11D4-E33E6B9FEDAF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3898200" y="1915830"/>
                  <a:ext cx="2916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14:cNvPr>
                <p14:cNvContentPartPr/>
                <p14:nvPr/>
              </p14:nvContentPartPr>
              <p14:xfrm>
                <a:off x="3938520" y="1847430"/>
                <a:ext cx="105120" cy="103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CBAE46A-863A-F236-2E7D-0CD65BE0C4AD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934200" y="1843110"/>
                  <a:ext cx="113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14:cNvPr>
                <p14:cNvContentPartPr/>
                <p14:nvPr/>
              </p14:nvContentPartPr>
              <p14:xfrm>
                <a:off x="4087560" y="1824030"/>
                <a:ext cx="74880" cy="121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3DF9A2D1-970F-AB45-007E-68A2E18A3F3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083240" y="1819710"/>
                  <a:ext cx="8352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14:cNvPr>
                <p14:cNvContentPartPr/>
                <p14:nvPr/>
              </p14:nvContentPartPr>
              <p14:xfrm>
                <a:off x="4141560" y="1796670"/>
                <a:ext cx="75600" cy="36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A0CB342-BAD3-3F1E-130F-8AE4837A7D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137240" y="1792350"/>
                  <a:ext cx="84240" cy="45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14:cNvPr>
              <p14:cNvContentPartPr/>
              <p14:nvPr/>
            </p14:nvContentPartPr>
            <p14:xfrm>
              <a:off x="3616320" y="1994670"/>
              <a:ext cx="125640" cy="133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A71DCC94-03E5-60D5-8FF4-BC03E650FC4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3612000" y="1990350"/>
                <a:ext cx="134280" cy="142560"/>
              </a:xfrm>
              <a:prstGeom prst="rect">
                <a:avLst/>
              </a:prstGeom>
            </p:spPr>
          </p:pic>
        </mc:Fallback>
      </mc:AlternateContent>
      <p:grpSp>
        <p:nvGrpSpPr>
          <p:cNvPr id="66" name="Group 65">
            <a:extLst>
              <a:ext uri="{FF2B5EF4-FFF2-40B4-BE49-F238E27FC236}">
                <a16:creationId xmlns:a16="http://schemas.microsoft.com/office/drawing/2014/main" id="{88C1299B-BF66-F19D-0B37-E3A66C323C23}"/>
              </a:ext>
            </a:extLst>
          </p:cNvPr>
          <p:cNvGrpSpPr/>
          <p:nvPr/>
        </p:nvGrpSpPr>
        <p:grpSpPr>
          <a:xfrm>
            <a:off x="3518760" y="365670"/>
            <a:ext cx="507960" cy="244080"/>
            <a:chOff x="3518760" y="365670"/>
            <a:chExt cx="507960" cy="244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14:cNvPr>
                <p14:cNvContentPartPr/>
                <p14:nvPr/>
              </p14:nvContentPartPr>
              <p14:xfrm>
                <a:off x="3587880" y="410670"/>
                <a:ext cx="16560" cy="140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55E42148-829E-FC42-3EF8-1200005BF079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583560" y="406350"/>
                  <a:ext cx="252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14:cNvPr>
                <p14:cNvContentPartPr/>
                <p14:nvPr/>
              </p14:nvContentPartPr>
              <p14:xfrm>
                <a:off x="3518760" y="552150"/>
                <a:ext cx="54000" cy="576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4A9960C7-9ABE-7F78-45C4-0035A6EDD41F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514440" y="547830"/>
                  <a:ext cx="62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14:cNvPr>
                <p14:cNvContentPartPr/>
                <p14:nvPr/>
              </p14:nvContentPartPr>
              <p14:xfrm>
                <a:off x="3623160" y="438030"/>
                <a:ext cx="128160" cy="164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20B8E026-A7D5-4FB4-41B7-A68BD7D55E7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18840" y="433710"/>
                  <a:ext cx="13680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14:cNvPr>
                <p14:cNvContentPartPr/>
                <p14:nvPr/>
              </p14:nvContentPartPr>
              <p14:xfrm>
                <a:off x="3683640" y="471150"/>
                <a:ext cx="120600" cy="75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78AF0E44-F30F-C70F-A94A-B4949FDECF6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679320" y="466830"/>
                  <a:ext cx="12924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14:cNvPr>
                <p14:cNvContentPartPr/>
                <p14:nvPr/>
              </p14:nvContentPartPr>
              <p14:xfrm>
                <a:off x="3809280" y="445590"/>
                <a:ext cx="113040" cy="11916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4EFEF21B-488D-8D12-2BD6-C3A0222D6D6C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04960" y="441270"/>
                  <a:ext cx="1216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14:cNvPr>
                <p14:cNvContentPartPr/>
                <p14:nvPr/>
              </p14:nvContentPartPr>
              <p14:xfrm>
                <a:off x="3853200" y="365670"/>
                <a:ext cx="173520" cy="74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F45B4B8-5A33-6F71-3506-DF9CFD13F49D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48880" y="361350"/>
                  <a:ext cx="182160" cy="83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6DCA94C6-891D-D21C-96EE-16B8AADDDFC0}"/>
              </a:ext>
            </a:extLst>
          </p:cNvPr>
          <p:cNvGrpSpPr/>
          <p:nvPr/>
        </p:nvGrpSpPr>
        <p:grpSpPr>
          <a:xfrm>
            <a:off x="3474120" y="1101150"/>
            <a:ext cx="628200" cy="1896480"/>
            <a:chOff x="3474120" y="1101150"/>
            <a:chExt cx="628200" cy="18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14:cNvPr>
                <p14:cNvContentPartPr/>
                <p14:nvPr/>
              </p14:nvContentPartPr>
              <p14:xfrm>
                <a:off x="3560880" y="1107990"/>
                <a:ext cx="432000" cy="266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B76D3FA-C7E0-AA78-E7A9-7A2079FBBF81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3556560" y="1103670"/>
                  <a:ext cx="440640" cy="3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14:cNvPr>
                <p14:cNvContentPartPr/>
                <p14:nvPr/>
              </p14:nvContentPartPr>
              <p14:xfrm>
                <a:off x="3602280" y="1101150"/>
                <a:ext cx="117720" cy="18964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1B9088CB-A100-BEED-BD34-7A6E4B97F7D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3597960" y="1096830"/>
                  <a:ext cx="126360" cy="19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14:cNvPr>
                <p14:cNvContentPartPr/>
                <p14:nvPr/>
              </p14:nvContentPartPr>
              <p14:xfrm>
                <a:off x="3474120" y="2932830"/>
                <a:ext cx="332280" cy="496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BBE99798-B960-428C-07DB-54F988A4CF97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469800" y="2928510"/>
                  <a:ext cx="34092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14:cNvPr>
                <p14:cNvContentPartPr/>
                <p14:nvPr/>
              </p14:nvContentPartPr>
              <p14:xfrm>
                <a:off x="3810000" y="2748510"/>
                <a:ext cx="101520" cy="1026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E67040C-A4A1-5FBB-25D9-B4F7CC4631A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805680" y="2744190"/>
                  <a:ext cx="110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14:cNvPr>
                <p14:cNvContentPartPr/>
                <p14:nvPr/>
              </p14:nvContentPartPr>
              <p14:xfrm>
                <a:off x="3984600" y="2716110"/>
                <a:ext cx="7920" cy="39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E38E0A2-85E6-BFAF-55CB-069BFB545A0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980280" y="2711790"/>
                  <a:ext cx="165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14:cNvPr>
                <p14:cNvContentPartPr/>
                <p14:nvPr/>
              </p14:nvContentPartPr>
              <p14:xfrm>
                <a:off x="3984960" y="2689830"/>
                <a:ext cx="117360" cy="453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60EC6D33-589E-6E6A-E494-E5A626B80CD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980640" y="2685510"/>
                  <a:ext cx="1260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14:cNvPr>
                <p14:cNvContentPartPr/>
                <p14:nvPr/>
              </p14:nvContentPartPr>
              <p14:xfrm>
                <a:off x="4038600" y="2582190"/>
                <a:ext cx="60840" cy="1753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BD80E208-8536-A7FD-4C0C-C04BC3CBE05A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034280" y="2577870"/>
                  <a:ext cx="69480" cy="183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14:cNvPr>
              <p14:cNvContentPartPr/>
              <p14:nvPr/>
            </p14:nvContentPartPr>
            <p14:xfrm>
              <a:off x="3618480" y="3412710"/>
              <a:ext cx="327600" cy="3384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CF9924DF-FFA3-31BC-5A34-B4DA175293D5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3614160" y="3408390"/>
                <a:ext cx="336240" cy="4248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B1559830-E5B1-7B6B-AA22-584EC205A3D1}"/>
              </a:ext>
            </a:extLst>
          </p:cNvPr>
          <p:cNvGrpSpPr/>
          <p:nvPr/>
        </p:nvGrpSpPr>
        <p:grpSpPr>
          <a:xfrm>
            <a:off x="3864360" y="3030750"/>
            <a:ext cx="496440" cy="249120"/>
            <a:chOff x="3864360" y="3030750"/>
            <a:chExt cx="496440" cy="2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14:cNvPr>
                <p14:cNvContentPartPr/>
                <p14:nvPr/>
              </p14:nvContentPartPr>
              <p14:xfrm>
                <a:off x="3864360" y="3131910"/>
                <a:ext cx="114120" cy="147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FD5E61F0-8DF9-CD3E-B3CB-4FB6BAE117C8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3860040" y="3127590"/>
                  <a:ext cx="1227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14:cNvPr>
                <p14:cNvContentPartPr/>
                <p14:nvPr/>
              </p14:nvContentPartPr>
              <p14:xfrm>
                <a:off x="4061640" y="3199230"/>
                <a:ext cx="32760" cy="6516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1FECF464-90B6-BE31-9BA0-EAEF7869737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057320" y="3194910"/>
                  <a:ext cx="4140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14:cNvPr>
                <p14:cNvContentPartPr/>
                <p14:nvPr/>
              </p14:nvContentPartPr>
              <p14:xfrm>
                <a:off x="4122840" y="3119670"/>
                <a:ext cx="126000" cy="1224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DEE562F-139A-D669-3DF3-4BEEF871322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118520" y="3115350"/>
                  <a:ext cx="1346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14:cNvPr>
                <p14:cNvContentPartPr/>
                <p14:nvPr/>
              </p14:nvContentPartPr>
              <p14:xfrm>
                <a:off x="4179360" y="3030750"/>
                <a:ext cx="181440" cy="788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B0861A3D-A326-D872-F274-21FEE152086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175040" y="3026430"/>
                  <a:ext cx="19008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181E56B-314B-0B5E-C1D7-F1229EBA6E22}"/>
              </a:ext>
            </a:extLst>
          </p:cNvPr>
          <p:cNvGrpSpPr/>
          <p:nvPr/>
        </p:nvGrpSpPr>
        <p:grpSpPr>
          <a:xfrm>
            <a:off x="3795600" y="864630"/>
            <a:ext cx="484560" cy="147960"/>
            <a:chOff x="3795600" y="864630"/>
            <a:chExt cx="484560" cy="14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14:cNvPr>
                <p14:cNvContentPartPr/>
                <p14:nvPr/>
              </p14:nvContentPartPr>
              <p14:xfrm>
                <a:off x="3795600" y="864630"/>
                <a:ext cx="144360" cy="1123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B987C7B-2EBC-B9C8-54AC-5E2173A696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3791280" y="860310"/>
                  <a:ext cx="15300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14:cNvPr>
                <p14:cNvContentPartPr/>
                <p14:nvPr/>
              </p14:nvContentPartPr>
              <p14:xfrm>
                <a:off x="3997560" y="977310"/>
                <a:ext cx="16920" cy="29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5AD1F266-A3AF-2DD6-BC93-7D58EC59438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3993240" y="972990"/>
                  <a:ext cx="255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14:cNvPr>
                <p14:cNvContentPartPr/>
                <p14:nvPr/>
              </p14:nvContentPartPr>
              <p14:xfrm>
                <a:off x="4116720" y="891990"/>
                <a:ext cx="163440" cy="1206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88B463EA-800C-7B19-362B-C6078ADE6E60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4112400" y="887670"/>
                  <a:ext cx="172080" cy="129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14:cNvPr>
              <p14:cNvContentPartPr/>
              <p14:nvPr/>
            </p14:nvContentPartPr>
            <p14:xfrm>
              <a:off x="2746200" y="1839150"/>
              <a:ext cx="69120" cy="45396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96E0384F-D3F3-D680-05F9-24E9F6815274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2741880" y="1834830"/>
                <a:ext cx="77760" cy="462600"/>
              </a:xfrm>
              <a:prstGeom prst="rect">
                <a:avLst/>
              </a:prstGeom>
            </p:spPr>
          </p:pic>
        </mc:Fallback>
      </mc:AlternateContent>
      <p:grpSp>
        <p:nvGrpSpPr>
          <p:cNvPr id="92" name="Group 91">
            <a:extLst>
              <a:ext uri="{FF2B5EF4-FFF2-40B4-BE49-F238E27FC236}">
                <a16:creationId xmlns:a16="http://schemas.microsoft.com/office/drawing/2014/main" id="{75D896EA-8046-10B0-4996-3EE8DF3F6516}"/>
              </a:ext>
            </a:extLst>
          </p:cNvPr>
          <p:cNvGrpSpPr/>
          <p:nvPr/>
        </p:nvGrpSpPr>
        <p:grpSpPr>
          <a:xfrm>
            <a:off x="2466840" y="2439990"/>
            <a:ext cx="278280" cy="132120"/>
            <a:chOff x="2466840" y="2439990"/>
            <a:chExt cx="278280" cy="13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14:cNvPr>
                <p14:cNvContentPartPr/>
                <p14:nvPr/>
              </p14:nvContentPartPr>
              <p14:xfrm>
                <a:off x="2466840" y="2501550"/>
                <a:ext cx="88200" cy="70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A7F973D-551C-3741-B1DC-ADD106B3342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462520" y="2497230"/>
                  <a:ext cx="9684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14:cNvPr>
                <p14:cNvContentPartPr/>
                <p14:nvPr/>
              </p14:nvContentPartPr>
              <p14:xfrm>
                <a:off x="2598960" y="2527110"/>
                <a:ext cx="13320" cy="349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258815DF-FB15-4932-942F-D624BD43F99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94640" y="2522790"/>
                  <a:ext cx="21960" cy="4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14:cNvPr>
                <p14:cNvContentPartPr/>
                <p14:nvPr/>
              </p14:nvContentPartPr>
              <p14:xfrm>
                <a:off x="2620920" y="2439990"/>
                <a:ext cx="124200" cy="10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FD7A9C44-B1D4-8798-84E1-F2F7E1F5583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16600" y="2435670"/>
                  <a:ext cx="132840" cy="110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87FEEBE4-D0C3-5F5A-FAD7-7A1DB927D485}"/>
              </a:ext>
            </a:extLst>
          </p:cNvPr>
          <p:cNvGrpSpPr/>
          <p:nvPr/>
        </p:nvGrpSpPr>
        <p:grpSpPr>
          <a:xfrm>
            <a:off x="4651680" y="1891710"/>
            <a:ext cx="392400" cy="446400"/>
            <a:chOff x="4651680" y="1891710"/>
            <a:chExt cx="392400" cy="44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14:cNvPr>
                <p14:cNvContentPartPr/>
                <p14:nvPr/>
              </p14:nvContentPartPr>
              <p14:xfrm>
                <a:off x="4651680" y="1891710"/>
                <a:ext cx="20880" cy="3632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9C8F9EC-B9D6-E721-F1F6-F85A22637C1C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4647360" y="1887390"/>
                  <a:ext cx="29520" cy="37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14:cNvPr>
                <p14:cNvContentPartPr/>
                <p14:nvPr/>
              </p14:nvContentPartPr>
              <p14:xfrm>
                <a:off x="4752840" y="2194470"/>
                <a:ext cx="57960" cy="756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5AFEFA53-E2B1-D5C9-82BC-F18C02D24DA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4748520" y="2190150"/>
                  <a:ext cx="666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14:cNvPr>
                <p14:cNvContentPartPr/>
                <p14:nvPr/>
              </p14:nvContentPartPr>
              <p14:xfrm>
                <a:off x="4886760" y="2191230"/>
                <a:ext cx="157320" cy="12492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CC87DCDF-9BF0-11B6-E95F-8DA925400A04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882440" y="2186910"/>
                  <a:ext cx="16596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14:cNvPr>
                <p14:cNvContentPartPr/>
                <p14:nvPr/>
              </p14:nvContentPartPr>
              <p14:xfrm>
                <a:off x="4868400" y="2293830"/>
                <a:ext cx="35280" cy="4428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D5D74CD4-D5BA-AFE1-4D36-C062352455BC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864080" y="2289510"/>
                  <a:ext cx="439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34BFDB21-CB34-8F4E-DF60-E2387FB0481C}"/>
              </a:ext>
            </a:extLst>
          </p:cNvPr>
          <p:cNvGrpSpPr/>
          <p:nvPr/>
        </p:nvGrpSpPr>
        <p:grpSpPr>
          <a:xfrm>
            <a:off x="3812880" y="2138310"/>
            <a:ext cx="180000" cy="242640"/>
            <a:chOff x="3812880" y="2138310"/>
            <a:chExt cx="180000" cy="24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14:cNvPr>
                <p14:cNvContentPartPr/>
                <p14:nvPr/>
              </p14:nvContentPartPr>
              <p14:xfrm>
                <a:off x="3813240" y="2138310"/>
                <a:ext cx="127080" cy="2426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F9C8DFC-9396-8855-84DE-E9CFC844E38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3808920" y="2133990"/>
                  <a:ext cx="13572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14:cNvPr>
                <p14:cNvContentPartPr/>
                <p14:nvPr/>
              </p14:nvContentPartPr>
              <p14:xfrm>
                <a:off x="3812880" y="2284110"/>
                <a:ext cx="180000" cy="4788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9AD18641-637C-3048-69AA-925B2D783E5F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808560" y="2279790"/>
                  <a:ext cx="188640" cy="56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83BD0981-8620-A5BC-71E1-3D53F2989B8F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8157360" y="2484990"/>
                <a:ext cx="9000" cy="12960"/>
              </a:xfrm>
              <a:prstGeom prst="rect">
                <a:avLst/>
              </a:prstGeom>
            </p:spPr>
          </p:pic>
        </mc:Fallback>
      </mc:AlternateContent>
      <p:sp>
        <p:nvSpPr>
          <p:cNvPr id="105" name="Oval 104">
            <a:extLst>
              <a:ext uri="{FF2B5EF4-FFF2-40B4-BE49-F238E27FC236}">
                <a16:creationId xmlns:a16="http://schemas.microsoft.com/office/drawing/2014/main" id="{7EE431B0-EA5E-14E1-A07E-36F6DC55DF5C}"/>
              </a:ext>
            </a:extLst>
          </p:cNvPr>
          <p:cNvSpPr/>
          <p:nvPr/>
        </p:nvSpPr>
        <p:spPr>
          <a:xfrm>
            <a:off x="5566680" y="1133475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ABD3FA7-FE73-F91F-BB00-D4C04E8F085A}"/>
              </a:ext>
            </a:extLst>
          </p:cNvPr>
          <p:cNvGrpSpPr/>
          <p:nvPr/>
        </p:nvGrpSpPr>
        <p:grpSpPr>
          <a:xfrm>
            <a:off x="4683360" y="1383750"/>
            <a:ext cx="293040" cy="378000"/>
            <a:chOff x="4683360" y="1383750"/>
            <a:chExt cx="293040" cy="37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14:cNvPr>
                <p14:cNvContentPartPr/>
                <p14:nvPr/>
              </p14:nvContentPartPr>
              <p14:xfrm>
                <a:off x="4683360" y="1523790"/>
                <a:ext cx="137520" cy="11808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ACF7FC9F-ACE2-34BC-2A59-CCAD896FB08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679040" y="1519470"/>
                  <a:ext cx="14616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14:cNvPr>
                <p14:cNvContentPartPr/>
                <p14:nvPr/>
              </p14:nvContentPartPr>
              <p14:xfrm>
                <a:off x="4770840" y="1383750"/>
                <a:ext cx="78480" cy="249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11BF8591-7631-524D-EE66-5A2D0F2C9A3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766520" y="1379430"/>
                  <a:ext cx="8712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14:cNvPr>
                <p14:cNvContentPartPr/>
                <p14:nvPr/>
              </p14:nvContentPartPr>
              <p14:xfrm>
                <a:off x="4779480" y="1441350"/>
                <a:ext cx="127800" cy="28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E2C40A1-B863-786A-0D98-11FD448E487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75160" y="1437030"/>
                  <a:ext cx="136440" cy="29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14:cNvPr>
                <p14:cNvContentPartPr/>
                <p14:nvPr/>
              </p14:nvContentPartPr>
              <p14:xfrm>
                <a:off x="4886760" y="1638630"/>
                <a:ext cx="13680" cy="79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7C2210E8-ABD1-9B80-2932-C7EA50E04ECF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82440" y="1634310"/>
                  <a:ext cx="2232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14:cNvPr>
                <p14:cNvContentPartPr/>
                <p14:nvPr/>
              </p14:nvContentPartPr>
              <p14:xfrm>
                <a:off x="4857960" y="1635030"/>
                <a:ext cx="118440" cy="1267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D21C687-6C72-E632-2DAD-BB076440C467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853640" y="1630710"/>
                  <a:ext cx="127080" cy="135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73AEB067-D41E-513B-D1D2-C3E9C859A08A}"/>
              </a:ext>
            </a:extLst>
          </p:cNvPr>
          <p:cNvGrpSpPr/>
          <p:nvPr/>
        </p:nvGrpSpPr>
        <p:grpSpPr>
          <a:xfrm>
            <a:off x="5244960" y="1339830"/>
            <a:ext cx="305640" cy="452520"/>
            <a:chOff x="5244960" y="1339830"/>
            <a:chExt cx="30564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14:cNvPr>
                <p14:cNvContentPartPr/>
                <p14:nvPr/>
              </p14:nvContentPartPr>
              <p14:xfrm>
                <a:off x="5244960" y="1426590"/>
                <a:ext cx="151560" cy="18216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7123FAE4-BFA8-3441-01E6-0644FE9C70F7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240640" y="1422270"/>
                  <a:ext cx="1602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14:cNvPr>
                <p14:cNvContentPartPr/>
                <p14:nvPr/>
              </p14:nvContentPartPr>
              <p14:xfrm>
                <a:off x="5340360" y="1339830"/>
                <a:ext cx="87480" cy="2455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19965B3-BC44-D452-0EAC-49E1C23F93C8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336040" y="1335510"/>
                  <a:ext cx="9612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14:cNvPr>
                <p14:cNvContentPartPr/>
                <p14:nvPr/>
              </p14:nvContentPartPr>
              <p14:xfrm>
                <a:off x="5361960" y="1360350"/>
                <a:ext cx="181800" cy="337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CCC4E98-764A-FBEA-B83F-BB33595038D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57640" y="1356030"/>
                  <a:ext cx="19044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14:cNvPr>
                <p14:cNvContentPartPr/>
                <p14:nvPr/>
              </p14:nvContentPartPr>
              <p14:xfrm>
                <a:off x="5391120" y="1631790"/>
                <a:ext cx="159480" cy="1605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8E955776-AF0B-E5BB-D46F-A90A5037E960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386800" y="1627470"/>
                  <a:ext cx="168120" cy="16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F6717604-2FCB-DE3C-6658-9388B1525549}"/>
              </a:ext>
            </a:extLst>
          </p:cNvPr>
          <p:cNvGrpSpPr/>
          <p:nvPr/>
        </p:nvGrpSpPr>
        <p:grpSpPr>
          <a:xfrm>
            <a:off x="6385440" y="1263870"/>
            <a:ext cx="306720" cy="1622880"/>
            <a:chOff x="6385440" y="1263870"/>
            <a:chExt cx="306720" cy="162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14:cNvPr>
                <p14:cNvContentPartPr/>
                <p14:nvPr/>
              </p14:nvContentPartPr>
              <p14:xfrm>
                <a:off x="6385440" y="1263870"/>
                <a:ext cx="88920" cy="16228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777BD22-6872-519E-5B69-375445419956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6381120" y="1259550"/>
                  <a:ext cx="97560" cy="163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14:cNvPr>
                <p14:cNvContentPartPr/>
                <p14:nvPr/>
              </p14:nvContentPartPr>
              <p14:xfrm>
                <a:off x="6439080" y="1871910"/>
                <a:ext cx="253080" cy="2476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DFA9F4E-E728-E9AC-8D85-C458816027C4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6434760" y="1867590"/>
                  <a:ext cx="261720" cy="256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20" name="Oval 119">
            <a:extLst>
              <a:ext uri="{FF2B5EF4-FFF2-40B4-BE49-F238E27FC236}">
                <a16:creationId xmlns:a16="http://schemas.microsoft.com/office/drawing/2014/main" id="{AF2602EA-9D38-6932-8719-04C4B742E108}"/>
              </a:ext>
            </a:extLst>
          </p:cNvPr>
          <p:cNvSpPr/>
          <p:nvPr/>
        </p:nvSpPr>
        <p:spPr>
          <a:xfrm>
            <a:off x="2818035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59362FC9-E679-DB34-BC3D-24DCC2414A8A}"/>
              </a:ext>
            </a:extLst>
          </p:cNvPr>
          <p:cNvCxnSpPr>
            <a:cxnSpLocks/>
          </p:cNvCxnSpPr>
          <p:nvPr/>
        </p:nvCxnSpPr>
        <p:spPr>
          <a:xfrm>
            <a:off x="2428875" y="4750718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FE9BD93-E0E0-375D-7145-234D798818E5}"/>
              </a:ext>
            </a:extLst>
          </p:cNvPr>
          <p:cNvGrpSpPr/>
          <p:nvPr/>
        </p:nvGrpSpPr>
        <p:grpSpPr>
          <a:xfrm>
            <a:off x="3757800" y="4410990"/>
            <a:ext cx="504720" cy="390960"/>
            <a:chOff x="3757800" y="4410990"/>
            <a:chExt cx="504720" cy="39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14:cNvPr>
                <p14:cNvContentPartPr/>
                <p14:nvPr/>
              </p14:nvContentPartPr>
              <p14:xfrm>
                <a:off x="3757800" y="4443750"/>
                <a:ext cx="86760" cy="1684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F137354A-D918-5CEB-4C81-223F392DBA8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753480" y="4439430"/>
                  <a:ext cx="95400" cy="17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14:cNvPr>
                <p14:cNvContentPartPr/>
                <p14:nvPr/>
              </p14:nvContentPartPr>
              <p14:xfrm>
                <a:off x="3848160" y="4475430"/>
                <a:ext cx="81720" cy="4068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5A8EB426-C3D3-89AF-24B9-98F2D8EB9531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843840" y="4471110"/>
                  <a:ext cx="903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14:cNvPr>
                <p14:cNvContentPartPr/>
                <p14:nvPr/>
              </p14:nvContentPartPr>
              <p14:xfrm>
                <a:off x="3870840" y="4520070"/>
                <a:ext cx="64800" cy="4176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99DFE0F-BB85-1187-C623-260791F5D08B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66520" y="4515750"/>
                  <a:ext cx="7344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14:cNvPr>
                <p14:cNvContentPartPr/>
                <p14:nvPr/>
              </p14:nvContentPartPr>
              <p14:xfrm>
                <a:off x="3995040" y="4410990"/>
                <a:ext cx="113400" cy="842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E373EF0A-A37F-76C7-CFB2-DBA6C827FCA5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990720" y="4406670"/>
                  <a:ext cx="12204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14:cNvPr>
                <p14:cNvContentPartPr/>
                <p14:nvPr/>
              </p14:nvContentPartPr>
              <p14:xfrm>
                <a:off x="3819360" y="4719870"/>
                <a:ext cx="158760" cy="820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DFD9EEC-679F-2558-B3EF-1FFC5B71CEB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15040" y="4715550"/>
                  <a:ext cx="16740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14:cNvPr>
                <p14:cNvContentPartPr/>
                <p14:nvPr/>
              </p14:nvContentPartPr>
              <p14:xfrm>
                <a:off x="3990720" y="4626990"/>
                <a:ext cx="84600" cy="43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0DAEE993-B152-8215-D31E-6EC364148F0C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3986400" y="4622670"/>
                  <a:ext cx="9324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14:cNvPr>
                <p14:cNvContentPartPr/>
                <p14:nvPr/>
              </p14:nvContentPartPr>
              <p14:xfrm>
                <a:off x="3998280" y="4653630"/>
                <a:ext cx="103320" cy="7272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B4382104-7F79-61D8-CE3A-96E7D830426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3993960" y="4649310"/>
                  <a:ext cx="11196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14:cNvPr>
                <p14:cNvContentPartPr/>
                <p14:nvPr/>
              </p14:nvContentPartPr>
              <p14:xfrm>
                <a:off x="4145880" y="4560030"/>
                <a:ext cx="116640" cy="997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6B6104F-BCDE-155A-EE06-33D830C46D65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41560" y="4555710"/>
                  <a:ext cx="125280" cy="108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24920A45-B2E2-FEB4-3B24-4F2939882ACC}"/>
              </a:ext>
            </a:extLst>
          </p:cNvPr>
          <p:cNvGrpSpPr/>
          <p:nvPr/>
        </p:nvGrpSpPr>
        <p:grpSpPr>
          <a:xfrm>
            <a:off x="2598960" y="6324030"/>
            <a:ext cx="207720" cy="137520"/>
            <a:chOff x="2598960" y="6324030"/>
            <a:chExt cx="20772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14:cNvPr>
                <p14:cNvContentPartPr/>
                <p14:nvPr/>
              </p14:nvContentPartPr>
              <p14:xfrm>
                <a:off x="2652600" y="6329070"/>
                <a:ext cx="154080" cy="1324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7C96910C-856C-9691-B7B9-E0FA4F5B37D4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648280" y="6324750"/>
                  <a:ext cx="162720" cy="1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14:cNvPr>
                <p14:cNvContentPartPr/>
                <p14:nvPr/>
              </p14:nvContentPartPr>
              <p14:xfrm>
                <a:off x="2598960" y="6324030"/>
                <a:ext cx="180360" cy="1339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C5CCDEEC-F086-FE8A-CDBB-96B265AD331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594640" y="6319710"/>
                  <a:ext cx="189000" cy="142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04">
            <p14:nvContentPartPr>
              <p14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14:cNvPr>
              <p14:cNvContentPartPr/>
              <p14:nvPr/>
            </p14:nvContentPartPr>
            <p14:xfrm>
              <a:off x="2139600" y="5575230"/>
              <a:ext cx="202680" cy="244800"/>
            </p14:xfrm>
          </p:contentPart>
        </mc:Choice>
        <mc:Fallback xmlns="">
          <p:pic>
            <p:nvPicPr>
              <p:cNvPr id="134" name="Ink 133">
                <a:extLst>
                  <a:ext uri="{FF2B5EF4-FFF2-40B4-BE49-F238E27FC236}">
                    <a16:creationId xmlns:a16="http://schemas.microsoft.com/office/drawing/2014/main" id="{D5A78E3B-6B86-4739-ECCF-C2FD05AF74F1}"/>
                  </a:ext>
                </a:extLst>
              </p:cNvPr>
              <p:cNvPicPr/>
              <p:nvPr/>
            </p:nvPicPr>
            <p:blipFill>
              <a:blip r:embed="rId205"/>
              <a:stretch>
                <a:fillRect/>
              </a:stretch>
            </p:blipFill>
            <p:spPr>
              <a:xfrm>
                <a:off x="2135280" y="5570910"/>
                <a:ext cx="211320" cy="25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6">
            <p14:nvContentPartPr>
              <p14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14:cNvPr>
              <p14:cNvContentPartPr/>
              <p14:nvPr/>
            </p14:nvContentPartPr>
            <p14:xfrm>
              <a:off x="3574560" y="3822390"/>
              <a:ext cx="277200" cy="28080"/>
            </p14:xfrm>
          </p:contentPart>
        </mc:Choice>
        <mc:Fallback xmlns="">
          <p:pic>
            <p:nvPicPr>
              <p:cNvPr id="135" name="Ink 134">
                <a:extLst>
                  <a:ext uri="{FF2B5EF4-FFF2-40B4-BE49-F238E27FC236}">
                    <a16:creationId xmlns:a16="http://schemas.microsoft.com/office/drawing/2014/main" id="{5A56782E-FCCB-35FF-33BD-DF61BCB89961}"/>
                  </a:ext>
                </a:extLst>
              </p:cNvPr>
              <p:cNvPicPr/>
              <p:nvPr/>
            </p:nvPicPr>
            <p:blipFill>
              <a:blip r:embed="rId207"/>
              <a:stretch>
                <a:fillRect/>
              </a:stretch>
            </p:blipFill>
            <p:spPr>
              <a:xfrm>
                <a:off x="3570240" y="3818070"/>
                <a:ext cx="285840" cy="3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8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14:cNvPr>
              <p14:cNvContentPartPr/>
              <p14:nvPr/>
            </p14:nvContentPartPr>
            <p14:xfrm>
              <a:off x="3682560" y="5652630"/>
              <a:ext cx="328320" cy="4608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8F2789D0-E006-7C18-40A1-4D98DA8FEA13}"/>
                  </a:ext>
                </a:extLst>
              </p:cNvPr>
              <p:cNvPicPr/>
              <p:nvPr/>
            </p:nvPicPr>
            <p:blipFill>
              <a:blip r:embed="rId209"/>
              <a:stretch>
                <a:fillRect/>
              </a:stretch>
            </p:blipFill>
            <p:spPr>
              <a:xfrm>
                <a:off x="3678240" y="5648310"/>
                <a:ext cx="336960" cy="54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7" name="Group 136">
            <a:extLst>
              <a:ext uri="{FF2B5EF4-FFF2-40B4-BE49-F238E27FC236}">
                <a16:creationId xmlns:a16="http://schemas.microsoft.com/office/drawing/2014/main" id="{E7786D82-579A-5E74-9D95-52A57084516B}"/>
              </a:ext>
            </a:extLst>
          </p:cNvPr>
          <p:cNvGrpSpPr/>
          <p:nvPr/>
        </p:nvGrpSpPr>
        <p:grpSpPr>
          <a:xfrm>
            <a:off x="3654480" y="5930190"/>
            <a:ext cx="408600" cy="212040"/>
            <a:chOff x="3654480" y="5930190"/>
            <a:chExt cx="408600" cy="2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14:cNvPr>
                <p14:cNvContentPartPr/>
                <p14:nvPr/>
              </p14:nvContentPartPr>
              <p14:xfrm>
                <a:off x="3654480" y="6118830"/>
                <a:ext cx="266400" cy="234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2132FA96-B900-95BF-121E-AD8B60904AE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650160" y="6114510"/>
                  <a:ext cx="275040" cy="3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14:cNvPr>
                <p14:cNvContentPartPr/>
                <p14:nvPr/>
              </p14:nvContentPartPr>
              <p14:xfrm>
                <a:off x="3846720" y="5930190"/>
                <a:ext cx="102600" cy="903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B00E2CA-A9C1-51C6-5859-B3A481DB741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3842400" y="5925870"/>
                  <a:ext cx="11124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14:cNvPr>
                <p14:cNvContentPartPr/>
                <p14:nvPr/>
              </p14:nvContentPartPr>
              <p14:xfrm>
                <a:off x="4041480" y="5974110"/>
                <a:ext cx="21600" cy="424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0EC02FCE-A511-DDED-AFCB-EFE83D938157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4037160" y="5969790"/>
                  <a:ext cx="30240" cy="5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6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14:cNvPr>
              <p14:cNvContentPartPr/>
              <p14:nvPr/>
            </p14:nvContentPartPr>
            <p14:xfrm>
              <a:off x="3648000" y="4714470"/>
              <a:ext cx="113760" cy="9504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905B0402-8841-4A1E-6506-9FD53A0B0DE6}"/>
                  </a:ext>
                </a:extLst>
              </p:cNvPr>
              <p:cNvPicPr/>
              <p:nvPr/>
            </p:nvPicPr>
            <p:blipFill>
              <a:blip r:embed="rId217"/>
              <a:stretch>
                <a:fillRect/>
              </a:stretch>
            </p:blipFill>
            <p:spPr>
              <a:xfrm>
                <a:off x="3643680" y="4710150"/>
                <a:ext cx="122400" cy="103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42" name="Group 141">
            <a:extLst>
              <a:ext uri="{FF2B5EF4-FFF2-40B4-BE49-F238E27FC236}">
                <a16:creationId xmlns:a16="http://schemas.microsoft.com/office/drawing/2014/main" id="{3B32D643-BCD8-30B5-4E64-2E84C4DD48A0}"/>
              </a:ext>
            </a:extLst>
          </p:cNvPr>
          <p:cNvGrpSpPr/>
          <p:nvPr/>
        </p:nvGrpSpPr>
        <p:grpSpPr>
          <a:xfrm>
            <a:off x="1862760" y="4464270"/>
            <a:ext cx="716400" cy="391320"/>
            <a:chOff x="1862760" y="4464270"/>
            <a:chExt cx="716400" cy="39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14:cNvPr>
                <p14:cNvContentPartPr/>
                <p14:nvPr/>
              </p14:nvContentPartPr>
              <p14:xfrm>
                <a:off x="1862760" y="4716990"/>
                <a:ext cx="140760" cy="1386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72BAAFA-F728-C39B-DFFB-1C60903CC56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858440" y="4712670"/>
                  <a:ext cx="14940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14:cNvPr>
                <p14:cNvContentPartPr/>
                <p14:nvPr/>
              </p14:nvContentPartPr>
              <p14:xfrm>
                <a:off x="2119080" y="4738950"/>
                <a:ext cx="19800" cy="8172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E1359B1C-FC8A-E243-5044-4950C624FB73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114760" y="4734630"/>
                  <a:ext cx="2844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14:cNvPr>
                <p14:cNvContentPartPr/>
                <p14:nvPr/>
              </p14:nvContentPartPr>
              <p14:xfrm>
                <a:off x="2125200" y="4556430"/>
                <a:ext cx="145440" cy="19152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25E5C9B1-F3DE-B9B4-F2ED-F9FFBE3B7F4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120880" y="4552110"/>
                  <a:ext cx="15408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14:cNvPr>
                <p14:cNvContentPartPr/>
                <p14:nvPr/>
              </p14:nvContentPartPr>
              <p14:xfrm>
                <a:off x="2187480" y="4628790"/>
                <a:ext cx="105840" cy="69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4F6F9FF3-70EF-B961-C832-44A6377E5953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183160" y="4624470"/>
                  <a:ext cx="11448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14:cNvPr>
                <p14:cNvContentPartPr/>
                <p14:nvPr/>
              </p14:nvContentPartPr>
              <p14:xfrm>
                <a:off x="2359920" y="4525470"/>
                <a:ext cx="124560" cy="15120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852D758D-CE75-0AA8-61E7-ECBF6445D6D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2355600" y="4521150"/>
                  <a:ext cx="133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14:cNvPr>
                <p14:cNvContentPartPr/>
                <p14:nvPr/>
              </p14:nvContentPartPr>
              <p14:xfrm>
                <a:off x="2444160" y="4464270"/>
                <a:ext cx="135000" cy="6192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56DB949-2AAB-B85F-3087-957ED08905A7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2439840" y="4459950"/>
                  <a:ext cx="143640" cy="7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8669BFC4-79AD-4BC3-E484-00A8F87B947E}"/>
              </a:ext>
            </a:extLst>
          </p:cNvPr>
          <p:cNvGrpSpPr/>
          <p:nvPr/>
        </p:nvGrpSpPr>
        <p:grpSpPr>
          <a:xfrm>
            <a:off x="3654840" y="6273990"/>
            <a:ext cx="703440" cy="252720"/>
            <a:chOff x="3654840" y="6273990"/>
            <a:chExt cx="703440" cy="25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14:cNvPr>
                <p14:cNvContentPartPr/>
                <p14:nvPr/>
              </p14:nvContentPartPr>
              <p14:xfrm>
                <a:off x="3654840" y="6371190"/>
                <a:ext cx="134640" cy="1555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6B8250A-3DA9-BAC7-F2B4-CD1F30941177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650520" y="6366870"/>
                  <a:ext cx="1432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14:cNvPr>
                <p14:cNvContentPartPr/>
                <p14:nvPr/>
              </p14:nvContentPartPr>
              <p14:xfrm>
                <a:off x="3913680" y="6447150"/>
                <a:ext cx="6120" cy="410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8A134083-09F6-AD15-9974-162749995B9D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909360" y="6442830"/>
                  <a:ext cx="1476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14:cNvPr>
                <p14:cNvContentPartPr/>
                <p14:nvPr/>
              </p14:nvContentPartPr>
              <p14:xfrm>
                <a:off x="4022760" y="6380910"/>
                <a:ext cx="360" cy="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63BACB05-BF16-C341-92E2-F719B9C103EE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018440" y="637659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14:cNvPr>
                <p14:cNvContentPartPr/>
                <p14:nvPr/>
              </p14:nvContentPartPr>
              <p14:xfrm>
                <a:off x="3992160" y="6325830"/>
                <a:ext cx="130320" cy="199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4DCD550-98E6-64C2-113C-98CF4994E8B5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987840" y="6321510"/>
                  <a:ext cx="13896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14:cNvPr>
                <p14:cNvContentPartPr/>
                <p14:nvPr/>
              </p14:nvContentPartPr>
              <p14:xfrm>
                <a:off x="4063080" y="6406110"/>
                <a:ext cx="129600" cy="241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55B2F-1155-9130-2B44-CB566D0E1C65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058760" y="6401790"/>
                  <a:ext cx="13824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14:cNvPr>
                <p14:cNvContentPartPr/>
                <p14:nvPr/>
              </p14:nvContentPartPr>
              <p14:xfrm>
                <a:off x="4211040" y="6332670"/>
                <a:ext cx="98640" cy="131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F3DA1B76-7C2E-F2C2-FE9B-6D8A822157D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206720" y="6328350"/>
                  <a:ext cx="107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14:cNvPr>
                <p14:cNvContentPartPr/>
                <p14:nvPr/>
              </p14:nvContentPartPr>
              <p14:xfrm>
                <a:off x="4254960" y="6273990"/>
                <a:ext cx="103320" cy="781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73D07235-394D-CC00-07E0-E61261E956E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250640" y="6269670"/>
                  <a:ext cx="111960" cy="86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C0C9FB09-2A2E-0809-7A59-67A179F7D4F2}"/>
              </a:ext>
            </a:extLst>
          </p:cNvPr>
          <p:cNvGrpSpPr/>
          <p:nvPr/>
        </p:nvGrpSpPr>
        <p:grpSpPr>
          <a:xfrm>
            <a:off x="4137600" y="5813190"/>
            <a:ext cx="325440" cy="172440"/>
            <a:chOff x="4137600" y="5813190"/>
            <a:chExt cx="325440" cy="17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14:cNvPr>
                <p14:cNvContentPartPr/>
                <p14:nvPr/>
              </p14:nvContentPartPr>
              <p14:xfrm>
                <a:off x="4137600" y="5893110"/>
                <a:ext cx="102960" cy="9252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CBF276F-B9E5-63B4-8F46-07C22B4C345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133280" y="5888790"/>
                  <a:ext cx="11160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14:cNvPr>
                <p14:cNvContentPartPr/>
                <p14:nvPr/>
              </p14:nvContentPartPr>
              <p14:xfrm>
                <a:off x="4312200" y="5895630"/>
                <a:ext cx="70560" cy="756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C06E103E-2189-E7BA-ADBA-802599EC6A41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4307880" y="5891310"/>
                  <a:ext cx="792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14:cNvPr>
                <p14:cNvContentPartPr/>
                <p14:nvPr/>
              </p14:nvContentPartPr>
              <p14:xfrm>
                <a:off x="4322640" y="5813190"/>
                <a:ext cx="140400" cy="61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EBA122EB-547F-7E2D-3B1A-D3A315CCA737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4318320" y="5808870"/>
                  <a:ext cx="149040" cy="70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C1C798B5-F1D0-F63B-D685-F91EDB96BCA9}"/>
              </a:ext>
            </a:extLst>
          </p:cNvPr>
          <p:cNvGrpSpPr/>
          <p:nvPr/>
        </p:nvGrpSpPr>
        <p:grpSpPr>
          <a:xfrm>
            <a:off x="4074960" y="3537270"/>
            <a:ext cx="627840" cy="203040"/>
            <a:chOff x="4074960" y="3537270"/>
            <a:chExt cx="627840" cy="20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14:cNvPr>
                <p14:cNvContentPartPr/>
                <p14:nvPr/>
              </p14:nvContentPartPr>
              <p14:xfrm>
                <a:off x="4074960" y="3633030"/>
                <a:ext cx="142920" cy="1072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B85A65DF-3EDB-36C3-5AC8-D500F08135DC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4070640" y="3628710"/>
                  <a:ext cx="15156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14:cNvPr>
                <p14:cNvContentPartPr/>
                <p14:nvPr/>
              </p14:nvContentPartPr>
              <p14:xfrm>
                <a:off x="4270800" y="3704310"/>
                <a:ext cx="11880" cy="11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45ECC42A-5B60-0421-A817-4E92AEBC0EDA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66480" y="3699990"/>
                  <a:ext cx="205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14:cNvPr>
                <p14:cNvContentPartPr/>
                <p14:nvPr/>
              </p14:nvContentPartPr>
              <p14:xfrm>
                <a:off x="4315800" y="3611430"/>
                <a:ext cx="129240" cy="8460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9BABFF1D-651C-724C-C8F6-5C671EF9DC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311480" y="3607110"/>
                  <a:ext cx="137880" cy="9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14:cNvPr>
                <p14:cNvContentPartPr/>
                <p14:nvPr/>
              </p14:nvContentPartPr>
              <p14:xfrm>
                <a:off x="4476720" y="3589830"/>
                <a:ext cx="147960" cy="13824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0284BF24-F917-42FC-BAD9-98621FDAE9C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472400" y="3585510"/>
                  <a:ext cx="15660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14:cNvPr>
                <p14:cNvContentPartPr/>
                <p14:nvPr/>
              </p14:nvContentPartPr>
              <p14:xfrm>
                <a:off x="4550160" y="3537270"/>
                <a:ext cx="152640" cy="745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3D9CF5CA-241A-D706-A62C-3ED2033D818F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45840" y="3532950"/>
                  <a:ext cx="161280" cy="83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0">
            <p14:nvContentPartPr>
              <p14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14:cNvPr>
              <p14:cNvContentPartPr/>
              <p14:nvPr/>
            </p14:nvContentPartPr>
            <p14:xfrm>
              <a:off x="3272520" y="4357350"/>
              <a:ext cx="54360" cy="254160"/>
            </p14:xfrm>
          </p:contentPart>
        </mc:Choice>
        <mc:Fallback xmlns="">
          <p:pic>
            <p:nvPicPr>
              <p:cNvPr id="175" name="Ink 174">
                <a:extLst>
                  <a:ext uri="{FF2B5EF4-FFF2-40B4-BE49-F238E27FC236}">
                    <a16:creationId xmlns:a16="http://schemas.microsoft.com/office/drawing/2014/main" id="{F4D6423F-2053-AD81-1580-B21E34C7E4DA}"/>
                  </a:ext>
                </a:extLst>
              </p:cNvPr>
              <p:cNvPicPr/>
              <p:nvPr/>
            </p:nvPicPr>
            <p:blipFill>
              <a:blip r:embed="rId261"/>
              <a:stretch>
                <a:fillRect/>
              </a:stretch>
            </p:blipFill>
            <p:spPr>
              <a:xfrm>
                <a:off x="3268200" y="4353030"/>
                <a:ext cx="63000" cy="26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2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14:cNvPr>
              <p14:cNvContentPartPr/>
              <p14:nvPr/>
            </p14:nvContentPartPr>
            <p14:xfrm>
              <a:off x="3162360" y="1766430"/>
              <a:ext cx="160200" cy="18720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94B8F5C6-8391-2CF9-769B-A2F92E8EAAFD}"/>
                  </a:ext>
                </a:extLst>
              </p:cNvPr>
              <p:cNvPicPr/>
              <p:nvPr/>
            </p:nvPicPr>
            <p:blipFill>
              <a:blip r:embed="rId263"/>
              <a:stretch>
                <a:fillRect/>
              </a:stretch>
            </p:blipFill>
            <p:spPr>
              <a:xfrm>
                <a:off x="3158040" y="1762110"/>
                <a:ext cx="168840" cy="195840"/>
              </a:xfrm>
              <a:prstGeom prst="rect">
                <a:avLst/>
              </a:prstGeom>
            </p:spPr>
          </p:pic>
        </mc:Fallback>
      </mc:AlternateContent>
      <p:sp>
        <p:nvSpPr>
          <p:cNvPr id="194" name="Oval 193">
            <a:extLst>
              <a:ext uri="{FF2B5EF4-FFF2-40B4-BE49-F238E27FC236}">
                <a16:creationId xmlns:a16="http://schemas.microsoft.com/office/drawing/2014/main" id="{F00A4C6C-F7AD-61F1-2181-0E8770F39675}"/>
              </a:ext>
            </a:extLst>
          </p:cNvPr>
          <p:cNvSpPr/>
          <p:nvPr/>
        </p:nvSpPr>
        <p:spPr>
          <a:xfrm>
            <a:off x="5506304" y="3826793"/>
            <a:ext cx="1847850" cy="184785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8697294A-C7D4-F777-08B0-EA201B868E02}"/>
              </a:ext>
            </a:extLst>
          </p:cNvPr>
          <p:cNvSpPr/>
          <p:nvPr/>
        </p:nvSpPr>
        <p:spPr>
          <a:xfrm>
            <a:off x="4349475" y="3847523"/>
            <a:ext cx="1847850" cy="1847850"/>
          </a:xfrm>
          <a:prstGeom prst="ellipse">
            <a:avLst/>
          </a:prstGeom>
          <a:noFill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64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14:cNvPr>
              <p14:cNvContentPartPr/>
              <p14:nvPr/>
            </p14:nvContentPartPr>
            <p14:xfrm>
              <a:off x="5117160" y="4704390"/>
              <a:ext cx="128880" cy="8388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C328EB03-E28D-2B12-A7D2-32D8B898215A}"/>
                  </a:ext>
                </a:extLst>
              </p:cNvPr>
              <p:cNvPicPr/>
              <p:nvPr/>
            </p:nvPicPr>
            <p:blipFill>
              <a:blip r:embed="rId265"/>
              <a:stretch>
                <a:fillRect/>
              </a:stretch>
            </p:blipFill>
            <p:spPr>
              <a:xfrm>
                <a:off x="5112840" y="4700070"/>
                <a:ext cx="137520" cy="92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99" name="Group 198">
            <a:extLst>
              <a:ext uri="{FF2B5EF4-FFF2-40B4-BE49-F238E27FC236}">
                <a16:creationId xmlns:a16="http://schemas.microsoft.com/office/drawing/2014/main" id="{4A6C37D4-779E-4801-DB17-A68F2A861E80}"/>
              </a:ext>
            </a:extLst>
          </p:cNvPr>
          <p:cNvGrpSpPr/>
          <p:nvPr/>
        </p:nvGrpSpPr>
        <p:grpSpPr>
          <a:xfrm>
            <a:off x="6366720" y="4712670"/>
            <a:ext cx="87120" cy="81720"/>
            <a:chOff x="6366720" y="4712670"/>
            <a:chExt cx="87120" cy="81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14:cNvPr>
                <p14:cNvContentPartPr/>
                <p14:nvPr/>
              </p14:nvContentPartPr>
              <p14:xfrm>
                <a:off x="6407400" y="4740030"/>
                <a:ext cx="360" cy="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085BEBC-F9F4-9099-16B4-6E51B09C0290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6403080" y="4735710"/>
                  <a:ext cx="9000" cy="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14:cNvPr>
                <p14:cNvContentPartPr/>
                <p14:nvPr/>
              </p14:nvContentPartPr>
              <p14:xfrm>
                <a:off x="6366720" y="4712670"/>
                <a:ext cx="87120" cy="817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F626CF1C-61D3-1AB1-4DB1-EC951EFFBFF4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6362400" y="4708350"/>
                  <a:ext cx="9576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1" name="Group 290">
            <a:extLst>
              <a:ext uri="{FF2B5EF4-FFF2-40B4-BE49-F238E27FC236}">
                <a16:creationId xmlns:a16="http://schemas.microsoft.com/office/drawing/2014/main" id="{4364A1E6-6843-9EA6-8C1E-C6F50B4244C0}"/>
              </a:ext>
            </a:extLst>
          </p:cNvPr>
          <p:cNvGrpSpPr/>
          <p:nvPr/>
        </p:nvGrpSpPr>
        <p:grpSpPr>
          <a:xfrm>
            <a:off x="8315760" y="1159830"/>
            <a:ext cx="1782000" cy="213840"/>
            <a:chOff x="8315760" y="1159830"/>
            <a:chExt cx="1782000" cy="21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14:cNvPr>
                <p14:cNvContentPartPr/>
                <p14:nvPr/>
              </p14:nvContentPartPr>
              <p14:xfrm>
                <a:off x="8315760" y="1188630"/>
                <a:ext cx="134280" cy="1357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EA391B08-3EF4-5C56-1D19-391F84423183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8311440" y="1184310"/>
                  <a:ext cx="142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14:cNvPr>
                <p14:cNvContentPartPr/>
                <p14:nvPr/>
              </p14:nvContentPartPr>
              <p14:xfrm>
                <a:off x="8342760" y="1201230"/>
                <a:ext cx="65520" cy="135720"/>
              </p14:xfrm>
            </p:contentPart>
          </mc:Choice>
          <mc:Fallback xmlns="">
            <p:pic>
              <p:nvPicPr>
                <p:cNvPr id="270" name="Ink 269">
                  <a:extLst>
                    <a:ext uri="{FF2B5EF4-FFF2-40B4-BE49-F238E27FC236}">
                      <a16:creationId xmlns:a16="http://schemas.microsoft.com/office/drawing/2014/main" id="{945796FA-8E6D-AEFC-A7EC-505C1CF28476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8338440" y="1196910"/>
                  <a:ext cx="7416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14:cNvPr>
                <p14:cNvContentPartPr/>
                <p14:nvPr/>
              </p14:nvContentPartPr>
              <p14:xfrm>
                <a:off x="8553000" y="1191150"/>
                <a:ext cx="110880" cy="320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343056F-CD71-D3DB-16CA-E51EAD4D1C4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8548680" y="1186830"/>
                  <a:ext cx="11952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14:cNvPr>
                <p14:cNvContentPartPr/>
                <p14:nvPr/>
              </p14:nvContentPartPr>
              <p14:xfrm>
                <a:off x="8557320" y="1262430"/>
                <a:ext cx="128160" cy="2772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0C55FA3C-234B-5DF9-EA68-751BD3CE3215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8553000" y="1258110"/>
                  <a:ext cx="1368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14:cNvPr>
                <p14:cNvContentPartPr/>
                <p14:nvPr/>
              </p14:nvContentPartPr>
              <p14:xfrm>
                <a:off x="8778720" y="1177830"/>
                <a:ext cx="160200" cy="14544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364AB3F6-830C-8322-9AD4-1E503D81D83D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8774400" y="1173510"/>
                  <a:ext cx="16884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14:cNvPr>
                <p14:cNvContentPartPr/>
                <p14:nvPr/>
              </p14:nvContentPartPr>
              <p14:xfrm>
                <a:off x="9030000" y="1234710"/>
                <a:ext cx="29520" cy="3996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E02DC328-B51E-2FE3-A335-05A4960F9633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9025680" y="1230390"/>
                  <a:ext cx="3816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14:cNvPr>
                <p14:cNvContentPartPr/>
                <p14:nvPr/>
              </p14:nvContentPartPr>
              <p14:xfrm>
                <a:off x="9069240" y="1183950"/>
                <a:ext cx="123840" cy="13356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98B224F-E15E-8611-D0FD-6998AB6BE6E9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9064920" y="1179630"/>
                  <a:ext cx="13248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14:cNvPr>
                <p14:cNvContentPartPr/>
                <p14:nvPr/>
              </p14:nvContentPartPr>
              <p14:xfrm>
                <a:off x="9123960" y="1159830"/>
                <a:ext cx="136080" cy="2124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C622EE92-229F-8A8E-EFEE-A0EFFA8A3C0F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9119640" y="1155510"/>
                  <a:ext cx="144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14:cNvPr>
                <p14:cNvContentPartPr/>
                <p14:nvPr/>
              </p14:nvContentPartPr>
              <p14:xfrm>
                <a:off x="9305040" y="1237230"/>
                <a:ext cx="38160" cy="1080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5EF3B7EB-4B44-180B-A576-9CE5CDE2A451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9300720" y="1232910"/>
                  <a:ext cx="4680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14:cNvPr>
                <p14:cNvContentPartPr/>
                <p14:nvPr/>
              </p14:nvContentPartPr>
              <p14:xfrm>
                <a:off x="9264720" y="1267110"/>
                <a:ext cx="149760" cy="34200"/>
              </p14:xfrm>
            </p:contentPart>
          </mc:Choice>
          <mc:Fallback xmlns="">
            <p:pic>
              <p:nvPicPr>
                <p:cNvPr id="280" name="Ink 279">
                  <a:extLst>
                    <a:ext uri="{FF2B5EF4-FFF2-40B4-BE49-F238E27FC236}">
                      <a16:creationId xmlns:a16="http://schemas.microsoft.com/office/drawing/2014/main" id="{038EFFD3-1C1D-2489-4379-D17E117327E6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9260400" y="1262790"/>
                  <a:ext cx="15840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14:cNvPr>
                <p14:cNvContentPartPr/>
                <p14:nvPr/>
              </p14:nvContentPartPr>
              <p14:xfrm>
                <a:off x="9438600" y="1220310"/>
                <a:ext cx="93600" cy="136440"/>
              </p14:xfrm>
            </p:contentPart>
          </mc:Choice>
          <mc:Fallback xmlns="">
            <p:pic>
              <p:nvPicPr>
                <p:cNvPr id="281" name="Ink 280">
                  <a:extLst>
                    <a:ext uri="{FF2B5EF4-FFF2-40B4-BE49-F238E27FC236}">
                      <a16:creationId xmlns:a16="http://schemas.microsoft.com/office/drawing/2014/main" id="{D1090A04-27B0-6E0B-1B33-A7E5F5383BC3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9434280" y="1215990"/>
                  <a:ext cx="10224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14:cNvPr>
                <p14:cNvContentPartPr/>
                <p14:nvPr/>
              </p14:nvContentPartPr>
              <p14:xfrm>
                <a:off x="9628680" y="1242990"/>
                <a:ext cx="19440" cy="103320"/>
              </p14:xfrm>
            </p:contentPart>
          </mc:Choice>
          <mc:Fallback xmlns="">
            <p:pic>
              <p:nvPicPr>
                <p:cNvPr id="283" name="Ink 282">
                  <a:extLst>
                    <a:ext uri="{FF2B5EF4-FFF2-40B4-BE49-F238E27FC236}">
                      <a16:creationId xmlns:a16="http://schemas.microsoft.com/office/drawing/2014/main" id="{9F6B1947-4A97-DDA7-33BD-740C3F6409C3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9624360" y="1238670"/>
                  <a:ext cx="280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14:cNvPr>
                <p14:cNvContentPartPr/>
                <p14:nvPr/>
              </p14:nvContentPartPr>
              <p14:xfrm>
                <a:off x="9588000" y="1281870"/>
                <a:ext cx="96480" cy="15840"/>
              </p14:xfrm>
            </p:contentPart>
          </mc:Choice>
          <mc:Fallback xmlns="">
            <p:pic>
              <p:nvPicPr>
                <p:cNvPr id="284" name="Ink 283">
                  <a:extLst>
                    <a:ext uri="{FF2B5EF4-FFF2-40B4-BE49-F238E27FC236}">
                      <a16:creationId xmlns:a16="http://schemas.microsoft.com/office/drawing/2014/main" id="{6E3C7016-3B02-28D7-EDC8-A0F1D5C583A9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9583680" y="1277550"/>
                  <a:ext cx="10512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14:cNvPr>
                <p14:cNvContentPartPr/>
                <p14:nvPr/>
              </p14:nvContentPartPr>
              <p14:xfrm>
                <a:off x="9795720" y="1203030"/>
                <a:ext cx="14400" cy="140760"/>
              </p14:xfrm>
            </p:contentPart>
          </mc:Choice>
          <mc:Fallback xmlns="">
            <p:pic>
              <p:nvPicPr>
                <p:cNvPr id="286" name="Ink 285">
                  <a:extLst>
                    <a:ext uri="{FF2B5EF4-FFF2-40B4-BE49-F238E27FC236}">
                      <a16:creationId xmlns:a16="http://schemas.microsoft.com/office/drawing/2014/main" id="{7D865A9E-0D2D-9A15-C4A9-3370179F19D1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9791400" y="1198710"/>
                  <a:ext cx="23040" cy="14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14:cNvPr>
                <p14:cNvContentPartPr/>
                <p14:nvPr/>
              </p14:nvContentPartPr>
              <p14:xfrm>
                <a:off x="9795720" y="1187550"/>
                <a:ext cx="111600" cy="186120"/>
              </p14:xfrm>
            </p:contentPart>
          </mc:Choice>
          <mc:Fallback xmlns="">
            <p:pic>
              <p:nvPicPr>
                <p:cNvPr id="287" name="Ink 286">
                  <a:extLst>
                    <a:ext uri="{FF2B5EF4-FFF2-40B4-BE49-F238E27FC236}">
                      <a16:creationId xmlns:a16="http://schemas.microsoft.com/office/drawing/2014/main" id="{B85990CF-2C04-6EE6-16A2-417CC43EE38C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9791400" y="1183230"/>
                  <a:ext cx="120240" cy="19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14:cNvPr>
                <p14:cNvContentPartPr/>
                <p14:nvPr/>
              </p14:nvContentPartPr>
              <p14:xfrm>
                <a:off x="10003800" y="1235790"/>
                <a:ext cx="35640" cy="101880"/>
              </p14:xfrm>
            </p:contentPart>
          </mc:Choice>
          <mc:Fallback xmlns="">
            <p:pic>
              <p:nvPicPr>
                <p:cNvPr id="289" name="Ink 288">
                  <a:extLst>
                    <a:ext uri="{FF2B5EF4-FFF2-40B4-BE49-F238E27FC236}">
                      <a16:creationId xmlns:a16="http://schemas.microsoft.com/office/drawing/2014/main" id="{C2F85DA8-644F-1984-92B7-F8CCF9169360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9999480" y="1231470"/>
                  <a:ext cx="442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14:cNvPr>
                <p14:cNvContentPartPr/>
                <p14:nvPr/>
              </p14:nvContentPartPr>
              <p14:xfrm>
                <a:off x="9975000" y="1289070"/>
                <a:ext cx="122760" cy="15840"/>
              </p14:xfrm>
            </p:contentPart>
          </mc:Choice>
          <mc:Fallback xmlns="">
            <p:pic>
              <p:nvPicPr>
                <p:cNvPr id="290" name="Ink 289">
                  <a:extLst>
                    <a:ext uri="{FF2B5EF4-FFF2-40B4-BE49-F238E27FC236}">
                      <a16:creationId xmlns:a16="http://schemas.microsoft.com/office/drawing/2014/main" id="{96DD3DFD-CC77-4DF1-FACC-EC0618617E4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9970680" y="1284750"/>
                  <a:ext cx="131400" cy="24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04" name="Group 303">
            <a:extLst>
              <a:ext uri="{FF2B5EF4-FFF2-40B4-BE49-F238E27FC236}">
                <a16:creationId xmlns:a16="http://schemas.microsoft.com/office/drawing/2014/main" id="{8369875D-864F-A77B-4871-4A1581949BF7}"/>
              </a:ext>
            </a:extLst>
          </p:cNvPr>
          <p:cNvGrpSpPr/>
          <p:nvPr/>
        </p:nvGrpSpPr>
        <p:grpSpPr>
          <a:xfrm>
            <a:off x="10251120" y="1166310"/>
            <a:ext cx="1259280" cy="200520"/>
            <a:chOff x="10251120" y="1166310"/>
            <a:chExt cx="1259280" cy="20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14:cNvPr>
                <p14:cNvContentPartPr/>
                <p14:nvPr/>
              </p14:nvContentPartPr>
              <p14:xfrm>
                <a:off x="10251120" y="1215630"/>
                <a:ext cx="78480" cy="128880"/>
              </p14:xfrm>
            </p:contentPart>
          </mc:Choice>
          <mc:Fallback xmlns="">
            <p:pic>
              <p:nvPicPr>
                <p:cNvPr id="292" name="Ink 291">
                  <a:extLst>
                    <a:ext uri="{FF2B5EF4-FFF2-40B4-BE49-F238E27FC236}">
                      <a16:creationId xmlns:a16="http://schemas.microsoft.com/office/drawing/2014/main" id="{2A3DB22D-46B8-72F6-B2BE-868A661B7B1A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10246800" y="1211310"/>
                  <a:ext cx="8712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14:cNvPr>
                <p14:cNvContentPartPr/>
                <p14:nvPr/>
              </p14:nvContentPartPr>
              <p14:xfrm>
                <a:off x="10305480" y="1237950"/>
                <a:ext cx="93240" cy="103320"/>
              </p14:xfrm>
            </p:contentPart>
          </mc:Choice>
          <mc:Fallback xmlns="">
            <p:pic>
              <p:nvPicPr>
                <p:cNvPr id="293" name="Ink 292">
                  <a:extLst>
                    <a:ext uri="{FF2B5EF4-FFF2-40B4-BE49-F238E27FC236}">
                      <a16:creationId xmlns:a16="http://schemas.microsoft.com/office/drawing/2014/main" id="{83777F51-7EB4-A44B-B20C-940451D13A78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10301160" y="1233630"/>
                  <a:ext cx="101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14:cNvPr>
                <p14:cNvContentPartPr/>
                <p14:nvPr/>
              </p14:nvContentPartPr>
              <p14:xfrm>
                <a:off x="10405920" y="1258470"/>
                <a:ext cx="157320" cy="65160"/>
              </p14:xfrm>
            </p:contentPart>
          </mc:Choice>
          <mc:Fallback xmlns="">
            <p:pic>
              <p:nvPicPr>
                <p:cNvPr id="294" name="Ink 293">
                  <a:extLst>
                    <a:ext uri="{FF2B5EF4-FFF2-40B4-BE49-F238E27FC236}">
                      <a16:creationId xmlns:a16="http://schemas.microsoft.com/office/drawing/2014/main" id="{6425B2CE-478F-434E-E23B-7CEBC1550FEB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10401600" y="1254150"/>
                  <a:ext cx="16596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14:cNvPr>
                <p14:cNvContentPartPr/>
                <p14:nvPr/>
              </p14:nvContentPartPr>
              <p14:xfrm>
                <a:off x="10586280" y="1166310"/>
                <a:ext cx="103680" cy="200520"/>
              </p14:xfrm>
            </p:contentPart>
          </mc:Choice>
          <mc:Fallback xmlns="">
            <p:pic>
              <p:nvPicPr>
                <p:cNvPr id="295" name="Ink 294">
                  <a:extLst>
                    <a:ext uri="{FF2B5EF4-FFF2-40B4-BE49-F238E27FC236}">
                      <a16:creationId xmlns:a16="http://schemas.microsoft.com/office/drawing/2014/main" id="{EA1FE0D3-E3F2-3AFA-18FA-B084A5D95EBF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10581960" y="1161990"/>
                  <a:ext cx="112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14:cNvPr>
                <p14:cNvContentPartPr/>
                <p14:nvPr/>
              </p14:nvContentPartPr>
              <p14:xfrm>
                <a:off x="10711920" y="1231470"/>
                <a:ext cx="84600" cy="102240"/>
              </p14:xfrm>
            </p:contentPart>
          </mc:Choice>
          <mc:Fallback xmlns="">
            <p:pic>
              <p:nvPicPr>
                <p:cNvPr id="296" name="Ink 295">
                  <a:extLst>
                    <a:ext uri="{FF2B5EF4-FFF2-40B4-BE49-F238E27FC236}">
                      <a16:creationId xmlns:a16="http://schemas.microsoft.com/office/drawing/2014/main" id="{84B4E086-9172-9475-E61E-60F031094BC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0707600" y="1227150"/>
                  <a:ext cx="9324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14:cNvPr>
                <p14:cNvContentPartPr/>
                <p14:nvPr/>
              </p14:nvContentPartPr>
              <p14:xfrm>
                <a:off x="10821000" y="1209510"/>
                <a:ext cx="93960" cy="117720"/>
              </p14:xfrm>
            </p:contentPart>
          </mc:Choice>
          <mc:Fallback xmlns="">
            <p:pic>
              <p:nvPicPr>
                <p:cNvPr id="298" name="Ink 297">
                  <a:extLst>
                    <a:ext uri="{FF2B5EF4-FFF2-40B4-BE49-F238E27FC236}">
                      <a16:creationId xmlns:a16="http://schemas.microsoft.com/office/drawing/2014/main" id="{4623C0D5-605B-6A2B-6C26-E998CBBAF0B6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10816680" y="1205190"/>
                  <a:ext cx="102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14:cNvPr>
                <p14:cNvContentPartPr/>
                <p14:nvPr/>
              </p14:nvContentPartPr>
              <p14:xfrm>
                <a:off x="11013600" y="1237230"/>
                <a:ext cx="28800" cy="92880"/>
              </p14:xfrm>
            </p:contentPart>
          </mc:Choice>
          <mc:Fallback xmlns="">
            <p:pic>
              <p:nvPicPr>
                <p:cNvPr id="299" name="Ink 298">
                  <a:extLst>
                    <a:ext uri="{FF2B5EF4-FFF2-40B4-BE49-F238E27FC236}">
                      <a16:creationId xmlns:a16="http://schemas.microsoft.com/office/drawing/2014/main" id="{3AE8BBEF-8B4B-89B9-8248-4AE432ED0299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1009280" y="1232910"/>
                  <a:ext cx="3744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14:cNvPr>
                <p14:cNvContentPartPr/>
                <p14:nvPr/>
              </p14:nvContentPartPr>
              <p14:xfrm>
                <a:off x="10994520" y="1257390"/>
                <a:ext cx="147960" cy="31320"/>
              </p14:xfrm>
            </p:contentPart>
          </mc:Choice>
          <mc:Fallback xmlns="">
            <p:pic>
              <p:nvPicPr>
                <p:cNvPr id="300" name="Ink 299">
                  <a:extLst>
                    <a:ext uri="{FF2B5EF4-FFF2-40B4-BE49-F238E27FC236}">
                      <a16:creationId xmlns:a16="http://schemas.microsoft.com/office/drawing/2014/main" id="{3EDD0D66-CAB3-4052-DE57-EF84D86D1A15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10990200" y="1253070"/>
                  <a:ext cx="15660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14:cNvPr>
                <p14:cNvContentPartPr/>
                <p14:nvPr/>
              </p14:nvContentPartPr>
              <p14:xfrm>
                <a:off x="11112600" y="1216710"/>
                <a:ext cx="87840" cy="108360"/>
              </p14:xfrm>
            </p:contentPart>
          </mc:Choice>
          <mc:Fallback xmlns="">
            <p:pic>
              <p:nvPicPr>
                <p:cNvPr id="301" name="Ink 300">
                  <a:extLst>
                    <a:ext uri="{FF2B5EF4-FFF2-40B4-BE49-F238E27FC236}">
                      <a16:creationId xmlns:a16="http://schemas.microsoft.com/office/drawing/2014/main" id="{ED6B906C-B6C8-61E6-D19A-88CDBECFBECE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11108280" y="1212390"/>
                  <a:ext cx="9648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14:cNvPr>
                <p14:cNvContentPartPr/>
                <p14:nvPr/>
              </p14:nvContentPartPr>
              <p14:xfrm>
                <a:off x="11244000" y="1221750"/>
                <a:ext cx="172440" cy="120240"/>
              </p14:xfrm>
            </p:contentPart>
          </mc:Choice>
          <mc:Fallback xmlns="">
            <p:pic>
              <p:nvPicPr>
                <p:cNvPr id="302" name="Ink 301">
                  <a:extLst>
                    <a:ext uri="{FF2B5EF4-FFF2-40B4-BE49-F238E27FC236}">
                      <a16:creationId xmlns:a16="http://schemas.microsoft.com/office/drawing/2014/main" id="{0B207EF4-7474-2B56-FA42-FF94D3EC5D48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11239680" y="1217430"/>
                  <a:ext cx="18108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14:cNvPr>
                <p14:cNvContentPartPr/>
                <p14:nvPr/>
              </p14:nvContentPartPr>
              <p14:xfrm>
                <a:off x="11356680" y="1187550"/>
                <a:ext cx="153720" cy="168480"/>
              </p14:xfrm>
            </p:contentPart>
          </mc:Choice>
          <mc:Fallback xmlns="">
            <p:pic>
              <p:nvPicPr>
                <p:cNvPr id="303" name="Ink 302">
                  <a:extLst>
                    <a:ext uri="{FF2B5EF4-FFF2-40B4-BE49-F238E27FC236}">
                      <a16:creationId xmlns:a16="http://schemas.microsoft.com/office/drawing/2014/main" id="{8103973D-CC5A-9780-8A05-C8CE5C0D980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11352360" y="1183230"/>
                  <a:ext cx="162360" cy="177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2" name="Group 331">
            <a:extLst>
              <a:ext uri="{FF2B5EF4-FFF2-40B4-BE49-F238E27FC236}">
                <a16:creationId xmlns:a16="http://schemas.microsoft.com/office/drawing/2014/main" id="{A667AD49-707B-B464-6ADE-30F814BBF7AA}"/>
              </a:ext>
            </a:extLst>
          </p:cNvPr>
          <p:cNvGrpSpPr/>
          <p:nvPr/>
        </p:nvGrpSpPr>
        <p:grpSpPr>
          <a:xfrm>
            <a:off x="8272200" y="1611990"/>
            <a:ext cx="396720" cy="363960"/>
            <a:chOff x="8272200" y="1611990"/>
            <a:chExt cx="396720" cy="363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14:cNvPr>
                <p14:cNvContentPartPr/>
                <p14:nvPr/>
              </p14:nvContentPartPr>
              <p14:xfrm>
                <a:off x="8272200" y="1611990"/>
                <a:ext cx="221760" cy="363960"/>
              </p14:xfrm>
            </p:contentPart>
          </mc:Choice>
          <mc:Fallback xmlns="">
            <p:pic>
              <p:nvPicPr>
                <p:cNvPr id="305" name="Ink 304">
                  <a:extLst>
                    <a:ext uri="{FF2B5EF4-FFF2-40B4-BE49-F238E27FC236}">
                      <a16:creationId xmlns:a16="http://schemas.microsoft.com/office/drawing/2014/main" id="{C177641D-364C-CC8F-1309-066575063345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8267880" y="1607670"/>
                  <a:ext cx="230400" cy="37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14:cNvPr>
                <p14:cNvContentPartPr/>
                <p14:nvPr/>
              </p14:nvContentPartPr>
              <p14:xfrm>
                <a:off x="8554440" y="1651590"/>
                <a:ext cx="105840" cy="12600"/>
              </p14:xfrm>
            </p:contentPart>
          </mc:Choice>
          <mc:Fallback xmlns="">
            <p:pic>
              <p:nvPicPr>
                <p:cNvPr id="306" name="Ink 305">
                  <a:extLst>
                    <a:ext uri="{FF2B5EF4-FFF2-40B4-BE49-F238E27FC236}">
                      <a16:creationId xmlns:a16="http://schemas.microsoft.com/office/drawing/2014/main" id="{36D184CA-F92F-B289-1742-95D5BC0DC999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8550120" y="1647270"/>
                  <a:ext cx="1144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14:cNvPr>
                <p14:cNvContentPartPr/>
                <p14:nvPr/>
              </p14:nvContentPartPr>
              <p14:xfrm>
                <a:off x="8571360" y="1715310"/>
                <a:ext cx="97560" cy="41400"/>
              </p14:xfrm>
            </p:contentPart>
          </mc:Choice>
          <mc:Fallback xmlns="">
            <p:pic>
              <p:nvPicPr>
                <p:cNvPr id="307" name="Ink 306">
                  <a:extLst>
                    <a:ext uri="{FF2B5EF4-FFF2-40B4-BE49-F238E27FC236}">
                      <a16:creationId xmlns:a16="http://schemas.microsoft.com/office/drawing/2014/main" id="{76B5001F-04F1-54AE-5315-15C2C951E088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8567040" y="1710990"/>
                  <a:ext cx="106200" cy="50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0ECD2CD1-5BDE-EA7C-80E2-175EE9745319}"/>
              </a:ext>
            </a:extLst>
          </p:cNvPr>
          <p:cNvGrpSpPr/>
          <p:nvPr/>
        </p:nvGrpSpPr>
        <p:grpSpPr>
          <a:xfrm>
            <a:off x="8806800" y="1569870"/>
            <a:ext cx="2707560" cy="234000"/>
            <a:chOff x="8806800" y="1569870"/>
            <a:chExt cx="2707560" cy="234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14:cNvPr>
                <p14:cNvContentPartPr/>
                <p14:nvPr/>
              </p14:nvContentPartPr>
              <p14:xfrm>
                <a:off x="8806800" y="1644030"/>
                <a:ext cx="159840" cy="87840"/>
              </p14:xfrm>
            </p:contentPart>
          </mc:Choice>
          <mc:Fallback xmlns="">
            <p:pic>
              <p:nvPicPr>
                <p:cNvPr id="308" name="Ink 307">
                  <a:extLst>
                    <a:ext uri="{FF2B5EF4-FFF2-40B4-BE49-F238E27FC236}">
                      <a16:creationId xmlns:a16="http://schemas.microsoft.com/office/drawing/2014/main" id="{7170EE00-17D5-4CF5-0DB2-269CF26088DC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8802480" y="1639710"/>
                  <a:ext cx="1684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14:cNvPr>
                <p14:cNvContentPartPr/>
                <p14:nvPr/>
              </p14:nvContentPartPr>
              <p14:xfrm>
                <a:off x="9062400" y="1653390"/>
                <a:ext cx="16920" cy="21960"/>
              </p14:xfrm>
            </p:contentPart>
          </mc:Choice>
          <mc:Fallback xmlns="">
            <p:pic>
              <p:nvPicPr>
                <p:cNvPr id="309" name="Ink 308">
                  <a:extLst>
                    <a:ext uri="{FF2B5EF4-FFF2-40B4-BE49-F238E27FC236}">
                      <a16:creationId xmlns:a16="http://schemas.microsoft.com/office/drawing/2014/main" id="{2AF93E29-9C6B-617E-EA08-D4EB7EC252D9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9058080" y="1649070"/>
                  <a:ext cx="2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14:cNvPr>
                <p14:cNvContentPartPr/>
                <p14:nvPr/>
              </p14:nvContentPartPr>
              <p14:xfrm>
                <a:off x="9137640" y="1589310"/>
                <a:ext cx="86760" cy="142920"/>
              </p14:xfrm>
            </p:contentPart>
          </mc:Choice>
          <mc:Fallback xmlns="">
            <p:pic>
              <p:nvPicPr>
                <p:cNvPr id="310" name="Ink 309">
                  <a:extLst>
                    <a:ext uri="{FF2B5EF4-FFF2-40B4-BE49-F238E27FC236}">
                      <a16:creationId xmlns:a16="http://schemas.microsoft.com/office/drawing/2014/main" id="{C071E36C-E3B4-DE0B-DB96-2F25228086D9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9133320" y="1584990"/>
                  <a:ext cx="95400" cy="15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14:cNvPr>
                <p14:cNvContentPartPr/>
                <p14:nvPr/>
              </p14:nvContentPartPr>
              <p14:xfrm>
                <a:off x="9224400" y="1572390"/>
                <a:ext cx="56520" cy="4680"/>
              </p14:xfrm>
            </p:contentPart>
          </mc:Choice>
          <mc:Fallback xmlns="">
            <p:pic>
              <p:nvPicPr>
                <p:cNvPr id="311" name="Ink 310">
                  <a:extLst>
                    <a:ext uri="{FF2B5EF4-FFF2-40B4-BE49-F238E27FC236}">
                      <a16:creationId xmlns:a16="http://schemas.microsoft.com/office/drawing/2014/main" id="{C71DD857-6988-E956-F467-EA5D0F031EA1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9220080" y="1568070"/>
                  <a:ext cx="65160" cy="1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14:cNvPr>
                <p14:cNvContentPartPr/>
                <p14:nvPr/>
              </p14:nvContentPartPr>
              <p14:xfrm>
                <a:off x="9350760" y="1619190"/>
                <a:ext cx="25920" cy="98640"/>
              </p14:xfrm>
            </p:contentPart>
          </mc:Choice>
          <mc:Fallback xmlns="">
            <p:pic>
              <p:nvPicPr>
                <p:cNvPr id="312" name="Ink 311">
                  <a:extLst>
                    <a:ext uri="{FF2B5EF4-FFF2-40B4-BE49-F238E27FC236}">
                      <a16:creationId xmlns:a16="http://schemas.microsoft.com/office/drawing/2014/main" id="{DFDB6024-8341-E825-ED2A-32949A81DECF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9346440" y="1614870"/>
                  <a:ext cx="34560" cy="10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14:cNvPr>
                <p14:cNvContentPartPr/>
                <p14:nvPr/>
              </p14:nvContentPartPr>
              <p14:xfrm>
                <a:off x="9331320" y="1652670"/>
                <a:ext cx="127800" cy="14760"/>
              </p14:xfrm>
            </p:contentPart>
          </mc:Choice>
          <mc:Fallback xmlns="">
            <p:pic>
              <p:nvPicPr>
                <p:cNvPr id="313" name="Ink 312">
                  <a:extLst>
                    <a:ext uri="{FF2B5EF4-FFF2-40B4-BE49-F238E27FC236}">
                      <a16:creationId xmlns:a16="http://schemas.microsoft.com/office/drawing/2014/main" id="{9CD92E26-2590-F9A9-4827-B8576F5B6746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9327000" y="1648350"/>
                  <a:ext cx="1364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14:cNvPr>
                <p14:cNvContentPartPr/>
                <p14:nvPr/>
              </p14:nvContentPartPr>
              <p14:xfrm>
                <a:off x="9479280" y="1608030"/>
                <a:ext cx="92160" cy="134640"/>
              </p14:xfrm>
            </p:contentPart>
          </mc:Choice>
          <mc:Fallback xmlns="">
            <p:pic>
              <p:nvPicPr>
                <p:cNvPr id="314" name="Ink 313">
                  <a:extLst>
                    <a:ext uri="{FF2B5EF4-FFF2-40B4-BE49-F238E27FC236}">
                      <a16:creationId xmlns:a16="http://schemas.microsoft.com/office/drawing/2014/main" id="{614EF542-FF1A-D639-5CFE-40DAAE24BF02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9474960" y="1603710"/>
                  <a:ext cx="100800" cy="14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14:cNvPr>
                <p14:cNvContentPartPr/>
                <p14:nvPr/>
              </p14:nvContentPartPr>
              <p14:xfrm>
                <a:off x="9673320" y="1633950"/>
                <a:ext cx="20520" cy="95040"/>
              </p14:xfrm>
            </p:contentPart>
          </mc:Choice>
          <mc:Fallback xmlns="">
            <p:pic>
              <p:nvPicPr>
                <p:cNvPr id="315" name="Ink 314">
                  <a:extLst>
                    <a:ext uri="{FF2B5EF4-FFF2-40B4-BE49-F238E27FC236}">
                      <a16:creationId xmlns:a16="http://schemas.microsoft.com/office/drawing/2014/main" id="{FF1BBA17-5F02-5D81-08C0-A57BB4AF6FA5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9669000" y="1629630"/>
                  <a:ext cx="291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14:cNvPr>
                <p14:cNvContentPartPr/>
                <p14:nvPr/>
              </p14:nvContentPartPr>
              <p14:xfrm>
                <a:off x="9625800" y="1668870"/>
                <a:ext cx="126000" cy="34200"/>
              </p14:xfrm>
            </p:contentPart>
          </mc:Choice>
          <mc:Fallback xmlns="">
            <p:pic>
              <p:nvPicPr>
                <p:cNvPr id="316" name="Ink 315">
                  <a:extLst>
                    <a:ext uri="{FF2B5EF4-FFF2-40B4-BE49-F238E27FC236}">
                      <a16:creationId xmlns:a16="http://schemas.microsoft.com/office/drawing/2014/main" id="{2D9B1E1C-B9BC-4C7C-8F26-6D0AF039B995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9621480" y="1664550"/>
                  <a:ext cx="134640" cy="4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14:cNvPr>
                <p14:cNvContentPartPr/>
                <p14:nvPr/>
              </p14:nvContentPartPr>
              <p14:xfrm>
                <a:off x="9818040" y="1590030"/>
                <a:ext cx="151560" cy="153360"/>
              </p14:xfrm>
            </p:contentPart>
          </mc:Choice>
          <mc:Fallback xmlns="">
            <p:pic>
              <p:nvPicPr>
                <p:cNvPr id="317" name="Ink 316">
                  <a:extLst>
                    <a:ext uri="{FF2B5EF4-FFF2-40B4-BE49-F238E27FC236}">
                      <a16:creationId xmlns:a16="http://schemas.microsoft.com/office/drawing/2014/main" id="{BEEAC6E9-9326-2F54-4827-60668B26FCEA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9813720" y="1585710"/>
                  <a:ext cx="160200" cy="16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1">
              <p14:nvContentPartPr>
                <p14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14:cNvPr>
                <p14:cNvContentPartPr/>
                <p14:nvPr/>
              </p14:nvContentPartPr>
              <p14:xfrm>
                <a:off x="10066440" y="1649070"/>
                <a:ext cx="13320" cy="66600"/>
              </p14:xfrm>
            </p:contentPart>
          </mc:Choice>
          <mc:Fallback xmlns="">
            <p:pic>
              <p:nvPicPr>
                <p:cNvPr id="318" name="Ink 317">
                  <a:extLst>
                    <a:ext uri="{FF2B5EF4-FFF2-40B4-BE49-F238E27FC236}">
                      <a16:creationId xmlns:a16="http://schemas.microsoft.com/office/drawing/2014/main" id="{5337E099-9125-5CEC-6A97-1BD233EC500A}"/>
                    </a:ext>
                  </a:extLst>
                </p:cNvPr>
                <p:cNvPicPr/>
                <p:nvPr/>
              </p:nvPicPr>
              <p:blipFill>
                <a:blip r:embed="rId352"/>
                <a:stretch>
                  <a:fillRect/>
                </a:stretch>
              </p:blipFill>
              <p:spPr>
                <a:xfrm>
                  <a:off x="10062120" y="1644750"/>
                  <a:ext cx="2196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14:cNvPr>
                <p14:cNvContentPartPr/>
                <p14:nvPr/>
              </p14:nvContentPartPr>
              <p14:xfrm>
                <a:off x="10009920" y="1665990"/>
                <a:ext cx="131760" cy="16200"/>
              </p14:xfrm>
            </p:contentPart>
          </mc:Choice>
          <mc:Fallback xmlns="">
            <p:pic>
              <p:nvPicPr>
                <p:cNvPr id="319" name="Ink 318">
                  <a:extLst>
                    <a:ext uri="{FF2B5EF4-FFF2-40B4-BE49-F238E27FC236}">
                      <a16:creationId xmlns:a16="http://schemas.microsoft.com/office/drawing/2014/main" id="{ACF3FF2E-26CB-ECE8-B58F-D9DAE0C1F3A5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10005600" y="1661670"/>
                  <a:ext cx="140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14:cNvPr>
                <p14:cNvContentPartPr/>
                <p14:nvPr/>
              </p14:nvContentPartPr>
              <p14:xfrm>
                <a:off x="10260480" y="1627470"/>
                <a:ext cx="104760" cy="133560"/>
              </p14:xfrm>
            </p:contentPart>
          </mc:Choice>
          <mc:Fallback xmlns="">
            <p:pic>
              <p:nvPicPr>
                <p:cNvPr id="320" name="Ink 319">
                  <a:extLst>
                    <a:ext uri="{FF2B5EF4-FFF2-40B4-BE49-F238E27FC236}">
                      <a16:creationId xmlns:a16="http://schemas.microsoft.com/office/drawing/2014/main" id="{C54122ED-FDAA-C055-BCE8-E116DD78897B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10256160" y="1623150"/>
                  <a:ext cx="11340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14:cNvPr>
                <p14:cNvContentPartPr/>
                <p14:nvPr/>
              </p14:nvContentPartPr>
              <p14:xfrm>
                <a:off x="10362000" y="1662390"/>
                <a:ext cx="128520" cy="84960"/>
              </p14:xfrm>
            </p:contentPart>
          </mc:Choice>
          <mc:Fallback xmlns="">
            <p:pic>
              <p:nvPicPr>
                <p:cNvPr id="321" name="Ink 320">
                  <a:extLst>
                    <a:ext uri="{FF2B5EF4-FFF2-40B4-BE49-F238E27FC236}">
                      <a16:creationId xmlns:a16="http://schemas.microsoft.com/office/drawing/2014/main" id="{93B3976A-FC7C-0080-287D-D4FB22C41455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10357680" y="1658070"/>
                  <a:ext cx="137160" cy="9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14:cNvPr>
                <p14:cNvContentPartPr/>
                <p14:nvPr/>
              </p14:nvContentPartPr>
              <p14:xfrm>
                <a:off x="10565760" y="1603350"/>
                <a:ext cx="29880" cy="167040"/>
              </p14:xfrm>
            </p:contentPart>
          </mc:Choice>
          <mc:Fallback xmlns="">
            <p:pic>
              <p:nvPicPr>
                <p:cNvPr id="322" name="Ink 321">
                  <a:extLst>
                    <a:ext uri="{FF2B5EF4-FFF2-40B4-BE49-F238E27FC236}">
                      <a16:creationId xmlns:a16="http://schemas.microsoft.com/office/drawing/2014/main" id="{C1D03032-E293-AC2A-F246-07D70235293A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10561440" y="1599030"/>
                  <a:ext cx="3852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14:cNvPr>
                <p14:cNvContentPartPr/>
                <p14:nvPr/>
              </p14:nvContentPartPr>
              <p14:xfrm>
                <a:off x="10662960" y="1569870"/>
                <a:ext cx="95040" cy="214560"/>
              </p14:xfrm>
            </p:contentPart>
          </mc:Choice>
          <mc:Fallback xmlns="">
            <p:pic>
              <p:nvPicPr>
                <p:cNvPr id="323" name="Ink 322">
                  <a:extLst>
                    <a:ext uri="{FF2B5EF4-FFF2-40B4-BE49-F238E27FC236}">
                      <a16:creationId xmlns:a16="http://schemas.microsoft.com/office/drawing/2014/main" id="{4E8ECF93-330F-A0B6-7F48-79F4BDDE770F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10658640" y="1565550"/>
                  <a:ext cx="10368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14:cNvPr>
                <p14:cNvContentPartPr/>
                <p14:nvPr/>
              </p14:nvContentPartPr>
              <p14:xfrm>
                <a:off x="10765200" y="1640790"/>
                <a:ext cx="88920" cy="108720"/>
              </p14:xfrm>
            </p:contentPart>
          </mc:Choice>
          <mc:Fallback xmlns="">
            <p:pic>
              <p:nvPicPr>
                <p:cNvPr id="324" name="Ink 323">
                  <a:extLst>
                    <a:ext uri="{FF2B5EF4-FFF2-40B4-BE49-F238E27FC236}">
                      <a16:creationId xmlns:a16="http://schemas.microsoft.com/office/drawing/2014/main" id="{AE249541-9B37-5B8C-5614-B8F8E0893669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10760880" y="1636470"/>
                  <a:ext cx="9756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14:cNvPr>
                <p14:cNvContentPartPr/>
                <p14:nvPr/>
              </p14:nvContentPartPr>
              <p14:xfrm>
                <a:off x="10877520" y="1626390"/>
                <a:ext cx="103680" cy="121680"/>
              </p14:xfrm>
            </p:contentPart>
          </mc:Choice>
          <mc:Fallback xmlns="">
            <p:pic>
              <p:nvPicPr>
                <p:cNvPr id="325" name="Ink 324">
                  <a:extLst>
                    <a:ext uri="{FF2B5EF4-FFF2-40B4-BE49-F238E27FC236}">
                      <a16:creationId xmlns:a16="http://schemas.microsoft.com/office/drawing/2014/main" id="{B489261B-B2BF-12A9-ACCA-343ED1491571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10873200" y="1622070"/>
                  <a:ext cx="1123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14:cNvPr>
                <p14:cNvContentPartPr/>
                <p14:nvPr/>
              </p14:nvContentPartPr>
              <p14:xfrm>
                <a:off x="11048880" y="1638630"/>
                <a:ext cx="39960" cy="101880"/>
              </p14:xfrm>
            </p:contentPart>
          </mc:Choice>
          <mc:Fallback xmlns="">
            <p:pic>
              <p:nvPicPr>
                <p:cNvPr id="326" name="Ink 325">
                  <a:extLst>
                    <a:ext uri="{FF2B5EF4-FFF2-40B4-BE49-F238E27FC236}">
                      <a16:creationId xmlns:a16="http://schemas.microsoft.com/office/drawing/2014/main" id="{76EABC9F-A4FB-C168-921D-28FA13B9D4AE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11044560" y="1634310"/>
                  <a:ext cx="486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9">
              <p14:nvContentPartPr>
                <p14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14:cNvPr>
                <p14:cNvContentPartPr/>
                <p14:nvPr/>
              </p14:nvContentPartPr>
              <p14:xfrm>
                <a:off x="11039160" y="1702710"/>
                <a:ext cx="76680" cy="21960"/>
              </p14:xfrm>
            </p:contentPart>
          </mc:Choice>
          <mc:Fallback xmlns="">
            <p:pic>
              <p:nvPicPr>
                <p:cNvPr id="327" name="Ink 326">
                  <a:extLst>
                    <a:ext uri="{FF2B5EF4-FFF2-40B4-BE49-F238E27FC236}">
                      <a16:creationId xmlns:a16="http://schemas.microsoft.com/office/drawing/2014/main" id="{8A4B7AAE-3390-2459-6A15-FDA0B786CEFB}"/>
                    </a:ext>
                  </a:extLst>
                </p:cNvPr>
                <p:cNvPicPr/>
                <p:nvPr/>
              </p:nvPicPr>
              <p:blipFill>
                <a:blip r:embed="rId370"/>
                <a:stretch>
                  <a:fillRect/>
                </a:stretch>
              </p:blipFill>
              <p:spPr>
                <a:xfrm>
                  <a:off x="11034840" y="1698390"/>
                  <a:ext cx="853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1">
              <p14:nvContentPartPr>
                <p14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14:cNvPr>
                <p14:cNvContentPartPr/>
                <p14:nvPr/>
              </p14:nvContentPartPr>
              <p14:xfrm>
                <a:off x="11160480" y="1622790"/>
                <a:ext cx="109440" cy="127440"/>
              </p14:xfrm>
            </p:contentPart>
          </mc:Choice>
          <mc:Fallback xmlns="">
            <p:pic>
              <p:nvPicPr>
                <p:cNvPr id="328" name="Ink 327">
                  <a:extLst>
                    <a:ext uri="{FF2B5EF4-FFF2-40B4-BE49-F238E27FC236}">
                      <a16:creationId xmlns:a16="http://schemas.microsoft.com/office/drawing/2014/main" id="{7113FDB9-4383-79D6-93DA-146CDC36D647}"/>
                    </a:ext>
                  </a:extLst>
                </p:cNvPr>
                <p:cNvPicPr/>
                <p:nvPr/>
              </p:nvPicPr>
              <p:blipFill>
                <a:blip r:embed="rId372"/>
                <a:stretch>
                  <a:fillRect/>
                </a:stretch>
              </p:blipFill>
              <p:spPr>
                <a:xfrm>
                  <a:off x="11156160" y="1618470"/>
                  <a:ext cx="11808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3">
              <p14:nvContentPartPr>
                <p14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14:cNvPr>
                <p14:cNvContentPartPr/>
                <p14:nvPr/>
              </p14:nvContentPartPr>
              <p14:xfrm>
                <a:off x="11353080" y="1631070"/>
                <a:ext cx="95400" cy="113760"/>
              </p14:xfrm>
            </p:contentPart>
          </mc:Choice>
          <mc:Fallback xmlns="">
            <p:pic>
              <p:nvPicPr>
                <p:cNvPr id="329" name="Ink 328">
                  <a:extLst>
                    <a:ext uri="{FF2B5EF4-FFF2-40B4-BE49-F238E27FC236}">
                      <a16:creationId xmlns:a16="http://schemas.microsoft.com/office/drawing/2014/main" id="{6689005E-020D-47BD-8EF0-10B96E6CFEAA}"/>
                    </a:ext>
                  </a:extLst>
                </p:cNvPr>
                <p:cNvPicPr/>
                <p:nvPr/>
              </p:nvPicPr>
              <p:blipFill>
                <a:blip r:embed="rId374"/>
                <a:stretch>
                  <a:fillRect/>
                </a:stretch>
              </p:blipFill>
              <p:spPr>
                <a:xfrm>
                  <a:off x="11348760" y="1626750"/>
                  <a:ext cx="10404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5">
              <p14:nvContentPartPr>
                <p14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14:cNvPr>
                <p14:cNvContentPartPr/>
                <p14:nvPr/>
              </p14:nvContentPartPr>
              <p14:xfrm>
                <a:off x="11401320" y="1585350"/>
                <a:ext cx="113040" cy="218520"/>
              </p14:xfrm>
            </p:contentPart>
          </mc:Choice>
          <mc:Fallback xmlns="">
            <p:pic>
              <p:nvPicPr>
                <p:cNvPr id="330" name="Ink 329">
                  <a:extLst>
                    <a:ext uri="{FF2B5EF4-FFF2-40B4-BE49-F238E27FC236}">
                      <a16:creationId xmlns:a16="http://schemas.microsoft.com/office/drawing/2014/main" id="{A4A170CA-70FF-9ECC-1291-3CC3A5AD4A26}"/>
                    </a:ext>
                  </a:extLst>
                </p:cNvPr>
                <p:cNvPicPr/>
                <p:nvPr/>
              </p:nvPicPr>
              <p:blipFill>
                <a:blip r:embed="rId376"/>
                <a:stretch>
                  <a:fillRect/>
                </a:stretch>
              </p:blipFill>
              <p:spPr>
                <a:xfrm>
                  <a:off x="11397000" y="1581030"/>
                  <a:ext cx="1216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0" name="Group 349">
            <a:extLst>
              <a:ext uri="{FF2B5EF4-FFF2-40B4-BE49-F238E27FC236}">
                <a16:creationId xmlns:a16="http://schemas.microsoft.com/office/drawing/2014/main" id="{12B8EDFC-8C61-DAC0-CC36-75948FB4A999}"/>
              </a:ext>
            </a:extLst>
          </p:cNvPr>
          <p:cNvGrpSpPr/>
          <p:nvPr/>
        </p:nvGrpSpPr>
        <p:grpSpPr>
          <a:xfrm>
            <a:off x="8222880" y="2257110"/>
            <a:ext cx="1749600" cy="269280"/>
            <a:chOff x="8222880" y="2257110"/>
            <a:chExt cx="17496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7">
              <p14:nvContentPartPr>
                <p14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14:cNvPr>
                <p14:cNvContentPartPr/>
                <p14:nvPr/>
              </p14:nvContentPartPr>
              <p14:xfrm>
                <a:off x="8222880" y="2257110"/>
                <a:ext cx="178200" cy="212760"/>
              </p14:xfrm>
            </p:contentPart>
          </mc:Choice>
          <mc:Fallback xmlns="">
            <p:pic>
              <p:nvPicPr>
                <p:cNvPr id="333" name="Ink 332">
                  <a:extLst>
                    <a:ext uri="{FF2B5EF4-FFF2-40B4-BE49-F238E27FC236}">
                      <a16:creationId xmlns:a16="http://schemas.microsoft.com/office/drawing/2014/main" id="{444A1116-5114-B783-9095-0FEF19554D2A}"/>
                    </a:ext>
                  </a:extLst>
                </p:cNvPr>
                <p:cNvPicPr/>
                <p:nvPr/>
              </p:nvPicPr>
              <p:blipFill>
                <a:blip r:embed="rId378"/>
                <a:stretch>
                  <a:fillRect/>
                </a:stretch>
              </p:blipFill>
              <p:spPr>
                <a:xfrm>
                  <a:off x="8218560" y="2252790"/>
                  <a:ext cx="18684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9">
              <p14:nvContentPartPr>
                <p14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14:cNvPr>
                <p14:cNvContentPartPr/>
                <p14:nvPr/>
              </p14:nvContentPartPr>
              <p14:xfrm>
                <a:off x="8248800" y="2327310"/>
                <a:ext cx="74880" cy="125640"/>
              </p14:xfrm>
            </p:contentPart>
          </mc:Choice>
          <mc:Fallback xmlns="">
            <p:pic>
              <p:nvPicPr>
                <p:cNvPr id="334" name="Ink 333">
                  <a:extLst>
                    <a:ext uri="{FF2B5EF4-FFF2-40B4-BE49-F238E27FC236}">
                      <a16:creationId xmlns:a16="http://schemas.microsoft.com/office/drawing/2014/main" id="{8240E20E-A414-3DC8-4CC4-6D0CF433EC94}"/>
                    </a:ext>
                  </a:extLst>
                </p:cNvPr>
                <p:cNvPicPr/>
                <p:nvPr/>
              </p:nvPicPr>
              <p:blipFill>
                <a:blip r:embed="rId380"/>
                <a:stretch>
                  <a:fillRect/>
                </a:stretch>
              </p:blipFill>
              <p:spPr>
                <a:xfrm>
                  <a:off x="8244480" y="2322990"/>
                  <a:ext cx="835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1">
              <p14:nvContentPartPr>
                <p14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14:cNvPr>
                <p14:cNvContentPartPr/>
                <p14:nvPr/>
              </p14:nvContentPartPr>
              <p14:xfrm>
                <a:off x="8335200" y="2435670"/>
                <a:ext cx="137160" cy="90720"/>
              </p14:xfrm>
            </p:contentPart>
          </mc:Choice>
          <mc:Fallback xmlns="">
            <p:pic>
              <p:nvPicPr>
                <p:cNvPr id="335" name="Ink 334">
                  <a:extLst>
                    <a:ext uri="{FF2B5EF4-FFF2-40B4-BE49-F238E27FC236}">
                      <a16:creationId xmlns:a16="http://schemas.microsoft.com/office/drawing/2014/main" id="{5406289F-9847-0C1C-D717-F083D9C80741}"/>
                    </a:ext>
                  </a:extLst>
                </p:cNvPr>
                <p:cNvPicPr/>
                <p:nvPr/>
              </p:nvPicPr>
              <p:blipFill>
                <a:blip r:embed="rId382"/>
                <a:stretch>
                  <a:fillRect/>
                </a:stretch>
              </p:blipFill>
              <p:spPr>
                <a:xfrm>
                  <a:off x="8330880" y="2431350"/>
                  <a:ext cx="145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3">
              <p14:nvContentPartPr>
                <p14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14:cNvPr>
                <p14:cNvContentPartPr/>
                <p14:nvPr/>
              </p14:nvContentPartPr>
              <p14:xfrm>
                <a:off x="8458680" y="2501550"/>
                <a:ext cx="2880" cy="2880"/>
              </p14:xfrm>
            </p:contentPart>
          </mc:Choice>
          <mc:Fallback xmlns="">
            <p:pic>
              <p:nvPicPr>
                <p:cNvPr id="336" name="Ink 335">
                  <a:extLst>
                    <a:ext uri="{FF2B5EF4-FFF2-40B4-BE49-F238E27FC236}">
                      <a16:creationId xmlns:a16="http://schemas.microsoft.com/office/drawing/2014/main" id="{3B04CFE5-75F4-E089-8200-CB9A3EBE12B9}"/>
                    </a:ext>
                  </a:extLst>
                </p:cNvPr>
                <p:cNvPicPr/>
                <p:nvPr/>
              </p:nvPicPr>
              <p:blipFill>
                <a:blip r:embed="rId384"/>
                <a:stretch>
                  <a:fillRect/>
                </a:stretch>
              </p:blipFill>
              <p:spPr>
                <a:xfrm>
                  <a:off x="8454360" y="2497230"/>
                  <a:ext cx="11520" cy="1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5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14:cNvPr>
                <p14:cNvContentPartPr/>
                <p14:nvPr/>
              </p14:nvContentPartPr>
              <p14:xfrm>
                <a:off x="8594760" y="2404350"/>
                <a:ext cx="90720" cy="1908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D33E5589-F3AB-52B3-B220-06D3D71D550F}"/>
                    </a:ext>
                  </a:extLst>
                </p:cNvPr>
                <p:cNvPicPr/>
                <p:nvPr/>
              </p:nvPicPr>
              <p:blipFill>
                <a:blip r:embed="rId386"/>
                <a:stretch>
                  <a:fillRect/>
                </a:stretch>
              </p:blipFill>
              <p:spPr>
                <a:xfrm>
                  <a:off x="8590440" y="2400030"/>
                  <a:ext cx="99360" cy="2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7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14:cNvPr>
                <p14:cNvContentPartPr/>
                <p14:nvPr/>
              </p14:nvContentPartPr>
              <p14:xfrm>
                <a:off x="8618160" y="2459070"/>
                <a:ext cx="75240" cy="259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1535C807-BDD8-CE48-4095-648C0E0C504D}"/>
                    </a:ext>
                  </a:extLst>
                </p:cNvPr>
                <p:cNvPicPr/>
                <p:nvPr/>
              </p:nvPicPr>
              <p:blipFill>
                <a:blip r:embed="rId388"/>
                <a:stretch>
                  <a:fillRect/>
                </a:stretch>
              </p:blipFill>
              <p:spPr>
                <a:xfrm>
                  <a:off x="8613840" y="2454750"/>
                  <a:ext cx="83880" cy="3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9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14:cNvPr>
                <p14:cNvContentPartPr/>
                <p14:nvPr/>
              </p14:nvContentPartPr>
              <p14:xfrm>
                <a:off x="8781960" y="2395350"/>
                <a:ext cx="153000" cy="1141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BB6AC8AB-FE05-9403-CAB1-68FD2B471A64}"/>
                    </a:ext>
                  </a:extLst>
                </p:cNvPr>
                <p:cNvPicPr/>
                <p:nvPr/>
              </p:nvPicPr>
              <p:blipFill>
                <a:blip r:embed="rId390"/>
                <a:stretch>
                  <a:fillRect/>
                </a:stretch>
              </p:blipFill>
              <p:spPr>
                <a:xfrm>
                  <a:off x="8777640" y="2391030"/>
                  <a:ext cx="1616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1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14:cNvPr>
                <p14:cNvContentPartPr/>
                <p14:nvPr/>
              </p14:nvContentPartPr>
              <p14:xfrm>
                <a:off x="9012360" y="2449710"/>
                <a:ext cx="13680" cy="115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3DFDD195-4452-F97D-B3C6-15F3C99A4E3B}"/>
                    </a:ext>
                  </a:extLst>
                </p:cNvPr>
                <p:cNvPicPr/>
                <p:nvPr/>
              </p:nvPicPr>
              <p:blipFill>
                <a:blip r:embed="rId392"/>
                <a:stretch>
                  <a:fillRect/>
                </a:stretch>
              </p:blipFill>
              <p:spPr>
                <a:xfrm>
                  <a:off x="9008040" y="2445390"/>
                  <a:ext cx="22320" cy="2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3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14:cNvPr>
                <p14:cNvContentPartPr/>
                <p14:nvPr/>
              </p14:nvContentPartPr>
              <p14:xfrm>
                <a:off x="9091560" y="2382390"/>
                <a:ext cx="79200" cy="1252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B2E4FB69-D92E-1004-EFE5-CBF77177FC6A}"/>
                    </a:ext>
                  </a:extLst>
                </p:cNvPr>
                <p:cNvPicPr/>
                <p:nvPr/>
              </p:nvPicPr>
              <p:blipFill>
                <a:blip r:embed="rId394"/>
                <a:stretch>
                  <a:fillRect/>
                </a:stretch>
              </p:blipFill>
              <p:spPr>
                <a:xfrm>
                  <a:off x="9087240" y="2378070"/>
                  <a:ext cx="8784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5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14:cNvPr>
                <p14:cNvContentPartPr/>
                <p14:nvPr/>
              </p14:nvContentPartPr>
              <p14:xfrm>
                <a:off x="9150600" y="2360790"/>
                <a:ext cx="98640" cy="1584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04ADF524-545E-D7A6-25CC-1B973B4C8F5A}"/>
                    </a:ext>
                  </a:extLst>
                </p:cNvPr>
                <p:cNvPicPr/>
                <p:nvPr/>
              </p:nvPicPr>
              <p:blipFill>
                <a:blip r:embed="rId396"/>
                <a:stretch>
                  <a:fillRect/>
                </a:stretch>
              </p:blipFill>
              <p:spPr>
                <a:xfrm>
                  <a:off x="9145920" y="2356470"/>
                  <a:ext cx="1072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7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14:cNvPr>
                <p14:cNvContentPartPr/>
                <p14:nvPr/>
              </p14:nvContentPartPr>
              <p14:xfrm>
                <a:off x="9360120" y="2385270"/>
                <a:ext cx="16560" cy="10836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91BA5618-3B53-C62E-125B-158E73B0EDA4}"/>
                    </a:ext>
                  </a:extLst>
                </p:cNvPr>
                <p:cNvPicPr/>
                <p:nvPr/>
              </p:nvPicPr>
              <p:blipFill>
                <a:blip r:embed="rId398"/>
                <a:stretch>
                  <a:fillRect/>
                </a:stretch>
              </p:blipFill>
              <p:spPr>
                <a:xfrm>
                  <a:off x="9355800" y="2380950"/>
                  <a:ext cx="25200" cy="11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9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14:cNvPr>
                <p14:cNvContentPartPr/>
                <p14:nvPr/>
              </p14:nvContentPartPr>
              <p14:xfrm>
                <a:off x="9322680" y="2416590"/>
                <a:ext cx="139320" cy="313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1D5DB67F-E169-B8FF-70AD-7A354E852734}"/>
                    </a:ext>
                  </a:extLst>
                </p:cNvPr>
                <p:cNvPicPr/>
                <p:nvPr/>
              </p:nvPicPr>
              <p:blipFill>
                <a:blip r:embed="rId400"/>
                <a:stretch>
                  <a:fillRect/>
                </a:stretch>
              </p:blipFill>
              <p:spPr>
                <a:xfrm>
                  <a:off x="9318360" y="2412270"/>
                  <a:ext cx="147960" cy="3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1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14:cNvPr>
                <p14:cNvContentPartPr/>
                <p14:nvPr/>
              </p14:nvContentPartPr>
              <p14:xfrm>
                <a:off x="9468120" y="2343510"/>
                <a:ext cx="100080" cy="13968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CC46400-665C-C3E6-FF4E-E0391B6A2E76}"/>
                    </a:ext>
                  </a:extLst>
                </p:cNvPr>
                <p:cNvPicPr/>
                <p:nvPr/>
              </p:nvPicPr>
              <p:blipFill>
                <a:blip r:embed="rId402"/>
                <a:stretch>
                  <a:fillRect/>
                </a:stretch>
              </p:blipFill>
              <p:spPr>
                <a:xfrm>
                  <a:off x="9463800" y="2339190"/>
                  <a:ext cx="1087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3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14:cNvPr>
                <p14:cNvContentPartPr/>
                <p14:nvPr/>
              </p14:nvContentPartPr>
              <p14:xfrm>
                <a:off x="9629400" y="2371230"/>
                <a:ext cx="31320" cy="1026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20F9B1FC-625B-1E0B-B667-CF8253B4C7A9}"/>
                    </a:ext>
                  </a:extLst>
                </p:cNvPr>
                <p:cNvPicPr/>
                <p:nvPr/>
              </p:nvPicPr>
              <p:blipFill>
                <a:blip r:embed="rId404"/>
                <a:stretch>
                  <a:fillRect/>
                </a:stretch>
              </p:blipFill>
              <p:spPr>
                <a:xfrm>
                  <a:off x="9625080" y="2366910"/>
                  <a:ext cx="399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5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14:cNvPr>
                <p14:cNvContentPartPr/>
                <p14:nvPr/>
              </p14:nvContentPartPr>
              <p14:xfrm>
                <a:off x="9589440" y="2403630"/>
                <a:ext cx="158040" cy="3348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E34B7F2F-8557-D4CA-F7B6-648DE73EEDEA}"/>
                    </a:ext>
                  </a:extLst>
                </p:cNvPr>
                <p:cNvPicPr/>
                <p:nvPr/>
              </p:nvPicPr>
              <p:blipFill>
                <a:blip r:embed="rId406"/>
                <a:stretch>
                  <a:fillRect/>
                </a:stretch>
              </p:blipFill>
              <p:spPr>
                <a:xfrm>
                  <a:off x="9585120" y="2399310"/>
                  <a:ext cx="166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7">
              <p14:nvContentPartPr>
                <p14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14:cNvPr>
                <p14:cNvContentPartPr/>
                <p14:nvPr/>
              </p14:nvContentPartPr>
              <p14:xfrm>
                <a:off x="9782400" y="2346750"/>
                <a:ext cx="190080" cy="154440"/>
              </p14:xfrm>
            </p:contentPart>
          </mc:Choice>
          <mc:Fallback xmlns="">
            <p:pic>
              <p:nvPicPr>
                <p:cNvPr id="349" name="Ink 348">
                  <a:extLst>
                    <a:ext uri="{FF2B5EF4-FFF2-40B4-BE49-F238E27FC236}">
                      <a16:creationId xmlns:a16="http://schemas.microsoft.com/office/drawing/2014/main" id="{1D961287-09FB-115E-77A4-6FC56BEE290F}"/>
                    </a:ext>
                  </a:extLst>
                </p:cNvPr>
                <p:cNvPicPr/>
                <p:nvPr/>
              </p:nvPicPr>
              <p:blipFill>
                <a:blip r:embed="rId408"/>
                <a:stretch>
                  <a:fillRect/>
                </a:stretch>
              </p:blipFill>
              <p:spPr>
                <a:xfrm>
                  <a:off x="9778080" y="2342430"/>
                  <a:ext cx="198720" cy="16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9">
            <p14:nvContentPartPr>
              <p14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14:cNvPr>
              <p14:cNvContentPartPr/>
              <p14:nvPr/>
            </p14:nvContentPartPr>
            <p14:xfrm>
              <a:off x="3714960" y="4735710"/>
              <a:ext cx="23040" cy="15120"/>
            </p14:xfrm>
          </p:contentPart>
        </mc:Choice>
        <mc:Fallback xmlns="">
          <p:pic>
            <p:nvPicPr>
              <p:cNvPr id="351" name="Ink 350">
                <a:extLst>
                  <a:ext uri="{FF2B5EF4-FFF2-40B4-BE49-F238E27FC236}">
                    <a16:creationId xmlns:a16="http://schemas.microsoft.com/office/drawing/2014/main" id="{A7A97128-D0F0-E41E-917D-9FF3BFED434E}"/>
                  </a:ext>
                </a:extLst>
              </p:cNvPr>
              <p:cNvPicPr/>
              <p:nvPr/>
            </p:nvPicPr>
            <p:blipFill>
              <a:blip r:embed="rId410"/>
              <a:stretch>
                <a:fillRect/>
              </a:stretch>
            </p:blipFill>
            <p:spPr>
              <a:xfrm>
                <a:off x="3710640" y="4731390"/>
                <a:ext cx="31680" cy="2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1">
            <p14:nvContentPartPr>
              <p14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14:cNvPr>
              <p14:cNvContentPartPr/>
              <p14:nvPr/>
            </p14:nvContentPartPr>
            <p14:xfrm>
              <a:off x="3712440" y="4728150"/>
              <a:ext cx="16920" cy="10080"/>
            </p14:xfrm>
          </p:contentPart>
        </mc:Choice>
        <mc:Fallback xmlns="">
          <p:pic>
            <p:nvPicPr>
              <p:cNvPr id="352" name="Ink 351">
                <a:extLst>
                  <a:ext uri="{FF2B5EF4-FFF2-40B4-BE49-F238E27FC236}">
                    <a16:creationId xmlns:a16="http://schemas.microsoft.com/office/drawing/2014/main" id="{EF9E3C93-8C45-2C20-9246-5DFA5C9C0D8E}"/>
                  </a:ext>
                </a:extLst>
              </p:cNvPr>
              <p:cNvPicPr/>
              <p:nvPr/>
            </p:nvPicPr>
            <p:blipFill>
              <a:blip r:embed="rId412"/>
              <a:stretch>
                <a:fillRect/>
              </a:stretch>
            </p:blipFill>
            <p:spPr>
              <a:xfrm>
                <a:off x="3708120" y="4723830"/>
                <a:ext cx="25560" cy="18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3">
            <p14:nvContentPartPr>
              <p14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14:cNvPr>
              <p14:cNvContentPartPr/>
              <p14:nvPr/>
            </p14:nvContentPartPr>
            <p14:xfrm>
              <a:off x="3712440" y="4717350"/>
              <a:ext cx="977040" cy="78480"/>
            </p14:xfrm>
          </p:contentPart>
        </mc:Choice>
        <mc:Fallback xmlns="">
          <p:pic>
            <p:nvPicPr>
              <p:cNvPr id="354" name="Ink 353">
                <a:extLst>
                  <a:ext uri="{FF2B5EF4-FFF2-40B4-BE49-F238E27FC236}">
                    <a16:creationId xmlns:a16="http://schemas.microsoft.com/office/drawing/2014/main" id="{66D0C329-B10F-290D-8923-BFC308B637DF}"/>
                  </a:ext>
                </a:extLst>
              </p:cNvPr>
              <p:cNvPicPr/>
              <p:nvPr/>
            </p:nvPicPr>
            <p:blipFill>
              <a:blip r:embed="rId414"/>
              <a:stretch>
                <a:fillRect/>
              </a:stretch>
            </p:blipFill>
            <p:spPr>
              <a:xfrm>
                <a:off x="3707760" y="4713030"/>
                <a:ext cx="985680" cy="87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5">
            <p14:nvContentPartPr>
              <p14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14:cNvPr>
              <p14:cNvContentPartPr/>
              <p14:nvPr/>
            </p14:nvContentPartPr>
            <p14:xfrm>
              <a:off x="4338480" y="4685310"/>
              <a:ext cx="893520" cy="154080"/>
            </p14:xfrm>
          </p:contentPart>
        </mc:Choice>
        <mc:Fallback xmlns="">
          <p:pic>
            <p:nvPicPr>
              <p:cNvPr id="355" name="Ink 354">
                <a:extLst>
                  <a:ext uri="{FF2B5EF4-FFF2-40B4-BE49-F238E27FC236}">
                    <a16:creationId xmlns:a16="http://schemas.microsoft.com/office/drawing/2014/main" id="{0C089422-D605-B4AA-A187-55E751496A30}"/>
                  </a:ext>
                </a:extLst>
              </p:cNvPr>
              <p:cNvPicPr/>
              <p:nvPr/>
            </p:nvPicPr>
            <p:blipFill>
              <a:blip r:embed="rId416"/>
              <a:stretch>
                <a:fillRect/>
              </a:stretch>
            </p:blipFill>
            <p:spPr>
              <a:xfrm>
                <a:off x="4334160" y="4680990"/>
                <a:ext cx="902160" cy="162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586123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CEBF15-24CE-8C7B-ECA9-66C23CB49F56}"/>
              </a:ext>
            </a:extLst>
          </p:cNvPr>
          <p:cNvSpPr/>
          <p:nvPr/>
        </p:nvSpPr>
        <p:spPr>
          <a:xfrm>
            <a:off x="2428875" y="685800"/>
            <a:ext cx="5505450" cy="548640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0967E37-0D7B-7CA1-3844-44E39B50BC1C}"/>
              </a:ext>
            </a:extLst>
          </p:cNvPr>
          <p:cNvCxnSpPr>
            <a:cxnSpLocks/>
          </p:cNvCxnSpPr>
          <p:nvPr/>
        </p:nvCxnSpPr>
        <p:spPr>
          <a:xfrm>
            <a:off x="2428875" y="4333875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562F0484-CBD2-02F7-0C41-F4D9B53B00D8}"/>
              </a:ext>
            </a:extLst>
          </p:cNvPr>
          <p:cNvSpPr txBox="1"/>
          <p:nvPr/>
        </p:nvSpPr>
        <p:spPr>
          <a:xfrm>
            <a:off x="4914901" y="3343275"/>
            <a:ext cx="533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1,1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BEF5FB8-B912-9865-FD7B-13CEC0256B4D}"/>
              </a:ext>
            </a:extLst>
          </p:cNvPr>
          <p:cNvSpPr/>
          <p:nvPr/>
        </p:nvSpPr>
        <p:spPr>
          <a:xfrm>
            <a:off x="3246098" y="82555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CFC873-34E6-6CC7-0EA9-F754D944DA3F}"/>
              </a:ext>
            </a:extLst>
          </p:cNvPr>
          <p:cNvCxnSpPr/>
          <p:nvPr/>
        </p:nvCxnSpPr>
        <p:spPr>
          <a:xfrm>
            <a:off x="2428875" y="2524125"/>
            <a:ext cx="550545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00B2F01-F3B6-AEC9-DDF5-9C73D2E9DF42}"/>
              </a:ext>
            </a:extLst>
          </p:cNvPr>
          <p:cNvCxnSpPr>
            <a:cxnSpLocks/>
          </p:cNvCxnSpPr>
          <p:nvPr/>
        </p:nvCxnSpPr>
        <p:spPr>
          <a:xfrm>
            <a:off x="4267200" y="667829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04" name="Ink 103">
                <a:extLst>
                  <a:ext uri="{FF2B5EF4-FFF2-40B4-BE49-F238E27FC236}">
                    <a16:creationId xmlns:a16="http://schemas.microsoft.com/office/drawing/2014/main" id="{3ADA9241-13F5-62D3-C874-356695105538}"/>
                  </a:ext>
                </a:extLst>
              </p14:cNvPr>
              <p14:cNvContentPartPr/>
              <p14:nvPr/>
            </p14:nvContentPartPr>
            <p14:xfrm>
              <a:off x="8161680" y="2489310"/>
              <a:ext cx="360" cy="4320"/>
            </p14:xfrm>
          </p:contentPart>
        </mc:Choice>
        <mc:Fallback xmlns="">
          <p:pic>
            <p:nvPicPr>
              <p:cNvPr id="104" name="Ink 103">
                <a:extLst>
                  <a:ext uri="{FF2B5EF4-FFF2-40B4-BE49-F238E27FC236}">
                    <a16:creationId xmlns:a16="http://schemas.microsoft.com/office/drawing/2014/main" id="{3ADA9241-13F5-62D3-C874-356695105538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57360" y="2484597"/>
                <a:ext cx="9000" cy="13745"/>
              </a:xfrm>
              <a:prstGeom prst="rect">
                <a:avLst/>
              </a:prstGeom>
            </p:spPr>
          </p:pic>
        </mc:Fallback>
      </mc:AlternateContent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E3956FE-D120-4368-42F5-4165028BB13B}"/>
              </a:ext>
            </a:extLst>
          </p:cNvPr>
          <p:cNvCxnSpPr>
            <a:cxnSpLocks/>
          </p:cNvCxnSpPr>
          <p:nvPr/>
        </p:nvCxnSpPr>
        <p:spPr>
          <a:xfrm>
            <a:off x="6091890" y="667829"/>
            <a:ext cx="0" cy="54864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B8FE0843-B284-E24D-83FC-C1C9DC7349CB}"/>
                  </a:ext>
                </a:extLst>
              </p14:cNvPr>
              <p14:cNvContentPartPr/>
              <p14:nvPr/>
            </p14:nvContentPartPr>
            <p14:xfrm>
              <a:off x="9606720" y="1664190"/>
              <a:ext cx="10800" cy="6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B8FE0843-B284-E24D-83FC-C1C9DC7349CB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9602400" y="1659870"/>
                <a:ext cx="19440" cy="154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3" name="Group 192">
            <a:extLst>
              <a:ext uri="{FF2B5EF4-FFF2-40B4-BE49-F238E27FC236}">
                <a16:creationId xmlns:a16="http://schemas.microsoft.com/office/drawing/2014/main" id="{79FB9947-7B5D-F878-78F2-916820F16F71}"/>
              </a:ext>
            </a:extLst>
          </p:cNvPr>
          <p:cNvGrpSpPr/>
          <p:nvPr/>
        </p:nvGrpSpPr>
        <p:grpSpPr>
          <a:xfrm>
            <a:off x="8370480" y="701910"/>
            <a:ext cx="414360" cy="128520"/>
            <a:chOff x="8370480" y="701910"/>
            <a:chExt cx="414360" cy="128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26CC0D3F-1BAF-B6EC-5245-1C481AAD3D2C}"/>
                    </a:ext>
                  </a:extLst>
                </p14:cNvPr>
                <p14:cNvContentPartPr/>
                <p14:nvPr/>
              </p14:nvContentPartPr>
              <p14:xfrm>
                <a:off x="8370480" y="701910"/>
                <a:ext cx="133200" cy="128520"/>
              </p14:xfrm>
            </p:contentPart>
          </mc:Choice>
          <mc:Fallback xmlns="">
            <p:pic>
              <p:nvPicPr>
                <p:cNvPr id="662" name="Ink 661">
                  <a:extLst>
                    <a:ext uri="{FF2B5EF4-FFF2-40B4-BE49-F238E27FC236}">
                      <a16:creationId xmlns:a16="http://schemas.microsoft.com/office/drawing/2014/main" id="{BD28CC14-9505-34FA-E20D-A6415F81327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8366160" y="697590"/>
                  <a:ext cx="14184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0404DE7D-C672-7947-DC7F-DA05ECBF0724}"/>
                    </a:ext>
                  </a:extLst>
                </p14:cNvPr>
                <p14:cNvContentPartPr/>
                <p14:nvPr/>
              </p14:nvContentPartPr>
              <p14:xfrm>
                <a:off x="8641560" y="729990"/>
                <a:ext cx="94320" cy="11880"/>
              </p14:xfrm>
            </p:contentPart>
          </mc:Choice>
          <mc:Fallback xmlns="">
            <p:pic>
              <p:nvPicPr>
                <p:cNvPr id="663" name="Ink 662">
                  <a:extLst>
                    <a:ext uri="{FF2B5EF4-FFF2-40B4-BE49-F238E27FC236}">
                      <a16:creationId xmlns:a16="http://schemas.microsoft.com/office/drawing/2014/main" id="{D97D3143-528F-4EFC-E8A3-FD486176D1E4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8637240" y="725670"/>
                  <a:ext cx="10296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889A801-5698-C5E8-FFF9-4CD940AF40F0}"/>
                    </a:ext>
                  </a:extLst>
                </p14:cNvPr>
                <p14:cNvContentPartPr/>
                <p14:nvPr/>
              </p14:nvContentPartPr>
              <p14:xfrm>
                <a:off x="8664240" y="800190"/>
                <a:ext cx="120600" cy="23760"/>
              </p14:xfrm>
            </p:contentPart>
          </mc:Choice>
          <mc:Fallback xmlns="">
            <p:pic>
              <p:nvPicPr>
                <p:cNvPr id="664" name="Ink 663">
                  <a:extLst>
                    <a:ext uri="{FF2B5EF4-FFF2-40B4-BE49-F238E27FC236}">
                      <a16:creationId xmlns:a16="http://schemas.microsoft.com/office/drawing/2014/main" id="{6E916586-A213-2A8D-27AB-D56BBBFAD37E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8659920" y="795870"/>
                  <a:ext cx="129240" cy="32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7" name="Group 196">
            <a:extLst>
              <a:ext uri="{FF2B5EF4-FFF2-40B4-BE49-F238E27FC236}">
                <a16:creationId xmlns:a16="http://schemas.microsoft.com/office/drawing/2014/main" id="{22A79EB1-1F36-A49C-E28E-FE7E6E5BDD77}"/>
              </a:ext>
            </a:extLst>
          </p:cNvPr>
          <p:cNvGrpSpPr/>
          <p:nvPr/>
        </p:nvGrpSpPr>
        <p:grpSpPr>
          <a:xfrm>
            <a:off x="8938560" y="613710"/>
            <a:ext cx="993600" cy="406080"/>
            <a:chOff x="8938560" y="613710"/>
            <a:chExt cx="993600" cy="406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E43A26D1-08F2-645C-8E97-0879FF8E2E98}"/>
                    </a:ext>
                  </a:extLst>
                </p14:cNvPr>
                <p14:cNvContentPartPr/>
                <p14:nvPr/>
              </p14:nvContentPartPr>
              <p14:xfrm>
                <a:off x="8938560" y="640710"/>
                <a:ext cx="16200" cy="167040"/>
              </p14:xfrm>
            </p:contentPart>
          </mc:Choice>
          <mc:Fallback xmlns="">
            <p:pic>
              <p:nvPicPr>
                <p:cNvPr id="665" name="Ink 664">
                  <a:extLst>
                    <a:ext uri="{FF2B5EF4-FFF2-40B4-BE49-F238E27FC236}">
                      <a16:creationId xmlns:a16="http://schemas.microsoft.com/office/drawing/2014/main" id="{9C730BCA-A855-E77A-5D13-C20D286092D2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8934240" y="636390"/>
                  <a:ext cx="2484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02F2C090-D4A1-DAF5-AFD9-2724AEB91D19}"/>
                    </a:ext>
                  </a:extLst>
                </p14:cNvPr>
                <p14:cNvContentPartPr/>
                <p14:nvPr/>
              </p14:nvContentPartPr>
              <p14:xfrm>
                <a:off x="9019920" y="773910"/>
                <a:ext cx="26280" cy="26280"/>
              </p14:xfrm>
            </p:contentPart>
          </mc:Choice>
          <mc:Fallback xmlns="">
            <p:pic>
              <p:nvPicPr>
                <p:cNvPr id="666" name="Ink 665">
                  <a:extLst>
                    <a:ext uri="{FF2B5EF4-FFF2-40B4-BE49-F238E27FC236}">
                      <a16:creationId xmlns:a16="http://schemas.microsoft.com/office/drawing/2014/main" id="{5072A8A0-D1C2-92F2-3D71-ACF03934D5C8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9015600" y="769590"/>
                  <a:ext cx="34920" cy="3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6990508B-88C3-3396-FC33-B72DEB987D01}"/>
                    </a:ext>
                  </a:extLst>
                </p14:cNvPr>
                <p14:cNvContentPartPr/>
                <p14:nvPr/>
              </p14:nvContentPartPr>
              <p14:xfrm>
                <a:off x="9067800" y="690030"/>
                <a:ext cx="180360" cy="126360"/>
              </p14:xfrm>
            </p:contentPart>
          </mc:Choice>
          <mc:Fallback xmlns="">
            <p:pic>
              <p:nvPicPr>
                <p:cNvPr id="667" name="Ink 666">
                  <a:extLst>
                    <a:ext uri="{FF2B5EF4-FFF2-40B4-BE49-F238E27FC236}">
                      <a16:creationId xmlns:a16="http://schemas.microsoft.com/office/drawing/2014/main" id="{538D7DBF-AE42-C4C7-9763-25EDC69B0E3F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9063480" y="685710"/>
                  <a:ext cx="18900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74E6B5A4-B642-226C-33CC-C2F5F918D847}"/>
                    </a:ext>
                  </a:extLst>
                </p14:cNvPr>
                <p14:cNvContentPartPr/>
                <p14:nvPr/>
              </p14:nvContentPartPr>
              <p14:xfrm>
                <a:off x="9215760" y="613710"/>
                <a:ext cx="185760" cy="360000"/>
              </p14:xfrm>
            </p:contentPart>
          </mc:Choice>
          <mc:Fallback xmlns="">
            <p:pic>
              <p:nvPicPr>
                <p:cNvPr id="668" name="Ink 667">
                  <a:extLst>
                    <a:ext uri="{FF2B5EF4-FFF2-40B4-BE49-F238E27FC236}">
                      <a16:creationId xmlns:a16="http://schemas.microsoft.com/office/drawing/2014/main" id="{ECFDEF6C-8D47-732B-0279-6D0AE28F6F4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9211440" y="609390"/>
                  <a:ext cx="194400" cy="36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B85BB0-E928-92F9-474E-CC7F464DA1AD}"/>
                    </a:ext>
                  </a:extLst>
                </p14:cNvPr>
                <p14:cNvContentPartPr/>
                <p14:nvPr/>
              </p14:nvContentPartPr>
              <p14:xfrm>
                <a:off x="9383160" y="801270"/>
                <a:ext cx="113760" cy="178200"/>
              </p14:xfrm>
            </p:contentPart>
          </mc:Choice>
          <mc:Fallback xmlns="">
            <p:pic>
              <p:nvPicPr>
                <p:cNvPr id="671" name="Ink 670">
                  <a:extLst>
                    <a:ext uri="{FF2B5EF4-FFF2-40B4-BE49-F238E27FC236}">
                      <a16:creationId xmlns:a16="http://schemas.microsoft.com/office/drawing/2014/main" id="{AA8A76EA-22B6-AD2F-BF90-73563DB88B02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9378840" y="796950"/>
                  <a:ext cx="12240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10F4738D-B67E-64F6-09EB-E6648007A1E8}"/>
                    </a:ext>
                  </a:extLst>
                </p14:cNvPr>
                <p14:cNvContentPartPr/>
                <p14:nvPr/>
              </p14:nvContentPartPr>
              <p14:xfrm>
                <a:off x="9557040" y="912870"/>
                <a:ext cx="109440" cy="106920"/>
              </p14:xfrm>
            </p:contentPart>
          </mc:Choice>
          <mc:Fallback xmlns="">
            <p:pic>
              <p:nvPicPr>
                <p:cNvPr id="672" name="Ink 671">
                  <a:extLst>
                    <a:ext uri="{FF2B5EF4-FFF2-40B4-BE49-F238E27FC236}">
                      <a16:creationId xmlns:a16="http://schemas.microsoft.com/office/drawing/2014/main" id="{47861B23-34BB-BC29-17DE-7DC60FA2EFA2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9552720" y="908550"/>
                  <a:ext cx="11808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4A49ABA0-C81B-DCB6-E271-51A285D7EBC3}"/>
                    </a:ext>
                  </a:extLst>
                </p14:cNvPr>
                <p14:cNvContentPartPr/>
                <p14:nvPr/>
              </p14:nvContentPartPr>
              <p14:xfrm>
                <a:off x="9800400" y="776790"/>
                <a:ext cx="131760" cy="64800"/>
              </p14:xfrm>
            </p:contentPart>
          </mc:Choice>
          <mc:Fallback xmlns="">
            <p:pic>
              <p:nvPicPr>
                <p:cNvPr id="673" name="Ink 672">
                  <a:extLst>
                    <a:ext uri="{FF2B5EF4-FFF2-40B4-BE49-F238E27FC236}">
                      <a16:creationId xmlns:a16="http://schemas.microsoft.com/office/drawing/2014/main" id="{0759D1E8-6D7B-CAE3-EF27-3E9F1746388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9796080" y="772470"/>
                  <a:ext cx="140400" cy="73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5B6711D6-BE4D-2D4B-1B1F-2CA82D3F4E9D}"/>
              </a:ext>
            </a:extLst>
          </p:cNvPr>
          <p:cNvGrpSpPr/>
          <p:nvPr/>
        </p:nvGrpSpPr>
        <p:grpSpPr>
          <a:xfrm>
            <a:off x="10189200" y="582750"/>
            <a:ext cx="1444680" cy="411480"/>
            <a:chOff x="10189200" y="582750"/>
            <a:chExt cx="1444680" cy="41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C956E485-4FEC-66C4-CCDF-245FAE2A7ECB}"/>
                    </a:ext>
                  </a:extLst>
                </p14:cNvPr>
                <p14:cNvContentPartPr/>
                <p14:nvPr/>
              </p14:nvContentPartPr>
              <p14:xfrm>
                <a:off x="10189200" y="619470"/>
                <a:ext cx="22320" cy="112680"/>
              </p14:xfrm>
            </p:contentPart>
          </mc:Choice>
          <mc:Fallback xmlns="">
            <p:pic>
              <p:nvPicPr>
                <p:cNvPr id="675" name="Ink 674">
                  <a:extLst>
                    <a:ext uri="{FF2B5EF4-FFF2-40B4-BE49-F238E27FC236}">
                      <a16:creationId xmlns:a16="http://schemas.microsoft.com/office/drawing/2014/main" id="{D894E8C2-0505-6405-DD09-17F470BB1D43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184880" y="615150"/>
                  <a:ext cx="3096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729EBFA3-4D9C-AF6B-DA47-34207356B315}"/>
                    </a:ext>
                  </a:extLst>
                </p14:cNvPr>
                <p14:cNvContentPartPr/>
                <p14:nvPr/>
              </p14:nvContentPartPr>
              <p14:xfrm>
                <a:off x="10280640" y="706590"/>
                <a:ext cx="38160" cy="41400"/>
              </p14:xfrm>
            </p:contentPart>
          </mc:Choice>
          <mc:Fallback xmlns="">
            <p:pic>
              <p:nvPicPr>
                <p:cNvPr id="676" name="Ink 675">
                  <a:extLst>
                    <a:ext uri="{FF2B5EF4-FFF2-40B4-BE49-F238E27FC236}">
                      <a16:creationId xmlns:a16="http://schemas.microsoft.com/office/drawing/2014/main" id="{270E9A95-6D69-6F0F-1B6E-2E7438AA503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0276320" y="702270"/>
                  <a:ext cx="4680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0EFCC44B-455E-BCDA-CC16-E9990433CBAE}"/>
                    </a:ext>
                  </a:extLst>
                </p14:cNvPr>
                <p14:cNvContentPartPr/>
                <p14:nvPr/>
              </p14:nvContentPartPr>
              <p14:xfrm>
                <a:off x="10368480" y="640710"/>
                <a:ext cx="137160" cy="75600"/>
              </p14:xfrm>
            </p:contentPart>
          </mc:Choice>
          <mc:Fallback xmlns="">
            <p:pic>
              <p:nvPicPr>
                <p:cNvPr id="677" name="Ink 676">
                  <a:extLst>
                    <a:ext uri="{FF2B5EF4-FFF2-40B4-BE49-F238E27FC236}">
                      <a16:creationId xmlns:a16="http://schemas.microsoft.com/office/drawing/2014/main" id="{24EB27C8-609B-E715-1D0E-692E4B6670DF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0364160" y="636390"/>
                  <a:ext cx="14580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517D05FB-3DA6-CCE2-EC16-9727042F534F}"/>
                    </a:ext>
                  </a:extLst>
                </p14:cNvPr>
                <p14:cNvContentPartPr/>
                <p14:nvPr/>
              </p14:nvContentPartPr>
              <p14:xfrm>
                <a:off x="10422480" y="582750"/>
                <a:ext cx="215280" cy="411480"/>
              </p14:xfrm>
            </p:contentPart>
          </mc:Choice>
          <mc:Fallback xmlns="">
            <p:pic>
              <p:nvPicPr>
                <p:cNvPr id="678" name="Ink 677">
                  <a:extLst>
                    <a:ext uri="{FF2B5EF4-FFF2-40B4-BE49-F238E27FC236}">
                      <a16:creationId xmlns:a16="http://schemas.microsoft.com/office/drawing/2014/main" id="{98B1AC8E-4A2F-7685-A6CA-7493E4BBF01F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0418160" y="578430"/>
                  <a:ext cx="223920" cy="42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B7C2C90-2B36-226A-4952-CC1C672F90B2}"/>
                    </a:ext>
                  </a:extLst>
                </p14:cNvPr>
                <p14:cNvContentPartPr/>
                <p14:nvPr/>
              </p14:nvContentPartPr>
              <p14:xfrm>
                <a:off x="10513920" y="843390"/>
                <a:ext cx="139680" cy="133560"/>
              </p14:xfrm>
            </p:contentPart>
          </mc:Choice>
          <mc:Fallback xmlns="">
            <p:pic>
              <p:nvPicPr>
                <p:cNvPr id="679" name="Ink 678">
                  <a:extLst>
                    <a:ext uri="{FF2B5EF4-FFF2-40B4-BE49-F238E27FC236}">
                      <a16:creationId xmlns:a16="http://schemas.microsoft.com/office/drawing/2014/main" id="{F9092A49-5481-4D3B-5BCA-C80BDB7A7DA6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0509600" y="839070"/>
                  <a:ext cx="1483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E080C30E-0358-193B-F46E-FC98E84EDD47}"/>
                    </a:ext>
                  </a:extLst>
                </p14:cNvPr>
                <p14:cNvContentPartPr/>
                <p14:nvPr/>
              </p14:nvContentPartPr>
              <p14:xfrm>
                <a:off x="10844040" y="737190"/>
                <a:ext cx="97200" cy="18720"/>
              </p14:xfrm>
            </p:contentPart>
          </mc:Choice>
          <mc:Fallback xmlns="">
            <p:pic>
              <p:nvPicPr>
                <p:cNvPr id="680" name="Ink 679">
                  <a:extLst>
                    <a:ext uri="{FF2B5EF4-FFF2-40B4-BE49-F238E27FC236}">
                      <a16:creationId xmlns:a16="http://schemas.microsoft.com/office/drawing/2014/main" id="{EDF601F7-A0AA-A882-6D02-D9A5E8386CCF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0839720" y="732870"/>
                  <a:ext cx="10584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A2D98B24-F895-212B-AADC-B5AA9A608A82}"/>
                    </a:ext>
                  </a:extLst>
                </p14:cNvPr>
                <p14:cNvContentPartPr/>
                <p14:nvPr/>
              </p14:nvContentPartPr>
              <p14:xfrm>
                <a:off x="10859160" y="805590"/>
                <a:ext cx="106560" cy="11880"/>
              </p14:xfrm>
            </p:contentPart>
          </mc:Choice>
          <mc:Fallback xmlns="">
            <p:pic>
              <p:nvPicPr>
                <p:cNvPr id="681" name="Ink 680">
                  <a:extLst>
                    <a:ext uri="{FF2B5EF4-FFF2-40B4-BE49-F238E27FC236}">
                      <a16:creationId xmlns:a16="http://schemas.microsoft.com/office/drawing/2014/main" id="{4CA486AA-26AC-AA92-4B63-85493736BAF9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0854840" y="801270"/>
                  <a:ext cx="1152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88CCC755-AB42-2306-27F2-676598DA13F2}"/>
                    </a:ext>
                  </a:extLst>
                </p14:cNvPr>
                <p14:cNvContentPartPr/>
                <p14:nvPr/>
              </p14:nvContentPartPr>
              <p14:xfrm>
                <a:off x="10728840" y="919710"/>
                <a:ext cx="20520" cy="29520"/>
              </p14:xfrm>
            </p:contentPart>
          </mc:Choice>
          <mc:Fallback xmlns="">
            <p:pic>
              <p:nvPicPr>
                <p:cNvPr id="682" name="Ink 681">
                  <a:extLst>
                    <a:ext uri="{FF2B5EF4-FFF2-40B4-BE49-F238E27FC236}">
                      <a16:creationId xmlns:a16="http://schemas.microsoft.com/office/drawing/2014/main" id="{A31DA9FB-4811-4194-C4A4-E0A10E7AE8C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0724520" y="915390"/>
                  <a:ext cx="2916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3DDC6897-B0E0-60AC-37CE-582000AE33F3}"/>
                    </a:ext>
                  </a:extLst>
                </p14:cNvPr>
                <p14:cNvContentPartPr/>
                <p14:nvPr/>
              </p14:nvContentPartPr>
              <p14:xfrm>
                <a:off x="10798320" y="856710"/>
                <a:ext cx="111600" cy="103680"/>
              </p14:xfrm>
            </p:contentPart>
          </mc:Choice>
          <mc:Fallback xmlns="">
            <p:pic>
              <p:nvPicPr>
                <p:cNvPr id="683" name="Ink 682">
                  <a:extLst>
                    <a:ext uri="{FF2B5EF4-FFF2-40B4-BE49-F238E27FC236}">
                      <a16:creationId xmlns:a16="http://schemas.microsoft.com/office/drawing/2014/main" id="{CD5ACE86-C821-CD17-2D1E-2BDFCC73AE4C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0794000" y="852390"/>
                  <a:ext cx="120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1EE0E701-3EA7-D74A-523F-0FCBA0DCAE42}"/>
                    </a:ext>
                  </a:extLst>
                </p14:cNvPr>
                <p14:cNvContentPartPr/>
                <p14:nvPr/>
              </p14:nvContentPartPr>
              <p14:xfrm>
                <a:off x="11114760" y="721710"/>
                <a:ext cx="150120" cy="98280"/>
              </p14:xfrm>
            </p:contentPart>
          </mc:Choice>
          <mc:Fallback xmlns="">
            <p:pic>
              <p:nvPicPr>
                <p:cNvPr id="684" name="Ink 683">
                  <a:extLst>
                    <a:ext uri="{FF2B5EF4-FFF2-40B4-BE49-F238E27FC236}">
                      <a16:creationId xmlns:a16="http://schemas.microsoft.com/office/drawing/2014/main" id="{25A0471F-923D-2C45-B8AF-ADB90CDA34AE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1110440" y="717390"/>
                  <a:ext cx="15876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DA2DA38D-7FC9-1265-96C6-6483ED8E030B}"/>
                    </a:ext>
                  </a:extLst>
                </p14:cNvPr>
                <p14:cNvContentPartPr/>
                <p14:nvPr/>
              </p14:nvContentPartPr>
              <p14:xfrm>
                <a:off x="11356680" y="782550"/>
                <a:ext cx="30960" cy="41760"/>
              </p14:xfrm>
            </p:contentPart>
          </mc:Choice>
          <mc:Fallback xmlns="">
            <p:pic>
              <p:nvPicPr>
                <p:cNvPr id="685" name="Ink 684">
                  <a:extLst>
                    <a:ext uri="{FF2B5EF4-FFF2-40B4-BE49-F238E27FC236}">
                      <a16:creationId xmlns:a16="http://schemas.microsoft.com/office/drawing/2014/main" id="{54C308BD-9859-484F-5A14-03B08689308C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1352360" y="778230"/>
                  <a:ext cx="39600" cy="5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5D98F3A1-31FD-9956-7686-120BE60E731A}"/>
                    </a:ext>
                  </a:extLst>
                </p14:cNvPr>
                <p14:cNvContentPartPr/>
                <p14:nvPr/>
              </p14:nvContentPartPr>
              <p14:xfrm>
                <a:off x="11429400" y="713070"/>
                <a:ext cx="78120" cy="137880"/>
              </p14:xfrm>
            </p:contentPart>
          </mc:Choice>
          <mc:Fallback xmlns="">
            <p:pic>
              <p:nvPicPr>
                <p:cNvPr id="686" name="Ink 685">
                  <a:extLst>
                    <a:ext uri="{FF2B5EF4-FFF2-40B4-BE49-F238E27FC236}">
                      <a16:creationId xmlns:a16="http://schemas.microsoft.com/office/drawing/2014/main" id="{143EB14D-DB4D-68E0-CE10-11A62D13AB99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1425080" y="708750"/>
                  <a:ext cx="8676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9553FDB7-D5E9-075A-5C59-A47A28E0FB8C}"/>
                    </a:ext>
                  </a:extLst>
                </p14:cNvPr>
                <p14:cNvContentPartPr/>
                <p14:nvPr/>
              </p14:nvContentPartPr>
              <p14:xfrm>
                <a:off x="11490240" y="687150"/>
                <a:ext cx="143640" cy="37440"/>
              </p14:xfrm>
            </p:contentPart>
          </mc:Choice>
          <mc:Fallback xmlns="">
            <p:pic>
              <p:nvPicPr>
                <p:cNvPr id="687" name="Ink 686">
                  <a:extLst>
                    <a:ext uri="{FF2B5EF4-FFF2-40B4-BE49-F238E27FC236}">
                      <a16:creationId xmlns:a16="http://schemas.microsoft.com/office/drawing/2014/main" id="{34FC7DDB-DF7A-03D8-BA49-08C66673426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485920" y="682830"/>
                  <a:ext cx="152280" cy="46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98A5AB04-BACE-632B-053D-E6B6FD533F54}"/>
              </a:ext>
            </a:extLst>
          </p:cNvPr>
          <p:cNvGrpSpPr/>
          <p:nvPr/>
        </p:nvGrpSpPr>
        <p:grpSpPr>
          <a:xfrm>
            <a:off x="8358600" y="1271790"/>
            <a:ext cx="585000" cy="213120"/>
            <a:chOff x="8358600" y="1271790"/>
            <a:chExt cx="585000" cy="21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C2F7FF81-4E17-3FD6-82CB-4199FF1CB6D4}"/>
                    </a:ext>
                  </a:extLst>
                </p14:cNvPr>
                <p14:cNvContentPartPr/>
                <p14:nvPr/>
              </p14:nvContentPartPr>
              <p14:xfrm>
                <a:off x="8358600" y="1384470"/>
                <a:ext cx="138240" cy="93600"/>
              </p14:xfrm>
            </p:contentPart>
          </mc:Choice>
          <mc:Fallback xmlns="">
            <p:pic>
              <p:nvPicPr>
                <p:cNvPr id="689" name="Ink 688">
                  <a:extLst>
                    <a:ext uri="{FF2B5EF4-FFF2-40B4-BE49-F238E27FC236}">
                      <a16:creationId xmlns:a16="http://schemas.microsoft.com/office/drawing/2014/main" id="{45E36FF2-E004-AA23-A33A-40A7BBB45F17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8354280" y="1380150"/>
                  <a:ext cx="14688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CF6AD1E7-52B4-1370-2821-C39C714E8690}"/>
                    </a:ext>
                  </a:extLst>
                </p14:cNvPr>
                <p14:cNvContentPartPr/>
                <p14:nvPr/>
              </p14:nvContentPartPr>
              <p14:xfrm>
                <a:off x="8487480" y="1279710"/>
                <a:ext cx="32400" cy="205200"/>
              </p14:xfrm>
            </p:contentPart>
          </mc:Choice>
          <mc:Fallback xmlns="">
            <p:pic>
              <p:nvPicPr>
                <p:cNvPr id="690" name="Ink 689">
                  <a:extLst>
                    <a:ext uri="{FF2B5EF4-FFF2-40B4-BE49-F238E27FC236}">
                      <a16:creationId xmlns:a16="http://schemas.microsoft.com/office/drawing/2014/main" id="{5F083F4F-C4E7-A24B-8141-C961EB13E0F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8483160" y="1275390"/>
                  <a:ext cx="41040" cy="21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352C8A83-3ACE-3369-8278-DA752BB096D1}"/>
                    </a:ext>
                  </a:extLst>
                </p14:cNvPr>
                <p14:cNvContentPartPr/>
                <p14:nvPr/>
              </p14:nvContentPartPr>
              <p14:xfrm>
                <a:off x="8617440" y="1390950"/>
                <a:ext cx="68400" cy="7920"/>
              </p14:xfrm>
            </p:contentPart>
          </mc:Choice>
          <mc:Fallback xmlns="">
            <p:pic>
              <p:nvPicPr>
                <p:cNvPr id="691" name="Ink 690">
                  <a:extLst>
                    <a:ext uri="{FF2B5EF4-FFF2-40B4-BE49-F238E27FC236}">
                      <a16:creationId xmlns:a16="http://schemas.microsoft.com/office/drawing/2014/main" id="{E637B7CC-FF6E-E068-07CA-41CDF03ACBD0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8613120" y="1386630"/>
                  <a:ext cx="7704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21F351F-C941-244C-2699-D72F8AB005B3}"/>
                    </a:ext>
                  </a:extLst>
                </p14:cNvPr>
                <p14:cNvContentPartPr/>
                <p14:nvPr/>
              </p14:nvContentPartPr>
              <p14:xfrm>
                <a:off x="8616360" y="1433070"/>
                <a:ext cx="95040" cy="16920"/>
              </p14:xfrm>
            </p:contentPart>
          </mc:Choice>
          <mc:Fallback xmlns="">
            <p:pic>
              <p:nvPicPr>
                <p:cNvPr id="692" name="Ink 691">
                  <a:extLst>
                    <a:ext uri="{FF2B5EF4-FFF2-40B4-BE49-F238E27FC236}">
                      <a16:creationId xmlns:a16="http://schemas.microsoft.com/office/drawing/2014/main" id="{A0BF81CB-1ACF-63EC-3FC6-C2BC8EFF6DB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8612040" y="1428750"/>
                  <a:ext cx="103680" cy="2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F31863D-09F0-43D1-0A94-B00989B78781}"/>
                    </a:ext>
                  </a:extLst>
                </p14:cNvPr>
                <p14:cNvContentPartPr/>
                <p14:nvPr/>
              </p14:nvContentPartPr>
              <p14:xfrm>
                <a:off x="8784840" y="1271790"/>
                <a:ext cx="158760" cy="118800"/>
              </p14:xfrm>
            </p:contentPart>
          </mc:Choice>
          <mc:Fallback xmlns="">
            <p:pic>
              <p:nvPicPr>
                <p:cNvPr id="694" name="Ink 693">
                  <a:extLst>
                    <a:ext uri="{FF2B5EF4-FFF2-40B4-BE49-F238E27FC236}">
                      <a16:creationId xmlns:a16="http://schemas.microsoft.com/office/drawing/2014/main" id="{8E87455B-31A8-846B-66E9-542C710D10E4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8780520" y="1267470"/>
                  <a:ext cx="167400" cy="127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3F0FF97D-3829-71A8-92A2-CE2658540FF9}"/>
              </a:ext>
            </a:extLst>
          </p:cNvPr>
          <p:cNvGrpSpPr/>
          <p:nvPr/>
        </p:nvGrpSpPr>
        <p:grpSpPr>
          <a:xfrm>
            <a:off x="9024600" y="1266390"/>
            <a:ext cx="509760" cy="148320"/>
            <a:chOff x="9024600" y="1266390"/>
            <a:chExt cx="509760" cy="148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A1F6FC1-8CD5-D1C3-C326-EE7F11D620AC}"/>
                    </a:ext>
                  </a:extLst>
                </p14:cNvPr>
                <p14:cNvContentPartPr/>
                <p14:nvPr/>
              </p14:nvContentPartPr>
              <p14:xfrm>
                <a:off x="9024600" y="1303830"/>
                <a:ext cx="131400" cy="27000"/>
              </p14:xfrm>
            </p:contentPart>
          </mc:Choice>
          <mc:Fallback xmlns="">
            <p:pic>
              <p:nvPicPr>
                <p:cNvPr id="696" name="Ink 695">
                  <a:extLst>
                    <a:ext uri="{FF2B5EF4-FFF2-40B4-BE49-F238E27FC236}">
                      <a16:creationId xmlns:a16="http://schemas.microsoft.com/office/drawing/2014/main" id="{2B567438-8E99-E682-0292-F0654D79D1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9020280" y="1299510"/>
                  <a:ext cx="14004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1533683-F0D8-8634-48EC-26882E90B413}"/>
                    </a:ext>
                  </a:extLst>
                </p14:cNvPr>
                <p14:cNvContentPartPr/>
                <p14:nvPr/>
              </p14:nvContentPartPr>
              <p14:xfrm>
                <a:off x="9204960" y="1272870"/>
                <a:ext cx="135720" cy="118800"/>
              </p14:xfrm>
            </p:contentPart>
          </mc:Choice>
          <mc:Fallback xmlns="">
            <p:pic>
              <p:nvPicPr>
                <p:cNvPr id="697" name="Ink 696">
                  <a:extLst>
                    <a:ext uri="{FF2B5EF4-FFF2-40B4-BE49-F238E27FC236}">
                      <a16:creationId xmlns:a16="http://schemas.microsoft.com/office/drawing/2014/main" id="{A2C811A0-1690-3432-4650-DEDE097DE0D5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9200640" y="1268550"/>
                  <a:ext cx="14436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FC3370B1-9D99-921E-B508-58273303F90E}"/>
                    </a:ext>
                  </a:extLst>
                </p14:cNvPr>
                <p14:cNvContentPartPr/>
                <p14:nvPr/>
              </p14:nvContentPartPr>
              <p14:xfrm>
                <a:off x="9384960" y="1266390"/>
                <a:ext cx="149400" cy="148320"/>
              </p14:xfrm>
            </p:contentPart>
          </mc:Choice>
          <mc:Fallback xmlns="">
            <p:pic>
              <p:nvPicPr>
                <p:cNvPr id="698" name="Ink 697">
                  <a:extLst>
                    <a:ext uri="{FF2B5EF4-FFF2-40B4-BE49-F238E27FC236}">
                      <a16:creationId xmlns:a16="http://schemas.microsoft.com/office/drawing/2014/main" id="{0EE7CB4B-76CF-264A-5F7E-3201CF247DF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9380640" y="1262070"/>
                  <a:ext cx="158040" cy="156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29" name="Group 228">
            <a:extLst>
              <a:ext uri="{FF2B5EF4-FFF2-40B4-BE49-F238E27FC236}">
                <a16:creationId xmlns:a16="http://schemas.microsoft.com/office/drawing/2014/main" id="{0F82C23D-6F91-FA57-30B9-28E0602DB750}"/>
              </a:ext>
            </a:extLst>
          </p:cNvPr>
          <p:cNvGrpSpPr/>
          <p:nvPr/>
        </p:nvGrpSpPr>
        <p:grpSpPr>
          <a:xfrm>
            <a:off x="9722640" y="1278990"/>
            <a:ext cx="915480" cy="161640"/>
            <a:chOff x="9722640" y="1278990"/>
            <a:chExt cx="915480" cy="16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35992AA0-C01A-A36C-6745-D7CF1A50E19B}"/>
                    </a:ext>
                  </a:extLst>
                </p14:cNvPr>
                <p14:cNvContentPartPr/>
                <p14:nvPr/>
              </p14:nvContentPartPr>
              <p14:xfrm>
                <a:off x="9756840" y="1339830"/>
                <a:ext cx="131400" cy="16200"/>
              </p14:xfrm>
            </p:contentPart>
          </mc:Choice>
          <mc:Fallback xmlns="">
            <p:pic>
              <p:nvPicPr>
                <p:cNvPr id="699" name="Ink 698">
                  <a:extLst>
                    <a:ext uri="{FF2B5EF4-FFF2-40B4-BE49-F238E27FC236}">
                      <a16:creationId xmlns:a16="http://schemas.microsoft.com/office/drawing/2014/main" id="{6769FC73-1D9D-84E4-4F83-37EDFAA19EC1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752520" y="1335510"/>
                  <a:ext cx="1400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687208D-1AE7-A47D-41E1-34FD9120E88E}"/>
                    </a:ext>
                  </a:extLst>
                </p14:cNvPr>
                <p14:cNvContentPartPr/>
                <p14:nvPr/>
              </p14:nvContentPartPr>
              <p14:xfrm>
                <a:off x="9722640" y="1406070"/>
                <a:ext cx="178920" cy="34560"/>
              </p14:xfrm>
            </p:contentPart>
          </mc:Choice>
          <mc:Fallback xmlns="">
            <p:pic>
              <p:nvPicPr>
                <p:cNvPr id="700" name="Ink 699">
                  <a:extLst>
                    <a:ext uri="{FF2B5EF4-FFF2-40B4-BE49-F238E27FC236}">
                      <a16:creationId xmlns:a16="http://schemas.microsoft.com/office/drawing/2014/main" id="{115BACB8-66CB-D58B-0FFE-E1F75B8DAEB7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718320" y="1401750"/>
                  <a:ext cx="18756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664AF327-B3EE-D91C-EACF-10A72D446F9B}"/>
                    </a:ext>
                  </a:extLst>
                </p14:cNvPr>
                <p14:cNvContentPartPr/>
                <p14:nvPr/>
              </p14:nvContentPartPr>
              <p14:xfrm>
                <a:off x="10038720" y="1278990"/>
                <a:ext cx="159840" cy="135360"/>
              </p14:xfrm>
            </p:contentPart>
          </mc:Choice>
          <mc:Fallback xmlns="">
            <p:pic>
              <p:nvPicPr>
                <p:cNvPr id="703" name="Ink 702">
                  <a:extLst>
                    <a:ext uri="{FF2B5EF4-FFF2-40B4-BE49-F238E27FC236}">
                      <a16:creationId xmlns:a16="http://schemas.microsoft.com/office/drawing/2014/main" id="{BF574D72-DF02-EBF6-3129-66332991D8E1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10034400" y="1274670"/>
                  <a:ext cx="16848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DE67C11B-F0A6-ABBC-27E1-E36C28B4405B}"/>
                    </a:ext>
                  </a:extLst>
                </p14:cNvPr>
                <p14:cNvContentPartPr/>
                <p14:nvPr/>
              </p14:nvContentPartPr>
              <p14:xfrm>
                <a:off x="10258320" y="1356030"/>
                <a:ext cx="42840" cy="47160"/>
              </p14:xfrm>
            </p:contentPart>
          </mc:Choice>
          <mc:Fallback xmlns="">
            <p:pic>
              <p:nvPicPr>
                <p:cNvPr id="704" name="Ink 703">
                  <a:extLst>
                    <a:ext uri="{FF2B5EF4-FFF2-40B4-BE49-F238E27FC236}">
                      <a16:creationId xmlns:a16="http://schemas.microsoft.com/office/drawing/2014/main" id="{78CFBAC0-13A0-03C5-E7FD-C72ECEBF49FA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10254000" y="1351710"/>
                  <a:ext cx="5148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F9BFB0FC-97BE-5FBE-A218-703BED04AF3A}"/>
                    </a:ext>
                  </a:extLst>
                </p14:cNvPr>
                <p14:cNvContentPartPr/>
                <p14:nvPr/>
              </p14:nvContentPartPr>
              <p14:xfrm>
                <a:off x="10329960" y="1313190"/>
                <a:ext cx="84600" cy="112680"/>
              </p14:xfrm>
            </p:contentPart>
          </mc:Choice>
          <mc:Fallback xmlns="">
            <p:pic>
              <p:nvPicPr>
                <p:cNvPr id="705" name="Ink 704">
                  <a:extLst>
                    <a:ext uri="{FF2B5EF4-FFF2-40B4-BE49-F238E27FC236}">
                      <a16:creationId xmlns:a16="http://schemas.microsoft.com/office/drawing/2014/main" id="{69649778-B3F4-AA1C-4F5C-32D07BE4598A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10325640" y="1308870"/>
                  <a:ext cx="932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4F7C3E2C-096C-FD3B-A3D9-FC10B4361F76}"/>
                    </a:ext>
                  </a:extLst>
                </p14:cNvPr>
                <p14:cNvContentPartPr/>
                <p14:nvPr/>
              </p14:nvContentPartPr>
              <p14:xfrm>
                <a:off x="10434360" y="1286550"/>
                <a:ext cx="78480" cy="21600"/>
              </p14:xfrm>
            </p:contentPart>
          </mc:Choice>
          <mc:Fallback xmlns="">
            <p:pic>
              <p:nvPicPr>
                <p:cNvPr id="706" name="Ink 705">
                  <a:extLst>
                    <a:ext uri="{FF2B5EF4-FFF2-40B4-BE49-F238E27FC236}">
                      <a16:creationId xmlns:a16="http://schemas.microsoft.com/office/drawing/2014/main" id="{831D684F-2E47-C2E8-EEEB-77B003061B95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10430040" y="1282230"/>
                  <a:ext cx="8712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60AC885D-E4AD-D273-7E88-91035E75914D}"/>
                    </a:ext>
                  </a:extLst>
                </p14:cNvPr>
                <p14:cNvContentPartPr/>
                <p14:nvPr/>
              </p14:nvContentPartPr>
              <p14:xfrm>
                <a:off x="10512840" y="1350990"/>
                <a:ext cx="125280" cy="11160"/>
              </p14:xfrm>
            </p:contentPart>
          </mc:Choice>
          <mc:Fallback xmlns="">
            <p:pic>
              <p:nvPicPr>
                <p:cNvPr id="707" name="Ink 706">
                  <a:extLst>
                    <a:ext uri="{FF2B5EF4-FFF2-40B4-BE49-F238E27FC236}">
                      <a16:creationId xmlns:a16="http://schemas.microsoft.com/office/drawing/2014/main" id="{ABCA00EC-809D-7A77-18B7-7F6DB7561EE1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10508520" y="1346670"/>
                  <a:ext cx="133920" cy="19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7" name="Group 236">
            <a:extLst>
              <a:ext uri="{FF2B5EF4-FFF2-40B4-BE49-F238E27FC236}">
                <a16:creationId xmlns:a16="http://schemas.microsoft.com/office/drawing/2014/main" id="{A61C5324-2CC3-67E5-93DF-4EE38B4B81EC}"/>
              </a:ext>
            </a:extLst>
          </p:cNvPr>
          <p:cNvGrpSpPr/>
          <p:nvPr/>
        </p:nvGrpSpPr>
        <p:grpSpPr>
          <a:xfrm>
            <a:off x="10760520" y="1264950"/>
            <a:ext cx="942840" cy="205200"/>
            <a:chOff x="10760520" y="1264950"/>
            <a:chExt cx="942840" cy="20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4FB7753C-7828-5590-9EED-3AD597A92B88}"/>
                    </a:ext>
                  </a:extLst>
                </p14:cNvPr>
                <p14:cNvContentPartPr/>
                <p14:nvPr/>
              </p14:nvContentPartPr>
              <p14:xfrm>
                <a:off x="10760520" y="1287990"/>
                <a:ext cx="133200" cy="82080"/>
              </p14:xfrm>
            </p:contentPart>
          </mc:Choice>
          <mc:Fallback xmlns="">
            <p:pic>
              <p:nvPicPr>
                <p:cNvPr id="712" name="Ink 711">
                  <a:extLst>
                    <a:ext uri="{FF2B5EF4-FFF2-40B4-BE49-F238E27FC236}">
                      <a16:creationId xmlns:a16="http://schemas.microsoft.com/office/drawing/2014/main" id="{D601B13B-51E0-772A-A918-DC6C45CD6BB6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10756200" y="1283670"/>
                  <a:ext cx="1418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F53A6479-3007-19CC-82FA-03DB12BE8082}"/>
                    </a:ext>
                  </a:extLst>
                </p14:cNvPr>
                <p14:cNvContentPartPr/>
                <p14:nvPr/>
              </p14:nvContentPartPr>
              <p14:xfrm>
                <a:off x="10950600" y="1335870"/>
                <a:ext cx="12240" cy="30240"/>
              </p14:xfrm>
            </p:contentPart>
          </mc:Choice>
          <mc:Fallback xmlns="">
            <p:pic>
              <p:nvPicPr>
                <p:cNvPr id="713" name="Ink 712">
                  <a:extLst>
                    <a:ext uri="{FF2B5EF4-FFF2-40B4-BE49-F238E27FC236}">
                      <a16:creationId xmlns:a16="http://schemas.microsoft.com/office/drawing/2014/main" id="{E6715258-424E-098C-1FDE-3DCE90407652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946280" y="1331550"/>
                  <a:ext cx="208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5C1E755E-0D1A-E25B-1231-8237C2F7BF29}"/>
                    </a:ext>
                  </a:extLst>
                </p14:cNvPr>
                <p14:cNvContentPartPr/>
                <p14:nvPr/>
              </p14:nvContentPartPr>
              <p14:xfrm>
                <a:off x="11006040" y="1281150"/>
                <a:ext cx="87120" cy="62280"/>
              </p14:xfrm>
            </p:contentPart>
          </mc:Choice>
          <mc:Fallback xmlns="">
            <p:pic>
              <p:nvPicPr>
                <p:cNvPr id="714" name="Ink 713">
                  <a:extLst>
                    <a:ext uri="{FF2B5EF4-FFF2-40B4-BE49-F238E27FC236}">
                      <a16:creationId xmlns:a16="http://schemas.microsoft.com/office/drawing/2014/main" id="{116378FB-ABDE-F878-9E69-5A88306CB802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1001720" y="1276830"/>
                  <a:ext cx="9576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41" name="Ink 240">
                  <a:extLst>
                    <a:ext uri="{FF2B5EF4-FFF2-40B4-BE49-F238E27FC236}">
                      <a16:creationId xmlns:a16="http://schemas.microsoft.com/office/drawing/2014/main" id="{914AD16D-7551-A0B5-5F8F-C77B88FF0126}"/>
                    </a:ext>
                  </a:extLst>
                </p14:cNvPr>
                <p14:cNvContentPartPr/>
                <p14:nvPr/>
              </p14:nvContentPartPr>
              <p14:xfrm>
                <a:off x="11065800" y="1264950"/>
                <a:ext cx="39600" cy="204480"/>
              </p14:xfrm>
            </p:contentPart>
          </mc:Choice>
          <mc:Fallback xmlns="">
            <p:pic>
              <p:nvPicPr>
                <p:cNvPr id="715" name="Ink 714">
                  <a:extLst>
                    <a:ext uri="{FF2B5EF4-FFF2-40B4-BE49-F238E27FC236}">
                      <a16:creationId xmlns:a16="http://schemas.microsoft.com/office/drawing/2014/main" id="{A04DE8BC-E52A-90A2-3817-F717062E3466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1061480" y="1260630"/>
                  <a:ext cx="48240" cy="21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2" name="Ink 241">
                  <a:extLst>
                    <a:ext uri="{FF2B5EF4-FFF2-40B4-BE49-F238E27FC236}">
                      <a16:creationId xmlns:a16="http://schemas.microsoft.com/office/drawing/2014/main" id="{D04F8121-1326-2CD2-9DF9-953CB2F8909E}"/>
                    </a:ext>
                  </a:extLst>
                </p14:cNvPr>
                <p14:cNvContentPartPr/>
                <p14:nvPr/>
              </p14:nvContentPartPr>
              <p14:xfrm>
                <a:off x="11243640" y="1321470"/>
                <a:ext cx="85320" cy="8280"/>
              </p14:xfrm>
            </p:contentPart>
          </mc:Choice>
          <mc:Fallback xmlns="">
            <p:pic>
              <p:nvPicPr>
                <p:cNvPr id="716" name="Ink 715">
                  <a:extLst>
                    <a:ext uri="{FF2B5EF4-FFF2-40B4-BE49-F238E27FC236}">
                      <a16:creationId xmlns:a16="http://schemas.microsoft.com/office/drawing/2014/main" id="{45DCE6D1-AB6A-CAE7-CAD1-A12A672A5A1A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11239320" y="1317150"/>
                  <a:ext cx="93960" cy="1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866E63C3-4448-4FAE-1043-E25324736BFE}"/>
                    </a:ext>
                  </a:extLst>
                </p14:cNvPr>
                <p14:cNvContentPartPr/>
                <p14:nvPr/>
              </p14:nvContentPartPr>
              <p14:xfrm>
                <a:off x="11233200" y="1393830"/>
                <a:ext cx="96480" cy="15480"/>
              </p14:xfrm>
            </p:contentPart>
          </mc:Choice>
          <mc:Fallback xmlns="">
            <p:pic>
              <p:nvPicPr>
                <p:cNvPr id="717" name="Ink 716">
                  <a:extLst>
                    <a:ext uri="{FF2B5EF4-FFF2-40B4-BE49-F238E27FC236}">
                      <a16:creationId xmlns:a16="http://schemas.microsoft.com/office/drawing/2014/main" id="{88AAA04C-F003-310F-0A81-DC7E8EEA60A3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11228880" y="1389510"/>
                  <a:ext cx="105120" cy="2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FF663E57-8430-E7F0-CADC-6511A7146D19}"/>
                    </a:ext>
                  </a:extLst>
                </p14:cNvPr>
                <p14:cNvContentPartPr/>
                <p14:nvPr/>
              </p14:nvContentPartPr>
              <p14:xfrm>
                <a:off x="11391960" y="1350990"/>
                <a:ext cx="150120" cy="92160"/>
              </p14:xfrm>
            </p:contentPart>
          </mc:Choice>
          <mc:Fallback xmlns="">
            <p:pic>
              <p:nvPicPr>
                <p:cNvPr id="718" name="Ink 717">
                  <a:extLst>
                    <a:ext uri="{FF2B5EF4-FFF2-40B4-BE49-F238E27FC236}">
                      <a16:creationId xmlns:a16="http://schemas.microsoft.com/office/drawing/2014/main" id="{348D6DB7-5452-28D4-96FF-42A44AA115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11387640" y="1346670"/>
                  <a:ext cx="158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7EE062AD-D9BC-9035-0942-13021811FDC7}"/>
                    </a:ext>
                  </a:extLst>
                </p14:cNvPr>
                <p14:cNvContentPartPr/>
                <p14:nvPr/>
              </p14:nvContentPartPr>
              <p14:xfrm>
                <a:off x="11593920" y="1406430"/>
                <a:ext cx="28440" cy="61560"/>
              </p14:xfrm>
            </p:contentPart>
          </mc:Choice>
          <mc:Fallback xmlns="">
            <p:pic>
              <p:nvPicPr>
                <p:cNvPr id="719" name="Ink 718">
                  <a:extLst>
                    <a:ext uri="{FF2B5EF4-FFF2-40B4-BE49-F238E27FC236}">
                      <a16:creationId xmlns:a16="http://schemas.microsoft.com/office/drawing/2014/main" id="{1DB62371-9D5E-1504-6FD0-2F17C1DA6337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11589600" y="1402110"/>
                  <a:ext cx="370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202F6EAA-0DA9-35AC-DFD1-906F67E2EA03}"/>
                    </a:ext>
                  </a:extLst>
                </p14:cNvPr>
                <p14:cNvContentPartPr/>
                <p14:nvPr/>
              </p14:nvContentPartPr>
              <p14:xfrm>
                <a:off x="11669520" y="1331550"/>
                <a:ext cx="33840" cy="138600"/>
              </p14:xfrm>
            </p:contentPart>
          </mc:Choice>
          <mc:Fallback xmlns="">
            <p:pic>
              <p:nvPicPr>
                <p:cNvPr id="720" name="Ink 719">
                  <a:extLst>
                    <a:ext uri="{FF2B5EF4-FFF2-40B4-BE49-F238E27FC236}">
                      <a16:creationId xmlns:a16="http://schemas.microsoft.com/office/drawing/2014/main" id="{A32BCF42-9BEE-4BC2-68BE-CE890E948CAE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11665200" y="1327230"/>
                  <a:ext cx="424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A0E6123B-164E-C217-315A-30FDF85F946D}"/>
              </a:ext>
            </a:extLst>
          </p:cNvPr>
          <p:cNvGrpSpPr/>
          <p:nvPr/>
        </p:nvGrpSpPr>
        <p:grpSpPr>
          <a:xfrm>
            <a:off x="8426280" y="1592190"/>
            <a:ext cx="782280" cy="346680"/>
            <a:chOff x="8426280" y="1592190"/>
            <a:chExt cx="782280" cy="3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5710B65-EB7A-5492-E7D2-685C19B220FF}"/>
                    </a:ext>
                  </a:extLst>
                </p14:cNvPr>
                <p14:cNvContentPartPr/>
                <p14:nvPr/>
              </p14:nvContentPartPr>
              <p14:xfrm>
                <a:off x="8426280" y="1749870"/>
                <a:ext cx="140400" cy="117720"/>
              </p14:xfrm>
            </p:contentPart>
          </mc:Choice>
          <mc:Fallback xmlns="">
            <p:pic>
              <p:nvPicPr>
                <p:cNvPr id="722" name="Ink 721">
                  <a:extLst>
                    <a:ext uri="{FF2B5EF4-FFF2-40B4-BE49-F238E27FC236}">
                      <a16:creationId xmlns:a16="http://schemas.microsoft.com/office/drawing/2014/main" id="{825FF178-6659-4EF3-9D1F-476F62C47439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8421960" y="1745550"/>
                  <a:ext cx="14904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B815F95F-7F69-CB22-76DF-6247B9D79578}"/>
                    </a:ext>
                  </a:extLst>
                </p14:cNvPr>
                <p14:cNvContentPartPr/>
                <p14:nvPr/>
              </p14:nvContentPartPr>
              <p14:xfrm>
                <a:off x="8609880" y="1768950"/>
                <a:ext cx="92520" cy="40680"/>
              </p14:xfrm>
            </p:contentPart>
          </mc:Choice>
          <mc:Fallback xmlns="">
            <p:pic>
              <p:nvPicPr>
                <p:cNvPr id="723" name="Ink 722">
                  <a:extLst>
                    <a:ext uri="{FF2B5EF4-FFF2-40B4-BE49-F238E27FC236}">
                      <a16:creationId xmlns:a16="http://schemas.microsoft.com/office/drawing/2014/main" id="{A8F93699-4779-FFA7-BC45-E9733C5292F6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8605560" y="1764630"/>
                  <a:ext cx="1011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0" name="Ink 249">
                  <a:extLst>
                    <a:ext uri="{FF2B5EF4-FFF2-40B4-BE49-F238E27FC236}">
                      <a16:creationId xmlns:a16="http://schemas.microsoft.com/office/drawing/2014/main" id="{9B14E664-4234-1FC4-3D0D-F334BB32B44D}"/>
                    </a:ext>
                  </a:extLst>
                </p14:cNvPr>
                <p14:cNvContentPartPr/>
                <p14:nvPr/>
              </p14:nvContentPartPr>
              <p14:xfrm>
                <a:off x="8628960" y="1822950"/>
                <a:ext cx="111240" cy="22680"/>
              </p14:xfrm>
            </p:contentPart>
          </mc:Choice>
          <mc:Fallback xmlns="">
            <p:pic>
              <p:nvPicPr>
                <p:cNvPr id="724" name="Ink 723">
                  <a:extLst>
                    <a:ext uri="{FF2B5EF4-FFF2-40B4-BE49-F238E27FC236}">
                      <a16:creationId xmlns:a16="http://schemas.microsoft.com/office/drawing/2014/main" id="{AD0359AA-1FC7-9B7D-6DAE-A67C3B7DF875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8624640" y="1818630"/>
                  <a:ext cx="11988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61228E9-BA5E-D110-F835-38425E5497C9}"/>
                    </a:ext>
                  </a:extLst>
                </p14:cNvPr>
                <p14:cNvContentPartPr/>
                <p14:nvPr/>
              </p14:nvContentPartPr>
              <p14:xfrm>
                <a:off x="8859720" y="1688310"/>
                <a:ext cx="141840" cy="83880"/>
              </p14:xfrm>
            </p:contentPart>
          </mc:Choice>
          <mc:Fallback xmlns="">
            <p:pic>
              <p:nvPicPr>
                <p:cNvPr id="726" name="Ink 725">
                  <a:extLst>
                    <a:ext uri="{FF2B5EF4-FFF2-40B4-BE49-F238E27FC236}">
                      <a16:creationId xmlns:a16="http://schemas.microsoft.com/office/drawing/2014/main" id="{E7710F3E-2D83-427E-0099-20FA65B1B365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8855400" y="1683990"/>
                  <a:ext cx="15048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EB5668A4-430A-A08B-F13F-FCCB97A91A65}"/>
                    </a:ext>
                  </a:extLst>
                </p14:cNvPr>
                <p14:cNvContentPartPr/>
                <p14:nvPr/>
              </p14:nvContentPartPr>
              <p14:xfrm>
                <a:off x="8941080" y="1592190"/>
                <a:ext cx="83880" cy="265680"/>
              </p14:xfrm>
            </p:contentPart>
          </mc:Choice>
          <mc:Fallback xmlns="">
            <p:pic>
              <p:nvPicPr>
                <p:cNvPr id="727" name="Ink 726">
                  <a:extLst>
                    <a:ext uri="{FF2B5EF4-FFF2-40B4-BE49-F238E27FC236}">
                      <a16:creationId xmlns:a16="http://schemas.microsoft.com/office/drawing/2014/main" id="{68843431-AE4B-D98C-102D-779A36FE934C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8936760" y="1587870"/>
                  <a:ext cx="92520" cy="27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F5FFDE7F-6AA1-59A7-589E-4B6B598C86CB}"/>
                    </a:ext>
                  </a:extLst>
                </p14:cNvPr>
                <p14:cNvContentPartPr/>
                <p14:nvPr/>
              </p14:nvContentPartPr>
              <p14:xfrm>
                <a:off x="9025680" y="1607310"/>
                <a:ext cx="114840" cy="309240"/>
              </p14:xfrm>
            </p:contentPart>
          </mc:Choice>
          <mc:Fallback xmlns="">
            <p:pic>
              <p:nvPicPr>
                <p:cNvPr id="728" name="Ink 727">
                  <a:extLst>
                    <a:ext uri="{FF2B5EF4-FFF2-40B4-BE49-F238E27FC236}">
                      <a16:creationId xmlns:a16="http://schemas.microsoft.com/office/drawing/2014/main" id="{5E32898C-37B7-E430-CF47-5E8984491079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021360" y="1602990"/>
                  <a:ext cx="12348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48EEC80D-35A7-66EA-81F3-B89B0DF46410}"/>
                    </a:ext>
                  </a:extLst>
                </p14:cNvPr>
                <p14:cNvContentPartPr/>
                <p14:nvPr/>
              </p14:nvContentPartPr>
              <p14:xfrm>
                <a:off x="9089040" y="1797750"/>
                <a:ext cx="119520" cy="141120"/>
              </p14:xfrm>
            </p:contentPart>
          </mc:Choice>
          <mc:Fallback xmlns="">
            <p:pic>
              <p:nvPicPr>
                <p:cNvPr id="729" name="Ink 728">
                  <a:extLst>
                    <a:ext uri="{FF2B5EF4-FFF2-40B4-BE49-F238E27FC236}">
                      <a16:creationId xmlns:a16="http://schemas.microsoft.com/office/drawing/2014/main" id="{47EA13A4-5DCA-9F52-4727-55565A0A2A43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9084720" y="1793430"/>
                  <a:ext cx="128160" cy="1497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5" name="Group 254">
            <a:extLst>
              <a:ext uri="{FF2B5EF4-FFF2-40B4-BE49-F238E27FC236}">
                <a16:creationId xmlns:a16="http://schemas.microsoft.com/office/drawing/2014/main" id="{59EAC54E-5623-32D1-F776-A4A81EEC0E45}"/>
              </a:ext>
            </a:extLst>
          </p:cNvPr>
          <p:cNvGrpSpPr/>
          <p:nvPr/>
        </p:nvGrpSpPr>
        <p:grpSpPr>
          <a:xfrm>
            <a:off x="9402240" y="1705590"/>
            <a:ext cx="969840" cy="182160"/>
            <a:chOff x="9402240" y="1705590"/>
            <a:chExt cx="969840" cy="18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EAF9374F-F7B3-E936-8A08-38DB129B7CD5}"/>
                    </a:ext>
                  </a:extLst>
                </p14:cNvPr>
                <p14:cNvContentPartPr/>
                <p14:nvPr/>
              </p14:nvContentPartPr>
              <p14:xfrm>
                <a:off x="9402240" y="1799550"/>
                <a:ext cx="89280" cy="16560"/>
              </p14:xfrm>
            </p:contentPart>
          </mc:Choice>
          <mc:Fallback xmlns="">
            <p:pic>
              <p:nvPicPr>
                <p:cNvPr id="730" name="Ink 729">
                  <a:extLst>
                    <a:ext uri="{FF2B5EF4-FFF2-40B4-BE49-F238E27FC236}">
                      <a16:creationId xmlns:a16="http://schemas.microsoft.com/office/drawing/2014/main" id="{5A314814-C8B6-85B9-2B4B-8891747FF148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9397920" y="1795230"/>
                  <a:ext cx="9792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23B5435A-172A-5B7A-869A-FEC656F623F0}"/>
                    </a:ext>
                  </a:extLst>
                </p14:cNvPr>
                <p14:cNvContentPartPr/>
                <p14:nvPr/>
              </p14:nvContentPartPr>
              <p14:xfrm>
                <a:off x="9402600" y="1828350"/>
                <a:ext cx="156960" cy="43200"/>
              </p14:xfrm>
            </p:contentPart>
          </mc:Choice>
          <mc:Fallback xmlns="">
            <p:pic>
              <p:nvPicPr>
                <p:cNvPr id="731" name="Ink 730">
                  <a:extLst>
                    <a:ext uri="{FF2B5EF4-FFF2-40B4-BE49-F238E27FC236}">
                      <a16:creationId xmlns:a16="http://schemas.microsoft.com/office/drawing/2014/main" id="{E8DDA04F-81F2-B2DD-F707-F783E556990C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9398280" y="1824030"/>
                  <a:ext cx="165600" cy="5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9063864E-5C2B-70EF-0A16-6DAB1392A129}"/>
                    </a:ext>
                  </a:extLst>
                </p14:cNvPr>
                <p14:cNvContentPartPr/>
                <p14:nvPr/>
              </p14:nvContentPartPr>
              <p14:xfrm>
                <a:off x="9639480" y="1770750"/>
                <a:ext cx="123120" cy="99360"/>
              </p14:xfrm>
            </p:contentPart>
          </mc:Choice>
          <mc:Fallback xmlns="">
            <p:pic>
              <p:nvPicPr>
                <p:cNvPr id="732" name="Ink 731">
                  <a:extLst>
                    <a:ext uri="{FF2B5EF4-FFF2-40B4-BE49-F238E27FC236}">
                      <a16:creationId xmlns:a16="http://schemas.microsoft.com/office/drawing/2014/main" id="{15D92496-71F0-4578-79E4-A057ABFCB226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9635160" y="1766430"/>
                  <a:ext cx="13176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F302B307-23DA-6323-2497-B8ACF1ABC0BE}"/>
                    </a:ext>
                  </a:extLst>
                </p14:cNvPr>
                <p14:cNvContentPartPr/>
                <p14:nvPr/>
              </p14:nvContentPartPr>
              <p14:xfrm>
                <a:off x="9849720" y="1827630"/>
                <a:ext cx="42840" cy="51120"/>
              </p14:xfrm>
            </p:contentPart>
          </mc:Choice>
          <mc:Fallback xmlns="">
            <p:pic>
              <p:nvPicPr>
                <p:cNvPr id="733" name="Ink 732">
                  <a:extLst>
                    <a:ext uri="{FF2B5EF4-FFF2-40B4-BE49-F238E27FC236}">
                      <a16:creationId xmlns:a16="http://schemas.microsoft.com/office/drawing/2014/main" id="{9BB20CE8-E7F7-A83F-1D18-E8823B7D936C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9845400" y="1823310"/>
                  <a:ext cx="514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FE79CD66-A481-4748-299D-68EC3F16EF55}"/>
                    </a:ext>
                  </a:extLst>
                </p14:cNvPr>
                <p14:cNvContentPartPr/>
                <p14:nvPr/>
              </p14:nvContentPartPr>
              <p14:xfrm>
                <a:off x="9932520" y="1798470"/>
                <a:ext cx="131400" cy="66600"/>
              </p14:xfrm>
            </p:contentPart>
          </mc:Choice>
          <mc:Fallback xmlns="">
            <p:pic>
              <p:nvPicPr>
                <p:cNvPr id="734" name="Ink 733">
                  <a:extLst>
                    <a:ext uri="{FF2B5EF4-FFF2-40B4-BE49-F238E27FC236}">
                      <a16:creationId xmlns:a16="http://schemas.microsoft.com/office/drawing/2014/main" id="{D79FB998-65C0-DC9D-2C33-9423A3350698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928200" y="1794150"/>
                  <a:ext cx="14004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C1E8F05A-8519-17C0-BC8A-0717205DBDE4}"/>
                    </a:ext>
                  </a:extLst>
                </p14:cNvPr>
                <p14:cNvContentPartPr/>
                <p14:nvPr/>
              </p14:nvContentPartPr>
              <p14:xfrm>
                <a:off x="10120800" y="1776510"/>
                <a:ext cx="102240" cy="111240"/>
              </p14:xfrm>
            </p:contentPart>
          </mc:Choice>
          <mc:Fallback xmlns="">
            <p:pic>
              <p:nvPicPr>
                <p:cNvPr id="735" name="Ink 734">
                  <a:extLst>
                    <a:ext uri="{FF2B5EF4-FFF2-40B4-BE49-F238E27FC236}">
                      <a16:creationId xmlns:a16="http://schemas.microsoft.com/office/drawing/2014/main" id="{87725A8C-1AD9-634C-B393-3FC4DFF0B33A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116480" y="1772190"/>
                  <a:ext cx="11088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8144D52F-96B3-8E0C-41BF-0D7E2BEF8EF8}"/>
                    </a:ext>
                  </a:extLst>
                </p14:cNvPr>
                <p14:cNvContentPartPr/>
                <p14:nvPr/>
              </p14:nvContentPartPr>
              <p14:xfrm>
                <a:off x="10224480" y="1705590"/>
                <a:ext cx="147600" cy="62640"/>
              </p14:xfrm>
            </p:contentPart>
          </mc:Choice>
          <mc:Fallback xmlns="">
            <p:pic>
              <p:nvPicPr>
                <p:cNvPr id="736" name="Ink 735">
                  <a:extLst>
                    <a:ext uri="{FF2B5EF4-FFF2-40B4-BE49-F238E27FC236}">
                      <a16:creationId xmlns:a16="http://schemas.microsoft.com/office/drawing/2014/main" id="{8B81831F-FF4E-0198-B1A2-61EE8A5B0390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220160" y="1701270"/>
                  <a:ext cx="156240" cy="7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97A2231D-0269-BFD3-BDCA-B0AF2F0C4D75}"/>
              </a:ext>
            </a:extLst>
          </p:cNvPr>
          <p:cNvGrpSpPr/>
          <p:nvPr/>
        </p:nvGrpSpPr>
        <p:grpSpPr>
          <a:xfrm>
            <a:off x="8245200" y="2542590"/>
            <a:ext cx="1410120" cy="556920"/>
            <a:chOff x="8245200" y="2542590"/>
            <a:chExt cx="1410120" cy="556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E2AEED22-08B5-5EDE-1C12-DA9F368A23CE}"/>
                    </a:ext>
                  </a:extLst>
                </p14:cNvPr>
                <p14:cNvContentPartPr/>
                <p14:nvPr/>
              </p14:nvContentPartPr>
              <p14:xfrm>
                <a:off x="8245200" y="2614230"/>
                <a:ext cx="200880" cy="2142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E2AEED22-08B5-5EDE-1C12-DA9F368A23CE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8240880" y="2609910"/>
                  <a:ext cx="209520" cy="22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4" name="Ink 263">
                  <a:extLst>
                    <a:ext uri="{FF2B5EF4-FFF2-40B4-BE49-F238E27FC236}">
                      <a16:creationId xmlns:a16="http://schemas.microsoft.com/office/drawing/2014/main" id="{5CA35ED1-4074-82FA-3BC1-75ED68E7D98E}"/>
                    </a:ext>
                  </a:extLst>
                </p14:cNvPr>
                <p14:cNvContentPartPr/>
                <p14:nvPr/>
              </p14:nvContentPartPr>
              <p14:xfrm>
                <a:off x="8551560" y="2716470"/>
                <a:ext cx="124920" cy="18720"/>
              </p14:xfrm>
            </p:contentPart>
          </mc:Choice>
          <mc:Fallback xmlns="">
            <p:pic>
              <p:nvPicPr>
                <p:cNvPr id="264" name="Ink 263">
                  <a:extLst>
                    <a:ext uri="{FF2B5EF4-FFF2-40B4-BE49-F238E27FC236}">
                      <a16:creationId xmlns:a16="http://schemas.microsoft.com/office/drawing/2014/main" id="{5CA35ED1-4074-82FA-3BC1-75ED68E7D98E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8547240" y="2712150"/>
                  <a:ext cx="1335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5" name="Ink 264">
                  <a:extLst>
                    <a:ext uri="{FF2B5EF4-FFF2-40B4-BE49-F238E27FC236}">
                      <a16:creationId xmlns:a16="http://schemas.microsoft.com/office/drawing/2014/main" id="{A962C505-8580-BBA6-F6FF-FDD6AE2992C4}"/>
                    </a:ext>
                  </a:extLst>
                </p14:cNvPr>
                <p14:cNvContentPartPr/>
                <p14:nvPr/>
              </p14:nvContentPartPr>
              <p14:xfrm>
                <a:off x="8572800" y="2763990"/>
                <a:ext cx="133920" cy="40680"/>
              </p14:xfrm>
            </p:contentPart>
          </mc:Choice>
          <mc:Fallback xmlns="">
            <p:pic>
              <p:nvPicPr>
                <p:cNvPr id="265" name="Ink 264">
                  <a:extLst>
                    <a:ext uri="{FF2B5EF4-FFF2-40B4-BE49-F238E27FC236}">
                      <a16:creationId xmlns:a16="http://schemas.microsoft.com/office/drawing/2014/main" id="{A962C505-8580-BBA6-F6FF-FDD6AE2992C4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8568480" y="2759670"/>
                  <a:ext cx="1425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90CED025-2BB8-1D16-D62D-8B6E643E05E6}"/>
                    </a:ext>
                  </a:extLst>
                </p14:cNvPr>
                <p14:cNvContentPartPr/>
                <p14:nvPr/>
              </p14:nvContentPartPr>
              <p14:xfrm>
                <a:off x="8909760" y="2542590"/>
                <a:ext cx="36360" cy="14184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90CED025-2BB8-1D16-D62D-8B6E643E05E6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8905440" y="2538270"/>
                  <a:ext cx="450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A4CFC42F-8BF6-F2B5-4360-F8219558568D}"/>
                    </a:ext>
                  </a:extLst>
                </p14:cNvPr>
                <p14:cNvContentPartPr/>
                <p14:nvPr/>
              </p14:nvContentPartPr>
              <p14:xfrm>
                <a:off x="9028200" y="2666070"/>
                <a:ext cx="9000" cy="1476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A4CFC42F-8BF6-F2B5-4360-F8219558568D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9023880" y="2661750"/>
                  <a:ext cx="17640" cy="2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8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1209783-7CAD-D3E2-7F70-86B0232A4A03}"/>
                    </a:ext>
                  </a:extLst>
                </p14:cNvPr>
                <p14:cNvContentPartPr/>
                <p14:nvPr/>
              </p14:nvContentPartPr>
              <p14:xfrm>
                <a:off x="9107760" y="2575350"/>
                <a:ext cx="154800" cy="9648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1209783-7CAD-D3E2-7F70-86B0232A4A03}"/>
                    </a:ext>
                  </a:extLst>
                </p:cNvPr>
                <p:cNvPicPr/>
                <p:nvPr/>
              </p:nvPicPr>
              <p:blipFill>
                <a:blip r:embed="rId419"/>
                <a:stretch>
                  <a:fillRect/>
                </a:stretch>
              </p:blipFill>
              <p:spPr>
                <a:xfrm>
                  <a:off x="9103440" y="2571030"/>
                  <a:ext cx="163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0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FD8C36DE-2D8F-F1B9-ABC3-ED9E49C1FC52}"/>
                    </a:ext>
                  </a:extLst>
                </p14:cNvPr>
                <p14:cNvContentPartPr/>
                <p14:nvPr/>
              </p14:nvContentPartPr>
              <p14:xfrm>
                <a:off x="8850000" y="2774790"/>
                <a:ext cx="591840" cy="792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FD8C36DE-2D8F-F1B9-ABC3-ED9E49C1FC52}"/>
                    </a:ext>
                  </a:extLst>
                </p:cNvPr>
                <p:cNvPicPr/>
                <p:nvPr/>
              </p:nvPicPr>
              <p:blipFill>
                <a:blip r:embed="rId421"/>
                <a:stretch>
                  <a:fillRect/>
                </a:stretch>
              </p:blipFill>
              <p:spPr>
                <a:xfrm>
                  <a:off x="8845680" y="2770470"/>
                  <a:ext cx="600480" cy="1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271" name="Ink 270">
                  <a:extLst>
                    <a:ext uri="{FF2B5EF4-FFF2-40B4-BE49-F238E27FC236}">
                      <a16:creationId xmlns:a16="http://schemas.microsoft.com/office/drawing/2014/main" id="{D71E8267-E1A2-5148-F702-995389D1550D}"/>
                    </a:ext>
                  </a:extLst>
                </p14:cNvPr>
                <p14:cNvContentPartPr/>
                <p14:nvPr/>
              </p14:nvContentPartPr>
              <p14:xfrm>
                <a:off x="9050160" y="2857230"/>
                <a:ext cx="174240" cy="80640"/>
              </p14:xfrm>
            </p:contentPart>
          </mc:Choice>
          <mc:Fallback xmlns="">
            <p:pic>
              <p:nvPicPr>
                <p:cNvPr id="271" name="Ink 270">
                  <a:extLst>
                    <a:ext uri="{FF2B5EF4-FFF2-40B4-BE49-F238E27FC236}">
                      <a16:creationId xmlns:a16="http://schemas.microsoft.com/office/drawing/2014/main" id="{D71E8267-E1A2-5148-F702-995389D1550D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9045840" y="2852910"/>
                  <a:ext cx="182880" cy="8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272" name="Ink 271">
                  <a:extLst>
                    <a:ext uri="{FF2B5EF4-FFF2-40B4-BE49-F238E27FC236}">
                      <a16:creationId xmlns:a16="http://schemas.microsoft.com/office/drawing/2014/main" id="{9F774260-C500-C07A-3954-C720B9550901}"/>
                    </a:ext>
                  </a:extLst>
                </p14:cNvPr>
                <p14:cNvContentPartPr/>
                <p14:nvPr/>
              </p14:nvContentPartPr>
              <p14:xfrm>
                <a:off x="9153120" y="2806830"/>
                <a:ext cx="40680" cy="292680"/>
              </p14:xfrm>
            </p:contentPart>
          </mc:Choice>
          <mc:Fallback xmlns="">
            <p:pic>
              <p:nvPicPr>
                <p:cNvPr id="272" name="Ink 271">
                  <a:extLst>
                    <a:ext uri="{FF2B5EF4-FFF2-40B4-BE49-F238E27FC236}">
                      <a16:creationId xmlns:a16="http://schemas.microsoft.com/office/drawing/2014/main" id="{9F774260-C500-C07A-3954-C720B9550901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148800" y="2802510"/>
                  <a:ext cx="4932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73" name="Ink 272">
                  <a:extLst>
                    <a:ext uri="{FF2B5EF4-FFF2-40B4-BE49-F238E27FC236}">
                      <a16:creationId xmlns:a16="http://schemas.microsoft.com/office/drawing/2014/main" id="{BC91856F-2034-433E-53A4-377433F5F0B2}"/>
                    </a:ext>
                  </a:extLst>
                </p14:cNvPr>
                <p14:cNvContentPartPr/>
                <p14:nvPr/>
              </p14:nvContentPartPr>
              <p14:xfrm>
                <a:off x="9539040" y="2757510"/>
                <a:ext cx="90000" cy="21240"/>
              </p14:xfrm>
            </p:contentPart>
          </mc:Choice>
          <mc:Fallback xmlns="">
            <p:pic>
              <p:nvPicPr>
                <p:cNvPr id="273" name="Ink 272">
                  <a:extLst>
                    <a:ext uri="{FF2B5EF4-FFF2-40B4-BE49-F238E27FC236}">
                      <a16:creationId xmlns:a16="http://schemas.microsoft.com/office/drawing/2014/main" id="{BC91856F-2034-433E-53A4-377433F5F0B2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9534720" y="2753190"/>
                  <a:ext cx="9864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74" name="Ink 273">
                  <a:extLst>
                    <a:ext uri="{FF2B5EF4-FFF2-40B4-BE49-F238E27FC236}">
                      <a16:creationId xmlns:a16="http://schemas.microsoft.com/office/drawing/2014/main" id="{E152AB99-EFD5-84B8-9A2E-B9AEE3F7CAA2}"/>
                    </a:ext>
                  </a:extLst>
                </p14:cNvPr>
                <p14:cNvContentPartPr/>
                <p14:nvPr/>
              </p14:nvContentPartPr>
              <p14:xfrm>
                <a:off x="9552720" y="2820150"/>
                <a:ext cx="102600" cy="17280"/>
              </p14:xfrm>
            </p:contentPart>
          </mc:Choice>
          <mc:Fallback xmlns="">
            <p:pic>
              <p:nvPicPr>
                <p:cNvPr id="274" name="Ink 273">
                  <a:extLst>
                    <a:ext uri="{FF2B5EF4-FFF2-40B4-BE49-F238E27FC236}">
                      <a16:creationId xmlns:a16="http://schemas.microsoft.com/office/drawing/2014/main" id="{E152AB99-EFD5-84B8-9A2E-B9AEE3F7CAA2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9548400" y="2815830"/>
                  <a:ext cx="111240" cy="25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0" name="Group 279">
            <a:extLst>
              <a:ext uri="{FF2B5EF4-FFF2-40B4-BE49-F238E27FC236}">
                <a16:creationId xmlns:a16="http://schemas.microsoft.com/office/drawing/2014/main" id="{286FAD47-1064-0A13-FFD2-39A5DAC83B57}"/>
              </a:ext>
            </a:extLst>
          </p:cNvPr>
          <p:cNvGrpSpPr/>
          <p:nvPr/>
        </p:nvGrpSpPr>
        <p:grpSpPr>
          <a:xfrm>
            <a:off x="9885000" y="2623590"/>
            <a:ext cx="766080" cy="183600"/>
            <a:chOff x="9885000" y="2623590"/>
            <a:chExt cx="766080" cy="18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275" name="Ink 274">
                  <a:extLst>
                    <a:ext uri="{FF2B5EF4-FFF2-40B4-BE49-F238E27FC236}">
                      <a16:creationId xmlns:a16="http://schemas.microsoft.com/office/drawing/2014/main" id="{7F3431FB-5AB5-EBAC-C0BE-E981829D5FD4}"/>
                    </a:ext>
                  </a:extLst>
                </p14:cNvPr>
                <p14:cNvContentPartPr/>
                <p14:nvPr/>
              </p14:nvContentPartPr>
              <p14:xfrm>
                <a:off x="9885000" y="2656350"/>
                <a:ext cx="160920" cy="150840"/>
              </p14:xfrm>
            </p:contentPart>
          </mc:Choice>
          <mc:Fallback xmlns="">
            <p:pic>
              <p:nvPicPr>
                <p:cNvPr id="275" name="Ink 274">
                  <a:extLst>
                    <a:ext uri="{FF2B5EF4-FFF2-40B4-BE49-F238E27FC236}">
                      <a16:creationId xmlns:a16="http://schemas.microsoft.com/office/drawing/2014/main" id="{7F3431FB-5AB5-EBAC-C0BE-E981829D5FD4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9880680" y="2652030"/>
                  <a:ext cx="1695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276" name="Ink 275">
                  <a:extLst>
                    <a:ext uri="{FF2B5EF4-FFF2-40B4-BE49-F238E27FC236}">
                      <a16:creationId xmlns:a16="http://schemas.microsoft.com/office/drawing/2014/main" id="{EC7406C8-42BB-27BD-7BA1-CC606723FB9C}"/>
                    </a:ext>
                  </a:extLst>
                </p14:cNvPr>
                <p14:cNvContentPartPr/>
                <p14:nvPr/>
              </p14:nvContentPartPr>
              <p14:xfrm>
                <a:off x="10173360" y="2720430"/>
                <a:ext cx="6480" cy="41400"/>
              </p14:xfrm>
            </p:contentPart>
          </mc:Choice>
          <mc:Fallback xmlns="">
            <p:pic>
              <p:nvPicPr>
                <p:cNvPr id="276" name="Ink 275">
                  <a:extLst>
                    <a:ext uri="{FF2B5EF4-FFF2-40B4-BE49-F238E27FC236}">
                      <a16:creationId xmlns:a16="http://schemas.microsoft.com/office/drawing/2014/main" id="{EC7406C8-42BB-27BD-7BA1-CC606723FB9C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10169040" y="2716110"/>
                  <a:ext cx="15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277" name="Ink 276">
                  <a:extLst>
                    <a:ext uri="{FF2B5EF4-FFF2-40B4-BE49-F238E27FC236}">
                      <a16:creationId xmlns:a16="http://schemas.microsoft.com/office/drawing/2014/main" id="{9E2AEEDC-83DA-CE8B-4DA9-57CDD2C779E2}"/>
                    </a:ext>
                  </a:extLst>
                </p14:cNvPr>
                <p14:cNvContentPartPr/>
                <p14:nvPr/>
              </p14:nvContentPartPr>
              <p14:xfrm>
                <a:off x="10236000" y="2652390"/>
                <a:ext cx="116280" cy="126000"/>
              </p14:xfrm>
            </p:contentPart>
          </mc:Choice>
          <mc:Fallback xmlns="">
            <p:pic>
              <p:nvPicPr>
                <p:cNvPr id="277" name="Ink 276">
                  <a:extLst>
                    <a:ext uri="{FF2B5EF4-FFF2-40B4-BE49-F238E27FC236}">
                      <a16:creationId xmlns:a16="http://schemas.microsoft.com/office/drawing/2014/main" id="{9E2AEEDC-83DA-CE8B-4DA9-57CDD2C779E2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10231680" y="2648070"/>
                  <a:ext cx="124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278" name="Ink 277">
                  <a:extLst>
                    <a:ext uri="{FF2B5EF4-FFF2-40B4-BE49-F238E27FC236}">
                      <a16:creationId xmlns:a16="http://schemas.microsoft.com/office/drawing/2014/main" id="{49E6C12E-C7BA-A864-ED75-14E96F96B4A5}"/>
                    </a:ext>
                  </a:extLst>
                </p14:cNvPr>
                <p14:cNvContentPartPr/>
                <p14:nvPr/>
              </p14:nvContentPartPr>
              <p14:xfrm>
                <a:off x="10447680" y="2657430"/>
                <a:ext cx="105480" cy="121680"/>
              </p14:xfrm>
            </p:contentPart>
          </mc:Choice>
          <mc:Fallback xmlns="">
            <p:pic>
              <p:nvPicPr>
                <p:cNvPr id="278" name="Ink 277">
                  <a:extLst>
                    <a:ext uri="{FF2B5EF4-FFF2-40B4-BE49-F238E27FC236}">
                      <a16:creationId xmlns:a16="http://schemas.microsoft.com/office/drawing/2014/main" id="{49E6C12E-C7BA-A864-ED75-14E96F96B4A5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10443360" y="2653110"/>
                  <a:ext cx="1141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279" name="Ink 278">
                  <a:extLst>
                    <a:ext uri="{FF2B5EF4-FFF2-40B4-BE49-F238E27FC236}">
                      <a16:creationId xmlns:a16="http://schemas.microsoft.com/office/drawing/2014/main" id="{CB5821BA-313A-F1E7-FD48-3D1E0BCE6947}"/>
                    </a:ext>
                  </a:extLst>
                </p14:cNvPr>
                <p14:cNvContentPartPr/>
                <p14:nvPr/>
              </p14:nvContentPartPr>
              <p14:xfrm>
                <a:off x="10503840" y="2623590"/>
                <a:ext cx="147240" cy="36000"/>
              </p14:xfrm>
            </p:contentPart>
          </mc:Choice>
          <mc:Fallback xmlns="">
            <p:pic>
              <p:nvPicPr>
                <p:cNvPr id="279" name="Ink 278">
                  <a:extLst>
                    <a:ext uri="{FF2B5EF4-FFF2-40B4-BE49-F238E27FC236}">
                      <a16:creationId xmlns:a16="http://schemas.microsoft.com/office/drawing/2014/main" id="{CB5821BA-313A-F1E7-FD48-3D1E0BCE6947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10499520" y="2619270"/>
                  <a:ext cx="155880" cy="4464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" name="Oval 8">
            <a:extLst>
              <a:ext uri="{FF2B5EF4-FFF2-40B4-BE49-F238E27FC236}">
                <a16:creationId xmlns:a16="http://schemas.microsoft.com/office/drawing/2014/main" id="{119198EE-2A21-0B64-51B6-F5C6FEA9472F}"/>
              </a:ext>
            </a:extLst>
          </p:cNvPr>
          <p:cNvSpPr/>
          <p:nvPr/>
        </p:nvSpPr>
        <p:spPr>
          <a:xfrm>
            <a:off x="4380841" y="859456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CDED82-71AB-27DD-6C28-6BB930124A57}"/>
              </a:ext>
            </a:extLst>
          </p:cNvPr>
          <p:cNvSpPr/>
          <p:nvPr/>
        </p:nvSpPr>
        <p:spPr>
          <a:xfrm>
            <a:off x="6271261" y="859456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78A407-A8A9-5CAD-E4CC-30BC1AD990D1}"/>
              </a:ext>
            </a:extLst>
          </p:cNvPr>
          <p:cNvSpPr/>
          <p:nvPr/>
        </p:nvSpPr>
        <p:spPr>
          <a:xfrm>
            <a:off x="3367693" y="263530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C3677CE-7511-EC15-E052-632BE8989B06}"/>
              </a:ext>
            </a:extLst>
          </p:cNvPr>
          <p:cNvSpPr/>
          <p:nvPr/>
        </p:nvSpPr>
        <p:spPr>
          <a:xfrm>
            <a:off x="4459909" y="254317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D9D51E6-EB07-F50A-5264-B9CCCB2B7C45}"/>
              </a:ext>
            </a:extLst>
          </p:cNvPr>
          <p:cNvSpPr/>
          <p:nvPr/>
        </p:nvSpPr>
        <p:spPr>
          <a:xfrm>
            <a:off x="6218920" y="257175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6851FAE-8219-FF5B-838F-26AADEA3A06C}"/>
              </a:ext>
            </a:extLst>
          </p:cNvPr>
          <p:cNvSpPr/>
          <p:nvPr/>
        </p:nvSpPr>
        <p:spPr>
          <a:xfrm>
            <a:off x="3332645" y="4486275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4CA4238-ED63-6487-D9E2-E564024E7849}"/>
              </a:ext>
            </a:extLst>
          </p:cNvPr>
          <p:cNvSpPr/>
          <p:nvPr/>
        </p:nvSpPr>
        <p:spPr>
          <a:xfrm>
            <a:off x="4437698" y="443133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B443E82-08A8-D12B-ADEA-021EEDC35E8A}"/>
              </a:ext>
            </a:extLst>
          </p:cNvPr>
          <p:cNvSpPr/>
          <p:nvPr/>
        </p:nvSpPr>
        <p:spPr>
          <a:xfrm>
            <a:off x="6271261" y="4431330"/>
            <a:ext cx="1483694" cy="148369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2758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extBox 399">
            <a:extLst>
              <a:ext uri="{FF2B5EF4-FFF2-40B4-BE49-F238E27FC236}">
                <a16:creationId xmlns:a16="http://schemas.microsoft.com/office/drawing/2014/main" id="{F27033C2-D383-F9BD-3ACD-29C08477D3E1}"/>
              </a:ext>
            </a:extLst>
          </p:cNvPr>
          <p:cNvSpPr txBox="1"/>
          <p:nvPr/>
        </p:nvSpPr>
        <p:spPr>
          <a:xfrm>
            <a:off x="971550" y="577066"/>
            <a:ext cx="6096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Nr = 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C = 1.0/Nr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R = 0.2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D = C-2.0*R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S = D/2.0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0.0;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0.0;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row = 0:Nr-1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for </a:t>
            </a:r>
            <a:r>
              <a:rPr lang="pt-BR" sz="1800" b="0" i="0" dirty="0">
                <a:effectLst/>
                <a:latin typeface="Menlo"/>
              </a:rPr>
              <a:t>col = 0:Nr-1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x = 0.5 + S + R + col*(2*S+2*R);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y = 0.5 + S + R + row*(2*S+2*R);</a:t>
            </a:r>
          </a:p>
          <a:p>
            <a:pPr>
              <a:buNone/>
            </a:pPr>
            <a:r>
              <a:rPr lang="pt-BR" sz="1800" b="0" i="0" dirty="0">
                <a:effectLst/>
                <a:latin typeface="Menlo"/>
              </a:rPr>
              <a:t>fprintf(</a:t>
            </a:r>
            <a:r>
              <a:rPr lang="pt-BR" sz="1800" b="0" i="0" dirty="0">
                <a:solidFill>
                  <a:srgbClr val="A709F5"/>
                </a:solidFill>
                <a:effectLst/>
                <a:latin typeface="Menlo"/>
              </a:rPr>
              <a:t>"&lt;%0.2f,%0.2f&gt;\n"</a:t>
            </a:r>
            <a:r>
              <a:rPr lang="pt-BR" sz="1800" b="0" i="0" dirty="0">
                <a:effectLst/>
                <a:latin typeface="Menlo"/>
              </a:rPr>
              <a:t>,x,y)</a:t>
            </a: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  <a:p>
            <a:pPr>
              <a:buNone/>
            </a:pPr>
            <a:r>
              <a:rPr lang="pt-BR" sz="1800" b="0" i="0" dirty="0">
                <a:solidFill>
                  <a:srgbClr val="0E00FF"/>
                </a:solidFill>
                <a:effectLst/>
                <a:latin typeface="Menlo"/>
              </a:rPr>
              <a:t>end</a:t>
            </a:r>
            <a:endParaRPr lang="pt-BR" sz="1800" b="0" i="0" dirty="0">
              <a:effectLst/>
              <a:latin typeface="Menlo"/>
            </a:endParaRP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62017A69-70DD-6CAB-C1D9-C22832985916}"/>
              </a:ext>
            </a:extLst>
          </p:cNvPr>
          <p:cNvSpPr txBox="1"/>
          <p:nvPr/>
        </p:nvSpPr>
        <p:spPr>
          <a:xfrm>
            <a:off x="5686425" y="1223725"/>
            <a:ext cx="27051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dirty="0"/>
          </a:p>
          <a:p>
            <a:r>
              <a:rPr lang="en-US" dirty="0"/>
              <a:t>Nr =  2</a:t>
            </a:r>
          </a:p>
          <a:p>
            <a:r>
              <a:rPr lang="en-US" dirty="0"/>
              <a:t>C =  0.5000</a:t>
            </a:r>
          </a:p>
          <a:p>
            <a:r>
              <a:rPr lang="en-US" dirty="0"/>
              <a:t>R =  0.2000</a:t>
            </a:r>
          </a:p>
          <a:p>
            <a:r>
              <a:rPr lang="en-US" dirty="0"/>
              <a:t>D =  0.1000</a:t>
            </a:r>
          </a:p>
          <a:p>
            <a:r>
              <a:rPr lang="en-US" dirty="0"/>
              <a:t>S = 0.0500</a:t>
            </a:r>
          </a:p>
          <a:p>
            <a:endParaRPr lang="en-US" dirty="0"/>
          </a:p>
          <a:p>
            <a:r>
              <a:rPr lang="en-US" dirty="0"/>
              <a:t>row:0,col:0&lt;0.75,0.75&gt;</a:t>
            </a:r>
          </a:p>
          <a:p>
            <a:r>
              <a:rPr lang="en-US" dirty="0"/>
              <a:t>row:0,col:1&lt;1.25,0.75&gt;</a:t>
            </a:r>
          </a:p>
          <a:p>
            <a:r>
              <a:rPr lang="en-US" dirty="0"/>
              <a:t>row:1,col:0&lt;0.75,1.25&gt;</a:t>
            </a:r>
          </a:p>
          <a:p>
            <a:r>
              <a:rPr lang="en-US" dirty="0"/>
              <a:t>row:1,col:1&lt;1.25,1.25&gt;</a:t>
            </a:r>
          </a:p>
        </p:txBody>
      </p:sp>
    </p:spTree>
    <p:extLst>
      <p:ext uri="{BB962C8B-B14F-4D97-AF65-F5344CB8AC3E}">
        <p14:creationId xmlns:p14="http://schemas.microsoft.com/office/powerpoint/2010/main" val="1812258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Box 48">
            <a:extLst>
              <a:ext uri="{FF2B5EF4-FFF2-40B4-BE49-F238E27FC236}">
                <a16:creationId xmlns:a16="http://schemas.microsoft.com/office/drawing/2014/main" id="{C8CC4259-2B03-B1E2-CBF9-DCB99CEFF9C5}"/>
              </a:ext>
            </a:extLst>
          </p:cNvPr>
          <p:cNvSpPr txBox="1"/>
          <p:nvPr/>
        </p:nvSpPr>
        <p:spPr>
          <a:xfrm>
            <a:off x="3171825" y="533400"/>
            <a:ext cx="52197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Cell and Lock array allocation and testing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7C2C694-3743-4B4E-3300-E8AE4C3571EE}"/>
              </a:ext>
            </a:extLst>
          </p:cNvPr>
          <p:cNvSpPr txBox="1"/>
          <p:nvPr/>
        </p:nvSpPr>
        <p:spPr>
          <a:xfrm>
            <a:off x="381000" y="1400175"/>
            <a:ext cx="94678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en-US" dirty="0"/>
              <a:t>In P Forge</a:t>
            </a:r>
          </a:p>
          <a:p>
            <a:pPr marL="342900" indent="-342900">
              <a:buAutoNum type="romanUcPeriod"/>
            </a:pPr>
            <a:r>
              <a:rPr lang="en-US" dirty="0"/>
              <a:t>Load config file</a:t>
            </a:r>
          </a:p>
          <a:p>
            <a:pPr marL="342900" indent="-342900">
              <a:buAutoNum type="romanUcPeriod"/>
            </a:pPr>
            <a:r>
              <a:rPr lang="en-US" dirty="0"/>
              <a:t>Generate </a:t>
            </a:r>
            <a:r>
              <a:rPr lang="en-US" dirty="0" err="1"/>
              <a:t>paricle</a:t>
            </a:r>
            <a:r>
              <a:rPr lang="en-US" dirty="0"/>
              <a:t> data and </a:t>
            </a:r>
            <a:r>
              <a:rPr lang="en-US" dirty="0" err="1"/>
              <a:t>tst</a:t>
            </a:r>
            <a:r>
              <a:rPr lang="en-US" dirty="0"/>
              <a:t> file</a:t>
            </a:r>
          </a:p>
          <a:p>
            <a:pPr marL="342900" indent="-342900">
              <a:buAutoNum type="romanUcPeriod"/>
            </a:pPr>
            <a:r>
              <a:rPr lang="en-US" dirty="0"/>
              <a:t>Select a bin file</a:t>
            </a:r>
          </a:p>
          <a:p>
            <a:pPr marL="342900" indent="-342900">
              <a:buAutoNum type="romanUcPeriod"/>
            </a:pPr>
            <a:r>
              <a:rPr lang="en-US" dirty="0"/>
              <a:t>Press Fill Cell Arry</a:t>
            </a:r>
          </a:p>
          <a:p>
            <a:pPr marL="800100" lvl="1" indent="-342900">
              <a:buAutoNum type="arabicPeriod"/>
            </a:pPr>
            <a:r>
              <a:rPr lang="en-US" dirty="0"/>
              <a:t>Takes side length and adds one to it since the counter is &lt;0,0,0&gt; based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an cell array that is [(side_length+1)^3][(</a:t>
            </a:r>
            <a:r>
              <a:rPr lang="en-US" dirty="0" err="1"/>
              <a:t>occupancy_list_size</a:t>
            </a:r>
            <a:r>
              <a:rPr lang="en-US" dirty="0"/>
              <a:t>)]</a:t>
            </a:r>
          </a:p>
          <a:p>
            <a:pPr marL="800100" lvl="1" indent="-342900">
              <a:buAutoNum type="arabicPeriod"/>
            </a:pPr>
            <a:r>
              <a:rPr lang="en-US" dirty="0"/>
              <a:t>Allocates a lock array that is [(side_length+1)^3]</a:t>
            </a:r>
          </a:p>
          <a:p>
            <a:pPr marL="400050" indent="-400050">
              <a:buAutoNum type="romanUcPeriod"/>
            </a:pPr>
            <a:r>
              <a:rPr lang="en-US" dirty="0"/>
              <a:t>In </a:t>
            </a:r>
            <a:r>
              <a:rPr lang="en-US" dirty="0" err="1"/>
              <a:t>vulkan</a:t>
            </a:r>
            <a:endParaRPr lang="en-US" dirty="0"/>
          </a:p>
          <a:p>
            <a:pPr marL="400050" indent="-400050">
              <a:buAutoNum type="romanU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0459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ADE0D23-8604-027F-2C77-786A298230D4}"/>
              </a:ext>
            </a:extLst>
          </p:cNvPr>
          <p:cNvSpPr txBox="1"/>
          <p:nvPr/>
        </p:nvSpPr>
        <p:spPr>
          <a:xfrm>
            <a:off x="1371600" y="819150"/>
            <a:ext cx="103346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Fill cell array</a:t>
            </a:r>
          </a:p>
          <a:p>
            <a:r>
              <a:rPr lang="en-US" dirty="0"/>
              <a:t>	calculates cell array </a:t>
            </a:r>
            <a:r>
              <a:rPr lang="en-US" dirty="0" err="1"/>
              <a:t>ise</a:t>
            </a:r>
            <a:r>
              <a:rPr lang="en-US" dirty="0"/>
              <a:t> </a:t>
            </a:r>
            <a:r>
              <a:rPr lang="en-US" dirty="0" err="1"/>
              <a:t>byts</a:t>
            </a:r>
            <a:r>
              <a:rPr lang="en-US" dirty="0"/>
              <a:t>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err="1"/>
              <a:t>calulates</a:t>
            </a:r>
            <a:r>
              <a:rPr lang="en-US" dirty="0"/>
              <a:t> lock array bytes and </a:t>
            </a:r>
            <a:r>
              <a:rPr lang="en-US" dirty="0" err="1"/>
              <a:t>len</a:t>
            </a:r>
            <a:endParaRPr lang="en-US" dirty="0"/>
          </a:p>
          <a:p>
            <a:r>
              <a:rPr lang="en-US" dirty="0"/>
              <a:t>	Write cell array bytes to </a:t>
            </a:r>
            <a:r>
              <a:rPr lang="en-US" dirty="0" err="1"/>
              <a:t>cfg</a:t>
            </a:r>
            <a:r>
              <a:rPr lang="en-US" dirty="0"/>
              <a:t>(</a:t>
            </a:r>
            <a:r>
              <a:rPr lang="en-US" dirty="0" err="1"/>
              <a:t>cell_ary_rpt_text</a:t>
            </a:r>
            <a:r>
              <a:rPr lang="en-US" dirty="0"/>
              <a:t> = "cell_ary_rpt.txt“);</a:t>
            </a:r>
          </a:p>
        </p:txBody>
      </p:sp>
    </p:spTree>
    <p:extLst>
      <p:ext uri="{BB962C8B-B14F-4D97-AF65-F5344CB8AC3E}">
        <p14:creationId xmlns:p14="http://schemas.microsoft.com/office/powerpoint/2010/main" val="2014598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2BAE990F-B85B-69EC-2E15-193A9A0A9340}"/>
              </a:ext>
            </a:extLst>
          </p:cNvPr>
          <p:cNvGrpSpPr/>
          <p:nvPr/>
        </p:nvGrpSpPr>
        <p:grpSpPr>
          <a:xfrm>
            <a:off x="787815" y="1066035"/>
            <a:ext cx="1619640" cy="450360"/>
            <a:chOff x="787815" y="1066035"/>
            <a:chExt cx="1619640" cy="45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232D20CC-0E6C-46B9-1148-C56C92C0DBCC}"/>
                    </a:ext>
                  </a:extLst>
                </p14:cNvPr>
                <p14:cNvContentPartPr/>
                <p14:nvPr/>
              </p14:nvContentPartPr>
              <p14:xfrm>
                <a:off x="900855" y="1152795"/>
                <a:ext cx="34560" cy="15336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232D20CC-0E6C-46B9-1148-C56C92C0DBCC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894735" y="1146675"/>
                  <a:ext cx="4680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FF7789D-EEED-4F6F-9B59-2DCDFF6C24AE}"/>
                    </a:ext>
                  </a:extLst>
                </p14:cNvPr>
                <p14:cNvContentPartPr/>
                <p14:nvPr/>
              </p14:nvContentPartPr>
              <p14:xfrm>
                <a:off x="787815" y="1301835"/>
                <a:ext cx="288720" cy="34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FF7789D-EEED-4F6F-9B59-2DCDFF6C24AE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81695" y="1295715"/>
                  <a:ext cx="30096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3DF80182-2C5D-CEF5-2370-5B7B122BC457}"/>
                    </a:ext>
                  </a:extLst>
                </p14:cNvPr>
                <p14:cNvContentPartPr/>
                <p14:nvPr/>
              </p14:nvContentPartPr>
              <p14:xfrm>
                <a:off x="906255" y="1387875"/>
                <a:ext cx="126720" cy="1094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3DF80182-2C5D-CEF5-2370-5B7B122BC4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00135" y="1381755"/>
                  <a:ext cx="1389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031C715E-630F-B2E3-565F-9A91DC98EE64}"/>
                    </a:ext>
                  </a:extLst>
                </p14:cNvPr>
                <p14:cNvContentPartPr/>
                <p14:nvPr/>
              </p14:nvContentPartPr>
              <p14:xfrm>
                <a:off x="1146735" y="1183035"/>
                <a:ext cx="162000" cy="10008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031C715E-630F-B2E3-565F-9A91DC98EE6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140615" y="1176915"/>
                  <a:ext cx="17424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C2FEF62A-DD6C-36FC-0D40-B5BB99562CC6}"/>
                    </a:ext>
                  </a:extLst>
                </p14:cNvPr>
                <p14:cNvContentPartPr/>
                <p14:nvPr/>
              </p14:nvContentPartPr>
              <p14:xfrm>
                <a:off x="1272375" y="1075755"/>
                <a:ext cx="21960" cy="175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C2FEF62A-DD6C-36FC-0D40-B5BB99562CC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66255" y="1069635"/>
                  <a:ext cx="34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0C50DAB8-C60A-A1CF-F109-992694336373}"/>
                    </a:ext>
                  </a:extLst>
                </p14:cNvPr>
                <p14:cNvContentPartPr/>
                <p14:nvPr/>
              </p14:nvContentPartPr>
              <p14:xfrm>
                <a:off x="1155015" y="1301475"/>
                <a:ext cx="309600" cy="338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0C50DAB8-C60A-A1CF-F109-99269433637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48895" y="1295355"/>
                  <a:ext cx="32184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28AE53A-127B-ADE9-2A0E-5723B5302E38}"/>
                    </a:ext>
                  </a:extLst>
                </p14:cNvPr>
                <p14:cNvContentPartPr/>
                <p14:nvPr/>
              </p14:nvContentPartPr>
              <p14:xfrm>
                <a:off x="1119375" y="1389675"/>
                <a:ext cx="174600" cy="95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28AE53A-127B-ADE9-2A0E-5723B5302E38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13255" y="1383555"/>
                  <a:ext cx="18684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228137C-954D-A936-D1D1-E58AC0235985}"/>
                    </a:ext>
                  </a:extLst>
                </p14:cNvPr>
                <p14:cNvContentPartPr/>
                <p14:nvPr/>
              </p14:nvContentPartPr>
              <p14:xfrm>
                <a:off x="1267695" y="1307235"/>
                <a:ext cx="46800" cy="1710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228137C-954D-A936-D1D1-E58AC0235985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261575" y="1301115"/>
                  <a:ext cx="5904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F2322F1-FF1E-686E-9D6E-6637250B330A}"/>
                    </a:ext>
                  </a:extLst>
                </p14:cNvPr>
                <p14:cNvContentPartPr/>
                <p14:nvPr/>
              </p14:nvContentPartPr>
              <p14:xfrm>
                <a:off x="1354455" y="1342515"/>
                <a:ext cx="123480" cy="121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F2322F1-FF1E-686E-9D6E-6637250B330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348335" y="1336395"/>
                  <a:ext cx="13572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67FEBFA3-B72D-5768-AEE6-ED5E16F24869}"/>
                    </a:ext>
                  </a:extLst>
                </p14:cNvPr>
                <p14:cNvContentPartPr/>
                <p14:nvPr/>
              </p14:nvContentPartPr>
              <p14:xfrm>
                <a:off x="1522935" y="1145955"/>
                <a:ext cx="120240" cy="3225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67FEBFA3-B72D-5768-AEE6-ED5E16F24869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516815" y="1139835"/>
                  <a:ext cx="132480" cy="33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675B6944-F351-DAB3-6891-DEA932955AD6}"/>
                    </a:ext>
                  </a:extLst>
                </p14:cNvPr>
                <p14:cNvContentPartPr/>
                <p14:nvPr/>
              </p14:nvContentPartPr>
              <p14:xfrm>
                <a:off x="1641735" y="1219395"/>
                <a:ext cx="139320" cy="137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675B6944-F351-DAB3-6891-DEA932955AD6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635615" y="1213275"/>
                  <a:ext cx="15156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CD3C2F14-7D95-7D11-1A57-E2BA109741C2}"/>
                    </a:ext>
                  </a:extLst>
                </p14:cNvPr>
                <p14:cNvContentPartPr/>
                <p14:nvPr/>
              </p14:nvContentPartPr>
              <p14:xfrm>
                <a:off x="1783575" y="1199235"/>
                <a:ext cx="137520" cy="734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CD3C2F14-7D95-7D11-1A57-E2BA109741C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777455" y="1193115"/>
                  <a:ext cx="1497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3DC65C10-7832-88A4-BB65-D8DE67305654}"/>
                    </a:ext>
                  </a:extLst>
                </p14:cNvPr>
                <p14:cNvContentPartPr/>
                <p14:nvPr/>
              </p14:nvContentPartPr>
              <p14:xfrm>
                <a:off x="1908135" y="1131195"/>
                <a:ext cx="45360" cy="165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3DC65C10-7832-88A4-BB65-D8DE6730565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1902015" y="1125075"/>
                  <a:ext cx="57600" cy="17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4D0D02E6-E840-4248-E447-724109BBD346}"/>
                    </a:ext>
                  </a:extLst>
                </p14:cNvPr>
                <p14:cNvContentPartPr/>
                <p14:nvPr/>
              </p14:nvContentPartPr>
              <p14:xfrm>
                <a:off x="2028735" y="1159275"/>
                <a:ext cx="37080" cy="113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4D0D02E6-E840-4248-E447-724109BBD346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2022615" y="1153155"/>
                  <a:ext cx="493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CD9FF48-1DD1-55B4-FE07-9ED60D2CC2E1}"/>
                    </a:ext>
                  </a:extLst>
                </p14:cNvPr>
                <p14:cNvContentPartPr/>
                <p14:nvPr/>
              </p14:nvContentPartPr>
              <p14:xfrm>
                <a:off x="1823175" y="1306155"/>
                <a:ext cx="352800" cy="432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CD9FF48-1DD1-55B4-FE07-9ED60D2CC2E1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817055" y="1300035"/>
                  <a:ext cx="36504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8764A97-7918-0AD8-33A1-F8B8012EDFA9}"/>
                    </a:ext>
                  </a:extLst>
                </p14:cNvPr>
                <p14:cNvContentPartPr/>
                <p14:nvPr/>
              </p14:nvContentPartPr>
              <p14:xfrm>
                <a:off x="1834695" y="1429635"/>
                <a:ext cx="120960" cy="80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8764A97-7918-0AD8-33A1-F8B8012EDFA9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828575" y="1423515"/>
                  <a:ext cx="13320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650DBF51-EEAC-0E8F-201A-AB826E0A95B8}"/>
                    </a:ext>
                  </a:extLst>
                </p14:cNvPr>
                <p14:cNvContentPartPr/>
                <p14:nvPr/>
              </p14:nvContentPartPr>
              <p14:xfrm>
                <a:off x="1917135" y="1369875"/>
                <a:ext cx="68760" cy="1375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650DBF51-EEAC-0E8F-201A-AB826E0A95B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911015" y="1363755"/>
                  <a:ext cx="8100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4E6D669-6F56-D3A8-DF76-19635C0FD5B1}"/>
                    </a:ext>
                  </a:extLst>
                </p14:cNvPr>
                <p14:cNvContentPartPr/>
                <p14:nvPr/>
              </p14:nvContentPartPr>
              <p14:xfrm>
                <a:off x="2015415" y="1400835"/>
                <a:ext cx="133920" cy="11556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4E6D669-6F56-D3A8-DF76-19635C0FD5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009295" y="1394715"/>
                  <a:ext cx="1461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545F95A-7189-3DF1-F343-1A4D5124C5DC}"/>
                    </a:ext>
                  </a:extLst>
                </p14:cNvPr>
                <p14:cNvContentPartPr/>
                <p14:nvPr/>
              </p14:nvContentPartPr>
              <p14:xfrm>
                <a:off x="2265255" y="1066035"/>
                <a:ext cx="142200" cy="4485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545F95A-7189-3DF1-F343-1A4D5124C5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259135" y="1059915"/>
                  <a:ext cx="154440" cy="4608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4FDD6F7-1EAA-BA0B-CD6C-5DCA5B58A04E}"/>
                  </a:ext>
                </a:extLst>
              </p14:cNvPr>
              <p14:cNvContentPartPr/>
              <p14:nvPr/>
            </p14:nvContentPartPr>
            <p14:xfrm>
              <a:off x="2678184" y="1273176"/>
              <a:ext cx="98640" cy="129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4FDD6F7-1EAA-BA0B-CD6C-5DCA5B58A04E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2672064" y="1267056"/>
                <a:ext cx="110880" cy="2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25F86B19-558F-6E5A-BE7C-0F910DB0086B}"/>
                  </a:ext>
                </a:extLst>
              </p14:cNvPr>
              <p14:cNvContentPartPr/>
              <p14:nvPr/>
            </p14:nvContentPartPr>
            <p14:xfrm>
              <a:off x="2687544" y="1361016"/>
              <a:ext cx="152280" cy="255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25F86B19-558F-6E5A-BE7C-0F910DB0086B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2681424" y="1354896"/>
                <a:ext cx="164520" cy="37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82F3EB64-195E-89C8-E447-FA149F456A98}"/>
                  </a:ext>
                </a:extLst>
              </p14:cNvPr>
              <p14:cNvContentPartPr/>
              <p14:nvPr/>
            </p14:nvContentPartPr>
            <p14:xfrm>
              <a:off x="1970784" y="1124856"/>
              <a:ext cx="185040" cy="6732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82F3EB64-195E-89C8-E447-FA149F456A98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964664" y="1118736"/>
                <a:ext cx="197280" cy="79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0" name="Group 129">
            <a:extLst>
              <a:ext uri="{FF2B5EF4-FFF2-40B4-BE49-F238E27FC236}">
                <a16:creationId xmlns:a16="http://schemas.microsoft.com/office/drawing/2014/main" id="{79271CBD-BC07-ADA5-9E91-408F874731F9}"/>
              </a:ext>
            </a:extLst>
          </p:cNvPr>
          <p:cNvGrpSpPr/>
          <p:nvPr/>
        </p:nvGrpSpPr>
        <p:grpSpPr>
          <a:xfrm>
            <a:off x="1077264" y="1829016"/>
            <a:ext cx="1157760" cy="573120"/>
            <a:chOff x="1077264" y="1829016"/>
            <a:chExt cx="1157760" cy="57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98B41DC-9FB3-1302-1F1D-EA98D5575E8A}"/>
                    </a:ext>
                  </a:extLst>
                </p14:cNvPr>
                <p14:cNvContentPartPr/>
                <p14:nvPr/>
              </p14:nvContentPartPr>
              <p14:xfrm>
                <a:off x="1138824" y="1931976"/>
                <a:ext cx="155880" cy="12096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98B41DC-9FB3-1302-1F1D-EA98D5575E8A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132704" y="1925856"/>
                  <a:ext cx="16812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BE587F4-373A-750E-E2D4-ED293A35CF29}"/>
                    </a:ext>
                  </a:extLst>
                </p14:cNvPr>
                <p14:cNvContentPartPr/>
                <p14:nvPr/>
              </p14:nvContentPartPr>
              <p14:xfrm>
                <a:off x="1256544" y="1829016"/>
                <a:ext cx="32760" cy="213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BE587F4-373A-750E-E2D4-ED293A35CF29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250424" y="1822896"/>
                  <a:ext cx="4500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505E2B5-8648-D1E1-A63E-1F3C20816DCA}"/>
                    </a:ext>
                  </a:extLst>
                </p14:cNvPr>
                <p14:cNvContentPartPr/>
                <p14:nvPr/>
              </p14:nvContentPartPr>
              <p14:xfrm>
                <a:off x="1077264" y="2132856"/>
                <a:ext cx="289080" cy="151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505E2B5-8648-D1E1-A63E-1F3C20816DC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71144" y="2126736"/>
                  <a:ext cx="30132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22757F6-79D1-790A-049A-B55653D123B9}"/>
                    </a:ext>
                  </a:extLst>
                </p14:cNvPr>
                <p14:cNvContentPartPr/>
                <p14:nvPr/>
              </p14:nvContentPartPr>
              <p14:xfrm>
                <a:off x="1111464" y="2228256"/>
                <a:ext cx="131040" cy="137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22757F6-79D1-790A-049A-B55653D123B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105344" y="2222136"/>
                  <a:ext cx="143280" cy="15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27665C95-31DE-441B-D12B-4CC3BC990B32}"/>
                    </a:ext>
                  </a:extLst>
                </p14:cNvPr>
                <p14:cNvContentPartPr/>
                <p14:nvPr/>
              </p14:nvContentPartPr>
              <p14:xfrm>
                <a:off x="1211904" y="2161296"/>
                <a:ext cx="63360" cy="1828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27665C95-31DE-441B-D12B-4CC3BC990B32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1205784" y="2155176"/>
                  <a:ext cx="756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6C6C5878-4EF3-7A13-11A1-B79771205C7A}"/>
                    </a:ext>
                  </a:extLst>
                </p14:cNvPr>
                <p14:cNvContentPartPr/>
                <p14:nvPr/>
              </p14:nvContentPartPr>
              <p14:xfrm>
                <a:off x="1287504" y="2219616"/>
                <a:ext cx="92160" cy="14508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6C6C5878-4EF3-7A13-11A1-B79771205C7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281384" y="2213496"/>
                  <a:ext cx="1044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70EACBEB-7C45-CB58-11A1-0D7778FEE86B}"/>
                    </a:ext>
                  </a:extLst>
                </p14:cNvPr>
                <p14:cNvContentPartPr/>
                <p14:nvPr/>
              </p14:nvContentPartPr>
              <p14:xfrm>
                <a:off x="1411704" y="1872936"/>
                <a:ext cx="119880" cy="387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70EACBEB-7C45-CB58-11A1-0D7778FEE86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405584" y="1866816"/>
                  <a:ext cx="132120" cy="39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1B5381F7-BE8B-0A39-636C-00BA1E920463}"/>
                    </a:ext>
                  </a:extLst>
                </p14:cNvPr>
                <p14:cNvContentPartPr/>
                <p14:nvPr/>
              </p14:nvContentPartPr>
              <p14:xfrm>
                <a:off x="1513944" y="2065176"/>
                <a:ext cx="80280" cy="1148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1B5381F7-BE8B-0A39-636C-00BA1E92046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1507824" y="2059056"/>
                  <a:ext cx="9252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384D8F61-C594-1923-3EF6-87BBE1BEC946}"/>
                    </a:ext>
                  </a:extLst>
                </p14:cNvPr>
                <p14:cNvContentPartPr/>
                <p14:nvPr/>
              </p14:nvContentPartPr>
              <p14:xfrm>
                <a:off x="1643544" y="1965096"/>
                <a:ext cx="156600" cy="110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384D8F61-C594-1923-3EF6-87BBE1BEC946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637424" y="1958976"/>
                  <a:ext cx="16884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CDF8B83-AF7B-AF06-0769-303AED4F4573}"/>
                    </a:ext>
                  </a:extLst>
                </p14:cNvPr>
                <p14:cNvContentPartPr/>
                <p14:nvPr/>
              </p14:nvContentPartPr>
              <p14:xfrm>
                <a:off x="1735704" y="1856736"/>
                <a:ext cx="47520" cy="2138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CDF8B83-AF7B-AF06-0769-303AED4F457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729584" y="1850616"/>
                  <a:ext cx="597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2C4BFF7-23E4-D83D-D1D9-EF40912D39A2}"/>
                    </a:ext>
                  </a:extLst>
                </p14:cNvPr>
                <p14:cNvContentPartPr/>
                <p14:nvPr/>
              </p14:nvContentPartPr>
              <p14:xfrm>
                <a:off x="1854864" y="1936296"/>
                <a:ext cx="37080" cy="1335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2C4BFF7-23E4-D83D-D1D9-EF40912D39A2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848744" y="1930176"/>
                  <a:ext cx="493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C6A9B11-CDD1-04E1-0398-A46636BE10B3}"/>
                    </a:ext>
                  </a:extLst>
                </p14:cNvPr>
                <p14:cNvContentPartPr/>
                <p14:nvPr/>
              </p14:nvContentPartPr>
              <p14:xfrm>
                <a:off x="1788624" y="1883376"/>
                <a:ext cx="174240" cy="7776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C6A9B11-CDD1-04E1-0398-A46636BE10B3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782504" y="1877256"/>
                  <a:ext cx="1864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FFEDBB5-CCA9-1ADC-1930-2D8E810DE575}"/>
                    </a:ext>
                  </a:extLst>
                </p14:cNvPr>
                <p14:cNvContentPartPr/>
                <p14:nvPr/>
              </p14:nvContentPartPr>
              <p14:xfrm>
                <a:off x="1643544" y="2094336"/>
                <a:ext cx="435240" cy="446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FFEDBB5-CCA9-1ADC-1930-2D8E810DE57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637424" y="2088216"/>
                  <a:ext cx="44748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0E5ED436-7A13-74D7-49E2-765F4C34D438}"/>
                    </a:ext>
                  </a:extLst>
                </p14:cNvPr>
                <p14:cNvContentPartPr/>
                <p14:nvPr/>
              </p14:nvContentPartPr>
              <p14:xfrm>
                <a:off x="1674864" y="2199096"/>
                <a:ext cx="191520" cy="2030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0E5ED436-7A13-74D7-49E2-765F4C34D438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668744" y="2192976"/>
                  <a:ext cx="20376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DA95DCF8-498E-E27E-14FA-12D41F633091}"/>
                    </a:ext>
                  </a:extLst>
                </p14:cNvPr>
                <p14:cNvContentPartPr/>
                <p14:nvPr/>
              </p14:nvContentPartPr>
              <p14:xfrm>
                <a:off x="1906704" y="2259936"/>
                <a:ext cx="140040" cy="8820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DA95DCF8-498E-E27E-14FA-12D41F63309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900584" y="2253816"/>
                  <a:ext cx="15228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BA1E5AE0-C723-758F-DB45-FD260BE5DC80}"/>
                    </a:ext>
                  </a:extLst>
                </p14:cNvPr>
                <p14:cNvContentPartPr/>
                <p14:nvPr/>
              </p14:nvContentPartPr>
              <p14:xfrm>
                <a:off x="2058624" y="1933776"/>
                <a:ext cx="176400" cy="36648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BA1E5AE0-C723-758F-DB45-FD260BE5DC80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2052504" y="1927656"/>
                  <a:ext cx="188640" cy="378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BC23A7E5-9515-9C49-B63A-865AD385A9E5}"/>
              </a:ext>
            </a:extLst>
          </p:cNvPr>
          <p:cNvGrpSpPr/>
          <p:nvPr/>
        </p:nvGrpSpPr>
        <p:grpSpPr>
          <a:xfrm>
            <a:off x="2451024" y="2016216"/>
            <a:ext cx="131400" cy="96480"/>
            <a:chOff x="2451024" y="2016216"/>
            <a:chExt cx="131400" cy="96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CBEC7B0-F346-ABA7-D59A-1733BFAF2E6D}"/>
                    </a:ext>
                  </a:extLst>
                </p14:cNvPr>
                <p14:cNvContentPartPr/>
                <p14:nvPr/>
              </p14:nvContentPartPr>
              <p14:xfrm>
                <a:off x="2468664" y="2016216"/>
                <a:ext cx="113760" cy="9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CBEC7B0-F346-ABA7-D59A-1733BFAF2E6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462544" y="2010096"/>
                  <a:ext cx="12600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45504E0B-41D4-DD3F-8780-1AA1E953410F}"/>
                    </a:ext>
                  </a:extLst>
                </p14:cNvPr>
                <p14:cNvContentPartPr/>
                <p14:nvPr/>
              </p14:nvContentPartPr>
              <p14:xfrm>
                <a:off x="2451024" y="2099736"/>
                <a:ext cx="123840" cy="129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45504E0B-41D4-DD3F-8780-1AA1E953410F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2444904" y="2093616"/>
                  <a:ext cx="136080" cy="2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D0184430-D1CE-576B-9804-118748E1B397}"/>
              </a:ext>
            </a:extLst>
          </p:cNvPr>
          <p:cNvGrpSpPr/>
          <p:nvPr/>
        </p:nvGrpSpPr>
        <p:grpSpPr>
          <a:xfrm>
            <a:off x="2750184" y="1826136"/>
            <a:ext cx="864720" cy="561240"/>
            <a:chOff x="2750184" y="1826136"/>
            <a:chExt cx="864720" cy="561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2BCF7FDD-66B5-F7D4-E5DF-15AC64036FFB}"/>
                    </a:ext>
                  </a:extLst>
                </p14:cNvPr>
                <p14:cNvContentPartPr/>
                <p14:nvPr/>
              </p14:nvContentPartPr>
              <p14:xfrm>
                <a:off x="2910024" y="1994976"/>
                <a:ext cx="6120" cy="122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2BCF7FDD-66B5-F7D4-E5DF-15AC64036FFB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903904" y="1988856"/>
                  <a:ext cx="183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506425C7-427D-30DA-265D-E700C7AEDD6F}"/>
                    </a:ext>
                  </a:extLst>
                </p14:cNvPr>
                <p14:cNvContentPartPr/>
                <p14:nvPr/>
              </p14:nvContentPartPr>
              <p14:xfrm>
                <a:off x="2933784" y="1929456"/>
                <a:ext cx="17280" cy="1436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506425C7-427D-30DA-265D-E700C7AEDD6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927664" y="1923336"/>
                  <a:ext cx="2952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41194481-2A01-07B8-2C5B-E903DA792333}"/>
                    </a:ext>
                  </a:extLst>
                </p14:cNvPr>
                <p14:cNvContentPartPr/>
                <p14:nvPr/>
              </p14:nvContentPartPr>
              <p14:xfrm>
                <a:off x="2750184" y="1900656"/>
                <a:ext cx="108720" cy="22356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41194481-2A01-07B8-2C5B-E903DA792333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744064" y="1894536"/>
                  <a:ext cx="12096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88771C7-8F8F-17C1-DFE2-1E2DCC86E204}"/>
                    </a:ext>
                  </a:extLst>
                </p14:cNvPr>
                <p14:cNvContentPartPr/>
                <p14:nvPr/>
              </p14:nvContentPartPr>
              <p14:xfrm>
                <a:off x="3018744" y="1873296"/>
                <a:ext cx="122040" cy="2631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88771C7-8F8F-17C1-DFE2-1E2DCC86E20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3012624" y="1867176"/>
                  <a:ext cx="134280" cy="27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447B570D-B0FA-8923-C886-A86F11504AEF}"/>
                    </a:ext>
                  </a:extLst>
                </p14:cNvPr>
                <p14:cNvContentPartPr/>
                <p14:nvPr/>
              </p14:nvContentPartPr>
              <p14:xfrm>
                <a:off x="3198744" y="1943496"/>
                <a:ext cx="133200" cy="1184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447B570D-B0FA-8923-C886-A86F11504AE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3192624" y="1937376"/>
                  <a:ext cx="1454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F3E7EBD8-3762-EEDE-17D4-C145DF0B5947}"/>
                    </a:ext>
                  </a:extLst>
                </p14:cNvPr>
                <p14:cNvContentPartPr/>
                <p14:nvPr/>
              </p14:nvContentPartPr>
              <p14:xfrm>
                <a:off x="3310344" y="1826136"/>
                <a:ext cx="47160" cy="2286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F3E7EBD8-3762-EEDE-17D4-C145DF0B594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3304224" y="1820016"/>
                  <a:ext cx="594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F3521D90-BA29-262E-8816-7A2D03FBD376}"/>
                    </a:ext>
                  </a:extLst>
                </p14:cNvPr>
                <p14:cNvContentPartPr/>
                <p14:nvPr/>
              </p14:nvContentPartPr>
              <p14:xfrm>
                <a:off x="3417264" y="1886616"/>
                <a:ext cx="24840" cy="1472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F3521D90-BA29-262E-8816-7A2D03FBD376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3411144" y="1880496"/>
                  <a:ext cx="370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F8C4745-63AF-B18C-66CB-0BB80FC4F21D}"/>
                    </a:ext>
                  </a:extLst>
                </p14:cNvPr>
                <p14:cNvContentPartPr/>
                <p14:nvPr/>
              </p14:nvContentPartPr>
              <p14:xfrm>
                <a:off x="3379104" y="1853856"/>
                <a:ext cx="139320" cy="9900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F8C4745-63AF-B18C-66CB-0BB80FC4F21D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3372984" y="1847736"/>
                  <a:ext cx="1515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5FC04DC9-BD9C-D416-6A79-929CA70434A0}"/>
                    </a:ext>
                  </a:extLst>
                </p14:cNvPr>
                <p14:cNvContentPartPr/>
                <p14:nvPr/>
              </p14:nvContentPartPr>
              <p14:xfrm>
                <a:off x="3255264" y="2100816"/>
                <a:ext cx="302040" cy="4140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5FC04DC9-BD9C-D416-6A79-929CA70434A0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3249144" y="2094696"/>
                  <a:ext cx="314280" cy="5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D945ABC-5754-9F29-1A85-72D6E9AF1D58}"/>
                    </a:ext>
                  </a:extLst>
                </p14:cNvPr>
                <p14:cNvContentPartPr/>
                <p14:nvPr/>
              </p14:nvContentPartPr>
              <p14:xfrm>
                <a:off x="3254544" y="2153016"/>
                <a:ext cx="185040" cy="234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D945ABC-5754-9F29-1A85-72D6E9AF1D5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248424" y="2146896"/>
                  <a:ext cx="19728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91F910B-806E-01D3-629C-776C84934D1D}"/>
                    </a:ext>
                  </a:extLst>
                </p14:cNvPr>
                <p14:cNvContentPartPr/>
                <p14:nvPr/>
              </p14:nvContentPartPr>
              <p14:xfrm>
                <a:off x="3486384" y="2241216"/>
                <a:ext cx="128520" cy="124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91F910B-806E-01D3-629C-776C84934D1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3480264" y="2235096"/>
                  <a:ext cx="14076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D5B240A4-5116-8CDC-551F-E24E92F5EBAF}"/>
              </a:ext>
            </a:extLst>
          </p:cNvPr>
          <p:cNvGrpSpPr/>
          <p:nvPr/>
        </p:nvGrpSpPr>
        <p:grpSpPr>
          <a:xfrm>
            <a:off x="3813984" y="1646496"/>
            <a:ext cx="1103760" cy="740520"/>
            <a:chOff x="3813984" y="1646496"/>
            <a:chExt cx="1103760" cy="740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7A5C4A4-8737-4C4C-A439-5492F8A5A16B}"/>
                    </a:ext>
                  </a:extLst>
                </p14:cNvPr>
                <p14:cNvContentPartPr/>
                <p14:nvPr/>
              </p14:nvContentPartPr>
              <p14:xfrm>
                <a:off x="3871944" y="2019816"/>
                <a:ext cx="32400" cy="1404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7A5C4A4-8737-4C4C-A439-5492F8A5A16B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3865824" y="2013696"/>
                  <a:ext cx="4464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2FD272E-C0C5-E669-3870-7342BFA6DF7F}"/>
                    </a:ext>
                  </a:extLst>
                </p14:cNvPr>
                <p14:cNvContentPartPr/>
                <p14:nvPr/>
              </p14:nvContentPartPr>
              <p14:xfrm>
                <a:off x="3813984" y="2087496"/>
                <a:ext cx="162720" cy="20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2FD272E-C0C5-E669-3870-7342BFA6DF7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3807864" y="2081376"/>
                  <a:ext cx="1749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694C5F9-7930-81FF-72CF-F430A38764CC}"/>
                    </a:ext>
                  </a:extLst>
                </p14:cNvPr>
                <p14:cNvContentPartPr/>
                <p14:nvPr/>
              </p14:nvContentPartPr>
              <p14:xfrm>
                <a:off x="4092264" y="1947456"/>
                <a:ext cx="147960" cy="1422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694C5F9-7930-81FF-72CF-F430A38764CC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4086144" y="1941336"/>
                  <a:ext cx="160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F71C5C0E-B602-5C8F-AA70-0D1564DA31B9}"/>
                    </a:ext>
                  </a:extLst>
                </p14:cNvPr>
                <p14:cNvContentPartPr/>
                <p14:nvPr/>
              </p14:nvContentPartPr>
              <p14:xfrm>
                <a:off x="4329144" y="1771776"/>
                <a:ext cx="226440" cy="3153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F71C5C0E-B602-5C8F-AA70-0D1564DA31B9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4323024" y="1765656"/>
                  <a:ext cx="23868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B887358D-5D21-9C33-BF6A-400B21650DEA}"/>
                    </a:ext>
                  </a:extLst>
                </p14:cNvPr>
                <p14:cNvContentPartPr/>
                <p14:nvPr/>
              </p14:nvContentPartPr>
              <p14:xfrm>
                <a:off x="4509504" y="1646496"/>
                <a:ext cx="60480" cy="111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B887358D-5D21-9C33-BF6A-400B21650DEA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4503384" y="1640376"/>
                  <a:ext cx="727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2583BEDC-5758-5A9F-FB3C-53C0DBD77B79}"/>
                    </a:ext>
                  </a:extLst>
                </p14:cNvPr>
                <p14:cNvContentPartPr/>
                <p14:nvPr/>
              </p14:nvContentPartPr>
              <p14:xfrm>
                <a:off x="4615344" y="1783296"/>
                <a:ext cx="38520" cy="24372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2583BEDC-5758-5A9F-FB3C-53C0DBD77B7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4609224" y="1777176"/>
                  <a:ext cx="5076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326953E6-AD02-1A54-D239-ACB1B139A35A}"/>
                    </a:ext>
                  </a:extLst>
                </p14:cNvPr>
                <p14:cNvContentPartPr/>
                <p14:nvPr/>
              </p14:nvContentPartPr>
              <p14:xfrm>
                <a:off x="4536864" y="1724976"/>
                <a:ext cx="205560" cy="982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326953E6-AD02-1A54-D239-ACB1B139A35A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4530744" y="1718856"/>
                  <a:ext cx="217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7014D1B5-9FAD-04D2-283B-52CE85AC053C}"/>
                    </a:ext>
                  </a:extLst>
                </p14:cNvPr>
                <p14:cNvContentPartPr/>
                <p14:nvPr/>
              </p14:nvContentPartPr>
              <p14:xfrm>
                <a:off x="4297104" y="2110536"/>
                <a:ext cx="408960" cy="824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7014D1B5-9FAD-04D2-283B-52CE85AC053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290984" y="2104416"/>
                  <a:ext cx="4212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4812B340-CB2B-DB45-0C3D-CD829094D518}"/>
                    </a:ext>
                  </a:extLst>
                </p14:cNvPr>
                <p14:cNvContentPartPr/>
                <p14:nvPr/>
              </p14:nvContentPartPr>
              <p14:xfrm>
                <a:off x="4406544" y="2178936"/>
                <a:ext cx="137520" cy="2080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4812B340-CB2B-DB45-0C3D-CD829094D518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400424" y="2172816"/>
                  <a:ext cx="149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401AFDC2-7AA8-37A7-8BD9-1C56DCCF1C75}"/>
                    </a:ext>
                  </a:extLst>
                </p14:cNvPr>
                <p14:cNvContentPartPr/>
                <p14:nvPr/>
              </p14:nvContentPartPr>
              <p14:xfrm>
                <a:off x="4611024" y="2231856"/>
                <a:ext cx="130680" cy="11808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401AFDC2-7AA8-37A7-8BD9-1C56DCCF1C75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04904" y="2225736"/>
                  <a:ext cx="14292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5BF0DC60-1AC3-C72C-D3A1-4957624A7BE0}"/>
                    </a:ext>
                  </a:extLst>
                </p14:cNvPr>
                <p14:cNvContentPartPr/>
                <p14:nvPr/>
              </p14:nvContentPartPr>
              <p14:xfrm>
                <a:off x="4779144" y="2142216"/>
                <a:ext cx="138600" cy="849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5BF0DC60-1AC3-C72C-D3A1-4957624A7BE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773024" y="2136096"/>
                  <a:ext cx="150840" cy="97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E472C359-AE6D-470D-DDB4-F9DC9C60D664}"/>
              </a:ext>
            </a:extLst>
          </p:cNvPr>
          <p:cNvGrpSpPr/>
          <p:nvPr/>
        </p:nvGrpSpPr>
        <p:grpSpPr>
          <a:xfrm>
            <a:off x="863064" y="2601576"/>
            <a:ext cx="1429200" cy="493200"/>
            <a:chOff x="863064" y="2601576"/>
            <a:chExt cx="1429200" cy="49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4B8AFC35-B5AB-257C-1469-70166C2AD79D}"/>
                    </a:ext>
                  </a:extLst>
                </p14:cNvPr>
                <p14:cNvContentPartPr/>
                <p14:nvPr/>
              </p14:nvContentPartPr>
              <p14:xfrm>
                <a:off x="966384" y="2711376"/>
                <a:ext cx="31320" cy="9288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4B8AFC35-B5AB-257C-1469-70166C2AD79D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60264" y="2705256"/>
                  <a:ext cx="4356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CADF0021-3288-43AE-4283-EFE13FAE53C9}"/>
                    </a:ext>
                  </a:extLst>
                </p14:cNvPr>
                <p14:cNvContentPartPr/>
                <p14:nvPr/>
              </p14:nvContentPartPr>
              <p14:xfrm>
                <a:off x="863064" y="2841336"/>
                <a:ext cx="270000" cy="4536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CADF0021-3288-43AE-4283-EFE13FAE53C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856944" y="2835216"/>
                  <a:ext cx="28224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2149B978-DA9B-6E99-816A-1E99249508DA}"/>
                    </a:ext>
                  </a:extLst>
                </p14:cNvPr>
                <p14:cNvContentPartPr/>
                <p14:nvPr/>
              </p14:nvContentPartPr>
              <p14:xfrm>
                <a:off x="942624" y="2966976"/>
                <a:ext cx="141840" cy="9936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2149B978-DA9B-6E99-816A-1E99249508DA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36504" y="2960856"/>
                  <a:ext cx="15408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CAFA0D37-F91D-BD0C-700A-AE86D41717F7}"/>
                    </a:ext>
                  </a:extLst>
                </p14:cNvPr>
                <p14:cNvContentPartPr/>
                <p14:nvPr/>
              </p14:nvContentPartPr>
              <p14:xfrm>
                <a:off x="1209744" y="2713536"/>
                <a:ext cx="133560" cy="9396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CAFA0D37-F91D-BD0C-700A-AE86D41717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203624" y="2707416"/>
                  <a:ext cx="14580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C156BEA-D10C-FB0C-0FC1-A8E4EE866D17}"/>
                    </a:ext>
                  </a:extLst>
                </p14:cNvPr>
                <p14:cNvContentPartPr/>
                <p14:nvPr/>
              </p14:nvContentPartPr>
              <p14:xfrm>
                <a:off x="1326024" y="2601576"/>
                <a:ext cx="41040" cy="17964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C156BEA-D10C-FB0C-0FC1-A8E4EE866D1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319904" y="2595456"/>
                  <a:ext cx="5328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CCB454AF-5632-680F-B5A3-5CCD50D00FEC}"/>
                    </a:ext>
                  </a:extLst>
                </p14:cNvPr>
                <p14:cNvContentPartPr/>
                <p14:nvPr/>
              </p14:nvContentPartPr>
              <p14:xfrm>
                <a:off x="1188864" y="2841336"/>
                <a:ext cx="251280" cy="5508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CCB454AF-5632-680F-B5A3-5CCD50D00FE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182744" y="2835216"/>
                  <a:ext cx="2635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C9CD5FC4-4452-04A4-4926-58A2FDF6FBE1}"/>
                    </a:ext>
                  </a:extLst>
                </p14:cNvPr>
                <p14:cNvContentPartPr/>
                <p14:nvPr/>
              </p14:nvContentPartPr>
              <p14:xfrm>
                <a:off x="1167264" y="2937096"/>
                <a:ext cx="178200" cy="157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C9CD5FC4-4452-04A4-4926-58A2FDF6FBE1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161144" y="2930976"/>
                  <a:ext cx="1904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968A9FAA-5D28-FB1C-4B48-82D49B421AB5}"/>
                    </a:ext>
                  </a:extLst>
                </p14:cNvPr>
                <p14:cNvContentPartPr/>
                <p14:nvPr/>
              </p14:nvContentPartPr>
              <p14:xfrm>
                <a:off x="1347264" y="2946096"/>
                <a:ext cx="114120" cy="10728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968A9FAA-5D28-FB1C-4B48-82D49B421A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1341144" y="2939976"/>
                  <a:ext cx="12636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2BFD5996-325C-16B4-DFA4-ED9C514E030D}"/>
                    </a:ext>
                  </a:extLst>
                </p14:cNvPr>
                <p14:cNvContentPartPr/>
                <p14:nvPr/>
              </p14:nvContentPartPr>
              <p14:xfrm>
                <a:off x="1521864" y="2694816"/>
                <a:ext cx="91800" cy="31356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2BFD5996-325C-16B4-DFA4-ED9C514E030D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1515744" y="2688696"/>
                  <a:ext cx="104040" cy="32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A2887BDF-119D-1C0C-C3D4-72128A9C9B4A}"/>
                    </a:ext>
                  </a:extLst>
                </p14:cNvPr>
                <p14:cNvContentPartPr/>
                <p14:nvPr/>
              </p14:nvContentPartPr>
              <p14:xfrm>
                <a:off x="1618704" y="2761776"/>
                <a:ext cx="106200" cy="14148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A2887BDF-119D-1C0C-C3D4-72128A9C9B4A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612584" y="2755656"/>
                  <a:ext cx="1184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36F17DB4-4087-959D-7C9C-1099FACEDB22}"/>
                    </a:ext>
                  </a:extLst>
                </p14:cNvPr>
                <p14:cNvContentPartPr/>
                <p14:nvPr/>
              </p14:nvContentPartPr>
              <p14:xfrm>
                <a:off x="1751904" y="2654136"/>
                <a:ext cx="142200" cy="1641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36F17DB4-4087-959D-7C9C-1099FACEDB2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1745784" y="2648016"/>
                  <a:ext cx="1544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38252778-DC91-F6B5-C9D8-79CCE9C28E06}"/>
                    </a:ext>
                  </a:extLst>
                </p14:cNvPr>
                <p14:cNvContentPartPr/>
                <p14:nvPr/>
              </p14:nvContentPartPr>
              <p14:xfrm>
                <a:off x="1947024" y="2684016"/>
                <a:ext cx="32760" cy="9864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38252778-DC91-F6B5-C9D8-79CCE9C28E06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940904" y="2677896"/>
                  <a:ext cx="450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58B907DE-937C-80A0-1AE7-21B8721E8978}"/>
                    </a:ext>
                  </a:extLst>
                </p14:cNvPr>
                <p14:cNvContentPartPr/>
                <p14:nvPr/>
              </p14:nvContentPartPr>
              <p14:xfrm>
                <a:off x="1893384" y="2611656"/>
                <a:ext cx="204480" cy="5940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58B907DE-937C-80A0-1AE7-21B8721E8978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887264" y="2605536"/>
                  <a:ext cx="21672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5711F18E-209F-C9CD-5B1C-45C4719AD2E4}"/>
                    </a:ext>
                  </a:extLst>
                </p14:cNvPr>
                <p14:cNvContentPartPr/>
                <p14:nvPr/>
              </p14:nvContentPartPr>
              <p14:xfrm>
                <a:off x="1760904" y="2815416"/>
                <a:ext cx="317520" cy="370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5711F18E-209F-C9CD-5B1C-45C4719AD2E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754784" y="2809296"/>
                  <a:ext cx="32976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C33E1D42-8005-C27F-DA9F-1C6882ADD304}"/>
                    </a:ext>
                  </a:extLst>
                </p14:cNvPr>
                <p14:cNvContentPartPr/>
                <p14:nvPr/>
              </p14:nvContentPartPr>
              <p14:xfrm>
                <a:off x="1749024" y="2857536"/>
                <a:ext cx="181800" cy="20664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C33E1D42-8005-C27F-DA9F-1C6882ADD304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742904" y="2851416"/>
                  <a:ext cx="194040" cy="21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2E4A539-3103-1816-32FE-EA0575A40CB5}"/>
                    </a:ext>
                  </a:extLst>
                </p14:cNvPr>
                <p14:cNvContentPartPr/>
                <p14:nvPr/>
              </p14:nvContentPartPr>
              <p14:xfrm>
                <a:off x="1974744" y="2926656"/>
                <a:ext cx="138240" cy="10728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2E4A539-3103-1816-32FE-EA0575A40CB5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68624" y="2920536"/>
                  <a:ext cx="15048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C27459CA-2927-8284-8623-BC986A9D6962}"/>
                    </a:ext>
                  </a:extLst>
                </p14:cNvPr>
                <p14:cNvContentPartPr/>
                <p14:nvPr/>
              </p14:nvContentPartPr>
              <p14:xfrm>
                <a:off x="2133504" y="2615976"/>
                <a:ext cx="158760" cy="4086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C27459CA-2927-8284-8623-BC986A9D6962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2127384" y="2609856"/>
                  <a:ext cx="171000" cy="420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6B4F3BA1-E6AF-FCAB-A892-384D9EF8339F}"/>
              </a:ext>
            </a:extLst>
          </p:cNvPr>
          <p:cNvGrpSpPr/>
          <p:nvPr/>
        </p:nvGrpSpPr>
        <p:grpSpPr>
          <a:xfrm>
            <a:off x="2520504" y="2794176"/>
            <a:ext cx="204120" cy="91440"/>
            <a:chOff x="2520504" y="2794176"/>
            <a:chExt cx="204120" cy="9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0831AB6-FC32-DB29-891F-2E88553461F5}"/>
                    </a:ext>
                  </a:extLst>
                </p14:cNvPr>
                <p14:cNvContentPartPr/>
                <p14:nvPr/>
              </p14:nvContentPartPr>
              <p14:xfrm>
                <a:off x="2520504" y="2794176"/>
                <a:ext cx="193320" cy="1836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0831AB6-FC32-DB29-891F-2E88553461F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514384" y="2788056"/>
                  <a:ext cx="20556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497386F5-4D91-18DD-9DB0-50BF1624FD7D}"/>
                    </a:ext>
                  </a:extLst>
                </p14:cNvPr>
                <p14:cNvContentPartPr/>
                <p14:nvPr/>
              </p14:nvContentPartPr>
              <p14:xfrm>
                <a:off x="2562264" y="2876616"/>
                <a:ext cx="162360" cy="90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497386F5-4D91-18DD-9DB0-50BF1624FD7D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2556144" y="2870496"/>
                  <a:ext cx="174600" cy="21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8" name="Group 197">
            <a:extLst>
              <a:ext uri="{FF2B5EF4-FFF2-40B4-BE49-F238E27FC236}">
                <a16:creationId xmlns:a16="http://schemas.microsoft.com/office/drawing/2014/main" id="{09B8148C-0CF3-068F-4483-96AB649E75F2}"/>
              </a:ext>
            </a:extLst>
          </p:cNvPr>
          <p:cNvGrpSpPr/>
          <p:nvPr/>
        </p:nvGrpSpPr>
        <p:grpSpPr>
          <a:xfrm>
            <a:off x="3005424" y="2466216"/>
            <a:ext cx="1739160" cy="515520"/>
            <a:chOff x="3005424" y="2466216"/>
            <a:chExt cx="1739160" cy="515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86717B8-C35B-1134-131C-C03430DAC91D}"/>
                    </a:ext>
                  </a:extLst>
                </p14:cNvPr>
                <p14:cNvContentPartPr/>
                <p14:nvPr/>
              </p14:nvContentPartPr>
              <p14:xfrm>
                <a:off x="3106584" y="2592936"/>
                <a:ext cx="55800" cy="10116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86717B8-C35B-1134-131C-C03430DAC91D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100464" y="2586816"/>
                  <a:ext cx="6804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54153B29-8798-E55C-B352-7326B2552842}"/>
                    </a:ext>
                  </a:extLst>
                </p14:cNvPr>
                <p14:cNvContentPartPr/>
                <p14:nvPr/>
              </p14:nvContentPartPr>
              <p14:xfrm>
                <a:off x="3005424" y="2719656"/>
                <a:ext cx="279000" cy="75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54153B29-8798-E55C-B352-7326B255284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2999304" y="2713536"/>
                  <a:ext cx="29124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D2235026-A655-B634-1CF9-EC73D07F2B1D}"/>
                    </a:ext>
                  </a:extLst>
                </p14:cNvPr>
                <p14:cNvContentPartPr/>
                <p14:nvPr/>
              </p14:nvContentPartPr>
              <p14:xfrm>
                <a:off x="3128184" y="2834136"/>
                <a:ext cx="211320" cy="14436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D2235026-A655-B634-1CF9-EC73D07F2B1D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3122064" y="2828016"/>
                  <a:ext cx="223560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6A9F0AB0-30A1-A6EA-8968-360234663766}"/>
                    </a:ext>
                  </a:extLst>
                </p14:cNvPr>
                <p14:cNvContentPartPr/>
                <p14:nvPr/>
              </p14:nvContentPartPr>
              <p14:xfrm>
                <a:off x="3362544" y="2593296"/>
                <a:ext cx="136800" cy="11664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6A9F0AB0-30A1-A6EA-8968-360234663766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3356424" y="2587176"/>
                  <a:ext cx="14904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7CB045E4-5DA0-CFAD-AF4D-DF068C4EC441}"/>
                    </a:ext>
                  </a:extLst>
                </p14:cNvPr>
                <p14:cNvContentPartPr/>
                <p14:nvPr/>
              </p14:nvContentPartPr>
              <p14:xfrm>
                <a:off x="3470184" y="2503296"/>
                <a:ext cx="46080" cy="1864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7CB045E4-5DA0-CFAD-AF4D-DF068C4EC44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464064" y="2497176"/>
                  <a:ext cx="5832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3B722326-6D93-F230-A3CA-4C5DCEA5B83C}"/>
                    </a:ext>
                  </a:extLst>
                </p14:cNvPr>
                <p14:cNvContentPartPr/>
                <p14:nvPr/>
              </p14:nvContentPartPr>
              <p14:xfrm>
                <a:off x="3560184" y="2559456"/>
                <a:ext cx="50760" cy="1645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3B722326-6D93-F230-A3CA-4C5DCEA5B83C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554064" y="2553336"/>
                  <a:ext cx="6300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335BB55D-AFDF-69DA-0E11-02A5A6622905}"/>
                    </a:ext>
                  </a:extLst>
                </p14:cNvPr>
                <p14:cNvContentPartPr/>
                <p14:nvPr/>
              </p14:nvContentPartPr>
              <p14:xfrm>
                <a:off x="3513744" y="2523096"/>
                <a:ext cx="153360" cy="6120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335BB55D-AFDF-69DA-0E11-02A5A6622905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507624" y="2516976"/>
                  <a:ext cx="16560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3DEF5685-E3D3-DBA8-78C0-39A6D78B9AA0}"/>
                    </a:ext>
                  </a:extLst>
                </p14:cNvPr>
                <p14:cNvContentPartPr/>
                <p14:nvPr/>
              </p14:nvContentPartPr>
              <p14:xfrm>
                <a:off x="3376584" y="2746296"/>
                <a:ext cx="309240" cy="464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3DEF5685-E3D3-DBA8-78C0-39A6D78B9AA0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370464" y="2740176"/>
                  <a:ext cx="3214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3D34C480-7AB0-23DA-6013-054A312B7DBC}"/>
                    </a:ext>
                  </a:extLst>
                </p14:cNvPr>
                <p14:cNvContentPartPr/>
                <p14:nvPr/>
              </p14:nvContentPartPr>
              <p14:xfrm>
                <a:off x="3405744" y="2832696"/>
                <a:ext cx="156240" cy="14904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3D34C480-7AB0-23DA-6013-054A312B7DBC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399624" y="2826576"/>
                  <a:ext cx="16848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C70FCB1-DD73-1D0A-20F5-588BC286E1C1}"/>
                    </a:ext>
                  </a:extLst>
                </p14:cNvPr>
                <p14:cNvContentPartPr/>
                <p14:nvPr/>
              </p14:nvContentPartPr>
              <p14:xfrm>
                <a:off x="3618144" y="2833776"/>
                <a:ext cx="153720" cy="1306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C70FCB1-DD73-1D0A-20F5-588BC286E1C1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612024" y="2827656"/>
                  <a:ext cx="16596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E1FC0ABE-1F46-734C-A578-79B12795CC3E}"/>
                    </a:ext>
                  </a:extLst>
                </p14:cNvPr>
                <p14:cNvContentPartPr/>
                <p14:nvPr/>
              </p14:nvContentPartPr>
              <p14:xfrm>
                <a:off x="3909744" y="2666736"/>
                <a:ext cx="30960" cy="1177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E1FC0ABE-1F46-734C-A578-79B12795CC3E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903624" y="2660616"/>
                  <a:ext cx="432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2B623417-3B38-FCA7-45C5-E8951C6A9FAF}"/>
                    </a:ext>
                  </a:extLst>
                </p14:cNvPr>
                <p14:cNvContentPartPr/>
                <p14:nvPr/>
              </p14:nvContentPartPr>
              <p14:xfrm>
                <a:off x="3851784" y="2745576"/>
                <a:ext cx="183240" cy="2592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2B623417-3B38-FCA7-45C5-E8951C6A9FAF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845664" y="2739456"/>
                  <a:ext cx="1954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06F4D6A0-C83A-E19B-EA28-233BE6F9EC32}"/>
                    </a:ext>
                  </a:extLst>
                </p14:cNvPr>
                <p14:cNvContentPartPr/>
                <p14:nvPr/>
              </p14:nvContentPartPr>
              <p14:xfrm>
                <a:off x="4103064" y="2526696"/>
                <a:ext cx="150840" cy="16632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06F4D6A0-C83A-E19B-EA28-233BE6F9EC32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96944" y="2520576"/>
                  <a:ext cx="163080" cy="17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7192A2C3-E65D-C91B-9359-874D5F7DF424}"/>
                    </a:ext>
                  </a:extLst>
                </p14:cNvPr>
                <p14:cNvContentPartPr/>
                <p14:nvPr/>
              </p14:nvContentPartPr>
              <p14:xfrm>
                <a:off x="4210344" y="2466216"/>
                <a:ext cx="120960" cy="99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7192A2C3-E65D-C91B-9359-874D5F7DF424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04224" y="2460096"/>
                  <a:ext cx="13320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0345CB57-B3B5-D01E-10C1-218CFE4DBE53}"/>
                    </a:ext>
                  </a:extLst>
                </p14:cNvPr>
                <p14:cNvContentPartPr/>
                <p14:nvPr/>
              </p14:nvContentPartPr>
              <p14:xfrm>
                <a:off x="4417344" y="2528136"/>
                <a:ext cx="22680" cy="12240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0345CB57-B3B5-D01E-10C1-218CFE4DBE53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411224" y="2522016"/>
                  <a:ext cx="34920" cy="13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03B2B097-40DA-D852-CC56-7D9972422F48}"/>
                    </a:ext>
                  </a:extLst>
                </p14:cNvPr>
                <p14:cNvContentPartPr/>
                <p14:nvPr/>
              </p14:nvContentPartPr>
              <p14:xfrm>
                <a:off x="4357224" y="2487816"/>
                <a:ext cx="179280" cy="651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03B2B097-40DA-D852-CC56-7D9972422F4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51104" y="2481696"/>
                  <a:ext cx="19152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F12084D4-3D3A-6A48-44F3-158C2A5AE9FE}"/>
                    </a:ext>
                  </a:extLst>
                </p14:cNvPr>
                <p14:cNvContentPartPr/>
                <p14:nvPr/>
              </p14:nvContentPartPr>
              <p14:xfrm>
                <a:off x="4139064" y="2696976"/>
                <a:ext cx="407880" cy="572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F12084D4-3D3A-6A48-44F3-158C2A5AE9FE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132944" y="2690856"/>
                  <a:ext cx="42012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9B00A04-B416-6C38-4934-A4E29608F131}"/>
                    </a:ext>
                  </a:extLst>
                </p14:cNvPr>
                <p14:cNvContentPartPr/>
                <p14:nvPr/>
              </p14:nvContentPartPr>
              <p14:xfrm>
                <a:off x="4153464" y="2775456"/>
                <a:ext cx="168480" cy="1789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9B00A04-B416-6C38-4934-A4E29608F131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4147344" y="2769336"/>
                  <a:ext cx="18072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8F5838CE-4DE2-D3D8-25C5-794D3224D575}"/>
                    </a:ext>
                  </a:extLst>
                </p14:cNvPr>
                <p14:cNvContentPartPr/>
                <p14:nvPr/>
              </p14:nvContentPartPr>
              <p14:xfrm>
                <a:off x="4401504" y="2795976"/>
                <a:ext cx="192960" cy="12780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8F5838CE-4DE2-D3D8-25C5-794D3224D57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4395384" y="2789856"/>
                  <a:ext cx="2052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8CC4447A-5E95-9F8A-6BBB-FD928B77613A}"/>
                    </a:ext>
                  </a:extLst>
                </p14:cNvPr>
                <p14:cNvContentPartPr/>
                <p14:nvPr/>
              </p14:nvContentPartPr>
              <p14:xfrm>
                <a:off x="4652424" y="2731536"/>
                <a:ext cx="92160" cy="88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8CC4447A-5E95-9F8A-6BBB-FD928B77613A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4646304" y="2725416"/>
                  <a:ext cx="104400" cy="101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59A37563-6D06-EB65-5C10-17B83E2D204F}"/>
              </a:ext>
            </a:extLst>
          </p:cNvPr>
          <p:cNvGrpSpPr/>
          <p:nvPr/>
        </p:nvGrpSpPr>
        <p:grpSpPr>
          <a:xfrm>
            <a:off x="2247624" y="3648456"/>
            <a:ext cx="915840" cy="443880"/>
            <a:chOff x="2247624" y="3648456"/>
            <a:chExt cx="915840" cy="443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FE24DDD5-94C8-AD45-2A17-E341182F6535}"/>
                    </a:ext>
                  </a:extLst>
                </p14:cNvPr>
                <p14:cNvContentPartPr/>
                <p14:nvPr/>
              </p14:nvContentPartPr>
              <p14:xfrm>
                <a:off x="2247624" y="3701736"/>
                <a:ext cx="137160" cy="1965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FE24DDD5-94C8-AD45-2A17-E341182F6535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241504" y="3695616"/>
                  <a:ext cx="14940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F5AD2F7B-89A4-2252-4A10-77F649EA3BA6}"/>
                    </a:ext>
                  </a:extLst>
                </p14:cNvPr>
                <p14:cNvContentPartPr/>
                <p14:nvPr/>
              </p14:nvContentPartPr>
              <p14:xfrm>
                <a:off x="2253744" y="3914496"/>
                <a:ext cx="303120" cy="295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F5AD2F7B-89A4-2252-4A10-77F649EA3BA6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247624" y="3908376"/>
                  <a:ext cx="31536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E11E687-8FC5-E13F-1A38-B60034A99B00}"/>
                    </a:ext>
                  </a:extLst>
                </p14:cNvPr>
                <p14:cNvContentPartPr/>
                <p14:nvPr/>
              </p14:nvContentPartPr>
              <p14:xfrm>
                <a:off x="2247984" y="3956256"/>
                <a:ext cx="166680" cy="1324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E11E687-8FC5-E13F-1A38-B60034A99B00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2241864" y="3950136"/>
                  <a:ext cx="178920" cy="144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52D8638-272A-B8BE-E8F3-764F7B1A80DF}"/>
                    </a:ext>
                  </a:extLst>
                </p14:cNvPr>
                <p14:cNvContentPartPr/>
                <p14:nvPr/>
              </p14:nvContentPartPr>
              <p14:xfrm>
                <a:off x="2368224" y="3907296"/>
                <a:ext cx="27360" cy="18360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52D8638-272A-B8BE-E8F3-764F7B1A80DF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362104" y="3901176"/>
                  <a:ext cx="3960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2C490E5D-0EC2-8F95-02F9-5EA40C751E32}"/>
                    </a:ext>
                  </a:extLst>
                </p14:cNvPr>
                <p14:cNvContentPartPr/>
                <p14:nvPr/>
              </p14:nvContentPartPr>
              <p14:xfrm>
                <a:off x="2424024" y="3984336"/>
                <a:ext cx="67680" cy="108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2C490E5D-0EC2-8F95-02F9-5EA40C751E3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2417904" y="3978216"/>
                  <a:ext cx="79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281457F-B691-6958-E7CA-5D75DC629540}"/>
                    </a:ext>
                  </a:extLst>
                </p14:cNvPr>
                <p14:cNvContentPartPr/>
                <p14:nvPr/>
              </p14:nvContentPartPr>
              <p14:xfrm>
                <a:off x="2420784" y="3994416"/>
                <a:ext cx="117000" cy="626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281457F-B691-6958-E7CA-5D75DC629540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2414664" y="3988296"/>
                  <a:ext cx="12924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2886E12D-45DA-707A-1901-AB58F89785CA}"/>
                    </a:ext>
                  </a:extLst>
                </p14:cNvPr>
                <p14:cNvContentPartPr/>
                <p14:nvPr/>
              </p14:nvContentPartPr>
              <p14:xfrm>
                <a:off x="2608344" y="3709296"/>
                <a:ext cx="117000" cy="31500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2886E12D-45DA-707A-1901-AB58F89785CA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2602224" y="3703176"/>
                  <a:ext cx="12924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3A86582D-B466-365D-510D-FB050081452F}"/>
                    </a:ext>
                  </a:extLst>
                </p14:cNvPr>
                <p14:cNvContentPartPr/>
                <p14:nvPr/>
              </p14:nvContentPartPr>
              <p14:xfrm>
                <a:off x="2728224" y="3792456"/>
                <a:ext cx="109080" cy="15084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3A86582D-B466-365D-510D-FB050081452F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2722104" y="3786336"/>
                  <a:ext cx="12132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58A3BB4B-F63D-8110-5FED-2B36CF7BE8F8}"/>
                    </a:ext>
                  </a:extLst>
                </p14:cNvPr>
                <p14:cNvContentPartPr/>
                <p14:nvPr/>
              </p14:nvContentPartPr>
              <p14:xfrm>
                <a:off x="2724624" y="3839976"/>
                <a:ext cx="123480" cy="4824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58A3BB4B-F63D-8110-5FED-2B36CF7BE8F8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2718504" y="3833856"/>
                  <a:ext cx="13572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9B989C4B-F5B3-3B1C-5917-2B72DA75308D}"/>
                    </a:ext>
                  </a:extLst>
                </p14:cNvPr>
                <p14:cNvContentPartPr/>
                <p14:nvPr/>
              </p14:nvContentPartPr>
              <p14:xfrm>
                <a:off x="2863944" y="3720096"/>
                <a:ext cx="150840" cy="576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9B989C4B-F5B3-3B1C-5917-2B72DA75308D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2857824" y="3713976"/>
                  <a:ext cx="16308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C5CA8B42-D5E2-9258-5D81-4FEDA66DF3CC}"/>
                    </a:ext>
                  </a:extLst>
                </p14:cNvPr>
                <p14:cNvContentPartPr/>
                <p14:nvPr/>
              </p14:nvContentPartPr>
              <p14:xfrm>
                <a:off x="3006144" y="3648456"/>
                <a:ext cx="157320" cy="33048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C5CA8B42-D5E2-9258-5D81-4FEDA66DF3CC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000024" y="3642336"/>
                  <a:ext cx="169560" cy="342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23B5DE6D-C909-39FA-95C0-99BD41AAB084}"/>
              </a:ext>
            </a:extLst>
          </p:cNvPr>
          <p:cNvGrpSpPr/>
          <p:nvPr/>
        </p:nvGrpSpPr>
        <p:grpSpPr>
          <a:xfrm>
            <a:off x="3694104" y="3591576"/>
            <a:ext cx="424800" cy="402480"/>
            <a:chOff x="3694104" y="3591576"/>
            <a:chExt cx="424800" cy="402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4814D94-A6AC-4285-137A-76307580920A}"/>
                    </a:ext>
                  </a:extLst>
                </p14:cNvPr>
                <p14:cNvContentPartPr/>
                <p14:nvPr/>
              </p14:nvContentPartPr>
              <p14:xfrm>
                <a:off x="3803544" y="3655656"/>
                <a:ext cx="10440" cy="324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4814D94-A6AC-4285-137A-76307580920A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797424" y="3649536"/>
                  <a:ext cx="2268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85B75422-4705-1201-12E8-E53468BB7304}"/>
                    </a:ext>
                  </a:extLst>
                </p14:cNvPr>
                <p14:cNvContentPartPr/>
                <p14:nvPr/>
              </p14:nvContentPartPr>
              <p14:xfrm>
                <a:off x="3824424" y="3591576"/>
                <a:ext cx="20520" cy="12348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85B75422-4705-1201-12E8-E53468BB73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818304" y="3585456"/>
                  <a:ext cx="327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5CC225C-867C-1716-9E6A-0440B5B8AAAF}"/>
                    </a:ext>
                  </a:extLst>
                </p14:cNvPr>
                <p14:cNvContentPartPr/>
                <p14:nvPr/>
              </p14:nvContentPartPr>
              <p14:xfrm>
                <a:off x="3694104" y="3796776"/>
                <a:ext cx="236520" cy="2556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5CC225C-867C-1716-9E6A-0440B5B8AAA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687984" y="3790656"/>
                  <a:ext cx="24876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B9DB54F0-7C9C-3068-99F6-B08FD08033D1}"/>
                    </a:ext>
                  </a:extLst>
                </p14:cNvPr>
                <p14:cNvContentPartPr/>
                <p14:nvPr/>
              </p14:nvContentPartPr>
              <p14:xfrm>
                <a:off x="3736944" y="3884976"/>
                <a:ext cx="165600" cy="10908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B9DB54F0-7C9C-3068-99F6-B08FD08033D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730824" y="3878856"/>
                  <a:ext cx="177840" cy="12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9B943518-4E6A-3F99-1430-9227FD9001EF}"/>
                    </a:ext>
                  </a:extLst>
                </p14:cNvPr>
                <p14:cNvContentPartPr/>
                <p14:nvPr/>
              </p14:nvContentPartPr>
              <p14:xfrm>
                <a:off x="4013784" y="3685896"/>
                <a:ext cx="73080" cy="14544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9B943518-4E6A-3F99-1430-9227FD9001E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007664" y="3679776"/>
                  <a:ext cx="85320" cy="15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6D96A1C6-1F8B-1BC8-83DC-C0316452064A}"/>
                    </a:ext>
                  </a:extLst>
                </p14:cNvPr>
                <p14:cNvContentPartPr/>
                <p14:nvPr/>
              </p14:nvContentPartPr>
              <p14:xfrm>
                <a:off x="3981744" y="3753216"/>
                <a:ext cx="137160" cy="9000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6D96A1C6-1F8B-1BC8-83DC-C0316452064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3975624" y="3747096"/>
                  <a:ext cx="149400" cy="102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0" name="Group 229">
            <a:extLst>
              <a:ext uri="{FF2B5EF4-FFF2-40B4-BE49-F238E27FC236}">
                <a16:creationId xmlns:a16="http://schemas.microsoft.com/office/drawing/2014/main" id="{3151E51C-1825-E2C0-E849-2E6453F3060F}"/>
              </a:ext>
            </a:extLst>
          </p:cNvPr>
          <p:cNvGrpSpPr/>
          <p:nvPr/>
        </p:nvGrpSpPr>
        <p:grpSpPr>
          <a:xfrm>
            <a:off x="5363784" y="3281616"/>
            <a:ext cx="544320" cy="266400"/>
            <a:chOff x="5363784" y="3281616"/>
            <a:chExt cx="544320" cy="266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8A8C209B-B048-1250-221D-EF1DDD360602}"/>
                    </a:ext>
                  </a:extLst>
                </p14:cNvPr>
                <p14:cNvContentPartPr/>
                <p14:nvPr/>
              </p14:nvContentPartPr>
              <p14:xfrm>
                <a:off x="5363784" y="3389976"/>
                <a:ext cx="164880" cy="15804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8A8C209B-B048-1250-221D-EF1DDD360602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5357664" y="3383856"/>
                  <a:ext cx="17712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6E74C42-9588-FECD-3FD1-1B150B28EA68}"/>
                    </a:ext>
                  </a:extLst>
                </p14:cNvPr>
                <p14:cNvContentPartPr/>
                <p14:nvPr/>
              </p14:nvContentPartPr>
              <p14:xfrm>
                <a:off x="5369904" y="3392856"/>
                <a:ext cx="171720" cy="12204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6E74C42-9588-FECD-3FD1-1B150B28EA68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363784" y="3386736"/>
                  <a:ext cx="18396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77282A0E-17AA-B056-F22A-74BF8256E0BA}"/>
                    </a:ext>
                  </a:extLst>
                </p14:cNvPr>
                <p14:cNvContentPartPr/>
                <p14:nvPr/>
              </p14:nvContentPartPr>
              <p14:xfrm>
                <a:off x="5603544" y="3295656"/>
                <a:ext cx="75600" cy="716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77282A0E-17AA-B056-F22A-74BF8256E0BA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597424" y="3289536"/>
                  <a:ext cx="8784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F62692D6-671D-77C4-20B1-90E1C458E25B}"/>
                    </a:ext>
                  </a:extLst>
                </p14:cNvPr>
                <p14:cNvContentPartPr/>
                <p14:nvPr/>
              </p14:nvContentPartPr>
              <p14:xfrm>
                <a:off x="5697864" y="3314376"/>
                <a:ext cx="105840" cy="205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F62692D6-671D-77C4-20B1-90E1C458E25B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691744" y="3308256"/>
                  <a:ext cx="118080" cy="3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02B33732-910C-C26F-D08E-3E076BB9F015}"/>
                    </a:ext>
                  </a:extLst>
                </p14:cNvPr>
                <p14:cNvContentPartPr/>
                <p14:nvPr/>
              </p14:nvContentPartPr>
              <p14:xfrm>
                <a:off x="5863824" y="3281616"/>
                <a:ext cx="44280" cy="7992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02B33732-910C-C26F-D08E-3E076BB9F015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857704" y="3275496"/>
                  <a:ext cx="56520" cy="92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2" name="Group 231">
            <a:extLst>
              <a:ext uri="{FF2B5EF4-FFF2-40B4-BE49-F238E27FC236}">
                <a16:creationId xmlns:a16="http://schemas.microsoft.com/office/drawing/2014/main" id="{ED70FFAC-A1D0-5121-18E9-D103225FC3E4}"/>
              </a:ext>
            </a:extLst>
          </p:cNvPr>
          <p:cNvGrpSpPr/>
          <p:nvPr/>
        </p:nvGrpSpPr>
        <p:grpSpPr>
          <a:xfrm>
            <a:off x="5180544" y="3643056"/>
            <a:ext cx="680400" cy="257760"/>
            <a:chOff x="5180544" y="3643056"/>
            <a:chExt cx="680400" cy="257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BC084E6C-4B5C-4FC9-E305-4AFC0B1BC358}"/>
                    </a:ext>
                  </a:extLst>
                </p14:cNvPr>
                <p14:cNvContentPartPr/>
                <p14:nvPr/>
              </p14:nvContentPartPr>
              <p14:xfrm>
                <a:off x="5180544" y="3643056"/>
                <a:ext cx="680400" cy="2916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BC084E6C-4B5C-4FC9-E305-4AFC0B1BC358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5174424" y="3636936"/>
                  <a:ext cx="6926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9294CC72-EBB4-5F9F-CA05-395AB80028E4}"/>
                    </a:ext>
                  </a:extLst>
                </p14:cNvPr>
                <p14:cNvContentPartPr/>
                <p14:nvPr/>
              </p14:nvContentPartPr>
              <p14:xfrm>
                <a:off x="5258304" y="3773016"/>
                <a:ext cx="131040" cy="12780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9294CC72-EBB4-5F9F-CA05-395AB80028E4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5252184" y="3766896"/>
                  <a:ext cx="14328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73C4FB02-5916-FB04-8313-51ED07287837}"/>
                    </a:ext>
                  </a:extLst>
                </p14:cNvPr>
                <p14:cNvContentPartPr/>
                <p14:nvPr/>
              </p14:nvContentPartPr>
              <p14:xfrm>
                <a:off x="5433624" y="3802896"/>
                <a:ext cx="117720" cy="2664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73C4FB02-5916-FB04-8313-51ED07287837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5427504" y="3796776"/>
                  <a:ext cx="12996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DA054F97-F63C-A9EB-E705-1D23B690AF99}"/>
                    </a:ext>
                  </a:extLst>
                </p14:cNvPr>
                <p14:cNvContentPartPr/>
                <p14:nvPr/>
              </p14:nvContentPartPr>
              <p14:xfrm>
                <a:off x="5685984" y="3717216"/>
                <a:ext cx="56880" cy="14148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DA054F97-F63C-A9EB-E705-1D23B690AF99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5679864" y="3711096"/>
                  <a:ext cx="69120" cy="153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3654325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:a16="http://schemas.microsoft.com/office/drawing/2014/main" id="{FF1B8B94-C151-9C94-537C-856F20389B39}"/>
              </a:ext>
            </a:extLst>
          </p:cNvPr>
          <p:cNvGrpSpPr/>
          <p:nvPr/>
        </p:nvGrpSpPr>
        <p:grpSpPr>
          <a:xfrm>
            <a:off x="730224" y="661896"/>
            <a:ext cx="1103760" cy="277920"/>
            <a:chOff x="730224" y="661896"/>
            <a:chExt cx="1103760" cy="27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C23CE2B-A5AC-0C8B-EAD4-18B8F720FCF9}"/>
                    </a:ext>
                  </a:extLst>
                </p14:cNvPr>
                <p14:cNvContentPartPr/>
                <p14:nvPr/>
              </p14:nvContentPartPr>
              <p14:xfrm>
                <a:off x="730224" y="661896"/>
                <a:ext cx="263880" cy="277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C23CE2B-A5AC-0C8B-EAD4-18B8F720FCF9}"/>
                    </a:ext>
                  </a:extLst>
                </p:cNvPr>
                <p:cNvPicPr/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24104" y="655776"/>
                  <a:ext cx="2761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0BA29E-C179-085A-F73E-A3781F3B6599}"/>
                    </a:ext>
                  </a:extLst>
                </p14:cNvPr>
                <p14:cNvContentPartPr/>
                <p14:nvPr/>
              </p14:nvContentPartPr>
              <p14:xfrm>
                <a:off x="821664" y="842616"/>
                <a:ext cx="169920" cy="194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0BA29E-C179-085A-F73E-A3781F3B659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15544" y="836496"/>
                  <a:ext cx="182160" cy="3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50C8FC8-4ABE-B1B5-2184-DA2A45647CA5}"/>
                    </a:ext>
                  </a:extLst>
                </p14:cNvPr>
                <p14:cNvContentPartPr/>
                <p14:nvPr/>
              </p14:nvContentPartPr>
              <p14:xfrm>
                <a:off x="1034424" y="815976"/>
                <a:ext cx="171720" cy="67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50C8FC8-4ABE-B1B5-2184-DA2A45647CA5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28304" y="809856"/>
                  <a:ext cx="18396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4C06D5-90BB-A212-D13D-2C6036D78502}"/>
                    </a:ext>
                  </a:extLst>
                </p14:cNvPr>
                <p14:cNvContentPartPr/>
                <p14:nvPr/>
              </p14:nvContentPartPr>
              <p14:xfrm>
                <a:off x="1319184" y="801936"/>
                <a:ext cx="16200" cy="104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4C06D5-90BB-A212-D13D-2C6036D78502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13064" y="795816"/>
                  <a:ext cx="2844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A6358D8-6051-EB94-C5D6-B5FF3B7D8CDD}"/>
                    </a:ext>
                  </a:extLst>
                </p14:cNvPr>
                <p14:cNvContentPartPr/>
                <p14:nvPr/>
              </p14:nvContentPartPr>
              <p14:xfrm>
                <a:off x="1297224" y="841536"/>
                <a:ext cx="132480" cy="18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A6358D8-6051-EB94-C5D6-B5FF3B7D8CDD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291104" y="835416"/>
                  <a:ext cx="14472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4533196-C2F4-3C02-E87E-2FEB516EF2FE}"/>
                    </a:ext>
                  </a:extLst>
                </p14:cNvPr>
                <p14:cNvContentPartPr/>
                <p14:nvPr/>
              </p14:nvContentPartPr>
              <p14:xfrm>
                <a:off x="1574424" y="794016"/>
                <a:ext cx="7200" cy="1087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4533196-C2F4-3C02-E87E-2FEB516EF2FE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68304" y="787896"/>
                  <a:ext cx="1944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0E92EBF4-8DCB-5F48-117E-22933B34086F}"/>
                    </a:ext>
                  </a:extLst>
                </p14:cNvPr>
                <p14:cNvContentPartPr/>
                <p14:nvPr/>
              </p14:nvContentPartPr>
              <p14:xfrm>
                <a:off x="1488744" y="671616"/>
                <a:ext cx="345240" cy="231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0E92EBF4-8DCB-5F48-117E-22933B34086F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482624" y="665496"/>
                  <a:ext cx="357480" cy="244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4A2D0A51-CA1D-DDE3-F7EE-3AD78620E321}"/>
                  </a:ext>
                </a:extLst>
              </p14:cNvPr>
              <p14:cNvContentPartPr/>
              <p14:nvPr/>
            </p14:nvContentPartPr>
            <p14:xfrm>
              <a:off x="2034504" y="666216"/>
              <a:ext cx="286200" cy="149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4A2D0A51-CA1D-DDE3-F7EE-3AD78620E32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2028384" y="660096"/>
                <a:ext cx="298440" cy="161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9" name="Group 28">
            <a:extLst>
              <a:ext uri="{FF2B5EF4-FFF2-40B4-BE49-F238E27FC236}">
                <a16:creationId xmlns:a16="http://schemas.microsoft.com/office/drawing/2014/main" id="{F13A0A4D-0027-1C2E-ABFF-CA75FA4A4B5E}"/>
              </a:ext>
            </a:extLst>
          </p:cNvPr>
          <p:cNvGrpSpPr/>
          <p:nvPr/>
        </p:nvGrpSpPr>
        <p:grpSpPr>
          <a:xfrm>
            <a:off x="2517264" y="531576"/>
            <a:ext cx="773280" cy="274680"/>
            <a:chOff x="2517264" y="531576"/>
            <a:chExt cx="773280" cy="27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E0533152-876C-C7F5-D9AD-0D1B20708ED7}"/>
                    </a:ext>
                  </a:extLst>
                </p14:cNvPr>
                <p14:cNvContentPartPr/>
                <p14:nvPr/>
              </p14:nvContentPartPr>
              <p14:xfrm>
                <a:off x="2517264" y="531576"/>
                <a:ext cx="172080" cy="2455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E0533152-876C-C7F5-D9AD-0D1B20708ED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511144" y="525456"/>
                  <a:ext cx="18432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14D445F-1850-77FD-2226-BF9344D44EEE}"/>
                    </a:ext>
                  </a:extLst>
                </p14:cNvPr>
                <p14:cNvContentPartPr/>
                <p14:nvPr/>
              </p14:nvContentPartPr>
              <p14:xfrm>
                <a:off x="2566584" y="727056"/>
                <a:ext cx="122760" cy="93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14D445F-1850-77FD-2226-BF9344D44EEE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560464" y="720936"/>
                  <a:ext cx="135000" cy="2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76FFABF1-67C1-2492-255F-E5CA53DF487B}"/>
                    </a:ext>
                  </a:extLst>
                </p14:cNvPr>
                <p14:cNvContentPartPr/>
                <p14:nvPr/>
              </p14:nvContentPartPr>
              <p14:xfrm>
                <a:off x="2757384" y="722016"/>
                <a:ext cx="171360" cy="84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76FFABF1-67C1-2492-255F-E5CA53DF487B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751264" y="715896"/>
                  <a:ext cx="18360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A3C4C30-60EC-576B-4640-C95122461A18}"/>
                    </a:ext>
                  </a:extLst>
                </p14:cNvPr>
                <p14:cNvContentPartPr/>
                <p14:nvPr/>
              </p14:nvContentPartPr>
              <p14:xfrm>
                <a:off x="3148704" y="650016"/>
                <a:ext cx="12600" cy="1191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A3C4C30-60EC-576B-4640-C95122461A1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142584" y="643896"/>
                  <a:ext cx="2484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CE5B0D3-D764-EF56-190F-8691300116DF}"/>
                    </a:ext>
                  </a:extLst>
                </p14:cNvPr>
                <p14:cNvContentPartPr/>
                <p14:nvPr/>
              </p14:nvContentPartPr>
              <p14:xfrm>
                <a:off x="3106584" y="715176"/>
                <a:ext cx="183960" cy="15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CE5B0D3-D764-EF56-190F-8691300116DF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100464" y="709056"/>
                  <a:ext cx="196200" cy="27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1C40812C-AE51-9B2F-DE42-0710FF011B53}"/>
              </a:ext>
            </a:extLst>
          </p:cNvPr>
          <p:cNvGrpSpPr/>
          <p:nvPr/>
        </p:nvGrpSpPr>
        <p:grpSpPr>
          <a:xfrm>
            <a:off x="3385224" y="535176"/>
            <a:ext cx="550800" cy="243360"/>
            <a:chOff x="3385224" y="535176"/>
            <a:chExt cx="550800" cy="243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7C5A93B-BF81-1E79-84B4-70F13914ED2A}"/>
                    </a:ext>
                  </a:extLst>
                </p14:cNvPr>
                <p14:cNvContentPartPr/>
                <p14:nvPr/>
              </p14:nvContentPartPr>
              <p14:xfrm>
                <a:off x="3455424" y="592416"/>
                <a:ext cx="22680" cy="1558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7C5A93B-BF81-1E79-84B4-70F13914ED2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449304" y="586296"/>
                  <a:ext cx="349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C1F2D10-B8B7-7114-F68D-7792572B4752}"/>
                    </a:ext>
                  </a:extLst>
                </p14:cNvPr>
                <p14:cNvContentPartPr/>
                <p14:nvPr/>
              </p14:nvContentPartPr>
              <p14:xfrm>
                <a:off x="3385224" y="535176"/>
                <a:ext cx="260640" cy="238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C1F2D10-B8B7-7114-F68D-7792572B475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379104" y="529056"/>
                  <a:ext cx="27288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434B9679-A8A9-468A-FF9E-FA7D3A5F8FB0}"/>
                    </a:ext>
                  </a:extLst>
                </p14:cNvPr>
                <p14:cNvContentPartPr/>
                <p14:nvPr/>
              </p14:nvContentPartPr>
              <p14:xfrm>
                <a:off x="3685104" y="684936"/>
                <a:ext cx="250920" cy="93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434B9679-A8A9-468A-FF9E-FA7D3A5F8FB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3678984" y="678816"/>
                  <a:ext cx="263160" cy="1058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48990FA-C57D-A660-F913-8046D3619704}"/>
                  </a:ext>
                </a:extLst>
              </p14:cNvPr>
              <p14:cNvContentPartPr/>
              <p14:nvPr/>
            </p14:nvContentPartPr>
            <p14:xfrm>
              <a:off x="978624" y="1334736"/>
              <a:ext cx="167400" cy="9936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48990FA-C57D-A660-F913-8046D361970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972504" y="1328616"/>
                <a:ext cx="179640" cy="111600"/>
              </a:xfrm>
              <a:prstGeom prst="rect">
                <a:avLst/>
              </a:prstGeom>
            </p:spPr>
          </p:pic>
        </mc:Fallback>
      </mc:AlternateContent>
      <p:grpSp>
        <p:nvGrpSpPr>
          <p:cNvPr id="40" name="Group 39">
            <a:extLst>
              <a:ext uri="{FF2B5EF4-FFF2-40B4-BE49-F238E27FC236}">
                <a16:creationId xmlns:a16="http://schemas.microsoft.com/office/drawing/2014/main" id="{A8C47CEC-BC3D-528D-08E1-28B75C9CD184}"/>
              </a:ext>
            </a:extLst>
          </p:cNvPr>
          <p:cNvGrpSpPr/>
          <p:nvPr/>
        </p:nvGrpSpPr>
        <p:grpSpPr>
          <a:xfrm>
            <a:off x="1333224" y="1225296"/>
            <a:ext cx="425880" cy="233280"/>
            <a:chOff x="1333224" y="1225296"/>
            <a:chExt cx="425880" cy="233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D3D62FD-E4F8-0FD4-729E-51277C771848}"/>
                    </a:ext>
                  </a:extLst>
                </p14:cNvPr>
                <p14:cNvContentPartPr/>
                <p14:nvPr/>
              </p14:nvContentPartPr>
              <p14:xfrm>
                <a:off x="1354824" y="1284336"/>
                <a:ext cx="20880" cy="131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D3D62FD-E4F8-0FD4-729E-51277C771848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348704" y="1278216"/>
                  <a:ext cx="33120" cy="14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09A402C9-052C-34BD-CD7E-C05F51F6DA05}"/>
                    </a:ext>
                  </a:extLst>
                </p14:cNvPr>
                <p14:cNvContentPartPr/>
                <p14:nvPr/>
              </p14:nvContentPartPr>
              <p14:xfrm>
                <a:off x="1333224" y="1344096"/>
                <a:ext cx="119160" cy="82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09A402C9-052C-34BD-CD7E-C05F51F6DA05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327104" y="1337976"/>
                  <a:ext cx="13140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568DE9A-9860-89C7-9928-B7A162E6C2FD}"/>
                    </a:ext>
                  </a:extLst>
                </p14:cNvPr>
                <p14:cNvContentPartPr/>
                <p14:nvPr/>
              </p14:nvContentPartPr>
              <p14:xfrm>
                <a:off x="1574424" y="1325016"/>
                <a:ext cx="32400" cy="1072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568DE9A-9860-89C7-9928-B7A162E6C2F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568304" y="1318896"/>
                  <a:ext cx="44640" cy="11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6F394EB-BDD9-8C2E-0B4A-CA3FC345FE5D}"/>
                    </a:ext>
                  </a:extLst>
                </p14:cNvPr>
                <p14:cNvContentPartPr/>
                <p14:nvPr/>
              </p14:nvContentPartPr>
              <p14:xfrm>
                <a:off x="1519704" y="1225296"/>
                <a:ext cx="239400" cy="2332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6F394EB-BDD9-8C2E-0B4A-CA3FC345FE5D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513584" y="1219176"/>
                  <a:ext cx="251640" cy="24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9674F675-C85D-D162-11C9-1160B7EFD05D}"/>
              </a:ext>
            </a:extLst>
          </p:cNvPr>
          <p:cNvGrpSpPr/>
          <p:nvPr/>
        </p:nvGrpSpPr>
        <p:grpSpPr>
          <a:xfrm>
            <a:off x="2022264" y="1193976"/>
            <a:ext cx="1623600" cy="320760"/>
            <a:chOff x="2022264" y="1193976"/>
            <a:chExt cx="1623600" cy="320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4B6A7F-0A82-EDFB-BDAB-1A0AC07B4740}"/>
                    </a:ext>
                  </a:extLst>
                </p14:cNvPr>
                <p14:cNvContentPartPr/>
                <p14:nvPr/>
              </p14:nvContentPartPr>
              <p14:xfrm>
                <a:off x="2022264" y="1309896"/>
                <a:ext cx="140040" cy="130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B4B6A7F-0A82-EDFB-BDAB-1A0AC07B474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016144" y="1303776"/>
                  <a:ext cx="15228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BABC324F-DE4A-D056-060C-5FFFA4E49FCD}"/>
                    </a:ext>
                  </a:extLst>
                </p14:cNvPr>
                <p14:cNvContentPartPr/>
                <p14:nvPr/>
              </p14:nvContentPartPr>
              <p14:xfrm>
                <a:off x="2504664" y="1257336"/>
                <a:ext cx="193680" cy="188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BABC324F-DE4A-D056-060C-5FFFA4E49FC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498544" y="1251216"/>
                  <a:ext cx="20592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9C633A7-F6CB-D2E4-07D0-2440F0614626}"/>
                    </a:ext>
                  </a:extLst>
                </p14:cNvPr>
                <p14:cNvContentPartPr/>
                <p14:nvPr/>
              </p14:nvContentPartPr>
              <p14:xfrm>
                <a:off x="2543184" y="1357776"/>
                <a:ext cx="165600" cy="16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9C633A7-F6CB-D2E4-07D0-2440F061462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537064" y="1351656"/>
                  <a:ext cx="177840" cy="2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5B965799-44B8-A25C-05B5-57F5ECF5F70D}"/>
                    </a:ext>
                  </a:extLst>
                </p14:cNvPr>
                <p14:cNvContentPartPr/>
                <p14:nvPr/>
              </p14:nvContentPartPr>
              <p14:xfrm>
                <a:off x="2800224" y="1323576"/>
                <a:ext cx="28080" cy="784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5B965799-44B8-A25C-05B5-57F5ECF5F70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2794104" y="1317456"/>
                  <a:ext cx="4032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690C92A2-E920-872B-0233-BEA04756978A}"/>
                    </a:ext>
                  </a:extLst>
                </p14:cNvPr>
                <p14:cNvContentPartPr/>
                <p14:nvPr/>
              </p14:nvContentPartPr>
              <p14:xfrm>
                <a:off x="2765664" y="1338696"/>
                <a:ext cx="140400" cy="1728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690C92A2-E920-872B-0233-BEA04756978A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2759544" y="1332576"/>
                  <a:ext cx="152640" cy="2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DB358142-D318-9486-C3DC-07A184DA7811}"/>
                    </a:ext>
                  </a:extLst>
                </p14:cNvPr>
                <p14:cNvContentPartPr/>
                <p14:nvPr/>
              </p14:nvContentPartPr>
              <p14:xfrm>
                <a:off x="2958984" y="1335456"/>
                <a:ext cx="4680" cy="892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DB358142-D318-9486-C3DC-07A184DA7811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2952864" y="1329336"/>
                  <a:ext cx="1692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8BF6A2F-2AF1-7F8F-31A5-AEF03F24ACAA}"/>
                    </a:ext>
                  </a:extLst>
                </p14:cNvPr>
                <p14:cNvContentPartPr/>
                <p14:nvPr/>
              </p14:nvContentPartPr>
              <p14:xfrm>
                <a:off x="2921544" y="1248696"/>
                <a:ext cx="253080" cy="168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8BF6A2F-2AF1-7F8F-31A5-AEF03F24ACAA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915424" y="1242576"/>
                  <a:ext cx="26532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69B8745D-7601-46C0-E24E-A4C34A86094D}"/>
                    </a:ext>
                  </a:extLst>
                </p14:cNvPr>
                <p14:cNvContentPartPr/>
                <p14:nvPr/>
              </p14:nvContentPartPr>
              <p14:xfrm>
                <a:off x="2292984" y="1193976"/>
                <a:ext cx="197280" cy="320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69B8745D-7601-46C0-E24E-A4C34A86094D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286864" y="1187856"/>
                  <a:ext cx="20952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9C95A73-8BDA-ECE3-A4AA-9C28E49D31BD}"/>
                    </a:ext>
                  </a:extLst>
                </p14:cNvPr>
                <p14:cNvContentPartPr/>
                <p14:nvPr/>
              </p14:nvContentPartPr>
              <p14:xfrm>
                <a:off x="3190104" y="1205856"/>
                <a:ext cx="182520" cy="2527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9C95A73-8BDA-ECE3-A4AA-9C28E49D31BD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183984" y="1199736"/>
                  <a:ext cx="19476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FEE271D-8FFB-867D-667A-EA5696225258}"/>
                    </a:ext>
                  </a:extLst>
                </p14:cNvPr>
                <p14:cNvContentPartPr/>
                <p14:nvPr/>
              </p14:nvContentPartPr>
              <p14:xfrm>
                <a:off x="3430584" y="1368576"/>
                <a:ext cx="215280" cy="86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FEE271D-8FFB-867D-667A-EA5696225258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424464" y="1362456"/>
                  <a:ext cx="22752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5F4CF63F-05D0-884B-630E-0B82AD6E934B}"/>
              </a:ext>
            </a:extLst>
          </p:cNvPr>
          <p:cNvGrpSpPr/>
          <p:nvPr/>
        </p:nvGrpSpPr>
        <p:grpSpPr>
          <a:xfrm>
            <a:off x="703584" y="1828296"/>
            <a:ext cx="1165680" cy="209160"/>
            <a:chOff x="703584" y="1828296"/>
            <a:chExt cx="1165680" cy="20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0E6BD02-4DED-42CF-EC0A-3EF0DBF53A2F}"/>
                    </a:ext>
                  </a:extLst>
                </p14:cNvPr>
                <p14:cNvContentPartPr/>
                <p14:nvPr/>
              </p14:nvContentPartPr>
              <p14:xfrm>
                <a:off x="703584" y="1935216"/>
                <a:ext cx="168120" cy="1022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0E6BD02-4DED-42CF-EC0A-3EF0DBF53A2F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97464" y="1929096"/>
                  <a:ext cx="180360" cy="11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36043E9-4887-4231-5D05-3E3EA2ED8175}"/>
                    </a:ext>
                  </a:extLst>
                </p14:cNvPr>
                <p14:cNvContentPartPr/>
                <p14:nvPr/>
              </p14:nvContentPartPr>
              <p14:xfrm>
                <a:off x="1019664" y="1913256"/>
                <a:ext cx="128880" cy="378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36043E9-4887-4231-5D05-3E3EA2ED817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13544" y="1907136"/>
                  <a:ext cx="1411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8F972BC-8994-7D7D-B841-96BB7FDA651C}"/>
                    </a:ext>
                  </a:extLst>
                </p14:cNvPr>
                <p14:cNvContentPartPr/>
                <p14:nvPr/>
              </p14:nvContentPartPr>
              <p14:xfrm>
                <a:off x="1036224" y="1984896"/>
                <a:ext cx="104760" cy="151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8F972BC-8994-7D7D-B841-96BB7FDA651C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030104" y="1978776"/>
                  <a:ext cx="11700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E25AE0-2F2C-33B1-5EAA-642751FFEBF1}"/>
                    </a:ext>
                  </a:extLst>
                </p14:cNvPr>
                <p14:cNvContentPartPr/>
                <p14:nvPr/>
              </p14:nvContentPartPr>
              <p14:xfrm>
                <a:off x="1242864" y="1828296"/>
                <a:ext cx="192600" cy="1954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E25AE0-2F2C-33B1-5EAA-642751FFEBF1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36744" y="1822176"/>
                  <a:ext cx="2048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7B0EC0E2-ADCC-EA4C-CA17-49C1DAAFB8B5}"/>
                    </a:ext>
                  </a:extLst>
                </p14:cNvPr>
                <p14:cNvContentPartPr/>
                <p14:nvPr/>
              </p14:nvContentPartPr>
              <p14:xfrm>
                <a:off x="1263744" y="1936296"/>
                <a:ext cx="197640" cy="180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7B0EC0E2-ADCC-EA4C-CA17-49C1DAAFB8B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1257624" y="1930176"/>
                  <a:ext cx="20988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E1A49F0-2473-8AD0-78BA-402E21C0698D}"/>
                    </a:ext>
                  </a:extLst>
                </p14:cNvPr>
                <p14:cNvContentPartPr/>
                <p14:nvPr/>
              </p14:nvContentPartPr>
              <p14:xfrm>
                <a:off x="1514304" y="1934496"/>
                <a:ext cx="32400" cy="67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E1A49F0-2473-8AD0-78BA-402E21C0698D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1508184" y="1928376"/>
                  <a:ext cx="44640" cy="7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D6D1D122-4457-D058-F3B3-DB1F706819F2}"/>
                    </a:ext>
                  </a:extLst>
                </p14:cNvPr>
                <p14:cNvContentPartPr/>
                <p14:nvPr/>
              </p14:nvContentPartPr>
              <p14:xfrm>
                <a:off x="1480824" y="1955376"/>
                <a:ext cx="138960" cy="2016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D6D1D122-4457-D058-F3B3-DB1F706819F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1474704" y="1949256"/>
                  <a:ext cx="15120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00B42C0D-BCB8-327B-BF42-62E03E06E26E}"/>
                    </a:ext>
                  </a:extLst>
                </p14:cNvPr>
                <p14:cNvContentPartPr/>
                <p14:nvPr/>
              </p14:nvContentPartPr>
              <p14:xfrm>
                <a:off x="1672704" y="1932696"/>
                <a:ext cx="28440" cy="676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00B42C0D-BCB8-327B-BF42-62E03E06E26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1666584" y="1926576"/>
                  <a:ext cx="4068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1EDCB31D-BCD7-49F9-A21D-4CAA7C2242BD}"/>
                    </a:ext>
                  </a:extLst>
                </p14:cNvPr>
                <p14:cNvContentPartPr/>
                <p14:nvPr/>
              </p14:nvContentPartPr>
              <p14:xfrm>
                <a:off x="1624104" y="1837296"/>
                <a:ext cx="245160" cy="1494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1EDCB31D-BCD7-49F9-A21D-4CAA7C2242B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1617984" y="1831176"/>
                  <a:ext cx="257400" cy="161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DFB46E4-78B7-EF4F-D27A-F08D9D88067C}"/>
              </a:ext>
            </a:extLst>
          </p:cNvPr>
          <p:cNvGrpSpPr/>
          <p:nvPr/>
        </p:nvGrpSpPr>
        <p:grpSpPr>
          <a:xfrm>
            <a:off x="1156824" y="2309976"/>
            <a:ext cx="1244160" cy="216720"/>
            <a:chOff x="1156824" y="2309976"/>
            <a:chExt cx="1244160" cy="21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D8592E8-7DB1-01DA-5A6E-D2B92FBC1FF5}"/>
                    </a:ext>
                  </a:extLst>
                </p14:cNvPr>
                <p14:cNvContentPartPr/>
                <p14:nvPr/>
              </p14:nvContentPartPr>
              <p14:xfrm>
                <a:off x="1156824" y="2457576"/>
                <a:ext cx="165600" cy="691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D8592E8-7DB1-01DA-5A6E-D2B92FBC1FF5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150704" y="2451456"/>
                  <a:ext cx="17784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FB3BD26-FE40-4A91-10A3-F7AA0A54E11E}"/>
                    </a:ext>
                  </a:extLst>
                </p14:cNvPr>
                <p14:cNvContentPartPr/>
                <p14:nvPr/>
              </p14:nvContentPartPr>
              <p14:xfrm>
                <a:off x="1458864" y="2393496"/>
                <a:ext cx="24120" cy="1101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FB3BD26-FE40-4A91-10A3-F7AA0A54E11E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1452744" y="2387376"/>
                  <a:ext cx="3636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8440506D-31F0-6649-3880-F2F5B8E637BB}"/>
                    </a:ext>
                  </a:extLst>
                </p14:cNvPr>
                <p14:cNvContentPartPr/>
                <p14:nvPr/>
              </p14:nvContentPartPr>
              <p14:xfrm>
                <a:off x="1447704" y="2451096"/>
                <a:ext cx="178560" cy="21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8440506D-31F0-6649-3880-F2F5B8E637BB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441584" y="2444976"/>
                  <a:ext cx="190800" cy="3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0394B50-0D04-B5BC-681C-E5D2AAE602BE}"/>
                    </a:ext>
                  </a:extLst>
                </p14:cNvPr>
                <p14:cNvContentPartPr/>
                <p14:nvPr/>
              </p14:nvContentPartPr>
              <p14:xfrm>
                <a:off x="1689984" y="2447136"/>
                <a:ext cx="23760" cy="57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0394B50-0D04-B5BC-681C-E5D2AAE602BE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1683864" y="2441016"/>
                  <a:ext cx="3600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3501D038-BFD7-5DF4-C4F4-4CD6FF0B6B98}"/>
                    </a:ext>
                  </a:extLst>
                </p14:cNvPr>
                <p14:cNvContentPartPr/>
                <p14:nvPr/>
              </p14:nvContentPartPr>
              <p14:xfrm>
                <a:off x="1664784" y="2334456"/>
                <a:ext cx="199440" cy="1821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3501D038-BFD7-5DF4-C4F4-4CD6FF0B6B98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658664" y="2328336"/>
                  <a:ext cx="21168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38F5974D-7C57-836D-AEF0-7CEC9C8E9305}"/>
                    </a:ext>
                  </a:extLst>
                </p14:cNvPr>
                <p14:cNvContentPartPr/>
                <p14:nvPr/>
              </p14:nvContentPartPr>
              <p14:xfrm>
                <a:off x="2033784" y="2365776"/>
                <a:ext cx="145440" cy="78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38F5974D-7C57-836D-AEF0-7CEC9C8E9305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027664" y="2359656"/>
                  <a:ext cx="157680" cy="9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0E66176-0537-6E4F-4C44-91D23D82EC8D}"/>
                    </a:ext>
                  </a:extLst>
                </p14:cNvPr>
                <p14:cNvContentPartPr/>
                <p14:nvPr/>
              </p14:nvContentPartPr>
              <p14:xfrm>
                <a:off x="2026584" y="2483136"/>
                <a:ext cx="165960" cy="24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0E66176-0537-6E4F-4C44-91D23D82EC8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2020464" y="2477016"/>
                  <a:ext cx="17820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867E2F-4596-92CC-01D0-0BCA067D8A2A}"/>
                    </a:ext>
                  </a:extLst>
                </p14:cNvPr>
                <p14:cNvContentPartPr/>
                <p14:nvPr/>
              </p14:nvContentPartPr>
              <p14:xfrm>
                <a:off x="2211624" y="2309976"/>
                <a:ext cx="189360" cy="16704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867E2F-4596-92CC-01D0-0BCA067D8A2A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2205504" y="2303856"/>
                  <a:ext cx="201600" cy="1792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A563C2D9-74DE-E04E-3925-2C4D23CA751F}"/>
                  </a:ext>
                </a:extLst>
              </p14:cNvPr>
              <p14:cNvContentPartPr/>
              <p14:nvPr/>
            </p14:nvContentPartPr>
            <p14:xfrm>
              <a:off x="2493864" y="2389176"/>
              <a:ext cx="163440" cy="8388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A563C2D9-74DE-E04E-3925-2C4D23CA751F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2487744" y="2383056"/>
                <a:ext cx="175680" cy="9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96" name="Group 95">
            <a:extLst>
              <a:ext uri="{FF2B5EF4-FFF2-40B4-BE49-F238E27FC236}">
                <a16:creationId xmlns:a16="http://schemas.microsoft.com/office/drawing/2014/main" id="{AB6C427A-E452-5678-2FD9-B4D144C59D11}"/>
              </a:ext>
            </a:extLst>
          </p:cNvPr>
          <p:cNvGrpSpPr/>
          <p:nvPr/>
        </p:nvGrpSpPr>
        <p:grpSpPr>
          <a:xfrm>
            <a:off x="1613304" y="2846736"/>
            <a:ext cx="537840" cy="197640"/>
            <a:chOff x="1613304" y="2846736"/>
            <a:chExt cx="537840" cy="19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EDBF17CC-95B6-33C1-C673-5507921F9F81}"/>
                    </a:ext>
                  </a:extLst>
                </p14:cNvPr>
                <p14:cNvContentPartPr/>
                <p14:nvPr/>
              </p14:nvContentPartPr>
              <p14:xfrm>
                <a:off x="1681704" y="2906136"/>
                <a:ext cx="66960" cy="1321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EDBF17CC-95B6-33C1-C673-5507921F9F8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675584" y="2900016"/>
                  <a:ext cx="7920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9B0838AB-7AE2-99A7-FFBA-D57827AB9646}"/>
                    </a:ext>
                  </a:extLst>
                </p14:cNvPr>
                <p14:cNvContentPartPr/>
                <p14:nvPr/>
              </p14:nvContentPartPr>
              <p14:xfrm>
                <a:off x="1613304" y="2846736"/>
                <a:ext cx="234360" cy="197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9B0838AB-7AE2-99A7-FFBA-D57827AB9646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607184" y="2840616"/>
                  <a:ext cx="24660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7205D5F-96D5-B4FC-0AD8-8199E6E804B7}"/>
                    </a:ext>
                  </a:extLst>
                </p14:cNvPr>
                <p14:cNvContentPartPr/>
                <p14:nvPr/>
              </p14:nvContentPartPr>
              <p14:xfrm>
                <a:off x="1954224" y="2877696"/>
                <a:ext cx="140400" cy="92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7205D5F-96D5-B4FC-0AD8-8199E6E804B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1948104" y="2871576"/>
                  <a:ext cx="1526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60563A0D-FD6E-9897-9276-40A1A62A1CB1}"/>
                    </a:ext>
                  </a:extLst>
                </p14:cNvPr>
                <p14:cNvContentPartPr/>
                <p14:nvPr/>
              </p14:nvContentPartPr>
              <p14:xfrm>
                <a:off x="1977264" y="3008736"/>
                <a:ext cx="173880" cy="273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60563A0D-FD6E-9897-9276-40A1A62A1CB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971144" y="3002616"/>
                  <a:ext cx="186120" cy="3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39922C8E-428B-9ECE-1BEE-5DD231803145}"/>
              </a:ext>
            </a:extLst>
          </p:cNvPr>
          <p:cNvGrpSpPr/>
          <p:nvPr/>
        </p:nvGrpSpPr>
        <p:grpSpPr>
          <a:xfrm>
            <a:off x="747864" y="1230696"/>
            <a:ext cx="200880" cy="251640"/>
            <a:chOff x="747864" y="1230696"/>
            <a:chExt cx="200880" cy="25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95A59F9A-77D2-8B50-29F7-9E1293A7610E}"/>
                    </a:ext>
                  </a:extLst>
                </p14:cNvPr>
                <p14:cNvContentPartPr/>
                <p14:nvPr/>
              </p14:nvContentPartPr>
              <p14:xfrm>
                <a:off x="747864" y="1230696"/>
                <a:ext cx="186480" cy="2516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95A59F9A-77D2-8B50-29F7-9E1293A7610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41744" y="1224576"/>
                  <a:ext cx="198720" cy="26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A6CE9EA-6042-4985-137D-445309687716}"/>
                    </a:ext>
                  </a:extLst>
                </p14:cNvPr>
                <p14:cNvContentPartPr/>
                <p14:nvPr/>
              </p14:nvContentPartPr>
              <p14:xfrm>
                <a:off x="753264" y="1364976"/>
                <a:ext cx="195480" cy="374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A6CE9EA-6042-4985-137D-44530968771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7144" y="1358856"/>
                  <a:ext cx="207720" cy="49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98BA28A1-C55D-E496-BB4D-24D5BF09A524}"/>
              </a:ext>
            </a:extLst>
          </p:cNvPr>
          <p:cNvGrpSpPr/>
          <p:nvPr/>
        </p:nvGrpSpPr>
        <p:grpSpPr>
          <a:xfrm>
            <a:off x="915264" y="2286576"/>
            <a:ext cx="214200" cy="263520"/>
            <a:chOff x="915264" y="2286576"/>
            <a:chExt cx="214200" cy="26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0452C659-8B59-E1FA-2B5F-F0744D4F5398}"/>
                    </a:ext>
                  </a:extLst>
                </p14:cNvPr>
                <p14:cNvContentPartPr/>
                <p14:nvPr/>
              </p14:nvContentPartPr>
              <p14:xfrm>
                <a:off x="915264" y="2286576"/>
                <a:ext cx="172800" cy="26352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0452C659-8B59-E1FA-2B5F-F0744D4F5398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09144" y="2280456"/>
                  <a:ext cx="18504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2894FA0-90BD-0496-95E4-A490D325DA88}"/>
                    </a:ext>
                  </a:extLst>
                </p14:cNvPr>
                <p14:cNvContentPartPr/>
                <p14:nvPr/>
              </p14:nvContentPartPr>
              <p14:xfrm>
                <a:off x="918864" y="2445696"/>
                <a:ext cx="210600" cy="392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2894FA0-90BD-0496-95E4-A490D325DA8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12744" y="2439576"/>
                  <a:ext cx="222840" cy="5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C75C41E-4A6E-BF7A-7CD8-229AFB38DC27}"/>
              </a:ext>
            </a:extLst>
          </p:cNvPr>
          <p:cNvGrpSpPr/>
          <p:nvPr/>
        </p:nvGrpSpPr>
        <p:grpSpPr>
          <a:xfrm>
            <a:off x="2331504" y="2771856"/>
            <a:ext cx="981000" cy="269280"/>
            <a:chOff x="2331504" y="2771856"/>
            <a:chExt cx="98100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A847B4E0-289D-8619-45D5-C7095688E1F1}"/>
                    </a:ext>
                  </a:extLst>
                </p14:cNvPr>
                <p14:cNvContentPartPr/>
                <p14:nvPr/>
              </p14:nvContentPartPr>
              <p14:xfrm>
                <a:off x="2331504" y="2873016"/>
                <a:ext cx="145800" cy="1285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A847B4E0-289D-8619-45D5-C7095688E1F1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25384" y="2866896"/>
                  <a:ext cx="1580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48307C4B-996F-BF75-4937-15E684BC7F86}"/>
                    </a:ext>
                  </a:extLst>
                </p14:cNvPr>
                <p14:cNvContentPartPr/>
                <p14:nvPr/>
              </p14:nvContentPartPr>
              <p14:xfrm>
                <a:off x="2505024" y="2993976"/>
                <a:ext cx="126000" cy="471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48307C4B-996F-BF75-4937-15E684BC7F86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2498904" y="2987856"/>
                  <a:ext cx="13824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C2C7E06-FBA6-EE5E-B836-EE5E9005B947}"/>
                    </a:ext>
                  </a:extLst>
                </p14:cNvPr>
                <p14:cNvContentPartPr/>
                <p14:nvPr/>
              </p14:nvContentPartPr>
              <p14:xfrm>
                <a:off x="2768184" y="2881296"/>
                <a:ext cx="52920" cy="1260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C2C7E06-FBA6-EE5E-B836-EE5E9005B94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2762064" y="2875176"/>
                  <a:ext cx="65160" cy="13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719A0B6C-507F-47B5-2B9E-3F5F07B92163}"/>
                    </a:ext>
                  </a:extLst>
                </p14:cNvPr>
                <p14:cNvContentPartPr/>
                <p14:nvPr/>
              </p14:nvContentPartPr>
              <p14:xfrm>
                <a:off x="2716704" y="2935656"/>
                <a:ext cx="133560" cy="266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719A0B6C-507F-47B5-2B9E-3F5F07B9216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2710584" y="2929536"/>
                  <a:ext cx="14580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0D158C26-3520-978E-B50D-4E4D716FCC67}"/>
                    </a:ext>
                  </a:extLst>
                </p14:cNvPr>
                <p14:cNvContentPartPr/>
                <p14:nvPr/>
              </p14:nvContentPartPr>
              <p14:xfrm>
                <a:off x="3139704" y="2923776"/>
                <a:ext cx="172800" cy="8172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0D158C26-3520-978E-B50D-4E4D716FCC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3133584" y="2917656"/>
                  <a:ext cx="1850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32A679FC-1A6F-07FF-065C-EC664B3F86B4}"/>
                    </a:ext>
                  </a:extLst>
                </p14:cNvPr>
                <p14:cNvContentPartPr/>
                <p14:nvPr/>
              </p14:nvContentPartPr>
              <p14:xfrm>
                <a:off x="2931624" y="2771856"/>
                <a:ext cx="138960" cy="245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32A679FC-1A6F-07FF-065C-EC664B3F86B4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2925504" y="2765736"/>
                  <a:ext cx="151200" cy="25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5400EC4F-910E-B08E-70AF-6A850B8D6897}"/>
                    </a:ext>
                  </a:extLst>
                </p14:cNvPr>
                <p14:cNvContentPartPr/>
                <p14:nvPr/>
              </p14:nvContentPartPr>
              <p14:xfrm>
                <a:off x="2967624" y="2902176"/>
                <a:ext cx="167040" cy="162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5400EC4F-910E-B08E-70AF-6A850B8D689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961504" y="2896056"/>
                  <a:ext cx="179280" cy="2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E7552EF1-56D7-7666-7B4C-4825ACD16E3F}"/>
              </a:ext>
            </a:extLst>
          </p:cNvPr>
          <p:cNvGrpSpPr/>
          <p:nvPr/>
        </p:nvGrpSpPr>
        <p:grpSpPr>
          <a:xfrm>
            <a:off x="1632744" y="3227256"/>
            <a:ext cx="1997640" cy="324360"/>
            <a:chOff x="1632744" y="3227256"/>
            <a:chExt cx="1997640" cy="32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5E4D5892-F3DF-B8DE-7D35-118B02450A45}"/>
                    </a:ext>
                  </a:extLst>
                </p14:cNvPr>
                <p14:cNvContentPartPr/>
                <p14:nvPr/>
              </p14:nvContentPartPr>
              <p14:xfrm>
                <a:off x="1655064" y="3405816"/>
                <a:ext cx="37800" cy="1458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5E4D5892-F3DF-B8DE-7D35-118B02450A4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48944" y="3399696"/>
                  <a:ext cx="500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316014E4-CA9D-F54E-AD55-34B739EFC35D}"/>
                    </a:ext>
                  </a:extLst>
                </p14:cNvPr>
                <p14:cNvContentPartPr/>
                <p14:nvPr/>
              </p14:nvContentPartPr>
              <p14:xfrm>
                <a:off x="1632744" y="3367656"/>
                <a:ext cx="226080" cy="15228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316014E4-CA9D-F54E-AD55-34B739EFC35D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626624" y="3361536"/>
                  <a:ext cx="2383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49DB8709-B1D1-DABE-3200-4361CD419C6E}"/>
                    </a:ext>
                  </a:extLst>
                </p14:cNvPr>
                <p14:cNvContentPartPr/>
                <p14:nvPr/>
              </p14:nvContentPartPr>
              <p14:xfrm>
                <a:off x="1951704" y="3373416"/>
                <a:ext cx="181080" cy="1191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49DB8709-B1D1-DABE-3200-4361CD419C6E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945584" y="3367296"/>
                  <a:ext cx="1933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7E1CBB3-E666-514E-6FC3-75F41B6CAC2A}"/>
                    </a:ext>
                  </a:extLst>
                </p14:cNvPr>
                <p14:cNvContentPartPr/>
                <p14:nvPr/>
              </p14:nvContentPartPr>
              <p14:xfrm>
                <a:off x="2288664" y="3324456"/>
                <a:ext cx="140040" cy="1810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7E1CBB3-E666-514E-6FC3-75F41B6CAC2A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282544" y="3318336"/>
                  <a:ext cx="152280" cy="19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A1B9BA48-D8DA-E07F-48E3-3B1E1726F5FB}"/>
                    </a:ext>
                  </a:extLst>
                </p14:cNvPr>
                <p14:cNvContentPartPr/>
                <p14:nvPr/>
              </p14:nvContentPartPr>
              <p14:xfrm>
                <a:off x="2462544" y="3348216"/>
                <a:ext cx="159120" cy="1411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A1B9BA48-D8DA-E07F-48E3-3B1E1726F5F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456424" y="3342096"/>
                  <a:ext cx="17136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7A51F28-33DF-87DC-41FD-37B13BF492A2}"/>
                    </a:ext>
                  </a:extLst>
                </p14:cNvPr>
                <p14:cNvContentPartPr/>
                <p14:nvPr/>
              </p14:nvContentPartPr>
              <p14:xfrm>
                <a:off x="2723544" y="3387456"/>
                <a:ext cx="6120" cy="932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7A51F28-33DF-87DC-41FD-37B13BF492A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2717424" y="3381336"/>
                  <a:ext cx="1836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7EC61CF3-E66C-D164-0840-B6716F7CE47B}"/>
                    </a:ext>
                  </a:extLst>
                </p14:cNvPr>
                <p14:cNvContentPartPr/>
                <p14:nvPr/>
              </p14:nvContentPartPr>
              <p14:xfrm>
                <a:off x="2691504" y="3437496"/>
                <a:ext cx="88200" cy="1692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7EC61CF3-E66C-D164-0840-B6716F7CE47B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685384" y="3431376"/>
                  <a:ext cx="10044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10ABA329-2E1F-7DA2-57D2-F2671BC2071B}"/>
                    </a:ext>
                  </a:extLst>
                </p14:cNvPr>
                <p14:cNvContentPartPr/>
                <p14:nvPr/>
              </p14:nvContentPartPr>
              <p14:xfrm>
                <a:off x="2877264" y="3227256"/>
                <a:ext cx="167400" cy="253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10ABA329-2E1F-7DA2-57D2-F2671BC2071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871144" y="3221136"/>
                  <a:ext cx="17964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13DA84D-0D3A-B18E-032A-C4485A9BE2B3}"/>
                    </a:ext>
                  </a:extLst>
                </p14:cNvPr>
                <p14:cNvContentPartPr/>
                <p14:nvPr/>
              </p14:nvContentPartPr>
              <p14:xfrm>
                <a:off x="2913624" y="3398976"/>
                <a:ext cx="140040" cy="90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13DA84D-0D3A-B18E-032A-C4485A9BE2B3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907504" y="3392856"/>
                  <a:ext cx="152280" cy="2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631411B-02BC-A88C-0BF6-7BC8A2E13507}"/>
                    </a:ext>
                  </a:extLst>
                </p14:cNvPr>
                <p14:cNvContentPartPr/>
                <p14:nvPr/>
              </p14:nvContentPartPr>
              <p14:xfrm>
                <a:off x="3080304" y="3233376"/>
                <a:ext cx="189720" cy="235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631411B-02BC-A88C-0BF6-7BC8A2E13507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074184" y="3227256"/>
                  <a:ext cx="201960" cy="24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8E60D905-1167-9AB7-F28C-C9046918C5EF}"/>
                    </a:ext>
                  </a:extLst>
                </p14:cNvPr>
                <p14:cNvContentPartPr/>
                <p14:nvPr/>
              </p14:nvContentPartPr>
              <p14:xfrm>
                <a:off x="3376944" y="3367656"/>
                <a:ext cx="253440" cy="12240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8E60D905-1167-9AB7-F28C-C9046918C5EF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370824" y="3361536"/>
                  <a:ext cx="265680" cy="134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20" name="Ink 119">
                <a:extLst>
                  <a:ext uri="{FF2B5EF4-FFF2-40B4-BE49-F238E27FC236}">
                    <a16:creationId xmlns:a16="http://schemas.microsoft.com/office/drawing/2014/main" id="{485B00FC-EBED-86FA-30A2-02D4798E0C87}"/>
                  </a:ext>
                </a:extLst>
              </p14:cNvPr>
              <p14:cNvContentPartPr/>
              <p14:nvPr/>
            </p14:nvContentPartPr>
            <p14:xfrm>
              <a:off x="1925424" y="3585456"/>
              <a:ext cx="212040" cy="70920"/>
            </p14:xfrm>
          </p:contentPart>
        </mc:Choice>
        <mc:Fallback xmlns="">
          <p:pic>
            <p:nvPicPr>
              <p:cNvPr id="120" name="Ink 119">
                <a:extLst>
                  <a:ext uri="{FF2B5EF4-FFF2-40B4-BE49-F238E27FC236}">
                    <a16:creationId xmlns:a16="http://schemas.microsoft.com/office/drawing/2014/main" id="{485B00FC-EBED-86FA-30A2-02D4798E0C87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1919304" y="3579336"/>
                <a:ext cx="224280" cy="8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82" name="Group 81">
            <a:extLst>
              <a:ext uri="{FF2B5EF4-FFF2-40B4-BE49-F238E27FC236}">
                <a16:creationId xmlns:a16="http://schemas.microsoft.com/office/drawing/2014/main" id="{503A4824-641D-99F7-B95D-7011E0CB93D9}"/>
              </a:ext>
            </a:extLst>
          </p:cNvPr>
          <p:cNvGrpSpPr/>
          <p:nvPr/>
        </p:nvGrpSpPr>
        <p:grpSpPr>
          <a:xfrm>
            <a:off x="4506615" y="1679115"/>
            <a:ext cx="1573560" cy="480960"/>
            <a:chOff x="4506615" y="1679115"/>
            <a:chExt cx="1573560" cy="480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82B21DC4-7E05-596E-EC2A-29AEA88B9B20}"/>
                    </a:ext>
                  </a:extLst>
                </p14:cNvPr>
                <p14:cNvContentPartPr/>
                <p14:nvPr/>
              </p14:nvContentPartPr>
              <p14:xfrm>
                <a:off x="5692095" y="1774875"/>
                <a:ext cx="29520" cy="28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82B21DC4-7E05-596E-EC2A-29AEA88B9B20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5685975" y="1768755"/>
                  <a:ext cx="4176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B5600CE4-0B21-CE8D-B199-84D29D08F7C2}"/>
                    </a:ext>
                  </a:extLst>
                </p14:cNvPr>
                <p14:cNvContentPartPr/>
                <p14:nvPr/>
              </p14:nvContentPartPr>
              <p14:xfrm>
                <a:off x="4629375" y="1743195"/>
                <a:ext cx="49680" cy="13212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B5600CE4-0B21-CE8D-B199-84D29D08F7C2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623255" y="1737075"/>
                  <a:ext cx="61920" cy="14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997A54-4C31-192B-D5A3-2311BB82B33B}"/>
                    </a:ext>
                  </a:extLst>
                </p14:cNvPr>
                <p14:cNvContentPartPr/>
                <p14:nvPr/>
              </p14:nvContentPartPr>
              <p14:xfrm>
                <a:off x="4506615" y="1933635"/>
                <a:ext cx="282600" cy="50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997A54-4C31-192B-D5A3-2311BB82B33B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4500495" y="1927515"/>
                  <a:ext cx="29484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017A79E3-D396-5C20-593F-E2454E481F46}"/>
                    </a:ext>
                  </a:extLst>
                </p14:cNvPr>
                <p14:cNvContentPartPr/>
                <p14:nvPr/>
              </p14:nvContentPartPr>
              <p14:xfrm>
                <a:off x="4589775" y="2021835"/>
                <a:ext cx="180720" cy="138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017A79E3-D396-5C20-593F-E2454E481F46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583655" y="2015715"/>
                  <a:ext cx="19296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1D029272-A625-AF7C-0BED-4E1461F29E61}"/>
                    </a:ext>
                  </a:extLst>
                </p14:cNvPr>
                <p14:cNvContentPartPr/>
                <p14:nvPr/>
              </p14:nvContentPartPr>
              <p14:xfrm>
                <a:off x="4836735" y="1798995"/>
                <a:ext cx="178200" cy="8784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1D029272-A625-AF7C-0BED-4E1461F29E61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830615" y="1792875"/>
                  <a:ext cx="1904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DA97A63-AD70-C816-0721-161F307D8609}"/>
                    </a:ext>
                  </a:extLst>
                </p14:cNvPr>
                <p14:cNvContentPartPr/>
                <p14:nvPr/>
              </p14:nvContentPartPr>
              <p14:xfrm>
                <a:off x="4935375" y="1700355"/>
                <a:ext cx="72360" cy="1555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DA97A63-AD70-C816-0721-161F307D860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929255" y="1694235"/>
                  <a:ext cx="846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B002F7E7-2282-50CE-74E5-3AF79B33F509}"/>
                    </a:ext>
                  </a:extLst>
                </p14:cNvPr>
                <p14:cNvContentPartPr/>
                <p14:nvPr/>
              </p14:nvContentPartPr>
              <p14:xfrm>
                <a:off x="4774455" y="1870635"/>
                <a:ext cx="326520" cy="806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B002F7E7-2282-50CE-74E5-3AF79B33F50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768335" y="1864515"/>
                  <a:ext cx="33876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0AA4A8C-3892-69BC-98BB-E6BF7871B19B}"/>
                    </a:ext>
                  </a:extLst>
                </p14:cNvPr>
                <p14:cNvContentPartPr/>
                <p14:nvPr/>
              </p14:nvContentPartPr>
              <p14:xfrm>
                <a:off x="4813695" y="1980075"/>
                <a:ext cx="158400" cy="133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0AA4A8C-3892-69BC-98BB-E6BF7871B19B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807575" y="1973955"/>
                  <a:ext cx="17064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0DB3FBC-069D-4F1F-F634-403820E62824}"/>
                    </a:ext>
                  </a:extLst>
                </p14:cNvPr>
                <p14:cNvContentPartPr/>
                <p14:nvPr/>
              </p14:nvContentPartPr>
              <p14:xfrm>
                <a:off x="4928535" y="1937595"/>
                <a:ext cx="42840" cy="175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0DB3FBC-069D-4F1F-F634-403820E6282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922415" y="1931475"/>
                  <a:ext cx="5508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FD8AE1B-C852-400F-2D08-9661FCD5D4E4}"/>
                    </a:ext>
                  </a:extLst>
                </p14:cNvPr>
                <p14:cNvContentPartPr/>
                <p14:nvPr/>
              </p14:nvContentPartPr>
              <p14:xfrm>
                <a:off x="5009895" y="1967835"/>
                <a:ext cx="118800" cy="134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FD8AE1B-C852-400F-2D08-9661FCD5D4E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003775" y="1961715"/>
                  <a:ext cx="131040" cy="14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7B67030-44A1-2EE9-5476-5476072DCD81}"/>
                    </a:ext>
                  </a:extLst>
                </p14:cNvPr>
                <p14:cNvContentPartPr/>
                <p14:nvPr/>
              </p14:nvContentPartPr>
              <p14:xfrm>
                <a:off x="5212215" y="1707915"/>
                <a:ext cx="165600" cy="3902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7B67030-44A1-2EE9-5476-5476072DCD81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206095" y="1701795"/>
                  <a:ext cx="177840" cy="40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E6B87F1-A8C4-0163-0568-D80BC645E689}"/>
                    </a:ext>
                  </a:extLst>
                </p14:cNvPr>
                <p14:cNvContentPartPr/>
                <p14:nvPr/>
              </p14:nvContentPartPr>
              <p14:xfrm>
                <a:off x="5352615" y="1816275"/>
                <a:ext cx="133920" cy="1249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E6B87F1-A8C4-0163-0568-D80BC645E689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346495" y="1810155"/>
                  <a:ext cx="146160" cy="13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C3907A-FC07-AD90-6F4C-86D9AA4D8ABD}"/>
                    </a:ext>
                  </a:extLst>
                </p14:cNvPr>
                <p14:cNvContentPartPr/>
                <p14:nvPr/>
              </p14:nvContentPartPr>
              <p14:xfrm>
                <a:off x="5570775" y="1832475"/>
                <a:ext cx="147600" cy="88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C3907A-FC07-AD90-6F4C-86D9AA4D8AB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564655" y="1826355"/>
                  <a:ext cx="1598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1E835EBB-111A-48F4-3667-0652271484BB}"/>
                    </a:ext>
                  </a:extLst>
                </p14:cNvPr>
                <p14:cNvContentPartPr/>
                <p14:nvPr/>
              </p14:nvContentPartPr>
              <p14:xfrm>
                <a:off x="5680215" y="1728795"/>
                <a:ext cx="34920" cy="196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1E835EBB-111A-48F4-3667-0652271484BB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674095" y="1722675"/>
                  <a:ext cx="4716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ED54691-E1B8-AAD1-B8BC-6FE7CF63077D}"/>
                    </a:ext>
                  </a:extLst>
                </p14:cNvPr>
                <p14:cNvContentPartPr/>
                <p14:nvPr/>
              </p14:nvContentPartPr>
              <p14:xfrm>
                <a:off x="5787135" y="1782075"/>
                <a:ext cx="45720" cy="1231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ED54691-E1B8-AAD1-B8BC-6FE7CF63077D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781015" y="1775955"/>
                  <a:ext cx="579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405AD72-8C23-5DFB-F33B-8E5A2AD8173F}"/>
                    </a:ext>
                  </a:extLst>
                </p14:cNvPr>
                <p14:cNvContentPartPr/>
                <p14:nvPr/>
              </p14:nvContentPartPr>
              <p14:xfrm>
                <a:off x="5717295" y="1720515"/>
                <a:ext cx="238680" cy="94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405AD72-8C23-5DFB-F33B-8E5A2AD8173F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5711175" y="1714395"/>
                  <a:ext cx="25092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ABAFD406-704C-4B2C-4377-3470E8904352}"/>
                    </a:ext>
                  </a:extLst>
                </p14:cNvPr>
                <p14:cNvContentPartPr/>
                <p14:nvPr/>
              </p14:nvContentPartPr>
              <p14:xfrm>
                <a:off x="5550975" y="1915635"/>
                <a:ext cx="334440" cy="507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ABAFD406-704C-4B2C-4377-3470E8904352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5544855" y="1909515"/>
                  <a:ext cx="346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62452FE-7BD5-E4DC-3182-CE8196FEE0C3}"/>
                    </a:ext>
                  </a:extLst>
                </p14:cNvPr>
                <p14:cNvContentPartPr/>
                <p14:nvPr/>
              </p14:nvContentPartPr>
              <p14:xfrm>
                <a:off x="5572215" y="2021475"/>
                <a:ext cx="173880" cy="106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62452FE-7BD5-E4DC-3182-CE8196FEE0C3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5566095" y="2015355"/>
                  <a:ext cx="1861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BF17B8E2-89BA-E4FE-37A1-8565D1AD8049}"/>
                    </a:ext>
                  </a:extLst>
                </p14:cNvPr>
                <p14:cNvContentPartPr/>
                <p14:nvPr/>
              </p14:nvContentPartPr>
              <p14:xfrm>
                <a:off x="5669775" y="1943355"/>
                <a:ext cx="60480" cy="2005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BF17B8E2-89BA-E4FE-37A1-8565D1AD8049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5663655" y="1937235"/>
                  <a:ext cx="72720" cy="21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6DAF9C78-1792-D616-9388-4F659DDD48FA}"/>
                    </a:ext>
                  </a:extLst>
                </p14:cNvPr>
                <p14:cNvContentPartPr/>
                <p14:nvPr/>
              </p14:nvContentPartPr>
              <p14:xfrm>
                <a:off x="5739615" y="2018235"/>
                <a:ext cx="119520" cy="123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6DAF9C78-1792-D616-9388-4F659DDD48F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5733495" y="2012115"/>
                  <a:ext cx="13176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08DC1111-5AE8-DB30-8985-0CD4CBB97CAD}"/>
                    </a:ext>
                  </a:extLst>
                </p14:cNvPr>
                <p14:cNvContentPartPr/>
                <p14:nvPr/>
              </p14:nvContentPartPr>
              <p14:xfrm>
                <a:off x="5944815" y="1679115"/>
                <a:ext cx="135360" cy="4492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08DC1111-5AE8-DB30-8985-0CD4CBB97CAD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5938695" y="1672995"/>
                  <a:ext cx="147600" cy="46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9" name="Group 348">
            <a:extLst>
              <a:ext uri="{FF2B5EF4-FFF2-40B4-BE49-F238E27FC236}">
                <a16:creationId xmlns:a16="http://schemas.microsoft.com/office/drawing/2014/main" id="{9F6CC6C1-5586-09D9-D5E8-26CB1403BA55}"/>
              </a:ext>
            </a:extLst>
          </p:cNvPr>
          <p:cNvGrpSpPr/>
          <p:nvPr/>
        </p:nvGrpSpPr>
        <p:grpSpPr>
          <a:xfrm>
            <a:off x="2703015" y="4106235"/>
            <a:ext cx="884160" cy="591840"/>
            <a:chOff x="2703015" y="4106235"/>
            <a:chExt cx="884160" cy="59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337" name="Ink 336">
                  <a:extLst>
                    <a:ext uri="{FF2B5EF4-FFF2-40B4-BE49-F238E27FC236}">
                      <a16:creationId xmlns:a16="http://schemas.microsoft.com/office/drawing/2014/main" id="{E8403009-2C72-5492-427F-A68703896F51}"/>
                    </a:ext>
                  </a:extLst>
                </p14:cNvPr>
                <p14:cNvContentPartPr/>
                <p14:nvPr/>
              </p14:nvContentPartPr>
              <p14:xfrm>
                <a:off x="2841615" y="4238355"/>
                <a:ext cx="35640" cy="151920"/>
              </p14:xfrm>
            </p:contentPart>
          </mc:Choice>
          <mc:Fallback xmlns="">
            <p:pic>
              <p:nvPicPr>
                <p:cNvPr id="337" name="Ink 336">
                  <a:extLst>
                    <a:ext uri="{FF2B5EF4-FFF2-40B4-BE49-F238E27FC236}">
                      <a16:creationId xmlns:a16="http://schemas.microsoft.com/office/drawing/2014/main" id="{E8403009-2C72-5492-427F-A68703896F51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2835495" y="4232235"/>
                  <a:ext cx="4788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338" name="Ink 337">
                  <a:extLst>
                    <a:ext uri="{FF2B5EF4-FFF2-40B4-BE49-F238E27FC236}">
                      <a16:creationId xmlns:a16="http://schemas.microsoft.com/office/drawing/2014/main" id="{74512E42-A054-3C60-89AF-CE67378E40EC}"/>
                    </a:ext>
                  </a:extLst>
                </p14:cNvPr>
                <p14:cNvContentPartPr/>
                <p14:nvPr/>
              </p14:nvContentPartPr>
              <p14:xfrm>
                <a:off x="2703015" y="4239075"/>
                <a:ext cx="118800" cy="189000"/>
              </p14:xfrm>
            </p:contentPart>
          </mc:Choice>
          <mc:Fallback xmlns="">
            <p:pic>
              <p:nvPicPr>
                <p:cNvPr id="338" name="Ink 337">
                  <a:extLst>
                    <a:ext uri="{FF2B5EF4-FFF2-40B4-BE49-F238E27FC236}">
                      <a16:creationId xmlns:a16="http://schemas.microsoft.com/office/drawing/2014/main" id="{74512E42-A054-3C60-89AF-CE67378E40EC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2696895" y="4232955"/>
                  <a:ext cx="131040" cy="20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339" name="Ink 338">
                  <a:extLst>
                    <a:ext uri="{FF2B5EF4-FFF2-40B4-BE49-F238E27FC236}">
                      <a16:creationId xmlns:a16="http://schemas.microsoft.com/office/drawing/2014/main" id="{B038261C-448F-A45F-C230-39EE7E450389}"/>
                    </a:ext>
                  </a:extLst>
                </p14:cNvPr>
                <p14:cNvContentPartPr/>
                <p14:nvPr/>
              </p14:nvContentPartPr>
              <p14:xfrm>
                <a:off x="2930175" y="4202355"/>
                <a:ext cx="141480" cy="267120"/>
              </p14:xfrm>
            </p:contentPart>
          </mc:Choice>
          <mc:Fallback xmlns="">
            <p:pic>
              <p:nvPicPr>
                <p:cNvPr id="339" name="Ink 338">
                  <a:extLst>
                    <a:ext uri="{FF2B5EF4-FFF2-40B4-BE49-F238E27FC236}">
                      <a16:creationId xmlns:a16="http://schemas.microsoft.com/office/drawing/2014/main" id="{B038261C-448F-A45F-C230-39EE7E45038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924055" y="4196235"/>
                  <a:ext cx="15372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340" name="Ink 339">
                  <a:extLst>
                    <a:ext uri="{FF2B5EF4-FFF2-40B4-BE49-F238E27FC236}">
                      <a16:creationId xmlns:a16="http://schemas.microsoft.com/office/drawing/2014/main" id="{3543D637-71FF-A3A7-15CE-0C3F4AD4D98C}"/>
                    </a:ext>
                  </a:extLst>
                </p14:cNvPr>
                <p14:cNvContentPartPr/>
                <p14:nvPr/>
              </p14:nvContentPartPr>
              <p14:xfrm>
                <a:off x="3037455" y="4200915"/>
                <a:ext cx="159840" cy="191520"/>
              </p14:xfrm>
            </p:contentPart>
          </mc:Choice>
          <mc:Fallback xmlns="">
            <p:pic>
              <p:nvPicPr>
                <p:cNvPr id="340" name="Ink 339">
                  <a:extLst>
                    <a:ext uri="{FF2B5EF4-FFF2-40B4-BE49-F238E27FC236}">
                      <a16:creationId xmlns:a16="http://schemas.microsoft.com/office/drawing/2014/main" id="{3543D637-71FF-A3A7-15CE-0C3F4AD4D98C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031335" y="4194795"/>
                  <a:ext cx="17208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341" name="Ink 340">
                  <a:extLst>
                    <a:ext uri="{FF2B5EF4-FFF2-40B4-BE49-F238E27FC236}">
                      <a16:creationId xmlns:a16="http://schemas.microsoft.com/office/drawing/2014/main" id="{593D435B-6469-FDA6-DAD0-3F429851E84B}"/>
                    </a:ext>
                  </a:extLst>
                </p14:cNvPr>
                <p14:cNvContentPartPr/>
                <p14:nvPr/>
              </p14:nvContentPartPr>
              <p14:xfrm>
                <a:off x="3149415" y="4114155"/>
                <a:ext cx="7560" cy="6120"/>
              </p14:xfrm>
            </p:contentPart>
          </mc:Choice>
          <mc:Fallback xmlns="">
            <p:pic>
              <p:nvPicPr>
                <p:cNvPr id="341" name="Ink 340">
                  <a:extLst>
                    <a:ext uri="{FF2B5EF4-FFF2-40B4-BE49-F238E27FC236}">
                      <a16:creationId xmlns:a16="http://schemas.microsoft.com/office/drawing/2014/main" id="{593D435B-6469-FDA6-DAD0-3F429851E84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143295" y="4108035"/>
                  <a:ext cx="19800" cy="1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342" name="Ink 341">
                  <a:extLst>
                    <a:ext uri="{FF2B5EF4-FFF2-40B4-BE49-F238E27FC236}">
                      <a16:creationId xmlns:a16="http://schemas.microsoft.com/office/drawing/2014/main" id="{6B167BD2-A594-9CA7-C9BE-24802BB03C49}"/>
                    </a:ext>
                  </a:extLst>
                </p14:cNvPr>
                <p14:cNvContentPartPr/>
                <p14:nvPr/>
              </p14:nvContentPartPr>
              <p14:xfrm>
                <a:off x="3225735" y="4189395"/>
                <a:ext cx="22320" cy="159480"/>
              </p14:xfrm>
            </p:contentPart>
          </mc:Choice>
          <mc:Fallback xmlns="">
            <p:pic>
              <p:nvPicPr>
                <p:cNvPr id="342" name="Ink 341">
                  <a:extLst>
                    <a:ext uri="{FF2B5EF4-FFF2-40B4-BE49-F238E27FC236}">
                      <a16:creationId xmlns:a16="http://schemas.microsoft.com/office/drawing/2014/main" id="{6B167BD2-A594-9CA7-C9BE-24802BB03C4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3219615" y="4183275"/>
                  <a:ext cx="3456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343" name="Ink 342">
                  <a:extLst>
                    <a:ext uri="{FF2B5EF4-FFF2-40B4-BE49-F238E27FC236}">
                      <a16:creationId xmlns:a16="http://schemas.microsoft.com/office/drawing/2014/main" id="{CEA9B884-6C02-3D55-6D5D-33B1681CD99D}"/>
                    </a:ext>
                  </a:extLst>
                </p14:cNvPr>
                <p14:cNvContentPartPr/>
                <p14:nvPr/>
              </p14:nvContentPartPr>
              <p14:xfrm>
                <a:off x="3164535" y="4173555"/>
                <a:ext cx="151200" cy="92880"/>
              </p14:xfrm>
            </p:contentPart>
          </mc:Choice>
          <mc:Fallback xmlns="">
            <p:pic>
              <p:nvPicPr>
                <p:cNvPr id="343" name="Ink 342">
                  <a:extLst>
                    <a:ext uri="{FF2B5EF4-FFF2-40B4-BE49-F238E27FC236}">
                      <a16:creationId xmlns:a16="http://schemas.microsoft.com/office/drawing/2014/main" id="{CEA9B884-6C02-3D55-6D5D-33B1681CD99D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3158415" y="4167435"/>
                  <a:ext cx="16344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344" name="Ink 343">
                  <a:extLst>
                    <a:ext uri="{FF2B5EF4-FFF2-40B4-BE49-F238E27FC236}">
                      <a16:creationId xmlns:a16="http://schemas.microsoft.com/office/drawing/2014/main" id="{77D9D8FC-A8E5-3D4F-7683-A259A3674758}"/>
                    </a:ext>
                  </a:extLst>
                </p14:cNvPr>
                <p14:cNvContentPartPr/>
                <p14:nvPr/>
              </p14:nvContentPartPr>
              <p14:xfrm>
                <a:off x="3294495" y="4106235"/>
                <a:ext cx="135000" cy="111600"/>
              </p14:xfrm>
            </p:contentPart>
          </mc:Choice>
          <mc:Fallback xmlns="">
            <p:pic>
              <p:nvPicPr>
                <p:cNvPr id="344" name="Ink 343">
                  <a:extLst>
                    <a:ext uri="{FF2B5EF4-FFF2-40B4-BE49-F238E27FC236}">
                      <a16:creationId xmlns:a16="http://schemas.microsoft.com/office/drawing/2014/main" id="{77D9D8FC-A8E5-3D4F-7683-A259A3674758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3288375" y="4100115"/>
                  <a:ext cx="147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345" name="Ink 344">
                  <a:extLst>
                    <a:ext uri="{FF2B5EF4-FFF2-40B4-BE49-F238E27FC236}">
                      <a16:creationId xmlns:a16="http://schemas.microsoft.com/office/drawing/2014/main" id="{E546262D-C1A8-0D7B-64AB-BDF7E715305B}"/>
                    </a:ext>
                  </a:extLst>
                </p14:cNvPr>
                <p14:cNvContentPartPr/>
                <p14:nvPr/>
              </p14:nvContentPartPr>
              <p14:xfrm>
                <a:off x="2995335" y="4388115"/>
                <a:ext cx="335160" cy="58320"/>
              </p14:xfrm>
            </p:contentPart>
          </mc:Choice>
          <mc:Fallback xmlns="">
            <p:pic>
              <p:nvPicPr>
                <p:cNvPr id="345" name="Ink 344">
                  <a:extLst>
                    <a:ext uri="{FF2B5EF4-FFF2-40B4-BE49-F238E27FC236}">
                      <a16:creationId xmlns:a16="http://schemas.microsoft.com/office/drawing/2014/main" id="{E546262D-C1A8-0D7B-64AB-BDF7E715305B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2989215" y="4381995"/>
                  <a:ext cx="3474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346" name="Ink 345">
                  <a:extLst>
                    <a:ext uri="{FF2B5EF4-FFF2-40B4-BE49-F238E27FC236}">
                      <a16:creationId xmlns:a16="http://schemas.microsoft.com/office/drawing/2014/main" id="{85D19744-61D2-B076-C8AC-18BA6A26EF5A}"/>
                    </a:ext>
                  </a:extLst>
                </p14:cNvPr>
                <p14:cNvContentPartPr/>
                <p14:nvPr/>
              </p14:nvContentPartPr>
              <p14:xfrm>
                <a:off x="3029175" y="4483515"/>
                <a:ext cx="162000" cy="214560"/>
              </p14:xfrm>
            </p:contentPart>
          </mc:Choice>
          <mc:Fallback xmlns="">
            <p:pic>
              <p:nvPicPr>
                <p:cNvPr id="346" name="Ink 345">
                  <a:extLst>
                    <a:ext uri="{FF2B5EF4-FFF2-40B4-BE49-F238E27FC236}">
                      <a16:creationId xmlns:a16="http://schemas.microsoft.com/office/drawing/2014/main" id="{85D19744-61D2-B076-C8AC-18BA6A26EF5A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3023055" y="4477395"/>
                  <a:ext cx="1742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347" name="Ink 346">
                  <a:extLst>
                    <a:ext uri="{FF2B5EF4-FFF2-40B4-BE49-F238E27FC236}">
                      <a16:creationId xmlns:a16="http://schemas.microsoft.com/office/drawing/2014/main" id="{82751793-4C7E-9001-CDCE-5256B3D5BBC3}"/>
                    </a:ext>
                  </a:extLst>
                </p14:cNvPr>
                <p14:cNvContentPartPr/>
                <p14:nvPr/>
              </p14:nvContentPartPr>
              <p14:xfrm>
                <a:off x="3241215" y="4509075"/>
                <a:ext cx="143640" cy="169200"/>
              </p14:xfrm>
            </p:contentPart>
          </mc:Choice>
          <mc:Fallback xmlns="">
            <p:pic>
              <p:nvPicPr>
                <p:cNvPr id="347" name="Ink 346">
                  <a:extLst>
                    <a:ext uri="{FF2B5EF4-FFF2-40B4-BE49-F238E27FC236}">
                      <a16:creationId xmlns:a16="http://schemas.microsoft.com/office/drawing/2014/main" id="{82751793-4C7E-9001-CDCE-5256B3D5BBC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235095" y="4502955"/>
                  <a:ext cx="15588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348" name="Ink 347">
                  <a:extLst>
                    <a:ext uri="{FF2B5EF4-FFF2-40B4-BE49-F238E27FC236}">
                      <a16:creationId xmlns:a16="http://schemas.microsoft.com/office/drawing/2014/main" id="{C3A6E7ED-EFDB-5EF9-7472-BFD970ED2694}"/>
                    </a:ext>
                  </a:extLst>
                </p14:cNvPr>
                <p14:cNvContentPartPr/>
                <p14:nvPr/>
              </p14:nvContentPartPr>
              <p14:xfrm>
                <a:off x="3440655" y="4469475"/>
                <a:ext cx="146520" cy="104400"/>
              </p14:xfrm>
            </p:contentPart>
          </mc:Choice>
          <mc:Fallback xmlns="">
            <p:pic>
              <p:nvPicPr>
                <p:cNvPr id="348" name="Ink 347">
                  <a:extLst>
                    <a:ext uri="{FF2B5EF4-FFF2-40B4-BE49-F238E27FC236}">
                      <a16:creationId xmlns:a16="http://schemas.microsoft.com/office/drawing/2014/main" id="{C3A6E7ED-EFDB-5EF9-7472-BFD970ED2694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3434535" y="4463355"/>
                  <a:ext cx="158760" cy="116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64" name="Group 363">
            <a:extLst>
              <a:ext uri="{FF2B5EF4-FFF2-40B4-BE49-F238E27FC236}">
                <a16:creationId xmlns:a16="http://schemas.microsoft.com/office/drawing/2014/main" id="{DB2B72C8-51B4-3393-5744-29B1D2425522}"/>
              </a:ext>
            </a:extLst>
          </p:cNvPr>
          <p:cNvGrpSpPr/>
          <p:nvPr/>
        </p:nvGrpSpPr>
        <p:grpSpPr>
          <a:xfrm>
            <a:off x="3640815" y="3987075"/>
            <a:ext cx="1035720" cy="782640"/>
            <a:chOff x="3640815" y="3987075"/>
            <a:chExt cx="1035720" cy="782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350" name="Ink 349">
                  <a:extLst>
                    <a:ext uri="{FF2B5EF4-FFF2-40B4-BE49-F238E27FC236}">
                      <a16:creationId xmlns:a16="http://schemas.microsoft.com/office/drawing/2014/main" id="{3B2E9E93-63C2-9954-F456-9260F96B4F71}"/>
                    </a:ext>
                  </a:extLst>
                </p14:cNvPr>
                <p14:cNvContentPartPr/>
                <p14:nvPr/>
              </p14:nvContentPartPr>
              <p14:xfrm>
                <a:off x="3703095" y="4267875"/>
                <a:ext cx="16200" cy="100440"/>
              </p14:xfrm>
            </p:contentPart>
          </mc:Choice>
          <mc:Fallback xmlns="">
            <p:pic>
              <p:nvPicPr>
                <p:cNvPr id="350" name="Ink 349">
                  <a:extLst>
                    <a:ext uri="{FF2B5EF4-FFF2-40B4-BE49-F238E27FC236}">
                      <a16:creationId xmlns:a16="http://schemas.microsoft.com/office/drawing/2014/main" id="{3B2E9E93-63C2-9954-F456-9260F96B4F71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696975" y="4261755"/>
                  <a:ext cx="2844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351" name="Ink 350">
                  <a:extLst>
                    <a:ext uri="{FF2B5EF4-FFF2-40B4-BE49-F238E27FC236}">
                      <a16:creationId xmlns:a16="http://schemas.microsoft.com/office/drawing/2014/main" id="{CDE8DF7F-C237-8AA0-AD58-AB97670F7723}"/>
                    </a:ext>
                  </a:extLst>
                </p14:cNvPr>
                <p14:cNvContentPartPr/>
                <p14:nvPr/>
              </p14:nvContentPartPr>
              <p14:xfrm>
                <a:off x="3640815" y="4325115"/>
                <a:ext cx="167400" cy="27360"/>
              </p14:xfrm>
            </p:contentPart>
          </mc:Choice>
          <mc:Fallback xmlns="">
            <p:pic>
              <p:nvPicPr>
                <p:cNvPr id="351" name="Ink 350">
                  <a:extLst>
                    <a:ext uri="{FF2B5EF4-FFF2-40B4-BE49-F238E27FC236}">
                      <a16:creationId xmlns:a16="http://schemas.microsoft.com/office/drawing/2014/main" id="{CDE8DF7F-C237-8AA0-AD58-AB97670F7723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634695" y="4318995"/>
                  <a:ext cx="17964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352" name="Ink 351">
                  <a:extLst>
                    <a:ext uri="{FF2B5EF4-FFF2-40B4-BE49-F238E27FC236}">
                      <a16:creationId xmlns:a16="http://schemas.microsoft.com/office/drawing/2014/main" id="{3CAD8142-D0DE-BEF7-D2BA-5A150F0C2AB5}"/>
                    </a:ext>
                  </a:extLst>
                </p14:cNvPr>
                <p14:cNvContentPartPr/>
                <p14:nvPr/>
              </p14:nvContentPartPr>
              <p14:xfrm>
                <a:off x="3921975" y="4280475"/>
                <a:ext cx="185760" cy="111960"/>
              </p14:xfrm>
            </p:contentPart>
          </mc:Choice>
          <mc:Fallback xmlns="">
            <p:pic>
              <p:nvPicPr>
                <p:cNvPr id="352" name="Ink 351">
                  <a:extLst>
                    <a:ext uri="{FF2B5EF4-FFF2-40B4-BE49-F238E27FC236}">
                      <a16:creationId xmlns:a16="http://schemas.microsoft.com/office/drawing/2014/main" id="{3CAD8142-D0DE-BEF7-D2BA-5A150F0C2AB5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915855" y="4274355"/>
                  <a:ext cx="19800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354" name="Ink 353">
                  <a:extLst>
                    <a:ext uri="{FF2B5EF4-FFF2-40B4-BE49-F238E27FC236}">
                      <a16:creationId xmlns:a16="http://schemas.microsoft.com/office/drawing/2014/main" id="{2E3251C3-348C-90D2-1654-169D3442699F}"/>
                    </a:ext>
                  </a:extLst>
                </p14:cNvPr>
                <p14:cNvContentPartPr/>
                <p14:nvPr/>
              </p14:nvContentPartPr>
              <p14:xfrm>
                <a:off x="4171815" y="4142955"/>
                <a:ext cx="169560" cy="228600"/>
              </p14:xfrm>
            </p:contentPart>
          </mc:Choice>
          <mc:Fallback xmlns="">
            <p:pic>
              <p:nvPicPr>
                <p:cNvPr id="354" name="Ink 353">
                  <a:extLst>
                    <a:ext uri="{FF2B5EF4-FFF2-40B4-BE49-F238E27FC236}">
                      <a16:creationId xmlns:a16="http://schemas.microsoft.com/office/drawing/2014/main" id="{2E3251C3-348C-90D2-1654-169D3442699F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4165695" y="4136835"/>
                  <a:ext cx="18180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356" name="Ink 355">
                  <a:extLst>
                    <a:ext uri="{FF2B5EF4-FFF2-40B4-BE49-F238E27FC236}">
                      <a16:creationId xmlns:a16="http://schemas.microsoft.com/office/drawing/2014/main" id="{2125C575-C955-2DAB-E6D2-20695089CDF1}"/>
                    </a:ext>
                  </a:extLst>
                </p14:cNvPr>
                <p14:cNvContentPartPr/>
                <p14:nvPr/>
              </p14:nvContentPartPr>
              <p14:xfrm>
                <a:off x="4347495" y="4189035"/>
                <a:ext cx="38520" cy="137520"/>
              </p14:xfrm>
            </p:contentPart>
          </mc:Choice>
          <mc:Fallback xmlns="">
            <p:pic>
              <p:nvPicPr>
                <p:cNvPr id="356" name="Ink 355">
                  <a:extLst>
                    <a:ext uri="{FF2B5EF4-FFF2-40B4-BE49-F238E27FC236}">
                      <a16:creationId xmlns:a16="http://schemas.microsoft.com/office/drawing/2014/main" id="{2125C575-C955-2DAB-E6D2-20695089CDF1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341375" y="4182915"/>
                  <a:ext cx="5076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357" name="Ink 356">
                  <a:extLst>
                    <a:ext uri="{FF2B5EF4-FFF2-40B4-BE49-F238E27FC236}">
                      <a16:creationId xmlns:a16="http://schemas.microsoft.com/office/drawing/2014/main" id="{9B1AF3FB-00B9-0523-4511-D01A168C9C04}"/>
                    </a:ext>
                  </a:extLst>
                </p14:cNvPr>
                <p14:cNvContentPartPr/>
                <p14:nvPr/>
              </p14:nvContentPartPr>
              <p14:xfrm>
                <a:off x="4302135" y="4128915"/>
                <a:ext cx="134640" cy="99720"/>
              </p14:xfrm>
            </p:contentPart>
          </mc:Choice>
          <mc:Fallback xmlns="">
            <p:pic>
              <p:nvPicPr>
                <p:cNvPr id="357" name="Ink 356">
                  <a:extLst>
                    <a:ext uri="{FF2B5EF4-FFF2-40B4-BE49-F238E27FC236}">
                      <a16:creationId xmlns:a16="http://schemas.microsoft.com/office/drawing/2014/main" id="{9B1AF3FB-00B9-0523-4511-D01A168C9C04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296015" y="4122795"/>
                  <a:ext cx="1468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358" name="Ink 357">
                  <a:extLst>
                    <a:ext uri="{FF2B5EF4-FFF2-40B4-BE49-F238E27FC236}">
                      <a16:creationId xmlns:a16="http://schemas.microsoft.com/office/drawing/2014/main" id="{D2ACEACA-BA1E-0C21-E41E-4C58F050D30F}"/>
                    </a:ext>
                  </a:extLst>
                </p14:cNvPr>
                <p14:cNvContentPartPr/>
                <p14:nvPr/>
              </p14:nvContentPartPr>
              <p14:xfrm>
                <a:off x="4264695" y="3987075"/>
                <a:ext cx="87120" cy="144720"/>
              </p14:xfrm>
            </p:contentPart>
          </mc:Choice>
          <mc:Fallback xmlns="">
            <p:pic>
              <p:nvPicPr>
                <p:cNvPr id="358" name="Ink 357">
                  <a:extLst>
                    <a:ext uri="{FF2B5EF4-FFF2-40B4-BE49-F238E27FC236}">
                      <a16:creationId xmlns:a16="http://schemas.microsoft.com/office/drawing/2014/main" id="{D2ACEACA-BA1E-0C21-E41E-4C58F050D30F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258575" y="3980955"/>
                  <a:ext cx="9936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360" name="Ink 359">
                  <a:extLst>
                    <a:ext uri="{FF2B5EF4-FFF2-40B4-BE49-F238E27FC236}">
                      <a16:creationId xmlns:a16="http://schemas.microsoft.com/office/drawing/2014/main" id="{1EE6D200-F043-B7B4-16F8-F28C4B269999}"/>
                    </a:ext>
                  </a:extLst>
                </p14:cNvPr>
                <p14:cNvContentPartPr/>
                <p14:nvPr/>
              </p14:nvContentPartPr>
              <p14:xfrm>
                <a:off x="4110255" y="4397115"/>
                <a:ext cx="331560" cy="86040"/>
              </p14:xfrm>
            </p:contentPart>
          </mc:Choice>
          <mc:Fallback xmlns="">
            <p:pic>
              <p:nvPicPr>
                <p:cNvPr id="360" name="Ink 359">
                  <a:extLst>
                    <a:ext uri="{FF2B5EF4-FFF2-40B4-BE49-F238E27FC236}">
                      <a16:creationId xmlns:a16="http://schemas.microsoft.com/office/drawing/2014/main" id="{1EE6D200-F043-B7B4-16F8-F28C4B269999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104135" y="4390995"/>
                  <a:ext cx="3438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361" name="Ink 360">
                  <a:extLst>
                    <a:ext uri="{FF2B5EF4-FFF2-40B4-BE49-F238E27FC236}">
                      <a16:creationId xmlns:a16="http://schemas.microsoft.com/office/drawing/2014/main" id="{871AB0E1-3DEB-F651-625D-A920F3E9DD98}"/>
                    </a:ext>
                  </a:extLst>
                </p14:cNvPr>
                <p14:cNvContentPartPr/>
                <p14:nvPr/>
              </p14:nvContentPartPr>
              <p14:xfrm>
                <a:off x="4115295" y="4544715"/>
                <a:ext cx="171000" cy="225000"/>
              </p14:xfrm>
            </p:contentPart>
          </mc:Choice>
          <mc:Fallback xmlns="">
            <p:pic>
              <p:nvPicPr>
                <p:cNvPr id="361" name="Ink 360">
                  <a:extLst>
                    <a:ext uri="{FF2B5EF4-FFF2-40B4-BE49-F238E27FC236}">
                      <a16:creationId xmlns:a16="http://schemas.microsoft.com/office/drawing/2014/main" id="{871AB0E1-3DEB-F651-625D-A920F3E9DD98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109175" y="4538595"/>
                  <a:ext cx="1832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362" name="Ink 361">
                  <a:extLst>
                    <a:ext uri="{FF2B5EF4-FFF2-40B4-BE49-F238E27FC236}">
                      <a16:creationId xmlns:a16="http://schemas.microsoft.com/office/drawing/2014/main" id="{8CA2D094-EB53-2FE0-FD37-20B4869C3D31}"/>
                    </a:ext>
                  </a:extLst>
                </p14:cNvPr>
                <p14:cNvContentPartPr/>
                <p14:nvPr/>
              </p14:nvContentPartPr>
              <p14:xfrm>
                <a:off x="4326255" y="4610955"/>
                <a:ext cx="111960" cy="142200"/>
              </p14:xfrm>
            </p:contentPart>
          </mc:Choice>
          <mc:Fallback xmlns="">
            <p:pic>
              <p:nvPicPr>
                <p:cNvPr id="362" name="Ink 361">
                  <a:extLst>
                    <a:ext uri="{FF2B5EF4-FFF2-40B4-BE49-F238E27FC236}">
                      <a16:creationId xmlns:a16="http://schemas.microsoft.com/office/drawing/2014/main" id="{8CA2D094-EB53-2FE0-FD37-20B4869C3D31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320135" y="4604835"/>
                  <a:ext cx="12420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363" name="Ink 362">
                  <a:extLst>
                    <a:ext uri="{FF2B5EF4-FFF2-40B4-BE49-F238E27FC236}">
                      <a16:creationId xmlns:a16="http://schemas.microsoft.com/office/drawing/2014/main" id="{A1593177-C52C-070C-C98F-A421CBAE8365}"/>
                    </a:ext>
                  </a:extLst>
                </p14:cNvPr>
                <p14:cNvContentPartPr/>
                <p14:nvPr/>
              </p14:nvContentPartPr>
              <p14:xfrm>
                <a:off x="4498695" y="4490715"/>
                <a:ext cx="177840" cy="108000"/>
              </p14:xfrm>
            </p:contentPart>
          </mc:Choice>
          <mc:Fallback xmlns="">
            <p:pic>
              <p:nvPicPr>
                <p:cNvPr id="363" name="Ink 362">
                  <a:extLst>
                    <a:ext uri="{FF2B5EF4-FFF2-40B4-BE49-F238E27FC236}">
                      <a16:creationId xmlns:a16="http://schemas.microsoft.com/office/drawing/2014/main" id="{A1593177-C52C-070C-C98F-A421CBAE836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492575" y="4484595"/>
                  <a:ext cx="190080" cy="1202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80498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17021</TotalTime>
  <Words>450</Words>
  <Application>Microsoft Office PowerPoint</Application>
  <PresentationFormat>Widescreen</PresentationFormat>
  <Paragraphs>89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Courier New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Bell,Jackie M</dc:creator>
  <cp:lastModifiedBy>Bell,Jackie M</cp:lastModifiedBy>
  <cp:revision>15</cp:revision>
  <dcterms:created xsi:type="dcterms:W3CDTF">2025-07-02T14:40:24Z</dcterms:created>
  <dcterms:modified xsi:type="dcterms:W3CDTF">2025-11-15T02:27:46Z</dcterms:modified>
</cp:coreProperties>
</file>